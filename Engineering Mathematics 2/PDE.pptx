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305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8A01C-7623-405C-97BC-648158BE85FF}" v="1" dt="2022-06-04T19:34:07.539"/>
    <p1510:client id="{1927D4D2-F74C-4E1C-AE07-3AB481B3FAD7}" v="1" dt="2022-06-07T02:25:46.564"/>
    <p1510:client id="{3D6D52D4-4AAA-4A6E-B89B-FB34E7E77304}" v="1" dt="2022-06-07T07:18:45.416"/>
    <p1510:client id="{43B97272-B77A-4C8E-B0DB-959D4548FAD2}" v="2" dt="2022-07-17T09:23:36.116"/>
    <p1510:client id="{513F79B5-15B6-4B99-A037-FC78593C694A}" v="18" dt="2022-06-02T07:01:50.478"/>
    <p1510:client id="{813568B9-9A19-4D86-AA5C-A79744DE48E3}" v="2" dt="2022-06-07T02:25:16.113"/>
    <p1510:client id="{8BB02710-F796-44AD-A08D-75459411851F}" v="8" dt="2022-06-04T15:00:31.762"/>
    <p1510:client id="{BC300113-510C-4BBE-AD6B-23C77B61C046}" v="1" dt="2022-06-04T11:10:59.580"/>
    <p1510:client id="{CC8D0A11-BA0A-487B-B0AC-D8B0093C2DC1}" v="1" dt="2022-06-06T13:52:26.403"/>
    <p1510:client id="{D61332B5-582C-45BC-A71E-1FE6F23017DD}" v="4" dt="2022-06-07T01:42:04.031"/>
    <p1510:client id="{F5D19484-AF34-4581-8C00-95F1DD456944}" v="1" dt="2022-06-06T18:09:10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RAJ(BTECH10087.21@bitmesra.ac.in)" userId="S::btech10087.21@bitmesra.ac.in::1f93d754-2fbc-4193-89e9-fa5346f46968" providerId="AD" clId="Web-{F5D19484-AF34-4581-8C00-95F1DD456944}"/>
    <pc:docChg chg="modSld">
      <pc:chgData name="RISHAV RAJ(BTECH10087.21@bitmesra.ac.in)" userId="S::btech10087.21@bitmesra.ac.in::1f93d754-2fbc-4193-89e9-fa5346f46968" providerId="AD" clId="Web-{F5D19484-AF34-4581-8C00-95F1DD456944}" dt="2022-06-06T18:09:10.314" v="0" actId="1076"/>
      <pc:docMkLst>
        <pc:docMk/>
      </pc:docMkLst>
      <pc:sldChg chg="modSp">
        <pc:chgData name="RISHAV RAJ(BTECH10087.21@bitmesra.ac.in)" userId="S::btech10087.21@bitmesra.ac.in::1f93d754-2fbc-4193-89e9-fa5346f46968" providerId="AD" clId="Web-{F5D19484-AF34-4581-8C00-95F1DD456944}" dt="2022-06-06T18:09:10.314" v="0" actId="1076"/>
        <pc:sldMkLst>
          <pc:docMk/>
          <pc:sldMk cId="4281168556" sldId="265"/>
        </pc:sldMkLst>
        <pc:inkChg chg="mod">
          <ac:chgData name="RISHAV RAJ(BTECH10087.21@bitmesra.ac.in)" userId="S::btech10087.21@bitmesra.ac.in::1f93d754-2fbc-4193-89e9-fa5346f46968" providerId="AD" clId="Web-{F5D19484-AF34-4581-8C00-95F1DD456944}" dt="2022-06-06T18:09:10.314" v="0" actId="1076"/>
          <ac:inkMkLst>
            <pc:docMk/>
            <pc:sldMk cId="4281168556" sldId="265"/>
            <ac:inkMk id="4" creationId="{00000000-0000-0000-0000-000000000000}"/>
          </ac:inkMkLst>
        </pc:inkChg>
      </pc:sldChg>
    </pc:docChg>
  </pc:docChgLst>
  <pc:docChgLst>
    <pc:chgData name="Dr. Gautam Singh" userId="S::gautam.singh@bitmesra.ac.in::f3fb720f-9982-4944-9b0a-ac3620035a52" providerId="AD" clId="Web-{CC8D0A11-BA0A-487B-B0AC-D8B0093C2DC1}"/>
    <pc:docChg chg="modSld">
      <pc:chgData name="Dr. Gautam Singh" userId="S::gautam.singh@bitmesra.ac.in::f3fb720f-9982-4944-9b0a-ac3620035a52" providerId="AD" clId="Web-{CC8D0A11-BA0A-487B-B0AC-D8B0093C2DC1}" dt="2022-06-06T13:52:26.403" v="0"/>
      <pc:docMkLst>
        <pc:docMk/>
      </pc:docMkLst>
      <pc:sldChg chg="addSp">
        <pc:chgData name="Dr. Gautam Singh" userId="S::gautam.singh@bitmesra.ac.in::f3fb720f-9982-4944-9b0a-ac3620035a52" providerId="AD" clId="Web-{CC8D0A11-BA0A-487B-B0AC-D8B0093C2DC1}" dt="2022-06-06T13:52:26.403" v="0"/>
        <pc:sldMkLst>
          <pc:docMk/>
          <pc:sldMk cId="2197429231" sldId="257"/>
        </pc:sldMkLst>
        <pc:spChg chg="add">
          <ac:chgData name="Dr. Gautam Singh" userId="S::gautam.singh@bitmesra.ac.in::f3fb720f-9982-4944-9b0a-ac3620035a52" providerId="AD" clId="Web-{CC8D0A11-BA0A-487B-B0AC-D8B0093C2DC1}" dt="2022-06-06T13:52:26.403" v="0"/>
          <ac:spMkLst>
            <pc:docMk/>
            <pc:sldMk cId="2197429231" sldId="257"/>
            <ac:spMk id="2" creationId="{CA01AE6D-0ECE-BB7B-323A-BCF38DE0639D}"/>
          </ac:spMkLst>
        </pc:spChg>
      </pc:sldChg>
    </pc:docChg>
  </pc:docChgLst>
  <pc:docChgLst>
    <pc:chgData name="KEERTHAN YADAVA(BTECH10391.21@bitmesra.ac.in)" userId="S::btech10391.21@bitmesra.ac.in::c1e49f93-3093-49f9-b93e-7a550a543d3b" providerId="AD" clId="Web-{43B97272-B77A-4C8E-B0DB-959D4548FAD2}"/>
    <pc:docChg chg="addSld delSld">
      <pc:chgData name="KEERTHAN YADAVA(BTECH10391.21@bitmesra.ac.in)" userId="S::btech10391.21@bitmesra.ac.in::c1e49f93-3093-49f9-b93e-7a550a543d3b" providerId="AD" clId="Web-{43B97272-B77A-4C8E-B0DB-959D4548FAD2}" dt="2022-07-17T09:23:36.116" v="1"/>
      <pc:docMkLst>
        <pc:docMk/>
      </pc:docMkLst>
      <pc:sldChg chg="new del">
        <pc:chgData name="KEERTHAN YADAVA(BTECH10391.21@bitmesra.ac.in)" userId="S::btech10391.21@bitmesra.ac.in::c1e49f93-3093-49f9-b93e-7a550a543d3b" providerId="AD" clId="Web-{43B97272-B77A-4C8E-B0DB-959D4548FAD2}" dt="2022-07-17T09:23:36.116" v="1"/>
        <pc:sldMkLst>
          <pc:docMk/>
          <pc:sldMk cId="4274627084" sldId="306"/>
        </pc:sldMkLst>
      </pc:sldChg>
    </pc:docChg>
  </pc:docChgLst>
  <pc:docChgLst>
    <pc:chgData name="ABHESHEK KUMAR SINGH(BTECH10120.21@bitmesra.ac.in)" userId="S::btech10120.21@bitmesra.ac.in::166a3f96-6dba-4602-ab84-0fac51711ae1" providerId="AD" clId="Web-{513F79B5-15B6-4B99-A037-FC78593C694A}"/>
    <pc:docChg chg="modSld">
      <pc:chgData name="ABHESHEK KUMAR SINGH(BTECH10120.21@bitmesra.ac.in)" userId="S::btech10120.21@bitmesra.ac.in::166a3f96-6dba-4602-ab84-0fac51711ae1" providerId="AD" clId="Web-{513F79B5-15B6-4B99-A037-FC78593C694A}" dt="2022-06-02T07:01:50.478" v="17"/>
      <pc:docMkLst>
        <pc:docMk/>
      </pc:docMkLst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478" v="17"/>
        <pc:sldMkLst>
          <pc:docMk/>
          <pc:sldMk cId="195392799" sldId="256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478" v="17"/>
          <ac:spMkLst>
            <pc:docMk/>
            <pc:sldMk cId="195392799" sldId="25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478" v="17"/>
          <ac:spMkLst>
            <pc:docMk/>
            <pc:sldMk cId="195392799" sldId="25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416" v="16"/>
        <pc:sldMkLst>
          <pc:docMk/>
          <pc:sldMk cId="2197429231" sldId="257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416" v="16"/>
          <ac:spMkLst>
            <pc:docMk/>
            <pc:sldMk cId="2197429231" sldId="25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416" v="16"/>
          <ac:spMkLst>
            <pc:docMk/>
            <pc:sldMk cId="2197429231" sldId="25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400" v="0"/>
        <pc:sldMkLst>
          <pc:docMk/>
          <pc:sldMk cId="3900975823" sldId="259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400" v="0"/>
          <ac:spMkLst>
            <pc:docMk/>
            <pc:sldMk cId="3900975823" sldId="25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400" v="0"/>
          <ac:spMkLst>
            <pc:docMk/>
            <pc:sldMk cId="3900975823" sldId="25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478" v="1"/>
        <pc:sldMkLst>
          <pc:docMk/>
          <pc:sldMk cId="1578082351" sldId="260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478" v="1"/>
          <ac:spMkLst>
            <pc:docMk/>
            <pc:sldMk cId="1578082351" sldId="26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478" v="1"/>
          <ac:spMkLst>
            <pc:docMk/>
            <pc:sldMk cId="1578082351" sldId="26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572" v="2"/>
        <pc:sldMkLst>
          <pc:docMk/>
          <pc:sldMk cId="364593132" sldId="261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572" v="2"/>
          <ac:spMkLst>
            <pc:docMk/>
            <pc:sldMk cId="364593132" sldId="26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572" v="2"/>
          <ac:spMkLst>
            <pc:docMk/>
            <pc:sldMk cId="364593132" sldId="26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634" v="3"/>
        <pc:sldMkLst>
          <pc:docMk/>
          <pc:sldMk cId="2643361334" sldId="262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634" v="3"/>
          <ac:spMkLst>
            <pc:docMk/>
            <pc:sldMk cId="2643361334" sldId="262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634" v="3"/>
          <ac:spMkLst>
            <pc:docMk/>
            <pc:sldMk cId="2643361334" sldId="262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681" v="4"/>
        <pc:sldMkLst>
          <pc:docMk/>
          <pc:sldMk cId="4110611303" sldId="263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681" v="4"/>
          <ac:spMkLst>
            <pc:docMk/>
            <pc:sldMk cId="4110611303" sldId="26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681" v="4"/>
          <ac:spMkLst>
            <pc:docMk/>
            <pc:sldMk cId="4110611303" sldId="26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728" v="5"/>
        <pc:sldMkLst>
          <pc:docMk/>
          <pc:sldMk cId="3370513058" sldId="264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728" v="5"/>
          <ac:spMkLst>
            <pc:docMk/>
            <pc:sldMk cId="3370513058" sldId="264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728" v="5"/>
          <ac:spMkLst>
            <pc:docMk/>
            <pc:sldMk cId="3370513058" sldId="264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853" v="7"/>
        <pc:sldMkLst>
          <pc:docMk/>
          <pc:sldMk cId="4281168556" sldId="265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853" v="7"/>
          <ac:spMkLst>
            <pc:docMk/>
            <pc:sldMk cId="4281168556" sldId="26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853" v="7"/>
          <ac:spMkLst>
            <pc:docMk/>
            <pc:sldMk cId="4281168556" sldId="265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806" v="6"/>
        <pc:sldMkLst>
          <pc:docMk/>
          <pc:sldMk cId="3957183836" sldId="266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806" v="6"/>
          <ac:spMkLst>
            <pc:docMk/>
            <pc:sldMk cId="3957183836" sldId="26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806" v="6"/>
          <ac:spMkLst>
            <pc:docMk/>
            <pc:sldMk cId="3957183836" sldId="26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369" v="15"/>
        <pc:sldMkLst>
          <pc:docMk/>
          <pc:sldMk cId="2705388780" sldId="267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369" v="15"/>
          <ac:spMkLst>
            <pc:docMk/>
            <pc:sldMk cId="2705388780" sldId="26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369" v="15"/>
          <ac:spMkLst>
            <pc:docMk/>
            <pc:sldMk cId="2705388780" sldId="26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275" v="14"/>
        <pc:sldMkLst>
          <pc:docMk/>
          <pc:sldMk cId="3154708975" sldId="268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275" v="14"/>
          <ac:spMkLst>
            <pc:docMk/>
            <pc:sldMk cId="3154708975" sldId="268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275" v="14"/>
          <ac:spMkLst>
            <pc:docMk/>
            <pc:sldMk cId="3154708975" sldId="268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213" v="13"/>
        <pc:sldMkLst>
          <pc:docMk/>
          <pc:sldMk cId="328292014" sldId="269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213" v="13"/>
          <ac:spMkLst>
            <pc:docMk/>
            <pc:sldMk cId="328292014" sldId="26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213" v="13"/>
          <ac:spMkLst>
            <pc:docMk/>
            <pc:sldMk cId="328292014" sldId="26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181" v="12"/>
        <pc:sldMkLst>
          <pc:docMk/>
          <pc:sldMk cId="436939581" sldId="270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181" v="12"/>
          <ac:spMkLst>
            <pc:docMk/>
            <pc:sldMk cId="436939581" sldId="27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181" v="12"/>
          <ac:spMkLst>
            <pc:docMk/>
            <pc:sldMk cId="436939581" sldId="27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119" v="11"/>
        <pc:sldMkLst>
          <pc:docMk/>
          <pc:sldMk cId="3688247882" sldId="271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119" v="11"/>
          <ac:spMkLst>
            <pc:docMk/>
            <pc:sldMk cId="3688247882" sldId="27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119" v="11"/>
          <ac:spMkLst>
            <pc:docMk/>
            <pc:sldMk cId="3688247882" sldId="27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056" v="10"/>
        <pc:sldMkLst>
          <pc:docMk/>
          <pc:sldMk cId="3573780889" sldId="272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056" v="10"/>
          <ac:spMkLst>
            <pc:docMk/>
            <pc:sldMk cId="3573780889" sldId="272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056" v="10"/>
          <ac:spMkLst>
            <pc:docMk/>
            <pc:sldMk cId="3573780889" sldId="272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50.009" v="9"/>
        <pc:sldMkLst>
          <pc:docMk/>
          <pc:sldMk cId="1731473406" sldId="273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009" v="9"/>
          <ac:spMkLst>
            <pc:docMk/>
            <pc:sldMk cId="1731473406" sldId="27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50.009" v="9"/>
          <ac:spMkLst>
            <pc:docMk/>
            <pc:sldMk cId="1731473406" sldId="27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513F79B5-15B6-4B99-A037-FC78593C694A}" dt="2022-06-02T07:01:49.947" v="8"/>
        <pc:sldMkLst>
          <pc:docMk/>
          <pc:sldMk cId="3761469165" sldId="275"/>
        </pc:sldMkLst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947" v="8"/>
          <ac:spMkLst>
            <pc:docMk/>
            <pc:sldMk cId="3761469165" sldId="27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513F79B5-15B6-4B99-A037-FC78593C694A}" dt="2022-06-02T07:01:49.947" v="8"/>
          <ac:spMkLst>
            <pc:docMk/>
            <pc:sldMk cId="3761469165" sldId="275"/>
            <ac:spMk id="3" creationId="{00000000-0000-0000-0000-000000000000}"/>
          </ac:spMkLst>
        </pc:spChg>
      </pc:sldChg>
    </pc:docChg>
  </pc:docChgLst>
  <pc:docChgLst>
    <pc:chgData name="PRATHAM AGARWAL(BTECH10388.21@bitmesra.ac.in)" userId="S::btech10388.21@bitmesra.ac.in::7c51867d-4ced-4a91-9b89-a03d5db22e96" providerId="AD" clId="Web-{3D6D52D4-4AAA-4A6E-B89B-FB34E7E77304}"/>
    <pc:docChg chg="addSld">
      <pc:chgData name="PRATHAM AGARWAL(BTECH10388.21@bitmesra.ac.in)" userId="S::btech10388.21@bitmesra.ac.in::7c51867d-4ced-4a91-9b89-a03d5db22e96" providerId="AD" clId="Web-{3D6D52D4-4AAA-4A6E-B89B-FB34E7E77304}" dt="2022-06-07T07:18:45.416" v="0"/>
      <pc:docMkLst>
        <pc:docMk/>
      </pc:docMkLst>
      <pc:sldChg chg="new">
        <pc:chgData name="PRATHAM AGARWAL(BTECH10388.21@bitmesra.ac.in)" userId="S::btech10388.21@bitmesra.ac.in::7c51867d-4ced-4a91-9b89-a03d5db22e96" providerId="AD" clId="Web-{3D6D52D4-4AAA-4A6E-B89B-FB34E7E77304}" dt="2022-06-07T07:18:45.416" v="0"/>
        <pc:sldMkLst>
          <pc:docMk/>
          <pc:sldMk cId="838196220" sldId="305"/>
        </pc:sldMkLst>
      </pc:sldChg>
    </pc:docChg>
  </pc:docChgLst>
  <pc:docChgLst>
    <pc:chgData name="PRATEEK KRISHNA(BTECH10105.21@bitmesra.ac.in)" userId="S::btech10105.21@bitmesra.ac.in::30784f16-851a-46b3-a8d1-ebd50e0731c8" providerId="AD" clId="Web-{8BB02710-F796-44AD-A08D-75459411851F}"/>
    <pc:docChg chg="modSld">
      <pc:chgData name="PRATEEK KRISHNA(BTECH10105.21@bitmesra.ac.in)" userId="S::btech10105.21@bitmesra.ac.in::30784f16-851a-46b3-a8d1-ebd50e0731c8" providerId="AD" clId="Web-{8BB02710-F796-44AD-A08D-75459411851F}" dt="2022-06-04T15:00:31.762" v="3" actId="14100"/>
      <pc:docMkLst>
        <pc:docMk/>
      </pc:docMkLst>
      <pc:sldChg chg="modSp">
        <pc:chgData name="PRATEEK KRISHNA(BTECH10105.21@bitmesra.ac.in)" userId="S::btech10105.21@bitmesra.ac.in::30784f16-851a-46b3-a8d1-ebd50e0731c8" providerId="AD" clId="Web-{8BB02710-F796-44AD-A08D-75459411851F}" dt="2022-06-04T15:00:31.762" v="3" actId="14100"/>
        <pc:sldMkLst>
          <pc:docMk/>
          <pc:sldMk cId="1578082351" sldId="260"/>
        </pc:sldMkLst>
        <pc:spChg chg="mod">
          <ac:chgData name="PRATEEK KRISHNA(BTECH10105.21@bitmesra.ac.in)" userId="S::btech10105.21@bitmesra.ac.in::30784f16-851a-46b3-a8d1-ebd50e0731c8" providerId="AD" clId="Web-{8BB02710-F796-44AD-A08D-75459411851F}" dt="2022-06-04T15:00:31.762" v="3" actId="14100"/>
          <ac:spMkLst>
            <pc:docMk/>
            <pc:sldMk cId="1578082351" sldId="260"/>
            <ac:spMk id="2" creationId="{9A4CEBD2-AFDA-0608-72FF-D069138A4896}"/>
          </ac:spMkLst>
        </pc:spChg>
      </pc:sldChg>
    </pc:docChg>
  </pc:docChgLst>
  <pc:docChgLst>
    <pc:chgData name="MOHAMMED NABIL(BTECH10117.21@bitmesra.ac.in)" userId="S::btech10117.21@bitmesra.ac.in::6dcdaffe-030e-4cf7-ae5d-fa31ef50de97" providerId="AD" clId="Web-{813568B9-9A19-4D86-AA5C-A79744DE48E3}"/>
    <pc:docChg chg="addSld delSld">
      <pc:chgData name="MOHAMMED NABIL(BTECH10117.21@bitmesra.ac.in)" userId="S::btech10117.21@bitmesra.ac.in::6dcdaffe-030e-4cf7-ae5d-fa31ef50de97" providerId="AD" clId="Web-{813568B9-9A19-4D86-AA5C-A79744DE48E3}" dt="2022-06-07T02:25:16.113" v="1"/>
      <pc:docMkLst>
        <pc:docMk/>
      </pc:docMkLst>
      <pc:sldChg chg="new del">
        <pc:chgData name="MOHAMMED NABIL(BTECH10117.21@bitmesra.ac.in)" userId="S::btech10117.21@bitmesra.ac.in::6dcdaffe-030e-4cf7-ae5d-fa31ef50de97" providerId="AD" clId="Web-{813568B9-9A19-4D86-AA5C-A79744DE48E3}" dt="2022-06-07T02:25:16.113" v="1"/>
        <pc:sldMkLst>
          <pc:docMk/>
          <pc:sldMk cId="3649324480" sldId="305"/>
        </pc:sldMkLst>
      </pc:sldChg>
    </pc:docChg>
  </pc:docChgLst>
  <pc:docChgLst>
    <pc:chgData name="SHIVAM LOHRA(BTECH10288.21@bitmesra.ac.in)" userId="S::btech10288.21@bitmesra.ac.in::ac8fb658-11c5-431f-a66c-93b195446b3d" providerId="AD" clId="Web-{D61332B5-582C-45BC-A71E-1FE6F23017DD}"/>
    <pc:docChg chg="modSld">
      <pc:chgData name="SHIVAM LOHRA(BTECH10288.21@bitmesra.ac.in)" userId="S::btech10288.21@bitmesra.ac.in::ac8fb658-11c5-431f-a66c-93b195446b3d" providerId="AD" clId="Web-{D61332B5-582C-45BC-A71E-1FE6F23017DD}" dt="2022-06-07T01:42:04.031" v="3" actId="1076"/>
      <pc:docMkLst>
        <pc:docMk/>
      </pc:docMkLst>
      <pc:sldChg chg="addSp modSp">
        <pc:chgData name="SHIVAM LOHRA(BTECH10288.21@bitmesra.ac.in)" userId="S::btech10288.21@bitmesra.ac.in::ac8fb658-11c5-431f-a66c-93b195446b3d" providerId="AD" clId="Web-{D61332B5-582C-45BC-A71E-1FE6F23017DD}" dt="2022-06-07T01:42:04.031" v="3" actId="1076"/>
        <pc:sldMkLst>
          <pc:docMk/>
          <pc:sldMk cId="2643361334" sldId="262"/>
        </pc:sldMkLst>
        <pc:spChg chg="add mod">
          <ac:chgData name="SHIVAM LOHRA(BTECH10288.21@bitmesra.ac.in)" userId="S::btech10288.21@bitmesra.ac.in::ac8fb658-11c5-431f-a66c-93b195446b3d" providerId="AD" clId="Web-{D61332B5-582C-45BC-A71E-1FE6F23017DD}" dt="2022-06-07T01:42:04.031" v="3" actId="1076"/>
          <ac:spMkLst>
            <pc:docMk/>
            <pc:sldMk cId="2643361334" sldId="262"/>
            <ac:spMk id="2" creationId="{3E12F7A4-49F9-2B4D-F49C-30FD08BB5AB3}"/>
          </ac:spMkLst>
        </pc:spChg>
      </pc:sldChg>
      <pc:sldChg chg="modSp">
        <pc:chgData name="SHIVAM LOHRA(BTECH10288.21@bitmesra.ac.in)" userId="S::btech10288.21@bitmesra.ac.in::ac8fb658-11c5-431f-a66c-93b195446b3d" providerId="AD" clId="Web-{D61332B5-582C-45BC-A71E-1FE6F23017DD}" dt="2022-06-07T00:08:03.174" v="0" actId="1076"/>
        <pc:sldMkLst>
          <pc:docMk/>
          <pc:sldMk cId="3957183836" sldId="266"/>
        </pc:sldMkLst>
        <pc:inkChg chg="mod">
          <ac:chgData name="SHIVAM LOHRA(BTECH10288.21@bitmesra.ac.in)" userId="S::btech10288.21@bitmesra.ac.in::ac8fb658-11c5-431f-a66c-93b195446b3d" providerId="AD" clId="Web-{D61332B5-582C-45BC-A71E-1FE6F23017DD}" dt="2022-06-07T00:08:03.174" v="0" actId="1076"/>
          <ac:inkMkLst>
            <pc:docMk/>
            <pc:sldMk cId="3957183836" sldId="266"/>
            <ac:inkMk id="4" creationId="{00000000-0000-0000-0000-000000000000}"/>
          </ac:inkMkLst>
        </pc:inkChg>
      </pc:sldChg>
    </pc:docChg>
  </pc:docChgLst>
  <pc:docChgLst>
    <pc:chgData name="SHASHANK RAJ(BTECH10075.21@bitmesra.ac.in)" userId="S::btech10075.21@bitmesra.ac.in::4394414f-117d-4fba-a891-4020d3b7b1e2" providerId="AD" clId="Web-{BC300113-510C-4BBE-AD6B-23C77B61C046}"/>
    <pc:docChg chg="modSld">
      <pc:chgData name="SHASHANK RAJ(BTECH10075.21@bitmesra.ac.in)" userId="S::btech10075.21@bitmesra.ac.in::4394414f-117d-4fba-a891-4020d3b7b1e2" providerId="AD" clId="Web-{BC300113-510C-4BBE-AD6B-23C77B61C046}" dt="2022-06-04T11:10:59.580" v="0"/>
      <pc:docMkLst>
        <pc:docMk/>
      </pc:docMkLst>
      <pc:sldChg chg="addSp">
        <pc:chgData name="SHASHANK RAJ(BTECH10075.21@bitmesra.ac.in)" userId="S::btech10075.21@bitmesra.ac.in::4394414f-117d-4fba-a891-4020d3b7b1e2" providerId="AD" clId="Web-{BC300113-510C-4BBE-AD6B-23C77B61C046}" dt="2022-06-04T11:10:59.580" v="0"/>
        <pc:sldMkLst>
          <pc:docMk/>
          <pc:sldMk cId="1578082351" sldId="260"/>
        </pc:sldMkLst>
        <pc:spChg chg="add">
          <ac:chgData name="SHASHANK RAJ(BTECH10075.21@bitmesra.ac.in)" userId="S::btech10075.21@bitmesra.ac.in::4394414f-117d-4fba-a891-4020d3b7b1e2" providerId="AD" clId="Web-{BC300113-510C-4BBE-AD6B-23C77B61C046}" dt="2022-06-04T11:10:59.580" v="0"/>
          <ac:spMkLst>
            <pc:docMk/>
            <pc:sldMk cId="1578082351" sldId="260"/>
            <ac:spMk id="2" creationId="{9A4CEBD2-AFDA-0608-72FF-D069138A4896}"/>
          </ac:spMkLst>
        </pc:spChg>
      </pc:sldChg>
    </pc:docChg>
  </pc:docChgLst>
  <pc:docChgLst>
    <pc:chgData name="SHASHANK RAJ(BTECH10075.21@bitmesra.ac.in)" userId="S::btech10075.21@bitmesra.ac.in::4394414f-117d-4fba-a891-4020d3b7b1e2" providerId="AD" clId="Web-{0748A01C-7623-405C-97BC-648158BE85FF}"/>
    <pc:docChg chg="modSld">
      <pc:chgData name="SHASHANK RAJ(BTECH10075.21@bitmesra.ac.in)" userId="S::btech10075.21@bitmesra.ac.in::4394414f-117d-4fba-a891-4020d3b7b1e2" providerId="AD" clId="Web-{0748A01C-7623-405C-97BC-648158BE85FF}" dt="2022-06-04T19:34:07.539" v="0"/>
      <pc:docMkLst>
        <pc:docMk/>
      </pc:docMkLst>
      <pc:sldChg chg="delSp">
        <pc:chgData name="SHASHANK RAJ(BTECH10075.21@bitmesra.ac.in)" userId="S::btech10075.21@bitmesra.ac.in::4394414f-117d-4fba-a891-4020d3b7b1e2" providerId="AD" clId="Web-{0748A01C-7623-405C-97BC-648158BE85FF}" dt="2022-06-04T19:34:07.539" v="0"/>
        <pc:sldMkLst>
          <pc:docMk/>
          <pc:sldMk cId="1578082351" sldId="260"/>
        </pc:sldMkLst>
        <pc:spChg chg="del">
          <ac:chgData name="SHASHANK RAJ(BTECH10075.21@bitmesra.ac.in)" userId="S::btech10075.21@bitmesra.ac.in::4394414f-117d-4fba-a891-4020d3b7b1e2" providerId="AD" clId="Web-{0748A01C-7623-405C-97BC-648158BE85FF}" dt="2022-06-04T19:34:07.539" v="0"/>
          <ac:spMkLst>
            <pc:docMk/>
            <pc:sldMk cId="1578082351" sldId="260"/>
            <ac:spMk id="2" creationId="{9A4CEBD2-AFDA-0608-72FF-D069138A4896}"/>
          </ac:spMkLst>
        </pc:spChg>
      </pc:sldChg>
    </pc:docChg>
  </pc:docChgLst>
  <pc:docChgLst>
    <pc:chgData name="ACHYUT SINGH(BTECH10095.21@bitmesra.ac.in)" userId="S::btech10095.21@bitmesra.ac.in::776288b4-265e-4fbc-a78e-82a5597dd2c9" providerId="AD" clId="Web-{1927D4D2-F74C-4E1C-AE07-3AB481B3FAD7}"/>
    <pc:docChg chg="modSld">
      <pc:chgData name="ACHYUT SINGH(BTECH10095.21@bitmesra.ac.in)" userId="S::btech10095.21@bitmesra.ac.in::776288b4-265e-4fbc-a78e-82a5597dd2c9" providerId="AD" clId="Web-{1927D4D2-F74C-4E1C-AE07-3AB481B3FAD7}" dt="2022-06-07T02:25:46.564" v="0" actId="1076"/>
      <pc:docMkLst>
        <pc:docMk/>
      </pc:docMkLst>
      <pc:sldChg chg="modSp">
        <pc:chgData name="ACHYUT SINGH(BTECH10095.21@bitmesra.ac.in)" userId="S::btech10095.21@bitmesra.ac.in::776288b4-265e-4fbc-a78e-82a5597dd2c9" providerId="AD" clId="Web-{1927D4D2-F74C-4E1C-AE07-3AB481B3FAD7}" dt="2022-06-07T02:25:46.564" v="0" actId="1076"/>
        <pc:sldMkLst>
          <pc:docMk/>
          <pc:sldMk cId="3370513058" sldId="264"/>
        </pc:sldMkLst>
        <pc:inkChg chg="mod">
          <ac:chgData name="ACHYUT SINGH(BTECH10095.21@bitmesra.ac.in)" userId="S::btech10095.21@bitmesra.ac.in::776288b4-265e-4fbc-a78e-82a5597dd2c9" providerId="AD" clId="Web-{1927D4D2-F74C-4E1C-AE07-3AB481B3FAD7}" dt="2022-06-07T02:25:46.564" v="0" actId="1076"/>
          <ac:inkMkLst>
            <pc:docMk/>
            <pc:sldMk cId="3370513058" sldId="264"/>
            <ac:inkMk id="4" creationId="{00000000-0000-0000-0000-00000000000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3:33:44.21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5203 2007 39 0,'0'0'48'0,"0"0"6"0,0 0 6 16,0 0-3-16,0 0 9 0,0 0-3 0,0 0 7 16,0 0-15-16,0 0 4 0,0 0-2 0,0 0-14 15,0 0 9-15,0 0-12 0,0 0 8 0,0 0 7 16,6-11-6-16,-6 11 4 0,0 0-11 0,0-4 1 15,0 4-1-15,0 0-3 0,0 0 5 0,3-4 5 16,-3 4 1-16,0 0 7 0,0 0 2 0,1-3 3 16,-1 3-4-16,0 0-3 0,0 0-4 0,0 0-5 15,0-5-1-15,0 5 0 0,3-2 2 16,-3 2 2-16,0 0-5 0,0 0 1 0,1-5 0 16,-1 5-6-16,0 0 1 0,0 0 10 0,0 0-8 0,0-3 1 15,0 3 4-15,0 0-2 0,0 0-2 0,0 0-7 16,0 0 1-16,0 0-3 0,0 0-3 0,0 0-1 15,0-6-1-15,0 6 0 0,0 0-5 0,0 0-2 16,0 0-1-16,0 0-2 0,0 0 1 16,0 0-2-16,0 0-3 0,0 0-2 0,0 0-2 15,0 0 2-15,0 0 1 0,0 0-7 0,0 0 3 16,0 0-6-16,0 0-1 0,0 0-6 0,0 0-15 16,0 0-20-16,0 0 0 0,0 0 3 0,-1 16-1 15,1-5 9-15,-3 0-2 0,2 9 5 0,-2 0 3 16,-2 8-1-16,3 4 7 0,-1 16 2 0,-1-4 3 15,3-11-1-15,-3-1 6 0,4 4-3 0,-4-2 2 16,4-3-5-16,-4 1 8 0,4-3 1 0,3 0-3 16,-2-4 3-16,-1-6 2 0,0 0 0 0,0-2 1 15,0-3 2-15,0-1-2 0,0-1 0 0,0-5 0 16,0 2-1-16,0-4 3 0,3 3-3 0,-3-3 2 16,0-1 0-16,0-2 0 0,0 5 11 0,0-7 4 15,0 4 7-15,0-4-1 0,0 4 4 0,0-4 12 16,0 0-3-16,0 3 4 0,0-3 2 15,0 0 0-15,0 0 3 0,0 0-3 0,0 0 1 0,0 0-4 16,0 0-4-16,0 0-8 0,0 0-28 0,0 0-29 16,-3-11-26-16,3 4-21 0,0-2-22 0,0-1-29 15,0-2-44-15,3-3-20 0,-2-2-173 0,2 1-395 16,-1-11 175-16</inkml:trace>
  <inkml:trace contextRef="#ctx0" brushRef="#br0" timeOffset="405.74">5222 1796 40 0,'-1'-4'197'0,"1"1"-9"16,-3-1-22-16,3 4-19 0,0 0-12 0,-1-4-19 15,1 4-16-15,0 0-10 0,8-1-2 0,-8 1-18 16,16 5-11-16,-4 2 0 0,4 2-9 0,1 3-4 16,1 1-4-16,2 3-7 0,5 4 1 0,-4-2-9 15,2 3 1-15,-1-2-5 0,-3 2 2 0,-6 1-6 16,1-6 0-16,-5 1 0 0,-3-1-4 0,1 1-2 16,-5 0 6-16,-3 0-3 0,-3-6 0 0,-3 4 4 15,-5 2-4-15,-2-2 6 0,-1-1 0 16,-10 6 5-16,0-5-1 0,-2 3-3 0,0-5 2 15,-1-1 3-15,1 0-1 0,-1-3 6 0,8-4 4 16,-2 2-3-16,4-2-4 0,0 0-2 0,4-2 2 16,1 3-5-16,3-3-2 0,2-1-3 0,3-2-4 15,-4 1 3-15,9-1-4 0,-6 2 3 0,6-2-2 0,-8 1-13 16,8-1-17-16,0 0-33 0,0 0-21 16,0 0-17-16,0 0-31 0,0 0-47 0,0 0-170 15,0 0-359-15,0 0 159 0</inkml:trace>
  <inkml:trace contextRef="#ctx0" brushRef="#br0" timeOffset="1248.83">5794 2271 9 0,'0'0'168'0,"-1"-5"-11"15,1 5-5-15,-4-10-18 0,3 7 1 0,-3-1-10 0,-1-1-6 16,1 2-17-16,4 3-12 0,-7-9-14 16,1 7-3-16,-1-1-11 0,-5 3-4 0,1 0-9 15,-2 3-5-15,-4-1-5 0,-2 3-1 0,3 0-5 16,-6 5-8-16,-1 3 1 0,5-2-6 0,-5 4 0 15,0 6-2-15,0-3 0 0,3 3-6 0,2-3-7 16,2 5 4-16,1-2-23 0,1 3 5 0,4-6-4 16,1-2-1-16,1 4 9 0,3-2-2 0,0-1 5 15,1-2 12-15,4 1 3 0,-1-3 5 0,2-2-4 16,2-4 14-16,1 5-4 0,3-5 16 0,-3-4-2 16,1 4 14-16,3-4 6 0,1-2 6 0,-2-2 10 15,4-2 6-15,0-4 8 0,3 0 0 0,0-6 4 16,0 1-7-16,-1-3-6 0,6-6 0 0,-1-1-12 15,-4 0 7-15,-1 1-2 0,-3 6 3 0,3-4 10 16,-8 4 1-16,4 1 5 0,-4 3-2 0,-1 2 4 16,1 0 8-16,-1 4-7 0,-1-2-9 0,-1 3-13 15,-1 0-14-15,2 2-2 0,-3 2-19 0,1-7-19 16,-1 7-25-16,3-3-25 0,-3 3-25 0,0 0 6 16,0 0 2-16,5 11 13 0,-4-5-2 0,2 4 5 15,-2 1 2-15,1 1 5 0,2 5 5 0,-1 0 2 16,2-1 2-16,0 1 3 0,0-1 2 0,2-1 11 15,-2 1-21-15,-3-3-11 0,2-4-9 16,2 1-8-16,-2 0-15 0,1 0-13 0,-1-6-12 0,3 4-17 16,-3-4-18-16,3-1-30 0,1-3-53 15,2 0-227-15,-3-1-472 0,5-3 209 0</inkml:trace>
  <inkml:trace contextRef="#ctx0" brushRef="#br0" timeOffset="1600.62">6032 2325 8 0,'0'0'188'0,"0"0"-11"0,10 5-10 0,-3-1-15 16,-2 0-3-16,5 2-15 0,-1 1-9 0,0 2-14 15,1 1-7-15,0 4-3 0,-1-1-14 0,-1 3-3 16,2-1-5-16,-5 3-12 0,1 0-4 0,-4 2-8 16,-2-3-1-16,1 1-10 0,-1-1-1 0,-3 0-2 15,0-2-3-15,-5-2-2 0,3-3 0 0,-5 2-3 16,1-2 1-16,0-2 1 0,0-2 5 0,-1-2 6 16,2 2 10-16,-1-4 15 0,3 1 16 0,-3-4 5 15,1-2 2-15,3-1-5 0,-5-3-1 0,6 0 8 16,-4-8-26-16,7-2-11 0,1-11-11 0,1 3-17 15,7-4-30-15,2-1-27 0,4-3-33 0,4 4-18 16,3-1-29-16,2 2-32 0,1 2-42 0,10-8-53 16,-9 12-166-16,2 4-433 0,-2 1 191 0</inkml:trace>
  <inkml:trace contextRef="#ctx0" brushRef="#br0" timeOffset="2048.92">6644 2031 30 0,'1'-6'307'0,"2"0"-4"0,-3 0-9 16,3 2-4-16,-3-2-9 0,1 3-31 0,0-1-23 16,-1 4-28-16,4-5-24 0,-3 2-20 0,-1 3-17 15,0 0-27-15,0 0-33 0,0 0-38 0,0 0-6 16,0 0-10-16,0 0 1 0,-3 21-9 0,-3-3 2 16,1 8-3-16,-1 7 6 0,-3 2-6 0,-1 15 0 15,2-2 0-15,-5 3 0 0,6-4-4 0,0 0 0 16,2-15-1-16,2 4 3 0,1-5-6 0,-2-1 6 15,0-4-6-15,4-1 0 0,-1-8 1 0,0 0-2 16,1-2 2-16,0-3-2 0,0-3 3 0,0-2-2 16,-2-1 1-16,2-2 2 0,2 1 4 0,-1 0 3 15,-1-3 0-15,0-2 1 0,0 5 2 0,1-2 2 16,-1-3-1-16,0 0 2 0,0 0 8 0,-2 5-12 16,2-5-3-16,0 0-40 0,0 0-71 15,0 0-69-15,1-14-50 0,-2 6-79 0,-1-4-151 16,2-1-480-16,0-4 213 0</inkml:trace>
  <inkml:trace contextRef="#ctx0" brushRef="#br0" timeOffset="2273.38">6459 2409 90 0,'-4'2'206'16,"4"-2"-3"-16,0 0 0 0,0 0-16 0,0 0-13 15,0 0-22-15,0 0-2 0,0 0-7 0,28 2-10 16,-6-4-13-16,0 0-10 0,8-1-10 0,2 0-8 0,-2 1-8 16,2-2-11-16,-3 1-1 0,-9 1-14 15,10-1-3-15,-11 1-14 0,1 0-18 0,0-1-31 0,-4 1-30 16,-1-1-38-16,-2 3-40 0,0-2-29 16,-4-3-44-16,-3 4-128 0,2-1-342 0,-4-1 152 15</inkml:trace>
  <inkml:trace contextRef="#ctx0" brushRef="#br0" timeOffset="2615.62">7063 2314 12 0,'0'0'393'0,"-1"-4"-10"0,1 4-4 0,0 0-21 15,-1-3-26-15,1 3-34 0,0 0-26 0,0 0-35 16,0 0-27-16,0 0-23 0,0 0-22 16,0 0-32-16,0 0-26 0,0 0-16 0,0 0-9 15,0 0-10-15,0 15-12 0,0-6-3 0,0 3-8 16,-4 1-4-16,4 4-1 0,-1-1-7 0,-2 2-3 16,2 1-9-16,-2 4-2 0,2-5-9 0,0-1-8 15,-2 0-12-15,2-5-6 0,0 0-12 0,-1-2-8 16,1-3-6-16,0-1-13 0,-1 0-8 0,2 0 3 15,-2-2 13-15,2 1 8 0,0-5-5 0,0 0-40 16,0 0-58-16,0 0-33 0,-5-17-31 0,5 4-22 16,0-1-45-16,-3-6-169 0,6-8-474 0,-2-3 210 15</inkml:trace>
  <inkml:trace contextRef="#ctx0" brushRef="#br0" timeOffset="2764.98">7003 2034 146 0,'-1'-4'270'15,"0"-1"-11"-15,1 5-19 0,-5-6-21 0,5 4-19 16,0 2-26-16,0 0-21 0,-3-3-24 0,3 3-17 16,0 0-21-16,0 0-32 0,0 0-36 0,22 10-51 15,-13-4-53-15,1-1-51 0,-1 4-174 0,0-2-331 16,1 0 146-16</inkml:trace>
  <inkml:trace contextRef="#ctx0" brushRef="#br0" timeOffset="3565.95">7475 2335 322 0,'0'-4'309'0,"1"0"-24"0,-1 1-29 16,0 3-19-16,-1-10-26 0,1 10-22 0,-5-2-22 16,5 2-18-16,-9-3-18 0,1 4-18 0,-3 3-10 15,-1 2-10-15,-4 3-9 0,0 1-11 0,0 2-3 16,-6 6-7-16,8-3-10 0,-8 5-7 0,4 0 0 15,2 2-6-15,1-1-12 0,4-7-13 0,3 3-15 16,2-5-8-16,1-3-12 0,1 2-3 0,0-6 2 16,2 2 6-16,-1-3 8 0,2-1 21 0,1 1 17 15,0-4 10-15,6 1 11 0,-6-1 15 16,17-7 12-16,-7 1-8 0,1-1-4 0,6-4-2 16,-2-2-3-16,2 1-5 0,5-5-4 0,-3-2-4 0,-5 6-10 15,2 1-2-15,-1-2 3 0,-1 4-7 0,-5 1-2 16,1 3-12-16,0 0 2 0,-5 3-2 15,2-2-5-15,-4 1-2 0,1 1-19 0,0 3-8 0,-4 0-3 16,10 3-3-16,-5 1 4 0,1-1-4 16,0 6 2-16,0-2 4 0,3 1 6 0,-4 1-6 15,3 4-1-15,-1-5 0 0,1 3 0 0,0-3-7 16,1 2-2-16,-4-4 0 0,4 2 4 0,-4-4 3 16,-1 1 9-16,4-4 13 0,-2 1 1 0,-6-2 7 15,14-5 4-15,-2-2 13 0,-1 0 10 0,-1-1 9 16,3-6 3-16,1-1 10 0,-1-5 5 0,0 3 2 15,1-6-11-15,2-4 2 0,-3 0 0 0,2-1-4 16,-2 0 1-16,5 0-10 0,-6 1-1 0,-2 1 5 16,0 8-4-16,-4 0 16 0,0 3 2 0,-1 3 16 15,-4 4 3-15,3-1-9 0,-1 3-10 0,-1 2-4 16,0-1-15-16,0 0-4 0,-1 1-11 0,-1 1-26 16,0 3-31-16,3-2-36 0,-3 2-25 0,0 0 8 15,0 0 4-15,-3 18 9 0,-2-3 12 0,-1 3 2 16,-3 11 5-16,0 2 11 0,-1 1-2 0,3-1 4 15,-2 3 5-15,5-2 9 0,-6 0 9 0,5-4-8 16,1-2-1-16,3-6 17 0,-3 0-15 0,4-3 13 16,0-5 2-16,0 0 0 0,-3-5 6 0,6 1 3 15,-6-1 9-15,2-3 11 0,2 2 17 0,2-2 24 16,-2 0 21-16,3-4 11 0,4 0 4 0,3 0-6 16,6-5-9-16,5-3-3 0,7 0-16 0,4 0-31 15,0-3-40-15,2 0-55 0,2-1-84 0,-4 5-83 16,-1 0-121-16,-3-3-379 0,2 1-784 0,1-2 347 15</inkml:trace>
  <inkml:trace contextRef="#ctx0" brushRef="#br0" timeOffset="4317.57">9348 2036 208 0,'0'-5'284'0,"3"-2"-13"0,-3 2-7 15,1-2-13-15,-1 3-17 0,0-1-18 0,0 2-27 16,0 3-17-16,3-5-20 0,-3 5-24 0,0 0-35 16,0 0-21-16,0 0-8 0,0 0-8 15,-3 13-2-15,-1-2-9 0,2 6-5 0,-5 7 4 16,0 2-9-16,-1 3-5 0,0 1 1 0,3 0-2 16,0 1-2-16,-3-2-9 0,7 0-11 0,-4-5-18 15,1 1-8-15,0-7-20 0,0-1-13 0,3-2-20 16,1-5-22-16,-4-1-28 0,4-2-38 0,-5-2-36 15,5 2-180-15,0-7-405 0,0 0 180 0</inkml:trace>
  <inkml:trace contextRef="#ctx0" brushRef="#br0" timeOffset="4897.53">9310 1884 89 0,'0'0'148'16,"0"0"-22"-16,0 0-8 0,0 0-11 0,9 14-2 15,0-7-12-15,5 5 2 0,8 5-2 0,3 0-9 16,3 2-2-16,4-1-9 0,10 11 2 0,-14-8-15 16,3 1-7-16,-3 3 4 0,-4-6-12 0,1 5 3 15,-5-1-12-15,-3-2 0 0,-6-5-7 0,-2 1-1 16,-5 0-5-16,-4 0 2 0,0 0 4 15,-8-3 1-15,-3 1 1 0,-3-2-5 0,-10 6 8 16,-3-5-11-16,-3-2 6 0,0 1-5 0,-1-4 1 16,-3 2-6-16,4-3 2 0,-3 0-1 0,6 1-2 15,-1-4 0-15,10-2-3 0,0 4 1 0,5-3-3 16,2-3 8-16,3-1-10 0,0 3-7 0,2-1-4 16,3-2 1-16,3 0 2 0,0 0-3 0,0 0-2 15,31 0-7-15,-9-2-5 0,10-2-14 0,5 0-3 16,3-5-18-16,11 4 13 0,0-5-5 0,0 0 9 15,0 0 0-15,0 1 8 0,-14-2-4 0,0 3 12 16,-1-5-1-16,-1 3 12 0,-3-1 3 0,-2-2 19 16,-2 4 22-16,-10 0 28 0,0 0 31 0,-8 3 35 15,2-2 17-15,-6 3 25 0,2 1 11 0,-2-1 22 16,-2 2-3-16,4 3-4 0,-4-4-4 0,-4 4-18 16,5-3-15-16,-5 3-17 0,0 0-17 0,8-1-15 15,-8 1-22-15,0 0-32 0,0 0-33 0,0 0-19 16,0 0-9-16,0 0-2 0,4 8 3 0,-4-1 4 15,-2 3 0-15,2 0 14 0,-2 0-13 0,-1 2-6 16,0 1-25-16,1-1-11 0,-1 0-10 0,2-1-5 16,0 1-22-16,-2-1-11 0,3-2-12 0,-1 0-17 15,-1-1-22-15,0-2-14 0,1-1-12 0,-2 0 5 16,3-5-15-16,-4 2-62 0,4-2-251 0,0 0-523 16,-10-11 231-16</inkml:trace>
  <inkml:trace contextRef="#ctx0" brushRef="#br0" timeOffset="5037.53">10066 1976 122 0,'-1'-5'254'0,"1"5"-32"0,1-5-20 0,-1 5-25 16,0 0-51-16,1-4-38 0,-1 4-26 0,0 0-40 16,0 0-52-16,0 0-61 0,12 9-102 0,-8-4-208 15,0-2 93-15</inkml:trace>
  <inkml:trace contextRef="#ctx0" brushRef="#br0" timeOffset="5431.24">10535 1799 312 0,'0'-4'315'15,"0"0"-22"-15,0 0-27 0,0 4-28 0,0-6-22 16,0 6-26-16,0-3-25 0,0 3-23 0,0 0-36 16,0 0-24-16,0 0-10 0,0 0-6 0,-5 16-12 15,-3-1-4-15,1 2-10 0,-5 9 2 0,-1 3-2 16,-4 4-10-16,-2 9 1 0,-1 7-2 0,-3-6-4 16,7 1-2-16,3 2 3 0,0 0-7 0,4-12 0 15,1 0 1-15,3 1-3 0,0-3 2 16,-2 0-6-16,4-3 1 0,-2 0 0 0,1-10-5 15,2 0 1-15,2-2-2 0,-3-2-2 0,0-3 3 16,3-2 0-16,-1-3 3 0,0-1-6 0,0-1 1 16,1 2 3-16,0-7-1 0,-2 6 8 0,0-2 12 15,2-4 4-15,-3 5 3 0,3-5 1 0,0 0-3 0,-6 3-2 16,6-3-8-16,-12 0 0 0,12 0-2 16,-16-2-5-16,9-1-9 0,0 1-23 0,0 1-24 15,0-1-37-15,-1-2-34 0,-1 0-45 0,0-3-39 16,0 1-71-16,0-4-159 0,4 3-459 0,1-3 203 15</inkml:trace>
  <inkml:trace contextRef="#ctx0" brushRef="#br0" timeOffset="5742.28">10240 2247 23 0,'-8'-1'255'0,"8"1"-16"16,0 0-18-16,0 0-18 0,0 0-14 0,-7-2-17 16,7 2-6-16,0 0 0 0,0 0-9 0,0 0-14 15,0 0-9-15,0 0-11 0,0 0-11 16,0 0-11-16,19-8-11 0,0 6-13 0,8-2-2 16,2-4-6-16,3 1-14 0,0 0-1 0,-1 0-7 15,-2 2-4-15,-7 0-1 0,-3 0-6 0,0 0-4 16,-2 1-2-16,-6 2-3 0,0-2-3 0,-5 3-1 15,0-2-1-15,2 0 1 0,-8 3-11 0,6 0-2 0,-6 0-1 16,8-4-39-16,-8 4-45 0,0 0-30 16,0 0-23-16,0 0-28 0,-13-10-32 0,9 7-51 15,4 3-142-15,-5-7-412 0,5 7 182 0</inkml:trace>
  <inkml:trace contextRef="#ctx0" brushRef="#br0" timeOffset="6133.7">10945 1787 263 0,'-3'-5'285'0,"3"5"-6"0,0-8-20 0,0 8-11 15,-2-6-25-15,2 6-23 0,2-5-19 0,-2 5-22 16,-2-3-23-16,2 3-19 0,0 0-19 0,0 0-23 15,0 0-12-15,0 0-8 0,2 20-7 0,-6-9-1 16,0 14-5-16,-2 0-6 0,-2 8-1 0,-4-1-5 16,-3 14-1-16,1-1-2 0,1 2-6 0,-2 3-1 15,7 1 2-15,-2-3-2 0,2-2 2 0,2-14-4 16,1 2 1-16,1-5-6 0,0 0 2 0,0-3-4 16,0-9 1-16,0-2-2 0,2 2 0 15,-3-8 1-15,2 1 0 0,2-4 0 0,-3-2 2 16,3 1 14-16,-2-1 24 0,3-4 3 0,-1 8 14 15,1-8 17-15,0 0 4 0,-6 3-3 0,6-3-8 16,0 0-12-16,0 0 1 0,-26-11-10 0,18 7-4 16,1 1-17-16,1-2-23 0,-1 3-27 0,2-3-25 15,-3 3-35-15,2-3-30 0,0 1-36 0,-1-2-52 16,2 1-71-16,-1-2-270 0,1 0-578 0,2 4 255 16</inkml:trace>
  <inkml:trace contextRef="#ctx0" brushRef="#br0" timeOffset="6474.78">10714 2109 36 0,'0'0'221'0,"-8"0"-10"0,8 0-7 0,0 0-6 16,0 0-6-16,0 0-16 0,0 0-15 0,0 0-17 15,0 0-9-15,0 0-15 0,0 0-14 0,0 0-8 16,34-2-12-16,-15 1-10 0,3-2-8 0,8 1-6 16,2-1-3-16,-2-3-8 0,-1 3-3 0,-7 0-9 15,-4 1-2-15,1-1-2 0,-8 2-3 0,2-2-1 16,-4 3-4-16,0-2 0 0,-3 1-7 0,-6 1-4 15,9-2-24-15,-9 2-2 0,4-3-45 0,-4 3-42 16,0 0-41-16,0 0-40 0,0 0-45 0,-22-5-112 16,16 4-362-16,0-2 160 0</inkml:trace>
  <inkml:trace contextRef="#ctx0" brushRef="#br0" timeOffset="6866.25">11225 2155 126 0,'0'0'273'0,"0"0"-10"16,0 0-28-16,-4 2-11 0,4-2-26 15,0 0-14-15,0 0-28 0,0 0-12 0,27-5-13 16,-14 1-11-16,0 1-20 0,6-4-2 0,-1 4-13 15,-1-4-11-15,3 0-4 0,-3 1-12 0,0-3-4 16,2 2-9-16,-2-3-1 0,-2 1-7 0,-2-1-3 16,1 0-5-16,-2 1-4 0,-6 1-4 0,1-1 0 15,0 2-2-15,-3 1-1 0,-4-1-6 0,0 2 1 16,0 1-6-16,-4 0 0 0,-1 0-3 0,0 2-4 16,-5-1-3-16,-2 4 2 0,-7 1-4 0,0 0 2 15,0 6-4-15,-7 1 0 0,2 3 5 0,5-2-5 16,-3 7 3-16,-1 3 0 0,4-2-2 0,1 3 6 15,5-5-8-15,4 1 8 0,0 2-6 0,3 3-10 16,4 0-5-16,2-6-14 0,4 2-11 0,2-3-16 16,4 1-26-16,5-2-34 0,-2-6-54 0,1-2-208 15,0-5-415-15,6-2 184 0</inkml:trace>
  <inkml:trace contextRef="#ctx0" brushRef="#br0" timeOffset="7215.09">11572 2043 176 0,'2'-4'209'0,"-2"4"-19"15,11-1-24-15,-11 1-9 0,13 3-9 0,-6-1-7 16,4 3-15-16,-1 0-10 0,2 5-7 0,2-1-14 16,-1 4 2-16,-2 1-13 0,2 2-1 0,2 4-12 15,-2 2-4-15,0 1-6 0,-3-1-6 0,-6-4-9 16,2 1 2-16,-3-1-10 0,0-1-2 0,-2 2-4 15,-1-5-3-15,-1-2 0 0,-2-2-5 0,2-1 0 16,-2-3 2-16,1-2 5 0,-1 3 6 0,3-2 11 16,0-5 30-16,0 0 43 0,-4 7 45 0,4-7 50 15,0 0-15-15,0 0-15 0,0 0 3 16,0 0-5-16,-14-21 7 0,14 13-1 0,-2-3-14 0,2-2-11 16,1-4-19-16,3-4-10 0,2-2-22 0,6-3-14 15,0 0-19-15,4 4-15 0,-2 0-22 16,0 5-21-16,-3 0-24 0,2 1-36 0,-1 1-48 15,0 5-53-15,5 1-45 0,-7 3-46 0,4-1-44 16,-2 3-51-16,-2 1-75 0,3 1-219 0,-3-1-668 16,0 1 295-16</inkml:trace>
  <inkml:trace contextRef="#ctx0" brushRef="#br0" timeOffset="8565.51">12068 2242 13 0,'-4'4'242'0,"4"-4"-12"0,-4 5-3 0,4-5-17 16,0 0-16-16,0 0-20 0,0 0-17 0,0 0-14 15,0 0-15-15,25 1-13 0,-11-2-14 0,-1-4-7 16,6 1-14-16,-1 1-10 0,1-5-7 0,2 1-6 15,2-4-4-15,-5 1-8 0,-2 3-2 0,-2-5-3 16,2 0-2-16,-2 0-4 0,-3 2 5 0,-1-2 0 16,-2 4 4-16,-3-2 6 0,-1-1 6 0,1 3 4 15,-5-1-6-15,3 2-5 0,-6 2-9 0,3-2-5 16,-4 2-4-16,-1 0-8 0,-4 0 1 0,-1 2-8 16,1 1 0-16,-4 0-7 0,-2 4 2 0,2 1-4 15,-7 1 1-15,-1 3-2 0,2 3-1 16,0-2-1-16,-4 6-2 0,4 3 2 0,1-4 0 0,5 1 0 15,-3 7-1-15,7-4-4 0,-2 3-18 0,4-2-5 16,4 0-9-16,3 1 4 0,1-4-1 16,8 2 6-16,0 2 3 0,4-6-2 0,1-2 6 15,4-1 0-15,4-3 1 0,-2-2 2 0,2-2 1 16,5-3 3-16,2-3 3 0,-2-4-1 0,-5 2 12 16,3-6 17-16,-7 1 16 0,0-3 26 0,-4-1 11 15,4 1 9-15,-5-2 12 0,5-8 7 0,-7 8 27 16,2-2 10-16,-4 3 9 0,0 2 14 0,-3 0 4 15,-1 3 8-15,-1 3 1 0,-1 0-11 0,1 1-17 0,-2-1-16 16,-1 4-13-16,-1 2-19 0,3-7-15 16,-3 7-13-16,0 0-44 0,4-5-32 0,-4 5-58 15,0 0-18-15,0 0 3 0,0 0 12 0,0 0-4 16,0 21 18-16,-1-10 2 0,-1 5 6 0,1 2 14 16,0-1-7-16,-6 6 5 0,5-4 1 0,-1 0 0 15,2-2-11-15,-3 1 1 0,0-9-1 0,2 3 4 16,0-3 4-16,2-2 2 0,-1-1 7 0,1-6 19 15,0 10 27-15,0-10 50 0,-1 2 47 0,1-2 31 16,0 0-15-16,0 0-14 0,0 0-15 0,12-14-9 16,-4 4-13-16,0-4-9 0,2 1-8 0,0-3-7 15,5-6-8-15,-3 5-10 0,2-3-8 0,5 0-5 16,2 2-4-16,-12 7-5 0,-1 2-1 0,-2 2-5 16,1 2-2-16,-4 0-4 0,2 1-15 0,-5 4-19 15,7-7-28-15,-7 7-14 0,11 0-17 0,-11 0 3 16,14 5-5-16,-4 1 0 0,0 4 10 0,2 2 4 15,2 3-3-15,1-1-10 0,5 3-5 0,-1 3-1 16,-4-6-6-16,7 1-1 0,-7-1 2 0,4-2 2 16,-2-2 9-16,3-3 7 0,-3-4 3 0,1 0 10 15,-1-3 11-15,-3-5 3 0,-3-1 12 0,0-1 16 16,2-5 18-16,-1-1 25 0,-1-3 16 0,-2-3 8 16,5-4 18-16,-6 0 19 0,1 6 10 15,0-9 22-15,1 1-1 0,-5-5-8 0,6 1-13 16,-1 1-9-16,0-5-8 0,0 3-4 0,0 0-4 15,-1 4 3-15,-4 9 9 0,1 5 1 0,-4 2-7 0,1 2-10 16,0-3-10-16,-3 6-22 0,4 0-33 0,-4 1-41 16,2 1-60-16,-2 3-20 0,0 0 20 0,0 0 8 15,-4 23 13-15,-1-8 3 0,-2 10 13 16,1 4 5-16,-2 3 9 0,-3 1 5 0,2 11 7 16,0-8 4-16,-4 13 6 0,5-13 3 0,3-4-2 15,-2-1 1-15,-2 0-2 0,4-8 3 0,1-2 1 16,1-9 4-16,2-1 5 0,-3 0 2 0,3-6 9 15,-2 2 9-15,2-5 29 0,1-2 26 0,-4 3-8 16,4-3-7-16,0 0 0 0,-18-17-5 0,9 9-3 16,-3-9-8-16,0 1-3 0,-6-4-12 0,0-6-4 15,0 6-5-15,3 0-9 0,1 6 7 0,1-2 2 16,3 2 3-16,1 3-11 0,4 2 15 0,-3 1-9 16,6 1 3-16,-3 2 0 0,2 0-25 0,0 1-11 15,3 4-22-15,3-6-17 0,6 4 7 0,2-4 6 16,7 3 2-16,9 3-3 0,3 0-3 0,3 0-6 15,1 4 4-15,2-2 5 0,0 3 0 0,0-5 11 16,2 1 4-16,0 2 4 0,-2-1 6 0,0-2-2 16,-4 0 15-16,-2 0 15 0,-8-2 27 0,-4 1 32 15,-5-1 42-15,-2 2 42 0,-2-1 36 0,-9 1 21 16,13-2 16-16,-8 0 4 0,-5 2 0 0,0 0-1 16,14-3-6-16,-14 3-13 0,0 0-15 0,9-6-19 15,-9 6-15-15,0 0-17 0,0 0-15 0,9 2-16 16,-9-2-23-16,0 0-22 0,0 0-26 0,0 0-30 15,0 0-31-15,0 0-31 0,4 9-3 0,-4-9 9 16,0 13 6-16,0-4 5 0,0 4 8 0,-4 3 3 16,4 3 14-16,3-1-6 0,-3 1 9 0,-3 7 0 15,3-7-13-15,-1-1-18 0,-2-4-9 0,2-2-8 16,1 0-6-16,0-3-17 0,-3-1-3 16,3-3 2-16,0-5 5 0,-1 11 14 0,1-11 14 15,0 6 12-15,0-6 6 0,0 0-28 0,0 0-88 16,0 0-60-16,0 0-61 0,8-31-29 0,-7 14-247 15,3-9-607-15,2 0 269 0</inkml:trace>
  <inkml:trace contextRef="#ctx0" brushRef="#br0" timeOffset="8704.26">13525 1877 254 0,'0'-5'247'16,"-2"2"-17"-16,2 3-29 0,3-5-16 15,-3 5-24-15,0 0-18 0,0 0-24 0,0 0-7 16,0 0-24-16,0 0-20 0,11 12-40 0,-6-4-40 15,-2-2-53-15,2 5-58 0,-3-2-150 0,2 1-296 16,0 1 131-16</inkml:trace>
  <inkml:trace contextRef="#ctx0" brushRef="#br0" timeOffset="9465.52">13803 2140 78 0,'0'0'366'0,"0"0"-17"16,0 0-24-16,0 0-24 0,0 0-34 0,0 0-24 15,0 0-27-15,0 0-24 0,0 0-23 0,0 0-22 16,0 0-21-16,0 0-5 0,-31 0-22 0,20 6-12 15,-2-1-1-15,-5-1 0 0,1 4-20 16,1 1-9-16,0 0-3 0,-3 3-21 0,6-2-11 16,-2 1-7-16,6-1-8 0,0-2-20 0,0-1-6 15,4-2-9-15,-3 2-2 0,6-5 7 0,-1 1 5 16,-1 0 18-16,4-3 20 0,0 0 0 0,0 0 11 16,0 0 0-16,0 0 7 0,26-5 2 0,-12 2 5 0,4-6-3 15,1 1 4-15,3 1-12 0,-4 0 5 16,2 2 1-16,-2 0-6 0,-1 0-7 0,0 1-4 15,-5 1-2-15,-2 1-6 0,2 2-1 0,-2-2-8 16,1 2-5-16,-2 2-6 0,3 0-5 0,-2 3-5 16,-1 2-5-16,0 2 2 0,4 2-2 0,-4-2 4 15,1 5-8-15,-1-3-12 0,-1-4-2 0,-1 4-6 16,1-3 5-16,1-1-6 0,-3 1 11 0,-2-6 13 16,0 3 4-16,1-4 6 0,-5-1-2 0,14-3 2 15,-5-2 5-15,0-2 6 0,0-3 17 0,2-5 22 16,-2-1-1-16,-1 0 13 0,6-7 9 0,-5 6 22 15,5-7 6-15,-5-1 19 0,3 1 11 0,-2-3 14 16,-1-1-2-16,0-1-9 0,1-1-11 0,3 3-5 16,-6-4 4-16,1 6 1 0,0-3-1 0,1 5-2 15,-6 5 0-15,1 3 1 0,-1 5-10 0,1-1-8 16,-3 5-13-16,-1-2-7 0,1 4-13 0,0 0-19 16,-1 4-27-16,2-5-35 0,-2 5-50 0,0 0-47 15,0 0-12-15,0 0 11 0,0 0 12 0,-3 18 12 16,-3-1 6-16,1 1 11 0,0 9 16 0,-7 0 1 15,3 2 11-15,-1 2 3 0,1-1 17 0,-1 1-4 16,2-2-1-16,2-3 6 0,-2-1 3 16,-1 1 1-16,3-7 6 0,2 0 6 0,0-5-4 0,4-1-1 15,-1-2 9-15,-2-3-2 0,2-1 20 16,-2-1 8-16,2-1 12 0,1 1 2 0,0-6 10 16,-3 8 19-16,3-8 11 0,-1 3 9 0,1-3 13 0,0 0 2 15,0 0 8-15,0 0 8 0,5 4-3 0,-5-4-15 16,0 0-8-16,39-7-18 0,-7 0-69 15,21-8-103-15,7-6-136 0,27-10-164 0,-29 8-374 0,-4-1-845 16,-1-3 375-16</inkml:trace>
  <inkml:trace contextRef="#ctx0" brushRef="#br0" timeOffset="10397.08">15778 1758 33 0,'-2'-3'284'0,"0"-4"-3"0,2 2 7 16,0-2 7-16,-2 2-7 0,2 5-10 0,0-8-9 16,0 8-22-16,-3-6-21 0,3 6-17 0,0-5-36 15,0 5-9-15,0 0-16 0,0 0-23 0,-1-5-18 16,1 5-17-16,0 0-37 0,0 0-30 0,0 0-7 16,0 0 2-16,0 16-10 0,-4-1 1 0,2 0-5 15,-2 13 1-15,-3-1-2 0,1 3 12 0,-3-1-11 16,0 0-1-16,0 2 9 0,-2-1-9 0,0 1 1 15,0-6-3-15,3 0-2 0,2-8 0 0,2 0 7 16,0-5-3-16,0 1 2 0,0-6-3 0,3 1 4 16,-1-2 0-16,0-3 10 0,2-3 30 0,-6 10 44 15,5-8 41-15,1-2 55 0,-3 5 41 0,3-5 28 16,0 0 17-16,0 0-32 0,0 0-21 0,0 0-25 16,0-25-20-16,4 9-26 0,-1-4-37 0,4-6-23 15,-3 0-19-15,4-8-19 0,-2 0-17 0,9-10-19 16,-2-2-14-16,0 14-2 0,-3 3 2 0,-1 0 0 15,1 3 0-15,-2 2 0 0,-2 9 0 0,2 0 1 16,-4 6-2-16,0-1-4 0,-2 2-1 16,2 2-1-16,-3 3-12 0,5-2-35 0,0 1-30 0,5 2-28 15,2-1-40-15,6 6-40 0,2 0-28 0,7 6-24 16,4 2-38-16,-4 1-33 0,0 1-40 0,0 2-53 16,-6-1-229-16,-3 2-689 0,-5-4 305 0</inkml:trace>
  <inkml:trace contextRef="#ctx0" brushRef="#br0" timeOffset="10590.03">15824 2208 21 0,'0'0'196'0,"-5"2"-14"0,5-2-6 0,0 0-8 16,9 7-9-16,1-5-19 0,6 1-15 15,-1-2-8-15,4 0-26 0,3-1-41 0,8-4-62 16,1-2-69-16,-11 2-141 0,7-3-241 0,-6 0 106 16</inkml:trace>
  <inkml:trace contextRef="#ctx0" brushRef="#br0" timeOffset="10920.91">15772 2056 119 0,'0'0'252'0,"-10"0"-9"0,10 0-14 0,0 0-14 0,-9 0-10 16,9 0-3-16,0 0-3 0,0 0-15 0,0 0-12 15,0 0-21-15,0 0-9 0,0 0-14 0,0 0-10 16,0 0-17-16,38-3-9 0,-10-2-9 0,7 5-8 15,-1-2 0-15,3-2-15 0,1 0-5 0,-2 2-5 16,-1-3-7-16,-6 3 2 0,-2-3-12 0,-7 3-3 16,-7-1 3-16,0 3-6 0,-2-2 2 0,-3 2 6 15,-1-3 3-15,-7 3-4 0,10 0 3 0,-10 0-9 16,9-1-9-16,-9 1-23 0,0 0-15 0,7-1-17 16,-7 1-20-16,4 0-25 0,-4 0-35 15,0 0-34-15,0 0-46 0,0 0-45 0,0 0-206 16,0 0-485-16,0 0 214 0</inkml:trace>
  <inkml:trace contextRef="#ctx0" brushRef="#br0" timeOffset="12650.24">16721 1893 330 0,'3'-5'369'0,"-3"5"-2"0,4-7-14 16,-4 7-21-16,3-4-29 0,-3 4-29 0,3-3-33 16,-3 3-36-16,0 0-26 0,0 0-41 0,0 0-34 15,0 0-14-15,0 0-16 0,0 15-5 0,-1-3-8 16,-2 0-5-16,-2 5-6 0,1 2-5 0,0 5-1 16,-3 3-8-16,-1-1-3 0,0-1-1 0,2 5-3 15,-2-10-5-15,3 9 5 0,0-4-7 0,1 1 0 16,-1-6-2-16,1-3-2 0,0-4-6 0,4-2-14 15,-1 0-4-15,-3 0 11 0,3-5-11 16,1-2 4-16,0-4 12 0,-2 9 38 0,2-5 37 0,0-4 37 16,0 0 47-16,0 0 28 0,0 0-13 0,0 0-35 15,0 0-18-15,7-28-15 0,-2 11-14 0,-1-1-31 16,4-8-50-16,-2-3-36 0,3-2-15 16,-4-3-16-16,0 4-9 0,-1-1-3 0,-1 2-9 15,-6 2 10-15,2 1 8 0,-3 6 5 0,-1 1 6 16,-4 2-4-16,0 1 5 0,0 3-4 0,-5 1 6 15,-3 3 0-15,0 2 6 0,-1 2-7 0,0 3 2 0,-4 1-3 16,3 3 5-16,-3 2 3 0,3 2 0 0,1 1-12 16,-1 1-13-16,6 1-13 0,-1 3-16 15,5-2-12-15,0 2 6 0,2-3-18 0,2 3 14 16,5 1-1-16,2-1 11 0,8 2 4 0,4-1 17 16,9 4-5-16,4-4 0 0,1-1-7 0,7-3-6 15,-1-4-3-15,2 2-3 0,2-5-4 0,2-2 12 16,-3 0 9-16,1-5 4 0,0 0 10 0,-5-2 13 15,1-3 20-15,-6-2 19 0,0 1 34 0,-2-4 19 16,-3 2 32-16,-3-6 25 0,-4 5 21 0,-2 0 31 16,-3 1 30-16,3 1 25 0,-9 3 9 0,3 0 13 15,-1 0 13-15,-4 2-3 0,2 2-10 0,-1 1-24 16,0 0-21-16,-1 0-19 0,-1 2-26 0,2-1-21 16,-4 3-14-16,5-2-41 0,-5 2-34 0,0 0-43 15,0 0-38-15,0 0-1 0,4 8 3 0,-4-1 6 16,0 2 3-16,-2 4 6 0,0 3 1 0,1 1-3 15,-3 8 6-15,0-1 7 0,0-4 2 0,0 4-4 16,3-6 2-16,-3 0-24 0,2-1 0 0,-2-1-12 16,2-7-15-16,2 2 1 0,0-2 6 0,0-4 10 15,0 1 5-15,0 1 18 0,0-7 26 0,0 5 40 16,0-5 42-16,0 0 30 0,2 5 27 0,-2-5 15 16,0 0-18-16,0 0-12 0,0 0-16 0,14-16-15 15,-8 5-25-15,6-4-23 0,-1 1-30 0,6-7-21 16,0 0-14-16,-6 7-8 0,2-2-3 0,-4 6 0 15,0 2-1-15,-3-2 1 0,2 3 1 0,-4 0-9 16,-2 4-9-16,1-2-23 0,1 3-23 0,0-2-36 16,-3 1-38-16,-1 3-34 0,5-1 17 0,-5 1 11 15,8 7 3-15,-5-2 1 0,3 3-2 16,1 1 6-16,3-1-2 0,3 2 7 0,1 2 6 16,4-3-5-16,1 1-1 0,-1-2 9 0,9 0 10 0,-7-2 13 15,1-4 1-15,-3 1 22 0,2-1 12 0,0-4 16 16,-3-2 16-16,1-3 30 0,-5 3 27 0,1-3 24 15,-4-3 28-15,-1 3 22 0,0-2 15 0,-4 1 14 16,0-2 11-16,-1 1 8 0,3 1-2 16,-5 1 7-16,-2 2-6 0,4 2-8 0,-4-3-15 15,0 6-7-15,4-6-22 0,-4 6-12 0,-8-4-13 16,8 4 0-16,-14 4-10 0,1 1-3 0,2-1-4 0,-6 4 1 16,1 2-3-16,-4 0-2 0,4 1-1 0,-6 3 9 15,6-2-15-15,-4 7 0 0,6-9-1 0,3 2-22 16,-2 0-16-16,4-2-7 0,4-1-9 0,0 0-6 15,1-2 9-15,0-3 3 0,-1 0 20 0,5-4 22 16,-5 6 38-16,5-6 15 0,0 0 3 16,0 0 2-16,0 0 6 0,28-8-3 0,-14 5 7 15,-1-6-2-15,3 1-12 0,0-2 6 0,3-1-13 16,3-1-4-16,-4 2-6 0,-1 0-8 0,0-2-2 16,1 3-8-16,-4 0 3 0,-4 3-14 0,2-1 1 15,-3 2 0-15,-5 1-10 0,3 1-2 0,0 0-15 16,-4 0-16-16,-3 3-17 0,8 0-3 0,-8 0 1 15,13 3-4-15,-8 0 4 0,3 4 0 0,1-2 9 16,6 4-3-16,-5-1 0 0,4 1 5 0,0 1-2 16,4-3 0-16,0 3 1 0,0-3-1 0,1 1 4 15,-2-4-1-15,3 0 5 0,-3-4 2 0,-3 1 5 0,4-3 4 16,-4-1 3-16,-1-2 3 0,-1 1 8 16,4-8 15-16,0 2 14 0,-5-2 14 0,0-2 14 15,-1-1 15-15,0-3 8 0,1 1 9 0,3-6 4 16,-4-2-5-16,3-1-7 0,-2-3-3 0,0-1-10 15,1 1-8-15,-3 3-5 0,-2 9 20 0,1-1-5 16,-2 2 3-16,-3 7-4 0,-1 1-18 0,0 2-1 16,1 0-25-16,-2 2-20 0,0-1-43 0,-1 5-31 15,0 0 9-15,0 0 7 0,0 0 3 0,-5 21 8 16,0-5 3-16,-1 2 10 0,-6 7-1 0,5 4 11 16,0-1 2-16,-4 2 1 0,2-2 2 0,1 2 5 15,-2-4-3-15,1-2-1 0,4-5 0 0,-3-1-4 16,4-1 7-16,-2-8-1 0,5 1 1 0,-2-4 2 15,2-2 14-15,-3 3-4 0,4-2 10 16,0-5 16-16,-4 5 29 0,4-5 17 0,0 0-5 0,0 0-7 16,0 0-13-16,-19-12 1 0,14 7-1 0,-3-4-4 15,3 1-7-15,-4-4 1 0,4 3-14 0,-4-2 1 16,3 2-7-16,1-1 19 0,-3 0-18 0,3 3 3 16,2 0-7-16,2 2-16 0,0-1-9 0,-1 2-3 15,5-3-19-15,0 4-1 0,4-1-5 16,7-1 8-16,2 2 0 0,4-1 5 0,8-1-3 15,0 3 7-15,2-1 1 0,0 1-1 0,1-2 7 16,-2 3 0-16,2-2-2 0,-2 2 9 0,-7-2-2 0,10 1 1 16,-14-2 14-16,2 2 21 0,-7 0 18 0,1-1 32 15,-7 1 21-15,3-1 4 0,-4 3 7 0,2-1-4 16,-4 0-11-16,-4 1-1 0,8 0-12 16,-8 0-9-16,5-2-7 0,-5 2-4 0,0 0-26 15,8 2-12-15,-8-2-26 0,0 0-9 0,4 5 1 16,-4-5-10-16,0 7 15 0,-1 0-8 0,1-2-1 15,0 5 4-15,-1 0 5 0,1 2 4 0,-2-2 2 16,1 2-3-16,1-1 1 0,0 0-1 0,-2 2-22 16,2-3-11-16,2 0-14 0,-2 0-13 0,0-3-11 0,0-1-10 15,0 0-11-15,0-1-10 0,1-2-7 16,1 1 5-16,-2-4 1 0,2 3-40 0,-2-3-93 16,0 0-300-16,11-12-592 0,-5 3 263 0</inkml:trace>
  <inkml:trace contextRef="#ctx0" brushRef="#br0" timeOffset="12804.43">18490 1721 111 0,'0'-7'311'0,"1"2"-11"0,-1 1-9 15,3 0-21-15,-3 0-18 0,0 4-33 0,0-7-15 16,0 7-32-16,0-5-30 0,0 5-39 0,2-1-35 16,-2 1-38-16,0 0-35 0,18 4-44 0,-12-2-59 15,3 3-55-15,1-2-195 0,-2 0-389 0,-1 1 172 16</inkml:trace>
  <inkml:trace contextRef="#ctx0" brushRef="#br0" timeOffset="13148.67">18804 1796 167 0,'-9'1'184'0,"9"-1"-26"0,-10 4-10 0,3-2-24 0,-1 4-10 15,-3-2-11-15,4 3-11 0,-3 1-10 0,-1 4-7 16,0 0-10-16,-2 0-6 0,4 4-1 16,0-3-11-16,0 1-4 0,3 2-1 0,-2 0 16 0,4 1 6 15,0-4 4-15,4-1 2 0,0 0 1 0,0 0 1 16,4-3 8-16,0 1-1 0,1-4 6 0,2 2 11 16,0-3 5-16,3 0 11 0,-1-2 3 0,5-2 14 15,-3-2 7-15,-1-2 13 0,3 1 3 16,-1-2-16-16,1-2-4 0,1-4-21 0,-1 1 1 15,1-3-4-15,-4-1-3 0,0-1-23 0,-2-2-19 16,0-2-20-16,-3 1-14 0,0-3-8 0,-1 4-8 0,-4-1-9 16,-4 1-8-16,-1 0-14 0,-3 3-17 15,2 4-17-15,-11-2-9 0,7 4-15 0,-8 0-21 16,2 3-27-16,2 2-25 0,-4 2-32 0,5 0-24 0,1 2-46 16,2 2-233-16,0-2-525 0,2 2 232 15</inkml:trace>
  <inkml:trace contextRef="#ctx0" brushRef="#br0" timeOffset="13546.84">19039 1860 288 0,'0'0'303'16,"0"0"-30"-16,0 0-24 0,0 0-35 0,0 0-25 15,0 0-23-15,0 0-13 0,0 0-21 0,8 9-17 16,-6-3-10-16,-2 0-9 0,-2 3-7 0,2 2-12 16,-4 1-4-16,2-1-8 0,-2 6-3 0,-3-1-7 15,2 0-6-15,-1-1-6 0,1-2 0 16,2-5-4-16,-1 2-1 0,-1-2-5 0,4-1-4 0,-2-3 3 16,3 0-1-16,0-4 16 0,-4 6 23 0,4-6 46 15,0 0 45-15,2 5 15 0,-2-5-21 0,0 0-16 16,23-11-12-16,-12 3-18 0,3 0-6 0,4-4-3 15,1 1-13-15,7-4-6 0,-2 0-9 16,-1 1-12-16,-4 6 2 0,-2-4-18 0,-2 5-5 16,-2 2-5-16,-4 1 6 0,1-1-15 0,-3 2-10 15,-1 1-17-15,-6 2-26 0,15 0 5 0,-15 0-15 16,17 7-13-16,-3 4 2 0,-5-3-10 0,1 5-12 0,3 4-26 16,-3-1-29-16,2 0-40 0,-1-3-54 15,1 4-67-15,-1-2-328 0,-4-5-666 0,7 1 296 16</inkml:trace>
  <inkml:trace contextRef="#ctx0" brushRef="#br0" timeOffset="16212.5">20360 1494 123 0,'3'-3'243'16,"-3"-3"-6"-16,0 6-10 0,0-5-18 0,0 5-18 15,1-3-14-15,-1 3-19 0,0-5-14 16,0 5-16-16,0 0-17 0,0 0-15 0,0 0-22 0,0 0-19 16,0 0-2-16,0 0-7 0,-15 19-7 0,-2-1-7 15,-2 6-1-15,-10 12-5 0,-3 8 1 0,0 2-8 16,0 0 0-16,-3 0 1 0,9 2-2 0,1-2-7 16,6-2 6-16,3 2-4 0,7-13-2 15,3 1 2-15,3-2-5 0,8-6 0 0,1 3-3 16,8-2 4-16,3-1-4 0,8-1-15 0,6-6-39 15,18 3-57-15,4-10-89 0,0-7-180 0,9-3-404 16,0-2 179-16</inkml:trace>
  <inkml:trace contextRef="#ctx0" brushRef="#br0" timeOffset="16491.53">20941 1804 147 0,'0'0'247'0,"-3"-3"-30"0,3 3-21 0,0 0-25 16,0 0-20-16,0 0-16 0,0 0-17 15,0 0-9-15,-4 13-15 0,3-1-10 0,0-1-5 16,-3 0-10-16,0 8-6 0,-1-2-9 0,0 2 7 15,0 5-12-15,-1-5-2 0,2-1-5 0,0 8-7 0,0-7-2 16,1-1-33-16,1-2-16 0,-1-1-12 0,0-4-23 16,3 1-26-16,-2-1-25 0,1 0-25 15,-2-5-18-15,3 1-132 0,-5-4-298 0,5-3 132 16</inkml:trace>
  <inkml:trace contextRef="#ctx0" brushRef="#br0" timeOffset="16813.56">20943 1685 38 0,'0'0'184'0,"7"-5"-21"0,-2 5-18 16,2 0-16-16,2 4-12 0,2 0-1 0,1 1-14 16,5 4-5-16,-2 3-6 0,-1 3-4 15,4-3-13-15,3 10-3 0,-4-4-13 0,-5-2 1 0,1 1-8 16,-6-1-6-16,1 2 2 0,-3-6-10 0,1 0-1 15,-3 0 0-15,-3 0-1 0,-3-2 3 0,0-1-2 16,-7 1-3-16,1-1 1 0,-8 1-7 0,0-2 4 16,-2-3-7-16,-2 2-1 0,1-1 2 15,1-3-6-15,1 2 1 0,-1-2-4 0,7-1-5 16,0 0 7-16,2 1-7 0,2-3 2 0,2 0-9 16,6 0-18-16,0 0-31 0,0 0-46 0,0 0-16 15,0 0-24-15,32-9-10 0,-6 1-3 0,6 5-111 16,5-4-276-16,-2-2 122 0</inkml:trace>
  <inkml:trace contextRef="#ctx0" brushRef="#br0" timeOffset="17345.82">21527 1848 159 0,'17'-7'212'15,"-7"3"19"-15,0-2 13 0,-2 3 18 0,-2-2-2 16,-2 2-2-16,1-1-18 0,0-1-8 0,-1 3-18 16,-4 2-18-16,6-6-15 0,-6 6-24 0,6-2-26 15,-6 2-15-15,0 0-37 0,0 0-23 0,0 0-6 16,0 0-8-16,-2 12-2 0,-2-2-7 0,-2 1-4 15,-2 5-4-15,2-2 2 0,-3 3-2 16,0 3 1-16,0-4-9 0,2 3 2 0,-1-1-2 16,-1 1 2-16,3-4-10 0,-1 2-7 0,-2-1-1 15,6-6-6-15,-1 2-1 0,1-4-14 0,-1-3-1 16,3-1 3-16,0 1 0 0,-1 0 9 0,2-5 4 0,-5 5 4 16,5-5 5-16,0 0-16 0,0 0-26 15,0 0-16-15,-4-11-1 0,4 2-7 0,-1 0-15 16,1-3-14-16,0-5-18 0,0-3-6 0,0-4-6 15,4-3-9-15,1-2 6 0,0 1 4 0,-1 1 10 16,1-2 21-16,-1 5 25 0,-3 4 37 0,2 3 12 16,-2 1 28-16,0 0 24 0,-1 7 11 0,0-3 22 15,2 6 13-15,-2 0 8 0,0 0-1 0,1 1-2 16,-1 0-9-16,0 2-9 0,0-1-9 0,0 4-11 16,4-4 0-16,-4 4-12 0,0 0-6 0,19 5-3 15,-8 2 0-15,4 6-1 0,6 1-8 0,1 6 0 16,2 1-3-16,-5 0 0 0,4 1-4 0,-1 3-7 15,-4-1 6-15,0-2-5 0,0 0-2 0,-6 2-3 16,-2-8-1-16,-5 4-3 0,1-3-8 0,-1 1-4 16,-4-2-3-16,-3-4-5 0,-1 0 11 0,-4-1-6 15,-4 0 1-15,0 0 5 0,-7 0 1 0,-1-2 5 16,-4-1 0-16,1 1 6 0,-5-4-6 0,0 2 3 16,-1-1 0-16,10-4 1 0,1 3-3 0,4-2 1 15,-1-2 4-15,3-1-5 0,1 3 4 0,4-3-17 16,6 0-14-16,-9 2-12 0,9-2-19 15,0 0-28-15,0 0-34 0,0 0-19 0,32-12 13 0,-5 9-1 16,5-4-9-16,5 0-25 0,12-7-17 0,-11 7-116 16,11-8-322-16,-12 3 142 0</inkml:trace>
  <inkml:trace contextRef="#ctx0" brushRef="#br0" timeOffset="17731.73">22066 1971 67 0,'31'-14'92'0,"-7"3"30"0,-7-1 27 16,1 1 26-16,-5 1 16 0,-2-2 15 15,-3 1 15-15,-2 2 9 0,-1-3 3 0,-1 3 3 16,1 1-1-16,-2-1 2 0,-1 4-5 0,1 1-12 15,-1-1-20-15,-2 5-24 0,4-5-14 0,-2 1-19 16,-2 4-25-16,0 0-5 0,2-4-51 0,-2 4-40 16,0 0-16-16,0 0 3 0,0 0-2 0,-6 13 1 15,1-4-7-15,1 3 6 0,-4 2-7 0,0 3 7 16,1 0-3-16,-2 2 0 0,0 5 1 0,3-6-1 16,-6 6 1-16,3-7 4 0,3-3-2 0,-3 3-5 15,2-5-3-15,3-2 0 0,2 0-9 0,-2-4 5 16,3 2-3-16,-2-4 6 0,2 2 7 0,1-6 6 15,-4 5 18-15,4-5 45 0,-4 9 45 0,4-9 48 16,0 0 33-16,0 0-34 0,0 0-20 16,0 0-10-16,0-24-18 0,0 12-9 0,3 0-9 15,-2-5-13-15,3-7-17 0,1-1-14 0,4-5-3 16,0 0-10-16,-1-4-8 0,3 4 0 0,-2-2-2 0,0 2-7 16,5 2-5-16,-2 3-2 0,-5 8-2 0,1 0 0 15,-3 5 0-15,-1 3 2 0,1 0-10 0,-1 3-1 16,0 1-11-16,1-1-27 0,2 1-20 15,1 1-36-15,4 2-29 0,2 0-40 0,4 6-23 0,3-1-33 16,2 3-28-16,0 3-34 0,3 3-31 16,-2 2-43-16,-2 1-296 0,-7-1-696 0,-1-1 309 15</inkml:trace>
  <inkml:trace contextRef="#ctx0" brushRef="#br0" timeOffset="17932.7">22153 2198 158 0,'-6'4'218'0,"2"0"-4"0,4-4-10 0,0 0-10 16,-1 4-13-16,1-4-16 0,0 0-16 0,22 4-11 16,-5-5-15-16,3 2-12 0,0-2-23 0,8-6-37 15,0 2-37-15,0 0-51 0,-1-2-51 0,1-2-69 16,-2-1-131-16,-1-1-312 0,-5 0 138 0</inkml:trace>
  <inkml:trace contextRef="#ctx0" brushRef="#br0" timeOffset="18145.28">22221 2029 11 0,'0'0'276'0,"-4"1"-10"0,4-1-23 0,0 0-23 16,0 0-21-16,0 0-23 0,29-5-18 0,-6 2-21 15,6 0-34-15,5 1-39 0,1-2-48 0,3 0-51 16,14-4-71-16,-16 5-182 0,15-7-312 0,-19 3 138 16</inkml:trace>
  <inkml:trace contextRef="#ctx0" brushRef="#br0" timeOffset="18532.8">22876 1526 202 0,'0'0'262'0,"-6"-3"-20"0,6 3-12 16,0 0-25-16,0 0-20 0,0 0-19 16,0 0-17-16,0 0-17 0,-8 0-22 0,8 0-8 15,0 0-15-15,0 0 0 0,7 12-17 0,2 0-7 16,-3-2-9-16,4 9-2 0,4 6-5 0,1 4-3 15,2 2-9-15,1 13-2 0,0-1-4 0,-1 1 1 0,-7-8-5 16,2 11-3-16,-6-12 1 0,-1 0-3 16,-4 1-3-16,-1 0 2 0,-1-5-4 0,-4 2-1 15,-4-5 1-15,-4 3 1 0,-1-4-6 0,-6-3 1 16,-3-5-2-16,-7 3 5 0,0-2-5 0,-6-4-18 16,1-4-39-16,-2-4-59 0,4 0-92 0,-5-2-217 15,4-7-449-15,5-2 198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3:44:27.47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5503 3138 17 0,'0'0'151'0,"0"0"-3"0,0 0 0 16,0 0-28-16,0 0-5 0,0 0-13 0,0 0-6 16,0 0-10-16,0 0-11 0,0 0-8 0,0 0-2 15,0 0-8-15,0 0 1 0,0 0-15 0,0 0-1 16,0 0-4-16,0 0-5 0,21-7-8 0,-15 6 2 15,0 1-3-15,3 0-5 0,-2-3 4 0,3 3-6 16,1 0 0-16,2-2-4 0,5 2-4 16,0-2 2-16,0 1 0 0,-1 0-2 0,3-2-2 15,2 2 0-15,-3 1 0 0,4-3 6 0,5 2-12 16,0 1 4-16,-5 0 0 0,5 0 0 0,-6 0-4 0,7 0 2 16,1 0 2-16,-1 0-3 0,3 1 0 15,-3-2-3-15,2 2 0 0,-3-2 3 0,5 2 0 16,-1-2-3-16,-2 1-1 0,3 0 1 0,0 0 3 15,-1 0-3-15,-1 0-3 0,-2 0 4 0,-1 1-1 16,5-2 1-16,-7 2 0 0,6-1 0 0,-5 2 1 16,4-1-1-16,-11 0 2 0,11-1 6 0,-3 2-5 15,-1-4 2-15,1 0-4 0,1 0-1 0,-1 2 0 16,0 0-3-16,2-1 5 0,-1-2-1 0,3 1-2 16,-4-1 0-16,4 3 5 0,-5-2-6 0,5 0 4 15,-4 0-2-15,0-1-5 0,3 3 5 0,-2 0-3 16,-1-2-8-16,3 2 2 0,-3-2-2 0,0 2 11 15,4-1-12-15,-5 1-2 0,2 1 2 0,3 0-1 16,-4 0-1-16,7-1 6 0,-7 0 3 0,4 0 0 16,0 2-2-16,0-2 3 0,-1 3-1 0,-2-2-3 15,0-1 4-15,2 0-2 0,1 1 2 0,0 1-3 16,-1-1 3-16,1 0 5 0,-2 0 0 0,2 2-3 16,0-2 4-16,2-1-6 0,0 3 0 0,-2-2-4 15,2-1-6-15,2 2 1 0,-4-1 3 0,1-1-1 16,-1 0-7-16,3-1 3 0,-1 1-1 0,0 0-2 15,1 0 2-15,2 0 0 0,-1 0 4 0,-1-2 4 16,1 1-6-16,0 1 6 0,0 0-6 0,0 0 5 16,-2 0 4-16,2-3-3 0,-2 6 3 0,2-3-2 15,0 0 4-15,0 1 1 0,1-1 1 0,0 0 1 16,-3 2-4-16,1-4 4 0,2 4-3 0,-2 0-2 16,-1-2 1-16,3 2 7 0,-4-4-4 0,3 5 1 15,0-2-5-15,0 2 10 0,-3-3-8 0,3 0 7 16,-5 2-3-16,4-2-2 0,-2 0 1 15,3 3 1-15,-1-3 0 0,-3 4-5 0,1-3 0 0,3 2 6 16,-3-2 1-16,4-1-2 0,-4 3-2 0,-1-3-2 16,3 0-2-16,-2 2 10 0,0-2-7 0,-1 3 4 15,0-3-2-15,0 2-2 0,-3-2-4 0,3 0 7 16,-2 2-1-16,4 1-1 0,-3-3 1 0,-2 1-2 16,3 0 6-16,-2-1 0 0,0 0-2 0,0 3 0 15,-1-3-5-15,0 1 4 0,5-1 0 16,-5 2-2-16,5-4-4 0,0 5 2 0,-1-4 3 0,1 1 6 15,2 0-9-15,0 0 4 0,-1 0-5 0,1-3 7 16,0 3-9-16,0 0 5 0,-3-3-4 16,3 3 4-16,-4-1-11 0,4 1 2 0,-2-1-1 15,1 2 3-15,-2-1 3 0,-1 0 4 0,1 0-4 16,3 0-1-16,-1 0 1 0,3 0-1 0,0 0 0 16,-1 0 1-16,2 0-2 0,-1 1 9 0,0-1-3 15,1 0-2-15,0 3-1 0,2-2 3 0,9 1 0 0,-12-1 0 16,0-1 3-16,1 1 1 0,-1 0-7 15,16 3-4-15,-16-5 2 0,13 4 7 0,-11-3 0 16,14 2 0-16,-2-4-1 0,-14 4 2 0,16-5-1 16,-17 3 5-16,17 0-6 0,-2 0 3 0,-1-1-8 15,3 2 0-15,-17-3 7 0,18 4-3 0,-4-2 1 16,1 0 2-16,-12 0-7 0,14-1 7 0,-3 1-5 16,-10 0 5-16,-3-1-4 0,17-2 6 0,-15 2-2 15,13 0 2-15,0 1-5 0,-1 0 2 0,0 0-3 16,-1-1-1-16,3 1 0 0,0 0-3 0,-2 1 6 15,1-4-2-15,-3 5 0 0,3-2-4 0,2-2 1 16,-1 5-1-16,-15-2 2 0,16 0-5 0,3 0 8 16,-4 1-8-16,2-1 14 0,0-2-15 0,3 3 8 15,0 1-7-15,1-3 5 0,2-3 1 0,1 3 2 16,-2 0 2-16,7 0-5 0,-4-1 3 0,3 0-3 16,-3-1 1-16,3-1 3 0,-2 2 0 0,24 1-3 15,-30-2-1-15,33-2-6 0,-30 4-4 0,30-1-7 16,-32 1 3-16,2-1-4 0,5-1 12 0,23 5-12 15,-31-3 7-15,8 0-4 0,-2 1 3 0,25-1 5 16,-27 0 0-16,4 3-1 0,23-2 2 0,-26 1-2 16,1 0 3-16,1-1 0 0,0 0 6 0,24-1 3 15,-28 2-10-15,3 0 2 0,3-1-2 0,25 1 7 16,-2-2-2-16,-28 0 4 0,0 3-6 0,29-1 6 16,-29 1-2-16,2-6 0 0,29 2 3 0,-33 1-2 15,2 0 3-15,26 0-11 0,-24 3 12 0,1-3-4 16,2 0 5-16,26-3-4 0,-31 3 7 0,31-2-4 15,-30 0-1-15,1 2 7 0,27-3-2 0,-30 2 1 16,2 0 2-16,28-1 4 0,-29 0-2 0,2 0-3 16,31 2 2-16,-5-3 0 0,-29 3-1 15,30-4 7-15,-26 5-8 0,24-3 5 0,-25 0 4 16,26 1-9-16,-26-1 11 0,27 0 1 0,0 3-2 0,-29 0 2 16,33-2-7-16,-7 0 7 0,-24 2 7 0,0-1-9 15,30 1-1-15,-28-1 7 0,27 0 11 0,-28-1-16 16,30 5-2-16,-5-2 3 0,0 0 0 15,-27 1-1-15,30-2-5 0,-4-1 6 0,-24 4-1 16,26-5-1-16,-25 3 0 0,28 2-1 0,-1-2-4 16,-1 2 6-16,-2-1-2 0,3-1-3 0,-1 1 0 0,-27 1 3 15,36 0 0-15,-10-2-2 0,6 2-4 0,-3-2 2 16,3 2-1-16,1 1-1 0,4-2-1 16,-2 2 3-16,-4 1-5 0,-1-2 3 0,-3 2-3 0,8 3-4 15,-4-6 2-15,2 6 5 0,3-2-8 16,-4 4 2-16,0-2 1 0,-1-1-2 0,-3 1 0 15,-2-1 10-15,-1-3-9 0,-2 5-4 0,2 1 4 16,1-5-1-16,0 5-3 0,-24-6 0 0,24 5 1 0,2 1 1 16,-28-5 6-16,0-2-9 0,30 7 3 0,-31-8-3 15,26 8 5-15,-30-7-7 0,33 3 3 16,-33-4-1-16,6 1 3 0,-4 2 4 0,-2-1-4 16,3-1 9-16,-4 1-6 0,0 0 0 0,-5-1 8 15,-1 2-1-15,-3-2-1 0,-14 1 0 0,4-3 2 16,-6 2-2-16,-4 1 2 0,0-3-6 0,-8 1 3 15,-5-1-3-15,-3 1-1 0,-4-1 0 0,-1-1 0 16,-3 0-7-16,0 1 11 0,-2-1-13 0,0-1-10 16,-5 0 4-16,7 1-1 0,-7-1-2 0,0 0 3 15,0 0-27-15,0 0-46 0,-28 0-82 0,11 0-96 16,-1-2-280-16,5-2 124 0</inkml:trace>
  <inkml:trace contextRef="#ctx0" brushRef="#br0" timeOffset="63756.1">3036 4725 127 0,'0'0'157'0,"0"0"-11"0,1-4-17 0,-1 4-10 16,0 0-10-16,0 0-14 0,1-4-6 0,-1 4-7 15,0 0-1-15,0 0-20 0,0 0-6 0,3-3-5 16,-3 3-6-16,0 0 0 0,0 0-8 0,0 0-4 15,0 0 13-15,0 0 1 0,0 0 6 0,1-4 7 16,-1 4 10-16,0 0 7 0,0 0 1 0,0 0 3 16,0 0 4-16,0 0-8 0,3-3-6 0,-3 3-8 15,0 0 0-15,1-2-14 0,-1 2 1 0,0 0 6 16,0-5 0-16,0 5 0 0,0 0 5 0,4-2 2 16,-4 2 11-16,0 0-3 0,0 0 4 0,2-3 6 15,-2 3-3-15,0 0 7 0,0 0 0 0,0 0-5 16,0 0-10-16,0-7-5 0,3 5 9 0,-3 2-8 15,1-5 16-15,-1 5-5 0,3-2 2 0,-3 2-4 16,0 0-2-16,1-5-6 0,-1 5-3 0,0 0-12 16,-1-3 8-16,1 3-12 0,0 0-10 0,0 0-16 15,0 0-14-15,0 0-31 0,0 0-27 0,0 0-9 16,-3 12 5-16,-1-7 6 0,-6 12 6 0,0 5 0 16,-7 2 4-16,2 5 3 0,-7 15 3 0,-3-4 9 15,5 2 3-15,3-12 0 0,2 2 2 0,0-2 0 16,2-1 6-16,1 0 0 0,3-5 7 0,0 0-3 15,0-4 1-15,1-3 4 0,6-1 2 0,-1-6-9 16,-1-3 3-16,3 1 8 0,-2-3 16 0,2 0 6 16,0-1 26-16,1-1 36 0,0-3 27 0,-4 7 21 15,4-7 7-15,0 0-20 0,0 0-20 0,6-20-22 16,2 4-18-16,1-8-5 0,1 2-27 0,-1-6-27 16,4-4-24-16,2 2-4 0,3-18-14 0,3 0-7 15,-2 4-1-15,0-2 4 0,-6 14 4 0,6-11 6 16,-8 12 5-16,-2 6 17 0,0-3 20 0,0 12 35 15,-4 2 4-15,-1 4 4 0,0 1 19 0,-3 2-3 16,3-1-10-16,0 6-5 0,-4-2-14 0,4-2-28 16,-4 6-25-16,2-2-42 0,-2 2-5 0,0 0 9 15,8 14-4-15,-6 3 11 0,1 8-3 0,1 4 3 16,-4 2 0-16,2 3 9 0,2 2 7 0,-1 2 13 16,2-2-9-16,-3-1 5 0,1 0 3 0,1-2 4 15,0-1 1-15,0-3 0 0,-1-1 10 0,1-9-1 16,1-4 2-16,-1 0-3 0,-3-3 4 0,1-1 12 15,-1-5-13-15,1 0 9 0,0 0 2 0,-1-1 7 16,-1-5 12-16,1 7-5 0,1-4 5 0,-2-3-2 16,0 0 6-16,0 0-9 0,0 0-10 0,0 0-72 15,0 0-55-15,0 0-52 0,0 0-58 0,-3-18-58 16,2 10-286-16,-1-4-616 0,1 3 274 0</inkml:trace>
  <inkml:trace contextRef="#ctx0" brushRef="#br0" timeOffset="64058.5">2770 5058 18 0,'-9'3'271'0,"-1"-1"4"0,2-1-6 15,2 1-4-15,1-2-6 0,5 0-8 0,-10 2-24 16,10-2-3-16,-6 1-32 0,6-1-23 0,0 0-17 15,22-6-15-15,3 1-14 0,10-1 1 16,16-1-27-16,1-1-10 0,4 2-8 0,-3 0-3 0,-2-2-12 16,-11 6-7-16,-3-3-2 0,1 2-7 15,-6 1-6-15,-1-1-10 0,-12 1-5 0,3 2-21 16,-9 0-18-16,-1-2-21 0,-1 4-9 0,-5-2-12 0,3-2-8 16,-4 4-2-16,-5-2 7 0,2 2 4 0,-2-2 6 15,0 0-13-15,-17 7-15 0,6-3-19 0,1 0-25 16,-4-1-40-16,3 0-30 0,-2 1-59 15,3-2-129-15,-2 1-407 0,8-1 180 0</inkml:trace>
  <inkml:trace contextRef="#ctx0" brushRef="#br0" timeOffset="64486.54">3554 4937 353 0,'0'0'388'16,"-1"-5"-6"-16,1 5-18 0,0 0-25 0,0 0-37 15,0-4-26-15,0 4-33 0,0 0-27 0,0 0-18 16,0 0-30-16,0 0-24 0,0 0-24 0,0 0-26 16,0 0-15-16,0 0-4 0,-1 13-7 0,0-3-14 15,-1 0 10-15,1 3-24 0,0 4-3 0,-2-1 2 16,-1 4-2-16,-1-2-7 0,4 0 4 0,0-3-11 15,0-1 4-15,1-2-6 0,0-2 2 0,0-3-4 16,0 1-11-16,0 1 1 0,0-6 8 0,0 2 3 16,1-1 32-16,-1-4 17 0,2 4 26 0,-2-4-8 15,0 0-3-15,18-12-10 0,-5 4-7 0,4-5-4 16,3-5 3-16,-1 1 2 0,3 1-5 0,-7 4 3 16,-2-1-8-16,1 2-6 0,-3 4-4 0,-4-2-6 15,1 5-8-15,-3-1-4 0,0 2-8 0,0 0-9 16,-1 0-4-16,0 3-14 0,-4 0-7 0,0 0-4 15,13 4-5-15,-7-1-3 0,-1 4 8 0,3 1-5 16,-3 4-5-16,1-4-13 0,2 3-35 0,-1 2-32 16,-1-1-29-16,1 2-34 0,2 1-45 0,-4-4-62 15,2-1-84-15,0-2-301 0,3-2-714 0,-2-2 316 16</inkml:trace>
  <inkml:trace contextRef="#ctx0" brushRef="#br0" timeOffset="65459.27">4979 5034 80 0,'-5'1'210'0,"1"0"-13"0,4-1-14 0,0 0-12 15,-5 1-16-15,5-1-18 0,0 0-14 0,-5 3-2 16,5-3-14-16,0 0-11 0,0 0 2 0,0 0-13 16,0 0 3-16,0 0-5 0,0 0-4 0,18-6-6 15,-5 4-5-15,6-5-26 0,0 2 0 0,0-2-8 16,7-4-1-16,1 0-4 0,-2-2-4 0,2-1 3 15,0 1 0-15,-5-2 9 0,2 0 3 0,-5-2 4 16,-2 5 1-16,-1 0 10 0,-3-1 9 0,-2 1 7 16,-4 2 5-16,-1-1 6 0,-2 1 1 0,-4 3-5 15,-2-3-11-15,-2 3-8 0,-4-2-7 0,-5 2-7 16,-1 3-8-16,-7-1-5 0,-8 5-2 0,0 0-5 16,1 5-2-16,-3 1-3 0,-1 3-8 0,4 3 12 15,1-1-13-15,3 4-6 0,0-2 3 0,1 3-3 16,7-4 1-16,2 4-5 0,4 0 6 0,0 1-5 15,2 1-2-15,4-2 4 0,7 1-2 0,0 0 2 16,5-1 7-16,5 0 1 0,10 2 1 0,4-5 3 16,4-1 1-16,4-3-1 0,16-4 1 0,2 0 0 15,-2-4-1-15,1-2 1 0,-13 1-2 0,13-6 0 16,-16 2-4-16,0 0-2 0,-5 1 2 0,-2-4 0 16,-10 5 14-16,-2 0 12 0,-7 1 4 0,0-2 23 15,-1 2 14-15,-5 0-14 0,2 0 5 0,-1-1 9 16,-5 2-16-16,8-2-5 0,-8 2-15 0,0-4-43 15,0 4-38-15,0 0-37 0,-6-5-33 0,6 5-28 16,-13 2-34-16,7-2-43 0,6 0-58 0,-12 0-62 16,3 1-177-16,9-1-551 0,-9-1 244 0</inkml:trace>
  <inkml:trace contextRef="#ctx0" brushRef="#br0" timeOffset="67203.88">5944 4885 267 0,'4'-5'373'0,"-2"-3"5"15,1 3 2-15,-2-2-4 0,2 2-10 0,-1 0-18 16,0 3-24-16,-2 2-37 0,2-7-25 0,-2 7-31 16,3-2-30-16,-3 2-19 0,0 0-24 0,2-3-44 15,-2 3-32-15,0 0-28 0,0 0-11 0,1 11-7 16,-2-3 4-16,1 5 8 0,-1 5-23 0,0 0-2 15,-3 8 2-15,3-2-8 0,-1 3 0 0,0-1-1 16,-1 1 8-16,2-9-15 0,0 3 9 0,1-4-4 16,0 0 6-16,0 0-10 0,0-5-3 0,0-2-7 15,0 1 2-15,1-6 1 0,-1 1-1 0,3-1 12 16,-3-1 24-16,0-2 38 0,2 1 45 0,-2-3 46 16,0 0 40-16,0 0 7 0,0 0-28 0,0 0-16 15,4-12-20-15,0 1-21 0,-2-6-24 0,2-1-36 16,-3-11-33-16,4 0-33 0,-1-3-16 0,0-2-10 15,-4 1-12-15,1-2-1 0,-1 5 2 0,-2 0 3 16,-1 6 1-16,-1 4 1 0,-1 1 3 0,0 2-1 16,-4 5 2-16,2 2-6 0,-1 3-11 0,-3 2 4 15,-6 1-3-15,-1 3 0 0,-1 2 8 0,-3 4-1 16,2 5 4-16,-6 3-3 0,4 2-10 0,2 5-19 16,0-1-20-16,3 1-11 0,2 1-14 0,6-3-8 15,1 0 0-15,3-1-1 0,-1 4 10 0,6-3 5 16,6 1 12-16,0-2 4 0,6-2 10 0,8 2 8 15,8-3-4-15,4-4-8 0,0-3-16 0,4-4-9 16,16-1 2-16,-13-4-9 0,18-3 7 0,-6-5 4 16,-12 2 12-16,10-5 9 0,-1-2 1 0,-14 0 13 15,-2 1 16-15,0-3 27 0,-6 0 20 0,-2 2 35 16,-1-3 19-16,-9 3 31 0,-1 1 33 0,-2 3 24 16,-4-1 20-16,3-3 29 0,-4 6 23 0,-2-1 18 15,-3 5 8-15,2-3 0 0,-2 4-4 0,1 0-14 16,0-2-18-16,-1 4-17 0,-1 2-26 0,3-5-18 15,-2 2-16-15,-1 3-21 0,0 0-17 0,0 0-18 16,2-5-39-16,-2 5-40 0,0 0-46 0,0 0-3 16,7 9 8-16,-7 0 3 0,0 1 7 0,0 2 1 15,4 5 4-15,-4 0 4 0,0 0 6 0,-3 2 3 16,6 0 1-16,-3-2 1 0,0 0 3 0,0-1 6 16,0-3-3-16,1-1 9 0,-2-5-2 0,2 1-1 15,-1-3 0-15,0 0 8 0,0 1 7 0,1-3 25 16,-1-3 23-16,3 3 40 0,-3-3 20 0,0 5 23 15,0-5 20-15,0 0-18 0,0 0-13 0,9-13-9 16,0 4-21-16,-4-2-7 0,4-5-12 0,0 2-11 16,-4-1-9-16,7 2-12 0,-6 3 2 0,-1-1 0 15,-1 4 5-15,0 2-18 0,1-2-5 0,-4 4 0 16,3-1-19-16,-3 1-18 0,2 1-20 0,-3 2-25 16,2-4-30-16,-2 4-39 0,0 0-42 0,0 0-16 15,0 0 19-15,7 9 20 0,-5 0 6 0,0 2-4 16,4 1-12-16,-1 3-6 0,1 3-6 0,5-2 9 15,1-1 2-15,1 2-3 0,8 0 13 0,2-3 11 16,2-3 0-16,2-1 2 0,3-4 8 0,-1-3 2 16,3-3 6-16,0 0 14 0,-2-7 11 0,1 2 7 15,1-5 11-15,-5-2 29 0,-3-1 20 0,-5 2 18 16,-2-2 21-16,-2-2 17 0,-2 2 14 0,0-3 24 16,-6 4 9-16,1 1 8 0,-4-1 20 0,-1 2 0 15,-1 3-6-15,-2-1-12 0,1 1-5 0,-2 1-16 16,1 1-7-16,-5 2-12 0,-1-1-8 0,-1 1-8 15,-4 5-5-15,-1 1-8 0,-6 1 1 0,3 2-5 16,-3 3-5-16,1 1 0 0,0 2 0 0,1 0-2 16,-4 6 0-16,-2 2-21 0,9-6-11 0,-1 1-25 15,4-2-14-15,1 1-14 0,3-4-9 0,-1 1-5 0,2-5 11 16,3 1 7-16,-1-2 8 0,-1-1 13 0,3 1 24 16,1-2 15-16,0-3 17 0,8 0 12 15,-8 0 10-15,17-5 9 0,-5-2 8 0,2 0 3 16,1-1 3-16,2-2-5 0,0-2-5 0,6-2-1 15,-8 1-3-15,-1 2-7 0,0-5 4 0,-1 4 0 0,0 0-9 16,-2 3 2-16,-3 2-3 0,-1 0 2 0,0 3-4 16,-3 0 3-16,1 0-10 0,-3 1-12 0,2 1-16 15,-4 2-30-15,4-2-34 0,-4 2-25 0,0 0 11 16,9 4 2-16,-6 1 21 0,5 2-3 16,0 0-6-16,-3 2 6 0,8 3-6 0,-3-4-2 0,3 5 1 15,5-1-12-15,-4-3 11 0,4 1 0 0,-1-2 8 16,2-4 0-16,-6-3 5 0,6 1 4 15,0-2 5-15,-4-3 5 0,4-5 7 0,-2 1 16 0,-2-4 26 16,-2-2 31-16,1-2 5 0,-5-1 23 16,7-6 4-16,-3-2 15 0,-4-2 17 0,3-1-1 0,-2-3 1 15,-2-2-4-15,2-14-5 0,-4 11-10 0,1 1-2 16,-2 1 6-16,1 3-2 0,-1 4 3 0,-2 8 4 16,1 2 13-16,-2 6-6 0,-2 0-11 0,2 3-13 15,-2 2-10-15,0 0-34 0,1 0-37 16,-1 1-50-16,0 4-36 0,0 0 11 0,0 0 10 0,-1 21 9 15,-1-6 6-15,1 7 8 0,-2 5 7 0,-2 5-1 16,0 0 14-16,1 1 7 0,4 0-17 0,-1 1 2 16,1-3-16-16,-4 1-1 0,3-4 1 15,0-3-3-15,2-6 5 0,-2-2 3 0,1-7 15 16,0 1-9-16,0-5 19 0,0 1 1 0,-2-2 28 0,2-2 30 16,-2-1 9-16,2-2-8 0,0 0 1 0,-18-5-3 15,9-4 0-15,-1 1-5 0,-5-4-2 0,-2 1-2 16,2-1-9-16,-7-4-1 0,-3 4-5 15,9 0 3-15,-1 1 1 0,2 3-5 0,5 1-3 0,-2 2-1 16,6 0 10-16,2 0-16 0,0 1-22 0,-1 1-12 16,2 2-13-16,3 1 2 0,0 0 5 0,11-4-1 15,2 3 8-15,15 2 4 0,1 3-7 0,7-3-12 16,2 4 1-16,13-3-3 0,2 3 8 16,-1 2 1-16,-1-7 4 0,0 0 7 0,-10 0 4 0,10 0 1 15,-10-2 5-15,-3-1 9 0,-3-4 17 0,-2 5 21 16,-3-4 31-16,-10 1 31 0,-2 1 54 0,-7 3 36 15,-2-3 28-15,-1 3 16 0,1-2 2 0,-4 2-6 16,0-1-12-16,-1 0-17 0,-4 2-19 0,8 0-22 16,-8 0-21-16,0 0-25 0,9 0-37 0,-9 0-34 15,2 2-39-15,1 1-5 0,-3 4 1 0,1-2 1 16,-2 5 5-16,1 3 1 0,0-1 2 0,-3 6-1 16,2 1 7-16,0-1-11 0,-3 0-24 0,4-1-14 15,-1-1-20-15,-2-1-13 0,3-3-19 0,0-1-26 16,-1 0-17-16,-2-3-24 0,2-1-20 0,1-1-11 15,-1-2 0-15,-2 1 14 0,-1-3-39 0,4-2-102 16,-9-8-316-16,0 2-698 0,3-5 308 0</inkml:trace>
  <inkml:trace contextRef="#ctx0" brushRef="#br0" timeOffset="67339.25">7977 4630 37 0,'0'-17'326'15,"0"7"-21"-15,0-2-2 0,0 3-1 0,0 2-24 16,0 0-15-16,0 3-28 0,0 1-30 0,0-2-32 15,0 2-38-15,0 3-37 0,6-1-38 0,2 1-23 16,-8 0-54-16,15 5-53 0,-3 0-64 0,3 0-71 16,-6 1-184-16,9 1-421 0,-6-1 187 0</inkml:trace>
  <inkml:trace contextRef="#ctx0" brushRef="#br0" timeOffset="67704.11">8418 4689 222 0,'-8'0'226'0,"-1"4"-15"0,-1-1-16 0,1-1-10 15,-1 3-28-15,-3-1-15 0,2 4-16 0,-2 0-12 16,-1 3-10-16,2 0-12 0,3-2-7 0,0 6-5 16,0-1 5-16,3 3-3 0,1-1-5 0,2 1 4 15,1-2 6-15,4 0-14 0,0 0 2 0,3 1 4 16,0-4-7-16,3-2 8 0,2 2-7 0,5 0-7 15,-1-5 0-15,5 0-3 0,0-2-6 0,-1-2 2 16,4-2 9-16,-4-3 19 0,1 0 8 0,-1-4 18 16,-1 0-9-16,-1-1 0 0,-2-5-1 0,0-3-23 15,-2 1 8-15,-3-4-12 0,-2 1-4 0,-1-2 4 16,-3-5-16-16,-3 4 1 0,-2 1-19 0,-2 0-4 16,-1 2-7-16,-3 3-5 0,-1-1-10 0,-1 1 1 15,-3 2 6-15,-1 4-18 0,-2-4 6 0,-1 8-9 16,2 0-34-16,-1 0-26 0,2 2-28 0,4 2-32 15,-8 4-33-15,7 2-29 0,-5-2-30 0,5 9-26 16,4-4-49-16,2 1-241 0,3 0-571 0,3-1 253 16</inkml:trace>
  <inkml:trace contextRef="#ctx0" brushRef="#br0" timeOffset="68036.53">8771 4761 377 0,'3'0'398'16,"-3"0"-21"-16,4-2-10 0,-4 2-36 0,0 0-26 16,5-2-44-16,-5 2-28 0,0 0-38 0,0 0-17 15,0 0-27-15,7 6-29 0,-10-1-10 0,2 1-2 16,-3 3-18-16,0 3-15 0,-2 2 6 0,-1 3-14 16,1 2-5-16,-3-4-10 0,5-3-1 0,-1 0-19 15,0-5-12-15,2 1-2 0,1-4-5 0,1 2-5 16,-3-2 18-16,4-1 18 0,0-3 30 0,0 5 37 15,0-5 7-15,0 0-13 0,15-10-11 0,-5 3-10 16,7-2 0-16,-3-2-1 0,3-1-3 0,-1 2-8 16,2-2-5-16,-5 1-10 0,-3 3-5 0,0 1-6 15,1 2-6-15,-4 0-9 0,0 2-7 0,-1 1-17 16,2 2-10-16,2 3-23 0,0 3-22 0,4 1-19 16,2 7-31-16,0 0-33 0,1 5-39 0,-6-2-56 15,1 1-73-15,3 3-119 0,-6-4-249 0,0-8-718 16,-4 1 318-16</inkml:trace>
  <inkml:trace contextRef="#ctx0" brushRef="#br0" timeOffset="69303.85">10234 4752 190 0,'0'0'303'0,"-2"-6"-2"0,2 6-9 16,-1-4-16-16,1 4-11 0,0 0-24 0,-1-5-20 16,1 5-21-16,0 0-17 0,0 0-20 0,0 0-19 15,0 0-16-15,-1-3-15 0,1 3-14 0,0 0-7 16,0 0-12-16,0 0-10 0,0 0-8 0,0 0-7 16,0 0-9-16,0 0-4 0,5-3-4 0,0 1-7 15,4 0-2-15,1-2 8 0,3 1-16 0,3-3-3 16,2 0-18-16,1 3-4 0,0-4 1 0,-2 0-2 15,2 2 2-15,0-3-1 0,-2-2 3 0,-4 5 0 16,-3-1 3-16,2-1 10 0,-5-1 9 0,1 4 12 16,-3-1 6-16,0 0 6 0,-2 1-5 0,-1-1-9 15,-3-1-14-15,-3 4-6 0,-1-1-8 0,-5 1-6 16,-5-1 3-16,-6 4 1 0,3 1-2 0,-13 3-5 16,3 3-2-16,-1 1 2 0,-2 4-2 0,1-2 2 15,2 5 1-15,-2 1 3 0,6-2-7 0,-3 3 2 16,5 1 3-16,3 2-4 0,6-1 3 0,-2 3-4 15,7-3-15-15,4-2-2 0,3 3 2 0,4-1 3 16,6 3 5-16,9-1 2 0,9-2 5 0,3-3 1 16,24-1 2-16,5-3 2 0,5-4-1 0,29-4 3 15,0-4 0-15,-27-3-2 0,29-5 0 0,-6-5 2 16,-26 1 2-16,0-1 1 0,1-3-2 0,-3-2 1 16,-2 0-1-16,-6-4 0 0,-4 0-1 0,-14 3 4 15,-2-1 2-15,-5-1-6 0,-6 1 15 0,-7 6 9 16,-4-1 16-16,-2 0 9 0,-6 2 1 0,-3 1-10 15,-1 0 1-15,-6-1-7 0,-2 9-8 0,-7-7-1 16,-5 3-3-16,-3 2 8 0,-7 3-7 0,3 2-11 16,-5 7-6-16,1 1 1 0,1 1 12 0,3 3-18 0,0 2-6 15,3 0 8-15,4 2 0 0,6-2-7 0,1 1-22 16,6 2-5-16,2 0-2 0,2-2 2 16,2 2 2-16,5 0 5 0,5-3 5 0,3-1 2 15,7-2 8-15,2-3-3 0,7 1 3 0,3-5 3 16,-1-1 2-16,4-3-2 0,-2-3 5 0,-2-1 0 0,-1-3-2 15,3-1 4-15,-8-3 1 0,-2 1-8 0,-2 0 6 16,-5-2 7-16,1-2 6 0,-2 0 0 16,-5-2 3-16,1 2 6 0,-4-2-1 0,-3 0 2 15,-2 4-4-15,-1 1-4 0,-3-1-6 0,-3 2 7 16,-2-3-15-16,0 5 9 0,-1-1-15 0,-2 4-9 16,-4-2-7-16,-1 2-8 0,4 3-12 0,-1 0-25 15,-2 2-29-15,3-1-37 0,2 3-47 0,-1 1-42 16,5-3-24-16,3 8-239 0,0-4-527 0,4 1 233 15</inkml:trace>
  <inkml:trace contextRef="#ctx0" brushRef="#br0" timeOffset="70593.19">11616 4769 242 0,'0'0'426'16,"4"-3"-33"-16,-4 3-14 0,5 0-22 0,-5 0-31 0,0 0-32 15,7-3-30-15,-7 3-39 0,0 0-20 0,0 0-28 16,0 0-20-16,0 0-21 0,2 6-22 16,0-2-12-16,-4 1-14 0,2 3-7 0,0 1 15 15,0 3-31-15,-2 2-9 0,0 0-19 0,1-2-9 16,1-2-11-16,-1 0 6 0,1-3-18 0,1 0 1 0,-1-2 4 16,0 0-5-16,0 0 5 0,1-2 21 15,-1-3 18-15,-1 5 10 0,1-5 30 0,3 3 27 0,-3-3 25 16,0 0-19-16,7-7-16 0,2 1-8 15,0-2-12-15,-4-1-10 0,4 0-9 0,0-2-7 16,0 4-6-16,0-4-9 0,1 3-3 0,-1 1-10 0,0 2-2 16,-1 0-8-16,-1 0-1 0,0 3-9 0,-2-3-8 15,3 4-6-15,-1 1-13 0,0 0-6 0,3 0-5 16,0 3-10-16,2 0-2 0,-2 2-6 16,3 2 1-16,-2-2-13 0,6 6-7 0,-2-4-9 15,3 3-3-15,-8-5 0 0,8 5 1 0,-6-6 5 0,-1 0 7 16,3 1 12-16,-4-3 5 0,0 0 3 15,1-2 11-15,-1-3 5 0,1-1 4 0,-2-3 12 0,2-1 12 16,0-4 21-16,-1-3 10 0,-1 1 16 16,1-3 7-16,-2-3 5 0,0-3 7 0,2-1 8 0,0-3-3 15,2-2-7-15,-3-1 0 0,2-2-6 0,1-1-10 16,-1 2 2-16,0 0-4 0,-2 6 1 16,-3 0 4-16,1 9 2 0,-3 7 1 0,-1-1-9 15,-1 0-4-15,1 5-9 0,-2 1-9 0,1 1-49 16,-1-2-40-16,0 3-40 0,-1 2 13 0,0 0 4 0,-1 15 12 15,1-3 5-15,-1 8 8 0,-1 6 11 0,-2 5 0 16,2 1 12-16,-2 1 5 0,-1 1-6 0,0 2-14 16,4-4-8-16,-1 0-5 0,1-4 6 15,2-1-6-15,1-7 5 0,-1-1 4 0,-1-5 2 16,0-4 3-16,0-2 8 0,0 1 14 0,0-2 8 0,0-5 52 16,0 5 39-16,4-4 30 0,-4-3-6 0,0 0-18 15,0 0-11-15,-13-14-7 0,7 7-7 0,-2-3-7 16,-2-1-19-16,-2-2-11 0,-2 2-10 15,0-2-20-15,-9-2-10 0,5 3 4 0,-2 3-3 0,2-2-2 16,0 4 2-16,1 0 3 0,5 3 3 0,2-1 8 16,2 4-4-16,3-3-11 0,-2 2-25 0,1 1-26 15,0-2-11-15,6 3-5 0,0 0 10 0,0 0 9 16,0 0 8-16,0 0 3 0,28 13 12 16,0-8 2-16,4 1-8 0,7-1-8 0,12 0-7 0,3 0-1 15,2 0-2-15,-1-4-8 0,1 1 6 0,-1-2 8 16,2-3 5-16,-6 2 7 0,-13-3 7 0,-2-1 5 15,-4 0 6-15,-4 0 12 0,-5-1 32 0,-4 1 40 16,-6 0 46-16,-2 1 11 0,-1-1 30 16,-2 1-7-16,-4-1-14 0,1-1-6 0,-5 3-9 15,0-1-7-15,0 4-6 0,-5-9-9 0,-1 5-8 0,-1 4-23 16,-7-3 9-16,4 3 0 0,-4 0-5 0,-5 3-11 16,0 4-4-16,-2-1-6 0,2 1 1 0,-5 5 12 15,4-2-25-15,5 0-6 0,-4 2 8 0,6-2-5 16,0 2 2-16,3-3-14 0,4 0-13 0,-2 0-7 15,3-1-13-15,1-3 4 0,-1 2 3 0,3-2-3 16,-1 0 11-16,0-1 11 0,2-1 27 0,1-3 20 16,0 0 9-16,0 0 9 0,0 0 9 0,23-7-3 15,-15 2-1-15,3-3 2 0,5-1 0 0,-3-3-9 16,3 0-5-16,-2-2-2 0,0 0-4 0,0 2-8 16,0 1 0-16,-5 1-5 0,2 3-6 0,-4-4 3 15,-2 8-1-15,-1-3-2 0,1 1-2 0,-1 1-5 16,-3 4-6-16,3-4-3 0,-4 4-18 0,6-3-28 15,-6 3-24-15,0 0-35 0,0 0 3 0,9 7 15 16,-6-5 7-16,1 9 8 0,1-4 5 0,2 5 9 16,4 2-10-16,-1-3-17 0,3 2 4 0,0 3-10 15,3-2 5-15,1-2-2 0,2 0 3 0,-1-3 2 16,1-4 7-16,4 3 4 0,-2-4 10 0,-1-4 3 16,2-2 7-16,-1 0 11 0,-4-6 27 0,2 0 26 15,-3-1 31-15,0-3 33 0,-2 0-6 0,7-7 32 16,-11 4 14-16,3-2 10 0,-4 2 6 0,-3-1 2 15,4-2 9-15,-4 2 6 0,-2 6 16 0,-1 1 9 16,1 0-2-16,-2 4-11 0,1-1-19 0,1 1-20 16,-3 0-10-16,0 1-21 0,2 1-11 0,-3 3-29 15,2-3-34-15,-2 3-29 0,0 0-35 0,0 0-24 16,0 0 1-16,3 9 13 0,-3-3 8 0,-1 2 2 16,1 1 7-16,-2 4 5 0,2 0 2 0,0 4 4 15,0 0 2-15,-1-2 1 0,1 3-16 0,0-5-13 16,-1-2-2-16,1 0-41 0,-3-1-2 0,3 1-13 15,0-5-18-15,3 0-23 0,-6-1-1 0,6-1 1 16,-3 1 10-16,1-4 11 0,-1-1-9 0,0 0-76 16,0 0-79-16,0 0-48 0,-1-17-269 0,1 7-656 15,2-6 290-15</inkml:trace>
  <inkml:trace contextRef="#ctx0" brushRef="#br0" timeOffset="70732.78">13138 4442 149 0,'0'-6'367'0,"0"-1"2"0,1 1-13 0,-1 1-8 15,0 1-26-15,0 0-23 0,0 0-45 0,0 4-21 16,2-4-59-16,-2 4-65 0,1-4-55 0,-1 4-42 16,0 0-12-16,0 0-34 0,0 0-50 0,5 15-63 15,-2-7-57-15,-2 0-226 0,-1-1-466 0,1 3 207 16</inkml:trace>
  <inkml:trace contextRef="#ctx0" brushRef="#br0" timeOffset="71385.77">13367 4602 287 0,'0'0'407'15,"3"2"-20"-15,-3-2-28 0,0 0-28 0,0 0-35 16,0 0-33-16,8 2-28 0,-8-2-30 0,0 0-33 15,0 0-12-15,-1 7-21 0,0 0-19 0,-2 3-7 16,-2 2-13-16,0 3-11 0,1 2-17 0,-2 2 11 16,-3 5-10-16,-3 0-12 0,5-6-2 0,0 1-12 15,1-2 0-15,0-3-1 0,0-2-28 0,4-3-8 16,-1-1 5-16,1-5-4 0,0 3 24 0,2-1-15 16,-2-2 40-16,2-3 37 0,-1 2 44 0,1-2-17 15,0 0-14-15,15-12-9 0,-1 1-12 0,-1-2-8 16,7-3-7-16,-7 1-14 0,0-1-2 0,6-6-4 15,0 2-13-15,0-2-1 0,-6 7-9 0,0 1-5 16,1 1 6-16,-2-1-10 0,-6 7-9 0,3-2-2 16,-5 5 6-16,1 0-4 0,-1-1-5 0,-3 4-11 15,1-3-19-15,-2 4-28 0,7 0-3 0,-7 0 4 16,10 5 1-16,-7 0-4 0,6 3-1 0,-2 1-14 0,2-1-2 16,0 3-4-16,3 2-9 0,2-1 6 15,-3 2 3-15,3-2 7 0,-5-5 4 0,1 1 8 16,3-3 11-16,-1 1 4 0,-3-3 3 0,2 1 3 15,1-3 15-15,0-2 27 0,-5 0 25 0,3-5 19 16,-1 2 14-16,1-3 11 0,0-3 8 0,-3 1 15 16,4-4-1-16,-2-1 6 0,-5-1 4 0,3 1 2 15,1-1 5-15,-1 1 3 0,-3 3 11 0,-1 3 3 16,1 2 4-16,-2 2-14 0,0-2-11 0,3 2-14 16,-5 1-11-16,0 3-10 0,4-2-11 0,-4 2-16 15,1-5-22-15,-1 5-19 0,0 0-28 0,0 0-30 16,0 0-27-16,0 0 0 0,0 0 7 0,4 10 7 15,-4-4 8-15,0 5 5 0,0-1-1 0,0-1 0 16,0 3-8-16,0-2-21 0,0 0-10 0,0 1-18 16,0-4-26-16,0 4-16 0,0-4-24 0,-3 0-18 0,6-2-20 15,-6 0-13-15,2-1 0 0,1-4 14 0,0 4-27 16,0-4-76-16,0 0-300 0,0 0-662 0,0-16 292 16</inkml:trace>
  <inkml:trace contextRef="#ctx0" brushRef="#br0" timeOffset="71519.89">13887 4418 284 0,'0'-16'301'0,"5"3"5"16,-4 3-6-16,1 2-10 0,0 0-6 16,-2 1-31-16,0 2-22 0,3 0-22 0,-3 0-35 15,1-1-44-15,-1 6-55 0,0-2-48 0,0 2-29 16,0 0-40-16,0 0-50 0,9 9-56 0,-4-2-69 16,0-2-178-16,-1 4-425 0,0-1 188 0</inkml:trace>
  <inkml:trace contextRef="#ctx0" brushRef="#br0" timeOffset="72202.27">14085 4603 264 0,'0'0'355'0,"1"4"-21"0,-1-4-21 0,4 2-8 16,-4-2-32-16,3 4-25 0,-3-4-38 0,0 0-15 15,1 4-24-15,-1-4-15 0,0 4-23 0,0 0-9 16,0-4-8-16,0 9-16 0,0-3-8 0,0 4-4 15,0-3-10-15,0-1-10 0,0 2-6 0,0-4-5 0,0 4-14 16,3-3-10-16,-3-4 2 0,0 6-11 16,1-5 1-16,-1-2 6 0,0 5 17 0,0-5 19 15,0 0 31-15,0 0 19 0,0 0-16 0,0 0-8 16,19-14-9-16,-10 8-2 0,1-4-12 0,-1 1-5 16,0-1-10-16,4-3-3 0,-6 5-6 0,1-2-7 15,0 3 1-15,-2 2-3 0,-1 1-8 0,0 0-5 16,1 0-5-16,-4 1-6 0,-1 0-14 0,-1 3-38 15,0 0-20-15,9 0 5 0,-9 0-6 0,9 6-13 16,-5-1-9-16,5 2-5 0,-1 1-4 0,-2-2-7 16,3 3 0-16,-4-1 1 0,5 1 8 0,-2-1 4 0,1 1 12 15,0-4 5-15,1 0 15 0,-1 0-1 16,3-3 6-16,-1-2 4 0,2 0 9 0,-2-2 14 16,0-1 18-16,0-2 14 0,-1 1 12 0,1-4 18 15,-1 0 15-15,1 0 5 0,-2 1 19 0,0-3-1 16,-1 5 6-16,-2-3-1 0,-1 4 3 0,0-1-2 15,-2 1-13-15,2 2-10 0,-5-1-7 0,4 0-10 16,-4 3-13-16,5-1-18 0,-5 1-23 0,0 0-8 16,9 4 2-16,-8 3 2 0,3 3 2 0,0 4 5 15,-4 3-23-15,4 3 4 0,-3 6 14 0,-1 2-5 16,0 1 6-16,-1 4-6 0,-3 3 7 0,-1 0 1 16,-7 9-5-16,2 0 6 0,-3-12 2 0,2 3 4 15,-2-4 0-15,-4-3 1 0,5 0-1 0,-5-4-4 16,6-8 1-16,3-1 12 0,-2-2 6 0,2-5-13 15,2 0 18-15,2-4 24 0,0 0 58 0,0-1 64 16,-1-5-13-16,5 1-2 0,-6-9 12 0,6-2 13 16,1 0-2-16,5-7-17 0,4-11-18 0,6-3-9 15,8-9-20-15,6-6-13 0,4-1-12 0,21-17-11 16,-18 21-8-16,3 1-7 0,-3 3-1 0,2 5-6 16,-12 11-8-16,-4 2-1 0,0 1-8 0,-6 6-4 15,-3 5-1-15,-5 2-4 0,-2 2-9 0,0 2-18 16,-2 0-50-16,-1 0-68 0,-2 1-92 0,1 1-57 0,-3 2 10 15,0 0-6-15,-15 17-45 0,-3-5-84 0,-8 2-433 16,2 0-893-16,-2-1 395 0</inkml:trace>
  <inkml:trace contextRef="#ctx0" brushRef="#br0" timeOffset="76703.92">16427 4489 197 0,'2'-2'237'15,"0"-1"-11"-15,-2 3-7 0,1-6-11 0,-1 6-12 16,3-3-13-16,-3 1-14 0,0 2-13 0,0 0-21 15,0 0-14-15,0 0-10 0,-4-6-19 0,4 6-14 16,-13 1-13-16,1 2-8 0,-4 1-5 0,-4 3-9 16,-7 3-4-16,3 3-5 0,-2 0-3 0,2 4-6 15,-3 0-2-15,0 2 0 0,2 1-3 0,-1 0-2 16,4-1-2-16,-1 2-2 0,6-1-1 0,4-3-1 16,1 0-3-16,1-2 4 0,3-1-5 0,4-2-2 15,4 0 3-15,0-1 0 0,4 0 3 0,1-1-1 16,13 0 1-16,3-3-2 0,8-3 1 0,8-1 1 15,1-5-6-15,2-1 0 0,12-5 3 0,-13-1-4 16,-1-3-4-16,0-2-1 0,-5-1 2 0,-1-1-2 16,-2-2 1-16,-5-2 2 0,-2-3 2 0,-5 1 1 15,-4 0 2-15,-1-1 5 0,-7 6 13 0,-2-2-3 16,-4 3 0-16,-1-1-5 0,-4 2 0 0,-3 1-2 16,-3 2-4-16,-1 0-1 0,-4 2-4 0,-4 3-2 15,-6 0 0-15,-1 2-2 0,5 3 0 0,-6 0-3 16,9 2-3-16,-3 2-12 0,0 2-20 0,3 1-26 15,3 2-31-15,-1 1-26 0,3 3-29 0,6 0-13 16,3-2-29-16,4 3-42 0,-2-2-123 0,7 1-382 16,2-3 169-16</inkml:trace>
  <inkml:trace contextRef="#ctx0" brushRef="#br0" timeOffset="77118.73">16846 4517 306 0,'2'-5'409'0,"0"-1"-7"0,0 1-5 0,0 3-33 16,-1-2-22-16,2 0-32 0,-3 4-36 0,0-6-27 16,0 6-27-16,3-2-34 0,-3 2-39 0,0 0-44 15,0 0-51-15,0 0-2 0,0 0-5 0,7 13-10 16,-7-4 4-16,0 4-11 0,0 2-3 0,-3 2-3 15,3 1 3-15,-1 7-7 0,-4 2 16 0,1-7-20 16,1 7 4-16,1-8-5 0,-3 0 4 0,3-2-2 16,0-5 3-16,0 0-11 0,2-4-6 0,-2-1-1 15,2-2 8-15,-2-1 13 0,3 1 31 0,-1-5 39 16,0 5 42-16,0-5 39 0,0 0-18 0,0 0-16 16,10-10-14-16,-2 1-11 0,2-3-3 0,3-3-4 15,0-1-14-15,5-6-8 0,-2-1-8 0,1 5-9 16,-1-4-10-16,-1 8-5 0,-6-1-6 0,-3 4-3 15,0 3-5-15,1 0-5 0,-2 3-4 0,-1 1-15 16,-2 1-31-16,3-1-50 0,-5 4-51 0,8-1-25 16,-8 1-12-16,9 4-14 0,-1 3-16 0,2 1-17 15,1 4-30-15,1 3-22 0,1 2-29 0,2-5-49 16,3 10-315-16,-5-8-700 0,1-1 310 0</inkml:trace>
  <inkml:trace contextRef="#ctx0" brushRef="#br0" timeOffset="77534.5">17287 4745 210 0,'3'-5'283'0,"-3"5"-2"0,2-4 3 16,-2 4-10-16,0-2-1 0,0 2-1 0,0-6-29 15,4 3-27-15,0 0-23 0,-3-1-17 0,7 1-19 16,2-2-14-16,3 0-12 0,1-3-20 0,8-1-12 16,5-4-13-16,-2 5-10 0,1-4 5 0,-1 2-10 15,0-5-15-15,0 2-8 0,-2-1-3 0,-1-2-8 16,-3 2 3-16,-1 2 9 0,-7-2-14 0,3 2-5 15,-2-2 26-15,-6 6 11 0,1-1 18 0,-4 1-1 16,1 0-5-16,-1 3-7 0,-3-3-11 0,0 4-11 16,-1-1-9-16,-6 2-5 0,-4 1-6 0,1-2-23 15,-8 4 11-15,-3 4-4 0,-7-2 2 0,-3 6-8 16,-1 3 0-16,4-1-2 0,2 3-3 0,1 0 5 16,2 3-10-16,4 2 2 0,5-3-23 0,5 2-13 15,0 0-7-15,4 1-2 0,5-2 9 0,4 3 4 16,2-2 2-16,7 0 22 0,6 2-9 0,5-2 2 15,2 0 3-15,7-5 3 0,4-2 5 0,0-3 15 16,16 1 3-16,-16-4 7 0,1-2 7 0,-2 1 0 16,-3-2 2-16,0 1 5 0,-12-2 5 0,-7 0 4 15,-1 0 7-15,-3 0 3 0,-1 0-2 0,-1 0-11 16,-3 0 7-16,-5 0-9 0,10 0-7 0,-5 0-1 16,-5 0-26-16,0 0-29 0,9 0-47 0,-9 0-58 15,0 0-55-15,5 0-68 0,-5 0-131 0,0 0-284 16,0 0-722-16,0 0 320 0</inkml:trace>
  <inkml:trace contextRef="#ctx0" brushRef="#br0" timeOffset="78118">19090 4541 172 0,'-1'-3'278'0,"-3"-2"-20"16,3 1-20-16,-2-2-25 0,-3 4-24 0,2-1-15 16,-1-2-20-16,1 3-15 0,-4-2-18 0,1 1-12 15,-5 1-12-15,-1 2-9 0,2-1-10 0,-2 2-8 16,-6 2-10-16,6 1-8 0,-4 1-5 0,2 2-4 15,0 3-7-15,0 1-3 0,-2 2-1 0,8-1-7 16,-5 1 0-16,5 2-3 0,1-2-1 0,3 3 1 16,4 0 1-16,2 1 5 0,3-3 2 0,4-1 1 15,6 1-2-15,1-2 1 0,10 2-1 0,0-3-3 16,-4-5-2-16,7-1-1 0,1-2 2 0,-1-3-3 16,-6-3 6-16,-2 0 31 0,-2 0 8 0,0-3 19 15,-4-4 5-15,1 3-4 0,-3-5-2 0,-3-2-7 16,0 1-4-16,-3-4-4 0,-1 1-11 0,-3-4-13 15,-2 2-4-15,-2-2-12 0,-1 3-3 0,-4 2-15 16,-4-2-16-16,-1 0-15 0,-1 2-21 0,-3 4-17 16,-2-1-17-16,-5 2-25 0,1 3-24 0,3 2-38 15,1 1-44-15,2-3-55 0,5 6-243 0,2 1-544 16,2-3 241-16</inkml:trace>
  <inkml:trace contextRef="#ctx0" brushRef="#br0" timeOffset="78454.12">19441 4478 144 0,'8'0'327'0,"-8"0"-38"0,7 0-33 16,-7 0-26-16,10 2-24 0,-7 2-22 0,4 0-14 15,0 0-11-15,3 5-18 0,-4-3-15 0,3 5-7 16,0 2-10-16,-4-2-12 0,4 3-7 0,-1 2-2 15,-2 1-16-15,-2 0-5 0,-1-2-7 0,-1 2-5 16,-3-5-8-16,1-1-2 0,0 1-5 0,-4 0-6 16,4-6 0-16,-1 3 1 0,-2-4-1 0,3 0 11 15,0-2 12-15,0 1 31 0,0-4 48 0,0 0 50 16,0 0 16-16,0 0-14 0,0 0-7 0,-4-12-5 16,6 0-6-16,-1-1-12 0,3-8-14 0,2 3-17 15,2-6-13-15,6-2-15 0,0 2-18 16,0 0-23-16,0 2-17 0,-3 5-23 0,2 2-39 0,1 4-31 15,-1-4-28-15,0 5-83 0,-2 3-52 0,-2 2-54 16,0 0-75-16,1 1-90 0,-2 2-225 0,-3 0-713 16,3 1 316-16</inkml:trace>
  <inkml:trace contextRef="#ctx0" brushRef="#br0" timeOffset="79635.87">20502 4511 81 0,'5'-10'391'0,"-5"0"2"16,3 1 6-16,-1 0-13 0,2 2-23 0,-4 0-6 16,3 2-20-16,-2 0-14 0,0 1-25 0,1 0-30 15,-1 2-29-15,-1 2-28 0,3-7-25 0,-3 7-31 16,2-2-50-16,-2 2-33 0,0 0-44 0,0 0-2 16,0 0-1-16,3 13-5 0,-1-3-3 0,1 3 3 15,-3 4-5-15,2 9 3 0,-2 1-3 0,-2-1-2 16,2 1-3-16,-4 0-2 0,1-1 2 0,2-7-4 15,1 0-9-15,0-1-7 0,0-6 12 0,0-1-13 16,0-1 2-16,0-4 0 0,0 0 6 0,0-3 25 16,0 3 33-16,0-4 49 0,0-2 42 0,1 4 43 15,-1-4 15-15,0 0-22 0,11-8-29 0,-2-1-11 16,2-3-17-16,3 0-18 0,0-3-4 0,5-8-15 16,2-1-18-16,-1 2-11 0,2 0-13 0,-2 1-2 15,1 3-7-15,-6 4-6 0,-1 3-4 0,-6 2-3 16,0 2-5-16,-1 0-4 0,-3 4-1 0,1-1-9 15,-1 0-19-15,2 2-26 0,-3 0-28 0,-3 2-11 16,0 0 9-16,10 3 6 0,-6 2 8 0,1-1 5 16,4 5 1-16,-4-1 11 0,0 2 1 0,2 0 4 15,-2 2 3-15,5 3 5 0,-5-4-3 0,2 1 13 16,-1-1-2-16,-1 0 6 0,3-3 0 0,-1-1 3 16,-3-1 5-16,-1 0 1 0,1-2 5 0,-3 2 9 15,4-5 25-15,0-1 0 0,-5 0-6 0,13-4 2 16,-3-1 1-16,0 1 4 0,2-2-4 0,2-6-1 15,-1 0-9-15,3-2 4 0,-3-2-11 0,5-4-6 16,-3 1-8-16,-1 4-5 0,-1-2-4 0,-1 5 3 16,-4 1-1-16,-1 2-1 0,-1 1 3 0,-2 4-3 15,3-1-3-15,-2 3-9 0,-3-1-17 0,-1-1-29 16,5 1-40-16,-6 3-37 0,1-2-34 0,-1 2-25 16,0 0 20-16,0 0 21 0,8 7 11 0,-5 0-3 15,5 2 4-15,-2 2-2 0,7 1-4 0,4 2-7 16,8 1-12-16,1-3-6 0,2 2-16 0,3-4-9 15,6-2 3-15,-5-2 9 0,3-2 6 0,3 1 12 16,0-1 22-16,0-4 13 0,1-3 11 0,-4-1 31 16,-1-2 22-16,-4-1 45 0,-3-1 25 0,-3-3 27 0,-7 1 19 15,0-2 26-15,-6 0 16 0,0 0 18 0,-4 2 2 16,-2 1 0-16,-2 1-8 0,-2 1-9 16,-1 0 0-16,0 0-14 0,-3 0-11 0,-1 1-8 15,-2 2-6-15,-3-2-9 0,-1 3-2 0,-3 0-6 16,-3 3 0-16,-5 2-4 0,4-1-8 0,-2 4-4 0,0 0 5 15,-3 4-6-15,2-1-3 0,-5 8-5 16,4 2 1-16,3-5 3 0,0 7-1 0,4-6-1 16,4 2 0-16,-3 2-4 0,8-4-5 0,0 1-3 15,1-1 8-15,4-2-4 0,0 1 2 0,4-4-2 16,1 0 12-16,4 2-8 0,5-5 4 0,2 0-6 0,4 0 4 16,0-3-2-16,-2-3 3 0,3 0-4 0,0-5 4 15,-3-1 7-15,0 1 19 0,0-4 15 16,-4 2 3-16,0-6 7 0,3 0 0 0,-7 1-9 15,3-2 13-15,-4 1 0 0,-3-4 6 0,-2 5-5 16,2 0 3-16,-3 0-9 0,-2 0-6 0,-1 3-13 16,-1-2-6-16,-2 5-4 0,1-5-31 0,-5 2-25 0,0 2-26 15,0 2-30-15,0-2-35 0,-2 4-28 16,2-1-45-16,1 4-35 0,-2-3-49 0,-1 1-276 16,4 2-598-16,5 0 265 0</inkml:trace>
  <inkml:trace contextRef="#ctx0" brushRef="#br0" timeOffset="79970.27">21953 4450 145 0,'5'-4'310'0,"2"4"-11"0,0-1-17 0,-2-2-23 16,3 3-26-16,-2-1-20 0,2 2-20 0,-1 0-22 15,1 1-12-15,3 2-14 0,-2-1-9 0,0 3-14 16,-1-1-10-16,0 3-11 0,-1-1-12 0,-3-1-6 15,1 10-7-15,1-5-3 0,-2-1-15 16,0 4-1-16,-2-3-7 0,-2 0-1 0,2 3-7 0,-2-1-9 16,0-4 5-16,0 2-4 0,0-4-7 0,0-2 0 15,0 0-4-15,0-1 0 0,-2 1 7 0,2-1 14 16,0-4 33-16,0 0 52 0,0 7 40 16,0-7 45-16,2 4 36 0,-2-4 20 0,0 0-21 15,0 0-30-15,5-12-28 0,-1 2-19 0,1 0-24 0,3 0-31 16,-2-4-33-16,3-2-33 0,0 0-46 0,8 1-44 15,-8-3-36-15,3 5-48 0,1-2-51 0,4 2-54 16,-3 3-41-16,0 3-40 0,3 0-46 16,0 1-34-16,-4 2-298 0,5 1-744 0,-8 3 329 15</inkml:trace>
  <inkml:trace contextRef="#ctx0" brushRef="#br0" timeOffset="80371.25">22390 4567 78 0,'-2'5'214'15,"2"-5"14"-15,-2 2 12 0,2-2 7 0,0 0 15 16,0 0 0-16,0 0 3 0,0 0 9 0,0 0-38 0,11 0-30 16,-11 0-15-16,18-4-24 0,-4-1-17 0,4 0-14 15,1-2-16-15,2-1-2 0,4-4-16 16,3 0-13-16,-2-2-6 0,-2 3-11 0,1-2-2 16,-4-4-1-16,-3 7-10 0,1-3 0 0,-3 2 1 15,0 0-1-15,-3 0 6 0,-3 3 13 0,-1 0 16 0,-4 2 1 16,-1 1-10-16,-4-2-14 0,0 2-11 0,-1 0-15 15,-3 1-4-15,-5-1-11 0,-5 3-4 0,-4 2-6 16,-2 1-7-16,-2 2 2 0,0 1-4 16,-6 4 0-16,4 1-5 0,2-1-2 0,4 4-4 15,-1-4 4-15,-3 11-4 0,4-1-2 0,6-2-21 0,1 1-3 16,6 2 4-16,1 1-17 0,8 4 26 16,0-7 7-16,9 7-6 0,11-5 9 0,-2-1 8 15,7-2-3-15,5-2-1 0,14 1 5 0,-10-5 7 16,17 0-9-16,-2-6 0 0,-12 1 30 0,-3-2 9 0,13-2 5 15,-16 0 17-15,-5 1 6 0,-8-2 17 0,-3 0 26 16,-8-2 15-16,0 1 4 0,-1 1-2 0,-2-1-4 16,-3 1-5-16,-5 0-12 0,10 0-21 0,-10 0-30 15,8 0-44-15,-8 0-68 0,0 0-57 16,6-1-136-16,-6 1-147 0,0 0-500 0,0 0-967 0,0 0 428 16</inkml:trace>
  <inkml:trace contextRef="#ctx0" brushRef="#br0" timeOffset="84271.49">24486 4127 299 0,'3'-7'298'0,"-3"0"-12"16,1 1-27-16,-1 2-25 0,0 0-25 0,3 0-33 15,-3 4-38-15,0 0-33 0,0 0-9 0,0 0-13 16,-8 19-11-16,3 6-4 0,-2 3-10 0,0 9-4 16,-4 11-7-16,-1 0-6 0,-1 6 1 0,3-1-4 15,3-1 2-15,-1 3-5 0,3-2 8 0,-1-4 7 16,6-1 0-16,-2-12-1 0,2-4-2 0,0-1 0 15,2-2 1-15,1-2-4 0,-3-8-3 0,1-2-5 16,-1-5 1-16,0-1-6 0,0-4-2 0,0-1 0 16,0-1 0-16,0 1-2 0,0-2 1 0,0-1 5 15,0-3 6-15,0 4 20 0,0-4 0 0,0 0-26 16,0 0-40-16,0 0-29 0,3-19-25 0,-3 7-32 16,2-3-30-16,4-4-46 0,1-8-44 0,2 1-55 15,-2-1-165-15,4-1-469 0,-1-2 208 0</inkml:trace>
  <inkml:trace contextRef="#ctx0" brushRef="#br0" timeOffset="84868.26">24494 4411 193 0,'0'-6'216'0,"-1"-2"2"0,2 3-7 15,-2 1-5-15,2 0-20 0,-1 4-20 0,-1-6-17 16,1 6-11-16,0-7-28 0,0 7-9 0,0 0-14 16,0 0-7-16,0 0-13 0,13 12-5 0,-6-7-7 15,5 4-8-15,-2-1 1 0,7 4-6 0,1-1-3 16,6 4-2-16,-6-1-2 0,2 2-3 0,-3-4-3 15,-1 2-4-15,-3 0-8 0,-2-3-6 0,-3 0-7 16,0-3-6-16,-3 1-11 0,-4 0 0 0,-1 1 2 16,-1-2-2-16,-4-1 7 0,-4 0 2 0,-9 2-3 15,-1-3 1-15,-1-1 3 0,-9-1 1 0,3 2 3 16,4-4 3-16,2 3 2 0,-1-7 4 0,2 4-2 16,1-2 2-16,-4 0-1 0,8 0-1 0,3 0 0 15,-1 0 3-15,3 0 4 0,3 0 7 0,1 3 4 16,0-3-3-16,5 0-22 0,0 0-21 0,0 0-22 15,15-9-7-15,4 4-13 0,13-1-12 0,0 1-14 16,5 0-16-16,17-5-15 0,-2 2-5 0,8 1 3 16,-4-1 17-16,2 0 7 0,2 1 10 0,0-5 8 15,-5 5 4-15,-4-5 26 0,-14 5-12 0,-4-4 26 16,-2 2 30-16,-4-1 30 0,-9 1 40 0,-3 4 36 16,-5-5 33-16,-2 5 17 0,-2-4-5 0,0 1-4 15,-5 2-4-15,0-1-13 0,-1 2-10 0,-4-1-13 16,0 2-6-16,-3-2-6 0,-6 2-15 0,4 1-4 15,-9 1-11-15,0 4-7 0,-1-2-5 0,-3 5-7 16,-3 1-3-16,-2 4-8 0,1-1-1 0,1 4-3 16,-2 1-4-16,8 3 0 0,-3 4-3 0,3 1-2 15,1-1-5-15,2 1 7 0,6-4-8 0,3-1 4 16,1-1-4-16,4-2-3 0,2 3-1 0,0-5 7 16,0-2-1-16,4-1 9 0,4-1-7 0,-1-1-4 15,6-2 2-15,1-3 4 0,3-2-4 0,3 0 2 16,1-6-2-16,-2 5 1 0,1-3-1 0,-1-2 2 15,1-4-1-15,0 1 1 0,-1 1 0 0,-3-1 12 16,0 1-11-16,1-1-7 0,-7 1 0 0,-1 2-4 16,-1-2-25-16,-2 1-27 0,-1 1-18 0,0 0-41 15,-1-3-32-15,-3 5-41 0,2-2-64 0,-3 2-234 16,0 4-517-16,1-8 228 0</inkml:trace>
  <inkml:trace contextRef="#ctx0" brushRef="#br0" timeOffset="85718.6">25368 4405 46 0,'8'-5'278'16,"1"-1"-17"-16,1 3-11 0,2 0-28 0,-1-1-21 16,3 4-11-16,0 0-28 0,-1 2-11 0,1 0-20 15,3 4-12-15,-3 5-10 0,2-4-11 0,-5 5-13 16,0 1-10-16,-1 2-1 0,-5 0-15 0,-1 1-5 15,0 2-12-15,-4-1-6 0,-2 1-5 0,-4-4-8 16,1 3 0-16,-5-4-3 0,1 2-1 0,-4-3 0 16,-1-2-1-16,1-2 1 0,-4-3-4 0,5 0-1 15,-2 0 2-15,4-3 4 0,0-2 7 0,-2 0 8 16,3 0 8-16,7-2-5 0,-2-4-7 0,0 0-10 16,5-3-10-16,6-3-7 0,2-4-6 0,10-3-8 15,5-1-11-15,7-3-21 0,10-5-20 0,-2-3-18 16,7 2-17-16,2 2-9 0,1 1-12 0,1-5 1 15,-4 4 17-15,3 1 5 0,-16 7 14 0,10-5 17 16,-12 5 27-16,-3 0 29 0,0-3 33 0,-6 4 35 16,-3-2 37-16,-6 3 22 0,-3 3 25 0,0 0 21 15,-2-1 19-15,-2 0 1 0,0 5 6 0,-3 3 18 16,2-2 11-16,-2 3-6 0,0 0-13 0,-2 2-23 16,1 0-19-16,0 0-19 0,-2 4-19 0,1-5-36 15,-1 5-51-15,1-3-56 0,-1 3-1 0,0 0 1 16,-2 20 7-16,-1-3-3 0,-1 5 5 0,-5 7-7 15,2 2 9-15,-1 3-8 0,-2 11 13 0,-3 2 2 16,3-1-6-16,-3 1 5 0,4-10 7 0,1 7-2 16,2 2-1-16,1-12 2 0,0-3-4 0,-2-1 4 15,5-7-15-15,-1-3 11 0,2-2-4 0,-3-6 6 16,4-2-3-16,-2-2 9 0,0-1-2 0,2-2 6 16,0 0 5-16,0-1 42 0,-1-1 24 0,1-3 21 15,0 3 8-15,0-3-10 0,0 0-18 0,-11-8-12 16,4-4-19-16,-1 4-11 0,0-4-14 0,-1-2-22 15,0-2-11-15,-5-6-17 0,3 9-4 0,1 0 3 16,1 2 1-16,-1-1 1 0,4 1 1 0,-2 1 4 16,-1 2 1-16,1-1 1 0,2 1 9 0,2 4 0 15,0-1-6-15,-1 0-11 0,3 2-11 0,2-1-42 16,0 4-21-16,7-9-2 0,3 5 6 0,6-1 7 16,4-2 2-16,2 3 6 0,11-1 7 0,0 0 4 15,3 0 6-15,0 1 12 0,4-2 0 0,-5 2 2 16,2-2 7-16,-5 0 4 0,0 0 13 0,-1 0 9 15,-9 2 10-15,-1-2 16 0,-9 3 18 0,1 1 24 16,-2-1 20-16,-3 3 15 0,1-3 1 0,-2 1 1 16,1 1-9-16,-3 0-4 0,-5 1-18 0,9-1-8 15,-9 1-5-15,4-1-6 0,-4 1-31 0,0 0-8 16,6 4 5-16,-4 1-7 0,-2 1-4 0,0 5 5 16,0-4 11-16,0 5-13 0,-2 1 5 0,1 1-5 15,0 3 11-15,0 2-12 0,1-1-5 0,-3-2 12 16,3 1 9-16,0-2-49 0,0-5-17 0,-2 2-17 15,2 0-17-15,0-7-25 0,2 2-21 0,-2-1-15 16,-2-2 12-16,0 0 12 0,2-4 12 0,0 0-50 16,0 0-70-16,0 0-55 0,-5-17-210 0,3 5-538 15,0-5 239-15</inkml:trace>
  <inkml:trace contextRef="#ctx0" brushRef="#br0" timeOffset="85851.7">26420 4199 145 0,'1'-12'261'0,"1"3"-14"0,1-2-8 0,-2 7-16 0,2-3-26 15,-3 1-20-15,0 2-27 0,1 1-49 16,-1 3-21-16,0 0-19 0,0 0-25 0,0 0-29 16,9 8-34-16,-2 3-46 0,-2-5-48 0,0 6-164 15,1-4-307-15,-2 3 137 0</inkml:trace>
  <inkml:trace contextRef="#ctx0" brushRef="#br0" timeOffset="86533.76">26918 4388 188 0,'0'0'321'0,"-2"-5"-30"0,-1 2-27 16,3 3-21-16,-14-2-24 0,5 0-23 0,-3 4-21 16,-4 0-17-16,-4 3-16 0,-6 5-15 0,0 3-14 15,-3 3-7-15,2 2-14 0,2 3-5 0,-1 1-8 16,2 2-10-16,3 0-7 0,-2-1-10 0,11-6-3 15,-1-1-30-15,5-2-9 0,-1-4-3 0,6-2 0 16,-1-1 3-16,1-1 10 0,2-2 20 0,5-1 15 16,2-3 14-16,-6 0 1 0,24-7 11 0,-5-2 1 15,2 1 5-15,3-6 14 0,3-2-19 0,-1 1 12 16,-2-2-27-16,1-2 11 0,0 1-25 0,0 1 7 16,-2 0-5-16,-5 3-6 0,-4 3 1 0,1 1 1 15,-3 2 3-15,-3 2 7 0,0 1-12 0,-5 0-2 16,-2 2-10-16,5 1-10 0,-3-1-9 0,-2 0-27 15,-2 3-3-15,9 3-4 0,1-2-2 0,-2 4 1 16,-3 1-4-16,2 1 6 0,1 0-18 0,1 2 6 16,0 0-9-16,1 0-8 0,-1-1-9 0,2 1 2 15,1-4 0-15,-1 3 6 0,0-6 3 0,-1 2 7 16,3-3 4-16,-4-1 7 0,1-2 1 0,2-1 2 16,-1-2 7-16,3-5 19 0,-3-3 11 0,0-2 0 15,-2-2 11-15,0 0 2 0,0-6 23 0,1-3 10 16,-1 0 5-16,2-4-1 0,-2-1 6 0,-1-2-2 15,4 0 2-15,-1-1 16 0,-1 2 4 0,-1 0 6 16,-2 5 14-16,0 3 7 0,-1 6 10 0,-3 7 17 16,1-1-7-16,1 4-10 0,-4-1-17 0,2 5-17 15,-2-3-14-15,-1 3-33 0,3 2-37 0,-2-2-46 16,-1 4-45-16,0 0 6 0,0 0 7 0,-4 18 3 16,0-1 10-16,-2 3 4 0,-3 7 15 0,0 5-8 15,-5 12 9-15,5-10 0 0,-5 10 1 0,3-9 8 16,4-1 3-16,-6-1 4 0,5 2 2 0,3-1 2 15,1-4 3-15,0-3 2 0,0-1 0 0,1-7 3 16,2-2 0-16,4-5 2 0,-1-2 4 0,-4-1 2 16,0-4 11-16,1 0 18 0,1 0 18 0,0-2 22 15,-2-1 20-15,2-2 6 0,6 2-9 0,4-3-4 16,4-1-13-16,4-2-10 0,3-1-38 0,13-2-49 16,-2-1-61-16,4-1-79 0,15-5-93 0,-13 8-113 15,13-6-456-15,-12 5-897 0,-3-1 397 0</inkml:trace>
  <inkml:trace contextRef="#ctx0" brushRef="#br0" timeOffset="87350.59">28765 4393 255 0,'-2'-10'249'0,"-4"-2"-20"15,2 4-45-15,-3-3-15 0,-4 4-13 0,-4-4-24 16,-2 5-9-16,-3-2-15 0,0 4-12 0,-1 1-10 15,-7 1-6-15,-2 0-10 0,2 4-8 0,-2 4-6 16,3 2-6-16,0 2-9 0,7-3-1 0,-1 2-8 16,3 3-1-16,4 0-1 0,0 1-6 0,3 1-2 15,3-4-2-15,0 3 1 0,3 3-2 16,3-5-2-16,2 3 3 0,4 0-3 0,1 2 1 0,2-3 7 16,7-1 0-16,2-2 4 0,3-3 1 0,1 0-1 15,8-2 3-15,0-3-2 0,-6-4 4 16,5-2 10-16,-5-4 20 0,5-2 2 0,-2-4 7 15,-2-3 2-15,-2-5 2 0,0 1 6 0,-3-3-4 16,-1 0-2-16,-3-3 4 0,1-6-3 0,-4-2-8 0,4-12-6 16,-4-1-11-16,-3-2 5 0,2 2 3 0,-6 14 12 15,-3 1 23-15,1 3 10 0,1 4 9 0,-3 8-4 16,3 2 0-16,-2 5-3 0,-1 3-7 0,0 1-20 16,0 0-9-16,0 3-20 0,0 4-55 15,0-3-41-15,0 3 1 0,0 0 1 0,-5 17 7 16,5-5 4-16,-2 9 4 0,0 4 5 0,-2 9-2 0,3-1-5 15,1 2-7-15,5 12-19 0,-1-12-17 0,5 11-17 16,-4-11-28-16,4-1-25 0,-4 1-49 16,3-2-47-16,-3-2-52 0,0-5-259 0,-4-10-594 15,3 0 263-15</inkml:trace>
  <inkml:trace contextRef="#ctx0" brushRef="#br0" timeOffset="87685.61">28981 4389 211 0,'0'0'298'0,"0"0"-24"0,0 0-16 15,-4-1-24-15,4 1-18 0,0 0-24 0,0 0-14 16,0 0-18-16,18-3-26 0,-2 2-14 0,1 0-19 16,2-2-19-16,-1 2-18 0,5-2-14 0,-1-2-10 15,6 2-4-15,-7-2-7 0,4-6 1 16,0 0-2-16,-5 3-3 0,5-8-4 0,-11 5-2 0,0-2 2 15,0 0 1-15,-2 0 7 0,-2 1 4 0,-5 1 2 16,2 1 2-16,-4-1-5 0,-1 1-2 0,-2-1-9 16,-3 5 2-16,-1-1-7 0,-1 3-1 0,-4 2-1 15,0-1 0-15,-5 3-8 0,0 0 1 16,-2 2 6-16,-1 0-11 0,0 3 1 0,-2 6-5 16,1 0 4-16,2-1 1 0,1 4-1 0,2 1 0 15,2 1 2-15,4 0-3 0,-1 3-22 0,4 1-15 16,5-2-22-16,1 4-36 0,7 1-50 0,1-5-59 15,0-3-236-15,5-2-474 0,1-3 210 0</inkml:trace>
  <inkml:trace contextRef="#ctx0" brushRef="#br0" timeOffset="88200.17">29471 4185 171 0,'5'-3'288'0,"-1"-1"-27"0,4 4-31 0,-2-3-20 0,3 3-25 16,0 5-18-16,5-2-13 0,-2 3-15 16,3 6-10-16,-1-1-16 0,-1 3-7 0,-2 2-6 15,0 2-15-15,1 4-8 0,-5-8-5 0,3 10-10 16,-7-6-7-16,-1 1-4 0,-4 2-3 0,-1-4-4 16,-1 0-4-16,-1 1-4 0,-1-2-1 0,-3-3 1 15,2-2-2-15,1-1 4 0,0-1-6 0,-2 1 5 16,3-4 6-16,1 0 22 0,0-3 24 0,4-3 37 15,-4 3 43-15,4-3 2 0,0 0-23 0,0 0-20 16,-5-16-14-16,8 4-14 0,2 1-10 0,4-4-16 16,2-2-8-16,6-2-10 0,2-3-10 0,3-2-2 15,4-1-5-15,-1 2-6 0,3-2-10 0,-4 3 1 16,-1 0-8-16,-1 4 7 0,-3-1 13 0,-4 8 1 16,-2-1 25-16,-5 4 32 0,1 1 12 0,-3 2 3 15,-2 1-7-15,1 2-9 0,-1-4-14 0,0 4-13 16,-3-1-8-16,3 2-14 0,-4 1-26 0,0 0-26 15,0 0-21-15,0 0 2 0,10 6 2 0,-10 2 1 16,0 1 1-16,2 3-4 0,0 4-3 0,-4 1 8 16,0 1 1-16,2 0 6 0,0 0-5 0,-1 0-5 15,-2 1 13-15,2 1 1 0,1-4 3 0,-2 2 1 16,-1-6 8-16,3 0-6 0,0-4 2 0,-2-1 2 16,2 0 3-16,0-2-12 0,0 0 1 0,0-5 9 15,-2 7 9-15,2-7 0 0,0 7 7 0,0-7-2 16,0 0-5-16,0 0-79 0,0 0-78 0,0 0-41 15,7-22-54-15,-5 9-64 0,2-4-87 0,-1-9-269 16,4 0-717-16,-3-3 318 0</inkml:trace>
  <inkml:trace contextRef="#ctx0" brushRef="#br0" timeOffset="88347.72">30023 4028 193 0,'2'-7'341'0,"-2"2"16"0,0-1-4 0,1 1 1 15,-1 1-9-15,0 4-27 0,1-5-24 0,1 4-20 16,-2 1-31-16,1-5-25 0,-1 5-31 0,0 0-12 15,0 0-46-15,2-3-47 0,-2 3-44 0,0 0-51 16,0 0-5-16,0 0-32 0,0 0-40 0,4 12-41 16,-1-6-52-16,-1 2-74 0,-2-3-270 0,3 2-570 15,-3 1 252-15</inkml:trace>
  <inkml:trace contextRef="#ctx0" brushRef="#br0" timeOffset="89917.55">30230 4170 101 0,'3'-4'363'16,"1"-3"-5"-16,-2 2-6 0,1 1-14 0,0 0-13 16,-1 1-30-16,2 1-25 0,-4 2-37 0,4-3-27 15,-4 3-25-15,2-4-25 0,-2 4-20 0,0 0-26 16,0 0-10-16,7 6-19 0,-5 0-4 0,3 2-15 15,-3 4-2-15,3 5-10 0,0-1-3 0,-1 1 1 16,-1 0-12-16,1 2-9 0,0-1 0 0,-1 1-1 16,-1-2 0-16,0 2-4 0,0-2-2 0,2-3 2 15,-2 1-10-15,0-7 5 0,0-1-1 16,-2-1 0-16,0 0 14 0,4-1 32 0,-4-3 32 0,1 1 51 16,-1-3 45-16,0 0 45 0,0 0 35 0,0 0 5 15,0 0-25-15,0 0-28 0,17-11-11 0,-11 2-37 16,6-5-19-16,-2-3-17 0,8-3-14 15,-4-1-24-15,5-2-16 0,-2 1-19 0,1 1-11 16,-4-2-15-16,-3 9-20 0,0-2-7 0,-1 2-5 16,-5 5-11-16,1 1-8 0,-2 4-24 0,1-2-37 0,0 3-38 15,0-1-47-15,-3 0-38 0,2 2-59 0,-4 2-12 16,11 3-6-16,-6 0-5 0,5 4-8 0,2 0-14 16,3 2-6-16,-1 2 4 0,3 1 5 15,0-3 8-15,2 3 7 0,-3-3 5 0,3-1 24 16,-1-2 17-16,0-1 24 0,-4-1 30 0,-4-2 47 15,2 0 24-15,-1-2 49 0,-2-2 40 0,-1 2 38 0,1-5 31 16,-3 2 28-16,-2-4 21 0,0 2 14 0,0-2 4 16,-3 0 3-16,-1-4 12 0,0 2-2 15,3 0 0-15,-6 2-6 0,3 1-14 0,-1-1-8 16,-3 3-15-16,0 0-5 0,0 2-13 0,-1-1 6 16,-1 2-25-16,-6-1-4 0,2 5-2 0,-4 1-10 15,-3 4-1-15,0 0-2 0,-1 1-9 0,0 3-2 0,1 2 3 16,2-2-3-16,0 5-1 0,2-2-1 0,1-1 0 15,2 1-15-15,1 2-6 0,5-3 5 16,0-3-4-16,4-2 5 0,0-3 4 0,0 4 7 16,3-5 4-16,-2-2 15 0,8 2 7 0,4-3 9 15,0-3 7-15,5 0 12 0,1-4-8 0,1 0 18 16,6-2-4-16,1-6-2 0,-2 1-15 0,2-2 9 16,-4-1-4-16,1-1-2 0,-1 3-7 0,-1-1-5 15,-5 1 1-15,-1 1-1 0,0 1 2 0,-7 3-10 16,3 1 0-16,-5-1-4 0,-1 6 1 0,-1-2-12 15,-1 1-13-15,2 1-18 0,-2-2-39 0,-2 1-26 16,-2 3-25-16,0 0 12 0,0 0 9 0,11 7 6 16,-7-3 11-16,-3 1 9 0,3 0 2 0,1 2-13 15,-1-1 3-15,1 2 6 0,-1-3 5 0,1 1 2 16,0-3 7-16,-1 3 6 0,5-4 6 0,-3 1 17 16,1-3-7-16,-1 0 14 0,2-3-2 0,2-2 13 15,0-1 8-15,3-6 21 0,-4 1 13 0,0-3 6 16,2-1 3-16,-2-1 15 0,7-8 11 0,-5-1 4 15,1 1-3-15,2-3-22 0,-3-1 2 0,2 0-9 16,-3 2-6-16,2 4-2 0,-2 5 10 0,-5 5 30 16,-1 1-1-16,-3 3-8 0,4 0-10 0,-2 1-12 15,-2 2-14-15,-1 1-39 0,4 2-46 0,-4 2-57 16,0 0 9-16,0 0 11 0,1 14 6 0,-3-2 8 16,-1 7 0-16,-2 8 13 0,0 3 6 0,-3 3 2 15,-2 3 13-15,2 9-10 0,-1-11 12 0,4 1 8 16,-1-3 2-16,2-3-13 0,0-1-3 0,0-3-3 15,4-7 2-15,-3-2 10 0,1-4 0 0,2-3-1 16,-2-3 1-16,0 1 18 0,2-2 22 0,0-3 39 16,0-2-7-16,-6 2-12 0,6-2 0 0,-11-8 4 15,4 0-9-15,-3 0 1 0,-4-6-3 0,4-2-7 16,-3 1-2-16,3 0 1 0,-2 0 1 0,1-2-5 16,2 0-1-16,1 5 9 0,1 0-2 0,3 0 3 15,0 5 3-15,1-3-2 0,3 5-13 0,0-2-24 16,5 0-14-16,4 1-15 0,1 1-3 0,8 1-1 15,3 0-1-15,7 2-5 0,-6 2 5 0,10-1 2 16,1 2 2-16,0 0 3 0,-1-1 5 0,0 1-3 16,-3 1 8-16,-2-2 2 0,-7 0 2 0,2 0 2 15,-4-2 6-15,-4 0 23 0,-1 1 39 0,-3-1 34 16,0 1 30-16,-5 1 28 0,1-1 14 0,-1 0 14 16,-5 1 5-16,8-2-2 0,-8 2-9 0,7-2-13 15,-7 2-13-15,4-1-14 0,-4 1-14 0,0 0-12 16,0 0-22-16,0 0-21 0,0 0-24 0,0 0-24 15,9 3-33-15,-9-3-9 0,1 5 2 0,-1 2 7 16,-1-1 3-16,0 1 6 0,-2 4 1 0,0-1 3 16,1 7 3-16,1-4-3 0,-1 0 5 0,1 2 3 15,-3-4-9-15,3 0-22 0,1 0-27 0,-1-2-9 0,-2-1-29 16,5-2-13-16,-4 2-22 0,2-3-13 16,-1 1-7-16,1-4 6 0,0 3 6 0,0-5 4 15,0 0-59-15,0 0-95 0,0 0-87 0,0 0-215 16,4-22-651-16,-3 10 289 0</inkml:trace>
  <inkml:trace contextRef="#ctx0" brushRef="#br0" timeOffset="90055.57">31582 3948 101 0,'0'-5'338'0,"2"0"-2"16,-2 0-13-16,3-1-21 0,-3 3-33 0,0 0-29 16,0 3-22-16,3-5-30 0,-3 5-38 0,0-4-38 15,0 4-59-15,0 0-24 0,0 0-19 0,0 0-33 16,0 0-34-16,6 13-43 0,-4-7-53 0,0 1-76 15,-2-1-123-15,0 3-380 0,0-2 168 0</inkml:trace>
  <inkml:trace contextRef="#ctx0" brushRef="#br0" timeOffset="90401.52">31726 4105 320 0,'0'0'484'0,"0"0"-38"15,0 0-38-15,3 1-42 0,-3-1-40 0,0 0-42 16,4 3-31-16,-4-3-26 0,0 0-25 0,5 4-26 16,-4 1-12-16,2 1-22 0,0 4-13 0,-2 2-11 15,0 5-16-15,0-2-12 0,1 2-8 0,-1 0-6 16,-2 1-17-16,2-2 3 0,-1 0-5 0,0-4-4 16,1-2-7-16,1 1-5 0,-2-5-2 0,0 1-7 0,0-2 0 15,0 0 3-15,1 0 13 0,-1-3 54 16,-1 3 49-16,1-5 49 0,0 0 42 0,0 0 34 15,0 0-14-15,0 0-28 0,6-10-26 0,0 1-25 16,2-1-12-16,4-2-21 0,-1-2-25 0,0-3-39 16,6-3-29-16,2 0-31 0,-1-1-43 0,0 2-31 0,1-1-41 15,-3 7-28-15,-1 0-24 0,-2 2-36 0,2 1-36 16,-6 4-51-16,5 1-46 0,-4 1-31 16,1 2-15-16,0 1-8 0,-2 2-15 0,1 1-6 15,0 4-22-15,-5-2-221 0,-1 1-679 0,4 2 300 16</inkml:trace>
  <inkml:trace contextRef="#ctx0" brushRef="#br0" timeOffset="90784.24">32075 4183 223 0,'3'5'68'0,"-2"2"-2"16,-1-3 3-16,0-4 11 0,0 6 17 0,0-2 16 16,3-1 21-16,-3-3 17 0,0 4 19 15,0-4 21-15,0 0 23 0,1 5 14 0,-1-5 16 16,0 0 9-16,0 0-8 0,0 0-15 0,13-3-16 16,0 2-24-16,-3-3-13 0,10 0-5 0,-2-1-18 0,2-2-6 15,0-1-16-15,-1 2-7 0,5-7-12 0,3 1-12 16,-8 3 1-16,-4-2-7 0,2-2 1 15,-1 1-4-15,-2 1-4 0,-3-3 7 0,-2 5 7 16,-1 1 10-16,-2-1-18 0,-2 3 5 0,0 1-10 16,-3-1-10-16,-1-1-12 0,-1 2-7 0,-4 2-13 15,-7-2-4-15,2 1-7 0,-8 1-8 0,0 2-2 16,-2 2-1-16,3 1-6 0,-11 6-7 0,8-3 2 16,2 1-11-16,0 6 3 0,1 3-10 0,6-2-36 15,1 3-12-15,-1 7 3 0,8-3 1 0,6 5 4 16,8 1 4-16,5 2 4 0,7-3 11 0,8-3 2 15,0 2 2-15,13 1 4 0,2-4-1 0,-10-5 7 16,14 0 0-16,-1-1-3 0,-10-7 7 0,-2 0 5 16,-2 0 10-16,-5-5 18 0,-9 0 23 0,-3-1 28 15,-6 2 23-15,1-3 22 0,-6-1 8 0,0 2 2 16,-2-2-4-16,-5 0-10 0,12-2-14 0,-10 4-11 16,-2-2-25-16,9-3-71 0,-9 3-106 0,2-4-108 0,-2 4-136 15,-2-5-155-15,2 5-381 0,-5-8-964 16,5 8 427-16</inkml:trace>
  <inkml:trace contextRef="#ctx0" brushRef="#br0" timeOffset="93716.38">32866 4051 290 0,'0'0'298'0,"0"0"-11"16,0 0-18-16,0 0-19 0,0 0-19 0,0 0-23 15,0 0-20-15,0 0-13 0,0 0-26 0,0 0-14 0,0 0-19 16,0 0-10-16,0 0-20 0,0 0-8 15,0 0-13-15,0 0-6 0,0 0-11 0,-3-9-7 16,3 9-6-16,0 0 1 0,-26 12-5 0,13-7-6 16,-1 4-1-16,-2-1-7 0,2 1 3 0,1 2-4 15,0 2-2-15,2 0 5 0,-1-1-6 0,8 0-3 16,-3 5-2-16,1-2 0 0,5 2 2 0,5-1 1 16,1 1-5-16,4 1 0 0,6 3 4 0,2-2-2 15,2-1-4-15,-3-5 1 0,0 2-1 0,1-2 0 16,-3-2-1-16,-4-3-3 0,-10-8-15 0,17 12-9 15,-17-12-13-15,0 0-11 0,13 12-3 0,-13-12 7 16,0 0 5-16,-19 7-7 0,-10-5-32 0,-7-2-51 16,-6-3-59-16,-8 2-267 0,11-3-492 0,0 1 218 15</inkml:trace>
  <inkml:trace contextRef="#ctx0" brushRef="#br0" timeOffset="95154.17">2763 6774 94 0,'3'-4'265'15,"-6"-2"-8"-15,3 1 2 0,-2 0-17 0,2 1-2 16,-3 1-13-16,3 3-8 0,-1-9-12 0,-2 8-24 15,3 1-20-15,-1-5-16 0,1 5-19 0,0 0-19 16,0 0-14-16,-5-1-13 0,-6 5-12 16,2 4-11-16,-5 3-6 0,0 2-9 0,-6 6-4 0,1 2-1 15,0 0-6-15,5 1-4 0,-1 1-6 0,-1 1 3 16,5-1-6-16,3-4 2 0,-1 4-7 0,4-6-25 16,4 0-14-16,-2-4 1 0,6-2 1 15,-2 2 2-15,4-4-19 0,3 0 15 0,-3-3 0 16,4-2 7-16,8-3 6 0,2-4 1 0,-1-3 1 0,3 1 2 15,4-9 4-15,-1-3 1 0,-1 2-4 0,-4-5 15 16,-5-1 13-16,0-1-2 0,-5 5 1 16,-1-2-3-16,-4 0-7 0,1-6-2 0,-5 0-5 15,-5 6-19-15,-2 2-4 0,2 0-4 0,-8 2-5 16,-1 1-4-16,0 2-7 0,0 2-8 0,-4 1-13 0,-1 1-19 16,-3 3-20-16,2 2-30 0,-3 1-28 0,4 1-25 15,1-1-45-15,-4 2-127 0,12-1-382 16,-4 1 170-16</inkml:trace>
  <inkml:trace contextRef="#ctx0" brushRef="#br0" timeOffset="95567.6">3006 6392 253 0,'4'-4'268'0,"-4"4"-32"15,3-2-31-15,-3 2-27 0,0 0-18 0,2 11-22 0,-2 3-13 16,0 3-13-16,-1 12-11 0,0 2-13 0,-3 6-7 16,0 15-10-16,-5 2-4 0,5-1-10 0,-2 3-1 15,-1 3-5-15,6-4 2 0,-4-2-1 16,10-3-6-16,-5-15 1 0,5 0-1 0,-2-5-6 16,3 1 4-16,-2-4-12 0,1-8 2 0,-1-1-4 0,1-3-6 15,-1-5 1-15,-3 0-3 0,3-5 7 16,0 3 14-16,-3-5 25 0,2 1 30 0,-2-4 5 0,-1 0-5 15,0 0-16-15,1-12-11 0,-1 5-7 16,-1-6-10-16,-3 1-12 0,-5-2-6 0,-1-3-7 16,-2-8-11-16,-3 1-2 0,-2-2-5 0,-2 6 0 15,0-4-3-15,-1 6-5 0,4 2 5 0,-5-1 2 0,4 5 5 16,2 2 5-16,5 3 0 0,-2 1 1 16,3 0 0-16,3 1-3 0,-1 3-4 0,2-2-5 15,4 1-13-15,-3 2-7 0,4 1-13 0,0 0 0 16,0 0 3-16,18 0-2 0,10 1-26 0,8-5-50 15,16 2-67-15,8-4-84 0,3-1-269 0,29-3-561 0,0-7 248 16</inkml:trace>
  <inkml:trace contextRef="#ctx0" brushRef="#br0" timeOffset="96436.14">4437 6752 28 0,'-1'-12'317'0,"-3"2"-23"16,-2 1-23-16,-4-2-26 0,-3 0-24 0,-1 1-19 15,-5 5-24-15,-3-1-17 0,3 2-18 0,-8 2-16 0,-4 4-11 16,3 2-18-16,-1 2-5 0,-1 3-16 16,4 1-6-16,-4 4-4 0,5 0-10 0,-1 2-8 15,6 2-4-15,-1 3-8 0,2-3-3 0,6 5-3 16,4-6-2-16,0 0-4 0,4 4-1 0,1-6-4 15,6 2-2-15,-1-2 2 0,4-4 1 0,0-1 0 0,5 1 3 16,-2-2 2-16,4-5 0 0,4-1 6 16,0-3-1-16,4-3 0 0,-1-4 14 0,-1 1 18 15,1-2 20-15,-1-4 22 0,-1-1 22 0,-1 0 4 16,-4-1 6-16,-1-2 7 0,1 1-2 0,-3-1 3 0,-1 0-2 16,-1-1-3-16,-1 1-11 0,-3 5 4 15,2 0-2-15,-4 2 3 0,1 2-6 0,0 1-8 16,0-1-17-16,-4 3-12 0,4-1-22 0,0 3-16 15,-2 2-24-15,0-5-25 0,0 5-29 0,0 0-36 16,1-4-47-16,-1 4-43 0,0 0-30 0,0 0 18 0,0 0 19 16,8 6 0-16,-3-1 15 0,0 0 11 15,4 1 7-15,8 5 8 0,-3-7 7 0,8 4 6 16,-2-3 2-16,7-1 4 0,0 1 2 0,1-4 9 16,-1-1 6-16,-7-1 5 0,3-2 6 0,-5-1 9 15,1-1 8-15,-2 1 20 0,-1-4 35 0,1 0 27 16,-7 1 33-16,0 0 27 0,1-2 27 0,-5 1 14 15,3 0 26-15,-4 2 19 0,0 0 11 0,-1 1 7 16,0 0-7-16,-2 4-11 0,1-4-20 0,0 3-21 16,-3 2-16-16,2-4-17 0,-2 4-17 0,4-2-25 15,-4 2-28-15,0 0-31 0,0 0-43 0,0 0-13 0,0 0 1 16,1 9 7-16,1-1 2 0,-4 2 4 0,1 1 0 16,0 2 1-16,-2 4 6 0,-1 0 1 15,0 2-19-15,2-1-11 0,-1 2-7 0,0-2-6 16,1-3-10-16,1-3-6 0,1-1-4 0,0-5 12 15,0 2 1-15,-1-4 18 0,1 1 21 0,0-2 43 0,0-3 34 16,0 0 22-16,6 1 7 0,-6-1 1 0,10-9 10 16,-2 2 0-16,7-6 0 0,-5-2-9 15,3 1 9-15,1-2-3 0,2 4-15 0,-2-1 0 16,-4 1-10-16,-5 5 3 0,5-2-9 0,-6 6-10 16,2-4-6-16,-3 4-25 0,1 1-27 0,2 0-17 0,-6 2-12 15,0 0-13-15,17 7-4 0,-11 2-7 0,2 1-18 16,6 2-26-16,0 3-48 0,0 1-54 0,4 7-37 15,-4 0-91-15,1-3-459 0,-1-6-870 16,-2-3 385-16</inkml:trace>
  <inkml:trace contextRef="#ctx0" brushRef="#br0" timeOffset="113613.65">5857 6649 80 0,'0'-5'265'0,"3"-1"-1"16,-2 0-5-16,-1-2-7 0,3-1 2 0,-2 1-2 16,0-1-7-16,2 0 2 0,-3 2-8 0,1 2 2 15,-1-2-21-15,3 1-8 0,-3 1-13 0,2 0-13 16,-1 1-29-16,-1 4-9 0,0-6-20 0,0 4-20 16,0 2-22-16,0 0-19 0,0-5-54 0,0 5-39 15,0 0-21-15,0 0 5 0,0 0 3 0,-1 18 4 16,-4-6 4-16,1 4 0 0,2 1 3 0,-2 3 4 15,0-2 6-15,1 2 1 0,2 4-1 0,0-4 3 16,-2-1 3-16,3 0-2 0,3 0-5 0,-2-4 3 16,0 1-2-16,2-3 5 0,1-1-3 0,-3 0 7 15,4-5-2-15,-1 3 3 0,2-1 5 0,-2-4 6 0,1-2 18 16,2 1-9-16,0-3 14 0,2-2 3 16,1-3 12-16,2-2 10 0,1 0-2 0,1-4 6 15,1-2 2-15,0-2-4 0,2-1-6 0,-3-5 11 16,4-1-8-16,-1-1-5 0,-2 2-1 0,-2-2 1 15,-2 5 0-15,-2-1 13 0,-1 4 9 0,-2-2-1 16,0 2 4-16,-2 2 6 0,-1 5 2 0,0-1 14 16,-1 2-11-16,-1 2-4 0,1-1-10 0,-1 1-12 15,-1 0-13-15,0 4-14 0,3-3-28 0,-3 3-34 16,0 0-30-16,0 0-19 0,0 0 5 0,0 0 9 16,-7 17 2-16,2-6 4 0,0 3 15 0,0 3 0 0,-2-1 5 15,1 1 5-15,5 2 3 0,-2 0-3 16,1-1 11-16,3 1-8 0,0-2 4 0,3-1 8 15,2 1 1-15,4-1 6 0,3 0 4 0,5-4 5 16,0 0 3-16,10-4-1 0,3-1 14 0,1-4-39 0,5-3-25 16,1-3-43-16,-1-2-51 0,0-2-58 0,14-6-72 15,-15 2-305-15,1-2-632 0,9-8 280 16</inkml:trace>
  <inkml:trace contextRef="#ctx0" brushRef="#br0" timeOffset="114130.54">6676 6589 289 0,'1'-6'309'16,"2"3"-6"-16,-2 0-11 0,-1-3-7 0,4 2-18 16,-4 4-27-16,0-4-29 0,0 4-23 0,0-4-20 15,0 4-29-15,0 0-33 0,1-4-30 0,-1 4-16 16,0 0-8-16,0 0-7 0,-2 16-4 0,-1-7-7 16,2 3-1-16,-3-1-3 0,-1 6-4 0,-1-1-4 15,2 2-3-15,-2 0-2 0,-1 5 0 0,1-3 2 16,-1-1-7-16,0-1 1 0,0 7 0 0,5-11-2 15,-5 0 2-15,3-2-4 0,2-5 3 0,-1-2-2 16,1 2 7-16,-1-1 7 0,2-2 28 0,0-1 34 16,-2 1 35-16,3-4 48 0,0 0 41 0,0 0 0 15,0 0-21-15,5-11-19 0,-2 1-19 0,3-1-15 16,-1-5-15-16,4 0-13 0,-1-2-12 0,1-1-13 16,1-5-15-16,3 2-11 0,-3 5-5 0,-5 3-7 15,3 4-6-15,-3-2-6 0,0 4-2 0,-1 1-5 16,-3 2-7-16,0 0-6 0,2 1-15 0,1 0-25 15,-3 1-25-15,3 2-12 0,-4 1 4 0,0 0 0 16,15 6 6-16,-6 0-12 0,-1 0-8 0,-3 1 1 16,6 2-3-16,-3 1-9 0,5 1-28 0,-3 0-19 15,0 1-20-15,2 3-19 0,-1-3-27 0,-2-3-23 16,4 1-36-16,-4-1-37 0,0-2-286 0,0-3-627 16,-1-2 277-16</inkml:trace>
  <inkml:trace contextRef="#ctx0" brushRef="#br0" timeOffset="114695.74">7026 6452 101 0,'3'-11'326'0,"-3"0"-6"0,2 2-4 16,-2 2-9-16,0 1-17 0,2 1-32 0,-1 1-23 16,-1 0-26-16,0 4-30 0,0-4-37 0,0 4-38 0,0 0-14 15,0 0-11-15,0 0-10 0,5 15-11 16,-4-3-5-16,-1 5-8 0,0 2 23 0,0 1-10 15,2 6-6-15,-5 1-5 0,-1 1-4 0,2-1-2 16,0 1-4-16,-3-2-2 0,4-1-4 0,-1-7 0 16,0 7-4-16,1-7 7 0,0-5-16 0,1 0 4 15,-2-4-6-15,2-1 9 0,-1-2-4 0,1 1-5 16,0-2 13-16,-1 0 39 0,2-3 47 0,-1-2 42 16,0 0 47-16,0 5 17 0,0-5-26 0,0 0-17 15,8-17-21-15,-2 8-16 0,0-6-12 0,5-4-13 0,3-3-18 16,1-3-17-16,0 0-12 0,2 0-8 15,1 3-5-15,-4-2-7 0,4 2-6 0,-8 5-2 16,3 2-6-16,-5 6-1 0,-2-3-7 0,0 6 1 16,1-2-3-16,-2 3-5 0,-1 1-6 0,-2-2-3 15,1 4-9-15,-1 0-18 0,-2 2-31 0,2-3-27 0,-2 3-35 16,0 0-14-16,0 0-14 0,0 0 39 0,-2 14 4 16,-2-4 8-16,-3 5 16 0,-3-1 4 15,-3 2 5-15,-5 5 3 0,4 0 6 0,-5-2 6 16,-1-1 1-16,4-3 12 0,3-2-1 0,0-3 4 0,4-1 9 15,0-3 0-15,2 1-2 0,0-2 8 0,4 0 1 16,-1-2 23-16,1-1 19 0,2 0 34 0,1-2 33 16,-8 5 22-16,7-3 14 0,1-2-4 15,0 0 8-15,0 0-10 0,-4 2-12 0,4-2-8 16,0 0-15-16,-2 2-10 0,2-2-20 0,0 0-6 0,0 0-8 16,0 0-8-16,0 0-3 0,10 7-7 0,-3-3-25 15,4 0-34-15,-1 2-22 0,7 1-28 0,0 0-33 16,0 2-38-16,-2 0-48 0,2-1-41 0,2 3-45 15,-2-1-60-15,2-4-75 0,-1 1-311 0,-5-2-793 16,-2-5 351-16</inkml:trace>
  <inkml:trace contextRef="#ctx0" brushRef="#br0" timeOffset="115466.22">7360 6610 115 0,'0'0'349'0,"2"-7"1"0,1 4 5 16,-3 3 2-16,1-5-8 0,2 2-11 0,-3 3-20 15,1-4-31-15,-1 4-28 0,1-5-25 0,-1 5-30 16,0 0-21-16,0 0-10 0,0 0-28 0,0 0-21 16,0 0-24-16,0 0-32 0,0 0-5 0,0 0-16 15,0 0-3-15,4 16-4 0,-4-8-27 0,0 2 19 16,0 2-12-16,0 2 2 0,0 1-4 0,-1 3 5 15,1 1 1-15,-3 1-8 0,1-4-4 0,-1 1 4 16,3-6-15-16,0 0-5 0,-1-2-6 0,1 2-1 16,0-3 5-16,-3-3 4 0,3-1 10 0,0 1 13 15,0-5 35-15,0 5 44 0,0-5 40 0,3 3 36 16,-3-3 6-16,0 0-30 0,0 0-12 0,5-15-12 16,0 8-13-16,-1-3-10 0,5-4-13 0,1-4-12 15,2 2-11-15,3-4-14 0,-4 4-11 0,-3 1-4 16,1 5-9-16,-1 1-3 0,-3 1-3 0,-1 1-4 15,-2 2-9-15,2 1-18 0,0 2-26 0,-3-1-27 16,4 0-24-16,-5 3-21 0,0 0 1 0,8 0 7 16,-8 0-4-16,9 10-5 0,-3-4 3 0,1 3 9 15,0 0 2-15,1 1-3 0,6 2-6 0,-1 3 2 16,1-3-3-16,5 1-4 0,0-2-5 0,4 0-4 16,3 3-5-16,-2-5-8 0,4 0-10 0,4-3 0 15,0-2 0-15,0-3 5 0,0-4 10 0,0 1 13 16,0-1 10-16,-4-5 8 0,-2-1 13 0,-6 0 17 15,7-4 17-15,-12 1 23 0,2 2 15 0,-3-2 19 16,-4 3 22-16,-1-5 19 0,-3 6 25 0,-2-1 1 16,0-2-6-16,-3 6-4 0,2-2-17 0,-3 2-5 15,-1 0-2-15,-2 1-6 0,1 1-9 0,-4 1-3 16,0 0-6-16,-8 4-3 0,5 0-17 0,-4 3 8 16,-6 1 0-16,0 3-8 0,2 0 6 0,-1 3 0 15,3 0-2-15,1 0-4 0,1 0 7 0,1 1-8 16,4-4-9-16,1 1-15 0,2 0-2 0,0-1-3 15,2 2 2-15,1-2 4 0,2-2 4 0,4-1 5 16,0-1 8-16,2-1 1 0,4-1 0 0,3-1 1 16,4 0 2-16,3-2 2 0,-4-3-3 0,0-1 4 15,3-1 0-15,-3 1 2 0,0-5 0 0,-7 2 11 16,7-2 2-16,-5-1 2 0,-1-2 5 0,2-2-3 16,-6 4 2-16,-2-3 9 0,1 1 1 0,-4 1-5 15,1 1-1-15,-2-2 0 0,-2 2 5 0,0 0-20 16,-2 0-14-16,-3 3 6 0,0 0-9 0,-2 2-15 15,-1 0-20-15,-3 1-22 0,0 3-37 0,-3 0-42 0,0 2-46 16,1 2-61-16,2-1-71 0,0 2-205 16,3 0-568-16,2-1 252 0</inkml:trace>
  <inkml:trace contextRef="#ctx0" brushRef="#br0" timeOffset="116049.65">8270 6632 350 0,'0'0'355'16,"5"-1"-31"-16,-5 1-31 0,0 0-23 0,0 0-44 15,0 0-26-15,0 0-21 0,0 0-25 0,2 5-11 16,-2-5-15-16,-2 10-13 0,-2-1-11 0,1 1-11 16,0 1 8-16,-1 1-25 0,0-1-10 15,-1 1-9-15,2-1-3 0,-1 1-6 0,3-1-13 0,0-4-4 16,-3 0-1-16,4-1-2 0,0 0-5 0,0-3-1 15,0 1 6-15,0 0 0 0,0-4 20 0,0 4 29 16,0-4 40-16,0 0 21 0,4 3 10 16,-4-3 0-16,0 0-4 0,9-6-6 0,-4 1-8 15,0 1-11-15,4-1-8 0,1-4-16 0,-1 3-10 0,0-3-3 16,0 2-14-16,-1 0-4 0,-1-1-7 0,0 3-5 16,-1 2-5-16,-1-1-11 0,-1 2-5 0,-1-1-3 15,-1 1-10-15,-2 2-22 0,5-2-21 16,-5 2-14-16,0 0 0 0,0 0 7 0,15 6-1 0,-9 1 1 15,1 1-2-15,1 0 1 0,2 1 8 0,3 3 5 16,2-2-1-16,1 2 15 0,0-3-10 0,1 2 4 16,5-2 1-16,-2-2 4 0,1-2 0 15,7 0 1-15,-1 0 1 0,2-3 11 0,-9-4-2 0,3-2-8 16,3 0 8-16,-7 0 4 0,3-2 16 0,-6-2 10 16,2 2 9-16,-2-5 0 0,0 0 14 0,-5 0 3 15,1-2-4-15,-3 0-5 0,0-3-3 0,-4 1 3 16,0 3-6-16,-4 0-9 0,2 0-5 0,-6-2-8 15,2 2-9-15,-5 0-6 0,-6 0-6 0,-2-2-12 16,-4 6-5-16,-7-6-6 0,-2 5 4 0,7 4 0 16,-9-1-9-16,8 6 7 0,-1-3-16 0,4 3-15 15,-4 1-15-15,5 1-30 0,4 1-10 0,-1 0-21 16,2 1-27-16,2 2-27 0,0-2-11 0,3 0-3 16,4 1 4-16,-3 2 18 0,4-2 12 0,4 0 13 15,5 3 11-15,3-1-10 0,9 0-15 0,7-2-25 16,4-1-24-16,2 1-20 0,3-3-15 0,2-2-169 15,0 0-447-15,-1-1 199 0</inkml:trace>
  <inkml:trace contextRef="#ctx0" brushRef="#br0" timeOffset="116362.13">8866 6638 1438 0,'35'-5'-22'0,"-2"-1"30"0,0-2 29 0,-4-1 37 16,-8 1 34-16,-6 1 33 0,2-3 34 0,-8 5 32 15,2-2 38-15,0 1 10 0,-6 3 18 0,0 0-9 16,1-2-6-16,-2 3-15 0,0-1-17 0,0 1-23 16,-4 2-23-16,4-3-24 0,-4 3-30 0,0 0-42 15,0 0-28-15,0 0-42 0,0 0-11 0,6 8 7 16,-8-1-3-16,-1 0 3 0,-1 3-1 0,4 2 1 15,-5 5-8-15,1 0 5 0,-1 0-2 0,0 2 0 16,-3 0 0-16,7-3-7 0,-4 0 2 0,1-4-6 16,0-1-6-16,3-2-20 0,-3-2 10 0,4-3 6 15,-4 3 0-15,3-2 28 0,1-1 22 0,-2 0 38 16,2-4 35-16,0 0 20 0,0 0-10 0,0 0-12 16,13-9-9-16,-5 1-9 0,4 0 0 0,2-3-5 15,-1-3-7-15,2 5-6 0,-1-4-4 0,0 0-3 16,-1 3-6-16,-4 1-2 0,-2 2-1 0,0 2-8 15,-2 0-9-15,-1 2-7 0,-2 1-10 0,2-1-17 16,1 2-41-16,-5 1-10 0,9 4-18 0,0 2 2 16,-4 3-6-16,4 0-17 0,-4 6-18 0,4 1-50 0,-4-1-54 15,4 1-55-15,-5 2-79 0,-3-5-448 16,3 0-857-16,-3-3 380 0</inkml:trace>
  <inkml:trace contextRef="#ctx0" brushRef="#br0" timeOffset="119879.76">10595 6191 238 0,'4'-12'302'15,"-3"2"-7"-15,2-2-3 0,1-2-7 0,-3 2-11 16,3 1-10-16,-3 2-1 0,-1 3-20 0,0-2-18 16,0 7-26-16,1-7-16 0,-1 4-24 0,0 1-17 15,0 3-40-15,3-4-49 0,-3 4-52 0,0 0-3 16,0 0 0-16,-5 22-2 0,-4-1 0 0,1 9 1 15,-5 15 6-15,-1 2-6 0,2 1-3 0,-2 0 5 0,1 2 0 16,0-2-2-16,4 0 5 0,-1-3-2 16,6-10 12-16,0-4-12 0,-2 2 4 0,3-3-2 15,2-4-1-15,0-6 1 0,-1-4-3 0,0-4-1 16,1-1 3-16,-1-2 3 0,2-1 2 0,-1-1 3 16,1-3 2-16,0 2 21 0,-1-2 26 0,1-4 41 0,-4 3-16 15,4-3-9-15,-9-1-1 0,9 1-12 16,-18-6-2-16,9 0-10 0,-9-1 2 0,3 0-11 15,2 2-5-15,3-2-2 0,-8-1 1 0,1 1-15 16,-2-2-13-16,3 3-10 0,-1-1-26 0,4 4-21 0,0 0-19 16,2-3-18-16,0 4-26 0,3 0-20 0,0 1-33 15,2 1-35-15,6 0-46 0,-9-4-73 16,8 1-166-16,-2 1-529 0,3 2 234 0</inkml:trace>
  <inkml:trace contextRef="#ctx0" brushRef="#br0" timeOffset="120188.14">10255 6542 135 0,'0'0'261'0,"-7"1"-18"0,7-1-21 16,0 0-11-16,-9 1-10 0,9-1-10 0,0 0-18 15,0 0-17-15,0 0-19 0,0 0-10 0,0 0-14 16,23-1-10-16,-2 0-10 0,11-2-7 0,5 1-10 16,2-1-8-16,-1-2-9 0,15 2-6 0,-19 1-3 15,3-2-4-15,-4 1-8 0,-2 3 0 0,-3-2-5 16,-10 2-4-16,-4-2-3 0,-1 2-7 0,-2-1-14 16,-3 1-9-16,0-1-11 0,-3-1-11 0,0 2-13 15,-5 0 0-15,7-1 2 0,-7 1 0 0,0 0-12 16,0 0-21-16,0 0-24 0,-19 5-18 0,12-3-24 15,-3 0-33-15,1-2-193 0,1 3-390 0,1-3 173 16</inkml:trace>
  <inkml:trace contextRef="#ctx0" brushRef="#br0" timeOffset="120944.82">10893 6465 230 0,'0'0'413'0,"0"0"-23"0,0 0-8 0,3-5-29 16,-3 5-32-16,0 0-30 0,0 0-33 0,0 0-30 15,0-3-31-15,0 3-20 0,0 0-22 0,0 0-21 16,0 0-40-16,0 0-24 0,0 0-6 0,3 10-10 16,-3-3-1-16,0 0 2 0,-2 0-13 0,1 4-11 15,3-2 2-15,-1 0-11 0,-1 3-15 0,2-3-3 16,0 2-6-16,0-2-6 0,-1-2-3 0,1 0 1 15,1-1 9-15,-2-1-10 0,2 0 0 0,-1 0 5 0,1-3 19 16,-1 2 2-16,2-3 13 0,-4-1 17 16,11 0 30-16,-11 0-6 0,13-5 5 0,-6 0 1 15,3-2-1-15,0 1 1 0,-3-6-10 0,0 3-5 16,5-4-5-16,-2-1-7 0,-1 2 0 0,-4 2-2 16,4 1-3-16,-5 2 1 0,1-1-5 0,-4 3 0 15,3 1-13-15,0 1-1 0,-4-1-2 0,4 2-16 16,-4 2-20-16,1-4-27 0,-1 4-38 0,0 0-27 15,0 0-1-15,0 0 9 0,0 0 13 0,9 13 5 0,-5-8 12 16,1 4-3-16,0 1 5 0,2 0-12 16,3 2-6-16,-3 0 3 0,5-1 6 0,2 1-8 15,1 0-2-15,2-2-4 0,0-2-2 0,2-1-9 16,2-2 8-16,-4 0-5 0,2-5 7 0,4 1 7 0,-6-2 6 16,3-1 16-16,-2-3 13 0,0-3 23 0,0 1 28 15,-4-3 22-15,1-2 21 0,-5 0 24 0,2-2 24 16,-2-1 16-16,-1 1 26 0,0-1 12 0,-1 5 22 15,-3-2 6-15,0 2 11 0,-1-1 10 0,-3 4-3 16,3 2-13-16,-4 0-20 0,5 2-18 0,-5-2-18 16,3 1-18-16,-3 4-23 0,1-3-31 0,-1 3-33 15,0 0-40-15,0 0-29 0,0 0 7 16,0 0-9-16,0 0 14 0,0 15 5 0,-1-5-2 0,-2 2 9 16,2 3 2-16,-3 3 3 0,0-1 4 0,-1 3-2 15,2-3 6-15,1-1-9 0,-1-5-22 0,-2 2-1 16,4-3-7-16,-2 0-4 0,2-5-1 0,1 3 3 15,0-2 10-15,-1-2 15 0,1 0 20 0,0-4 38 16,0 4 31-16,0-4 26 0,0 0 0 0,0 0-5 16,0 0-9-16,0 0-7 0,15-11-12 0,-6 3 0 15,-1-2-8-15,3-4-5 0,2 2-4 0,-4 0-7 16,4 0-3-16,-4 4-3 0,-3 1-3 0,3-1-2 16,-4 3-1-16,0 1-5 0,-1 0-4 0,0 0-6 15,-1 2-17-15,0-1-13 0,-3 3-25 0,8-4-12 16,-3 4-28-16,-5 0-27 0,13 4-28 0,-4 1-32 15,2 1-41-15,-3-1-40 0,2 1-55 0,3 2-62 0,0-5-246 16,-2 2-672-16,2-3 298 0</inkml:trace>
  <inkml:trace contextRef="#ctx0" brushRef="#br0" timeOffset="121872.92">11880 6467 244 0,'-2'-3'279'0,"2"3"-25"0,0 0-15 16,0 0-18-16,0 0-25 0,0 0-10 0,0 0-22 0,0 0-13 16,0 0-17-16,0 0-14 0,0 0-11 0,0 0-4 15,14 0-16-15,-6 0-10 0,-2-2-11 0,7 2-3 16,-1-2-13-16,-1 1-9 0,3-1-2 16,-1 1-6-16,6-3-4 0,-2 0-5 0,1 1-4 0,-1-1-3 15,0-4-1-15,-3 5 2 0,-4 0 2 0,2-3-5 16,-2 1 6-16,-1 0 13 0,-4 2 15 0,0 0 11 15,3-1 8-15,-4 0 2 0,-3 3-23 0,3-1 6 16,-4 2-11-16,0 0-6 0,0 0-9 0,-8-7-4 16,-1 7-5-16,-1 1-3 0,-2 2-4 0,-5 1-4 15,1 2 15-15,-5 3-19 0,1-3 0 0,2 3-6 16,1-1 2-16,-1 4 9 0,1 0-11 0,5 0-4 16,-1 0-7-16,2 0-2 0,4-2-1 0,-1 4-4 15,4-2-3-15,3-2 2 0,1 1 4 0,1 0-2 16,4-2 3-16,9 3-1 0,3-1-5 0,2-2-6 15,12-2-7-15,-2-1-8 0,6-4-5 0,3 1-1 16,-1-6-3-16,0 1 6 0,14-4 5 0,-17-1 6 16,1-5 3-16,-3 0 6 0,-1-2 18 0,-4-5 18 15,-2 0 12-15,0-2 14 0,-4-3 9 0,0-3 4 16,-5-2 5-16,3-2 12 0,-2-4 20 0,-3 4 23 16,-4-2 26-16,3 2 20 0,-4 5 26 0,-1 1 8 15,-3 8-1-15,4 2 4 0,-5 1-2 0,-2 4-3 16,1 1-17-16,-3 3-20 0,0 1-15 0,1-1-20 15,-1 3-17-15,3 0-43 0,-3 3-42 0,1-5-53 16,-1 5-68-16,0 0-26 0,0 0 32 0,3 13-5 16,-5-1 9-16,4 4 8 0,-5 4 12 0,-1 6 8 15,3 3 9-15,-4 1 6 0,1 3 6 0,-1 0 5 16,1-2 5-16,4 1 1 0,-1-5-16 0,-2 1 13 16,2-7-7-16,2-4-2 0,-1 0 4 0,0-5 0 15,0 0 2-15,-1-2 13 0,2-3-4 0,-2 0 5 16,-2-2 9-16,3 0 20 0,0-3 27 0,0-2 26 15,-1 5 10-15,1-5-8 0,0 0-5 0,-13-5-9 16,3 1 1-16,1-3-5 0,-9-2 2 0,4 0-10 16,-4-1-12-16,0 1-10 0,0 0 5 0,-1 1-12 15,3-1-9-15,-3 2-14 0,3 0 4 0,2 1 2 16,4 2-5-16,2 1 0 0,-2-1-7 0,6 1-24 16,-1 2-12-16,1-3-20 0,4 4-2 0,-5-2 1 15,5 2 1-15,0 0 8 0,17-2 4 0,-3 2-4 0,9-1 7 16,9 1-2-16,-4-2-2 0,2 2 6 15,6-2 1-15,-4-1 6 0,0-1 7 0,5 1 9 16,-2-2 3-16,-2 2 6 0,0-4 1 0,-1 0 9 16,-1 1 10-16,-3-2 15 0,-6 3 16 0,-2 0 18 0,-3 0 26 15,-5-1 31-15,-1 1 30 0,-2 1 19 0,-2 3 8 16,0-3 5-16,-2 1-3 0,-1 2-6 16,0 0-15-16,-4 1-16 0,8-4-10 0,-8 4-17 0,0 0-26 15,0 0-24-15,7 1-43 0,-7-1-13 0,2 4-3 16,0 0 9-16,-2 1-4 0,2 3 5 0,-2 1 0 15,0 2 8-15,1-1-7 0,-1 1 0 0,0 1-12 16,2 1-13-16,-2-2-1 0,0 1-11 0,0-2-22 16,1 2-18-16,-1-3-15 0,0-1-14 0,-1 0-24 15,1-2-25-15,0-1-22 0,-2 0-3 0,2 0 7 16,0-5-33-16,-6 0-275 0,6 0-535 0,-8-8 236 16</inkml:trace>
  <inkml:trace contextRef="#ctx0" brushRef="#br0" timeOffset="122016.57">12927 6182 291 0,'0'-8'280'16,"0"3"-15"-16,0 0-19 0,2 0-17 0,0 0-22 15,-2 5-22-15,0-5-37 0,0 5-35 0,0-4-36 16,0 4-25-16,0 0-33 0,13 3-32 0,-7-1-47 16,3 2-47-16,0 2-60 0,-1 0-128 0,3-1-318 15,1 3 141-15</inkml:trace>
  <inkml:trace contextRef="#ctx0" brushRef="#br0" timeOffset="122396.04">13271 6264 147 0,'-6'0'184'0,"-2"2"-16"0,-3-2-15 0,0 5-19 16,1-1-3-16,-4 1-21 0,1 4-10 0,-6 0-10 15,6 0-9-15,-3 3-9 0,3 0-4 0,0 1-11 0,2 0-7 16,2 4-5-16,1-3 7 0,3 1 21 16,0 0-3-16,2-2 0 0,2 1-2 0,2-2 2 15,3 0-7-15,3-2 8 0,0-1 2 0,2 1-6 16,5-3-5-16,3 1-2 0,3-4-8 0,-2 0 1 16,2-3-5-16,0-1-1 0,-1 0 10 0,-1-2 8 15,-5-1 11-15,2 1 5 0,-4-5-2 0,1-1-6 16,-2 1-1-16,-2-3-14 0,1-3-6 0,-3-3-10 15,2 2-3-15,-4-1-8 0,-2 1 1 0,-3 2-5 16,0 0-8-16,-1 0 1 0,-4 0-5 0,-2 2-2 0,1 1-6 16,-5 1-9-16,1 1 5 0,-2 2-6 0,-1 1 1 15,-3 0-13-15,3 2-18 0,0 2-26 16,1 0-26-16,-1 1-27 0,1 4-28 0,2-1-42 16,3-2-36-16,-1 3-216 0,4-2-469 0,1 1 208 15</inkml:trace>
  <inkml:trace contextRef="#ctx0" brushRef="#br0" timeOffset="122745.66">13557 6319 329 0,'0'0'360'0,"7"-3"-31"0,-7 3-34 15,2-2-26-15,-2 2-32 0,0 0-26 0,0 0-25 16,9 1-26-16,-9-1-22 0,0 0-11 15,0 9-9-15,0-4-16 0,0 4-9 0,-4 2-10 0,3 0-10 16,-3 5-7-16,0 2-8 0,-1-2-5 0,0-1 1 16,1 0-8-16,2-5-1 0,-2 1-4 0,3-2-12 15,-1-3-10-15,1 0-7 0,0 0 6 16,0-3 7-16,-1 1 19 0,1-1 28 0,1-3 38 0,0 0 15 16,0 0-14-16,0 0-8 0,17-10-7 0,-9 4 6 15,3 0 5-15,0-6 0 0,5 0-5 0,-1 1-10 16,-1 0-10-16,-5 2 3 0,0 2-7 15,1 1 2-15,-5 1-11 0,2-1-7 0,-5 4-12 0,5-2-10 16,-2 2-13-16,-5 2-35 0,6 0-11 0,-1 6-15 16,-1-1-14-16,4 5-22 0,-1 0-32 0,1 3-35 15,0 4-46-15,-2 0-54 0,0-1-67 0,-2-4-99 16,1-2-227-16,1 0-681 0,-3-5 301 16</inkml:trace>
  <inkml:trace contextRef="#ctx0" brushRef="#br0" timeOffset="127617.19">14053 6515 249 0,'0'0'257'16,"0"0"0"-16,0 0 5 0,5-2-1 0,-5 2 0 15,0 0-6-15,0 0-14 0,0 0-21 0,0 0-13 0,0 0-28 16,0 0-12-16,0 0-19 0,0 0-18 15,0 0-22-15,0 0-21 0,0 0-22 0,0 0-29 16,0 0-23-16,0 0-4 0,-4 8-9 0,0-2-5 16,1 1-18-16,0 3-13 0,-6 0-23 0,0 4-25 15,-2 1-41-15,-2 0-50 0,-1 1-97 0,0-4-168 0,2 0-474 16,5-6 209-16</inkml:trace>
  <inkml:trace contextRef="#ctx0" brushRef="#br0" timeOffset="128278.25">15575 6366 59 0,'-4'-6'280'0,"4"6"-2"0,0-6-2 0,0 6 9 15,-2-4-22-15,2 4-11 0,0-4-15 0,0 4-15 16,0 0-19-16,-2-4-16 0,2 4-27 15,0 0-5-15,0 0-30 0,0 0-19 0,0 0-27 0,0 0-20 16,0 0-14-16,0 0-2 0,-15 8-6 0,9 0-7 16,-3 1-1-16,-3 3 0 0,1-2-3 0,0 4-4 15,1-3-3-15,4 3-24 0,1-6-20 0,0 3-9 16,1-1-7-16,1-1-1 0,2-1 3 16,1-1 4-16,0-2 4 0,4 0 7 0,1 0 3 0,4-1 13 15,3-1 8-15,0-3-5 0,7-3 4 0,-5-1 1 16,4-2 16-16,-4-2 11 0,1-3 6 0,-3 0 1 15,1-1-3-15,-3-3 3 0,-2 0-3 0,-2-2-3 16,-2 3-5-16,1-3-1 0,-4 5-5 0,-1-1-4 16,-1 1-2-16,-4 0 1 0,3 2-3 0,-5 1-5 15,1 0-2-15,-7 3-10 0,1 1-10 16,-3 1-5-16,-5 1-11 0,0 3-4 0,2-2-16 16,1 2-26-16,4 2-35 0,0-2-37 0,2 3-26 0,3-3-53 15,2 4-205-15,0-3-471 0,6-1 209 0</inkml:trace>
  <inkml:trace contextRef="#ctx0" brushRef="#br0" timeOffset="128664.15">15934 6010 118 0,'3'-10'419'15,"-2"5"-24"-15,1-2-24 0,0 4-37 0,0-2-40 16,0 2-43-16,-1-1-36 0,2 1-48 0,-3 3-43 15,0 0-14-15,0 0-13 0,-7 20-13 0,1 4-8 16,-2 5-4-16,-3 7-12 0,-1 15 0 0,0-3 1 16,-4 1-12-16,3 2-5 0,3-5-7 0,2-11-4 15,3 1-13-15,4-3-11 0,-2-2 1 0,3-2-3 16,4 0-5-16,0-10 1 0,1-2-3 0,0 0 4 16,-1-5 3-16,2-2-3 0,1-2 5 0,-1-1 4 15,1-2 3-15,3-2 13 0,-5-2 7 0,3-2 8 16,-8 1-3-16,11-6 5 0,-5-1-2 0,1-2-11 15,-3-3-15-15,-1-5-18 0,-3-1-6 0,-1-1-7 16,-5-5-5-16,-1-2 4 0,-8 1-8 0,0 3 7 16,-6 3-2-16,1 0 2 0,-1 1 21 0,2 6-3 15,5 0 7-15,0 3 9 0,3 2 5 0,0 2 3 16,5 0-8-16,2 2 3 0,-2 1-10 0,2-2-9 16,1 3-6-16,3 1 2 0,8-4-2 0,14 1-9 15,17 0-28-15,20-3-53 0,36-3-71 0,3-3-84 16,2-2-307-16,7-3-600 0,-7 2 265 0</inkml:trace>
  <inkml:trace contextRef="#ctx0" brushRef="#br0" timeOffset="132060.78">17894 6096 229 0,'4'-12'308'0,"-3"0"-4"16,2 0-13-16,-2 2-4 0,0 1-3 0,1-3-2 16,0 4-20-16,-2 1-23 0,2 0-20 0,-1 2-9 15,0 0-23-15,-1 1-18 0,0 4-17 0,1-6-21 16,1 4-26-16,-2 2-47 0,0 0-51 0,0 0-3 0,0 0-3 15,0 18 0-15,-2 3 0 0,-1 5 3 16,-1 5-2-16,-1 2 1 0,-2 5-5 0,0 9 0 16,1 0 4-16,1-13 3 0,-1 1-2 0,1 0-2 15,0-3 3-15,1-1 0 0,1-3 0 0,1-4-6 0,-2-6 1 16,3-2-2-16,-1-4-5 0,0-2-6 0,2 1 0 16,-2-5-4-16,1 0-3 0,0-1 3 0,1 0 5 15,0-1 2-15,0-4-2 0,-1 5-2 16,-3-4 1-16,4-1-24 0,0 0-86 0,0 0-68 0,-9-9-57 15,5 3-250-15,-2-2-540 0,1-4 239 0</inkml:trace>
  <inkml:trace contextRef="#ctx0" brushRef="#br0" timeOffset="132327.91">17526 6382 69 0,'-14'2'175'0,"3"-2"-7"0,-1 2-16 16,4-2-6-16,3 1-11 0,5-1-8 0,-12 0-4 15,12 0-7-15,-4 2-7 0,4-2 6 0,0 0-9 16,25 0-10-16,6-1-10 0,6 0-3 0,15-2-11 16,8-4-8-16,1 0-3 0,1 0-7 0,2-1-3 15,0 3-6-15,-4 3-10 0,-2-5 9 0,-19 4-11 16,-2 1-2-16,-5-1-5 0,-4 1-2 16,-10 0-1-16,-3 2-5 0,-3-1-1 0,-3 1-3 0,1 0 0 15,-5-1-2-15,-5 1 4 0,8-1-8 0,-8 1-8 16,0 0-5-16,0 0-10 0,-23 5-13 0,13-3-9 15,-3 1-11-15,-1-1-20 0,1 1-27 0,-1 0-27 16,2 1-44-16,-1-3-148 0,2 0-341 0,1 2 151 16</inkml:trace>
  <inkml:trace contextRef="#ctx0" brushRef="#br0" timeOffset="132876.63">18464 6292 278 0,'3'-5'434'0,"-3"5"-18"15,1-4-30-15,-1 4-32 0,0 0-43 0,0 0-31 16,0 0-34-16,0-3-37 0,0 3-28 0,0 0-51 16,0 0-35-16,0 0-16 0,0 0-1 0,-1 17-11 15,0-10-5-15,-2 6-3 0,-1-1-11 0,4 3-8 16,-4 0-12-16,-1 1-6 0,5 0-16 0,-4-4-2 15,4-1-16-15,-1 0-2 0,-2-4 0 0,3 1-5 16,-2-3-1-16,2 0 0 0,-1 1 5 0,2-3 7 16,1 0 13-16,-2-3 20 0,0 0 41 0,-2 5 48 15,2-5 31-15,0 0-13 0,0 0-19 0,6-10-9 16,2 1-3-16,-3 1-15 0,3-2-8 0,-1-2-7 16,5-1-13-16,-4 3 1 0,-1 1-14 0,2 0-2 15,-2 2-4-15,-4 2-4 0,3-1-8 0,-4 2-1 16,1 2-8-16,0-1-3 0,0 1-9 0,-3 2-8 15,4-3-25-15,-4 3 1 0,0 0-1 0,9 5 0 16,-3-2-12-16,-2 3 20 0,4 2-3 0,-1 1-5 16,0 1 13-16,3 3 1 0,-2-2 3 0,3 0-1 15,-3 0-1-15,3-2 7 0,-2-1 1 0,0 0 4 0,0-1-2 16,0 0 7-16,0-2 1 0,-4-3 0 16,4-1 24-16,-3 1 19 0,5-4 20 0,-5 0 10 0,5-1 8 15,-3-4 1-15,1 1 2 0,0-3-4 16,-1 0 0-16,-1-1-7 0,5-5-6 0,-4 1-7 0,-1-3-11 15,0 0-16-15,-1 0-3 0,2 0-12 0,-1-2-9 16,-1 5-4-16,-4 2-16 0,-1 2-12 0,3 2-31 16,-4 1-17-16,2 2-33 0,1-2-30 15,-2 2-46-15,3 2-36 0,-4-1-38 0,3 0-59 0,-3 4-49 16,5-4-42-16,0 4-242 0,0-2-694 0,8-1 307 16</inkml:trace>
  <inkml:trace contextRef="#ctx0" brushRef="#br0" timeOffset="133213.54">19301 6224 39 0,'0'-4'342'0,"0"4"-5"0,-4-4-14 16,4 4-16-16,0 0-24 0,-1-4-28 0,1 4-23 16,0 0-13-16,0 0-27 0,0 0-19 0,0 0-34 15,-17 5-20-15,11 3-10 0,-7 1-6 0,0 3-15 16,1 3-12-16,0-1-5 0,-1 2-12 0,4 0-12 15,1-2-10-15,1 1-3 0,2-1-9 0,1 1 15 16,3-4-23-16,2 1-1 0,2-1 2 0,-1 1 4 16,2-3 1-16,3-1 5 0,1-3 11 0,1 2 8 15,2-5 7-15,3-2 22 0,-2-1 6 0,6-4 18 16,-1 1 11-16,-2-3 4 0,1-4 4 0,-2 1-9 16,-3-2 0-16,-3-3-14 0,1 1-3 0,-2-3-12 15,0 0-5-15,-5 2-9 0,2-2-5 0,-4 0-13 16,-1 0-11-16,-4 0-9 0,1 5-7 0,-4-1-8 15,-2 4-25-15,-1-3-33 0,-6 3-33 0,-1 4-21 16,-4 2-52-16,2 1-29 0,-2 3-42 0,1 1-59 16,1 5-56-16,4-3-326 0,4 1-716 0,7-1 317 15</inkml:trace>
  <inkml:trace contextRef="#ctx0" brushRef="#br0" timeOffset="133727.94">20328 6244 180 0,'0'0'346'15,"2"-5"-6"-15,-2 5-17 0,2-3-25 0,-2 3-10 16,0 0-36-16,0-4-16 0,0 4-31 0,0 0-19 16,0 0-22-16,0 0-22 0,-12-1-18 0,12 1-15 15,-21 5-11-15,8 1-10 0,-1-2-15 0,-4 4-1 16,3 1-15-16,-2-1-2 0,3 1 0 0,-1 2-18 15,6-3 1-15,-1 0-6 0,1 2-9 0,1 1-9 16,3-1-9-16,4 1-6 0,-2-2 0 0,3 0 3 16,3 3 2-16,-1-4 7 0,10 0-3 0,-2 0 1 15,7-1 4-15,2-4-4 0,3-2-1 0,-4 1-2 0,2-2 5 16,-1-2 24-16,-5-1 23 0,-2 0 15 16,4-5 9-16,-5 3-1 0,1-3 1 0,-3-2-5 15,0 0-1-15,0 1-5 0,-1-8-11 0,-2 3-6 16,-2 2-11-16,-1 1-2 0,-3 0-10 0,-3-1 0 15,2-1-16-15,-3 5-8 0,-4-5-11 0,2 4-14 16,-7-2-14-16,0 1-26 0,-5 2-29 0,1 2-20 16,4 2-34-16,-4 0-32 0,3 1-47 0,2 2-51 15,1 1-56-15,2 1-240 0,3-1-614 0,6 0 273 0</inkml:trace>
  <inkml:trace contextRef="#ctx0" brushRef="#br0" timeOffset="134043.7">20593 6186 181 0,'0'0'384'0,"13"0"-23"0,-11-3-37 0,-2 3-23 0,7 0-36 15,-7 0-27-15,5 3-31 0,-5-3-28 0,4 2-19 16,-3 1-21-16,4 2-11 0,-1 2-15 0,0 2-12 16,0 1-10-16,-2 2-11 0,1 1-1 0,-1 4-9 15,-2 1-7-15,0-1-7 0,-1 1-6 0,0 1 1 16,-2-6-11-16,2 3 4 0,0-6-12 0,-1 1 0 15,0-3-1-15,2-3 0 0,0 0-5 0,-3 1 8 16,3-3 47-16,0 0 49 0,0-3 57 0,0 0 41 16,0 6 30-16,0-6 32 0,0 0-6 0,0 0-28 15,0 0-39-15,7-14-24 0,-1 3-25 0,4-2-34 16,0-4-37-16,1 0-42 0,6-2-42 0,-1-2-47 16,2 2-44-16,-3 3-54 0,-1 2-45 0,-1-1-56 15,2 1-41-15,-2 3-55 0,5 2-55 0,-1 1-37 16,-5 4-316-16,1 2-799 0,0 0 354 0</inkml:trace>
  <inkml:trace contextRef="#ctx0" brushRef="#br0" timeOffset="134442.04">20918 6341 289 0,'0'0'296'0,"-3"4"4"0,3-4 6 0,0 4 1 15,0-4-12-15,0 0 15 0,0 0-31 0,0 0-27 16,0 0-22-16,12-7-32 0,-2 3-20 0,1-1-25 15,-2-1-10-15,5 0-10 0,0-4-12 0,4-1-13 16,-4 1-9-16,9-5-14 0,-5 3-11 0,-2-2-1 0,4-6-7 16,0 4-6-16,-7 3 0 0,-3 1-7 15,2-2 4-15,-3 6 10 0,-3 1 26 0,-1 2 10 16,0 0-2-16,-1 1-8 0,-1 0-10 0,1-1-13 16,-4 0-13-16,0 5-13 0,0 0-12 0,-16 2-11 0,1 5-5 15,-5 2 0-15,-7 8 3 0,1-2-11 16,2 2 1-16,-2 2 0 0,3 1-12 0,4 2-17 15,5-1-13-15,-4 1-6 0,7 0-2 0,4-4-8 16,2 2 8-16,3-5 8 0,3 3 16 0,1-2-13 0,1-5 7 16,2 0-3-16,3 1 11 0,3-3 12 15,-2-2 7-15,8 1 2 0,-1-1 5 0,2-2-5 16,0-2 8-16,0-1-8 0,-4 0 2 0,4-2 1 16,-6 2-3-16,0-1 5 0,-5-1-5 0,-1 0 2 0,1 0-3 15,-7 0 7-15,10 2-4 0,-7-2-2 0,-3 0-2 16,0 0-33-16,10-2-48 0,-10 2-47 15,0 0-55-15,7 2-76 0,-7-2-131 0,0 0-294 16,0-7-734-16,0 7 324 0</inkml:trace>
  <inkml:trace contextRef="#ctx0" brushRef="#br0" timeOffset="135042.34">20031 6376 187 0,'0'0'259'16,"-8"-1"-11"-16,8 1-12 0,0 0 0 0,-10 0-9 15,10 0-17-15,0 0-12 0,0 0-18 0,-5-1-10 16,5 1-15-16,0 0-10 0,0 0-2 15,0 0-8-15,0 0-4 0,0 0-4 0,0 0-4 16,0 0-5-16,0 0-3 0,0 0-8 0,-4-3-9 0,4 3-3 16,0 0-13-16,0 0-1 0,0 0-11 0,0 0-13 15,0 0-5-15,0 0-1 0,0 0-12 16,0 0-4-16,0 0 0 0,0 0 0 0,0 0-3 0,0 0-2 16,20-1-16-16,0-2 16 0,8-1-14 0,6 1-2 15,7 0 3-15,19-4 0 0,7 3 13 0,32-1 5 16,7-3 5-16,0 3 6 0,4 1 0 0,-5 1-1 15,-2-1 3-15,-11 6-7 0,-30-4-9 0,-7 1 10 16,-3 0-10-16,-10-2 1 0,-5 2-2 0,-2-1 11 16,-6 0 6-16,-10 2 0 0,-6 0 3 0,0 0-1 15,-3-3 1-15,-2 3 9 0,-2 0 5 0,1 0 4 16,-7 0 4-16,11 0-5 0,-11 0-7 0,5 0-15 16,-5 0-21-16,0 0-27 0,0 0-43 0,0 0-44 15,7-1-56-15,-7 1-40 0,0 0-38 0,0 0-51 16,-14 8-68-16,7-5-376 0,2-1-776 0,5-2 343 15</inkml:trace>
  <inkml:trace contextRef="#ctx0" brushRef="#br0" timeOffset="135628.47">22566 6143 2621 0,'-10'-2'122'0,"-2"-3"-63"0,2 2-19 0,2 1-22 15,3 1 4-15,0-1-17 0,1-1 2 0,4 3 9 0,-9-2 3 16,9 2 6-16,-5-1 1 0,5 1 5 16,0 0-4-16,-7-2-5 0,7 2-5 0,0 0-4 15,-11 3-3-15,1 1 0 0,-5 2-6 0,-3 6 1 16,-8-3-2-16,0 7 0 0,0 0-1 0,-2 1-1 0,1 0 0 15,0 1 0-15,6-2-3 0,-1 1 2 16,8-5 9-16,2 3-13 0,-2-3 4 0,6-2 0 16,3-1 0-16,0 0 2 0,2-2 7 0,1 1 3 15,2-3 8-15,5 0 9 0,4 2 8 0,5-5-3 0,7-2 0 16,11 0-7-16,2-2-7 0,-1-2 8 16,3-4 12-16,-1 0 6 0,-4-4 4 0,1 1 2 15,-2-4 4-15,-6 1 3 0,2-4-5 0,-3 1-7 16,-4-2-6-16,-5 2 0 0,0 3-3 0,-5-1-2 0,-3-1-7 15,0 4 3-15,-5 1-4 0,0 0-8 0,-2 0-1 16,-3 2-6-16,-4-1 3 0,-1 3-17 0,-10 1-2 16,-1 0-8-16,-10 1-6 0,5 3-22 15,-5 2-13-15,10 0-24 0,-2 1-27 0,4 2-37 0,-1 2-47 16,0 4-44-16,9-5-79 0,-2 4-179 0,7-3-530 16,5-1 235-16</inkml:trace>
  <inkml:trace contextRef="#ctx0" brushRef="#br0" timeOffset="135975.67">22765 6133 232 0,'0'0'354'0,"8"-2"-31"0,-8 2-28 16,5-1-29-16,-5 1-31 0,0 0-25 0,0 0-28 15,9 1-19-15,-9-1-22 0,5 5-8 0,-1-1-10 16,1 1-18-16,0 4-5 0,0 2-10 0,2-1-4 15,-2 1-4-15,-1 2-9 0,0 3-11 0,-2-2-10 16,1 3-3-16,-2 0 1 0,-1 0 2 0,-1-4-13 16,-1-2-3-16,1 1-10 0,0-4 0 0,0 1 2 15,2-4 1-15,-2 2-2 0,2-2 5 0,-2-2 16 16,1-3 40-16,0 5 48 0,-2-3 46 0,2-2 41 16,0 0 25-16,0 0 24 0,0 0 3 0,0 0-20 15,0 0-45-15,7-12-22 0,-2 2-19 0,1-1-19 16,3-4-28-16,7-5-40 0,0-1-39 0,0-1-34 15,3 0-37-15,-2 0-44 0,1 3-34 0,0-2-48 16,-6 6-42-16,2 3-46 0,-1 2-30 0,-2 4-45 16,0 0-30-16,2 1-38 0,3 5-329 0,-2-1-773 15,0 2 342-15</inkml:trace>
  <inkml:trace contextRef="#ctx0" brushRef="#br0" timeOffset="136297.97">23154 6266 179 0,'-3'3'203'15,"3"1"14"-15,0-4 15 0,-2 5 21 0,2-5 6 16,-2 3 10-16,2-3 6 0,0 0 4 0,0 2-1 0,0-2-10 16,0 0 2-16,0 0-19 0,0 0-18 0,13-5-27 15,-4 4-22-15,9-10-22 0,-1 5-12 0,2-5-17 16,6-1-13-16,-2-1-6 0,2-3-20 16,-1 1-7-16,0 0-17 0,0-3-11 0,-1 1-16 0,-2 1-4 15,-7 2 1-15,-4 6 5 0,-2-1-3 0,1 4 6 16,-4 0-6-16,-1 1-9 0,-2-1-9 0,1 4-7 15,-3 1-12-15,-8-4-3 0,-6 2-7 0,-4 9 4 16,-12 3-3-16,-2 2-2 0,1 3 2 0,1 3-5 16,1-1 1-16,2 3-13 0,3-1 12 15,0 2-3-15,7 2-6 0,3-8-10 0,6 2 11 0,3 1 1 16,3 0 0-16,8-1 4 0,1 0 6 0,13 2 4 16,4-5 2-16,8-2 9 0,17 3-5 0,4-6 0 15,6-4-18-15,1-2-62 0,-2-3-51 0,-6-1-57 16,-15-3-72-16,13-3-87 0,-17 0-332 0,-2-1-731 15,-5-2 323-15</inkml:trace>
  <inkml:trace contextRef="#ctx0" brushRef="#br0" timeOffset="137709.94">22579 6311 41 0,'-30'0'88'0,"1"-1"-16"0,7 0 3 16,-1 1 6-16,5 0-1 0,3 0 13 0,4-2 4 15,-1 2 18-15,2 0 0 0,3 0 7 0,7 0-6 16,-10 0 2-16,10 0-10 0,-10 0-10 0,10 0-14 16,-6 0-5-16,6 0-7 0,-7 0-6 0,7 0-15 15,0 0-3-15,0 0-4 0,-9 0-5 0,9 0-1 16,-6 2-3-16,1-1-6 0,-2 0-1 0,7-1 1 16,-9 3 2-16,9-3 10 0,-5 1 9 0,5-1-1 15,-9 1 8-15,9-1 2 0,-2 1 3 0,2-1-1 16,-7 2-4-16,7-2-7 0,0 0-7 0,0 0-1 15,-5 1-3-15,5-1 4 0,0 0 1 0,0 0 12 16,0 0 6-16,0 0-7 0,0 0 5 0,0 0-4 16,0 0-3-16,0 0-3 0,18-4 0 0,1 0-10 15,16-1 9-15,20-2-12 0,4-1-6 0,35-3-2 16,1-1 0-16,-2 3 2 0,-1-2-3 0,-27 9 3 16,-1-1-7-16,4 1-1 0,-8-3-5 0,-3 4 3 15,-7 2-6-15,-14-2 0 0,-5 1-1 0,-1 0-6 16,-9 1-8-16,-10-1-7 0,3 0 1 0,-5 0 2 15,1 0-3-15,-4 0 5 0,0 0-2 0,-6 0 0 16,0 0-2-16,0 0-2 0,0 0-7 0,-18-5 4 16,5 2 0-16,-4 1 1 0,2-1 2 0,-1 1 0 15,3 0-1-15,-4-2 3 0,3 0 4 0,0 1-7 16,-1-3-3-16,-3 3-5 0,0 2-4 0,0-6-2 16,-1 3-2-16,-3-1-2 0,1 0 5 0,0-2 1 15,-4 0-2-15,-2 0 2 0,-1 3-2 0,-2-4-3 0,1 8 3 16,-6-3 2-16,5 2 1 0,-1 2-1 15,0 0 4-15,1 1-1 0,0 0 4 0,3 1 0 16,7 0 0-16,2 3 0 0,0 0 2 0,0 0-4 16,7 0 4-16,2 3 12 0,-1-3-5 0,3 2 3 15,1 4 4-15,5-2 2 0,2 2 2 0,4 0 2 0,9 3 6 16,8 2-4-16,7-4 3 0,22 0-1 16,3-1 1-16,5-4 0 0,3-6-2 0,1 0-3 15,-2-2 2-15,-1-2-3 0,-5 0-7 0,-19-2-8 16,1-4-1-16,-5 0-2 0,-4-1 6 0,-9 1-3 15,-6-2-2-15,-1-3 1 0,-5-4 0 0,-5 6 1 16,-4-5 1-16,-12-9-2 0,-2 1-5 0,-7 2 10 16,-7 3 3-16,-3 0-4 0,-3 2-2 0,-11-1 6 15,-9 2 0-15,0 6-2 0,-3 1 5 0,-4 9-1 0,3 0 4 16,-5 5-4-16,-24 4 1 0,25 3-4 16,-23 9-1-16,29-1 2 0,3 0 1 0,5 0-2 15,16-2 2-15,3 2 1 0,7 2 3 0,2 2-10 16,9-1-2-16,6 2-6 0,7-5 5 0,11 4-2 15,8-4 3-15,17-1 5 0,26 0-1 0,32-5-1 0,6-5 1 16,1-3-3-16,5-9-1 0,0-4 3 0,-4-2-2 16,-5-1-19-16,-32-1-14 0,-6-1-10 0,-4-2-6 15,-20 1-2-15,-5-2 1 0,-3-2 8 16,-8-2 12-16,-6 2 12 0,-8-1 7 0,-5-1 5 0,-5 1 0 16,-4 1 1-16,-14-4 5 0,-4 3 0 0,-5 2 1 15,-3 4-4-15,-4 1 5 0,-11 3-1 16,13 1-3-16,0 4 2 0,0 3 5 0,2 0-2 0,0 5-2 15,8 3-4-15,4-3-30 0,9 1-25 0,5 2-17 16,2 1-19-16,10-1-52 0,2 1-179 0,12-2-360 16,11 3 160-16</inkml:trace>
  <inkml:trace contextRef="#ctx0" brushRef="#br0" timeOffset="138227.34">24989 6032 144 0,'0'-4'299'0,"0"4"-21"0,-3-7-25 16,1 6-25-16,-2-3-23 0,-1 3-18 0,-3 0-18 0,-2 2-20 16,-6-1-17-16,0 2-7 0,-6 6-19 0,-2 3-13 15,-2-1-9-15,-1 3-9 0,4 3-7 16,7-5-8-16,-2 0-6 0,-2 6-9 0,8-1-5 15,-1-1 3-15,4-3-3 0,3 5-6 0,2-5 5 0,4 1 2 16,0-2-1-16,5 1 0 0,0 0 12 0,8 0 1 16,1-3 0-16,4-1-2 0,9-2 2 0,1 0-5 15,1-4 3-15,2-4 0 0,-3 2 4 16,0-4 5-16,-5-1 13 0,-1 0 12 0,-3-3 2 0,-1 1 0 16,-4-5 2-16,1 0 2 0,-2-1-20 0,-3-1 8 15,-1 0-8-15,-3-6-12 0,-4 4-8 0,-1-4-17 16,-2 4 2-16,-3-1-10 0,-4 1-14 15,-2-1-21-15,-5 4-15 0,-3 3-19 0,-6-2-18 0,-4 2-10 16,1 3-15-16,-4 4-16 0,8 1-24 0,4 0-22 16,2 5-42-16,3-2-42 0,4 2-33 0,4 1-267 15,3-3-577-15,3 3 255 0</inkml:trace>
  <inkml:trace contextRef="#ctx0" brushRef="#br0" timeOffset="138510.6">25308 6038 309 0,'5'0'299'0,"-5"0"-36"0,7 0-25 16,-7 0-28-16,6 3-26 0,-2-3-18 0,-3 5-14 15,6 2-8-15,-5 2-18 0,2 4-12 0,-3 4-8 16,-1 0-13-16,0 2-9 0,0 2-5 0,-4 4-8 16,-1-4-4-16,0-1-10 0,0-3-4 0,3 0-6 15,-2-5-4-15,2-2-5 0,-1-1-3 0,1-2 4 16,2-2 5-16,0 0 45 0,-2-2 34 0,2 1 64 15,0-4 46-15,-2 3 53 0,2-3-15 0,0 0-28 16,13-15-27-16,-4 1-15 0,5 0-22 0,0-6-21 16,7-3-15-16,-2-2-17 0,1-1-11 0,5-1-25 15,-4 6-34-15,1-5-33 0,1 7-36 0,-4-3-45 16,-5 9-54-16,3 3-76 0,-7 2-71 0,0 1-84 16,-1 1-95-16,0 2-294 0,0 0-792 0,-1 3 350 0</inkml:trace>
  <inkml:trace contextRef="#ctx0" brushRef="#br0" timeOffset="139758.67">27120 5931 59 0,'5'-10'402'0,"-2"3"-5"0,-1 1 4 15,0 1-8-15,-1 1-20 0,0-2-30 0,2 4-31 16,-2-1-35-16,-1 3-34 0,1-5-34 0,-1 5-30 16,0 0-62-16,0 0-36 0,0 0-16 0,0 0 0 0,4 10-11 15,-1 0-7-15,-6 1-3 0,3 2-8 16,0 4-5-16,-2 0-3 0,-1 0 4 0,-1 8-9 15,3 3 0-15,-2-9-2 0,2-2-2 0,0 2 6 16,1-4-4-16,-3-3-5 0,3 0-2 0,-1-7-2 0,-3-2 1 16,4 5 5-16,0-4 15 0,0-1 34 0,0-3 36 15,0 6 38-15,0-6 43 0,0 5 33 16,0-5-6-16,0 0-15 0,14-14-27 0,-1 2-17 16,2 1-13-16,-1-3-15 0,6-8-13 0,-1 3-5 0,1-2-20 15,1 0-10-15,-3 3-7 0,-4 6-3 0,-2 0-5 16,-3 6-2-16,0-2-4 0,-4 3-7 15,-1 2-7-15,0-2-11 0,1 2-12 0,-1-1-15 0,0 1-27 16,-4 3-33-16,2 0-31 0,-2 0-30 0,0 0 7 16,0 0 10-16,11 9 12 0,-9-4 9 0,2 3 8 15,1 1 9-15,-1-1 6 0,0 2 10 0,0-1-3 16,1 3 15-16,1 0 1 0,-2-2 2 0,3 0 0 16,-1-3 15-16,-2 0 0 0,2 1 4 0,0-1 9 15,1-5 0-15,2 3 10 0,-2-3 15 0,7-4 13 16,-5 0 7-16,4-1 13 0,1-1-2 0,-4-4 0 15,8 0 1-15,0-1-10 0,1-3-1 0,-1 0-6 16,5-3-3-16,-2-1-4 0,-5 3-2 0,-2 2-3 16,-2 1-4-16,-2 0 4 0,-2 5 0 0,-3 1-4 15,1-2-4-15,-2 2 27 0,2 1-9 0,-2 1-3 16,0 0-19-16,-4 2-6 0,3-5-25 0,-1 2-35 16,-2 3-32-16,0 0-39 0,4-3-37 0,-4 3-25 15,0 0 21-15,7 6 14 0,0 0 13 0,-1-3-7 16,3 6-7-16,4-1-3 0,1 1-10 0,5 0-7 15,6 2 0-15,-6-3-2 0,9 0 2 0,1-2 3 16,-1 0 12-16,3-2-4 0,1-4 16 0,-1 0 10 16,-10-3 15-16,10-1 9 0,-4-1 22 0,0-3 26 15,-8 2 30-15,0 0 36 0,-5-5 17 0,0 3 25 16,-2-2 30-16,-3 3 19 0,-2-3 11 0,1 2 28 16,-3 0 14-16,0-1-3 0,-2 5 2 0,-2-1-16 15,2 1-13-15,-3-3-13 0,-1 2-14 0,-1 1-13 0,-2-1-5 16,-1 2-16-16,0 1-5 0,-3 2-31 15,-3 0 18-15,-1 1-5 0,-3 2-12 0,-3 2 1 16,0 3-6-16,0-2 2 0,-2 6 0 0,2-2 13 0,1 4-16 16,0-4-24-16,4 3-17 0,0 1-12 0,3 0 6 15,3 1-9-15,2-3 2 0,3 0 3 16,3-1 12-16,0 2 0 0,3-1 16 0,1-5-7 16,3 1 2-16,2-1 8 0,2-2 0 0,-1-1 13 0,7-3 8 15,-5 1 15-15,-1-4 16 0,1-1 14 0,1-1 5 16,0-7 4-16,0 4-4 0,-5-1 3 0,0 0-5 15,0-2-10-15,3-5 2 0,-6 2-11 16,1 1-3-16,-2-2-6 0,0 1-6 0,-3 2-5 0,-2 1-2 16,0-1-13-16,0 3-7 0,-1-4-43 0,-4 3-21 15,-1-1-38-15,2 3-46 0,-5-1-37 0,2 4-39 16,1 0-45-16,-2-1-63 0,3 2-325 0,1 0-709 16,1 1 314-16</inkml:trace>
  <inkml:trace contextRef="#ctx0" brushRef="#br0" timeOffset="140058.72">28385 5847 287 0,'4'-2'414'0,"0"0"-23"0,-4 2-16 16,7-1-42-16,0 0-23 0,-7 1-26 0,0 0-36 16,5-1-34-16,-5 1-19 0,8 3-21 0,-3 1-19 15,1-1-3-15,-1 4-30 0,3-2-6 0,-3 4-15 16,3 1-8-16,-2 0-15 0,-1-2-7 0,-2 3 0 15,1 3-11-15,-2 3-27 0,0-5 11 0,-2-1-6 16,0 2-1-16,-2-3-2 0,2-2-11 0,0-1 0 16,0 0-3-16,0-2 2 0,-1 0 2 0,1-5 5 15,-1 6 18-15,1-6 40 0,0 3 36 0,0-3 29 16,1 4 19-16,-1-4 14 0,0 0 7 0,0 0-31 16,0 0-35-16,16-13-28 0,-8 5-27 0,0-3-23 15,5 1-36-15,1-2-47 0,2-3-43 0,4-2-34 16,-3 3-61-16,6-1-50 0,-5 3-49 15,-1 4-51-15,1-1-54 0,0 3-371 0,-3-1-808 0,-2 6 357 16</inkml:trace>
  <inkml:trace contextRef="#ctx0" brushRef="#br0" timeOffset="140475.73">28806 5990 106 0,'0'2'229'0,"0"-2"11"0,0 0 11 16,0 5 7-16,0-5 13 0,0 0 7 0,0 0-5 15,0 0-15-15,16 0-18 0,-6-2-15 0,3 0-16 16,8-1-3-16,-1-2-13 0,1-2-7 0,-1 0-13 16,6-3-8-16,-2-2-10 0,2 2-5 0,-1-2-17 15,-2-3-6-15,-9 3-15 0,4 0-3 0,-3 0-2 16,1 1-2-16,-5 0 10 0,-2 2 20 0,-1 0 4 16,-2 1-6-16,-2 1-11 0,0 0-17 0,-2 3-11 15,-2-2-14-15,-2-1-21 0,-1 4-8 0,-4 0-1 16,-2-2-12-16,-5 1-5 0,-3 4-7 0,-5 4-2 15,2 3-8-15,-2-4-5 0,-5 7 0 0,4-2-4 16,3 5-29-16,4-2-32 0,0 3-10 0,3 0-17 16,3 4 3-16,2-2 0 0,4 1 22 0,8 4 6 15,2-1 7-15,11 0 11 0,5 1 5 0,3-3 4 16,7-2-5-16,4 0 25 0,15-3 14 0,0-3 16 16,6-1 9-16,1-2 16 0,1 1 11 0,-4-7 6 15,-17-1 15-15,-2 0 14 0,-8 0 28 0,-10-1 22 16,-4 1 8-16,0 0 21 0,-6 0 4 0,0 0-13 15,-2-2-11-15,-6 2-12 0,10-1-24 0,-10 1-11 0,8 0-39 16,-8 0-49-16,0 0-62 0,6 1-87 16,-6-1-95-16,0 0-115 0,0 0-109 0,0 0-127 15,-18 9-368-15,10-6-1020 0,8-3 451 0</inkml:trace>
  <inkml:trace contextRef="#ctx0" brushRef="#br0" timeOffset="141896.79">2933 8485 90 0,'0'-7'432'16,"-1"-1"-17"-16,1 2-19 0,0-2-15 15,0 3-26-15,-1 0-38 0,1 1-34 0,0 4-26 0,0-6-31 16,0 6-28-16,-3-3-37 0,3 3-56 0,0 0-55 16,0 0-31-16,0 0-3 0,-1 13-1 0,1 0-6 15,-1 5 5-15,-2 4-2 0,2 4-2 16,-2-1-6-16,1 2 25 0,-2-3 12 0,1 3-10 0,1-1 0 15,0 1-3-15,1-10-6 0,-1 2 1 0,0-2 1 16,2-4-5-16,-1-2-3 0,-1-4 3 16,0-2 1-16,2 3 0 0,-1-4-9 0,1 0 15 15,-1 0 10-15,0 0 28 0,1-4 25 0,0 0 18 16,0 0-19-16,0 0-63 0,-7-9-46 0,6-1-47 0,-3-1-41 16,1-7-57-16,-3-1-80 0,0-6-119 0,1-4-229 15,1-3-642-15,-1-1 284 0</inkml:trace>
  <inkml:trace contextRef="#ctx0" brushRef="#br0" timeOffset="142042.87">2853 8136 25 0,'0'-5'363'0,"-1"-1"-23"16,1 3-20-16,0 3-31 0,0-5-36 0,0 5-23 16,0-5-32-16,0 5-44 0,0 0-39 0,6-4-42 15,-6 4-46-15,14 3-45 0,-6 1-44 0,2 1-69 16,1 3-68-16,-2-1-131 0,-1 1-357 0,0 0 159 15</inkml:trace>
  <inkml:trace contextRef="#ctx0" brushRef="#br0" timeOffset="143017.84">3198 8429 329 0,'0'0'541'0,"0"-14"-40"0,0 14-30 0,0 0-33 0,0 0-41 16,0 0-38-16,0 0-43 0,0 0-37 0,0 0-36 15,0 0-51-15,0 0-52 0,0 0-57 0,0 0-17 16,0 0-9-16,-4 20-6 0,4-9-6 0,-2 6-3 16,0 1-9-16,1 0 1 0,-5 9-6 0,2-1-15 15,-1-7-1-15,2-1-4 0,1-4-14 0,0 1-4 16,1-5-6-16,1-1-9 0,-3 1 3 0,2-6 4 15,-1 2 3-15,3-2 14 0,-2-1 22 0,2-1 10 16,-1-2 45-16,0 0 27 0,0 0 16 0,0 0-13 16,0 0-11-16,10-14-11 0,-2 4-5 0,2-4-14 15,-1-3-4-15,5-4-7 0,-1-1-13 0,-2 6-9 16,-2 0-2-16,0 1-5 0,-1 5-1 0,-2 0-4 16,1 4-5-16,-4 1-13 0,0 0-8 0,0 2-11 15,-1-1-20-15,1 3-33 0,-1-2-40 0,-2 3 1 16,0 0 7-16,12 4 22 0,-5 3-18 0,1 3 11 15,3 2 3-15,2 1 2 0,3 0-7 0,4 6 7 16,4-2 7-16,7 3-15 0,5-6-16 0,15 6-8 16,1-4-13-16,0-6-8 0,4 0-8 0,-4-3-5 15,2-5-7-15,-16-1 2 0,14-4 7 16,-13 1 2-16,12-3 13 0,-15-5 13 0,-2 2 18 0,-2-3 24 16,-9-1 39-16,-5 3 50 0,0-2 36 0,-9-1 17 15,1 2 21-15,-5-2 14 0,-1 2-5 0,-4-1-7 16,-1-3-6-16,-3 1-5 0,-6 1-13 0,-2 0-5 15,-2 2-9-15,-5 3-6 0,0 0-9 0,-8 2 0 16,-4 2-4-16,-1 3-2 0,-1 4-8 0,0 0-4 16,-3 2-1-16,0 2-1 0,2 7-6 0,2-1-2 15,1 1-2-15,3 2-1 0,2-3-2 0,2 4 0 16,5-1 8-16,6-1-13 0,3-1 4 0,0 1-13 16,6 2-1-16,4-2-2 0,0-1-4 0,4-1 3 15,1-2-1-15,9-1 5 0,0-1 0 0,5-2 4 16,8-3 2-16,4-2-2 0,2-5 6 0,-1-1 0 15,-1-4-2-15,-1-2 2 0,2 0 2 0,-1-5 5 16,-4 0 31-16,-3-1 32 0,-5-5 11 0,0-2 31 16,-1 0 2-16,-4-3 5 0,-3-7 5 0,0 1-4 15,-6-1 6-15,0-2 4 0,-1-1 0 0,-3 2-10 16,2 2 3-16,-3-2 9 0,0 1 5 0,-3 1 0 16,2 4 4-16,-3 3-2 0,3 5-7 0,-3 1-6 15,0 2-11-15,3 4-3 0,-3 3-4 0,4 1-13 16,-2 1-16-16,0 2 0 0,1 0-12 0,-1 1-16 15,0 0-16-15,2 4-29 0,-1-5-33 0,1 5-36 16,0 0-38-16,0 0-32 0,-3-2-34 0,3 2 9 16,0 0 12-16,-2 18 16 0,1-3 15 0,-1 3 9 0,1 9 8 15,-3 2 13-15,4 1 9 0,0 2 5 16,0 0 14-16,1 2-1 0,2 0 9 0,0-3 6 16,-1-2 2-16,-1-2 4 0,5-2 12 0,-3-7-2 15,-1-2 11-15,0-3 0 0,2-1 6 0,-4-2 1 16,5-2-6-16,-5-1 9 0,1 0-8 0,2-2 8 0,-3 0-2 15,0-2 13-15,0 2-2 0,0-5-16 0,1 4 19 16,-1-4-4-16,3 4 0 0,-3-4-7 16,0 0 5-16,1 3-9 0,-1-3 1 0,0 0-16 15,0 5-6-15,0-5 5 0,0 0-30 0,0 0-8 0,0 0-17 16,0 0-22-16,0 0-26 0,4 2-23 16,-4-2-31-16,0 0-53 0,0 0-121 0,0 0-187 15,0 0-589-15,0 0 261 0</inkml:trace>
  <inkml:trace contextRef="#ctx0" brushRef="#br0" timeOffset="143476.01">4303 8601 284 0,'-4'2'272'0,"4"-2"-14"0,0 0-15 0,0 0-16 0,0 0-16 15,-1 3-21-15,1-3-14 0,0 0-16 0,0 0-12 16,0 0-14-16,0 0-14 0,0 0-7 0,0 0-14 16,0 0-8-16,0 0-7 0,0 0-11 0,22-8-6 15,-11 3-7-15,2 1-6 0,5-3-3 16,-1-1-7-16,0-1-7 0,0-1 0 0,2 0 1 15,2-7-10-15,-1 2 1 0,2-3-6 0,-7 5 1 0,-2-4-2 16,1 5-3-16,0-2 0 0,-2-1 18 0,-5 6 14 16,-3 2 10-16,2-1 15 0,-3 3-11 15,0-2-7-15,-3 1 4 0,0 0-8 0,-4 3-11 16,-1-2-4-16,-8 2-11 0,0 2-5 0,-6 2-1 0,1 4-11 16,-14 3 6-16,4 4-9 0,0 2-2 0,-3 1-6 15,4 2 2-15,2 6-1 0,2-4-6 0,2 4 5 16,6 0-6-16,1 1-5 0,5 2 0 15,5-2-1-15,8-4 11 0,4 4-9 0,7-2 1 16,8-1 7-16,9-4 6 0,14 1-7 0,5-7-39 0,4-3-47 16,4-5-52-16,2-7-75 0,4-5-135 0,-2-3-182 15,-4-2-576-15,-7-2 255 0</inkml:trace>
  <inkml:trace contextRef="#ctx0" brushRef="#br0" timeOffset="144141.69">4876 8307 216 0,'-3'-6'292'0,"1"-1"-9"0,0 2-4 0,1-2-13 15,1 4-8-15,-1-2-22 0,2 1-18 0,-1 4-27 16,0-6-6-16,0 6-33 0,0 0-19 0,-2-3-22 16,2 3-22-16,0 0-21 0,0 0-7 0,-2 14-7 15,0 1-6-15,0 13-7 0,-1 3-1 0,-5 18-6 16,3 1-6-16,0 1 1 0,1 4-5 0,-3-6 1 15,4 2-7-15,0 2-2 0,-2-7-2 0,4-10 1 16,-3 11 0-16,0-18 1 0,3 0-3 0,1-3 4 16,0-7-4-16,0-2 0 0,0-4-10 0,0-1-13 15,0-1-16-15,0-3-24 0,-1 2-25 0,1-4-7 0,1-1-5 16,-1-2-5-16,-1 0-18 0,1-3-87 16,0 0-268-16,-10-8-502 0,4 1 222 0</inkml:trace>
  <inkml:trace contextRef="#ctx0" brushRef="#br0" timeOffset="144442.07">4822 8502 97 0,'0'-3'317'0,"0"3"-33"16,0-4-28-16,0 4-29 0,-1-4-24 0,1 4-24 16,0 0-15-16,4-4-21 0,-4 4-13 0,16 7-16 15,0-4-10-15,1 6-11 0,1-4-8 0,9 7-9 16,0-2-9-16,0 2-5 0,-3 0-7 15,-6-4-8-15,0 4-16 0,-3 0-3 0,0-2-9 0,-3-3-7 16,-3 2-12-16,-1-2-6 0,-3-1-4 0,-1-2 7 16,-2 3 12-16,-3 1 2 0,-4-6 2 0,-2 8 2 15,-4-4-1-15,-7 3-2 0,-1-4 3 0,-2 1-6 16,2 1 1-16,-9-3 2 0,1 3 2 0,0-3-5 16,7-1 5-16,-1-1-5 0,6-1-1 0,-1 1 1 15,3 0-2-15,3 0-1 0,2-2-7 0,-1 0-18 16,3 0-45-16,-2 0-55 0,8 0-55 15,0 0-69-15,0-6-149 0,8 1-425 0,7-1 189 0</inkml:trace>
  <inkml:trace contextRef="#ctx0" brushRef="#br0" timeOffset="145607.69">5333 8623 178 0,'0'0'279'15,"0"0"-14"-15,0 0-12 0,-5 4-17 0,5-4-14 16,-5 1-20-16,5-1-21 0,0 0 0 0,0 0-23 16,0 0-5-16,0 0-13 0,0 0-15 0,0 0-10 15,0 0-10-15,0 0-10 0,0 0-11 0,0 0-10 16,26-6-7-16,-13 2-4 0,3-1-5 0,2-2-9 16,-3 2-4-16,3-4-3 0,0 2-5 0,-4-1-4 15,3 0 3-15,-2-3-6 0,-2 1 0 0,-2 2-3 16,-2-1 19-16,0 2 5 0,0-2 8 0,-3 2 27 15,2-2 3-15,-4 5 1 0,1-6-3 0,-4 6 10 16,3 1-3-16,-4 0-9 0,0 3-13 0,3-7-8 16,-3 7-24-16,0 0-10 0,-8-3-15 0,2 3-5 15,6 0-1-15,-17 5-4 0,4 2 3 0,-3-3-11 16,0 5-2-16,2-2-8 0,-1 4-16 0,2-1-25 16,0 3-9-16,2 1-15 0,-1-2-12 0,5 2-16 15,-1 1-6-15,4 0 6 0,0 2 1 0,7-4 10 16,2 3 11-16,4-2 6 0,4-1 5 0,2-2 7 15,2-3 2-15,4-1 3 0,-1-2 1 0,8-3 3 16,4-4 5-16,-6 0 8 0,5-4 3 0,-1-1 5 16,-5-2 10-16,-5 1 17 0,-2-1 24 0,2-3 29 0,-4 1 26 15,1 1 31-15,-6-3 27 0,3 1 32 0,-5 3 25 16,0-4 20-16,-4 5 19 0,0 4 16 16,-1-1-2-16,0 1-9 0,0 2-22 0,0-2-20 15,-4 4-18-15,4-3-17 0,-3 1-23 0,-1 2-12 0,4-4-35 16,-4 4-27-16,0 0-43 0,0 0-43 15,0 0-35-15,0 0 6 0,0 0 2 0,0 16 18 16,-3-6-3-16,2 1 2 0,-3 1-1 0,0 2 0 16,3-1-33-16,-3 4-7 0,3-5-12 0,-3 3-4 0,4-2 1 15,-3-4 5-15,2 1 3 0,1-3-2 0,-4-1 11 16,3-2 8-16,1 1 10 0,0-5 16 0,-1 5 28 16,1-5 39-16,1 4 39 0,-1-4 21 0,0 0-8 15,0 0 1-15,14-10-4 0,-10 2-5 0,4 0-4 16,-1-2-7-16,2-6-6 0,2 2-3 0,-2-2-5 15,-2-1-5-15,2 3-6 0,0 2 0 0,-1 2 4 16,-3 0 0-16,-1 4 0 0,-1 1-4 0,0 2-3 16,-2-1-11-16,2 0-16 0,-2 2-24 0,2-2-29 15,-3 4-25-15,2-1-44 0,-2 1 1 0,0 0 8 16,0 0 24-16,10 8-1 0,-6-1 7 0,3 1 1 16,-1 1 5-16,4-1 5 0,4 4 2 0,4 1 4 15,4 1-3-15,6-1 1 0,3-1-5 0,2-2-3 16,5-3 0-16,3-2-1 0,10-1-1 0,2-3 3 15,-2 1 0-15,-12-2 6 0,0-3 2 0,0 1 7 16,0-5 6-16,-3 2 8 0,-6-3 5 0,-2 1 11 16,-7-2 15-16,-5 5 22 0,-3-4 24 0,-4 1 8 15,-1-1 10-15,-5 0-4 0,0 0-5 0,-3 1-4 16,0-3-6-16,-4 1-4 0,-5 0-2 0,-5-1-11 16,-6 2 3-16,-7 1-4 0,-2 3-2 0,-6 0-3 15,-1 4-1-15,3 2 2 0,-5 1-7 0,-1-1 2 16,2 3 1-16,-1 2-3 0,5-1 0 0,-2 5-4 15,7-1 3-15,0-1-3 0,4 1-1 0,6 0-4 16,3-3 1-16,5 3 3 0,0-3-9 0,4 3-5 16,0-3-7-16,3 4 6 0,2-1-4 0,1-2 11 15,5 1-6-15,0-3 2 0,5 3 9 0,3-5 2 16,9-1-1-16,-2-2 3 0,12 1 9 0,-2-5-8 16,-1 0 3-16,2-3-4 0,-3-2 5 0,-1-1 17 15,-2-1 6-15,1-3 18 0,-2-1 12 0,-4-2 14 16,-2 3 30-16,-1-8 12 0,1 1 6 0,-3-1 8 15,-2-4-6-15,0-6 5 0,1 2 7 0,-4-2 0 16,-1-1-6-16,2-1 6 0,-6 3 5 0,1 1 11 16,0 1 5-16,0 3 0 0,-3 8-4 0,-3 1-6 15,1 6-13-15,0-1-4 0,1 4-12 0,-1-2-11 16,-1 6-19-16,1-2-17 0,-1-2-30 0,0 4-36 0,0 3-58 16,0 0-51-16,0 0-25 0,0 0 16 0,0 0 10 15,-8 18 13-15,4-1 6 0,-2 1 13 16,1 7 7-16,0-1 5 0,1 5-20 0,4 0 19 15,0 1-21-15,3-2 23 0,-2-1-32 0,0 0-9 0,2-1-14 16,0-8-13-16,-2-2-18 0,0-1-26 16,0-3-23-16,3 2-39 0,-1-5-48 0,2 2-318 15,-1-6-653-15,0-2 289 0</inkml:trace>
  <inkml:trace contextRef="#ctx0" brushRef="#br0" timeOffset="146508.31">6795 8567 246 0,'-4'1'246'15,"4"-1"-15"-15,-7 4-14 0,7-4-6 0,0 0 0 16,-6 2-6-16,6-2-18 0,0 0-13 0,0 0-9 16,0 0-3-16,0 0-28 0,0 0-12 0,0 0-13 15,25-2-11-15,-11-2-8 0,4 0-13 0,2 0-8 16,-2-2-8-16,9-5-7 0,-8 6-1 0,0-4-8 15,-1 0-8-15,2 0 1 0,-3-5-7 0,-2 2 1 16,1-1-3-16,-2 0-2 0,-4 2 6 0,3-1 5 16,-7 2 6-16,-1 2 26 0,0 0 5 0,-1 2 15 15,0-1-3-15,-4 3-14 0,1-1-5 0,-1 0-14 16,0 1-12-16,0 4-7 0,-6-6-11 0,2 3-11 16,-4 1-2-16,1 2-7 0,-5 0-2 0,-1 1-1 15,0 3 2-15,-3 1 5 0,0-1-17 0,0 6-2 16,0 2 3-16,0 2-9 0,1-1-5 0,2 0-13 15,0 2-12-15,3 0-12 0,1-2-12 0,4 2-4 16,0-2 3-16,5 0 0 0,0-1 2 0,5 5 6 16,1-7 6-16,6 2 4 0,3-2 2 0,3-5-6 15,9 2-9-15,2-5-6 0,3 1 1 0,-1-6 1 16,2 1 8-16,-2-5 4 0,1-1 7 0,-4 1 15 16,1-5 26-16,-2 2 34 0,-6 1 41 0,-6 1 27 15,2 1 37-15,-6 0 36 0,-1-3 21 0,-1 5 29 16,-5 1 23-16,1-2 12 0,0 2 3 0,-1 1-11 15,1 0-9-15,-1 2-26 0,0-4-23 0,-4 5-22 16,1-3-20-16,-1 3-31 0,0 0-31 0,0 0-34 16,0 0-38-16,0 0-38 0,0 0-10 0,8 5 3 15,-11 2 2-15,2-2 7 0,1 2 0 0,-1 2-4 0,-3 1-9 16,0-4-23-16,1 5 5 0,3 1-23 16,-1-4-2-16,-4 2-3 0,4-5-4 0,1 2-1 15,0-2 11-15,-3-1 11 0,2-1 13 0,1 0 21 16,0-3 48-16,0 0 27 0,1 7 44 0,-1-7 41 15,0 0 27-15,0 0-9 0,0 0-15 0,0 0 1 0,9-14-3 16,-4 6-6-16,-1 0-6 0,0 1-13 16,4-2-10-16,-3 1-6 0,0-1-16 0,0 3-3 15,0 0-7-15,-5 1-6 0,4 0-9 0,-1 0-8 16,-1 4-17-16,1-1-16 0,-3 2-19 0,4-2-25 16,-4 2-26-16,0 0-7 0,0 0 2 0,11 4-2 15,-5-1-5-15,0 0 4 0,0 4-9 0,3 0-6 16,1-2 8-16,2 1-13 0,-1 2-4 0,1-2-3 15,4-1-3-15,-4-1-8 0,0 1 3 0,1-4 3 0,0 1 12 16,-2-2 8-16,1-3 8 0,-2 1 6 0,3-3 13 16,-4-2 7-16,-1 0 13 0,2-3 15 0,-4-2 20 15,2-4 15-15,2-2 15 0,-2 2 5 0,-2-9 9 16,2-2 16-16,-1-2 3 0,0 2 8 0,-2-2 14 16,3-1 14-16,-3 2 15 0,1 2 16 0,-2 6 14 15,-2 4 8-15,0 3-1 0,0 3-9 0,1 0-13 16,-3 4-19-16,3 0-18 0,-2 2-34 15,-1 1-47-15,1-1-60 0,-1 4-41 0,0 0 6 0,0 0 4 16,-4 19 16-16,2-7 6 0,-2 7 2 0,-1 0 10 16,-2 6-21-16,1 6-18 0,1 3-19 0,1 0-11 15,-1-2-18-15,1-1-10 0,1-4-19 0,-3 0-14 16,4-8-20-16,-1-1-35 0,2-2-27 0,-2-4-45 16,1-3-249-16,0-4-605 0,2-4 268 0</inkml:trace>
  <inkml:trace contextRef="#ctx0" brushRef="#br0" timeOffset="146791.09">7532 8310 18 0,'-7'0'235'16,"0"0"-10"-16,0 0-2 0,7 0-1 0,-12 1 0 15,12-1-13-15,-5 0-12 0,5 0-6 0,0 0-3 16,0 0-10-16,31 3-14 0,-2-4-9 0,8-2-16 15,18 1-17-15,5-3-10 0,4 1-1 0,4-1 3 16,21 3 14-16,-26-1-12 0,-2-3 3 0,-2 4 1 16,-7-3 0-16,-15 3-4 0,-6 0 9 0,-9 2 10 15,-6-2 2-15,-3 0 4 0,-5 2 6 0,-2-1-8 16,2 1-13-16,-3-2-22 0,-5 2-17 0,8-1-25 16,-8 1-34-16,0 0-49 0,0 0-65 0,0 0-59 15,0 0-75-15,-21 10-81 0,7-9-400 0,3 1-758 0,-1 1 335 16</inkml:trace>
  <inkml:trace contextRef="#ctx0" brushRef="#br0" timeOffset="150774.37">8975 8436 361 0,'1'-9'362'16,"0"1"-8"-16,1-1-4 0,-1-1-5 0,2 5-23 16,-2-5-19-16,1 3-14 0,0-1-13 0,-1 2-29 15,2 0-20-15,-3 2-21 0,2-1-22 0,0 2-23 16,-2-1-20-16,0 4-16 0,0 0-20 0,2-3-15 16,-2 3-23-16,0 0-18 0,0 0-12 0,9 7-10 15,-4 1-3-15,0 2-17 0,-1 5-1 0,2 1 0 16,-1 3-2-16,3 6 0 0,-4-5-6 0,1 3 4 15,2 3-6-15,-4-1 9 0,2 0-6 0,-1-7 4 16,0-1 1-16,0-1 5 0,-3-5-5 0,-1-1 0 16,3-4 6-16,-2 2 1 0,-1-5 1 0,1 2 26 15,2-3 30-15,-3 2 45 0,0-4 22 0,5 3 39 16,-5-3 2-16,0 0-21 0,10-12-12 0,-3 2-16 16,2-5-10-16,2-1-14 0,3-7-6 0,1-4-13 0,1-2-8 15,2-1-7-15,-3 3-7 0,2-1-6 16,-2 3-8-16,2 1-5 0,-6 8-4 0,-1 2-5 0,-5 3-4 15,3 2-1-15,-7-1-3 0,3 5-5 0,0-1-6 16,0 2-9-16,1-1-18 0,-4 4-31 0,-1 1-38 16,4-6-48-16,-4 6-18 0,5 0-5 0,-5 0-5 15,16 7-14-15,-6 0-8 0,0-1-12 0,6 1-5 16,1 5-14-16,6 4-6 0,4-1-5 0,2-3-13 16,3 0-9-16,3 1-29 0,2-3-16 0,1-3-14 15,0 0-261-15,0-2-610 0,0-1 271 0</inkml:trace>
  <inkml:trace contextRef="#ctx0" brushRef="#br0" timeOffset="151094.5">9968 8405 311 0,'27'-12'148'0,"-12"1"38"16,0-1 27-16,-2-1 21 0,-4 0 4 0,-4 1 11 16,2 2 17-16,-2-1-12 0,-4 1 5 0,0 2-15 15,-2-3-10-15,0 4-18 0,-4-1-17 0,1 2-27 0,-3-1-18 16,0 1-18-16,-5 3-12 0,2 0-17 0,-4 1-11 16,-5 5-14-16,-3 0-17 0,-1 2 3 15,0 5-13-15,-4 1-6 0,2-1-7 0,-1 2-5 16,3 2-9-16,5-2-1 0,2 3-2 0,-5 3 1 0,3 3-8 15,8-5-5-15,-3-1-30 0,4 0-14 16,4-4-8-16,0-1-1 0,0-2-3 0,1-1 2 16,4 0 7-16,-2-2 1 0,-1 1 12 0,3-3 13 15,1 1 16-15,-1-4 20 0,6 4 6 0,1-4 9 0,-7 0-1 16,18-7 5-16,-7 3 3 0,1-2-3 16,2-1-7-16,4 2 3 0,0-5-4 0,-5 5-8 0,2-1-1 15,-2 1-5-15,0-1-5 0,-1 0-10 16,-3 2 3-16,0 1 2 0,1 0-3 0,-3 2 1 0,-1-2-6 15,-1 1-10-15,0 1-22 0,3 1-23 0,-2-1-27 16,2 2-27-16,1 0-36 0,1 2-43 16,-1-1-51-16,0 4-58 0,3-1-86 0,-2-1-191 15,3-2-612-15,-3-1 271 0</inkml:trace>
  <inkml:trace contextRef="#ctx0" brushRef="#br0" timeOffset="151589.19">10243 8293 30 0,'3'-4'369'16,"1"0"-22"-16,0 0-18 0,-3 2-25 0,2-2-25 16,-3 4-37-16,4-3-13 0,-4 3-37 0,6 0-29 15,-6 0-20-15,9 3-10 0,-4 1-18 0,0 2-9 0,2 1-13 16,-2 2-8-16,0 1-6 0,1 1-11 16,-2-1-4-16,1 5-8 0,-1 2-4 0,-1 0-4 15,-2-2-3-15,2 1-4 0,-1-3-4 0,-2-2-4 16,0 1-2-16,0-1-14 0,0-6-3 0,0 1 3 15,0 1 8-15,1-2-7 0,-1-2 1 0,0-3 24 16,2 6 22-16,-2-6 43 0,3 1 16 0,-3-1-7 16,0 0-19-16,13-11-11 0,-5 0-5 0,7 0-7 15,3-9-6-15,5 3-13 0,0-4-6 0,3 1-3 16,-1 0-3-16,0 0-8 0,-1 2-4 0,0-2-5 16,0 6-1-16,-7 4-4 0,2 0-1 0,-6 2-4 15,0 4-1-15,-7-2 3 0,2 2-3 0,-3 2-3 0,1-1-5 16,-2 1-3-16,-1-1-10 0,-3 3-6 15,6-2-6-15,-6 2-3 0,0 0-11 0,8 7-3 16,-7-4 2-16,2 2 0 0,0 2-2 0,0 1 2 16,-1 2 5-16,1 1-4 0,1 4-4 0,-2 2 13 0,0-3 3 15,-1 5 1-15,0-6 2 0,2 4 8 16,-3-5 2-16,4 3-9 0,-4-1 6 0,1-5 5 0,-1 2-3 16,1-4 5-16,1 0-6 0,-2-3 18 15,0 1-3-15,0-2-2 0,0 1 7 0,0-4 2 0,2 6 0 16,-2-6 3-16,0 3 0 0,0-3 2 0,0 0 7 15,0 0 1-15,0 0-4 0,0 0-34 0,0 0-47 16,0 0-50-16,-4-17-47 0,3 6-61 0,0-1-88 16,-2-5-365-16,2-10-724 0,2 4 321 0</inkml:trace>
  <inkml:trace contextRef="#ctx0" brushRef="#br0" timeOffset="151740.37">10783 8063 180 0,'0'-5'343'0,"0"5"-7"15,0-4-13-15,0 4-21 0,1-5-27 0,-1 5-28 16,3-4-26-16,-3 4-33 0,1-3-40 0,-1 3-48 16,0 0-43-16,5-2-47 0,-5 2-55 0,0 0-64 15,13 6-91-15,-8-3-196 0,3-1-429 0,3 0 189 16</inkml:trace>
  <inkml:trace contextRef="#ctx0" brushRef="#br0" timeOffset="152656.34">11460 8303 98 0,'3'-5'350'16,"-3"-1"-35"-16,-3 0-35 0,-2 2-25 0,0-2-30 16,-4 2-23-16,0 0-19 0,-10 0-17 0,1 4-19 15,-2 1-14-15,-7 3-12 0,1 2-16 0,-3 2-13 16,2 2-11-16,0 3-5 0,3-1-11 0,2 2-6 15,-2 5-3-15,4-1-7 0,3 0-5 0,-1 2-3 16,8-5-14-16,0-4-13 0,2 0-9 0,4-2-5 16,-1 1-4-16,1-3 9 0,3 0-3 0,-3-4 10 15,4 2 16-15,0-3 14 0,0-2 26 0,5 5 12 16,-1-5 21-16,-4 0 17 0,17-7 11 0,-7 3 14 16,0 1 1-16,0-5 2 0,4-2-9 0,-1-1-11 15,2 1-3-15,-3-2-10 0,3 3-6 0,-4 2 0 16,-4 1-6-16,2-1-3 0,-4 4-2 0,0-2-3 15,1 1-9-15,-3 1-9 0,1 1-11 0,-1-1-19 16,0 1-20-16,-3 2-25 0,0 0-22 0,7-1-29 16,-7 1-3-16,0 0 6 0,9 6 1 0,-5-2 2 15,1 1-5-15,1 0 10 0,2 2-2 0,0 2 2 0,1-2-1 16,1-1-4-16,-1 1 1 0,0 1 11 0,1-4 0 16,0 1 6-16,0 0-8 0,-1-5 16 15,0 3 2-15,1-3 18 0,3-5-7 0,-1 2-4 16,-1-4 15-16,4-3-8 0,1-1 20 0,-1-1 9 0,-1-1 5 15,4-7 12-15,0-1 9 0,-3-1 5 0,2-2-4 16,0-2 0-16,-1-2-1 0,0 2 3 16,-1-5-4-16,2-1-1 0,-1 0 1 0,-2 2 3 0,0 2 6 15,-1 5 14-15,-5 6 23 0,-1 2 6 0,-3 3-10 16,0 6-11-16,-3 1-11 0,3-2-23 0,-1 2-23 16,-3 1-34-16,1 2-55 0,-1 2-63 0,0 0 8 15,0 0 13-15,-5 15 11 0,1 1 4 0,-5 9 12 16,-1 1 0-16,-2 3 14 0,5-1 0 0,-5 5 15 15,7-3 4-15,-3 4 2 0,3-1 1 0,5-4 3 16,-2 2 2-16,4-2 7 0,2-1-8 0,-1 0 12 16,7-4 3-16,-4-6 0 0,-1-9 8 0,0 3 4 15,4-3 6-15,-1-2 18 0,2-1 14 0,-1-2 26 16,-1 1 26-16,1-5 26 0,-2 3 22 0,1-3 15 16,1-4-7-16,1-1-3 0,-2-1-4 0,0-4-12 15,-1 1-9-15,5-5-12 0,-4 1-17 0,-5 1-12 16,1-1-7-16,0 1-17 0,-3 1-10 0,3 0-10 15,-5 2-14-15,-2 1-17 0,0 0-18 0,-1 2-11 16,-5-2-9-16,0 2-4 0,-5 1-12 0,1 3-23 16,0-1-36-16,2 3-31 0,-1 0-35 0,-2 3-21 0,5 1-6 15,0 1-13-15,-4-1-18 0,7 2 5 0,0 1 13 16,4 0 18-16,2 0 14 0,2 0 1 0,4 2-1 16,3-2 0-16,6 2-8 0,12-4-21 15,2-3-234-15,1-2-499 0,-1-2 221 0</inkml:trace>
  <inkml:trace contextRef="#ctx0" brushRef="#br0" timeOffset="152889.31">12126 8322 132 0,'23'-15'185'0,"-1"-3"5"0,-3-1 15 0,-4 0 15 0,-4 2 14 16,4-6 10-16,-4 2 15 0,1-4 27 0,-3 1 30 15,-3 7 23-15,-1 0 11 0,2 2 3 0,-5 2-8 16,1 3-19-16,-1-1-24 0,0 4-25 0,0 0-26 16,-2 2-25-16,2 1-26 0,-4-2-27 0,4 5-31 15,-2 1-47-15,2-4-57 0,-2 4-58 0,0 0-19 16,0 0-3-16,-6 13 4 0,2-1 10 0,-1 6-8 15,-3 5 9-15,0 4 1 0,1 2 1 0,0 0 7 16,-2-1 3-16,4 0 2 0,-1 2-21 0,1-5-15 16,3 3-18-16,1 0-10 0,-1-7-17 0,2-3-25 15,-4-2-22-15,4-3-25 0,0-3-30 0,0 1-23 16,-1-1-28-16,2-3-45 0,1-2-48 0,0 1-214 16,1-4-599-16,1 0 265 0</inkml:trace>
  <inkml:trace contextRef="#ctx0" brushRef="#br0" timeOffset="153272.63">12351 8422 22 0,'0'0'263'0,"0"0"-2"0,0 0-11 15,0 0-11-15,0 0-5 0,0 0-6 0,0 0-14 16,0 0-14-16,0 0-14 0,8 3-2 0,-8-3-17 16,9 2-11-16,2-3-10 0,2 2-23 0,7-3-2 15,-2-1-10-15,4-1-4 0,5-3-4 0,2 0-21 0,-2-1 4 16,-7 2-5-16,6-6-10 0,0 2-5 0,-7 0-9 15,0-1 11-15,-4-1-21 0,2 1-5 16,-4-3-2-16,-2 1-2 0,-1-1 11 0,-3 5 12 16,-1-1 10-16,-5 3-11 0,2-4-8 0,-2 5-7 0,-2 1-11 15,-3 1-10-15,-5 1-4 0,-3-1-10 0,-5 5 0 16,-4 2-3-16,2 1-7 0,-9 4-4 0,1 5 1 16,0 1 3-16,3 0-9 0,5 3 15 15,2-4-15-15,6 3-3 0,1 2 2 0,3 0 21 0,5 9-16 16,4-4 9-16,9 0 4 0,5 0-1 0,7-4 3 15,5 0 9-15,8-5-1 0,14 1-6 0,6-5 10 16,4 0-12-16,3-2 2 0,1-4-1 0,1-2-2 16,1 1 1-16,-7-3-5 0,-7 0 0 0,-15-1-1 15,-2 0 1-15,-8 0 0 0,-8-2-5 0,-6 3 6 16,-7-2-14-16,2 1-26 0,0 0-21 0,-4-2-62 16,-2-1-67-16,-2 4-86 0,-9-6-109 0,-1-1-211 15,-2 2-638-15,-2 0 282 0</inkml:trace>
  <inkml:trace contextRef="#ctx0" brushRef="#br0" timeOffset="153876.34">14668 8324 45 0,'-3'-9'434'0,"-1"2"13"16,3 0-8-16,0 2-8 0,-1-2-28 16,2 4-32-16,-1-1-38 0,1 4-33 0,-2-6-32 15,2 6-31-15,-2-2-29 0,2 2-27 0,0 0-24 0,0 0-28 16,0 0-48-16,0 0-21 0,0 0-6 0,0 0 7 16,-4 12-15-16,2-2-9 0,1 1-4 0,-2 0-7 15,3 6 1-15,0 2-5 0,-2 1 5 0,0-1-2 16,1-1-3-16,2 1-2 0,-2-1-3 0,1-2-12 15,-1-2-21-15,1-2-22 0,0-3-12 16,-1 0-17-16,1-2-16 0,1-1-10 0,-2 1 4 0,1-4-1 16,0 1 10-16,0-4 14 0,-2 3 7 0,2-3-29 15,0 0-53-15,2-13-43 0,-4 2-25 0,2-2-29 16,3-7-20-16,-3-5-46 0,1-5-162 0,0-1-505 16,3 0 225-16</inkml:trace>
  <inkml:trace contextRef="#ctx0" brushRef="#br0" timeOffset="154006.57">14665 8140 59 0,'0'-28'183'0,"3"2"14"0,-5 7 18 0,4 1 25 15,-2 1 13-15,0 5 5 0,1 2 8 0,-2 0-6 16,2 3-15-16,0 3-19 0,-1-3-16 0,0 4-24 16,0-2-20-16,2 1-19 0,0 2-38 0,-2 2-35 15,8-3-26-15,-1 5-36 0,1-1-40 0,1 1-46 16,0 5-45-16,0-2-50 0,0 3-67 0,-3 0-219 16,3 0-493-16,-5-2 219 0</inkml:trace>
  <inkml:trace contextRef="#ctx0" brushRef="#br0" timeOffset="154741.4">15065 8223 141 0,'0'0'236'0,"0"0"-14"0,0 0-16 0,0 0-18 16,0 0-21-16,0 0-18 0,0 0-15 16,0 0-12-16,0 0-13 0,0 0-12 0,0 0-10 0,0 0-10 15,0 0-9-15,0 0-4 0,0 0-10 16,0 0-5-16,0 0-4 0,0 0-5 0,0 0-4 0,0 0-5 16,0 0-4-16,0 0-3 0,0 0 2 0,0 0-7 15,0 0 0-15,0 0-8 0,0 0 4 16,0 0-3-16,0 0-1 0,0 0-1 0,0 0-1 15,0 0 0-15,0 0-1 0,0 0-3 0,0 0 4 0,0 0 0 16,0 0 6-16,0 0 4 0,0 0 6 0,0 0 1 16,0 0 3-16,0 0 1 0,0 0-5 0,0 0 1 15,0 0-1-15,0 0-3 0,0 0 2 16,0 0-3-16,0 0-1 0,0 0-4 0,0 0-1 0,0 0-1 16,0 0-1-16,0 0-1 0,0 0 3 0,0 0-7 15,0 0-2-15,0 0 2 0,0 0 2 0,0 0-5 16,0 0 0-16,0 0 0 0,0 0-3 0,0 0 5 15,0 0-2-15,0 0-2 0,0 0 18 0,0 0-2 16,0 0 4-16,0 0 4 0,0 0 7 0,0 0 6 16,0 0 2-16,0 0 14 0,0 0-16 0,0 0 3 15,0 0-3-15,0 0-3 0,0 0-1 0,0 0-5 16,0 0-4-16,0 0-1 0,0 0-2 0,0 0-4 16,0 0-3-16,0 0-3 0,0 0-4 0,0 0-3 15,0 0 7-15,0 0-17 0,0 0 6 0,0 0-3 16,-11 0-7-16,4 3 2 0,-4 2-1 0,1-2 4 15,-1 5-4-15,-1-2-2 0,1 3 9 0,-4 1-2 16,6-3-2-16,-1 1-2 0,1 2 9 0,0-1-10 16,2-2-5-16,2 3 0 0,1 2 1 0,4-1 1 15,3 1 6-15,-3 5-4 0,5-5 4 0,4 2 5 16,1 2-6-16,2-1 2 0,1 1 4 0,3 0-8 16,-2-5 2-16,4 1 2 0,1 7-2 0,-6-7 0 15,-1-1 3-15,-2-4-5 0,-4 2 2 0,1-2-1 16,-1 0-6-16,-2-3 0 0,2 1-2 0,-6 0 3 15,0 1-1-15,0-3 8 0,-6 2 3 0,-3-1-1 16,-3 2 2-16,-4-2 2 0,-3-1-2 0,-2-1 0 16,-3 0-5-16,-4-4-28 0,-4-1-52 0,1-1-61 15,4 0-82-15,7-2-268 0,3-3-535 0,8 1 236 16</inkml:trace>
  <inkml:trace contextRef="#ctx0" brushRef="#br0" timeOffset="155628.91">15980 8022 117 0,'5'-8'328'0,"-4"2"-11"0,1-3-11 15,0 3-14-15,2 2-25 0,-1-3-22 0,-1 4-30 16,0-2-23-16,-2 5-23 0,2-4-17 0,-2 4-23 16,0 0-15-16,0 0-18 0,0 0-12 0,0 19-10 15,-2-5-4-15,0 5-8 0,-3 5-6 0,-3 4-4 16,0-1-11-16,1 2-4 0,-4 1-8 0,-2 1-2 16,4-2 1-16,0-1-2 0,-1-2-1 0,2 1 9 15,0-4-16-15,4 2-3 0,-1-9 5 0,3-3-11 16,-1-1 2-16,1-1 4 0,-2-5 1 0,4 0 9 15,0 0 10-15,0-1 31 0,-3-2 33 0,3 1 30 16,0-4 44-16,0 5 38 0,0-5 30 0,0 0-5 16,0 0-23-16,7-10-23 0,2-1-17 0,1-2-18 15,0-1-9-15,7-5-23 0,3-4-16 0,1 0-11 16,8-2-11-16,-6 1-6 0,1-3-11 0,2 4 1 16,-4 1-15-16,-2 2-3 0,-6 6-6 0,0 2-5 15,-2-3-3-15,-6 9 4 0,0 0-4 0,0 1-6 16,-1 1-5-16,-3-1-4 0,2 2-12 0,-1 1-13 15,-1-1-12-15,-2 3-33 0,5-3-31 0,-5 3-19 16,0 0-17-16,0 0 2 0,0 0 17 0,0 0 5 16,-19 14 12-16,5-3 9 0,0 0 5 0,-1 0 9 15,-5 1 3-15,4-1 5 0,-1 0 10 0,-2-1 0 16,6-1 1-16,2-2 5 0,-2 1-1 0,5-2 5 16,-2 0 0-16,5-2-3 0,1 1 2 0,-1-2-4 15,1 0-8-15,0-1 3 0,4-2 2 0,-6 3 0 16,6 0 2-16,0-3 11 0,0 9-3 0,1-4 6 15,4-1 5-15,3 4 3 0,-1-2 1 0,2 2 5 16,7 4-3-16,3-3 1 0,3 6 2 0,2-1 3 0,-5-5 1 16,7 3 8-16,-3 1-41 0,3-3-30 15,-7-2-33-15,6 3-38 0,-7-5-35 0,1 0-37 16,-2-1-40-16,2 0-30 0,1-4-69 0,-5 0-244 16,1-3-638-16,-3 0 282 0</inkml:trace>
  <inkml:trace contextRef="#ctx0" brushRef="#br0" timeOffset="156342.87">16473 8223 124 0,'0'-10'365'0,"0"4"7"0,-1 0 3 0,1 1 10 0,1 0-2 15,-1 0-5-15,0 1-22 0,0 4-30 0,0-4-33 16,0 4-34-16,0-5-26 0,0 5-28 0,0 0-25 16,0 0-25-16,0-5-22 0,0 5-29 0,0 0-25 15,0 0-7-15,0 0-10 0,0 17-9 0,-1-8-4 16,-2 3-4-16,1 0-7 0,-2 3-5 0,0 2-3 15,-1 1-2-15,0 6 0 0,-3 2-7 0,2 1 3 16,-2-2-3-16,4-5 0 0,1-3-3 0,0 0-4 16,2-6-4-16,-2-4-11 0,3 2-15 0,-4-1 7 15,4-3 0-15,0 1 8 0,0-2 3 0,0 0 24 16,0-4 29-16,-3 4 33 0,3-4 35 0,0 0 26 16,0 0 7-16,0 0-6 0,0 0-20 0,11-12-16 15,-2 5-12-15,0-5-10 0,5-6-11 0,4-3-25 16,4 1-9-16,-6-1-9 0,1 1-11 0,-3 8-3 15,-3 0 1-15,-3 3-3 0,0 1-5 0,-3 4-4 16,0-1-1-16,0 1-19 0,-1 0-25 0,-1 1-29 16,-1 2-38-16,-2 1-29 0,0 0-27 0,0 0 8 15,11 3 33-15,-7 1-11 0,1 1-9 0,3 2-3 16,6 5 26-16,-4 0-14 0,4 3 3 0,3-1-10 16,2 4 6-16,4-4-19 0,-1 1 0 0,6-4-3 0,-8-4 12 15,7-1-7-15,3 1 6 0,-1-3 4 16,-2-3 11-16,0-2 13 0,1 0 6 0,0-2 12 15,-6-1 16-15,-2-5 27 0,-2 1 28 0,1-2 26 16,-6 0 24-16,2-2 26 0,-2 0 6 0,-3-1 42 0,-2-2-3 16,-3 4 2-16,-1 1 32 0,0 0 2 0,-3 5-12 15,3-2-10-15,-4 2-11 0,4-1-15 0,-8 0-12 16,4 2-15-16,-1 1-9 0,-3 0-16 16,-4 1-12-16,3 2-7 0,-9 0 4 0,1 5-10 0,-2 2 1 15,-2 0-6-15,-2 3 1 0,4-3-8 0,-3 5 9 16,5-2-16-16,-1 4-10 0,3 1-19 0,-3-1-13 15,5-1 2-15,1 1-3 0,3-2 8 0,1-1-2 16,4-1 6-16,1 1 8 0,2-4 4 16,1 0 6-16,2 1 4 0,3-2 4 0,6-2 4 15,3-1 5-15,-1-3-6 0,2-1 36 0,-6 1-3 0,4-3 15 16,0-4 19-16,-3 2-4 0,0-4 7 0,4-1-3 16,-5-4-1-16,1 1-11 0,-1-4-4 0,-4 2-8 15,5-8-7-15,-7 5-7 0,0 0-6 0,-2 0-8 16,0 2-13-16,-2 1-9 0,-3 1-9 0,-2 2-28 15,-3 2-26-15,-1 0-11 0,-2 2-23 0,-8-2-13 16,-1 3-12-16,-2 2-12 0,1 1-22 0,-4 2-35 16,3 2-39-16,6 0-46 0,-2 2-272 0,5-2-611 15,1 3 270-15</inkml:trace>
  <inkml:trace contextRef="#ctx0" brushRef="#br0" timeOffset="156922.62">17359 8229 239 0,'0'0'394'0,"5"-1"-22"0,-5 1-27 15,5 0-31-15,-5 0-31 0,0 0-31 0,0 0-34 16,7-2-22-16,-7 2-25 0,0 0-26 0,0 0-7 16,0 0-21-16,1 9-10 0,-4-4-8 0,1 1-9 15,-1 5-11-15,-1 0-17 0,2-2-12 0,-5 3-17 16,3 2-7-16,3-2-14 0,-4 0-6 0,4-4-6 15,-2 4 2-15,3-2 3 0,0-2-3 0,0 0-3 16,0-3 1-16,3 0-2 0,-2-1 15 0,3-1 4 16,-3 0 12-16,-1-3 6 0,13-1 8 0,-13 1 11 15,13-4 14-15,-4 1-6 0,1-3 17 0,-2 1-1 16,3-4 3-16,-2 5 1 0,0-3-9 0,1 0-8 16,-1 1 8-16,-4 2 3 0,0-1-4 0,1 1-7 15,-2 1-10-15,0 2-2 0,0 0-11 0,0-2-5 16,-4 3-8-16,5-5-4 0,-5 5-8 0,3 0-5 15,-3 0-13-15,0 0 0 0,0 0-10 0,11 3 10 0,-6 2 5 16,-1 0-15-16,3-1 9 0,3 3-1 16,0 0 2-16,4 1 1 0,1 1 0 0,6-1 0 15,4 3 1-15,2-1 3 0,-6-5 2 0,9 5 0 0,-2-6 1 16,3-2-1-16,1-1-2 0,-4-3 4 16,1-3 6-16,-2-1 2 0,-7 1 7 0,1-1 12 15,-3-2 15-15,-2 0 12 0,0-1 4 0,-2-3 3 16,-2 0 8-16,-1-1-3 0,-2 0 1 0,-1-1-8 0,-2-1-8 15,-1 3-1-15,-1 0-4 0,-4-4-10 0,0 4-9 16,-1 1-3-16,-3-1-20 0,-5 0-15 0,-4-1-13 16,-2 2-11-16,-11-1-4 0,-2 2-5 15,-5 1 5-15,2 1-4 0,-3 5-22 0,2 0-11 0,1 3-46 16,12 0-27-16,-10 2-19 0,10 1-14 0,2 1-11 16,3-2-19-16,2 5-11 0,2 1 0 0,4-3 5 15,5 6 12-15,4-4-10 0,9 1-16 0,2 2-20 16,6-3-34-16,7 2-214 0,5-3-533 0,0 0 235 15</inkml:trace>
  <inkml:trace contextRef="#ctx0" brushRef="#br0" timeOffset="157255.6">18073 8228 22 0,'31'-4'177'0,"-2"-4"19"0,-10 0 24 0,0 2 22 15,-2-2 16-15,-3 0 6 0,-5 1 21 0,0 1 28 16,1-3 22-16,-2 5 21 0,-3 0 5 0,0-1-5 16,-1 2-12-16,0 1-33 0,1-1-34 0,-5 3-30 15,5-3-30-15,-2 2-26 0,-3 1-30 0,0 0-43 16,5-3-38-16,-5 3-45 0,0 0-12 0,0 0-3 15,-2 11 1-15,0-1-8 0,-2-2-1 0,-1 5-4 16,-4 3-22-16,0-2-10 0,0 2-18 0,-1 0-15 16,2-3-7-16,2-2-16 0,-1 1 6 0,5-2-2 15,-3 0-1-15,1-5 7 0,4 2 16 0,-4-4 15 16,4 1 20-16,-1 1 42 0,1-5 45 0,0 5 29 16,0-5 11-16,5 0-5 0,-5 0 3 0,19-7-4 15,-5 0 3-15,4-1-4 0,0 3-4 0,-1-3-4 16,-1 1-9-16,0 1 0 0,-5 3-10 0,-2-4-8 0,1 4-8 15,-3 1-7-15,0 0-6 0,-2 0-10 16,-1 1-7-16,1-2-7 0,-5 3-6 0,14 3-20 16,-9-2-9-16,3 5-17 0,1 0-11 0,1 0-21 15,-1 3-22-15,3-1-40 0,2 2-46 0,1 2-55 0,0 0-67 16,1 0-95-16,3-4-428 0,-2 2-884 16,8 1 391-16</inkml:trace>
  <inkml:trace contextRef="#ctx0" brushRef="#br0" timeOffset="157908.46">19705 8101 41 0,'-12'-3'233'0,"-3"3"-22"0,-2 0-18 0,-2 3-25 15,-1 0-13-15,1 3-19 0,-2 1-15 0,-4 5-8 16,-3-1-15-16,11 0-8 0,-9 3-8 0,2 2-7 0,7-3 1 15,-3 4 1-15,6-2-1 0,3-1-3 16,0-2-7-16,0 1-7 0,6-2 0 0,0-2-5 16,2-1 0-16,2 0 1 0,1-2 2 0,1 0 6 15,2-4 16-15,0 3-10 0,4-1 3 0,2-1 3 16,1-2 5-16,0 1 2 0,4-2-2 0,-1 0 3 16,2-2-7-16,-2 2-6 0,6-3-7 0,-6 3-1 15,6-2-9-15,-7 1-1 0,2-1-4 0,-4 2-4 16,-1-2 3-16,1 4-3 0,-2-4 0 0,0 4-3 0,-3-2-9 15,3 3-1-15,-2-2-3 0,1 2-2 16,-1 0-1-16,0-1-6 0,1 5-2 0,-1-2 1 16,-1 0-4-16,-1 2-3 0,1 2 0 0,2 2-2 15,-3-1 7-15,1-1-7 0,-1-3 3 0,-1 0-1 16,1 0 5-16,-2-2 1 0,2 1-3 0,-3-3 7 16,4 0 21-16,0 1 39 0,1-2 6 0,-6-1 7 0,15-4 7 15,-4-2 8-15,-3 0 5 0,7-1-5 0,1-3 1 16,0 0 4-16,0-2-7 0,5-2-2 15,2-2-3-15,-1 1-5 0,1-2-12 0,1 1-10 0,3 0-1 16,-10 5-9-16,1 1 11 0,-8 2-10 16,0 2-7-16,-1 2-9 0,-1 0-9 0,-3 0-8 15,1 1-8-15,-1 0-8 0,-1 1-15 0,-4 2-21 0,0 0-8 16,12 3-7-16,-8 1-7 0,0 3-11 0,2-2-12 16,-2 1-12-16,3 4-36 0,-2-2-46 0,2 2-50 15,-1 0-62-15,-1-1-91 0,-4-4-427 0,3 3-852 16,2-4 377-16</inkml:trace>
  <inkml:trace contextRef="#ctx0" brushRef="#br0" timeOffset="161622.7">22195 7778 129 0,'-1'-5'260'0,"1"-2"-16"0,1 2-31 0,-1 1-25 15,0 4-35-15,0 0-17 0,0 0-17 0,0 0-15 16,-10 28-14-16,4 1-10 0,-4 5-4 0,-2 14-10 16,4 2-9-16,-3 3-4 0,1 1-6 0,2-3-7 15,-2 1-1-15,1-4 1 0,2 1-5 0,-2-1-5 16,3-2-4-16,1-14 3 0,1-1-4 15,0-2 8-15,4-3 4 0,-4-6-7 0,3-1 0 0,1-2-2 16,-2-5-4-16,0-2 6 0,-3 0-10 16,4-3 3-16,1-2-6 0,0 1 2 0,-2-3 1 0,2 2 0 15,0-5-21-15,0 0-48 0,0 0-39 0,0 0-48 16,-11-17-38-16,7 1-187 0,2-2-390 0,2 1 173 16</inkml:trace>
  <inkml:trace contextRef="#ctx0" brushRef="#br0" timeOffset="162221.47">22188 8039 76 0,'0'-4'204'0,"0"4"-19"0,0 0-23 0,0 0-16 15,0 0-11-15,0 0-10 0,0 0-12 16,14 10-1-16,-7-3-10 0,2 2-5 0,4 3-2 16,4 0-3-16,4 4-2 0,-4-4-8 0,6 3-5 15,-9-3-8-15,0 1-4 0,3-1-8 0,-3 0-7 0,-5-3 1 16,-4 0-11-16,4 0-2 0,-3-2-6 15,-3 1-2-15,-1-2-2 0,-3 0-2 0,-4 3-4 16,-6-1 0-16,-6 1-3 0,-5-1 1 0,-6 2-2 16,0-3-2-16,-1 0-4 0,2-2-1 0,5-1 1 15,2-1-3-15,-3-1 0 0,2-2 0 0,2 3 3 16,5-2-3-16,1-2 1 0,2 1 3 0,3 0 3 16,0-3-19-16,8 3-16 0,-1-6-18 0,10-1-1 15,6 0 2-15,7 0-1 0,10-4-7 0,5 3-2 0,13-4 0 16,2-2 3-16,3 2 0 0,5-1 5 0,0 2 5 15,0-2 4-15,2 3-2 0,-6-4 13 16,0 4-8-16,-17 2 10 0,0-2 4 0,1-1 5 16,-7 2 8-16,-1 0 12 0,-7 0 27 0,-7 2 19 15,-4 4 31-15,-5 0 22 0,-1-1 18 0,0 3 11 0,-2-2-4 16,-2-1-16-16,-3 2-9 0,-1-2-17 16,0 4-6-16,0 0-12 0,-9-4-1 0,0 4-16 15,-1 1-8-15,-8 2-6 0,2 2-9 0,-4 3-3 16,1 0-2-16,-1 0-7 0,-4 5-4 0,1 3-1 0,3-5 1 15,1 5-7-15,5-4 0 0,-2 2 0 0,3-1-1 16,1-1-3-16,3-1-12 0,0 0-2 0,3-2-1 16,2-3 2-16,2 0-5 0,0 0 9 15,2 0 5-15,0-1 3 0,2 0 7 0,0-3 10 0,4 2 1 16,2-3 3-16,1-1 1 0,5-1 5 0,-4 1-4 16,3-4 0-16,1 2-5 0,0 0-2 0,4-1-8 15,-5-2 8-15,1 3-9 0,-2-2-1 0,-1 1 0 16,2 2-1-16,-7-1 1 0,1 2-17 0,1-3-11 15,-2 3-13-15,0-3-18 0,0 2-20 0,1 0-34 16,-1 1-28-16,-6 0-39 0,10 0-43 0,-2-1-39 16,-3 2-274-16,-5-1-563 0,10-1 249 0</inkml:trace>
  <inkml:trace contextRef="#ctx0" brushRef="#br0" timeOffset="163051.9">23165 8040 168 0,'8'-8'284'0,"2"1"-11"0,-2 2-21 16,2-1-29-16,0 2-10 0,-1 1-31 0,4 3-21 15,-3 0-17-15,4 1-17 0,0 3-12 0,-2 2-11 0,4 4-9 16,-5-2-9-16,0 3-10 0,-1-1-10 0,-1 3-1 16,-4 1-10-16,-1-2-6 0,-2 4-3 15,-4 1-6-15,-2-2-12 0,-1 2-4 0,-2-1-3 16,-6-2 0-16,1 1 6 0,-3-5-8 0,-2 2-2 15,1-5-1-15,-1 3-2 0,3-3 0 0,0-2-1 0,0-2 2 16,5-2-2-16,-2-1 1 0,3 0 1 0,0-1-8 16,3-2-8-16,1-4-6 0,4-3-8 15,4-2-10-15,5-3-5 0,5-6-5 0,8-1 5 16,2-2-8-16,17-7-4 0,-1 1-11 0,3 1-5 16,3 1 6-16,0-3-1 0,0 6 8 0,-2-2 0 15,0 1 8-15,-12 7 4 0,-1 1 6 0,-2-3 19 16,1 3 19-16,-4 2 17 0,-4-4 30 0,-5 8 20 15,-2-1 28-15,-1 0 25 0,-3 2 29 0,-4 2 20 0,3 1 11 16,-5 2 13-16,-1-1 4 0,0 4 0 0,0 0-9 16,0-1-16-16,1 4-25 0,-4-6-16 15,-1 6-22-15,4-4-29 0,-4 4-38 0,0 0-40 0,0 0-31 16,0 0-3-16,0 0 0 0,0 20 3 0,-4-3-4 16,0 2 6-16,-2 6-2 0,-2 5 3 0,2 3 0 15,-2 0 8-15,2 1 5 0,-2 0-11 0,3 2 7 16,-3-5 13-16,3 0-10 0,-4-3-3 0,6 0-6 15,1-10-14-15,-2 1-2 0,1-2 4 0,3-3-8 16,-2-4-13-16,1 0 2 0,1-3 8 0,-1-1 3 16,1 0 6-16,-2-1 10 0,4-1 29 0,-2-4 25 15,-4 3 27-15,4-3 16 0,-3 2 9 0,3-2-8 16,0 0-8-16,0 0-16 0,-9-9-17 0,3 1-16 16,0-1-6-16,-2-1-11 0,-2 0-7 0,2 1-3 15,-2-4-6-15,-2 1 5 0,2 3 0 0,1 0-5 16,-1 1 2-16,5 0 5 0,0 4-3 0,-2-2 1 15,3 2-13-15,2 0-10 0,-3 1-5 0,2 0-3 16,3 3-54-16,8-8-16 0,-2 4-3 0,6 0 0 16,7 0 6-16,3-1 8 0,10-2 9 0,0 2 3 15,1 1 4-15,1 0 4 0,-2-1 11 0,3 1 5 16,-2 3 4-16,-2-5 8 0,-2 4 4 0,-1-2 2 16,-7 1 7-16,-2-2 14 0,-5 4 16 0,-4-1 19 15,3 1 20-15,-7 1 20 0,1-1 15 0,-1 1 3 16,-6 0 2-16,9-2 3 0,-9 2 0 0,8-1-9 0,-8 1-6 15,5 0-4-15,-5 0-13 0,0 0-6 0,0 0-16 16,0 0-18-16,7 1 16 0,-5 3-24 16,-2-1 2-16,0 4 3 0,-2-1-2 0,2 1-11 15,0 0 4-15,0 0 8 0,0 2 1 0,-1 2 6 0,1-2-6 16,0 1-10-16,-1-2-11 0,1 0-16 16,0 0-14-16,0-2-6 0,-1 0-14 0,2-1-8 0,-2-1-17 15,1-1-17-15,0 1-23 0,0-4-12 16,0 6-14-16,0-6 0 0,-3 2-6 0,3-2-68 0,0 0-278 15,-1-12-552-15,1 4 244 0</inkml:trace>
  <inkml:trace contextRef="#ctx0" brushRef="#br0" timeOffset="163194.7">24186 7774 323 0,'0'-6'312'0,"1"2"-21"0,-1 1-18 15,0-2-29-15,2 1-30 0,-2 4-32 0,1-6-46 16,-1 6-54-16,1-2-33 0,-1 2-30 0,0 0-45 15,6 8-40-15,-3-4-63 0,1-2-189 0,-1 5-344 16,4 1 153-16</inkml:trace>
  <inkml:trace contextRef="#ctx0" brushRef="#br0" timeOffset="163855.84">24769 7935 114 0,'0'0'361'0,"-4"-6"-34"16,2 2-33-16,-4 2-28 0,-1-3-24 0,-5 4-28 15,-2 0-21-15,0 2-22 0,-9 3-14 0,5 0-18 16,-3 5-14-16,-4 2-11 0,-1 2-13 0,1 1-13 16,9-1-10-16,-1 0-19 0,4 0-16 0,0 1-17 15,2-2-8-15,3 0-7 0,0-4-7 0,2 0-1 16,5-2-1-16,-3 1 2 0,0-3 9 0,3-1 18 15,-2 2 17-15,3-5 24 0,4 5 19 0,-4-5 20 16,9 0 16-16,-9 0 7 0,14-5 8 0,-9 0-5 16,4 1-9-16,3-3-17 0,-3 0-8 0,1 1-13 15,0 1-8-15,4 0 1 0,-5 0-18 0,1 0-7 16,-2 3-8-16,-1-1-13 0,-4 2-9 0,4-5-4 16,-1 6-19-16,-6 0-8 0,10 3-6 0,-5 0-9 15,3 1-7-15,2 1 6 0,-1 0-2 0,1 3-5 16,-1-1-2-16,3 2 3 0,2 1-1 0,-3 0 13 15,6-1-19-15,-7-3 7 0,8 1-14 0,-6 0 6 16,-1-4 6-16,2 1-1 0,-2-2 3 0,3-2 14 0,-3-1-1 16,0-1 3-16,2-2-3 0,-3-2 42 15,1-1-7-15,2-6 17 0,-1 1 18 0,-2 4-2 16,4-14 3-16,-5 5 14 0,1-10 9 0,2 4 2 16,-3-4 7-16,1-1 6 0,0-2 0 0,-2 1 5 0,2-3-4 15,-2 1 1-15,-2 4 27 0,-1 9 15 0,1 3 6 16,-1-1-7-16,-3 7-11 0,-1 2-12 15,1-2-19-15,-1 5-11 0,0 0-29 0,1-1-32 0,-2 5-51 16,0-5-62-16,0 5-41 0,0 0 17 0,-6 15 9 16,4 0 12-16,-4 3 6 0,-3 9 12 0,0 4 3 15,-1 1 8-15,-2 14 4 0,3-12 6 0,-4 9 9 16,4-11 3-16,4 2 4 0,1-5 4 16,-1 0 0-16,4-6 5 0,-3-5 2 0,4-2 5 0,0-4 10 15,4-2-1-15,-3-2 8 0,-1 0 10 0,4-2 18 16,-3 0 24-16,7-1 22 0,1-3 16 0,4 1 2 15,5-3-8-15,3 0-7 0,7-5-7 0,3-3-16 16,2 1-50-16,-5-4-63 0,6-2-85 0,2-2-98 16,-5 1-101-16,3 0-139 0,-5 1-307 0,-3-4-857 15,-3 3 380-15</inkml:trace>
  <inkml:trace contextRef="#ctx0" brushRef="#br0" timeOffset="164872.25">26822 7950 254 0,'4'-5'371'0,"-3"-4"-28"0,-1 4-22 0,2-1-25 16,-2 0-33-16,-2 1-23 0,1-1-25 0,-1 1-24 15,-2 1-29-15,-1 0-15 0,-4-1-15 0,-4 4-23 16,-6 1-18-16,-9 2-11 0,-3 2-10 0,-1 3-6 16,-1 4-9-16,-2 1-12 0,2-1 2 0,2 4-7 15,3-1-5-15,0 1-4 0,3-1-5 0,7-1-10 16,3-2 2-16,-1 0-1 0,2 0-10 0,0 1-5 15,8-3 0-15,-1-1-11 0,3-2 2 0,2 2-2 16,3-1 14-16,0-2-4 0,3 1 10 0,0 0 6 0,1-5 12 16,5 2 12-16,3-3 18 0,1-1 7 15,0-5 15-15,5-1 22 0,-2-2 8 0,9-5 6 16,-3-2-2-16,0-3 2 0,-3-5-7 0,1-1 3 16,0-1-4-16,-3-3-11 0,6-10-7 0,-3 6-15 15,2-11-3-15,-4-1-11 0,-1-1-2 0,-3-1-4 16,-3 13-4-16,-3 4 12 0,-3 3 11 0,1 2 13 15,-4 10 11-15,2 4 1 0,-3-1-10 0,0 6-8 16,-2-1-8-16,2 0-38 0,-1 4-36 0,0 1-54 0,-1 2-52 16,0 0-7-16,0 0 9 0,-8 12 12 15,-2 3 3-15,1 5 16 0,-1 9 6 0,-3 4 8 16,2 9-1-16,-2 3-5 0,4-11 4 0,3 1 17 16,2 0-12-16,1 2 2 0,3-4 3 0,3 1 10 0,2-5-8 15,0-1 8-15,2-2-1 0,0-8 6 0,1-3 16 16,-2-5-6-16,2 0 7 0,2-1 8 15,0-3 13-15,1-2 4 0,3-1 21 0,-2-3 10 0,7-1 8 16,0-4 2-16,2-2 11 0,-2-2 9 0,-1-1-2 16,5-7-1-16,-1 1-8 0,1-1-1 0,-5-2 2 15,-3 5 3-15,-3 0 10 0,-1 0 0 0,-3 4 7 16,-2 2 3-16,1 1 9 0,-4 1-7 16,1 1-7-16,0-1-6 0,1 4-14 0,-2-2-15 0,-3 4-15 15,2-3-29-15,-2 3-35 0,4-2-26 0,-4 2 4 16,0 0 10-16,-2 10 6 0,0-2 2 0,2 1 12 15,-4 0-2-15,1 1-12 0,-2 1-14 0,3 2-19 16,-2-1-22-16,3-1-10 0,-3-2-12 0,2 2-9 16,-1-2-22-16,3-2-24 0,-4-1-28 0,-1-1-32 15,3-1-27-15,-1-1-50 0,-3-3-264 0,6 0-629 16,-10-7 278-16</inkml:trace>
  <inkml:trace contextRef="#ctx0" brushRef="#br0" timeOffset="165013.31">27075 7591 159 0,'3'-8'297'16,"-3"3"-21"-16,1 1-28 0,-1 0-29 0,2-1-36 15,-2 5-48-15,2-2-27 0,-2 2-27 0,0 0-28 16,0 0-35-16,9 12-55 0,0-8-54 0,-4 6-185 16,0-4-297-16,2 2 133 0</inkml:trace>
  <inkml:trace contextRef="#ctx0" brushRef="#br0" timeOffset="165340.17">27597 7424 33 0,'4'-16'373'0,"0"4"-5"16,-2 2 8-16,2-2-8 0,-2 8-24 0,0-4-30 15,-1 3-33-15,0 0-37 0,-1 2-27 0,3-1-47 16,-3 4-57-16,0 0-38 0,0 0-15 0,0 0-1 0,-8 15-4 15,2 2-6-15,-3 9-13 0,-5 3 2 0,-4 12-10 16,-4 7 0-16,3 9 0 0,-1-1 0 0,-5 22-1 16,7-24-3-16,4 1-7 0,3 1 3 15,-1-5-9-15,6-5 8 0,1-10 0 0,1-2-9 0,1-3 0 16,2-3 3-16,-3-2-5 0,3-9 4 0,1-5-2 16,-3 0-3-16,3-3 15 0,-2-1-6 15,2-1-2-15,0-4 6 0,-1 3 30 0,1-2 23 16,0-4 18-16,0 0 6 0,0 6 1 0,0-6-9 0,0 0-10 15,-12-5-14-15,6 1-22 0,-2-3-44 0,-6-4-56 16,0-1-52-16,-8-4-60 0,1-1-59 16,-4 0-68-16,3 0-336 0,3-2-684 0,-1 0 303 0</inkml:trace>
  <inkml:trace contextRef="#ctx0" brushRef="#br0" timeOffset="165652.79">27318 7879 231 0,'-4'3'297'0,"3"0"-14"0,1-3-17 16,-4 2-23-16,4-2-20 0,0 0-21 0,0 0-21 15,0 0-13-15,18 4-23 0,1-4-11 0,13 0-10 16,5-2-20-16,18-2-8 0,0-2-11 0,1 2-8 15,-16 1-11-15,-2-1-4 0,-2-2-11 0,-5 2-6 16,-11 2-3-16,-1-2-4 0,-3 0 3 0,-5 1-1 16,-3 1-5-16,-2 0 2 0,2 1-8 0,-3 1-6 15,-1-1-10-15,-4 1-21 0,0 0-11 0,0 0-10 16,-15-7-10-16,3 6-17 0,-2 1-24 0,4-1-19 16,-3 2-21-16,0-1-31 0,0 0-35 0,2 0-47 15,-1 0-161-15,7-1-427 0,-3-2 190 0</inkml:trace>
  <inkml:trace contextRef="#ctx0" brushRef="#br0" timeOffset="166005.84">28182 7458 220 0,'1'-9'386'0,"-1"-1"-14"0,4 3 0 16,-4 0-11-16,1 2-28 0,-1 0-23 0,0 1-37 15,3 0-20-15,-3 0-45 0,0 4-28 16,0 0-64-16,0 0-9 0,0 0-27 0,0 0-13 0,-9 10-1 16,5 6-13-16,-5 7-1 0,2 3-9 0,-7 7-7 15,-2 19 3-15,-6 0-6 0,8 1-3 0,-6 4 1 16,3-4-4-16,1 0-2 0,1 2 10 16,2-3-16-16,-1-7-3 0,2 1-3 0,8-14 12 0,-2 0-11 15,-3-5-3-15,1 0-3 0,3-9-1 0,0-1 1 16,-1-5-3-16,2 1-2 0,0-5-1 0,0 0 0 15,2-3 1-15,0-1 4 0,-3 1 14 16,5-2 7-16,-4-1 14 0,4-2-6 0,-7 0-7 16,7 0-3-16,-12-7-4 0,5 3 8 0,-1-2-20 0,0-1-29 15,1-3-42-15,-1 1-44 0,3-1-35 0,-2-1-46 16,0-2-47-16,4-1-44 0,1 2-64 0,2-2-182 16,-2 1-565-16,4-3 250 0</inkml:trace>
  <inkml:trace contextRef="#ctx0" brushRef="#br0" timeOffset="166296.47">27875 7839 24 0,'-5'1'323'0,"5"-1"-12"0,-4 1-6 0,4-1-12 16,0 0-2-16,0 0-18 0,0 0-25 0,0 0-19 15,0 0-18-15,-1 4-28 0,1-4-17 0,0 0-18 16,0 0-13-16,35-5-11 0,-14 4-19 0,11-2 0 16,0-2-19-16,0 1-10 0,1 1-4 0,2-2-5 15,-6 1-7-15,-2 0-10 0,-6 0-4 0,-5 0-4 16,-2 1 11-16,-2 0-14 0,-2 2-5 0,-4 0-3 16,2-1-10-16,-3-1-16 0,0 1-13 0,-2 0-44 15,-3 2-43-15,0-5-31 0,0 5-38 0,-10-7-33 16,2 4-34-16,-2 0-58 0,1 1-210 0,-3 0-542 15,7-1 240-15</inkml:trace>
  <inkml:trace contextRef="#ctx0" brushRef="#br0" timeOffset="166670.23">28413 7844 284 0,'0'0'322'0,"-2"4"-18"0,2-4-15 0,-3 4-25 0,3-4-17 16,0 0-23-16,0 0-26 0,0 0-18 15,14 1-16-15,-2-1-23 0,-1-4-14 0,8 3-8 16,-2-3-20-16,5 0-17 0,-1 0-15 0,8-2-10 0,-9 0-13 16,7-3-8-16,-3-2-10 0,-5 4 5 0,-2-2-10 15,-1-1 1-15,-1 0-1 0,-1-1-3 0,-7 0 3 16,1 2 13-16,-2 0-8 0,-2 1-1 15,0-1-3-15,-3 4-5 0,-3-5 7 0,-2 4-13 16,-1 2-8-16,-4-1-3 0,-3 1 0 0,-2 4 0 0,-5-3 1 16,0 6-1-16,-8 2-4 0,0 3 7 0,1 2-9 15,1 0 1-15,6 0-2 0,-3 6 0 16,7-3 4-16,0 2 7 0,2 0-9 0,0 1-3 16,3 1 13-16,2 0-17 0,3-1 3 0,1 2-6 0,4 1-8 15,8-2-24-15,-2-2-38 0,7 0-53 0,4-1-68 16,1-5-295-16,1 0-542 0,1-6 239 0</inkml:trace>
  <inkml:trace contextRef="#ctx0" brushRef="#br0" timeOffset="166988.79">28839 7718 27 0,'1'-8'374'0,"4"5"-18"0,-2 2-28 0,1-3-31 0,-4 4-27 16,6-6-35-16,-2 4-25 0,-4 2-23 0,0 0-25 15,0 0-6-15,10 9-22 0,-5-1-12 0,-1 3-11 16,2 0-17-16,-2 6-6 0,1-1-8 0,-2 2-14 16,1 1-2-16,-3 2-6 0,0 3-9 0,-1 1-6 15,-1-6 2-15,-2 0-9 0,1-2-4 0,-3 0-2 16,2-5-4-16,1-1-1 0,0-1-1 0,0-3-3 16,-2-1 9-16,4 1 11 0,-1-2 21 0,-2-1 42 15,3-3 40-15,0-1 49 0,-2 4 38 0,2-4 29 16,0 0 13-16,0 0-4 0,0 0-9 0,0 0-23 15,0 0-27-15,11-16-26 0,-6 5-25 0,3-4-14 16,2-2-57-16,3-7-42 0,7 1-45 0,-2-4-47 16,4 1-58-16,-1 0-59 0,5 2-38 0,-3 4-51 15,-1 0-50-15,-4 3-48 0,-3 4-62 0,1 3-398 16,-1 5-877-16,-4-5 389 0</inkml:trace>
  <inkml:trace contextRef="#ctx0" brushRef="#br0" timeOffset="168269.67">29139 7858 62 0,'-4'3'274'0,"2"-1"-4"0,-1 3 2 0,3-5-6 16,-2 2-1-16,2-2-11 0,-4 4-25 0,4-4-21 0,0 0-23 16,0 0-16-16,13 0-19 0,-3-2-13 15,4 0-22-15,4-3-10 0,1 0-17 0,3 1-13 16,3-8-15-16,2 3-19 0,1-4-9 0,0 3-4 0,-2-5-8 15,-2 2-8-15,0 0 1 0,-6 0 4 0,5-3-9 16,-10 3 4-16,1 2 2 0,-5-4 11 0,-4 5-2 16,-1-2 1-16,-3-2-1 0,-1 1-5 15,-1 4 0-15,-3-2 5 0,-5 2-11 0,0 0-4 0,-9 1-5 16,7 3 4-16,-10 1-4 0,-1 1-1 0,-7 1-2 16,4 4 2-16,2 1-4 0,1 0 2 15,-5 6 0-15,9 2 0 0,0-1 0 0,1 3 5 16,2-1-6-16,-1 2-2 0,6 1-3 0,1 2-6 0,-1-2-3 15,4 2 0-15,5 0 1 0,4-5 4 0,2 3-2 16,5 2 5-16,3-1 4 0,8 2-4 16,4-3 4-16,4-2-4 0,2 2 4 0,-2-3-1 15,4-5-2-15,-2-2 2 0,2-3 1 0,-5-1 3 0,-5-2 0 16,-5-2 25-16,1-2 22 0,-2-4 20 0,2 2 22 16,-5-5 27-16,2 2 17 0,-3-3 12 0,-1-3 15 15,-2-1 10-15,0 2 23 0,0-2 9 0,-1 3 1 16,-2-1 2-16,-3 1-2 0,0 4-9 0,0 3-10 15,-2 0-14-15,1 2-20 0,-1 0-25 0,-2 1-14 16,4 0-18-16,-4 4-39 0,2-1-46 0,-2 1-58 16,0 0-47-16,0 0-8 0,0 0 13 0,2 9 6 15,-6 1 10-15,0 2 6 0,0 0-19 0,-1 2-8 16,-1 4 1-16,0-1-3 0,1-1-3 0,-1 0-4 16,3 0-5-16,0-5 7 0,2-2 15 0,-1-1 21 15,2-3-1-15,-4 3 5 0,4-5 22 0,0 1 38 16,0-4 37-16,0 0 34 0,1 2-8 0,-1-2-6 15,0 0-3-15,23-9-4 0,-11-1-5 0,1 2 2 16,2-5-3-16,1-2-8 0,-1 3 4 0,-1-3-2 16,4 2-4-16,-2 2-1 0,-1-1 1 0,-2 0 0 15,-3 4-3-15,-1 0-1 0,-3 0-7 0,1 3 0 16,-4 0 0-16,3 1-19 0,-2 1-21 0,0 1-23 16,2 2-11-16,-6 0-5 0,0 0-7 0,14 4 1 15,-4 1 0-15,-3 3-10 0,5-2-1 0,-2 2-10 16,4 4 1-16,0-4-14 0,-1-1 0 0,-1-2-9 15,0 1 3-15,1-2 3 0,0 0 0 0,-2-3 7 0,1-1 10 16,1-1 7-16,-2-3 10 0,-2-1 10 16,3-3 19-16,-5-1 32 0,1-2 13 0,1-3 38 15,-3-3 10-15,1-2 27 0,0-6 23 0,2 7 5 16,-4-1 6-16,3 0 1 0,-1-4 8 0,1 4-7 0,0-5-7 16,2-1-4-16,-3 8-6 0,0 2-9 0,1-2 5 15,-3 6 3-15,-1 1 23 0,0 2-17 0,-3 2-9 16,3 1-17-16,0-1-25 0,-3 4-35 15,2-1-41-15,-3 3-37 0,0 0-19 0,0 0 10 0,0 0 9 16,2 12 2-16,-2-2 8 0,-1 7 7 0,-2 1 3 16,1 3 2-16,-2 5 2 0,0 4 18 15,0 4-8-15,-1-4 2 0,1 0 9 0,3 3 2 0,-3-7-19 16,0 2-4-16,-2-3-4 0,6-8-6 16,-1-2 0-16,-2-4-3 0,3 1 3 0,-1-4 4 0,1-2 6 15,0 1 8-15,-3-4 10 0,3 1 32 0,0-4 14 16,-5 2-8-16,5-2 0 0,-9-6-7 15,5 2 1-15,-6-5-6 0,1 0-3 0,-5-2 12 0,0-3-15 16,1 1 1-16,-1-1 0 0,-1 2 0 16,0-1-3-16,2-2 3 0,-1 6-2 0,4-1 3 0,1 6-5 15,2-2-3-15,2 0-25 0,1 2-18 16,2 0-8-16,-1 3-8 0,3 1-16 0,4-7-6 16,1 6-1-16,9 1-3 0,5 0-11 0,2 0-2 15,7-3-11-15,5 3-1 0,-5-2 8 0,7 2 3 0,-1-1 7 16,1 0 6-16,-2-4 11 0,1 2 6 0,-2-2 12 15,-1 1 14-15,-12 0 30 0,3 0 30 0,-8-3 46 16,1 3 40-16,-3-1 56 0,-1 1 9 16,-2 0 20-16,-2 0 21 0,-2 1 17 0,1 0 4 0,-2 0-2 15,-4 3-9-15,5-1-15 0,-1 0-22 0,-4 1-18 16,4-3-22-16,-4 3-21 0,0 0-19 0,6-1-36 16,-6 1-32-16,0 0-38 0,0 0-15 0,0 0 1 15,0 9 2-15,0-3-1 0,-2 0 3 0,0 2 3 16,0 1 2-16,-2 4-7 0,4 4 11 0,-3-5-9 15,0 2-17-15,-1 2-5 0,1-3-5 0,2-1-22 16,-1 0-3-16,2-3-7 0,-2 1-14 0,1-3 3 16,1 0-30-16,-1-1-10 0,1-2 4 0,-2 0 11 15,2-4 11-15,0 5 10 0,0-5-5 0,0 0-68 16,0 0-58-16,0 0-42 0,0-18-6 0,-1 8-29 16,1-5-233-16,-1 1-577 0,1-5 256 0</inkml:trace>
  <inkml:trace contextRef="#ctx0" brushRef="#br0" timeOffset="168393.29">30489 7482 139 0,'1'-16'308'0,"3"4"33"0,-3 0 35 16,1 3 14-16,0 3-10 0,0-1-14 0,-2 2-14 16,0-2-33-16,3 5-30 0,-2-2-30 0,-1 4-31 15,1-8-41-15,-1 8-49 0,2-3-54 0,-2 3-64 16,0 0-40-16,0 0-29 0,0 0-33 0,5 11-44 16,-3-6-53-16,0 3-58 0,0 2-92 0,0-2-197 15,-2 1-569-15,3 1 251 0</inkml:trace>
  <inkml:trace contextRef="#ctx0" brushRef="#br0" timeOffset="169088.55">30843 7661 320 0,'-2'-8'450'0,"2"8"-25"0,0-4-34 16,0 4-37-16,-2-4-42 0,-1-1-29 0,3 5-38 15,-8-1-25-15,8 1-22 0,-15 1-23 0,5 4-37 16,-3-1 7-16,-4 1-12 0,2 5-23 0,-2 0-20 16,0 1-33-16,4-2-33 0,-4 3-9 0,4 0-27 15,2-5-19-15,2 1-8 0,0 1-2 0,4-2 3 16,-1-3 1-16,2 1 8 0,0 0 20 0,0-3 14 16,3 0 33-16,-2 0 26 0,3-2 10 0,0 0 14 15,0 0 13-15,23-6-2 0,-13 1 1 0,1 0-11 16,4-2 4-16,-1 0-9 0,-1 0 0 0,-2 0-9 15,3 2-5-15,-3 0-8 0,0 0-2 0,-1 1-7 16,-1 1-6-16,-5-2-7 0,4 3-3 0,-6 0-11 16,2-1-12-16,-4 3-12 0,10-1-14 0,-10 1-7 15,8 4-1-15,-4-2-3 0,1 5-1 0,1-3 1 16,1 4-5-16,-2 1-1 0,3-1 6 0,-2 1-17 16,3-1-4-16,0-1-1 0,-1 1 2 0,0-3 10 15,0 1 0-15,1-2 1 0,0-2 21 0,1-1-12 16,1-2 10-16,-2-2-1 0,3-2 11 0,-3-3 7 15,0 0 6-15,5-4 17 0,-4-5 19 0,4 0 10 16,-5-1 1-16,4-4 16 0,0-2 15 0,-3 0 12 16,4 0 13-16,-4-2 7 0,2-3 6 0,1 4 3 15,-2-4-6-15,1 0-4 0,0 0-6 0,-3 0 2 0,2 3-14 16,-4 9 19-16,-3 0 9 0,1 6-7 16,-1 0-17-16,-1 3-12 0,-1 1-12 0,2 3-24 15,-4-2-27-15,5 4-46 0,-5 2-59 0,0-6-50 16,0 6-37-16,0 0 12 0,0 0 14 0,-7 19 13 15,1-3 21-15,1 1 1 0,-4 9 10 0,-1-2 10 16,-3 3 10-16,6 5 7 0,-5-2 2 0,1 2 8 16,2 2 7-16,-1 0 2 0,2-2 12 0,1 2 15 15,2-5-8-15,-1 0 0 0,0-4 3 0,3-7 6 16,-1-6-1-16,4-2 6 0,-1 0 3 0,0-3 10 16,1 0 11-16,-2-3 36 0,2 1 24 0,2-2 31 15,-2-3 29-15,-2 3 16 0,2-3 16 0,-1 6-2 16,1-6 14-16,0 0 5 0,0 0-3 0,3 2-33 15,-3-2-5-15,0 0-13 0,28-11-15 0,1 3-50 16,7-3-66-16,20-5-93 0,34-3-91 0,9 2-127 16,0 2-157-16,3 3-558 0,-4-9-1115 0,-1 4 494 15</inkml:trace>
  <inkml:trace contextRef="#ctx0" brushRef="#br0" timeOffset="171037.4">3010 10137 113 0,'0'0'189'0,"0"0"-22"16,0 0-8-16,0 0-20 0,0 0-13 15,0 0-21-15,0 0-9 0,0 0-8 0,0 0-12 16,0 0-8-16,0 0-9 0,-1 3-3 0,1-3-7 15,0 0-5-15,0 0-2 0,0 0-1 0,15 3 0 16,-3-3-4-16,2-1-1 0,4-3-5 0,10-2-1 16,1-1-7-16,2 0 0 0,2-1-1 0,0-3-7 15,3 1 4-15,1-5-4 0,0 2-1 0,0 1 1 16,8-6-5-16,-12 1 1 0,-1 2-2 0,-1-3-1 16,-6 2 1-16,-2-1 10 0,-2-2 13 0,-8 5 7 15,-2 3 16-15,-3-3 10 0,-2 5 9 0,-5 0-9 16,-1 1-8-16,-1 1-7 0,-7 1-4 0,-1-1-8 15,-8 6-6-15,-3-2-4 0,0 3-3 0,-12 4-4 16,0 4-3-16,-5 1-2 0,3 4-4 0,-13 7-3 0,15-2 0 16,-10 9-7-16,9-7 4 0,5 3-1 15,1 0-4-15,4 0 0 0,4 4 0 0,3-3 6 16,5 3 3-16,2-3 0 0,5-5 0 0,6 1 1 16,3-1 0-16,10 0 5 0,7 1 6 0,6-4-4 15,8-3-1-15,15-2 20 0,4-7 0 0,6-3-5 0,-1-2-5 16,4-3-4-16,-3-3-2 0,2-5 0 15,-3 1 0-15,-5 2 0 0,-6 3 3 0,-12-4-3 16,-3 4-1-16,-16 0 15 0,2 1 35 0,-4 3 22 16,-3-1 28-16,-3 1 16 0,-4-1 2 0,0-1-4 0,-2 4-12 15,0-3-10-15,-4 3-10 0,5-2-17 16,-5 2-21-16,0 0-42 0,0 0-35 0,0 0-41 16,0 0-40-16,0 0-40 0,0 0-51 0,-19 6-55 15,14-4-74-15,-1 2-244 0,3-2-604 0,3-2 267 16</inkml:trace>
  <inkml:trace contextRef="#ctx0" brushRef="#br0" timeOffset="172662.75">4374 9976 3690 0,'5'-11'356'0,"0"0"-103"0,1 1-63 0,-2 5-45 16,-2-1-36-16,2-1 19 0,-2 3-18 0,0 1-13 15,0-2-17-15,-2 5-7 0,2-4-18 0,-2 4-14 16,1-3-11-16,-1 3-22 0,0 0-32 0,0 0-7 16,0 0 4-16,2 14-1 0,-4-3 10 0,0 7-1 15,-2 5-1-15,-1 5 2 0,0-1 3 0,1 2-1 16,-2 0 6-16,0-3-5 0,3 2 0 0,0-4 3 16,2-3-12-16,-1-3-1 0,1 1-5 0,2-8 13 15,-2 0-13-15,2-2-2 0,-1 0 9 0,-1-3 4 16,2-2 15-16,-1 2 14 0,0-5 27 0,0-1 28 15,2 4 32-15,-2-4 29 0,0 0 24 0,0 0-12 16,0 0-12-16,5-12-12 0,-3 2-14 0,1 0-6 16,0-5-10-16,-1-4-15 0,2-5-19 0,0-2-19 15,-3-1-21-15,-1-2-15 0,-3-1-16 0,1 4-10 16,-3-1-6-16,-3 3 2 0,0 7 1 0,-3 0-8 16,-4 3-4-16,-7-1-5 0,-5 2 4 0,0 7-11 15,-1 1 15-15,-3 3 1 0,3 4 6 0,-1 0 1 16,2 3-5-16,-1 7-13 0,1-3-11 0,9 2-22 15,4 1-32-15,-1 2-13 0,3-2 3 0,3 5-4 16,2-2 12-16,3 2 10 0,5 0 6 0,8-3 11 16,4 1 11-16,9-1 2 0,4-2 9 0,5-2-1 15,5-4 6-15,1-2 3 0,17-4 3 0,-2 0 6 16,-14-4 6-16,19-5 5 0,-19 2 3 0,0-4 5 16,-1 0 0-16,12-8 10 0,-18 5 14 0,-3-1 21 15,-4-2 30-15,-1-1 36 0,-5 0 34 0,-6 3 15 16,0 3 14-16,-3-3 15 0,1 1 27 0,-6 4 24 15,1 3 30-15,-1 0 19 0,0 1-9 0,-2-1-16 16,1 3-21-16,2 2-21 0,-5-1-24 0,0 3-39 16,4-5-2-16,-4 5-30 0,2-2-29 0,-2 2-40 15,0 0-46-15,0 0-12 0,0 0 7 0,3 11 2 16,-3-2 2-16,0 0 3 0,0 6 4 0,0 6 0 16,0-4 2-16,-3 1-24 0,3 0-10 0,0 3-4 15,0-3-7-15,0-1 6 0,3-2-8 0,-3-3-5 16,0-2 4-16,0-1 3 0,1-2 5 0,2-2 6 15,-3-2 10-15,1 1 12 0,-1 0 14 0,0-4 23 16,0 4 35-16,0-4 38 0,0 0 28 0,0 0 32 16,0 0-14-16,0 0-20 0,5-9 0 0,2 0-10 15,-1 0-16-15,-1-5-20 0,4-3-34 0,0 2-15 16,2 1-4-16,-4 3-3 0,-2 2-2 0,-1 0-6 16,2 0-18-16,-2 4-21 0,0 2-27 0,-2-1-27 15,2 1-20-15,-4 3-32 0,0 0-29 0,7-2 15 16,-7 2 13-16,6 9 15 0,2 0 2 0,1-1 3 15,4 6-13-15,4-2-3 0,8 3-5 0,1-1-12 16,0-4-10-16,6 2-15 0,5-2-14 0,0-3-10 0,0-3 1 16,2 2-10-16,1-6 8 0,-1 0 17 0,-5-1 20 15,-2-6 12-15,0 1 30 0,-13 1 36 0,-2-3 51 16,-3-2 43-16,-5 1 27 0,-3-1 23 16,-1 3 25-16,-1-8 19 0,0 3 11 0,-4 2 16 15,-1-1 6-15,-2 1 10 0,-1-2-15 0,-1 4-6 0,3 2-8 16,-5-2-17-16,1 1-8 0,-2 2-10 0,-2 4-15 15,-1-1-8-15,-1 2-5 0,-6 2-4 0,2 2-16 16,-2 4 5-16,0 1-1 0,-6 3-9 16,7-1-4-16,-1 2 1 0,4-1-15 0,0 1-15 15,5-2-15-15,-3-2-13 0,4 0 2 0,5 2-4 0,-5-4-2 16,6 3 1-16,-1-5 2 0,-1 0 2 0,2-1 8 16,0 1 15-16,2-5 16 0,4 3 17 15,-4-3 9-15,11-1 7 0,0-3 7 0,3-1 9 16,0-5 10-16,4 0-7 0,1 0 0 0,-1-1-4 0,6-6-6 15,-1 2 6-15,-5 6-16 0,0 0 6 0,0 1-15 16,-1 0-10-16,-1 1-3 0,-3 2-13 0,-3 3 6 16,3-1-5-16,-3 4-4 0,3 2-5 0,-1 1-3 15,-1 0 12-15,4 4-20 0,0 1 5 0,-2 2-3 16,0 0 5-16,3 1 6 0,-2 3 0 0,1-4 2 16,-1 2-5-16,1-1-11 0,-1-2-11 0,-2-1-4 15,-2-1-5-15,3-3-1 0,-3 1 5 0,-1-2 1 16,0-2 10-16,0 0 4 0,0-4-2 0,0-1 8 15,0-3 6-15,1-2 8 0,-2-2 19 0,-1-2 3 16,2-2 17-16,2-4 17 0,-4-1-2 0,2-5 14 16,1-3 4-16,-1 1-2 0,-1-1-6 0,2-3 10 15,-1 0-8-15,0 1-18 0,0-1 18 0,0 4-4 16,-4 7 11-16,3 2 16 0,-7 4-1 16,2 3-4-16,-2 1-14 0,0 3-7 0,2 0-12 0,-1 1-34 15,-2 3-31-15,0 2-41 0,0 0-15 0,0 0 23 16,0 0 4-16,-2 17 4 0,-2-4 7 0,3 2 4 15,-3 3 1-15,0 1 8 0,-4 5 0 0,-1 1-7 16,3-1 5-16,-2-5-3 0,4 2-5 0,-1-4 5 16,1-2 0-16,0 2 5 0,0-5 3 0,1-2-3 15,-1-4-3-15,2 1 5 0,2-1 11 0,-3-3 11 16,3-3-2-16,-8 5 8 0,1-3-2 0,7-2 6 16,-17-4 1-16,7 3 1 0,-3-4-2 0,3 0 2 15,-1-1-2-15,1 1 11 0,1-2 4 0,3 4 8 16,-1 0-7-16,0-3 2 0,2 3-1 0,5 3-4 15,-5-5 1-15,1 3-15 0,4 2-24 0,0-6-26 16,5 2-21-16,7 2 1 0,7-2-3 0,-1-1-3 16,11 1-9-16,3-1 4 0,5 1 11 0,0 0 3 15,3 0 8-15,-3 3 3 0,17-2 5 0,-19-2 3 16,2 2 5-16,-5 1 4 0,-2-2 13 0,-11 3 16 16,-1-2 28-16,-7 1 43 0,1 2 11 0,-5-1 16 15,0 0-10-15,-1 1 25 0,-6 0-1 0,9 0-2 16,-5-3-4-16,-4 3 0 0,6-2-24 0,-6 2 4 15,0 0-11-15,0 0-7 0,0 0-15 0,8 2-15 16,-8-2-27-16,1 3-6 0,-1-3-8 0,0 9 1 16,-1-4 2-16,-2 7-4 0,2 0 8 0,-3 5-5 15,0-2 6-15,2 2-8 0,-2 3 10 0,-2-2-27 0,2-1-21 16,0 0-24-16,1-2-15 0,2-5-21 16,-1 2-14-16,0 0-24 0,0-1-21 0,2-5-29 15,-2 0-28-15,1 0-33 0,0-2-14 0,1-1-10 16,0-3-231-16,0 0-550 0,0 0 243 0</inkml:trace>
  <inkml:trace contextRef="#ctx0" brushRef="#br0" timeOffset="172812.52">6292 9736 175 0,'-3'-8'349'0,"3"1"-16"16,0 1-27-16,0 1-28 0,0 1-27 0,0 0-28 15,0 4-36-15,0-5-54 0,0 5-51 0,0 0-16 0,0 0-23 16,0 0-33-16,0 0-36 0,17 13-53 0,-8-8-56 15,3 6-231-15,5-2-397 0,-2-1 175 16</inkml:trace>
  <inkml:trace contextRef="#ctx0" brushRef="#br0" timeOffset="173137.95">6712 9833 98 0,'-9'0'222'0,"-4"0"-20"0,0 2-14 15,1 0-17-15,-5 1-19 0,-3 4-14 0,3 0-17 0,-1 0-13 16,3 4-12-16,-1 0-9 0,4 0-6 16,-4 1-6-16,6 1 8 0,1-6-4 0,3 3-1 15,-2-1-4-15,4 4-7 0,3-3 0 0,1-3 1 16,4 3 0-16,-3-2 2 0,8-1 1 0,5-3-1 0,5-1-6 16,3 0-7-16,0-6 0 0,7 3-6 15,-1-3 7-15,-7-2 12 0,-1-1 7 0,-2-2 11 16,0 0 15-16,1-1 14 0,-2-3 5 0,-6 0-6 15,-2-3-4-15,-2 5-12 0,1-5-4 0,-1 0-6 16,-5 2-10-16,0 1-19 0,-2-1-1 0,-2 1-9 0,0 1-12 16,-2 1-10-16,-2 1-12 0,-3 1-26 15,-2-1-30-15,1 3-25 0,-5 3-27 0,2 1-28 16,-6-1-50-16,2 6-47 0,6-3-63 0,-5 1-266 16,5 3-588-16,3-4 261 0</inkml:trace>
  <inkml:trace contextRef="#ctx0" brushRef="#br0" timeOffset="173431.06">7016 9826 9 0,'3'6'258'0,"-3"-6"-24"0,1 5-29 0,-1-2-18 15,-1 1-21-15,-1 2-18 0,1 0-12 0,0 2-15 16,-3 0-9-16,1 1-13 0,-2 3-6 0,1 1-9 15,-1-2-5-15,2-2-10 0,0 2-7 0,2-3-2 16,-2-2-13-16,2-1-3 0,0-2 1 0,-2 3 19 16,3-3 34-16,0-3 52 0,0 0 59 0,-1 7 41 15,1-7 12-15,0 0-17 0,0 0-22 0,0 0-2 16,13-10 2-16,-10 4-13 0,-3 6-20 0,7-3-18 16,-5 3-21-16,-2 0-20 0,0 0-20 0,7-3-41 15,-7 3-40-15,0 0-33 0,10 6-29 0,0 2-44 16,0 0-78-16,3 6-85 0,2 2-115 0,2 3-381 15,-3-5-797-15,-1-4 352 0</inkml:trace>
  <inkml:trace contextRef="#ctx0" brushRef="#br0" timeOffset="174172.84">4321 11589 194 0,'4'-10'282'15,"2"3"-13"-15,-2-1-16 0,0 4-21 0,-1-1-15 16,-1 1-26-16,1 1-17 0,-2 1-24 0,-1 2-28 0,3-4-33 15,-3 4-11-15,0 0-14 0,0 0-9 0,-3 22-4 16,2-10-7-16,-3 8-5 0,-4 6-8 16,2 3 0-16,-4 3-3 0,-1-2 1 0,2 4-5 15,-1-5-2-15,3 3-5 0,0-3 2 0,-1-2-2 0,3-6-3 16,2-3-2-16,1-3-4 0,0-3 3 0,2-4 1 16,-3 1 1-16,1-4 10 0,0 1 39 0,2-2 36 15,-1 0 41-15,0-1 43 0,1-3 47 16,0 0 39-16,0 0-27 0,0 0-24 0,-3-12-22 0,3-1-23 15,-2-3-14-15,2-3-10 0,0-8-11 0,2-1-17 16,-2-4-12-16,4-1-11 0,1-1-10 16,0-13-11-16,0 11-6 0,3 0-10 0,1-8-5 15,-4 12-5-15,0 5-7 0,4 2-7 0,-5 8 2 0,0 2-7 16,-3 4-6-16,3 1-2 0,-3 3-14 0,3 1-23 16,-1 0-31-16,-1 2-23 0,7 2-35 0,4-2-31 15,6 4-15-15,8 3-37 0,3 2-29 0,1 3-42 16,1 4-48-16,4-1-56 0,-8 7-331 0,3-1-750 15,-3 0 331-15</inkml:trace>
  <inkml:trace contextRef="#ctx0" brushRef="#br0" timeOffset="174359.18">4425 12068 48 0,'-4'5'261'0,"-2"-1"-3"0,3-1 6 0,0 2-8 15,2-4-6-15,1-1-17 0,-1 4-24 0,1-4-20 16,0 0-17-16,21-3-20 0,-3 1-26 0,4-3-36 16,5 2-45-16,-7-2-57 0,1 1-71 0,1-4-78 15,-3 2-223-15,-4-4-414 0,0 0 184 0</inkml:trace>
  <inkml:trace contextRef="#ctx0" brushRef="#br0" timeOffset="174520.91">4335 11886 50 0,'-4'1'259'0,"2"1"-25"0,2-2-17 0,-8 0-21 15,8 0-19-15,0 0-20 0,0 0-13 0,37-2-14 16,-8 1-13-16,6-4-13 0,16 4-32 0,3-2-42 16,-3-2-49-16,6 2-58 0,0-2-79 0,-5-1-117 15,3-1-295-15,-3-3 130 0</inkml:trace>
  <inkml:trace contextRef="#ctx0" brushRef="#br0" timeOffset="174903.59">5319 11740 135 0,'0'0'282'0,"0"0"-16"16,0 0-21-16,-2-4-23 0,2 4-24 0,0 0-23 15,0 0-23-15,0 0-18 0,0 0-15 0,0 0-12 16,-12 12-10-16,2-3-11 0,-2 3-8 0,-1 4-10 0,-4 3-6 15,-5 3-7-15,4 2-4 0,-5-2-4 0,0 4-4 16,-2-1-6-16,3-4-1 0,1-1-3 16,0 0-5-16,3-1-2 0,4-9 2 0,5-1 2 15,-2-2-9-15,4 0 1 0,2-2 4 0,-3-2 6 16,4 1 33-16,-1-1 48 0,5-3 35 0,-5 0-11 0,5 0-7 16,-5-12-8-16,5 4-10 0,0-4-3 15,4-3-19-15,-3-3 3 0,4-2-1 0,0-5-3 16,3 0-7-16,-3-2-8 0,5 0-1 0,-3 1 1 15,-4 8 16-15,3 1 6 0,-3 3 8 0,1 5 8 0,0-1-13 16,-3 3-9-16,3 2-18 0,-1 0-10 0,-2 1-23 16,0 0-38-16,-1 4-32 0,0 0-15 0,0 0-3 15,0 0 1-15,14 13 9 0,-4 0 1 16,1 4-4-16,2 5-2 0,3 3-9 0,-2 0-2 0,4 3-23 16,1-3-30-16,-1 1-34 0,0 2-49 0,0-2-44 15,5 0-89-15,-4-6-307 0,-6-4-685 0,1-4 303 16</inkml:trace>
  <inkml:trace contextRef="#ctx0" brushRef="#br0" timeOffset="175081.24">5575 12043 89 0,'0'0'586'0,"0"0"-31"0,0 0-41 15,0 0-42-15,0 0-45 0,0 0-45 0,0 0-37 16,0 0-48-16,6 3-56 0,-6-3-70 0,0 0-93 15,0 0-132-15,0 0-183 0,0 0-408 0,1-10-698 16,-1 6 309-16</inkml:trace>
  <inkml:trace contextRef="#ctx0" brushRef="#br0" timeOffset="178604.01">7281 11618 179 0,'0'-3'244'0,"0"3"-12"0,0-7-21 16,-2 4-19-16,2 3-21 0,0-7-16 16,0 7-19-16,-4-2-13 0,4 2-17 0,-7-2-11 0,7 2-12 15,-14 7-10-15,5-1-7 0,-5 2-12 0,-2 3-8 16,0 4-7-16,-5 2-3 0,2 1-7 16,0 2-6-16,1-1 1 0,5-2-5 0,3-1 1 15,-3 1-5-15,4 0 3 0,2 1-3 0,-1-4-5 16,2 1-1-16,2-4 0 0,0 1 0 0,3-2-4 0,-1-3 4 15,2 1 5-15,0-1 6 0,3-2 7 0,2-1 12 16,5 0 7-16,3-4-3 0,1-3 2 16,4-2-5-16,9-5 5 0,-8 0 4 0,5-4-3 15,-2-5 4-15,-2-1-3 0,-3-3-4 0,1-2 0 16,-4 0-4-16,0-3-3 0,-9-2-1 0,0-3-12 0,-1-1-5 16,-2 1-2-16,-5-2 2 0,0 2-1 15,-3-1-4-15,-2 4-2 0,-4 2 2 0,1 1-2 16,-3 5-1-16,3 5-3 0,-2 0 2 0,-2 4 2 0,1 2-14 15,-3 1 2-15,-1 3 2 0,0 3-6 0,-1-1-5 16,2 3-20-16,2 2-28 0,2 2-27 16,0 1-25-16,-3 6-20 0,6-3-22 0,0 3-34 15,2 7-53-15,4-5-150 0,4 0-421 0,3 0 187 0</inkml:trace>
  <inkml:trace contextRef="#ctx0" brushRef="#br0" timeOffset="179018">7728 11330 30 0,'-4'-1'281'15,"4"1"-24"-15,0 0-29 0,-4-5-23 0,4 5-26 0,0 0-19 16,0 0-17-16,0 0-16 0,0 0-12 0,0 0-13 15,21 8-10-15,-15-3-15 0,0 0-7 16,2 3-7-16,-2 1-15 0,2-1-7 0,-3 1 0 16,3 1-7-16,-6 4-5 0,2-1-3 0,-4-1-5 0,0 6-3 15,0 1 2-15,-4-1 0 0,-2 7 0 0,-4-1-4 16,-3 0-2-16,-5 0 2 0,0 0 2 0,4-3-4 16,-1 0 1-16,1-5-2 0,1 0 0 15,0-2-3-15,0 2 1 0,2-3-2 0,-2-1 2 0,4-3-3 16,4-2-2-16,-1-2-1 0,2 1 2 0,0-2-1 15,-1 0 0-15,4-1 1 0,-2 0-2 0,2 0 1 16,1-3 3-16,1 6-1 0,-1-6 9 0,4 5 15 16,1-4 9-16,4 2-1 0,5-1-7 0,8 0 2 15,-2-1-4-15,12-1-4 0,2-1-13 0,1 1-35 16,-3-1-48-16,3 0-55 0,-2-3-71 0,-5 2-229 16,-1-1-459-16,-9-3 203 0</inkml:trace>
  <inkml:trace contextRef="#ctx0" brushRef="#br0" timeOffset="179419.68">7506 11632 63 0,'-13'-2'238'16,"1"-2"-2"-16,2 4-6 0,4-1-9 0,-1 1-12 15,0-1-16-15,7 1-16 0,-9-2-11 0,9 2-10 16,-7 0-6-16,7 0-12 0,-5-1-12 0,5 1-7 16,0 0-10-16,0 0-11 0,-4-3-7 0,4 3-8 15,0 0-9-15,0 0-5 0,0 0-5 0,0 0-6 16,0 0-4-16,0 0-7 0,25-4 2 0,-6 4-5 15,11-3 3-15,6 0 3 0,19 0 7 0,4-1 6 16,4 0 3-16,0 1-2 0,3-5-5 0,-6 7-2 16,-5-2-8-16,-3 1-6 0,-15-1-3 0,-2 1-4 15,-6-1-2-15,-6 0-5 0,-4 3-2 0,-5 0-1 16,-4-1-5-16,-1 1 3 0,0-1-1 0,-9 1-15 16,8-3-12-16,-4 3-8 0,-4 0-31 0,0 0-32 15,0 0-36-15,-20 8-44 0,0-1-58 0,1 0-64 16,-12 4-256-16,7-3-577 0,-3 1 256 0</inkml:trace>
  <inkml:trace contextRef="#ctx0" brushRef="#br0" timeOffset="179867.7">7033 12034 1569 0,'-34'3'58'0,"4"1"-46"0,8-2-11 0,-1-1-8 15,4 1 17-15,6-2 10 0,2 1 25 0,-1 0 20 16,4-1 9-16,2 0 3 0,0 0-3 0,-2 0-9 16,8 0-6-16,-8 3-5 0,8-3-4 0,-6 0-2 15,6 0-2-15,0 0 3 0,-8 0 0 0,8 0 4 16,0 0 7-16,0 0-7 0,0 0-2 0,-7 0 0 15,7 0-3-15,0 0 1 0,0 0-3 0,0 0-5 16,0 0-6-16,0 0-1 0,0 0-4 0,0 0-3 16,0 0-2-16,0 0 0 0,0 0-6 0,0 0 2 15,0 0 7-15,25-3-6 0,3 1 4 0,9-1-8 16,21-3-2-16,2 4 7 0,32-6 3 0,-23 3 17 16,28 0 8-16,4-4 14 0,-1 2 14 15,-2-1 3-15,-1 1 1 0,-32 2-9 0,3 0 3 0,-4 1-3 16,-1-2 1-16,-24 2-3 0,-2 0-4 0,-5 0 0 15,-8 2-7-15,-7 1 0 0,-4 0 0 0,-2-1-10 16,0 1-15-16,-4 1 2 0,0 0-7 16,-1-3-40-16,-6 3-43 0,8 0-27 0,-8 0-37 0,0 0-45 15,-14 10-66-15,0-4-99 0,-4 2-262 0,-8-1-636 16,4-3 281-16</inkml:trace>
  <inkml:trace contextRef="#ctx0" brushRef="#br0" timeOffset="180354.7">7457 12361 204 0,'0'0'232'16,"1"-3"-28"-16,-1 3-21 0,-4-5-20 0,4 5-20 16,-11 1-14-16,11-1-16 0,-19 4-13 0,2 1-11 15,-2 0-7-15,1 3-15 0,-5 4-11 0,4-2-3 16,-6 6-9-16,8-5-9 0,-1 1-1 0,1 1-7 15,2 0-1-15,2 1-3 0,3 1 2 0,-2-1-5 16,6-2 1-16,2 0-2 0,2-2 1 0,2 0 1 16,1 0 6-16,4 0 9 0,3-4 3 0,3-1 16 15,2-2 4-15,6-3 7 0,-2 0-1 0,1-1 8 16,-2-4 10-16,-2-1 6 0,-3 1 7 0,1-2-3 16,1-5 3-16,-5 1-11 0,3-1-2 0,-6-3-4 15,-1 3-6-15,0-4-11 0,-5-3-9 0,-2 2-10 16,-2 0-7-16,0-1 4 0,-8-5-22 0,0 3-5 15,-2-5-6-15,2 11-6 0,-5 2-12 0,2 0-12 16,-6-4-18-16,-3 3-11 0,3 7-27 0,-4 1-9 16,-2 4-12-16,5-1-27 0,4 0-33 0,4 6-48 0,3-3-245 15,3 1-490-15,1 0 217 0</inkml:trace>
  <inkml:trace contextRef="#ctx0" brushRef="#br0" timeOffset="180901.66">7613 12266 86 0,'0'0'285'0,"5"-1"-28"16,-5 1-23-16,0 0-32 0,0 0-25 0,0 0-21 0,9 2-14 16,-6 1-15-16,-1 2-17 0,2 0-13 0,-3 2-11 15,2 2-7-15,-2 0-9 0,-2 6-9 0,-2-4-5 16,3 4-4-16,-1 2-6 0,-4-2-8 15,0 1 0-15,-1 0-3 0,-1-2-5 0,-1 0 0 0,2-2-5 16,1-2 3-16,1 2-8 0,-4-5-2 0,4 1-1 16,-1-3-1-16,4 1 4 0,-3 0 0 0,3-4 2 15,-2 2 20-15,2-1 22 0,1-3 23 16,0 0 13-16,0 0 3 0,0 0-1 0,0 0-7 0,22-12 2 16,-12 4 2-16,4-5-5 0,3 1 6 0,3-7-15 15,2 0-5-15,-3 1-10 0,4-2-1 0,-3 1-6 16,-7 5 9-16,1-3 13 0,-5 10 12 0,0-3 6 15,-4 6-5-15,-1-2-10 0,1 1-9 16,0 3-10-16,-2-2-17 0,-2-1-7 0,3 2-15 0,-4 3-22 16,0 0-7-16,4-3-21 0,-4 3-10 0,-3 12 6 15,2-9-1-15,-3 7 3 0,0-2 16 16,-1 5-12-16,0-1-2 0,4 3 1 0,-3 1-11 16,1-1 20-16,6-1-8 0,-3-1 0 0,5-1 7 0,4 2-1 15,0-1 2-15,5-1-1 0,5 0 5 0,-1-5 6 16,10 3-3-16,1-4 7 0,3-2-2 0,3-2 10 15,1-2 11-15,0-1 5 0,-2 0 8 0,-3 0 6 16,-2-2 12-16,-10 2 14 0,-2-2 16 0,-3 3 14 16,-5-2 14-16,1 2 3 0,-2 0 3 0,-2-3 1 15,1 3-9-15,-1 0-8 0,-6 0-8 0,6-2-17 16,-6 2-25-16,0 0-42 0,8 0-62 0,-8 0-69 16,0 0-76-16,0 0-63 0,0 0-64 0,0 0-501 15,0 0-894-15,-19-3 395 0</inkml:trace>
  <inkml:trace contextRef="#ctx0" brushRef="#br0" timeOffset="183235.79">8984 11922 63 0,'-5'0'173'0,"5"0"0"16,0 0-5-16,0 0-2 0,0 0-3 0,0 0-8 15,0 0-13-15,0 0-9 0,0 0-11 16,0 0-14-16,0 0-8 0,0 0-7 0,0 0-13 15,0 0-12-15,0 0-6 0,0 0-7 0,0 0-5 0,0 0-7 16,0 0-6-16,0 0-6 0,0 0 3 0,-8-3-5 16,8 3-7-16,0 0 0 0,0 0 2 0,0 0-3 15,0 0-4-15,0 0 0 0,0 0-1 16,0 0 7-16,0 0 0 0,0 0 4 0,23 0-7 0,-4-1 0 16,2-2-1-16,8-2-3 0,2 1 0 0,1 1-2 15,3-3 1-15,1 2-2 0,3 0-5 0,1 0 2 16,-1-1 0-16,-2 1 0 0,-4 0-2 0,-5 1-4 15,-7-1 6-15,-5 3-3 0,-4 0 1 0,-2 0-16 16,-3-1-4-16,-1 2-24 0,0-2-8 0,-6 2-33 16,0 0-42-16,0 0-39 0,-16-3-30 0,3 3-150 15,0 0-366-15,-5 0 162 0</inkml:trace>
  <inkml:trace contextRef="#ctx0" brushRef="#br0" timeOffset="183429.55">9266 11763 259 0,'0'-8'314'0,"0"1"8"16,3 1 13-16,-3 0 9 0,0 0-13 0,0 2-23 15,0 0-27-15,0 0-33 0,0 4-28 0,0-5-30 16,0 5-27-16,0 0-41 0,0 0-56 0,0 0 1 16,0 0-18-16,0 0-1 0,-4 22-8 0,0-6-8 15,0 8 16-15,1 3-17 0,-1 0-45 0,1 2-34 16,-2 5-42-16,0-3-47 0,2 1-55 0,2 0-84 15,-5-2-235-15,3-11-552 0,1-4 244 0</inkml:trace>
  <inkml:trace contextRef="#ctx0" brushRef="#br0" timeOffset="184071.79">10714 11635 180 0,'0'-5'317'0,"-1"0"-20"0,1 2-26 15,0-1-27-15,0 4-22 0,0-7-20 0,-3 3-24 0,3 4-17 16,0-4-21-16,-2-1-14 0,2 5-16 16,-7-1-15-16,1 0-11 0,6 1-10 0,-14 2-10 0,4 5-6 15,-1-1-10-15,-4 2-6 0,1 5-5 16,0-1-4-16,-3 2-15 0,6-1-2 0,-2 1 6 16,2 2-12-16,0 0 3 0,3 1-4 0,2-3-2 15,1 2 3-15,1-5-1 0,2 1-1 0,2-2 1 0,1 0 2 16,2-1 1-16,1-3 1 0,1 1 4 0,3 0 13 15,4-6 2-15,1 1 4 0,1-3 8 16,1-3 10-16,-1 0 8 0,3-4 12 0,1 0 12 16,-5-4 2-16,2-1-1 0,3-7-7 0,-8 4-12 0,0-8-9 15,-2 0-1-15,-2-2-15 0,-2-3 5 0,-3-2-23 16,-1 1-2-16,-4-1-9 0,0 3 0 0,-3-1-5 16,-2 2-1-16,-3 4-4 0,2 6-2 15,-5-4-3-15,1 5-7 0,2 3-15 0,-5 0-7 16,0 6-22-16,-1 0-10 0,-3 1-21 0,5 2-27 0,-6 4-25 15,4 4-33-15,1 4-23 0,1 0-30 0,3 4-58 16,4-5-197-16,3 4-514 0,6-1 227 16</inkml:trace>
  <inkml:trace contextRef="#ctx0" brushRef="#br0" timeOffset="184438.4">11221 11383 260 0,'2'-3'309'0,"0"-1"-17"0,-2 4-22 16,0-5-30-16,0 5-27 0,4-3-20 0,-4 3-24 16,0 0-19-16,5-1-14 0,-5 1-17 0,0 0-12 0,12 5-21 15,-6 2-14-15,-2-3-10 0,1 2-12 0,0 2-10 16,-2 2-4-16,-2 0-6 0,3 0-2 0,-4 6-3 15,0 2-2-15,-4 0-5 0,0 3 1 0,-1-4-2 16,-3 9-2-16,3-7-1 0,-7 4-3 0,1-1 0 16,1-5 2-16,1-1-3 0,0-1-1 0,-4 2-4 15,3-2 3-15,2-5-2 0,2 1-1 16,0-2-1-16,2-4 0 0,-1 2-3 0,2-4 5 16,-1 2 0-16,3-2 2 0,0 1-3 0,1-4 3 0,-2 4 3 15,2-4 2-15,6 7-2 0,0-5 3 0,7 0-7 16,1 0 2-16,6 2-6 0,7-4-17 0,1 0-39 15,3 0-58-15,-1 0-75 0,0-2-284 16,-2-4-509-16,0 0 226 0</inkml:trace>
  <inkml:trace contextRef="#ctx0" brushRef="#br0" timeOffset="184870.25">11073 11642 80 0,'-5'0'269'0,"0"1"-5"0,5-1-6 0,-6 1-14 16,6-1-18-16,-7 3-15 0,7-3-12 0,0 0-16 16,-5 3-19-16,5-3-10 0,0 0-13 0,0 0-12 15,-4 1-14-15,4-1 13 0,0 0-24 0,0 0 1 16,0 0-9-16,0 0-7 0,0 0-5 0,0 0-13 15,0 0-9-15,0 0 3 0,0 0-7 0,0 0-8 16,0 0-4-16,0 0-11 0,0 0 1 0,0 0-5 16,0 0-2-16,0 0 0 0,0 0-9 0,0 0 3 15,0 0 1-15,0 0 0 0,0 0 0 0,0 0-3 16,0 0 10-16,0 0-13 0,27-4-4 0,-6 1-6 16,13 0-3-16,17-1-2 0,5 2 4 0,7-4 6 15,0 2 12-15,30 0-4 0,-34 1 8 0,-1 0-3 16,-1 1-1-16,-19 0-2 0,2-2-1 0,-6 2-5 15,-5 0 1-15,-9 0-3 0,-6 2 1 0,-3-3 5 16,-3 3-1-16,-2 0-9 0,2-1-8 0,-3 1-17 16,-5 0-18-16,0 0-26 0,0 0-29 0,0 0-25 15,-35 1-31-15,7 2-39 0,-1 3-54 0,2 1-60 16,-2-3-225-16,-2 1-563 0,0 0 249 0</inkml:trace>
  <inkml:trace contextRef="#ctx0" brushRef="#br0" timeOffset="185384.57">10401 12014 146 0,'-9'1'236'0,"3"-1"1"0,-2 2-1 0,8-2-5 16,-8 0-8-16,8 0-16 0,0 0-14 0,-10 0-13 16,10 0-13-16,0 0-12 0,-5 0-9 0,5 0-9 15,0 0 2-15,0 0-22 0,0 0-7 0,0 0-3 16,0 0-13-16,0 0-4 0,0 0-3 0,-8-3-10 16,8 3-5-16,0 0-10 0,0 0-6 0,0 0-10 15,0 0-2-15,0 0 8 0,0 0-21 0,0 0-2 16,0 0-3-16,0 0-4 0,0 0-2 0,0 0-3 15,0 0-1-15,0 0 2 0,0 0-12 0,0 0 1 16,0 0 5-16,0 0-5 0,0 0 1 0,0 0-3 16,0 0 1-16,0 0-1 0,0 0 2 0,0 0 1 15,0 0-2-15,0 0-2 0,0 0 0 0,0 0-2 16,0 0 4-16,0 0 9 0,31 0-12 0,-3 0 0 16,7-1-1-16,3-2-9 0,21-2 8 0,2 4 0 15,31-5-4-15,-28 1 5 0,32 0 9 0,3 0 15 16,0-2 7-16,-6 2 3 0,-1 0 7 0,-29 1-4 15,-4 0 4-15,-20-1 18 0,-1 2 2 0,-7-3 19 16,-9 4 12-16,-4-2 11 0,-5 3-4 0,-2 0-2 16,-3 0-12-16,-2 1-6 0,-1-3-26 0,2 3-20 0,-7 0-12 15,3-2-36-15,-3 2-49 0,0 0-42 16,0 0-51-16,-25 3-42 0,2 2-48 0,-4 5-64 16,-4-1-81-16,3-2-207 0,0-1-646 0,6-1 286 15</inkml:trace>
  <inkml:trace contextRef="#ctx0" brushRef="#br0" timeOffset="185834.68">10792 12289 237 0,'0'0'252'0,"0"0"-25"0,0 0-24 16,-5-2-20-16,5 2-23 0,0 0-17 0,0 0-18 15,-13 2-14-15,5 0-12 0,0 3-9 0,-1-2-11 16,-2 3-12-16,0 2-7 0,-1 1-7 0,-1 1-4 0,0 1-8 16,-2 4-5-16,0-2-8 0,1 2-6 15,4 1 2-15,0-2-7 0,-1 1 2 0,4 0-2 16,-1-1 1-16,4-2-3 0,3 1 1 0,1-4 0 15,0 2 3-15,4-1 4 0,1 0 3 0,0-3 5 16,5-2 5-16,2 1 8 0,-1-4 12 0,1 0 10 16,-2-2 19-16,3 0 16 0,-3-4 20 0,0-2 9 15,2-1 6-15,-3-1-1 0,-2-1-5 0,-1-3 6 16,2-4-20-16,-4-1-7 0,-1-2-7 0,-2 0-11 16,-1-7-8-16,0 0-13 0,-3 7-7 0,-3-8-5 15,1 0-3-15,-3 2-10 0,-1 7-4 0,2 0-12 16,-5 1-5-16,-1 3-11 0,-2-1-16 0,-2 8-26 15,-8-5-20-15,-2 4-23 0,-4 2-24 0,0 5-36 16,-1 1-32-16,0 4-38 0,5 0-36 0,9 3-44 16,0-1-271-16,6-2-598 0,9-1 265 0</inkml:trace>
  <inkml:trace contextRef="#ctx0" brushRef="#br0" timeOffset="186434.7">11003 12168 63 0,'0'-6'400'0,"0"2"-28"0,2 1-28 0,-2 3-31 0,4-2-29 15,-4 2-36-15,1-5-31 0,-1 5-20 0,0 0-25 16,0-5-36-16,0 5-32 0,0 0-29 0,0 0-11 16,0 0-11-16,0 0-4 0,8 12-6 0,-8-7-10 15,4 2-10-15,-4-2-4 0,4 2-2 0,-3-1 3 16,2-2-5-16,-1 3-2 0,3-2-3 0,-1 0-2 15,1-1 0-15,2 1-4 0,-2-2 1 0,0 0 0 16,1 1-1-16,2-3 5 0,1 0 0 0,-3-1-1 16,4-1-2-16,-2 0 0 0,1-2-2 0,0 0 4 15,-1 2 11-15,-2-1 1 0,2-1 4 0,-1 1 2 16,0 1 0-16,-2-1 0 0,0 0-5 0,-5 2-5 16,9-2-7-16,-9 2 4 0,6 0-19 0,-6 0-2 15,8 4-1-15,-5-1-6 0,1 4 1 0,-2 2-5 16,3 7 4-16,-1 0-1 0,1 4-1 0,-4 6 2 15,3 6 4-15,-4-1 1 0,1 2-2 0,-2 2-1 16,-3 11 4-16,-2-10 2 0,-3 10 2 0,0-11 0 16,-4-1 1-16,2-1-4 0,1-2 7 0,-4-2-2 15,1-2 2-15,-1-5-2 0,5-6-1 0,0-3 5 16,1-6 5-16,2 3 11 0,-2-4 14 0,3-3 15 16,0 0 10-16,-4-1 19 0,9-2 12 0,-13-5 20 15,4-3 28-15,4-1 23 0,0 0 6 0,0-8-13 16,2-3-13-16,2-8-15 0,5-2-17 0,6-2-11 15,0-3-8-15,13-9-12 0,4 3-9 0,0 0-6 16,5 0-7-16,2 3-5 0,-8 13-10 0,15-7 7 16,-17 10 12-16,2 3 0 0,-3 2 13 0,-7 7 1 0,-3 2 6 15,-4 0-2-15,0 0-5 0,-4 3-16 0,0 2 1 16,0-1-9-16,-1 0-10 0,1 2-10 16,-2 1-20-16,-1-2-17 0,-2 3-28 0,0 0-44 15,4-2-23-15,-4 2-47 0,0 0-50 0,0 0-42 0,0 0-42 16,0 0-17-16,0 8 32 0,0-8-1 0,-4 11-65 15,0-6-278-15,4-5-666 0,-4 5 294 0</inkml:trace>
  <inkml:trace contextRef="#ctx0" brushRef="#br0" timeOffset="187535.66">12211 11880 5 0,'0'0'294'0,"0"0"-2"15,0 0 2-15,0 0-18 0,0 0-20 0,0 0-21 16,0-5-26-16,0 5-22 0,11-3-18 0,0-1-23 16,7 0-34-16,4 0-37 0,6-1-44 0,7 2-56 15,-2 1-61-15,4-2-59 0,0 1-243 0,-4-2-420 16,-1 3 186-16</inkml:trace>
  <inkml:trace contextRef="#ctx0" brushRef="#br0" timeOffset="187709.8">12328 11970 166 0,'-8'5'155'0,"1"-1"-3"0,0-4-6 0,2 5-6 0,3-3 18 15,2-2 16-15,12 7-7 0,9-2-15 0,8 0-15 16,12-3-21-16,13 1-65 0,2-3-67 0,0 0-108 15,0-3-139-15,-17-4-284 0,-1 0 126 0</inkml:trace>
  <inkml:trace contextRef="#ctx0" brushRef="#br0" timeOffset="188785.84">13665 11446 95 0,'-3'-3'262'0,"-1"-1"-6"0,4 1-10 16,0 3-13-16,-4-4-19 0,4 4-25 0,-1-3-23 16,1 3-18-16,0 0-16 0,0 0-18 0,-4-3-17 15,4 3-22-15,0 0-22 0,0 0-15 0,0 0-11 16,0 0-4-16,9 9 0 0,-1-5 0 0,5 1-2 16,2 2 2-16,4 0-9 0,8 0 3 0,1 3 0 15,-2-2-3-15,3-1 0 0,-8-4 0 0,5 1 1 16,-4 0 5-16,-5-3-2 0,-2 0 0 0,-3-1 6 15,-2 1 5-15,-3 0 8 0,0-1 1 0,-1 0-4 16,-1 2 0-16,-5-2-5 0,7 1-10 0,-7-1-10 0,6 1-7 16,-6-1-1-16,-1 5-3 0,-4-1-1 15,-2 4 0-15,-6 2 4 0,-7 9-3 0,-4 2-4 16,-3 4 4-16,0-2-10 0,-10 10 3 0,10-6-3 16,-6 7 2-16,9-6 1 0,1-1-2 0,0 1 3 15,1 0 0-15,3-2 4 0,1 1-4 0,1-4 3 16,7-5 2-16,1-1-2 0,0-3 1 0,5-3 0 15,-3 0 5-15,2-1 6 0,2-5 6 0,0 1 15 16,2 0 11-16,-3-4 21 0,3 1 22 0,0 1 3 16,1-4 13-16,0 0 3 0,-2 3 3 0,2-3-23 0,0 0-10 15,0 0-5-15,12-7-8 0,-7 4-7 0,0 1-5 16,2-1-2-16,-1-1-8 0,-1 1-5 16,0 1-3-16,-1-1-8 0,1 2 1 0,2 0 0 0,0 1-7 15,-7 0 0-15,13 0-7 0,-3 0 2 0,-1 1 0 16,7 1 4-16,3 2-11 0,2 0 6 15,0-1-4-15,8 2 1 0,6-2 4 0,-5-1-5 16,5 1-3-16,-4-2 0 0,-2-1-5 0,-8 1-1 0,0-1-4 16,-2 0 8-16,-2-1 0 0,-4 0 0 0,-2 0-3 15,-2-1 6-15,0 0-6 0,-4 2 6 0,0-3-6 16,-1 3-18-16,-4 0-14 0,5-2-37 0,-5 2-41 16,0 0-45-16,-9-7-35 0,-1 4-36 0,0 1-32 15,-3-1-225-15,-3 2-527 0,3 0 233 0</inkml:trace>
  <inkml:trace contextRef="#ctx0" brushRef="#br0" timeOffset="189151.75">13602 11851 80 0,'-8'0'229'0,"8"0"-13"15,0 0-7-15,-9 0-20 0,9 0-15 0,0 0-19 16,-6-1-15-16,6 1-17 0,0 0-8 0,0 0-8 16,0 0 4-16,0 0-3 0,0 0-2 0,0 0-2 15,0 0-5-15,0 0 0 0,0 0-7 0,0 0-7 16,19-7-10-16,0 4-5 0,12-1-12 0,5-2-3 0,2-1 1 15,20 0 4-15,0 1 10 0,4-1 4 16,-7 1 8-16,-2-2-12 0,-12 4-8 0,-5-1-6 16,-1 3-5-16,-6-2-6 0,-9 1-4 0,0 1 9 15,-8 1-19-15,-1 1-5 0,-2-3-1 0,-1 2-14 16,-2 1-6-16,-6 0-36 0,7-1-36 0,-7 1-20 16,0 0-20-16,0 0-37 0,0 0-41 0,-9 9-55 15,0-6-220-15,-2 2-496 0,4-3 220 0</inkml:trace>
  <inkml:trace contextRef="#ctx0" brushRef="#br0" timeOffset="189460.24">14666 11898 230 0,'0'0'251'0,"0"0"2"15,-9 0-10-15,9 0-7 0,0 0-28 0,0 0-16 16,0 0-21-16,0 0-21 0,0 0-8 0,17-4-17 16,1 2-12-16,2-1-13 0,10 0-11 0,3-2-8 15,3-1-8-15,4 0-8 0,11 0-6 0,-12-2 0 16,14 4 0-16,-20-1-15 0,-1 0-3 0,-9 2-5 15,-4 1-5-15,0 0-11 0,-5-1-23 0,-5 3-32 16,-3 0-46-16,1-1-51 0,-7 1-60 0,0 0-246 16,0 0-475-16,-21-4 210 0</inkml:trace>
  <inkml:trace contextRef="#ctx0" brushRef="#br0" timeOffset="189699.64">14854 11754 117 0,'-1'-7'362'16,"1"0"-10"-16,0 1-3 0,0-1 9 0,0 2-13 16,1 1-27-16,-1-1-28 0,0 2-33 15,0-2-32-15,0 5-27 0,2-4-28 0,-2 4-22 0,0 0-47 16,0-5-38-16,0 5-12 0,0 0-11 0,0 18-2 16,-2-6-8-16,2 8 12 0,-1 6-14 0,-3 3 0 0,2 0-5 15,0 3-3-15,1-1-26 0,0 1 0 16,-1 0-47-16,4-3-31 0,-2 0-40 0,1-2-30 15,0-1-52-15,3-7-44 0,-4-6-262 0,4-1-555 16,1-3 246-16</inkml:trace>
  <inkml:trace contextRef="#ctx0" brushRef="#br0" timeOffset="190169.65">15392 11653 5 0,'4'-7'254'0,"0"1"-24"0,5 1-18 15,-3 3-18-15,3-2-21 0,-1 3-19 0,2 2-17 16,3 3-16-16,0 2-11 0,-1 2-10 0,3 3-11 0,-2 1-15 16,-1 2 1-16,-1 3-11 0,-2 0-9 15,-1 2-3-15,-3 0-9 0,0 0-3 0,-5 6-2 16,-3 0-5-16,0-7-5 0,-3 2-1 0,-3 4-4 15,1-6 1-15,-3-1-3 0,-4 4-1 0,3-5-6 0,1-2 2 16,-1 0-1-16,0-1-6 0,3-5 10 0,1-1 1 16,2 0 6-16,1-4 15 0,1 3 18 15,2-3 23-15,-2 0 26 0,1-1 27 0,3-2 46 16,-2 3 29-16,2-3 26 0,0 0-7 0,0 0-22 0,0 0-25 16,10-20-17-16,2 8-21 0,1-2-13 0,8-9-12 15,1 1-9-15,1-4-19 0,2-1-16 16,3 1-9-16,-1 0-8 0,5-11-13 0,-6 14-3 15,-5 1-5-15,1 1-3 0,-10 8-1 0,-2 2-5 0,-3 2-2 16,1 2 1-16,0 0-11 0,-4 3-4 0,-1-1-13 16,0 2-20-16,0 0-32 0,-3 3-48 0,5-2-3 15,-5 2 6-15,0 0 9 0,-3 18 8 0,-2-7 5 16,-1 6 12-16,-2 0 7 0,-1 6 3 0,1 2 8 16,1 1 22-16,-1-3-17 0,3 3-14 0,0 0-9 15,2-7-13-15,3 6-35 0,-1-7-40 0,2-1-54 16,1 0-67-16,0-6-327 0,6-4-649 0,1 3 288 15</inkml:trace>
  <inkml:trace contextRef="#ctx0" brushRef="#br0" timeOffset="190752.74">15994 11744 2919 0,'0'-13'113'0,"0"1"-34"0,1 3 5 0,1-1 12 16,-2 3-12-16,2-1 10 0,-2 4-25 0,0-1-14 15,2 1-13-15,0 1-11 0,-2 3-9 0,0-5-27 16,0 5-7-16,0 0-3 0,0 0-1 0,0 0-3 16,9 9-12-16,-4-2-14 0,0 1-1 0,-1 2-1 15,1 0-6-15,0 0-7 0,3-2-8 0,-4 2-5 16,1-2-8-16,0 1 6 0,-1-4-4 0,0 2 5 16,1-3 9-16,1 0 6 0,-1-3 11 0,-1 1 3 15,3-2 8-15,-7 0 2 0,12-4 10 0,-5 0 15 16,-1-1 11-16,2-4 9 0,-2 1 12 0,3-2 13 15,-3-1 4-15,2 1 3 0,-1-2 8 0,1-2 4 16,-1 0 8-16,-1 3 6 0,-1 1 12 0,-1 2 5 16,1 1 1-16,-2 3-4 0,-1-2-4 0,2 1-14 15,-3 0-4-15,2 4-19 0,-3-2-24 0,0 3-14 16,0 0-8-16,0 0 3 0,5 10-5 0,-5 2 2 16,0 6-1-16,-2 10 1 0,0 2 2 0,1 3-1 15,-3 13-2-15,-1 2 4 0,-2 1 1 0,0-3-3 16,-4 2 8-16,-1-1-3 0,1 1 1 0,-2-1 1 15,-1 0-2-15,-2-3 2 0,6-12 8 0,-1 1-9 16,2-2-3-16,-4-1-1 0,0-6 2 0,4-5 0 16,-1-3-1-16,-2-3 2 0,7-5 1 0,-1-1 6 15,2-2 14-15,-1-1 23 0,1-1 34 0,-1-3 27 0,5 0 10 16,-9-7 28-16,0-1 12 0,4-3 6 16,3-7 10-16,0-8-2 0,4-3-11 0,5-1-15 15,5-3-13-15,12-11-17 0,3-5-21 0,6-1-10 16,18-18-17-16,-14 22-10 0,4-1-4 0,0 0-7 15,5 4-4-15,-5 4-9 0,-1 1 0 0,-10 15-4 0,-3 2-2 16,-3 3-3-16,-1 3 3 0,-10 3 5 16,0 6-3-16,-7-2-5 0,3 4-4 0,-5 1-18 15,3 1-28-15,-4-2-66 0,1 1-77 0,-4 3-79 0,0 0-8 16,0 0-35-16,-19 21-105 0,-5-6-348 16,1-1-807-16,6-5 357 0</inkml:trace>
  <inkml:trace contextRef="#ctx0" brushRef="#br0" timeOffset="198868.01">2798 13815 171 0,'0'-7'236'0,"0"4"-21"0,0 0-27 0,0 3-25 16,0-6-41-16,0 6-24 0,0 0-14 0,0 0-11 15,-4 12-10-15,3 1-7 0,-3 3-2 0,-1 9-11 16,1 1-8-16,-4 3-1 0,6-2-7 0,-5 4-3 16,5-2-4-16,-2 2-14 0,-2 1 5 0,3-3-5 15,-4 0 3-15,3-3-2 0,1-1-1 0,-2-6 2 16,2-5-6-16,2-2 3 0,0 0-1 0,-2-6 1 16,2 2 2-16,0-3 15 0,1-2 35 0,-3 3 35 15,2-2 37-15,0 0 35 0,1-4 34 0,-2 3 25 16,2-3-11-16,0 0-15 0,0 0-30 0,-5-17-26 15,4 8-11-15,-2-7-5 0,2-2-15 0,1 1-8 16,-1-10-6-16,1 1-14 0,1 1-6 0,2-6-14 16,-2 2-9-16,2 2-5 0,-1-2 5 0,1 5-14 15,-2 4 10-15,3 4-8 0,-2 1 2 0,1 3-9 16,-1-2-3-16,0 4 0 0,-1 3-6 0,4-1-7 16,-5 1-12-16,0 7-3 0,5-7-21 0,0 7-10 15,8 0 0-15,0 5-13 0,14 4 1 0,1 3-6 16,4 2-8-16,-2 2 7 0,4 1-19 0,0 4-12 15,12 2-7-15,-14-5-8 0,10 4-6 0,-14-2-4 16,-2-3-4-16,-1 0-3 0,0-1 6 0,-2 1 0 16,-8-9 8-16,-2 2 12 0,1-3 7 0,-5 0 13 15,-4-5 22-15,3 0 47 0,-3-2 8 0,1-1 10 16,-2-3 9-16,2-3 5 0,-2-3 9 0,4-6-1 16,-6-1 21-16,2-2 7 0,-1-6 15 0,3-1 10 15,-4 0 0-15,0-6 7 0,1 3-4 16,-1 0-8-16,1 1 4 0,-3 10-5 0,1-2-2 0,1 3 3 15,0 2-3-15,-1 4-5 0,0 3-9 0,-1-3-12 16,2 6-14-16,-2 2-21 0,1-2-48 0,-1 5-58 16,0 0 4-16,0 0 3 0,0 0 8 0,0 20 5 15,0 0 18-15,-1 6-4 0,-1 3 0 0,1 0 5 16,0 2 7-16,-1 1-1 0,1 1 3 0,2 0-1 16,-1-3 9-16,2 1 0 0,-2-3 8 0,1-9-2 15,0 0 7-15,1-7-2 0,-1 0 4 0,1-1 0 16,0-5 2-16,-2 2 5 0,1-3 0 0,-1 2 1 15,1-5 19-15,-1-2 18 0,0 7 15 0,0-7 9 16,0 0-4-16,2 5 2 0,-2-5-8 0,0 0-22 16,0 0-21-16,0 0-30 0,0 0-39 15,0 0-47-15,2-14-56 0,-2 7-68 0,0 7-85 0,-1-10-264 16,0 2-627-16,1 1 277 0</inkml:trace>
  <inkml:trace contextRef="#ctx0" brushRef="#br0" timeOffset="199216.25">3746 14035 40 0,'0'0'225'0,"0"0"-20"0,0 0-21 0,0 0-9 16,0 0-16-16,-28 10-19 0,19-4-16 0,-1 2-13 15,-4 5-10-15,1 1-10 0,1 0-6 0,1-1-13 16,-2 2-5-16,4-2-8 0,3 0-9 0,2-3-1 15,-1 0-6-15,2-1-2 0,2 1-7 16,-2-2 2-16,3 0-3 0,0-1-1 0,3-2-1 16,-3-1 2-16,5 0 17 0,-1-2 14 0,3 1 11 0,5-4 3 15,-2-1 5-15,3-3 5 0,-1 1 3 0,-2-2 6 16,4-5-3-16,-1 1-9 0,-3-5-8 16,0 1-6-16,-2-2-9 0,0-1-6 0,-1 1-15 15,-2-3-12-15,-1 2-5 0,-3 0-5 0,1 3-10 16,-2-1-10-16,0 5-4 0,-3 1-13 0,1 1-9 15,-2 1-21-15,-2 3-17 0,0-1-22 0,0 3-19 0,1-1-22 16,5 3-30-16,-11 0-26 0,11 0-15 16,-8 5-19-16,4-1-144 0,4-4-392 0,-1 5 174 15</inkml:trace>
  <inkml:trace contextRef="#ctx0" brushRef="#br0" timeOffset="200499.59">4072 13840 278 0,'5'-11'314'16,"0"0"-10"-16,-1 5-9 0,1-1-22 0,-1 3-25 15,-3-1-32-15,-1 5-22 0,4-7-33 0,-4 7-43 16,0 0-25-16,0 0-9 0,0 0-12 0,4 16-8 16,-4 0-5-16,0 3-8 0,0 7-2 0,-4 5-9 15,0 1 0-15,3-1-4 0,-7-1-4 0,3 1-1 16,9-2-7-16,-9-2-2 0,5-6 0 0,0 3-2 15,0-7 0-15,1-2 0 0,-1-5-4 0,0 0 3 16,0-4 5-16,0 1-8 0,4-1 5 0,-4-6 1 16,-4 7 22-16,4-7 29 0,0 6 32 0,0-6 26 15,0 0-9-15,0 0-12 0,0 0-13 0,0 0-14 16,0 0-16-16,-9-21-16 0,4 11-18 0,-4-1-19 16,0-4-5-16,-1 2-5 0,-2-1-5 0,1 2 2 15,1 0-2-15,2 3 3 0,2 1-10 0,-2 0 3 16,3 3 0-16,1 1-2 0,0-1-24 0,0 3-19 15,4 2-17-15,-4-5-8 0,4 5-8 0,0 0 8 16,0 0 6-16,0 0 3 0,0 0-5 0,36 4-6 16,-8-1 2-16,4 2 2 0,3-3 5 15,19-1-4-15,-4-1 0 0,3 1 3 0,1-2 5 0,1 0-1 16,-3-3 9-16,3 1 6 0,-1-2 7 0,-18 1 1 16,-2-3 6-16,-3-2 6 0,-4 3 19 0,-10-1 36 15,0 2 23-15,-3 1 26 0,-5-1 1 16,-4-1-7-16,-1 1-11 0,-3 0-5 0,-1-2 1 0,-4 3-18 15,-1-1-7-15,-4 2 1 0,-5 1-6 16,-4 0-3-16,-2 3 2 0,-2 1-6 0,-7 2-2 0,1 4-5 16,1 3 0-16,0-1-1 0,1 2-5 0,7-2 2 15,-4 3-4-15,8 0-4 0,0 1 1 0,2 0 4 16,1-1-1-16,2-1 2 0,3 1 3 0,0-4-7 16,5-3-1-16,-2 1 4 0,1-1-1 15,2-1 5-15,-2-2 6 0,3-3-3 0,7 7 10 16,0-7 11-16,-7 0 3 0,25-5 1 0,-9 0 3 0,2-1 4 15,1 0-1-15,7-4-4 0,0-4-1 0,-1 1-2 16,-2-3-2-16,1 3-5 0,-2-3-3 16,-5 6-2-16,-1-4-2 0,0 3 0 0,-5 3-6 15,0 2 6-15,-3-1-9 0,1 2-1 0,-4 1-2 16,-1 2-15-16,2-1-11 0,-6 3-21 0,8-3-8 16,-8 3 6-16,0 0-1 0,13 7 17 0,-3-1-10 15,-6 1 4-15,5 3 2 0,-1-2 3 0,3 4 2 16,-2-3 0-16,4 2-9 0,-3-1 2 0,6-1 1 15,-5 1-2-15,4-3 4 0,2-1 1 0,-7-1-3 16,5-3 5-16,-3 0-4 0,6-2 3 0,-3 0 5 16,-2-4 6-16,-2-3 4 0,5-1 8 0,-2-4 10 15,-1 2 13-15,-2-4 18 0,-3-3 18 0,2 0 12 16,1-5 2-16,-2-3 6 0,0-3 1 0,-1 1-4 0,-2 0-5 16,2-1-4-16,-3 2-9 0,2 1-6 15,-3 8-9-15,0 5 12 0,-1 1 1 0,-2 2-6 16,2 0-6-16,-2 3-11 0,0 0-9 0,-1 6-21 15,3-5-39-15,-3 5-12 0,0 0 5 0,0 0 4 16,0 0 0-16,-5 26 8 0,2-8 3 0,-5 8 8 16,2 0-3-16,1 4 12 0,1 1-9 0,0 0 6 15,-1 1 4-15,3-1-1 0,-3-3 3 0,2-1 3 16,1-2-3-16,2-6 8 0,-3-4-1 0,2-3 3 16,0-2-3-16,1-2 7 0,0-2 2 0,-3-1 3 15,3 0 1-15,0-5 18 0,0 7 29 0,0-7 8 16,0 0-7-16,0 0-4 0,0 0-4 0,-15-14-12 15,7 9-1-15,-1-5-6 0,-1-2-6 0,-7-2-3 16,3 1-12-16,-4-2-2 0,3 2-3 0,0 1-7 16,2 2 4-16,0-1 0 0,5 5 0 0,-1-2-2 15,2 4 0-15,2 0-10 0,0 0-22 0,5 4-17 16,-8-4-4-16,8 4-11 0,-4-3 1 0,4 3 9 16,0 0 8-16,0 0 4 0,0 0 4 0,24 7 6 15,-10-4 3-15,7-2 4 0,4 0 3 0,-2 2 5 16,11-3 2-16,-1-3 2 0,4 3 1 0,-1-2-2 15,1-2 6-15,1-1-1 0,-1-1-2 0,3 0 7 16,-6 1 1-16,-3 0-1 0,-2-3 9 0,-8 3 21 16,-9 2 26-16,0-3 17 0,-2 4 20 0,-1-1-5 15,-1 0-3-15,0 1-5 0,-8 2 1 0,0 0-22 16,11-2-5-16,-11 2-14 0,0 0-16 0,0 0-20 16,0 0-2-16,12 4 14 0,-12 2-14 0,-3 1-3 15,2 2 3-15,-2 2-2 0,3 1 13 0,-2 1-21 16,-1 3 10-16,-1 0 4 0,0 3-5 0,3-4-1 15,-1-3 4-15,-1 4-2 0,3-4-9 0,-1-1-17 16,-2-1-21-16,3-1-23 0,0-2-20 0,-4-1-14 16,4 0-20-16,-1-1-14 0,1 0-4 0,0-5 2 15,-4 5 8-15,4-5-3 0,0 0-79 0,0 0-232 16,0 0-488-16,-15-17 216 0</inkml:trace>
  <inkml:trace contextRef="#ctx0" brushRef="#br0" timeOffset="200649.37">5371 13887 65 0,'3'-16'275'15,"-2"-1"-9"-15,2 2-11 0,1 3-17 0,-3 1-17 16,0 5-18-16,2-3-14 0,-1 2-20 0,1 3-20 16,-3-1-21-16,0 5-42 0,1-9-45 0,-1 9-37 15,0 0-24-15,0 0-20 0,0 0-28 0,0 0-27 16,0 0-36-16,27 13-33 0,-22-6-132 0,3 0-320 16,0 1 142-16</inkml:trace>
  <inkml:trace contextRef="#ctx0" brushRef="#br0" timeOffset="200981.86">5880 13858 117 0,'0'0'184'0,"0"0"-21"16,0 0-12-16,-19-4 0 0,19 4-8 0,-23 3-11 16,10 2-18-16,-6-1-11 0,1 6-12 0,-6 2-7 15,-2 4-9-15,2 2-6 0,1-1-9 0,1 2-7 16,2 2-7-16,1 0-3 0,3 0-6 0,1 1-3 15,6-6-6-15,4 0 0 0,-2-1 7 0,6 0-6 16,2 0-2-16,2-3 0 0,3-2 8 0,5-1 14 16,4 2 2-16,4-3-7 0,6 0-2 0,4-3-3 15,-1-4-8-15,0 2 3 0,0-6 1 16,-5 2-4-16,-4-4 0 0,3-2 6 0,-3 0 22 16,-2-1-5-16,-1-3 3 0,-3 0-3 0,0-1-4 0,-3-2-4 15,-1-1-6-15,-1-1-7 0,-4-2-4 0,-4 2-3 16,1 1-2-16,-4-1-3 0,-1 0-5 0,-2 4-4 15,0 3-1-15,-2-1-6 0,-7 2-6 0,1-1-4 16,-4 4-8-16,-1 3-9 0,-3-1-14 16,3 3-13-16,-2 3-18 0,1-1-34 0,0 5-29 15,3-2-33-15,0 0-26 0,2 3-185 0,4-1-406 0,4-2 180 16</inkml:trace>
  <inkml:trace contextRef="#ctx0" brushRef="#br0" timeOffset="201382.22">6077 13982 278 0,'5'-3'317'0,"-5"3"-24"16,8-4-30-16,-8 4-33 0,2-3-21 0,-2 3-29 16,0 0-20-16,0 0-21 0,0 0-14 15,0 0-16-15,7 12-13 0,-10-4-4 0,2 1-13 16,-2 3-3-16,1 4-11 0,-1 0-6 0,-6 1-3 15,4 2-9-15,-1 1 0 0,-1-2-8 0,0 0-2 16,-1-1-4-16,4-5-2 0,-1-2-3 0,1 1-5 0,1-3 3 16,2-3-1-16,-4 0 0 0,4-1 10 15,1 3 6-15,0-7 55 0,0 0 39 0,0 0-12 16,0 0-13-16,0 0-11 0,0 0-9 0,23-16-6 16,-8 3-7-16,-3 1-5 0,3-2-8 0,2-6-10 15,3-1-2-15,-2 4-20 0,4-1 9 0,-2 0-1 16,-7 5-7-16,0 2-8 0,-4 3-2 0,-2 2 0 15,1 2-7-15,-3 0-17 0,0 1 3 0,-5 3-12 16,12-4-6-16,-12 4 0 0,14 4-7 0,-9 0 1 16,4 2 2-16,-1 3-6 0,2 1 1 0,-4-1-9 15,6 4-10-15,-1 1-22 0,-2-1-30 0,-1 2-37 16,-2-3-46-16,-1 1-65 0,2-3-77 0,-5 0-226 16,2-4-592-16,0-2 263 0</inkml:trace>
  <inkml:trace contextRef="#ctx0" brushRef="#br0" timeOffset="201747.68">6680 13950 241 0,'0'-6'299'0,"0"6"-18"0,0-8-25 15,0 8-23-15,-3-7-24 0,3 7-26 0,-1-3-23 16,1 3-18-16,-4-5-12 0,4 5-15 0,0 0-12 15,0 0-9-15,-17 5-14 0,11-2-9 0,-1 4-5 16,0-2-7-16,-4 2-7 0,3 2-6 0,0-1-4 16,0 2-12-16,2-1-8 0,0 2-1 0,2-2-6 15,0 3-1-15,4 1-2 0,0 0-1 0,2 1 0 16,1 2-2-16,3-2 1 0,0 3 0 0,4-2-2 16,-2-3-2-16,1 2-2 0,-1-1 1 0,-1-4-12 15,-2 1 10-15,0-2-11 0,1-1-1 0,-4-1-3 16,2-2 1-16,-3 0-2 0,2 0-7 0,-1 1 8 15,-2-2 0-15,-5 1 4 0,0-2 1 0,-3 0-1 16,-2 2 2-16,-3-3 2 0,1 2-2 0,-2-3-10 16,2 1-12-16,-2-2-22 0,0-1-21 0,1 1-36 15,-1 0-35-15,3-4-36 0,-1 3-209 0,6-2-419 16,-2 2 187-16</inkml:trace>
  <inkml:trace contextRef="#ctx0" brushRef="#br0" timeOffset="201956.94">6911 13931 160 0,'4'-5'358'0,"0"1"-34"16,-3-1-23-16,3 4-36 0,-1-4-27 0,-2 1-40 15,-1 1-64-15,0 3-64 0,0 0-74 0,0 0-67 16,0 0-54-16,0 0-183 0,15 10-334 0,-15-7 147 15</inkml:trace>
  <inkml:trace contextRef="#ctx0" brushRef="#br0" timeOffset="202075.31">6924 14219 26 0,'0'0'298'0,"-1"5"-13"0,1-5-27 0,-3 5-24 16,3-5-21-16,0 0-22 0,0 0-27 15,-1 5-47-15,1-5-60 0,0 0-75 0,0 0-102 0,0 0-165 16,0 0-307-16,0 0 136 0</inkml:trace>
  <inkml:trace contextRef="#ctx0" brushRef="#br0" timeOffset="203145.77">2983 14645 44 0,'0'0'118'0,"0"0"10"16,-7 0-18-16,7 0-1 0,0 0-5 15,0 0-5-15,0 0-9 0,0 0-8 0,0 0-3 16,0 0-4-16,0 0-10 0,0 0-3 0,0 0-6 16,0 0-6-16,0 0-3 0,0 0-5 0,0 0-4 15,0 0-2-15,0 0-9 0,0 0 7 0,0 0-6 16,0 0-14-16,0 0 2 0,0 0 2 0,0 0-4 16,0 0-3-16,0 0 0 0,0 0 1 0,25 0-2 15,-12-2-1-15,1 2 0 0,-1 0-1 0,7-1 1 16,8 1-1-16,3 0 3 0,7-1-3 0,16 0 1 15,6 2-3-15,31-6 10 0,3 2-1 0,5 3 3 16,8-3 6-16,8 1 2 0,0-1-2 0,7 2 7 16,8-2 2-16,5-2 0 0,13 3 0 0,4-1-8 15,-1 1 4-15,5 0 0 0,3-1-6 0,-2-1-3 16,-8 3 1-16,-3-6-3 0,-17 4-1 0,-6-2 0 16,-4-4-4-16,-11 3 4 0,-7-2 16 0,-1-1 2 0,-34 2 8 15,29 0 3-15,-31 3 0 0,1-4 7 16,-1 3-4-16,-4-2-1 0,-7 2 3 0,-14 1 8 15,-3 0 10-15,-3 4 10 0,-11-4 19 0,-2 2 31 16,-5-1 5-16,-2 1-5 0,-4-3 14 0,-1 4-2 0,-1 0-9 16,-3 1-15-16,1-3 0 0,-5 3-14 15,8-2-29-15,-7 0-8 0,-1 2-9 0,4-2-5 16,-4 2-21-16,0 0-23 0,0 0-32 0,4-3-42 16,-4 3-42-16,0 0-49 0,0 0-55 0,0 0-71 0,0 0-297 15,0 0-629-15,-9-3 278 0</inkml:trace>
  <inkml:trace contextRef="#ctx0" brushRef="#br0" timeOffset="207363.63">9784 13730 101 0,'-4'0'118'0,"4"0"-9"0,0 0-8 15,0 0 0-15,0 0-18 0,0 0 2 0,0 0-6 16,-3 7-31-16,3-4 13 0,0-3-13 0,-2 7-5 16,2-4-1-16,0 1 1 0,0 3-8 0,1-2 2 15,0 0-13-15,2 1 0 0,1 2 13 0,1-2-9 16,4 2-6-16,2 4 7 0,5-3 9 0,3 0 0 15,5 2 8-15,4 0 1 0,-1-1-9 0,1-3 0 16,-6-2-4-16,-3 2-4 0,-1 0 1 0,1-1-11 16,-6 1 2-16,-3-3 2 0,2 4-14 0,-5-3-1 15,0 0 0-15,-5 2 0 0,2 2-3 0,-5 3 3 0,-6 1 0 16,-5 4-5-16,-10 4 4 0,-5 0-3 0,-2 2-1 16,-11 3 7-16,-2 1-9 0,10-6-12 15,1-3 11-15,-1 3 3 0,2 0-2 0,-1 0 3 16,-1-3-9-16,4 2 5 0,-1-3 3 0,4-2-4 0,10-1-1 15,0-2 2-15,2-1-1 0,3-4 2 0,0 0 0 16,3 0-1-16,1-2 2 0,3 0 6 16,-1 0 9-16,4-1 16 0,3-1 15 0,1 1 3 15,6-2-1-15,4 1-5 0,5-3-9 0,11 0-1 0,3 0-2 16,1-3-3-16,7-2 0 0,-1 4-6 16,12-6-4-16,-12 4-2 0,-2-3 2 0,4 2-5 15,-7 0 0-15,1 2-1 0,-4-2-2 0,-4 2 8 16,-8-2 9-16,-2 3 7 0,-3-1-1 0,-4 0 1 15,0 1-1-15,-6 1-6 0,3-1-3 0,-2 1-4 0,-6 0-3 16,9-3-4-16,-9 3-6 0,5 0-11 0,-5 0-12 16,0 0-29-16,0 0-32 0,0 0-55 15,0 0-36-15,-31 4-216 0,20-5-412 0,-2 1 182 16</inkml:trace>
  <inkml:trace contextRef="#ctx0" brushRef="#br0" timeOffset="207781.68">9564 14164 135 0,'0'0'133'15,"0"0"-8"-15,0 0-3 0,0 0-12 0,0 0-2 16,0 0-1-16,0 0 7 0,0 0 2 0,-9 0-9 16,9 0-7-16,0 0-2 0,0 0-9 0,0 0-10 15,21-5-7-15,-4 3-5 0,10-1-5 0,5-1-7 16,7-1-5-16,18-1 7 0,4 0-5 0,1 0-6 15,-1-1-1-15,-2 5-5 0,-4-5-5 0,-4 4-3 16,-13 0-3-16,-3 3 0 0,-2-2-2 0,-5 0-8 16,-6 1 4-16,-4-1-3 0,-4 0-3 0,-4 2-6 15,0 0 0-15,-2 0 1 0,-3 0-4 0,-5 0-7 16,9 0-2-16,-9 0-12 0,0 0-19 0,0 0-23 16,0 0-23-16,-23 5-22 0,14-4-30 0,0 2-53 15,-1-3-113-15,1 0-320 0,4 3 142 0</inkml:trace>
  <inkml:trace contextRef="#ctx0" brushRef="#br0" timeOffset="208116.2">10907 14111 150 0,'-6'-3'264'16,"6"3"-23"-16,0 0-22 0,0 0-26 0,0 0-23 0,10-5-24 16,0 3-27-16,3-1-25 0,5-1-32 0,2 1-42 15,8 1-48-15,-1-1-37 0,-4 1-58 0,-1 1-121 16,-4-1-264-16,0 0 117 0</inkml:trace>
  <inkml:trace contextRef="#ctx0" brushRef="#br0" timeOffset="208263.55">10982 14178 121 0,'-3'1'135'0,"1"0"4"0,2-1-19 0,-5 3 1 15,5-3 8-15,0 0-5 0,18 5-11 0,-1-4-12 16,3 1-5-16,15-1-40 0,-1-1-52 0,3 0-80 16,0-3-122-16,-1-2-213 0,0 0 94 0</inkml:trace>
  <inkml:trace contextRef="#ctx0" brushRef="#br0" timeOffset="209032.01">11969 13786 146 0,'-4'-2'150'0,"4"2"-14"0,0 0-10 0,-5-3-17 16,5 3-16-16,0 0-3 0,0 0-13 16,0 0-6-16,0 0-13 0,0 0-2 0,0 0-6 0,0 0-2 15,9 10 2-15,2-5-4 0,1-2-4 0,7 3 0 16,2-3-4-16,5 4-8 0,0 0 4 0,2 1-12 16,-9-1 4-16,2-2 0 0,-1 2-4 0,-2-2-6 15,-7-1-1-15,1 1-1 0,-2 0-4 0,-3-1-1 16,-1 4-3-16,-1-4-11 0,-2 5 6 0,-3 0 3 15,-4 3 0-15,-5 1 3 0,-5 1-1 16,-3 6-1-16,-7 1 7 0,0-2-10 0,-2 1-3 0,0-1 7 16,-2 3-2-16,0-3-1 0,0 3-5 0,3-3 8 15,0 1 4-15,0-3-16 0,3 0 6 0,8-4 2 16,0-2-5-16,0 1-4 0,5-5 12 0,-1 0-7 16,2 1 2-16,2-4-1 0,3-1 2 0,-1 3-2 15,2-3-1-15,0 0 13 0,2-3 27 0,6 4 19 16,0-3 4-16,9 2 3 0,2-2-6 0,3-1-6 15,11-1 9-15,1 1-3 0,4 0-1 0,1-1-5 16,4-1-13-16,11 2-2 0,-15 0-4 0,1 0-3 16,-3-3-5-16,-3 3-2 0,-3 0-1 0,-7 0-3 15,-4-2 0-15,-5 1 10 0,-3 1-16 0,-1 0 2 16,0-1 2-16,-4 1-5 0,-5 0-1 0,9-1-3 16,-9 1-8-16,4-2-17 0,-4 2-42 0,0 0-43 15,0 0-56-15,-17-4-58 0,3 1-131 0,4 1-373 16,-2-1 165-16</inkml:trace>
  <inkml:trace contextRef="#ctx0" brushRef="#br0" timeOffset="209397.76">11839 14113 173 0,'-7'-1'229'0,"7"1"-17"16,0 0-12-16,0 0-22 0,0 0-19 0,0 0-19 15,23-7-9-15,-4 5-13 0,12-1-14 0,5-3-13 0,18 0-8 16,4-1-6-16,6-1 4 0,4 2-8 15,21-2-5-15,-27 0-6 0,-7 4-2 0,-6-4-8 0,-13 4-3 16,0 2-7-16,-7-1-4 0,-7 3-1 16,-4-2-6-16,-4 2-3 0,-2-2-8 0,-1 1-11 15,-5 0-8-15,1 1-9 0,-7 0-4 0,5-3-4 0,-5 3-17 16,0 0-23-16,0 0-26 0,0 0-17 0,-29 0-24 16,20 1-31-16,-3-1-174 0,-2 0-354 15,5-1 157-15</inkml:trace>
  <inkml:trace contextRef="#ctx0" brushRef="#br0" timeOffset="209682.46">13152 13759 52 0,'-1'-5'220'0,"1"1"-24"0,-1 1-23 0,1 3-18 16,-7 0-20-16,7 0-14 0,-18 3-13 0,3 6-15 16,-3-1-10-16,-4 9-8 0,-2 4-10 0,0 3-6 0,-2 2-8 15,3 2-4-15,4 3-11 0,-3-2-2 0,5 1-1 16,1 1-5-16,6-2-2 0,-1 2-1 0,4-1 4 16,3-1-7-16,6-1 1 0,3-1 0 15,4-4-3-15,7 0 3 0,3-1-2 0,3-5-3 0,5-2-28 16,1-1-37-16,4-2-57 0,-4-4-202 15,4-4-331-15,-3-2 147 0</inkml:trace>
  <inkml:trace contextRef="#ctx0" brushRef="#br0" timeOffset="210148.05">13221 13970 249 0,'4'-7'248'0,"1"1"-24"0,4 1-26 0,5 1-17 16,-1 0-22-16,1 1-16 0,-1 3-15 0,6 0-12 15,-2 0-15-15,-1 5-13 0,-2 0-6 0,0 2-12 16,-4 0-9-16,-1 3-3 0,-1-1-9 0,2 4-5 16,-5 2-5-16,-2-2-3 0,-2 2-4 0,-1 1-3 15,-4 0-2-15,-1 1-6 0,-5-1 2 0,1 2-6 16,-4-2 1-16,1-1-3 0,-1-3-1 0,-1-2-1 15,4-2 1-15,1 1 0 0,-1-2 0 0,2-2 0 16,1-1-1-16,2-1 11 0,0 2 17 16,2-4 24-16,-1 0 30 0,4-1 31 0,0 0 17 0,0 0-4 15,0 0-18-15,1-10-13 0,6 2-16 0,4-4-14 16,4-2-2-16,3-5-6 0,4 0-7 0,0-1-9 16,4-4-17-16,1 2-5 0,1-2 5 0,-1 6-3 15,-2-2-1-15,-2 5-4 0,-8 4-11 16,-2 0 9-16,-2 2-8 0,-2 3-5 0,-2 0-1 0,-2 1-10 15,3 0 7-15,-4 2-8 0,-1 0-13 0,-1 1-11 16,-2 2-16-16,0 0 3 0,0 0 2 0,5 8 2 16,-6-1 2-16,-3 2 3 0,2 2 3 15,-1 0 3-15,-1 4 2 0,-2-1 2 0,3 3-14 16,-1 0 2-16,-1 0-23 0,4 1-1 0,-1 1-17 0,0-2-32 16,2 2-36-16,0-2-47 0,4-5-52 0,2-2-259 15,-2 2-535-15,5-6 238 0</inkml:trace>
  <inkml:trace contextRef="#ctx0" brushRef="#br0" timeOffset="210368.47">13960 14064 133 0,'-2'-5'292'0,"2"5"-33"16,0 0-28-16,3-4-26 0,-3 4-27 0,0 0-17 15,0 0-19-15,0 0-15 0,-6 12-11 0,2-6-13 16,-1 4-11-16,-3 1-7 0,0 3-8 0,-3 1-8 16,-2 2-4-16,0 4-15 0,-2-6-20 0,5 2-24 15,-8 2-26-15,5-2-39 0,-1-2-39 0,0-4-57 16,-1 4-194-16,6-8-376 0,0 0 166 0</inkml:trace>
  <inkml:trace contextRef="#ctx0" brushRef="#br0" timeOffset="210984.7">14256 13901 234 0,'1'-4'281'15,"2"-1"-30"-15,-3 1-26 0,3 1-30 0,-3 3-16 16,2-5-35-16,-2 5-14 0,4 0-20 0,-4 0-10 15,4 7-11-15,-3-2-8 0,3 4-26 0,1 1-9 16,0 0-18-16,-1 2-13 0,0-1-14 0,0 0-17 16,1 0-8-16,0 0-6 0,1-1-4 0,-2-1-8 15,1-1 1-15,-1-1 1 0,1-2 6 0,-1-3 11 16,4 1-1-16,-2-3 6 0,-6 0-4 0,12-3 4 16,-6-1 4-16,3-3 11 0,-1 0 11 0,-2-3 6 15,2 0 7-15,1 0 9 0,-2-2 8 0,1-2 13 16,2 1 8-16,-4 1 8 0,2 2 3 0,-5 1 6 15,1-1 6-15,2 3-6 0,-2 2-6 0,-2-1-7 16,2 0-10-16,-3 3-9 0,2-1-5 0,-3 4-12 16,0 0-7-16,0 0-4 0,0 0-1 0,1 13-4 15,-1-2 5-15,-1 6-7 0,1 1 2 0,0 10-3 16,0-1 1-16,0 4-3 0,-4 2 8 0,0 3-3 16,-6 11-2-16,5-13 1 0,-3 0 0 0,1 0-2 15,-2-1 3-15,0-1-5 0,0-3 4 0,-1-2-5 16,-1-2 0-16,2-7-3 0,-1-2 9 0,5-5-7 15,-1-1 0-15,1 1 2 0,-4-4 3 0,1-2 0 16,2 0 5-16,-1-2 4 0,-2 0 10 0,2-6 21 16,-2 1 15-16,-2-3 20 0,1-1 13 0,5-1 10 15,0-2 3-15,1-2-3 0,0-1-3 0,3-7-22 16,4-6-6-16,3 0-3 0,1-6-14 0,9 2-6 16,-2-3-5-16,5 3-8 0,3-3-2 0,0 6 13 15,2-1-25-15,2 3-4 0,-2 4 1 0,1 1-19 16,-3 5 14-16,-3-1-2 0,-1 6-5 0,-1 1 4 15,-2 1-13-15,-3 0 6 0,-3 3-2 0,-2 1 1 16,0 0-7-16,-1-1-22 0,-2 3-33 0,0-1-51 16,-4 2-46-16,5 0-5 0,-5 0-3 0,0 0-25 15,0 0-39-15,-8 9-42 0,3-8-246 0,-1 2-554 16,0-2 246-16</inkml:trace>
  <inkml:trace contextRef="#ctx0" brushRef="#br0" timeOffset="211332.72">14757 13655 227 0,'0'-6'236'15,"0"6"-24"-15,0 0-25 0,0 0-16 0,14 13-23 16,-5 2-15-16,4 9-15 0,1 8-10 0,1 18 6 15,1 1-16-15,-7 7-6 0,0 25-7 0,-8-24-5 0,0 24-9 16,-5-30-9-16,-2 1-3 0,-4 0-8 0,-4-4-6 16,0-6 3-16,-3 2-12 0,2-14-5 15,-3-2-1-15,-3-1 5 0,-3-2-4 0,-3-2 3 16,4-4 3-16,-2-3-8 0,3-5 1 0,4-1 0 0,0-4-1 16,3 2 6-16,2-3-5 0,4-3 3 0,0 0 15 15,4 0 7-15,0-2 15 0,-3 1 8 0,4-2 9 16,3 2 4-16,1-3-4 0,-5 1-4 15,5-1 2-15,0 0-17 0,0 0-20 0,0 0-34 16,-3-8-50-16,3 8-70 0,8-6-93 0,1 2-127 0,0-3-165 16,0 0-531-16,-1-3 235 0</inkml:trace>
  <inkml:trace contextRef="#ctx0" brushRef="#br0" timeOffset="-214459.95">15519 14158 275 0,'0'-4'324'0,"0"1"-27"16,0 3-28-16,0-5-32 0,0 5-26 16,0 0-25-16,0 0-23 0,-1-5-38 0,1 5-31 15,0 0-13-15,0 0-9 0,0 0-6 0,-7 16-9 16,4-7-5-16,-2 0-19 0,1 1-14 0,-2 2-17 0,2-2-19 16,-1 2-22-16,-2 4-26 0,0-3-20 0,-2 2-17 15,2-1-29-15,-5-1-28 0,1 1-169 16,-1-6-355-16,3-2 157 0</inkml:trace>
  <inkml:trace contextRef="#ctx0" brushRef="#br0" timeOffset="-214249.94">15457 14028 346 0,'3'-10'332'0,"0"0"-22"0,2 2-32 0,-3 2-27 0,1-1-28 16,-2 3-29-16,2-1-50 0,0 2-54 0,1 3-46 15,3-2-46-15,1 2-52 0,4 2-64 0,2 1-74 16,-2 2-116-16,0-1-334 0,2-2 149 0</inkml:trace>
  <inkml:trace contextRef="#ctx0" brushRef="#br0" timeOffset="-213915.14">16623 13708 163 0,'4'-9'227'0,"1"-1"-15"16,-1 1-18-16,2 2-2 0,-5 0-9 0,3 1-9 15,-3 3-7-15,3-3-15 0,0 3-14 0,-3-1-20 16,-1 4-15-16,4-4-12 0,-4 4-14 0,0 0-11 16,0 0-9-16,0 10-8 0,0 0-5 0,-4 8-7 15,0 5-5-15,-2 9-6 0,1 2 1 0,-4 14 0 16,-1 0-6-16,-3 1 0 0,4-1-5 0,0 0 1 16,-2-1-3-16,6-12-1 0,-1 0 1 0,2-1 18 15,-1-1-8-15,-1-3 2 0,2 0-5 0,0-5-29 16,1-6-19-16,-1-2-22 0,2-5-15 0,-1 3-21 15,-1-5-25-15,1-2-22 0,2 0-9 0,0-5 6 16,0 4 8-16,-2-4 22 0,-1 0-194 0,4-3-324 16,0 0 144-16</inkml:trace>
  <inkml:trace contextRef="#ctx0" brushRef="#br0" timeOffset="-213614.87">16527 13960 109 0,'1'-5'282'0,"-1"0"-22"0,3 1-25 16,-2-1-30-16,0 2-22 0,3 1-20 0,1 1-19 16,4 2-10-16,4 2-19 0,6 1-5 0,2 3-17 15,7 3-6-15,1-1-8 0,-1 5-5 0,2-1-7 16,-5 0-8-16,-2 2-9 0,-1 0-6 0,-4-2-16 16,-5 1-4-16,-2-1-16 0,-5-4-3 0,2 1-6 15,-3 0-2-15,-5-1 1 0,-4-3 5 0,-3 3-2 16,-9-1 0-16,-10 2 1 0,-2-1-1 0,-4-2 1 15,-3-5 3-15,2 3 3 0,-3-3-3 0,1 1 2 16,1-2 1-16,1 0-2 0,1-1 0 0,2 0 0 16,11 0-2-16,1 0 0 0,6 0 0 0,1 0 1 15,3 0 1-15,1 0-10 0,7 0-10 0,-6-1-35 16,6 1-57-16,0 0-54 0,23-6-56 0,-5 1-133 16,8-1-376-16,1-2 167 0</inkml:trace>
  <inkml:trace contextRef="#ctx0" brushRef="#br0" timeOffset="-213296.4">17306 13955 310 0,'0'0'330'0,"0"0"-27"0,3-5-28 15,1 1-27-15,-1 1-29 0,1-1-22 0,5-1-21 16,4 0-17-16,5 2-23 0,5-4-37 0,4 4-36 15,-1 1-44-15,0-5-47 0,-4 7-56 0,0-2-62 16,7 1-69-16,-11 1-129 0,5-3-372 0,-4 2 165 16</inkml:trace>
  <inkml:trace contextRef="#ctx0" brushRef="#br0" timeOffset="-213134.1">17466 14105 208 0,'0'3'234'0,"0"-3"-23"0,0 0-19 0,17 3-16 16,3-1-23-16,9-2-22 0,6 2-57 0,2-2-90 15,2 0-118-15,1-2-72 0,-4-3-221 0,-3-1 99 16</inkml:trace>
  <inkml:trace contextRef="#ctx0" brushRef="#br0" timeOffset="-212433.02">18635 13756 203 0,'3'-5'250'0,"-2"4"-14"16,-1 1-21-16,0-6-21 0,0 1-21 15,0 5-19-15,3-4-18 0,-3 4-14 0,0 0-16 0,-12-2-11 16,12 2-10-16,-14 4-12 0,1 2-9 0,2 1-8 16,-10-1-5-16,4 5-7 0,-8 6-5 0,4 2-4 15,-4-1-7-15,5 1-1 0,-1 0-6 0,6 2-3 16,5-5 1-16,-3 0-3 0,8 1-1 0,-3-2 0 16,3-1 0-16,1 3-1 0,1-5-3 0,3-2 4 15,3 0 0-15,1-1 4 0,1 0 0 0,3-4 11 16,1 0 6-16,5-2 5 0,-1-2 5 0,2-1 23 15,-2-2-1-15,5-2 4 0,-3-4 9 0,2-1-5 16,-2 0 2-16,-1-3 3 0,-2-4-19 0,0-2-8 16,2-5-5-16,0-3-9 0,-5-2-2 0,-1-1-14 15,-4 2-5-15,-7-2-11 0,0-1-7 0,-4 7 3 16,-3-5-4-16,0 5 0 0,-6 3-2 0,-3 2-6 16,-2 1-1-16,-4 4-3 0,2 3-7 0,-5 2-11 15,5 3-15-15,-4 1-15 0,1 4-29 0,6 2-20 16,-1 3-38-16,1 0-13 0,6 1-31 0,2 2-28 15,3 0-194-15,2-1-447 0,5 2 198 0</inkml:trace>
  <inkml:trace contextRef="#ctx0" brushRef="#br0" timeOffset="-212084.75">18970 13573 61 0,'0'0'268'15,"0"-5"-34"-15,0 5-21 0,0 0-26 0,4-2-16 16,-4 2-21-16,0 0-17 0,8 6-11 0,-4 1-20 16,4-3-9-16,0 6-7 0,1-2-10 0,-4 3-9 15,5 4-10-15,-1-1-5 0,-1 5-3 0,0-2-9 0,-2 1-2 16,-5 1-6-16,2 5-6 0,-3-3 5 0,-3 5-7 15,-1-6-1-15,-1 4-2 0,-1-4-4 16,-3-3-2-16,3 1-2 0,-1-1 3 0,0-4-8 16,0-1 5-16,2-3-6 0,-1-3 1 0,2 1-6 15,1-2 2-15,0 0 6 0,0-1-4 0,2 0 8 16,-1 0-3-16,2-4 5 0,-2 3 2 0,2-3 3 16,0 0-3-16,13 2-1 0,-2-2-7 0,8-3-36 15,1 2-48-15,1-2-60 0,7-4-86 0,-7 1-138 16,3-3-387-16,-5-1 170 0</inkml:trace>
  <inkml:trace contextRef="#ctx0" brushRef="#br0" timeOffset="-211617.82">18689 13855 180 0,'-7'0'247'0,"7"0"-11"0,-8-1-10 16,4-2-19-16,4 3-20 0,-4-1-18 0,4 1-18 15,0 0-18-15,0 0-11 0,0 0-10 0,0 0-11 16,0 0-10-16,14-4-14 0,-14 4 1 0,8 0 4 16,-8 0 2-16,0 0-11 0,6-1-4 0,-6 1-8 15,0 0-6-15,0 0-1 0,5-3-10 0,-5 3-5 16,0 0-2-16,0 0-4 0,0 0-4 0,4-1-3 15,-4 1-5-15,0 0-2 0,0 0-3 0,0 0 7 16,0 0-11-16,0 0-1 0,0 0-2 16,0 0-1-16,0 0 4 0,0 0-4 0,0 0 0 0,0 0 4 15,5-2 10-15,-5 2 2 0,0 0-4 0,10 0-1 16,-3-2-3-16,3-1-1 0,8 2 0 0,5 0-3 16,7-4 2-16,9 1-2 0,14-1-3 15,8 0 3-15,2 2 0 0,28-5 4 0,-26 4 6 0,1 0 1 16,-1-1-1-16,-6 0-1 0,-6 0-3 0,-16 2 10 15,-5 1-14-15,-4-1 0 0,-6 1-3 0,-5 0 3 16,-6 2 0-16,-3-1-11 0,-2-1 2 0,-1 4-19 16,-1-4-9-16,-4 2-9 0,0 0-15 0,0 0-20 15,-16 3-27-15,2 2-28 0,-4-1-35 0,-3 1-44 16,-7 0-67-16,0 2-160 0,7-2-462 0,0 0 204 16</inkml:trace>
  <inkml:trace contextRef="#ctx0" brushRef="#br0" timeOffset="-211180.9">18219 14261 81 0,'0'0'92'0,"-4"2"10"0,4-2 7 0,0 0 8 16,0 0-2-16,0 0 3 0,0 0-2 0,0 0 2 15,0 0-5-15,0 0-1 0,0 0-5 0,0 0-2 16,0 0 1-16,0 0 9 0,0 0 10 0,0 0 4 15,0 0 1-15,0 0-6 0,0 0-15 0,19-6-7 16,-1 4-16-16,13-2-9 0,7-1-6 0,17-3-7 16,1 3-10-16,9-3 1 0,4 4 7 0,27-5 7 15,1 2-2-15,-1-1 2 0,-29 3-5 0,0 0-5 16,-2-2-3-16,-6 3-4 0,-8-1-8 0,-16 2 4 16,-6-1-12-16,-10 3-1 0,-1-1-5 0,-5-1-2 15,-4 2-5-15,0 0-4 0,-4-1-10 0,-5 2-12 16,5 0-19-16,-5 0-21 0,0 0-24 0,0 0-33 15,-29 4-40-15,9 0-54 0,1 0-65 0,-10 1-190 16,1-1-487-16,6 0 215 0</inkml:trace>
  <inkml:trace contextRef="#ctx0" brushRef="#br0" timeOffset="-210749">18749 14451 79 0,'0'0'216'0,"-6"-1"-23"0,6 1-23 0,-7 4-18 15,0-1-19-15,-2-1-16 0,-1 3-10 0,1 1-13 16,-4 4-10-16,-4 1-12 0,4-2-8 0,-2 5-8 15,2-2 0-15,-1 1-9 0,1 2-7 0,2 0-6 16,2-2 2-16,1 0-7 0,-1 1 0 0,4-3 1 16,3-1 8-16,1 1-6 0,2-2-9 0,1 0 7 15,6 0 0-15,-2-1 3 0,5-1-1 0,3-4 0 0,5 2-3 16,-3-3 8-16,-3-2 16 0,5 0 17 16,-5-4 28-16,0 1 15 0,-3-3 9 0,-1 0 4 15,0-4 2-15,-2 0-15 0,0-3 1 0,-5-4-27 16,0 1-13-16,-6-3-10 0,-4 0-12 0,-2-3-5 15,-5 0-6-15,-3 1-2 0,-3 0-9 0,1 3-1 0,-2 2-5 16,-4 2-4-16,-2 1-4 0,-1 4-5 16,1 0 1-16,-2 2-9 0,4 0-8 0,4 6-26 15,0 1-40-15,6 0-58 0,2 1-60 0,1 5-46 16,5-2-22-16,4 0-198 0,4-1-490 0,1 6 216 16</inkml:trace>
  <inkml:trace contextRef="#ctx0" brushRef="#br0" timeOffset="-210329.96">19009 14450 13 0,'3'-3'333'0,"-3"3"-35"0,0 0-36 0,7-1-31 15,-7 1-23-15,0 0-22 0,9 5-19 0,-6-2-15 16,1 2-21-16,0 2-15 0,0 1-13 0,0-2-11 0,-2 6-11 15,0-3-12-15,0 2-5 0,-4 0-10 0,0 2-1 16,2-1-6-16,-6-2-5 0,0 2-5 0,0-1-3 16,1-2-6-16,1-3 0 0,1 0-1 15,-2 0-3-15,2-1-1 0,1-2-3 0,0 1 6 16,2 0 11-16,-4-2 25 0,4-2 29 0,-1 4 32 0,1-4 23 16,0 0-9-16,0 0-11 0,14-10-14 0,-4 3-7 15,5-2-11-15,2-3-7 0,0 3-11 16,9-9-9-16,-2 1-11 0,0-1-1 0,0 2 0 15,-2-1-10-15,-5 5-6 0,-2 2 7 0,-5 1 9 0,-1 2 2 16,-4 2-17-16,1 2 9 0,1-1-9 0,-4 1-13 16,0-1-6-16,1 3-27 0,-1-1-6 15,-3 2-12-15,0 0 9 0,0 0-3 0,-10 14-5 0,3-7-2 16,2 1 0-16,0 2-7 0,-1 5-1 16,2 1-2-16,1-2-1 0,1 0-3 0,4 5-4 0,5-1-4 15,4-1-37-15,11 3-38 0,2 0-77 16,8-8-120-16,19 1-291 0,-13-8-662 0,16-2 293 15</inkml:trace>
  <inkml:trace contextRef="#ctx0" brushRef="#br0" timeOffset="-209977.73">20258 14265 234 0,'2'-4'357'0,"-2"4"-19"16,2-4-38-16,-2 4-32 0,2-3-34 0,-2 3-17 15,0 0-36-15,0 0-34 0,0 0-8 0,0 0-28 16,-6 14-10-16,0-7-20 0,-4 7-28 0,-3 1-33 16,-4 4-27-16,-3 3-65 0,-2-1-96 0,-5 2-255 0,2-5-458 15,-1-2 204-15</inkml:trace>
  <inkml:trace contextRef="#ctx0" brushRef="#br0" timeOffset="-208859.05">21360 13747 181 0,'-2'-4'231'15,"1"-2"-21"-15,-3 2-24 0,-1 1-26 0,-2 3-16 16,-4-5-14-16,-8 5-13 0,-1 5-11 0,-11-2-14 16,-1 7-10-16,0-2-4 0,0 5-13 0,0 2-6 15,0 0-5-15,3 1-8 0,-2 4-7 0,7 0-1 16,3-2-7-16,2 3-2 0,2-3-5 0,6 1 0 15,4-6-10-15,1 0 5 0,4-3 1 0,2 1 0 16,1-1 8-16,3-1 14 0,4-2 13 0,3-2 7 16,7 2 1-16,1-5-4 0,-1-2 1 0,10-1 9 15,-6-2 4-15,1-2 1 0,3-2 7 0,-1-1-1 16,3 1 1-16,-9-2 0 0,-1 2-2 0,0-1-1 16,-4-2-13-16,0 3-2 0,-2 4-1 0,-1-1-5 15,-2-1-9-15,-2 2-9 0,-2-1-14 0,2 3-1 16,-2 1-3-16,-5 0-5 0,12 6-6 0,-6 1 0 15,1 3-1-15,-1 1-5 0,1 4 4 0,-4 2-5 16,3 2-1-16,-4-1 1 0,-1 8-6 0,4-1 2 16,-5 2 2-16,0-2-1 0,-1-6 1 0,0 1 29 15,1 6-7-15,-3-9 2 0,2-1-1 0,0-3-6 16,0-3-3-16,-2-3 1 0,3 1-1 0,0-1 5 0,-1-2 2 16,-1-3 41-16,2-2 53 0,2 7 57 15,-2-7 47-15,0 3 36 0,0-3 5 0,0 0-19 0,0 0-19 16,6-12-24-16,0 4-20 0,2-6-21 15,1-3-20-15,6-5-12 0,-2-3-14 0,2 0-12 16,2-2-22-16,2 1-22 0,-1-1-14 0,3-1-17 0,-5 2-12 16,1 5-13-16,-5 6-11 0,0 0-10 15,-3 4-15-15,-2 1-22 0,0 3-32 0,-3 0-32 16,0 4-51-16,0-2-52 0,-2 4-65 0,2 0-36 16,-4 1-32-16,0 0-47 0,9 5-363 0,-7 0-831 0,0-1 368 15</inkml:trace>
  <inkml:trace contextRef="#ctx0" brushRef="#br0" timeOffset="-208559.43">22117 13951 258 0,'4'-7'309'0,"-4"4"-23"0,4-2-30 16,1 2-27-16,2-1-19 0,3 1-26 0,0-4-16 16,-1 5-27-16,6-1-33 0,3-4-33 0,0 4-40 15,-1-1-42-15,3 4-52 0,-1-4-50 0,-5 4-60 16,0-3-151-16,-1 0-346 0,-1 3 154 0</inkml:trace>
  <inkml:trace contextRef="#ctx0" brushRef="#br0" timeOffset="-208442.12">22190 14034 14 0,'-6'5'143'16,"2"1"-2"-16,1-1 16 0,2-3 29 0,2 3 6 15,5-3-7-15,4 3-12 0,8-2-21 0,4-2-15 16,13 0-44-16,-2-2-64 0,6 0-77 0,13 0-211 15,-12-6-282-15,-2-1 125 0</inkml:trace>
  <inkml:trace contextRef="#ctx0" brushRef="#br0" timeOffset="-207729.18">23445 13616 186 0,'3'-5'289'0,"-3"1"-16"0,1-1-25 16,-1 5-19-16,0-5-24 0,0 5-24 0,-1-5-21 15,-2 1-16-15,3 4-18 0,-6-1-13 0,-1 1-15 16,-2 2-11-16,-5 2-8 0,0 3-11 0,-4 0-8 15,-1 3-6-15,3 2-7 0,-2 0-6 0,-3 5-7 16,1 0-1-16,2 2-5 0,4-4-4 0,2 2-2 16,1 1-1-16,2 0-1 0,0 5-2 0,3-5-3 15,3-3 1-15,2 1-1 0,-2 0 0 0,6-4 3 16,2-2-4-16,1-2 9 0,1 1 13 0,2-1 8 16,2-5 5-16,-1-2 8 0,4-1 2 0,4-1 20 15,-1-3-9-15,1-5 2 0,1 0-6 0,-4-3-6 16,8-4-2-16,-10 3-4 0,1-3-7 0,-4 0-8 15,2-3-13-15,-6-5 2 0,2-1-31 0,-7-1 3 0,-2-1-19 16,-3 1-1-16,-5-3-5 0,-5 0 11 16,1 1-11-16,-6 1 2 0,-4 3-1 0,1 2-5 15,-3 4-4-15,-1 1 4 0,-2 3-18 0,-1 1-10 16,-2 6-20-16,4 3-15 0,4 4-31 0,1 1-33 16,2 2-26-16,2 4-26 0,4 3-55 0,5-5-138 0,3 5-432 15,6-3 192-15</inkml:trace>
  <inkml:trace contextRef="#ctx0" brushRef="#br0" timeOffset="-207367.16">23816 13467 53 0,'0'0'261'0,"2"-3"-30"0,-2 3-22 0,5-2-25 0,-5 2-18 16,9 2-23-16,-1 1-11 0,2 2-11 0,-2-1-14 15,1 3-14-15,1 1-8 0,-1 0-9 0,-1 1-12 16,-2 3-3-16,3 2-10 0,-4 1-1 0,0 0-8 16,-4 1-6-16,-2 1-2 0,-1 0-1 0,-4 3-4 15,-1-1-4-15,-2-2-2 0,-4 5-1 0,-1 2-3 0,1-10 2 16,-2 3-5-16,2 0 0 0,-1-4-4 15,-2 1 5-15,6-3-5 0,0-2-4 0,3-3 3 16,2 2-3-16,-2-4-1 0,3 1 2 0,-1-2-2 16,3 1 5-16,-1-1 1 0,3-3 1 0,3 6-2 15,4-5 0-15,6 2 0 0,6-2-8 0,-1 1-23 16,4-4-35-16,6 1-58 0,0-6-66 0,-6 1-191 16,6-2-399-16,-2-3 177 0</inkml:trace>
  <inkml:trace contextRef="#ctx0" brushRef="#br0" timeOffset="-207132.45">23763 13716 247 0,'0'0'254'16,"-6"2"-22"-16,6-2-25 0,0 0-24 0,0 0-30 15,0 0-30-15,38-4-44 0,-10 3-52 0,4-1-61 16,2-1-69-16,-1-4-125 0,3 3-247 0,4-2 109 16</inkml:trace>
  <inkml:trace contextRef="#ctx0" brushRef="#br0" timeOffset="-206666.42">23008 14137 33 0,'-9'0'173'0,"9"0"-2"0,0 0-7 0,-6 0-2 15,6 0-1-15,0 0 0 0,0 0-1 0,0 0-3 0,0 0-2 16,0 0 2-16,0 0-1 0,0 0-2 16,0 0-10-16,0 0-3 0,0 0-12 0,0 0-7 15,-8 0-9-15,8 0-8 0,0 0-11 0,0 0-15 16,0 0-5-16,0 0-4 0,0 0-3 0,0 0-1 15,0 0-7-15,0 0 2 0,0 0-21 0,22-7-1 0,-3 4-6 16,7-2 0-16,9 1-6 0,17-4 24 16,6 1-5-16,37-2-4 0,-4 1-6 0,3 2-2 15,-1-3-8-15,-2 0 6 0,0 1 11 0,-25 4-1 16,1-4 12-16,-2 1-18 0,-6 2 1 0,-6-3 3 16,-14 4-7-16,-9 0 2 0,-8-1-9 0,-7 4 10 0,-2 0 4 15,-3 0-2-15,-2-1-13 0,-1-1-14 16,-1 3-13-16,-6 0-22 0,0 0-21 0,0 0-24 15,0 0-27-15,-38 3-33 0,17 1-33 0,-1 0-37 16,-6 2-52-16,8 0-290 0,-11 0-587 0,4 1 260 0</inkml:trace>
  <inkml:trace contextRef="#ctx0" brushRef="#br0" timeOffset="-206218.9">23417 14369 171 0,'0'0'245'15,"-8"0"-23"-15,8 0-24 0,0 0-25 0,0 0-21 16,-5 3-14-16,5-3-16 0,-9 2-15 0,5 0-8 15,-6 6-15-15,-1-6-7 0,-1 8-10 0,-2-3-7 16,-1 1-2-16,-2 3-12 0,2 1-7 0,1-2-5 16,1 0-4-16,-1 2-1 0,1 1-7 0,6-2 0 15,0-1-2-15,1-1-1 0,2 3 1 0,0-3-4 16,3 1 2-16,1 2 2 0,4-3 3 0,1 0 4 16,1-4 1-16,8 4-1 0,-1-4 0 0,1-3 8 15,0-1 11-15,-2-1 24 0,2 0 28 0,-3-5 17 16,3 1-2-16,-2-4 4 0,-3 3 3 15,2-2 4-15,-2-6-26 0,0-1-11 0,-3-1-15 16,-2-1-17-16,-5-1-10 0,-3-2-15 0,-3 0-9 0,-4-4-5 16,-4-1-6-16,2 3-6 0,-6-2 0 0,1 6-5 15,-2 0 9-15,2 6-8 0,-9-3-14 0,-1 3-3 16,-3 4-13-16,2 2-7 0,-1 1-14 16,2 3-20-16,0 2-37 0,8 3-48 0,2-1-47 15,5 1-51-15,0 2-211 0,11 0-503 0,2-1 223 0</inkml:trace>
  <inkml:trace contextRef="#ctx0" brushRef="#br0" timeOffset="-205635.83">23623 14350 113 0,'-3'-3'354'0,"3"3"-32"0,0-5-33 16,0 5-30-16,0 0-29 0,-1-4-32 0,1 4-32 15,0 0-30-15,0 0-16 0,0 0-15 0,0 0-10 16,0 13-20-16,4-5-12 0,-2 0-9 0,6 1-19 16,-3 0-7-16,0-3-4 0,0 4-3 0,3-6-4 15,2 4 1-15,-3-2-1 0,-1-2 2 0,0 0-3 16,1-2-3-16,2 1-2 0,-3-1 5 0,1-2 2 16,0 0 10-16,1-2 7 0,-2-1 12 0,3-1 3 15,-1 2 5-15,1-1 12 0,-3 0-7 0,2-3 4 16,-2 2 8-16,-1 2-8 0,2 0 0 0,-1 0-5 15,-1-1-9-15,-1 2-5 0,-4 1-11 0,5-4-18 16,-5 4-15-16,0 0-4 0,9 8-3 0,-8-4-3 16,3 6-1-16,-3-2-3 0,-1 6-3 0,3 3 5 15,-3 3-2-15,0 7 3 0,-4 1 0 0,0 6 0 16,3-3 4-16,-3 0 0 0,-1 2-4 0,0-2 4 16,1 0-1-16,-5-1 0 0,1 0 3 0,-3-3-1 15,2-4-2-15,-1 1-4 0,0-8 2 0,2 1-3 16,0-6 2-16,3-2 13 0,-4-3 6 0,3-1 18 15,-1-3 21-15,0-1 23 0,-3-3 24 0,1-1 34 16,0-6 8-16,0-2 3 0,1-3 11 0,3-4 24 16,1-5-3-16,3-4-2 0,6-1-19 0,3-7-16 15,6 2-14-15,6-13-10 0,10 3-19 0,0 1-6 16,7 1-9-16,0 2-9 0,4 3-9 0,-1 5-5 16,1 4-7-16,-12 4-8 0,2 5-1 0,-2 1-7 15,-2 4-3-15,-9 1 0 0,-3 5 9 0,-3 0-4 16,-2 2-2-16,0 1-3 0,-3-1-5 0,-2 2-3 15,1 0-12-15,-1 2-2 0,-1-2-23 0,-4 3-31 16,5-2-41-16,-5 2-53 0,4-3-53 0,-4 3-37 16,0 0-3-16,0 0 20 0,0 0-3 0,-12 10-35 15,2-6-38-15,3-1-45 0,-4 1-305 0,3-1-692 16,1-2 307-16</inkml:trace>
  <inkml:trace contextRef="#ctx0" brushRef="#br0" timeOffset="-205304.08">24860 14176 68 0,'0'0'444'0,"2"-5"-33"16,-2 5-47-16,3-3-40 0,-3 3-41 15,0 0-29-15,0 0-36 0,0 0-41 0,0 0-22 16,-9 16-13-16,-4-3-22 0,-1 2-30 0,-6 7-35 0,-5-1-37 15,2 6-44-15,-15 5-72 0,12-9-96 0,-6-1-274 16,3-2-506-16,1-1 223 0</inkml:trace>
  <inkml:trace contextRef="#ctx0" brushRef="#br0" timeOffset="-204451.18">25845 13716 147 0,'0'0'206'0,"4"-2"-21"0,-4 2-21 0,0 0-19 16,14 7-18-16,-5 1-15 0,1 0-12 0,0 5-8 15,2 3-4-15,3 4-9 0,-2 2-6 0,1 2-9 16,-3 1-5-16,0 1-7 0,0 0-3 0,-6 0-10 16,0 1 4-16,-1 0 5 0,-4-2-5 0,0 0-4 15,-2 0-4-15,0-5-5 0,-3-1 0 0,0-2-2 16,-3 0-2-16,2-3 10 0,0-2 10 0,-1-2 9 16,3-3 10-16,-2-2 11 0,0 2 15 0,2-2 28 15,0-2 29-15,0 1 36 0,2-3 29 0,2-1 10 16,0 0-8-16,-8-8-11 0,7 0-1 0,-1-1-1 15,4-3-16-15,1-6-19 0,6-7-22 0,4 2-15 16,5-7-8-16,1 1-11 0,13-10-17 0,-4 0-6 16,7 3-10-16,-2 3-13 0,-7 5-2 0,-2 6-11 15,0-1-6-15,-1 5-6 0,0-1-4 0,-9 7 0 16,4 2-21-16,-5-2-5 0,-2 7-26 0,-3-2-13 16,-4 4-24-16,1-1-37 0,1 1-46 0,-1 3-56 15,-5 0-43-15,6-1-7 0,-6 1-20 0,0 0-28 16,5 6-26-16,-5-2-61 0,0-4-195 0,0 11-619 15,0-11 274-15</inkml:trace>
  <inkml:trace contextRef="#ctx0" brushRef="#br0" timeOffset="-201873.81">26886 13808 54 0,'0'0'293'0,"0"-5"-7"15,0 5-9-15,0-5-11 0,0 5-12 0,0 0-13 16,-1-4-14-16,1 4-18 0,0 0-20 0,0 0-14 15,0 0-16-15,1-4-16 0,-1 4-13 0,3-4-17 16,-3 4-11-16,10-2-20 0,3-1-5 0,4-2-28 16,2 3-22-16,9 0-27 0,0-1-28 0,4 2-30 15,0 0-33-15,-3 0-39 0,-1 1-31 0,3-2-52 16,-4 2-233-16,-8-3-482 0,0 1 213 0</inkml:trace>
  <inkml:trace contextRef="#ctx0" brushRef="#br0" timeOffset="-201661.75">26968 13933 25 0,'-4'1'215'0,"4"-1"-8"16,-2 2-21-16,2-2-12 0,15 2-24 0,2-4-15 16,11 4-9-16,2-2-19 0,6 1-27 0,17-2-38 15,-2 1-45-15,2-2-55 0,1 2-73 0,0-3-79 16,-2-3-226-16,-14 0 100 0</inkml:trace>
  <inkml:trace contextRef="#ctx0" brushRef="#br0" timeOffset="-201217.22">28231 13668 268 0,'0'-6'264'0,"0"6"-25"0,1-4-20 15,-1 4-28-15,0 0-20 0,0 0-20 0,0-3-17 0,0 3-15 16,0 0-14-16,0 0-11 0,0 0-11 15,-22 6-12-15,13 0-7 0,-5 2-6 0,-4 4-9 16,-1-2-7-16,1 6-7 0,-6 1-1 0,1 0-5 16,4 2-3-16,0 0-3 0,1 1-3 0,5-7-1 0,3 2-4 15,-2-1 1-15,6 1-1 0,-2 1-2 0,4-6 2 16,3 2 0-16,-3-1 0 0,4-3 3 16,5 4 24-16,0-2 18 0,3-3 12 0,1-2 0 15,9-1-1-15,4-3-5 0,-3 1-2 0,3-5 7 16,6-1-1-16,-2-3 4 0,1-4-3 0,-5-2-5 15,2-4-11-15,-2 0-3 0,-2-3 0 0,-4-2-7 0,-2-1-10 16,-3-4-2-16,-2 0-4 0,-6 1-14 16,-3-4-1-16,-5 1-6 0,-6 3-4 0,-4 0-4 15,-3 1-1-15,-6 1-10 0,-3 3-10 0,-3 4-12 16,-18-3-14-16,11 8-13 0,-2 4-16 0,0 1-17 16,-2 5-25-16,6 2-30 0,1 3-36 0,5 3-43 15,2 0-232-15,12 1-497 0,5 0 220 0</inkml:trace>
  <inkml:trace contextRef="#ctx0" brushRef="#br0" timeOffset="-200798.75">28312 13203 306 0,'0'-7'352'0,"0"5"-18"0,-1-1-28 0,1 3-28 15,0-7-28-15,0 7-28 0,0 0-26 0,0 0-26 16,3-5-11-16,-3 5-19 0,0 0-19 15,12 5-13-15,-4 0-11 0,2-1-13 0,-3 3-9 0,0 1-13 16,1 2 3-16,-2 2-18 0,0 0-5 0,1 5-7 16,-5-1-5-16,0 1-4 0,-4 0-4 0,-1 0-2 15,-1 1-2-15,-4 1-5 0,-2-3-4 16,3-1 2-16,0-5 0 0,-1 0-2 0,2 1 1 0,0-3-3 16,2-2-2-16,1-1 6 0,-1 1-1 0,2-5-3 15,-2 5-2-15,3-2-1 0,-3-3 4 0,4-1-7 16,8 7 4-16,-1-4-19 0,4-1-31 0,10 0-38 15,0 1-37-15,8 0-54 0,2-1-65 16,-1 2-264-16,4-6-545 0,-5 2 242 0</inkml:trace>
  <inkml:trace contextRef="#ctx0" brushRef="#br0" timeOffset="-200419.8">28717 13555 84 0,'-5'-4'343'0,"5"4"-23"15,0 0-36-15,0 0-28 0,0 0-26 0,0 0-24 16,0 0-19-16,14-5-22 0,-14 5-21 0,14 3-12 16,-7-1-18-16,1 1-14 0,0-1-10 0,-3 4-9 15,3-2-11-15,1 1-17 0,-2 4-9 0,0-4-7 16,-2 7-7-16,-3-3 0 0,0 2-6 0,-4 1-4 15,-1 3-1-15,-3 1-1 0,-4-1-2 0,1 1-1 16,-2 2-5-16,-7 3-1 0,2-1-1 0,-3-3 3 16,-2 2-2-16,6-6-4 0,0 1 3 0,-2-2-2 15,0 0-2-15,4 0-1 0,3-7 2 0,1 2-2 16,2 0 1-16,4 0-1 0,-6-2 0 0,7-2 1 16,-1-1 1-16,1 1 4 0,0 1 12 0,0 0 9 15,2-4 2-15,6 4 4 0,4-4 0 0,7 0-6 16,3 0-3-16,8-3-4 0,7 2-28 0,-2-5-34 15,4 1-41-15,-3 0-59 0,1-2-66 0,2 0-76 16,-5-4-171-16,-2 1-489 0,-5-1 217 0</inkml:trace>
  <inkml:trace contextRef="#ctx0" brushRef="#br0" timeOffset="-200195.45">28588 13779 143 0,'-10'0'332'15,"10"0"-28"-15,0 0-31 0,0 0-29 0,0 0-26 16,22-7-25-16,-2 4-30 0,10 1-32 0,3 3-38 16,1-2-37-16,6 0-40 0,11-1-45 0,0 2-57 15,-11-2-70-15,-6-4-161 0,0 4-341 0,-6-2 152 16</inkml:trace>
  <inkml:trace contextRef="#ctx0" brushRef="#br0" timeOffset="-199714.75">27675 14132 62 0,'0'0'78'0,"-7"2"-5"0,7-2 1 0,-3 2 2 15,3-2 11-15,0 0 8 0,-4 1 12 0,4-1 14 16,0 0 5-16,0 0 3 0,0 0 0 0,0 0-1 15,0 0 3-15,0 0-6 0,-5 2-3 0,5-2-4 16,0 0 0-16,0 0-4 0,0 0-7 0,0 0-4 16,0 0-8-16,0 0-3 0,0 0-5 0,0 0-5 15,0 0 5-15,0 0 1 0,0 0 4 0,0 0 7 16,0 0-10-16,0 0-5 0,0 0-12 0,19-9-5 16,-3 6-10-16,13-1-6 0,6 0-6 0,23-3-6 15,7 0-3-15,33 4-6 0,-1-3 5 0,8 1 1 16,9 4-1-16,2-3 2 0,4 4 7 0,3 0 4 15,-9-2-12-15,-8 2 1 0,-10-3-4 0,-30 2 2 16,-2-2 2-16,-3-1 10 0,-10 2-22 0,-15-1 2 16,-8 2 14-16,-6 0 16 0,-3-3 19 0,-7 1 13 15,-3 3 0-15,-2-2-14 0,0 1-8 16,-1 0-8-16,-1 0-15 0,-1-2-21 0,-4 3-28 0,8-1-56 16,-8 1-39-16,0 0-39 0,0 0-29 0,-18 6-34 15,6 0-45-15,1-1-52 0,-6 1-272 0,3-2-620 16,1 0 275-16</inkml:trace>
  <inkml:trace contextRef="#ctx0" brushRef="#br0" timeOffset="-198718.46">28096 14541 152 0,'0'0'223'0,"4"-5"-3"0,-1 4-11 0,-1-1-8 16,-2 2-13-16,4-4-19 0,-4 4-16 0,0 0-21 16,0 0-16-16,1-4-21 0,-1 4-8 0,0 0-9 15,0 0-8-15,0 0-7 0,-24 4-9 16,11-3-5-16,-1 5-7 0,-2-1-10 0,-1 5 0 0,-1 2-5 15,-5 0-2-15,5 3-4 0,0 3-3 0,3-3-4 16,2 0 16-16,-2 1-7 0,4 1 0 0,0-1-1 16,2 1-3-16,4-1-2 0,3 0 1 15,0-1-2-15,1-2 0 0,2-1 2 0,5-1 0 0,0-1-1 16,5 0 7-16,2 0 1 0,2-1 3 0,2-3 6 16,-3-2 4-16,3-1 15 0,-6-1 31 0,2-2 22 15,-1-2 23-15,0-3 10 0,-1 0-24 0,-2-5-7 16,1-4-25-16,-4-1 8 0,-2-4-20 0,-1-5-10 15,-5-3-7-15,-2-4 2 0,-3 4-8 0,-3-2-14 16,-1 3-4-16,0 0-5 0,-6 0 0 0,2 4-6 16,-3 1-4-16,-4 4-2 0,4 5-8 0,-5-2 0 15,2 7-1-15,0-1-7 0,-6 5-9 0,6 2-39 16,-6 1-35-16,5 1-35 0,4 5-38 16,-3 0-36-16,6 4-20 0,3 1-35 0,5 2-274 0,3-1-565 15,8 5 250-15</inkml:trace>
  <inkml:trace contextRef="#ctx0" brushRef="#br0" timeOffset="-196569.01">28614 14633 244 0,'1'-7'243'0,"3"1"-18"0,-3 0-19 0,4 1-22 15,2 0-19-15,-1 3-17 0,3 0-16 0,3-2-13 16,-2 2-9-16,1 2-19 0,1 2-11 0,-1 1-9 16,1 2-10-16,-1 2-7 0,1 0-5 0,-1 4-7 15,-2 2-5-15,0 2-6 0,-2 2 3 16,-3 2-7-16,-1 0-8 0,-3 1 2 0,0-2 1 0,-3 2-6 15,-3 3-15-15,-1-4-4 0,-2 1 5 0,1-2-2 16,-1 1-3-16,-1-4 2 0,-2 0 2 0,3-2 9 16,-1-4 9-16,1-2-8 0,3 1-4 0,1-3 10 15,1-1 9-15,-2 1 21 0,3-1 26 16,2-1 33-16,-2-1 36 0,3-2 44 0,-2 3 29 16,2-3 11-16,0 0-20 0,0 0-20 0,5-10-21 0,1 1-12 15,4-1-22-15,5-4-10 0,5-3-13 0,-1-1-14 16,0 1-7-16,6-3-8 0,-3 2-8 0,0 3-10 15,-8 1-1-15,2 4-16 0,-2 0-3 0,-4 1-3 16,-1 2-4-16,-3 2-9 0,2 0-2 0,-4 3-7 16,0 0-25-16,-4 2-18 0,8-3-29 15,-8 3-23-15,0 0 11 0,9 5-2 0,-7 1 11 0,-1 0-6 16,0 3-6-16,3 1 3 0,-4 2 7 0,0 0-5 16,1 0 0-16,2 3-8 0,-2 1-9 0,2 1-31 15,-2-2-26-15,-1-3-34 0,0 1-41 0,1-2-49 16,-1 1-43-16,-1-2-213 0,0-5-564 15,-2 0 250-15</inkml:trace>
  <inkml:trace contextRef="#ctx0" brushRef="#br0" timeOffset="-196237.13">29158 14589 2213 0,'8'-11'236'0,"0"2"-11"15,-2-2-33-15,3 6-32 0,-3-3-24 0,3 2-16 16,-5 2-20-16,1-1-22 0,4 1-18 0,-6 1-7 16,3 2 0-16,-1 0-6 0,0 1-9 0,-5 0-16 15,13 5-1-15,-6 2-2 0,-4-4-11 0,4 6 0 16,-5 0-5-16,2 7 3 0,-4-4 0 0,0 5-1 16,-1-2-4-16,-3 1 5 0,-4 1-8 15,3 0 3-15,-4-1 2 0,3-5-3 0,2 1 5 0,-2-3-7 16,3 1 5-16,-3-1 9 0,3-3-9 0,1-1 4 15,0 0-1-15,-1-2 5 0,3 1 3 0,0-4 3 16,14 5 9-16,2-2-3 0,15-1 9 16,6 0-4-16,3-2-5 0,11-2-4 0,2 1-21 15,2-4-26-15,-1-1-34 0,-16 2-51 0,-2-3-53 16,-2 3-70-16,-2 0-78 0,-12 1-207 0,-4-4-565 0,-5 4 251 16</inkml:trace>
  <inkml:trace contextRef="#ctx0" brushRef="#br0" timeOffset="-194335.62">16568 15614 73 0,'2'-2'217'0,"-2"2"-10"15,3-4-19-15,-2 1-15 0,-1 3-23 0,0 0-10 16,0 0-27-16,0 0-14 0,-8-2-17 0,8 2-7 16,-22 5-3-16,0 0-10 0,-5 2-7 0,-2 3-7 15,-2 0-1-15,-2-1-5 0,2 3-15 0,0-2 6 16,1 0-10-16,2 4 4 0,3-1-7 0,6-2 2 15,0-1-7-15,4-1-3 0,-1 6 2 0,7-6-4 16,2 1-2-16,-2 2-2 0,5-1-1 0,3 3 2 16,2-4 3-16,3 2-2 0,7 2-3 0,0-1-14 15,5 0 15-15,6 3 0 0,2 0-2 0,3-2 1 16,-2-3-5-16,1 4 4 0,-2-3-6 0,-6-2 7 16,0 1-6-16,-2-4 4 0,-4 1-14 0,-2-4-7 15,-2 3-3-15,-3-1 0 0,0-2-3 0,-3 0 4 16,-4 1 6-16,-4-1-3 0,-3 2 4 0,-8 0 1 15,-4-2 4-15,-6 1 5 0,-1 0 3 0,0-1 1 16,6-3 7-16,-9 1 8 0,9-2 0 0,2 0 5 16,-2 0-1-16,6 0-1 0,-2 0-1 0,5 0 0 15,2 0-1-15,4-2-3 0,2 2-4 0,5 0 3 16,-9 0-4-16,9 0-6 0,0 0-3 0,-6-1-19 16,6 1-13-16,0 0-24 0,0 0-25 0,24-1-38 15,-10 0-39-15,-1-2-121 0,7-1-302 0,-2 3 134 16</inkml:trace>
  <inkml:trace contextRef="#ctx0" brushRef="#br0" timeOffset="-193954.58">17074 15920 46 0,'-4'-3'249'16,"4"3"-7"-16,0 0-11 0,0 0-11 15,0 0-15-15,-4-3-16 0,4 3-17 0,0 0-19 16,0 0-17-16,8-5-14 0,-1 2-15 0,5 1-23 16,2-1-23-16,4 0-21 0,4-1-30 0,6 1-27 15,0-1-46-15,0 3-41 0,-1-3-23 0,1 1-53 0,-9 1-116 16,0-1-321-16,-2 0 141 0</inkml:trace>
  <inkml:trace contextRef="#ctx0" brushRef="#br0" timeOffset="-193804.51">17117 16015 2 0,'-1'1'153'0,"1"-1"7"0,0 0-14 0,18 0-8 16,1 0-14-16,10-1-10 0,3 1-32 0,4-3-53 15,1 1-64-15,4-5-118 0,9 2-164 0,-13 1 72 16</inkml:trace>
  <inkml:trace contextRef="#ctx0" brushRef="#br0" timeOffset="-193053.46">18522 15650 110 0,'0'-5'236'0,"-2"3"-25"0,2 2-22 0,0-9-18 0,-2 8-16 16,2 1-19-16,-9-1-15 0,-1 2-14 0,-3 3-13 16,-5 3-9-16,4 1-11 0,-4 3-6 0,-9 6-7 15,4 1-13-15,1 0-4 0,1 2-3 0,0-2-7 16,2 1-4-16,0 1-3 0,6-3 0 0,3 0 2 16,0-1-11-16,1-1 3 0,4 1-5 0,2-3 2 15,-1-2 0-15,7-1 0 0,1 0 4 0,2 0 7 16,3-1 1-16,8-1-3 0,2-1 4 0,8-3-7 15,1 0 1-15,-7-7-2 0,8 1-3 0,-3-3 2 16,4-1 16-16,-12 0 7 0,1-4 9 0,-1 0 1 16,-5-2-3-16,1-3-5 0,-2-1-5 0,-4-2-6 15,0-8-2-15,-3 0 1 0,-5-2-19 16,-6 1-5-16,-2 1-2 0,0-3-6 0,-3 3 0 0,-3 2-1 16,-4 4 1-16,-3-2-7 0,-2 6-3 0,-1 0-8 15,-3 4 2-15,-1 3-15 0,1 1-18 0,-1 2-17 16,-3 2-17-16,4 2-31 0,6 2-35 15,2 2-43-15,3-1-186 0,6 2-404 0,2-1 179 16</inkml:trace>
  <inkml:trace contextRef="#ctx0" brushRef="#br0" timeOffset="-192668.65">18607 15257 145 0,'2'-7'254'0,"-2"4"-23"0,0 3-27 15,2-4-24-15,-2 4-20 0,0 0-20 0,0 0-11 0,0 0-15 16,0 0-13-16,14 10-17 0,-9-5-2 0,-1 0-11 16,1 6-7-16,-2 1-7 0,2 3-10 15,-4 3-9-15,-1-1 5 0,-1 4-6 0,-3-4-3 0,0 2-3 16,-4 5-5-16,2-7-3 0,-3-2-1 16,0 1-5-16,4-5 3 0,-3-1-6 0,2-2 0 0,1 0 0 15,1-1-2-15,0-4 1 0,4 1 7 0,-4 0-8 16,3 2 1-16,1-6-5 0,5 4 2 15,2-4 1-15,7 3-15 0,1-3-39 0,5 0-49 16,11 0-73-16,-1 0-201 0,-1-3-395 0,0 0 175 16</inkml:trace>
  <inkml:trace contextRef="#ctx0" brushRef="#br0" timeOffset="-192286.39">19125 15504 118 0,'0'0'251'0,"-4"-4"-24"0,4 4-28 16,0 0-19-16,-4-2-21 0,4 2-17 0,0 0-16 15,0 0-11-15,0 0-15 0,0 0-10 0,13 13-9 16,-9-9-8-16,-2 2-9 0,3 3-9 0,-2-1-5 15,1 4-1-15,-3 0-12 0,-1 0-1 0,-1 5-4 16,-3 0-5-16,0 0-2 0,-3 1-3 0,-4 4-3 16,0-6-1-16,-6 6-2 0,7-5-2 0,-4 0 3 15,2-1-6-15,3-2-2 0,-3 0-2 0,5-4 2 16,-1-1-2-16,2 1-8 0,1-7 9 0,3 3-3 16,-2-1 1-16,1-1 5 0,2-1 4 0,1-3 13 15,2 5 1-15,6-3 3 0,6 1-2 0,4-3-4 16,13 0-5-16,1 0 0 0,6-1-13 0,-1-1-25 15,0-3-24-15,2 3-28 0,-3-2-50 0,3-4-45 16,-6 5-44-16,-7-2-127 0,0-4-362 0,-10 2 160 16</inkml:trace>
  <inkml:trace contextRef="#ctx0" brushRef="#br0" timeOffset="-191971.16">18901 15732 51 0,'0'0'242'0,"-7"0"-11"15,7 0-9-15,-7-1-12 0,7 1-18 0,0 0-20 16,0 0-17-16,0 0-17 0,13-5-13 0,-3 1-15 16,12 2-8-16,6-2-13 0,5 3-8 15,4-5-8-15,18 4-11 0,3-2-9 0,-2 1-5 16,4-2-18-16,0 1-11 0,-2 1-17 0,-19 1-32 16,-4-1-44-16,-3 1-62 0,-3 0-55 0,-15 1-139 15,1 0-357-15,-4 0 158 0</inkml:trace>
  <inkml:trace contextRef="#ctx0" brushRef="#br0" timeOffset="-191453.09">17775 16179 166 0,'0'0'165'15,"0"0"-12"-15,0 0-15 0,-7 0-9 0,7 0-20 16,0 0-11-16,0 0-6 0,0 0-8 0,0 0-10 16,0 0-2-16,0 0-6 0,15-4-10 0,-15 4-3 15,9-1-5-15,-1-1-4 0,-1 0 0 0,4 1-4 16,1 1-6-16,6-3-7 0,9-1 4 0,4 4-6 16,5-4 2-16,20-1-4 0,6 0 3 0,34-3 5 15,3 1 3-15,4 1 4 0,5-1 7 0,8-1 4 16,10 5 3-16,8-2 0 0,4-2-1 0,7 2-4 15,-11 0-4-15,-4-2-3 0,-6 2-4 0,-4 0-4 16,-11-6 0-16,-9 8-3 0,-34-3-4 0,-6 0-1 16,-2 0-4-16,-20 0 3 0,-5 0-5 0,-10 4 32 15,-5-3 35-15,-4 2 34 0,-5 2 4 0,-1-2 3 16,-2 1-14-16,-1-5-18 0,-1 4-13 0,-4 1-29 16,0 2-24-16,0 0-25 0,-6-5-45 0,-6 3-39 15,-1 4-40-15,-6-1-68 0,1 3-54 0,-10-2-214 16,7 0-496-16,0 1 220 0</inkml:trace>
  <inkml:trace contextRef="#ctx0" brushRef="#br0" timeOffset="-190918.54">18690 16441 89 0,'0'0'201'0,"-5"-3"-21"0,0-2-19 0,5 5-18 16,-14 0-10-16,0 3-13 0,1 1-16 0,-6 4-11 15,1-1-13-15,-9 7-6 0,2-2-8 0,-1 5-7 16,-1 0-8-16,4 2 2 0,-2-2-13 0,2 1-3 16,1-1-29-16,8-4-3 0,0 3-1 0,4-4-2 15,3-2 1-15,2 1 9 0,0-1 5 0,3-1 9 16,2-2 15-16,2-1 6 0,7 1 14 0,1-2 5 15,4 0 0-15,3-1 2 0,3-3 0 0,3-1 6 16,-2-1 8-16,1-3 10 0,-2-3 7 16,-2 2 11-16,-2-3 5 0,-3-2-2 0,1-1-6 15,-5-4-17-15,0 1-8 0,-1-3-12 0,-2-3-15 0,-6-6-20 16,0 2-8-16,-6-1-8 0,-6-2-8 16,1 1-6-16,-6 2-5 0,1 4 0 0,-5-3 0 15,-3 7-3-15,-3 2 7 0,-1 3-10 0,-3 1-1 16,2 3 0-16,-7 3-8 0,3 2-13 0,2 2-17 15,10 1-33-15,0 3-35 0,3 1-38 0,3 0-19 16,6 3-30-16,5-3-37 0,0 3-148 0,8 0-417 16,5-3 185-16</inkml:trace>
  <inkml:trace contextRef="#ctx0" brushRef="#br0" timeOffset="-190504.43">18846 16404 116 0,'5'-2'199'0,"-5"2"-24"0,8 2-15 0,-3 0-19 15,-5 3-15-15,8 3-12 0,-6 1-14 0,5 3-6 16,-5-2-12-16,2 9-9 0,-4-2-8 0,0 0-6 16,-4 0-10-16,-1 1-1 0,-1-1-8 0,-3 0-2 15,0-1-6-15,-3-1-1 0,-2-1-2 0,4 0-2 16,1-7-3-16,2 4-1 0,0-5 4 0,-3 1 4 15,7-2 8-15,-2-2 12 0,0 0 25 0,3-1 27 16,2-2 32-16,-4 5 13 0,4-5 21 0,0 0-9 16,0 0-21-16,0 0-10 0,11-10-18 0,-2 2-11 15,4-3-10-15,2 0-4 0,2-2-10 0,-2-2-10 16,8-2-4-16,-1 0-10 0,0 0-5 16,-6 5-4-16,0 0-3 0,-2 1-8 0,-4 5-1 15,-2-2-3-15,-3 4 8 0,0-1-15 0,1 0-10 16,-1 1-6-16,-3 4-7 0,1-5-20 0,-3 5-26 0,0 0 4 15,0 0 6-15,0 0 3 0,-1 12 3 16,-1-5 0-16,-4 2 4 0,4 3 1 0,-3 1-7 16,0 1-5-16,1 2-10 0,3 1-30 0,1-1-18 15,2 1-34-15,5-1-30 0,7 1-61 0,0-2-257 16,11-2-518-16,-1-1 230 0</inkml:trace>
  <inkml:trace contextRef="#ctx0" brushRef="#br0" timeOffset="-190102.75">19604 16503 78 0,'-4'-7'248'0,"1"5"-24"0,0-4-23 16,3 6-25-16,-4-2-19 0,0 0-18 0,4 2-16 15,0 0-10-15,-20 4-13 0,9 3-11 0,1 1-13 16,1 0-4-16,-5 1-15 0,0 5-1 0,0-1-5 15,0 0-7-15,0 1-2 0,1 1-12 0,-1 1 4 16,3-2-7-16,3 3 1 0,-3-5-4 0,7-4 1 16,-1 3-5-16,3-1 1 0,0-3 8 0,3-1 4 15,2 3 13-15,-1-4 11 0,3 1 9 0,0 0 8 16,5-3 6-16,2-1 0 0,-1-1-8 0,0-2 3 16,2-1 11-16,-1-1 16 0,0 1-2 0,-2-5 2 15,4 1-12-15,-5 0-6 0,4-6-9 0,-3-1-7 16,-1-2-2-16,-4-3-17 0,1 1-18 15,-4-4-13-15,-2-4-9 0,-4 0-5 0,-1 1-2 16,0 4-5-16,-3 2 15 0,-2 0-20 0,-3 4-3 16,-4 0-10-16,-2 4 9 0,-5-1-1 0,-3 3-6 0,-1 2 1 15,1 5-14-15,4 2-25 0,0 2-28 16,3 0-28-16,-1 5-31 0,6 3-33 0,0-2-37 16,7 0-54-16,0 2-161 0,8-1-464 0,4-1 206 15</inkml:trace>
  <inkml:trace contextRef="#ctx0" brushRef="#br0" timeOffset="-189554.87">19711 16443 165 0,'0'-5'346'0,"0"5"-27"15,-1-5-32-15,1 5-33 0,0-5-26 0,0 5-31 16,0 0-24-16,0 0-34 0,0 0-12 0,0 0-11 15,0 0-20-15,10 13-21 0,-5-5-13 0,-1 0-13 16,4 1-12-16,-3-1-7 0,4-1-11 0,-4 0-8 16,0-1-9-16,2 0 2 0,-1 0-4 0,3-1 2 15,-3-1-1-15,1-2 1 0,-1-1-2 0,7-1 2 16,-6 0 0-16,1-2 3 0,4-2-3 0,0 0-1 16,-1-3 3-16,3 1 2 0,1-2 5 0,-1 0 4 15,-1-1 9-15,-2 1 3 0,-2 1 16 0,0 1-4 16,-1 1 6-16,-2 0-2 0,-2 2-5 15,1 0-5-15,-1-1-9 0,-1 3-7 0,-3 1-18 16,0 0-1-16,0 0 2 0,10 8-5 0,-10 0 2 16,0 4-3-16,1 5 4 0,-6 1-2 0,5 2-3 15,-2 7 1-15,-1 1 2 0,-3 1-3 0,-2 0 10 16,3 3-5-16,-4-1-4 0,-3 1 2 0,3-1 0 16,-1 0 2-16,-1 0 2 0,0-1 4 0,-1-3-6 15,1-2-2-15,1-7 3 0,3-3-1 0,0-5 2 16,2-1 11-16,1-2 10 0,-1-2 25 0,0-1 25 15,1-1 27-15,4-3 12 0,0 0 0 0,-11-14 14 16,7 3 19-16,1 0 22 0,4-6-6 0,2-2-12 16,7-5-17-16,4-3-15 0,3 0-15 0,12-11-12 15,6 0-11-15,7 1-6 0,-1 2-8 0,3-1-9 16,-3 0-3-16,4 7-1 0,0-3-13 0,-14 13-3 16,-2-1 3-16,-2 4 4 0,-10 6 0 0,-1 3-2 15,-6-2-3-15,-1 4-9 0,0 1-3 0,-4 0-16 16,0 2-54-16,1 0-62 0,-6 2-77 0,6-3-42 15,-6 3-16-15,0 0-53 0,-17 12-88 0,5-8-265 16,-1 2-704-16,-4-1 312 0</inkml:trace>
  <inkml:trace contextRef="#ctx0" brushRef="#br0" timeOffset="-187085.94">22399 15650 140 0,'3'-12'218'0,"1"1"-4"0,0 0-9 16,0 0-12-16,1 3-5 0,0-1-12 0,-1 0-12 16,-1 2-7-16,-1 2-13 0,2 0-13 15,-1 1-7-15,-2-1-17 0,1 2-15 0,0 1-13 16,-2 2-7-16,5-3-17 0,-5 3-4 0,0 10-10 0,1 0-5 16,-2 5-6-16,-2 5-5 0,-2 7-2 15,0 6 0-15,-1-1-5 0,-2 2-2 0,-7 10 1 16,3-12-3-16,-2 2-2 0,1-1-1 0,-1 1-3 15,0 8 4-15,5-10-7 0,0-7 2 0,3 2-2 16,-1-3 3-16,4-7-5 0,0-2 3 0,-1-3 0 16,-1-3 6-16,3 1-5 0,0-4-4 0,1 1 20 15,1-5 8-15,0 3 12 0,0-1 16 0,0 1 15 16,0-5 1-16,5 3-14 0,-5-3-7 0,19-5-2 16,-1-2-18-16,-1 2-28 0,8-5-40 0,1 1-37 15,1 1-41-15,-1-3-48 0,3 3-54 0,-4-2-250 16,1-3-502-16,-7 4 223 0</inkml:trace>
  <inkml:trace contextRef="#ctx0" brushRef="#br0" timeOffset="-186729.6">22117 15920 141 0,'-6'0'228'0,"1"0"-11"0,-3-2-18 0,8 2-15 15,0 0-18-15,-9 0-13 0,9 0-10 0,0 0-12 16,-6-1-12-16,6 1-9 0,0 0-8 0,0 0-13 16,19-5-6-16,0 2-4 0,13-1-14 0,3-1-4 15,4 0-9-15,18-2-1 0,4 1 8 0,2 0 3 16,-1-1 2-16,-3 3-2 0,-7-2-4 0,-15 4-8 15,-5-1-5-15,-9 2-4 0,-6 2-2 0,-2-2-6 16,-4-2-8-16,1 3-13 0,-4 0-4 0,-3 0-11 16,-5 0-19-16,7 0-5 0,-7 0-1 0,0 0 6 15,0 0-3-15,0 0-3 0,-20 8-12 0,10-4-19 16,-1-1-19-16,0-1-22 0,-1 2-32 0,1 0-31 16,2-3-41-16,-1 2-130 0,5-3-361 0,5 0 160 15</inkml:trace>
  <inkml:trace contextRef="#ctx0" brushRef="#br0" timeOffset="-186392.37">23321 15917 68 0,'0'0'297'0,"0"0"-18"15,0 0-26-15,0 0-24 0,0 0-30 0,0 0-18 16,0 0-21-16,13-9-14 0,0 7-16 0,5 0-13 15,2-1-17-15,11 1-18 0,-2-2-20 0,8 3-26 0,-5-2-30 16,-1 0-31-16,-1 1-35 0,1 0-36 16,-12 1-45-16,3 0-31 0,-4 1-137 0,-5-1-334 15,-3 1 147-15</inkml:trace>
  <inkml:trace contextRef="#ctx0" brushRef="#br0" timeOffset="-186253.8">23431 15978 73 0,'-8'1'177'0,"2"1"5"0,1-2-3 0,1 2 1 16,4-2-6-16,0 0-5 0,0 0-8 0,0 0-14 16,0 0-13-16,35 0-19 0,-6-2-13 0,4 2-20 15,7-2-37-15,-1 1-35 0,16-4-50 0,-3 1-65 16,-14 1-193-16,-1-1-323 0,-3-2 144 0</inkml:trace>
  <inkml:trace contextRef="#ctx0" brushRef="#br0" timeOffset="-185536.13">24578 15715 41 0,'4'-3'192'0,"0"-2"-3"0,0 0-5 16,0 1-5-16,0 0 3 0,0 1-1 0,-2-1-3 15,2-2-12-15,-2 5-16 0,1-3-13 0,-3 4-18 16,4-7-20-16,-3 7-8 0,-1 0-20 16,0 0-6-16,0 0-11 0,0 0-5 0,-23 11-5 15,9-3-5-15,-4 4-5 0,-5 3-6 0,3 2-3 0,-3 1-7 16,1 0 0-16,0 1-1 0,6 0-5 0,-1 3 0 16,4-7-1-16,2 3-2 0,1-3-1 0,2 2 3 15,3-2 0-15,0 0 0 0,2-4-5 16,3 0 5-16,3-1 2 0,1 0 6 0,1-3 2 15,2 2 9-15,6-7 4 0,0 2-1 0,5 2 1 16,0-5 8-16,2-2 7 0,0-2 8 0,-4 0 2 16,2-3 5-16,0-2 3 0,1-3-4 0,-4-1-3 15,2-1-1-15,-4-4-8 0,2-3 6 0,-5-4-15 16,0-2-8-16,-3 2-6 0,-5-3-6 0,-2 3-5 16,-7-4-5-16,-2 3-2 0,-2 1-2 0,0 3-7 15,-4 0 13-15,-3 2-15 0,1 7 2 0,-6-5-4 16,-4 6 0-16,4 2-5 0,-5 3 4 0,1 3-9 0,-2 0-20 15,7 2-25-15,1 2-39 0,1 2-38 16,1 1-42-16,6 1-40 0,1 0-26 0,0 0-201 16,8 0-480-16,4 0 212 0</inkml:trace>
  <inkml:trace contextRef="#ctx0" brushRef="#br0" timeOffset="-185141.85">24705 15279 33 0,'4'-5'290'16,"-3"2"-26"-16,4-1-26 0,-1 0-27 0,1 0-22 16,4 4-21-16,0 0-18 0,0 0-15 0,0 3-17 15,3-3-13-15,-3 4-12 0,1 0-10 0,-3 2-11 16,2 1-8-16,-2 3-7 0,-1-1-9 0,-2 2-1 16,-2 1-9-16,1 5-4 0,-3-2 0 0,-1 2-7 0,-1-1 0 15,-3 1-4-15,1-2-1 0,-3-4 0 16,3 0-2-16,-1 0-5 0,1-3-4 0,0-1 2 15,0-1 0-15,2 0 0 0,-1-2-2 0,1 2-6 16,2-4 4-16,0 2-3 0,2 0-7 0,6 1-25 16,1-3-37-16,4 0-44 0,6-1-42 0,1 2-57 15,-2-3-154-15,3 0-389 0,0-2 172 0</inkml:trace>
  <inkml:trace contextRef="#ctx0" brushRef="#br0" timeOffset="-184803.94">25141 15548 100 0,'0'0'305'0,"-3"-3"-18"0,3 3-27 16,3-4-25-16,-3 4-26 0,0 0-23 0,5-4-23 15,-5 4-16-15,11 0-17 0,-11 0-11 0,11 3-14 16,-5-1-13-16,-2 1-14 0,2 0-5 0,-1 2-16 15,-1 0-8-15,1 3-12 0,-2 0-5 0,1 0-2 16,-4 3-7-16,1 1 2 0,-3-2-5 0,-2 8 0 16,-3-1-3-16,-2-1-4 0,2 1-2 0,-6 7 2 15,1-6-4-15,2-5-2 0,-1 4 0 0,0-4 3 16,1 0-4-16,1-3 2 0,3-2-2 0,1 2-2 16,-2-6 0-16,4 2 2 0,-1 1-1 0,2-4-2 15,0-1 4-15,0 3 1 0,2-5 2 0,3 7-4 16,2-5 4-16,2-2-8 0,7 3-27 0,-2-1-41 15,10-2-48-15,0 0-56 0,-3-2-85 16,0-1-133-16,3-2-419 0,-5-4 185 0</inkml:trace>
  <inkml:trace contextRef="#ctx0" brushRef="#br0" timeOffset="-184575.03">25039 15729 91 0,'0'0'286'0,"-8"-2"-33"0,8 2-25 15,0 0-25-15,0 0-30 0,30-7-34 0,-4 6-43 16,7-1-53-16,7 1-57 0,12-3-62 0,0 0-161 0,-1-1-257 16,-2 0 113-16</inkml:trace>
  <inkml:trace contextRef="#ctx0" brushRef="#br0" timeOffset="-184086.14">24242 16172 49 0,'0'0'159'0,"-6"2"8"0,6-2-8 0,-5 1 1 0,5-1-7 15,0 0-3-15,0 0-10 0,-4 2-1 0,4-2-13 16,0 0-4-16,-4 2-11 0,4-2 0 0,0 0-12 15,0 0-6-15,0 0-15 0,0 0 0 16,0 0-9-16,0 0-10 0,0 0-3 0,0 0-3 16,0 0-5-16,0 0-3 0,0 0-2 0,0 0-6 15,0 0-2-15,0 0-2 0,0 0-4 0,0 0 5 0,0 0 3 16,-7-5 5-16,7 5 5 0,0 0 9 0,0 0-1 16,0 0-6-16,16-4-4 0,7 0-7 0,9-2-3 15,19-4-6-15,9 3-2 0,35-5 18 16,0 2-1-16,6 1 10 0,8 1 5 0,6-2-1 15,7 4 5-15,-5-2 4 0,0 1-8 0,-6 0-3 16,-15-1-6-16,-34 1-6 0,-2 4-2 0,-6-4-5 16,-18 4-6-16,-2-1 0 0,-11 3 2 0,-4-1 1 15,-6 0-7-15,-4 0 1 0,0 1-5 0,-3-1-3 16,-2 0-16-16,0-1-17 0,-4 3-19 0,0 0-28 16,0 0-24-16,-28 2-30 0,11 1-34 0,-6 0-32 15,-5 3-45-15,1-1-29 0,-1 0-229 0,9 1-523 16,-8-1 233-16</inkml:trace>
  <inkml:trace contextRef="#ctx0" brushRef="#br0" timeOffset="-183618.44">24759 16471 80 0,'2'-2'255'0,"1"-1"-8"0,-2-1-16 16,2 0-13-16,-3 4-16 0,2-6-23 0,-2 3-19 16,0 3-20-16,2-1-14 0,-2 1-22 0,0 0-16 15,0 0-9-15,0 0-9 0,0 0-8 0,-22 7-9 16,5 3-3-16,-6 4-10 0,0-2-4 0,-4 8-5 15,3-5-6-15,0 3-1 0,-2 0-4 0,5 1-4 16,0 0 0-16,3 1-3 0,3-3-30 0,2-1 3 16,5-1 4-16,2-1 1 0,1 1 11 0,1-3-2 15,4 0 7-15,1-2 5 0,8-1 11 0,-1 1 10 16,1-4 1-16,9 0 3 0,-3-1 9 0,-1-3 9 16,-1-2 18-16,1 0 10 0,1-4 11 0,-1-1 1 15,4-2 11-15,-5-3 1 0,-1-2-8 16,-3-1-13-16,-1-3-12 0,-4-1-12 0,-3-7-13 15,-2-4-18-15,-3 0-15 0,-6-1-4 0,-1-3-10 16,-6 5-8-16,-1-2-4 0,-1 6-2 0,-1-3-10 16,-1 6-1-16,-6 2-8 0,3 1-14 0,-3 5-9 0,0 2-18 15,7 6-17-15,-1 2-22 0,1 2-30 16,5 3-37-16,2 0-33 0,4 2-27 0,1 0-181 16,8-1-453-16,5 3 200 0</inkml:trace>
  <inkml:trace contextRef="#ctx0" brushRef="#br0" timeOffset="-183089.02">24903 16436 166 0,'2'-5'371'0,"-2"0"-19"0,3 2-35 0,-3 3-30 16,0-4-34-16,0 4-29 0,0 0-32 0,4-4-45 15,-4 4-24-15,0 0-10 0,1 11-13 0,1-4-9 16,0 4-15-16,-1 2-18 0,3 1-14 0,1 3-6 15,-1 0-3-15,5-2-7 0,0 2-10 0,-4-7-9 16,2 2-7-16,-1-1-3 0,4 0-4 0,-2-3-5 16,1-2-8-16,1 1 9 0,-1-1 4 0,1-3-3 15,2 1 4-15,-2-4 1 0,0 0 7 0,0-5 4 16,1 0 6-16,0-2 5 0,4-3 9 16,0 0 6-16,-3 0 3 0,1-3 5 0,0 1 6 15,-3 1 1-15,-1 1 5 0,0 1 5 0,-3 2-5 16,-2 4 1-16,1-2-11 0,-1 1-4 0,0-1-11 15,0 4-26-15,-4 1-6 0,0 0-6 0,9 8 1 16,-8 1-1-16,-2 4-3 0,-1 6 6 0,0 5-6 16,-3 3 3-16,-3 2 0 0,2 4 1 0,-2-3 1 15,-3 4 2-15,-1 2 2 0,-6 5-2 0,4-5 2 16,1-4-1-16,-2 0-2 0,2 0 1 0,-5-4 3 16,4-4 1-16,3-8-4 0,-1-1 0 0,2-5 2 15,2 0 5-15,2-3 12 0,0-4 32 0,-1 1 13 16,0-4 14-16,7 0 10 0,-16-9 14 0,11-1 22 15,-2-6-5-15,0-1 19 0,6-3 5 0,-2-7-1 16,7-3-19-16,4 0-15 0,3-4-15 0,9-8-10 16,4-2-18-16,4 4-8 0,1 4-3 0,-2 7-4 15,-3 5-8-15,4 0-8 0,-2 5-14 0,-3 2-23 16,0 2-39-16,-5 5-29 0,-1 0-45 0,2 2-55 16,-6 4-49-16,0 1-71 0,0-1-78 0,-1 3-265 15,-1-1-691-15,-3-1 307 0</inkml:trace>
  <inkml:trace contextRef="#ctx0" brushRef="#br0" timeOffset="-182686.47">25598 16393 2506 0,'8'-9'235'0,"-4"4"4"0,-2-1-57 0,2 1-40 15,0 0-28-15,0 1-39 0,-4 4-23 0,6-3-19 16,-6 3-9-16,0 0-3 0,0 0-4 15,18 9 0-15,-10-1-9 0,-3 3 3 0,-1-1-5 16,-1 5-3-16,0 2 6 0,-2 0-5 0,-1 0 0 16,-1 2-1-16,-2-4-3 0,-3 2 4 0,2-2-2 15,1-3-1-15,-4-1 3 0,5-1-9 0,-2-1 9 16,0-3 0-16,0-1 2 0,0 2 1 0,2-3 0 16,-1 0 1-16,-1 0 18 0,3-2-10 0,1-2 2 15,-4 6 14-15,4-4 9 0,0-2 15 0,0 0 18 16,-4 4 18-16,4-4 20 0,0 0 10 0,0 0 2 15,0 0 12-15,0 0-3 0,0 0-15 0,0 0-8 16,34-9-16-16,-3 1-11 0,20-1-9 0,6-1-7 16,9 0-15-16,24-4 1 0,-2 2-12 0,5 1-6 15,-38 2 2-15,-1 2 0 0,-4 0-1 0,-15-1 7 16,-1 4-3-16,-6-3 7 0,-8 4 13 16,-6 2 7-16,0-1 0 0,-5 0-7 0,-4 0-9 15,3 2-8-15,-3 0-17 0,-5 0-33 0,9 0-61 16,-9 0-76-16,0 0-38 0,0 0-51 0,-15 10-82 0,-2-3-118 15,-6-1-349-15,5 2-846 0,0-5 374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3:49:38.8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2362 1931 69 0,'0'0'283'0,"0"-7"-5"0,0 7-9 16,-1-7-10-16,1 4-4 0,0 3-6 16,0-6-13-16,0 6-6 0,0 0-7 0,0-7-14 15,0 7-1-15,-3-5-6 0,3 5-14 0,0 0-12 16,0-3-18-16,0 3-15 0,0 0-22 0,0 0-6 15,0 0-2-15,0 0-29 0,0 0-11 0,0 0-34 16,0 0-44-16,0 0-42 0,0 0-12 0,-1 12 5 16,1 0 2-16,-5 6 6 0,9 10 3 0,-8 0 4 15,-1 5 5-15,2-1 2 0,2 15 7 0,1-12 3 16,0 13 2-16,-1-11 0 0,-2-4-2 0,7 1 11 16,-4 0 2-16,0-3 1 0,1-1-1 0,-1-6-1 15,3-2 6-15,1-6-2 0,-4-3 1 0,-3-1 2 16,6-3 0-16,-3-2-1 0,1 1 9 0,-1-3-5 15,0-1 7-15,0 1 14 0,0-5 12 0,4 5 12 16,-4-5 9-16,0 0 2 0,0 5 13 0,0-5-1 16,0 0 2-16,1 6-3 0,-1-6 2 15,0 0-6-15,0 0 4 0,0 0-9 0,0 0-6 0,0 0-1 16,0 0-2-16,0 0-8 0,0 0 1 0,0 0-17 16,0 0-16-16,0 0-12 0,0 0-26 0,0 0-38 15,0 0-75-15,0 0-95 0,0 0-75 0,-1-16-325 16,-3 7-690-16,4-1 306 0</inkml:trace>
  <inkml:trace contextRef="#ctx0" brushRef="#br0" timeOffset="634.16">2761 2070 16 0,'5'-5'354'0,"-5"5"-18"16,0-2-34-16,0 2-38 0,0 0-23 0,0 0-32 16,0 0-39-16,0 0-27 0,0 0-21 0,0 0-8 15,-9 12-15-15,0-3-6 0,-1-1-14 0,-3 3-8 16,-2 4-3-16,1-2-9 0,-4 6-6 0,2 1-4 16,0-5-3-16,6 1-5 0,-3-2-28 0,7 5-5 15,-3-2-9-15,2-3-14 0,2-3-7 0,0 1-2 16,4 0-1-16,-2 2 1 0,6-2 4 15,1-2 4-15,2 0 1 0,2 0 1 0,3 2 6 0,0-3-2 16,4 3 4-16,1-4-2 0,1 1-1 16,-2 1 0-16,2-5-1 0,-6 2-2 0,0 0-16 15,-2-2-16-15,-1 1-1 0,-4-1 1 0,0-1-3 16,-4 1 5-16,0 2 6 0,-3 0 9 0,-3 0 4 0,-7 0-1 16,-2 3 4-16,-3 0 4 0,0-4-1 15,3 2 2-15,-2-3-2 0,2 3 4 0,1-4 6 16,1-2-3-16,4 1 8 0,-1-1-1 0,1-1-1 15,4 1 1-15,-2-3-1 0,7 1-13 0,0 0-19 16,-7-4-39-16,7 4-22 0,11-13-15 0,2 1-5 16,10-2 14-16,4-4-3 0,2 0-5 0,2-1 5 15,10-10 28-15,-13 9 7 0,0-4 30 0,2 3 40 16,-5 1 80-16,-1-2-14 0,-3-4 66 0,-1 4-1 16,-2-3 61-16,-8 8 35 0,3-6 15 0,-3 6 39 15,-2 2 42-15,-3 3 23 0,-1 0 4 0,0 2-4 16,2-2-5-16,-5 4-8 0,-1 0-22 0,3 3-18 15,-3 1-29-15,0 4-17 0,1-9-32 0,3 6-21 16,-4 3-27-16,0-6-23 0,0 6-33 0,0 0-45 16,0 0-51-16,0 0-71 0,0 0-72 0,0 0-65 15,0 0 13-15,0 0 18 0,1 27 14 0,-2-11 17 16,1 9 15-16,-1 1-17 0,1 1 3 0,0-1-11 16,0 3 0-16,1 0 1 0,-1-5-4 0,-4 1-1 15,4-6-5-15,0 1-4 0,-1-1-4 0,-2 0-7 16,-2 1-20-16,3-5-15 0,-6-1-47 0,3-3-280 15,-3-3-571-15,4-6 254 0</inkml:trace>
  <inkml:trace contextRef="#ctx0" brushRef="#br0" timeOffset="964.7">2776 2309 9 0,'-1'4'280'0,"-3"-3"-30"16,4-1-27-16,-4 3-14 0,4-3-20 0,-1 4-17 15,1-4-15-15,0 0-6 0,0 0-1 0,14 1-9 16,4-2 3-16,14-3-11 0,9-1-2 0,16-4-4 16,1-4-6-16,6 5-19 0,1-1-4 0,-9-3-16 15,-1 5-7-15,-15 0-2 0,-6 1-10 0,-5 1-2 16,-2 0-7-16,-7 4-6 0,-4-5-2 0,-3 4-7 15,-7 0-4-15,3 2 0 0,-9 0 5 0,9-3-2 16,-4 1 2-16,-5 2-22 0,7-2-6 0,-7 2-9 16,0 0-16-16,0 0-26 0,0 0-24 15,0 0-35-15,-12 12-34 0,2-7-35 0,-1 1-51 16,2-1-52-16,-1-4-156 0,3 4-460 0,7-5 205 16</inkml:trace>
  <inkml:trace contextRef="#ctx0" brushRef="#br0" timeOffset="1398.37">4103 2184 304 0,'0'0'349'0,"0"0"-24"0,0 0-36 0,0 0-21 16,0 0-30-16,0 0-18 0,0 0-29 0,0 0-21 16,0 0-21-16,0 0-24 0,0 0-14 0,0 0-17 15,0 0-13-15,-43 5-9 0,29 4-6 0,0 3-11 16,-3 2-3-16,1-2-9 0,-3 5-5 16,3-1-4-16,-1 3-7 0,4-5 3 0,-1 1-7 15,4 2-4-15,-3-3-2 0,5 1-12 0,2-2-13 0,2-2-6 16,1 0 4-16,2 0-1 0,2 0 5 0,2-5 2 15,-3 3 4-15,5-6 10 0,3 1 12 16,2 1-8-16,-1-3 4 0,4-2 1 0,1-3 5 0,0-2 0 16,2 1 2-16,1-5 21 0,1 1-6 15,-4-3 2-15,-1 3 0 0,-3-8-1 0,0 0-10 16,3 3 4-16,-4-4-4 0,-4-1-9 0,-1 0-9 16,1 3-20-16,-5-3-1 0,1 1-12 0,-1 5 6 15,-1 1-19-15,-4-1-15 0,1 2-17 0,-1 0-19 16,1 0-25-16,-1 2-27 0,2 2-36 0,0 1-50 15,-4-1-43-15,3 1-183 0,2 0-485 0,2 0 214 16</inkml:trace>
  <inkml:trace contextRef="#ctx0" brushRef="#br0" timeOffset="2149.19">4319 2164 305 0,'0'0'297'0,"0"0"-27"16,0 0-32-16,0 0-25 0,6 5-29 16,-6-5-19-16,5 5-18 0,-1-3-10 0,0 2-18 0,-3 0-4 15,4 6-16-15,-1 1-13 0,0 1-8 0,-2 1-6 16,5 1-4-16,-6-2-11 0,2 5-2 0,-2-2-10 16,-1-1 1-16,-1-2-3 0,1-1-5 0,-3-2-4 15,2 1-6-15,-2-3-7 0,3-2-2 16,0-1 3-16,0-4 0 0,0 9 21 0,0-9 34 15,-1 4 37-15,1-4 37 0,0 0 29 0,0 0-31 16,0 0-29-16,0 0-24 0,5-22-25 0,-1 12-18 16,4-5-30-16,2 1-22 0,6-10-27 0,2 6-17 15,3 1-6-15,2 0-5 0,1 1-12 0,4 4-13 16,3 0-10-16,-2 2-4 0,3 1-6 0,0 3 0 16,-1-1-1-16,-1 3-1 0,1-1 0 0,0 3 3 15,-5 0 2-15,0 1 9 0,-4-1 5 0,-3 0 13 16,-2 2 3-16,-3-1 10 0,-3-1 13 0,-1 1 34 15,-2 2 41-15,-8-1 36 0,9-3 22 0,-5 1 12 16,-4 2-2-16,0 0-10 0,5-3-11 0,-5 3-9 16,0-7-7-16,0 7-10 0,0 0 6 0,-13-8-14 15,4 8-7-15,-3-4-4 0,2 1-4 0,0-1-5 16,-4 4-4-16,0 0-5 0,-4 3 1 0,5-2-6 16,-3 2-1-16,0 0-3 0,5-1-5 0,-7 5-4 15,8 0-8-15,-3-4 2 0,4 7-2 0,-1 0-2 16,1-1-7-16,0 4 0 0,3-2-13 0,-2-1-5 15,6-1-2-15,-1 3 3 0,2-2-6 0,3 0 10 16,2 0 4-16,4 2 3 0,-1-6 5 0,5 0 4 16,-2 1 7-16,0-3 3 0,3-3 6 0,5-1 7 15,-4 0 11-15,0-3 9 0,4-6 9 16,1 3 17-16,-1-7 11 0,1-5 22 0,2-1 10 0,-8 4-3 16,4-6-1-16,0-5-3 0,-3-1-6 0,-1-1-5 15,-2-1 1-15,-2-1 0 0,-5 0 9 0,4 1 14 16,-2 0 11-16,-2 4 15 0,-3 7 18 15,2 1 14-15,-2 5 5 0,-1-1-6 0,4 4-10 0,-4-1-22 16,1 5-10-16,0-1-21 0,-2 3-30 16,1-1-40-16,0 4-51 0,0 0-66 0,0 0-50 15,0 0-8-15,0 0 14 0,-1 17 14 0,-3-1 21 0,3 1 0 16,-2 7 15-16,-2 3 12 0,4 1 17 0,-3 1-5 16,4 0-8-16,0-2-13 0,4 2-11 15,-9-4-22-15,6 1-14 0,4-2-18 0,-1 0-25 16,0-4-21-16,-3-6-24 0,5-4-35 0,1 1-33 15,-1-3-197-15,2-5-521 0,-2-3 231 0</inkml:trace>
  <inkml:trace contextRef="#ctx0" brushRef="#br0" timeOffset="2432.91">5112 2170 264 0,'0'0'261'15,"-5"-3"-14"-15,5 3-14 0,0 0-6 0,0 0-15 16,0 0-23-16,0 0-19 0,0 0-8 0,0 0-19 15,0 0-6-15,10-4-15 0,-10 4-9 0,16-5-11 16,-3 2-10-16,0 1-6 0,-1-1-3 0,2-1 8 16,0-4 1-16,-1 1 2 0,-3 0-3 0,8-1-4 15,-8-1 2-15,0 3 8 0,4-6 9 0,-5 5 7 16,-1 2 19-16,-3 0 8 0,1 0 7 0,-2 1 5 16,0-1-18-16,-3 2-13 0,2 0-12 0,-3 3-16 15,1-4-16-15,-1 4-19 0,0 0-10 16,-11-4-13-16,11 4-13 0,-22 4-19 0,12 0-3 0,-4 1-13 15,0 2-14-15,1-1-28 0,-1 5-40 0,-1 0-20 16,3 1-34-16,-1 4-19 0,3-3-25 0,-1 4-21 16,4-3-14-16,2 3-36 0,1-4-39 15,4-4-222-15,4-2-569 0,1-2 251 0</inkml:trace>
  <inkml:trace contextRef="#ctx0" brushRef="#br0" timeOffset="2679.13">5433 2057 181 0,'4'-2'326'0,"-3"-1"-36"0,-1 3-29 0,6-4-36 16,-6 4-25-16,0 0-26 0,10 5-15 0,-7 0-12 15,1 0-20-15,1 4-7 0,-1 0-16 0,-1 2-7 16,0 6-8-16,1 0-10 0,-3-5-4 0,1 5-6 16,-1 2-5-16,-1-4-6 0,-1-2-8 0,1-2-1 15,0-1-3-15,0-3-4 0,0-1 0 0,1-3 24 16,-1-3 26-16,0 0 37 0,0 7 48 0,0-7 21 15,0 0-20-15,0 0-29 0,19-19-40 0,-4 5-38 16,5-5-51-16,1 0-62 0,6-1-72 0,0 0-80 16,13-12-91-16,-14 10-320 0,5-1-656 15,9-5 291-15</inkml:trace>
  <inkml:trace contextRef="#ctx0" brushRef="#br0" timeOffset="4346.6">6644 1820 168 0,'-2'-8'394'0,"0"0"-12"0,2 3-10 16,0-2-3-16,-1 4-30 0,1-1-30 15,0 4-31-15,0-7-29 0,-3 4-30 0,3 3-24 0,0 0-32 16,0 0-44-16,0 0-52 0,0 0-27 0,0 0-10 16,0 0-4-16,0 21-3 0,-1-5-4 0,1 3-2 15,-5 5 3-15,5 2-5 0,-2 0 4 16,-1-1-10-16,-2 5 9 0,2-4-28 0,1-2-23 15,2-1-8-15,-3-6-23 0,1 0-14 0,0 0-14 16,1-4-11-16,1-8-18 0,-1 6-11 0,-1-6 1 16,2 1 15-16,-1-1 16 0,1-5-58 0,0 0-42 0,0 0-24 15,-11-16 6-15,8 5 17 0,1-1 19 16,-5-6 22-16,2-8-90 0,-2-1 217 0,1-2-169 16,-1-4-220-16,-1-13 98 0,-3 0 848 0,3 12-561 15,-1-2 57-15,0 2 48 0,4 5 26 0,-4-3 33 16,0 9 18-16,4 5 5 0,-3 6 21 0,3-1 10 15,1 5-1-15,3 0-10 0,-3 2-21 0,3 0-18 16,-2 3-21-16,2-1-15 0,1 4-8 0,0 0-6 16,0 0-12-16,27 11-8 0,-12-1-5 0,12 3-10 15,1 4 0-15,4 1-8 0,8 12-4 0,-9-9-6 16,8 10-3-16,-12-9-10 0,-1 0-8 0,-4 2-6 16,-2-2-9-16,-5-2-3 0,-5-5-6 0,-2 1-3 15,-6-4-5-15,1 0 2 0,-6-2 6 0,-3 2 6 16,-5 1 2-16,-5-1 7 0,-8 0 1 0,-3-1-7 15,-1-2 9-15,-7 0-3 0,2-1 3 0,-5-4-1 16,1 0 0-16,1 1 3 0,-1-4-9 0,5 2 7 16,1-3 1-16,11 0 2 0,3 1 10 0,5-1-9 15,1 0-1-15,4 0-4 0,0-1-1 0,6-3-33 16,1 4-37-16,17-7-8 0,6 2 1 0,8-2-17 16,18-2-22-16,6-1-32 0,3 1-6 0,2 0-3 15,1 2-2-15,2-4 3 0,-3 0 7 0,-2 1-7 16,-4 1 19-16,0 0 15 0,-19 1 34 0,0 1 34 15,-3-3 62-15,-8 2 30 0,-7 0 61 0,-2 3 56 16,-7 0 34-16,0-2 31 0,-1-2 16 0,-3 4 12 16,2-1 9-16,-3 1 8 0,1 1 1 0,-2-1-13 15,0 3-11-15,-1-4-19 0,-1 6-19 0,0-5-21 16,0 5-19-16,0-5-26 0,0 5-19 0,0 0-22 16,3-2-43-16,-3 2-38 0,0 0-25 15,0 0-8-15,0 0 5 0,-3 16-4 0,0-5 7 16,1-1-1-16,-2 4 8 0,-2 3-5 0,2 0 5 0,-4 0-22 15,3 0-6-15,1 2-11 0,-1-2-5 0,1 0-11 16,-1 0-2-16,1-6-4 0,-2 1-1 16,2-3 0-16,-1 0 2 0,2-4 0 0,2 1 17 15,-3-4 3-15,4-2 11 0,-4 8 24 0,4-8 6 16,-6 0-3-16,6 0 0 0,0 0 0 0,-11-13-2 16,5 5 2-16,1-4-7 0,0-5-13 0,-4-2-9 15,2-7 1-15,-2 0-1 0,0-3 3 0,4-1 8 0,1 3 6 16,0-1 16-16,0 10 18 0,0-1 25 15,2 2 15-15,-1 5 4 0,3 1 20 0,-1 5-4 16,-2-2-16-16,1 1 5 0,2 2-19 0,0 5-16 0,0-6-18 16,0 3-14-16,0 3 0 0,0 0 0 15,12 7 4-15,-5 0-5 0,5 3-3 0,3 0 2 16,0 3-2-16,8 4-1 0,0 3 4 0,0 2-4 16,1-2-4-16,1 1-5 0,-4 1-5 0,0 0-5 15,-5-4-9-15,-2-1-5 0,-5-2-7 0,-1 1-4 16,-4-5-6-16,2 3-1 0,-6-3 4 0,-3 1 5 15,-3 0 4-15,-4 0 9 0,-5 0 1 0,-2-2 7 16,-8 3 2-16,-3-1 7 0,-2-4-4 0,-3 4 8 16,1-7-3-16,-1 1 6 0,1 0 0 0,0-4 5 15,2 1-2-15,10-2 4 0,7 1-3 0,2-2 6 16,-1 2 2-16,7-1 14 0,5-1-4 0,-13-1-12 16,13 1-43-16,5-8-27 0,4 4-16 0,13-6-4 15,9 1-19-15,3-2-22 0,15-7-19 0,-1 1-8 16,5 0-10-16,-5 0 6 0,2-2 8 0,1 2 6 15,-6-3 19-15,-9 4 12 0,10-5 4 0,-14 5 39 16,-4-2 28-16,-1 3 44 0,-3 0 50 0,-10 2 50 16,0 3 45-16,-4-4 28 0,-2 5 32 0,-3-2 32 15,-1 3 3-15,1-2 20 0,0 2 8 0,-2 1-2 16,-1 1-12-16,1 2-17 0,-2 0-25 0,-1 1-23 16,0 3-26-16,4-2-18 0,-4 2-20 0,4-3-22 15,-4 3-42-15,0 0-40 0,0 0-31 0,0 0-29 16,0 0 3-16,0 0 5 0,1 17-2 0,-4-5 12 15,2 0 2-15,-4 3 0 0,2 2 3 0,1 2 1 16,-2 5 3-16,-1-4-1 0,0-1 4 16,0 1 0-16,0-1-7 0,1-4-3 0,1 1-11 0,2-5 4 15,-3 0 1-15,3-4 11 0,-3-1 1 0,4-1 6 16,-4-1 7-16,4-4 48 0,-1 8 36 0,1-8 44 16,-3 2 36-16,3-2 5 0,0 0-15 0,0 0-13 15,-5-15-13-15,4 8-9 0,1-6 1 16,0-3-8-16,0-3-3 0,0-6-14 0,0-5-8 15,1-1-9-15,3-2-9 0,0-1-6 0,1-1-10 16,4 4-4-16,-5 2-5 0,1 4-4 0,-1 7-4 16,0 2-6-16,0 3-6 0,-2 3-19 0,3 0-26 15,-1 1-43-15,1 3-62 0,3 2-46 0,2 0-31 0,3 6-39 16,1-2-39-16,2 7-34 0,2 3-68 0,5 4-63 16,-5-2-248-16,-4-1-756 0,4 3 335 0</inkml:trace>
  <inkml:trace contextRef="#ctx0" brushRef="#br0" timeOffset="4495.22">7605 2120 159 0,'-5'1'348'0,"0"1"-6"0,5-2-23 16,0 0-36-16,0 0-60 0,0 0-54 0,0 0-41 15,22-7-53-15,-6 0-64 0,3-1-100 0,8-2-239 16,1-4-356-16,-3 0 158 0</inkml:trace>
  <inkml:trace contextRef="#ctx0" brushRef="#br0" timeOffset="4662.22">7480 1914 255 0,'-4'3'249'16,"4"-3"-30"-16,0 0-15 0,0 0-23 0,18 2-17 15,4-2-18-15,8-1-37 0,6-2-57 0,2 2-69 16,1-3-80-16,2 0-148 0,-2-1-264 0,15-3 117 16</inkml:trace>
  <inkml:trace contextRef="#ctx0" brushRef="#br0" timeOffset="4962.25">8132 1821 117 0,'-6'2'234'0,"1"1"-20"0,-3-3-25 16,1 4-14-16,1-1-22 0,-3 2-13 15,-1-1-10-15,-2 1-16 0,4 0-10 0,-2 2-11 16,1 1-9-16,4-1-10 0,-1 0-6 0,-2 0-9 16,3 1-6-16,1-1 1 0,3 4-5 0,-2-3-6 15,3 1-1-15,4 2-6 0,-1 1 3 0,3-2-7 16,3 5 0-16,0-2-6 0,0 0 2 0,3 1-7 15,1-2-2-15,0 1 0 0,-3 1 4 0,-2-3-8 16,0-3-2-16,-4 1 8 0,3-3 7 0,-4 3 3 16,-2-4 2-16,-2 2 7 0,-3 0-3 0,-5-1-3 15,-3 3-1-15,-4-4-1 0,-5 3-13 0,-9-1-38 16,-5-3-90-16,-3-1-108 0,-2-3-193 0,-11-3-443 16,12 1 197-16</inkml:trace>
  <inkml:trace contextRef="#ctx0" brushRef="#br0" timeOffset="6209.52">1790 2830 35 0,'0'0'149'0,"0"0"-12"0,0 0-14 16,0 0-16-16,0 0-6 0,0 0-12 15,7 0-4-15,-7 0-10 0,11 0 0 0,-6 0-11 0,5 0-7 16,-2 0-7-16,3 0-2 0,2 0-1 0,0 0-10 16,6 1-3-16,0-1-3 0,12 1 9 0,-3 1-11 15,4 0 3-15,1 1-7 0,3-3 2 16,2 3-1-16,3-3-11 0,13 0 9 0,2 0-2 16,4 0 4-16,-4 2-7 0,3-4-4 0,1 2 1 15,1 0-1-15,7-3 0 0,-7 3-5 0,3-2 4 16,3 1-3-16,-3 1-6 0,-1-2 2 0,-4-1-2 15,8 3 3-15,-3-1-1 0,-2 1 2 0,5-3-2 16,-2-1 2-16,2 3-1 0,0 0-4 0,-3 1 1 16,29-6-2-16,-30 5 12 0,-3 2 6 0,1-2-2 15,-1-3-1-15,-1 2 7 0,2 2 0 0,-2-3-3 16,-5 2-1-16,1 1-6 0,-1-3 7 0,-1 0-3 16,1 1 9-16,1 2-5 0,-3-3-5 0,3 2 3 15,0 1 0-15,0-3-2 0,-1 1 1 0,-2-1-4 16,3 3 2-16,-4-2 0 0,3 0-2 0,-2-1 5 15,3 2 0-15,0 1-4 0,1 0-1 16,-1-4 4-16,0 2-1 0,3 1 4 0,1-2-2 16,-5 1 4-16,4-2 1 0,-6 2 0 0,-1 1 1 0,1-1-6 15,1-1 2-15,-3-2 6 0,2 0-1 0,1 1-1 16,-1 3 4-16,1-5-3 0,-1 2-2 0,5-2 7 16,1 3-4-16,2-1 2 0,1 0 0 0,2-1 5 15,1-1 0-15,0 1-4 0,-2 0 3 0,5 0-3 16,-1 1 7-16,26-3 1 0,-29 2-4 0,1 2-3 15,25-2-4-15,-25 5-3 0,-3-2 1 16,1 0-5-16,-1-3-2 0,2 2 1 0,-1 1-4 16,-2-2-2-16,3 1 1 0,0 0-2 0,-2 1-3 15,-1-1-4-15,4 3 3 0,0-4-2 0,-3 3-2 0,3-1 1 16,-6-2-3-16,-2 4 2 0,0-1 3 16,-4-1-4-16,-13-2 1 0,-1 0 6 0,-3 2 7 0,2-2 0 15,-7 2 18-15,1-1 8 0,-3 0 12 16,-7 0 16-16,-2-1-6 0,-3 4 0 0,-3-3 9 15,-3 1 18-15,-2 2-10 0,1-2 4 0,-9 2 6 16,9-1 0-16,-9 1 0 0,10-2-5 0,-10 2-7 16,6-2-9-16,-6 2-10 0,0 0-6 0,0 0-23 15,0 0-30-15,0 0-40 0,11 0-47 0,-11 0-46 16,2-2-60-16,-2 2-70 0,0 0-78 0,0 0-303 16,0 0-692-16,0 0 306 0</inkml:trace>
  <inkml:trace contextRef="#ctx0" brushRef="#br0" timeOffset="9112.19">6528 3492 97 0,'0'-5'251'0,"-4"0"-4"0,4-1-7 0,-1 1-5 16,-3-2-11-16,4 2-13 0,-1 0-10 0,-2-1-3 15,3 6-10-15,0-6-21 0,0 6-14 0,-1-4-20 16,1 4-13-16,0-4-12 0,0 4-20 15,-4-2-27-15,4 2-32 0,0 0-21 0,0 0-8 16,-5 16 4-16,1 2-3 0,-5 10-1 0,1 17-2 0,-4 5 2 16,-1 5 2-16,-9 35 4 0,3-7 0 0,-1 1 1 15,8-28-1-15,2 3 1 0,-3-1 1 16,2-3 0-16,2-6 1 0,3-13-1 0,1-2-2 16,-1-2 2-16,0-1 6 0,1-4-8 0,-2-9 1 15,5 2 0-15,-6-5 2 0,4-4 6 0,3-2 16 16,-3-2 22-16,3-1 27 0,-3-1 24 0,0-2 8 0,0-3-12 15,-6 0-5-15,1-2-8 0,-4-1-9 16,1 0-13-16,-4-3 4 0,2 0 8 0,3 0 6 0,-5 0-4 16,6-2-2-16,-2 1-14 0,2 0-5 15,0 0-9-15,4-1 0 0,-2 4-6 0,2-1 4 16,1 1-12-16,1 0-28 0,0 0-28 0,0 0-56 16,3 0-44-16,-2 2-48 0,3-2-53 0,0 4-59 15,4-11-70-15,1 7-216 0,3-5-614 0,1 1 272 16</inkml:trace>
  <inkml:trace contextRef="#ctx0" brushRef="#br0" timeOffset="9456.51">6018 4039 221 0,'-9'3'218'16,"4"-3"-20"-16,-1 0-19 0,-1 3-18 0,7-3-18 16,-9 0-13-16,9 0-8 0,-7 1-14 0,7-1-9 15,-2 4-3-15,2-4-3 0,11 4-5 0,1-2-7 16,10-1-4-16,10-2-8 0,8-3-6 0,15 1-5 16,3-4 0-16,5-1 3 0,3 2 3 0,-6 0-7 15,-2-3-9-15,-7 8 2 0,-11-4-6 0,-3 1-4 16,-7 1-3-16,-2 2-6 0,-9-2-3 0,-6 3-1 15,-1-1-3-15,-6 1-1 0,2 0-1 0,-3-3 1 16,-5 3 5-16,9 0-6 0,-9 0 1 0,0 0-5 16,0 0-9-16,0 0-8 0,0 0-12 0,0 0-18 15,-27 3-21-15,21-3-21 0,-2 0-32 0,8 0-41 16,-14 0-46-16,9 0-201 0,5 0-423 0,-9-8 186 16</inkml:trace>
  <inkml:trace contextRef="#ctx0" brushRef="#br0" timeOffset="9729.19">7356 3575 262 0,'0'0'264'0,"0"-4"-25"0,0 4-30 0,0 0-21 0,-13 9-17 15,-1 0-20-15,-4 8-19 0,-5 9-2 0,-7 12-24 16,0 5-9-16,3 0-14 0,1 3-6 0,1 1-10 16,5 4-4-16,2-6-5 0,5 5-1 0,5-3 3 15,7-13-2-15,1 0-2 0,3 2-1 16,4-2-3-16,6-2-6 0,5-1-13 0,5-4-13 0,1-4-22 16,7-3-36-16,-1-3-56 0,8-8-91 0,-4-1-218 15,3-4-436-15,-1-4 193 0</inkml:trace>
  <inkml:trace contextRef="#ctx0" brushRef="#br0" timeOffset="10212.12">7661 3824 76 0,'3'-4'332'0,"1"-2"-39"0,0-1-26 16,1 5-23-16,1-5-25 0,3 0-22 0,2 1-24 0,1 3-16 16,2 1-18-16,0 3-13 0,4 1-9 0,0 3-11 15,-3 3-13-15,-2 1-13 0,0 2-7 0,-3 2 1 16,-1 3-16-16,0-1-9 0,-5 3-3 0,-3 0-7 16,-1 0-5-16,-4 3-2 0,-6 3-2 15,1-1-6-15,-1-1-2 0,-4 2 6 0,2-7-8 16,-2-5-1-16,1 2 3 0,3-4-2 0,0-2-4 0,1-1 4 15,3-1 0-15,-1-1 17 0,4-1 20 16,-1-2 33-16,1 1 39 0,3-3 35 0,0 0 2 16,0 0-30-16,0 0-23 0,9-21-10 0,2 9-12 15,11-7-9-15,-4 1-13 0,8-3-4 0,-2 3-9 16,1-2 0-16,0 0-11 0,-2 3-14 0,0 2-6 16,-8 4-5-16,3-1 0 0,-8 4-4 0,0 0-1 0,-4 4-3 15,0 0 4-15,-1-1-2 0,4 2-12 0,-5-2-7 16,-3 1-23-16,3 3-28 0,-4 1-1 15,0 0 7-15,1 10 4 0,-1-2 3 0,-1 1 5 16,-4 6 3-16,1 0 3 0,-4 3 6 0,6 0 1 16,-2 0 7-16,-2 6 0 0,3-4-16 0,-1 0-26 15,4-3-21-15,0 0-22 0,0 0-27 0,0-4-29 16,0-1-40-16,4-3-62 0,-1 1-305 0,3-5-612 16,-1-1 271-16</inkml:trace>
  <inkml:trace contextRef="#ctx0" brushRef="#br0" timeOffset="10441.44">8367 4051 2820 0,'0'0'368'0,"0"0"-174"0,0 0-55 16,0 0-20-16,0 0-15 0,0 0-19 0,5-6-14 15,-5 6-19-15,0 0-16 0,0 0-7 0,0 0-11 16,0 0 0-16,0 0-20 0,0 0 2 0,-2 7 6 15,1 0-7-15,-6 2-1 0,4 0-1 0,-5 2-11 16,2 0-15-16,-3 2-18 0,0 2-26 0,0-2-26 16,0 1-22-16,-2-2-30 0,2 2-22 0,1-5-39 15,2 1-41-15,-4-4-228 0,3 0-519 0,2-4 230 16</inkml:trace>
  <inkml:trace contextRef="#ctx0" brushRef="#br0" timeOffset="11013.34">8460 3800 213 0,'1'-6'417'0,"-1"0"-24"0,0 6-36 16,3-8-37-16,-3 8-31 0,0-5-33 0,0 5-29 16,0 0-30-16,1-7-28 0,-1 7-36 0,0 0-13 15,0 0-15-15,0 0-7 0,4 15-13 0,-1-7-16 16,-1 1-15-16,1 2-19 0,1 0-10 0,3 4-24 15,-3-3-13-15,1 5-6 0,2-5-8 0,-1-5-10 16,0 3-6-16,-1-4-6 0,2 2 0 0,-1 0-7 16,-2-4 6-16,2 0 6 0,1-3 5 0,-1 0 6 15,-6-1 2-15,14-6 4 0,-5 2 11 16,0-4 11-16,0-1 12 0,1-6 11 0,-1 0 7 0,0 0 9 16,0-3 13-16,0 1 4 0,0 2 5 0,-4 1 6 15,3 3 0-15,-2-1 6 0,-2 3 4 0,-3 2 3 16,3 1-1-16,-1-1-7 0,1 2-6 0,-2 3-15 15,-2 0-9-15,0 2-44 0,0 0 0 0,0 0 4 16,0 0-5-16,9 15-2 0,-7 2 1 16,0 2-1-16,-1 9 4 0,-1 0-6 0,0 5 3 0,0 3 2 15,-4 11 2-15,-2-1 0 0,2 2 4 0,2-1 2 16,-5-2-4-16,3-12 5 0,-1 2 8 0,-4-3-9 16,3-1 5-16,-1-5-2 0,1-1-2 15,-3-7-2-15,4-6 3 0,1-1-1 0,0-2 2 16,-1-2 13-16,0-2-2 0,-2-4 2 0,-4-1-2 15,0-4 3-15,-1-2 1 0,2-2 22 0,-3-4 10 0,2-1 18 16,3-3 12-16,3-2-4 0,-2-9-2 0,4-1-8 16,5-6-11-16,1 3-6 0,4 0-3 0,0-1-5 15,3 3-3-15,3 2-11 0,0 4 1 16,3-2-6-16,-5 9-9 0,1 1 1 0,1 3-1 16,-3-1-5-16,0 6-2 0,-1 0 5 0,2 0-9 15,-1 2-3-15,-4 2-23 0,2-1-47 0,0 3-38 0,0 2-31 16,-1 2-34-16,-2 1-40 0,0-1-53 0,0 2-55 15,-2-1-273-15,-3 2-641 0,5-1 284 0</inkml:trace>
  <inkml:trace contextRef="#ctx0" brushRef="#br0" timeOffset="11235.48">9077 4057 312 0,'0'0'365'0,"3"5"-38"0,-3-5-37 16,0 4-35-16,0-4-25 0,0 0-28 0,-3 7-27 15,-1-3-10-15,0 3-15 0,2 2-18 0,-6 1-12 0,2-2-2 16,2 4-42-16,-4-1-36 0,2 0-35 16,-3 3-42-16,3-3-34 0,-1-1-43 0,1-1-44 15,-2 2-56-15,3-7-181 0,3 1-428 0,-2-3 190 16</inkml:trace>
  <inkml:trace contextRef="#ctx0" brushRef="#br0" timeOffset="11579.2">9231 3727 2717 0,'2'-5'161'15,"-2"-4"-49"-15,0 5 20 0,1-2-2 0,1-1-18 16,-1 6-21-16,-1-3-24 0,1 0-9 0,-1 4-18 15,2-5-3-15,-2 5-9 0,0 0-10 0,7-1 2 16,-7 1-4-16,9 7 4 0,1 0-5 0,0-1 4 16,3 6-6-16,4 2 7 0,2 8-12 0,-2-3 5 15,-1 5 3-15,1-3-11 0,-3 0-1 0,-3 4-5 16,-3-1-4-16,-1-6 2 0,-5 8-3 0,-2-1-3 16,-4 1 1-16,-2-1-2 0,-7 0 1 0,-1-2 0 15,0 0 1-15,-4-3 2 0,5-7-1 0,-1 1 4 16,3-3-1-16,2-2 13 0,0-1-8 0,0-3-3 15,1 3 4-15,2-4-4 0,2 0 8 0,0 0 2 16,2 0 18-16,-1-4 12 0,3 0 7 0,0 0-5 16,0 0 0-16,13 2-6 0,6-7-5 0,9 0-32 15,4-2-34-15,4 2-37 0,-2-3-41 0,7-1-58 16,8-3-85-16,-16 3-309 0,4-4-614 0,-6 0 273 16</inkml:trace>
  <inkml:trace contextRef="#ctx0" brushRef="#br0" timeOffset="12051.91">9275 3967 45 0,'-6'3'263'0,"2"-3"-6"0,-1 1-22 0,5-1-11 15,-8 2-9-15,6-1-9 0,2-1-4 0,0 0-10 16,-8 1-14-16,8-1-16 0,0 0-13 16,0 0-11-16,0 0-10 0,0 0-14 0,-5 2-10 0,5-2-14 15,-1 2-5-15,1-2-9 0,0 0-9 0,0 0-5 16,0 0 2-16,0 0-9 0,0 0-3 0,0 0-4 16,0 0-2-16,0 0-5 0,0 0-8 0,0 0 0 15,0 0-3-15,0 0-6 0,0 0-5 16,0 0 3-16,0 0-7 0,0 0 4 0,0 0-1 15,0 0-7-15,0 0 2 0,0 0 16 0,0 0 5 0,0 0 5 16,0 0-2-16,0 0-6 0,23-5 3 0,-3 2-9 16,-1-1-3-16,15 0-4 0,4 1 11 15,12-1 14-15,2 0 11 0,3-2 9 0,-4 3-3 16,-13 2-3-16,0-3 0 0,-4 1-7 0,-2 1-2 16,-4-3-3-16,-9 4 2 0,-6 1 1 0,-4-1-1 0,2 0 5 15,-3 0 2-15,-1-2 5 0,-4 3-4 0,4-3-3 16,-7 3-4-16,6 0-7 0,-6 0-18 15,0 0-14-15,7 0-13 0,-7 0-34 0,0 0-35 16,0 0-26-16,0 0-48 0,-25 3-34 0,18 0-38 0,-2-2-56 16,-1 0-62-16,-1 0-275 0,2 0-663 15,3 1 293-15</inkml:trace>
  <inkml:trace contextRef="#ctx0" brushRef="#br0" timeOffset="12638.14">9877 4189 112 0,'0'0'334'0,"0"0"-8"0,0 0-16 15,0 0-21-15,0 0-28 0,0 0-27 0,0 0-20 16,0 0-25-16,0 0-20 0,0 0-25 0,0 0-11 16,0 0-33-16,0 0-10 0,2 7-14 0,-5-2-7 15,0 3-12-15,-2 1-24 0,-3 0-27 0,-1 3-37 16,-3 2-58-16,-1-1-61 0,-4 0-99 0,-8 0-190 15,7-5-473-15,-1-1 210 0</inkml:trace>
  <inkml:trace contextRef="#ctx0" brushRef="#br0" timeOffset="16610.12">10539 3776 112 0,'0'-3'211'0,"1"-2"-11"0,-1 1-7 0,2-1-6 15,-2 5-16-15,0-8-5 0,0 4-7 0,1 0-6 16,-1 0-5-16,0 4-9 0,0 0-13 0,0-5-11 16,0 5-7-16,0 0-3 0,-3-4-26 0,3 4-18 15,0 0-5-15,0 0-9 0,-11 12-5 0,2-3-5 16,-5 3 0-16,0 3-3 0,-5 3-7 0,-3 3-3 15,4 0-1-15,0 3-4 0,-1-3-4 0,6 2 0 16,-1-2 1-16,4-4-4 0,2 0 1 0,0 1 0 16,5-2 4-16,-4 2 1 0,6-3-2 0,1-4 4 15,0 0-7-15,0-4 6 0,3 2 5 0,4-2 5 16,-3-3-2-16,2 0 7 0,4-2 5 0,2-4 8 16,2-2 12-16,0-2 4 0,-1-3 4 0,4-2 2 15,-4-5 5-15,-1 1-4 0,5-6-11 0,-8 4 2 16,2-10-4-16,-4 0-8 0,-3-2-3 0,-3-4-6 15,-2 4-4-15,-3-3-6 0,-3 1-4 0,-4 3 4 16,-3-2-17-16,-4 6-5 0,0-1-2 0,-5 3 2 16,0 2-5-16,-5 4-3 0,1 3-1 0,-1 1-1 15,4 3 2-15,-3 5 3 0,8-1-20 0,1 5-29 16,0 1-36-16,0 3-30 0,5 0-23 0,3 3-23 16,-1 0-22-16,5 5-32 0,3 0-38 0,1 1-225 15,6-1-514-15,5 2 227 0</inkml:trace>
  <inkml:trace contextRef="#ctx0" brushRef="#br0" timeOffset="16962.43">10793 3602 233 0,'4'-2'295'0,"-4"2"-21"16,0 0-40-16,0 0-18 0,0 0-30 0,4-3-21 16,-4 3-14-16,0 0-19 0,10 7-14 0,-2-2-13 15,3 1-11-15,0 3-5 0,3 1-5 0,-3 2-11 16,2 3-2-16,1 1-7 0,-4-2-6 0,-2 3-9 16,2 0-4-16,-5 0 0 0,0 1-7 0,-2 0-2 15,2 6-5-15,-5-3-2 0,-1-3-1 0,-2 3-2 16,-2-3-6-16,-3-2 3 0,1 0-3 0,-3-2 1 15,3-2-3-15,-1-2-5 0,2-1 0 16,-2-2 2-16,2 2-2 0,2-4-5 0,-1-1 2 0,4 1 0 16,-2-3 2-16,-3 1-5 0,6 0-1 0,0-3 0 15,0 0-9-15,0 0-28 0,0 0-48 0,0 0-43 16,24-8-60-16,-6-4-63 0,0 1-176 0,8-1-455 16,-5-5 202-16</inkml:trace>
  <inkml:trace contextRef="#ctx0" brushRef="#br0" timeOffset="17395.9">10676 3853 178 0,'-8'1'277'16,"8"-1"-16"-16,-9-1-13 0,9 1-16 0,0 0-15 15,-9 0-21-15,9 0-9 0,0 0-27 0,0 0-17 16,0 0-15-16,0 0-13 0,0 0-8 0,23 1-17 16,-13-2-5-16,1 1-9 0,-3 0-6 0,-1 0-11 15,-1 1 0-15,-6-1-8 0,9 0-9 16,-3 1-6-16,-6-1 0 0,8-2-9 0,-8 2-3 0,7 2-5 16,-7-2-6-16,0 0 0 0,6 0-5 0,-6 0-2 15,0 0 1-15,0 0-1 0,0 0 1 16,4 3-1-16,-4-3-2 0,0 0 4 0,0 0-5 0,0 0 8 15,0 0-5-15,0 0-2 0,0 0 5 16,10 0 1-16,-10 0 0 0,9-3-3 0,0 3-3 0,6-2 0 16,6-2 1-16,11 0-2 0,2-3 1 0,2 1 1 15,18 1-3-15,-2 2 0 0,3-1 1 0,4-4-2 16,-3 3-1-16,-5 4 2 0,-14 1-1 16,-2-1 2-16,-6-4 8 0,-2 5-14 0,-9 0 3 15,-5 0-3-15,-2-1-19 0,-3 2-15 0,-1-2-21 16,-7 1-23-16,9 0-13 0,-9 0-17 0,0 0-23 0,0 0-46 15,0 0-39-15,-32 8-177 0,17-6-427 0,-1-1 190 16</inkml:trace>
  <inkml:trace contextRef="#ctx0" brushRef="#br0" timeOffset="18112.27">10139 4306 58 0,'-9'1'195'0,"2"-1"-7"16,0 0-11-16,2 1-10 0,5-1-8 0,-6 1-11 15,6-1-6-15,0 0-9 0,-9 2-12 0,9-2-5 16,0 0-9-16,0 0 1 0,0 0-14 0,-9-2 7 16,9 2-11-16,0 0-1 0,0 0-4 0,0 0 6 0,0 0-11 15,0 0-4-15,0 0-8 0,0 0-4 16,0 0-7-16,0 0-11 0,0 0 1 0,-7 2-6 15,7-2-6-15,0 0 0 0,0 0-5 0,0 0 1 16,0 0-5-16,0 0-2 0,0 0-1 0,0 0-4 16,0 0 1-16,0 0-1 0,0 0-4 0,0 0-1 0,0 0-1 15,0 0 13-15,0 0 5 0,0 0 0 0,0 0-3 16,0 0 0-16,0 0-3 0,36-7-7 16,-13 4 0-16,9 1 4 0,8-1-6 0,19-3-2 15,6 1-2-15,34-3-1 0,0-1-1 0,-1 2 0 16,4 1-4-16,-1-1 3 0,0 2 6 0,-4 0 3 15,-2 2-1-15,-31 1-3 0,1 0 0 0,-6-2-3 16,-4 3-2-16,-20 0-5 0,1 0 7 0,-9 0 1 16,-9-1 0-16,-3 2-2 0,-2 0 12 0,-3-3 12 15,-3 3 7-15,-1 0 12 0,1 0 7 0,-7 0-7 16,7-2-13-16,-7 2-10 0,0 0-22 0,0 0-27 0,0 0-31 16,-20-5-33-16,3 3-38 0,2 2-37 15,-6 3-54-15,3-3-57 0,-10 1-239 0,9-1-549 16,-3 1 243-16</inkml:trace>
  <inkml:trace contextRef="#ctx0" brushRef="#br0" timeOffset="18594.62">10815 4478 286 0,'0'0'268'0,"0"0"-10"16,0 0-32-16,0 0-23 0,0 0-24 0,-8-7-18 16,8 7-23-16,0 0-22 0,0 0-13 0,-6 3-10 15,2-2-10-15,-9 7-6 0,-2 1-10 0,-11 5-5 16,0 3-10-16,-2 2 2 0,-3 0-12 0,-1 4-4 15,1-4-5-15,3 3-1 0,1-2-3 0,7 2 6 16,-1-5-1-16,7-1 1 0,4-2 0 0,2 0-3 16,2-2-1-16,2 0 2 0,3-3-5 0,2 1 4 15,3-1 2-15,6-1-1 0,8-1-5 0,1-2-3 16,8-4 1-16,5-1-6 0,-4-5 5 0,2-1-6 16,-4-2-2-16,-5 1-2 0,-3-5 1 0,0 1 4 15,-5-4 8-15,-1 0 0 0,-3-2 2 0,-2-8-4 16,-5 0-5-16,-4-2 1 0,-4 2 0 0,-1-1-4 15,-6 4 1-15,-2 0-2 0,-4 1-1 0,-2 4-4 16,-2 0-1-16,-4 2 0 0,-1 2-6 0,-3 5 4 16,1 2-6-16,-1 0 2 0,0 3-3 0,2 0-3 15,1 3 0-15,6 1 8 0,7 1-25 0,-2 0-35 16,7 1-35-16,-1 2-24 0,4 1-28 0,3 1-45 16,7 0-46-16,0-1-212 0,9 2-480 0,5-1 213 15</inkml:trace>
  <inkml:trace contextRef="#ctx0" brushRef="#br0" timeOffset="19062.22">10887 4483 150 0,'5'-3'287'0,"1"1"-25"0,1 2-28 0,-1-3-24 0,4 3-20 16,-1 0-17-16,1 0-16 0,3 3-13 0,-1 2-11 15,0-1-19-15,-3 1-9 0,2 3-8 0,-1 1-9 16,-3 3-10-16,1-2-10 0,0 4-2 0,-6 2-10 16,2 0-5-16,-4-4-4 0,-5 6-7 0,0-1-3 15,-3-1-3-15,0-1-4 0,-2-2-1 0,0 2 0 16,-3-2-2-16,3-4-1 0,2 1-2 0,2-4-1 16,1 0 5-16,1-1 6 0,-2-2 19 0,2 1 27 15,0-1 32-15,2-2 40 0,2-1 23 0,0 0 11 16,0 0-29-16,0 0-10 0,10-15-16 0,5 2-23 15,-1-2-5-15,7-4-17 0,0-3-4 0,0 0-9 16,2 1-6-16,0 0-9 0,0-2-5 0,-3 3-2 16,-3 6-5-16,-4-1 2 0,-1 5 15 0,-4-1 12 15,0 6-3-15,-4 0-5 0,-1 0-8 0,2 1-7 16,-1 1-6-16,-2 1-16 0,-2 2-28 0,0 0-17 16,0 0-16-16,0 0-2 0,2 10 4 0,-8-1 11 15,-2-1-3-15,2 4 12 0,-1 2-8 0,0 1 0 16,1-1-20-16,2 1-5 0,2 3 5 0,2 0-5 15,4-4-5-15,5 2 1 0,4-6-2 0,7 2-11 16,8-4-45-16,4-4-47 0,7-1-59 0,14-2-65 16,2-9-74-16,-5 1-296 0,0-3-699 0,-2-6 309 15</inkml:trace>
  <inkml:trace contextRef="#ctx0" brushRef="#br0" timeOffset="19326.62">12167 4296 286 0,'0'0'361'0,"0"0"-25"0,0 0-27 0,0 0-30 0,0 0-34 15,0 0-26-15,0 0-25 0,0 0-37 0,0 0-16 16,1 5-13-16,-6 2-13 0,1 1-13 0,-6 1-7 16,-3 5-5-16,-2 2-14 0,-2 3-25 0,-2 0-43 15,1 1-47-15,-2-1-59 0,-1-2-75 0,5-5-308 16,-1-2-520-16,3-3 231 0</inkml:trace>
  <inkml:trace contextRef="#ctx0" brushRef="#br0" timeOffset="20162.14">12858 3991 50 0,'0'0'260'0,"0"0"-1"0,0 0-12 15,0-4-13-15,0 4-8 0,0 0-14 0,0 0-17 0,0 0-19 16,0 0-19-16,0 0-20 0,0 0-13 0,0 0-19 16,0 0-18-16,0 0-13 0,0 0-4 0,0 0-9 15,-20 12-8-15,2 1-5 0,5-3-5 0,-6 7-1 16,-2 3-10-16,1-1-1 0,-2 2-7 16,6 0 2-16,-3-1-7 0,0 2 7 0,3-2-5 0,6-5-1 15,0 1 3-15,2-3 1 0,2-4-1 0,2 2 1 16,1 0 1-16,3-1 4 0,3-2 5 15,-2 3 10-15,8-5 8 0,1 1-2 0,4-6-5 16,6 0 0-16,1-2 3 0,7-3-1 0,-1-3 4 16,0-4 15-16,-9 1-3 0,1 0 6 0,0-5-2 0,0-4 1 15,-1-3-7-15,-6 0-9 0,0-2-5 0,-4-5-12 16,-1 0-9-16,-5-1-9 0,-2-4-8 0,-4 1-5 16,-2-1-7-16,-3 5-2 0,-6-3-10 15,-2 1 3-15,-6 5 2 0,-4 2-1 0,-2 4 1 16,-4 4-4-16,-3 4-5 0,-2 3-2 0,2 4-15 15,0 2-14-15,0 3-29 0,4 8-26 0,0-2-35 0,5 5-30 16,4 3-43-16,11-2-35 0,0 2-260 0,10-2-550 16,6 0 244-16</inkml:trace>
  <inkml:trace contextRef="#ctx0" brushRef="#br0" timeOffset="20506.59">13306 3834 272 0,'1'-5'352'0,"-1"5"-33"0,0 0-38 0,1-4-30 0,-1 4-31 16,0 0-11-16,14 3-33 0,-5 1-17 0,2 4-17 15,2 1-20-15,5 4-7 0,-5-2-11 16,4 4-8-16,-6-2-13 0,1 7-10 0,-5-3-9 15,2 7-5-15,-2-6-6 0,-7 7-10 0,-3 3 0 16,2-10-3-16,-6 7-7 0,2-6 0 0,-1-1-5 0,-3 1 2 16,0-2-7-16,-1-3-2 0,0 3 1 0,1-8-5 15,2 3-1-15,-2-4-3 0,4-1 3 16,1-2-2-16,1 0 0 0,1-1 3 0,-2 0-8 16,4-3-1-16,-2 2 3 0,2-3-4 0,0 0-17 15,0 0-15-15,19-3-26 0,-4-4-34 0,2 0-47 0,3-1-54 16,7-6-75-16,-10 3-216 0,9-5-516 0,-2-2 229 15</inkml:trace>
  <inkml:trace contextRef="#ctx0" brushRef="#br0" timeOffset="20665.84">13316 4063 42 0,'-8'0'289'0,"3"0"-11"0,0 1-19 0,5-1-24 16,0 0-24-16,0 0-19 0,20-4-25 15,8 1-21-15,6 2-46 0,1-3-54 0,5 3-60 16,14-4-75-16,1 1-67 0,-16 0-129 0,19-1-308 16,-20 2 137-16</inkml:trace>
  <inkml:trace contextRef="#ctx0" brushRef="#br0" timeOffset="21128.24">12548 4488 116 0,'-8'1'192'0,"0"-1"-21"16,3 2-9-16,-1-1-11 0,6-1-11 0,0 0-14 15,-12-3-3-15,12 3-17 0,0 0-5 0,-6 2-6 16,6-2-13-16,0 0-6 0,-4 1-10 0,4-1-8 16,0 0 3-16,0 0 0 0,0 0 0 0,0 0 0 15,0 0-1-15,0 0-5 0,0 0-7 0,-9 0-8 16,9 0-1-16,0 0-8 0,0 0 1 0,0 0-3 16,0 0 0-16,0 0 3 0,0 0 7 0,0 0 9 15,0 0 9-15,0 0 2 0,0 0-2 0,0 0-4 16,36-4-8-16,-8 1 0 0,4-2-6 0,19-2 1 15,7-3-4-15,7 1-5 0,28 0 11 0,5-4 1 16,2 3 7-16,-3 2 6 0,-6-1 3 0,-1 2 7 16,-28 0 12-16,2 2-4 0,-1-1-12 0,-6 0-14 15,-20 0-1-15,0 4-2 0,-7-2-3 0,-11-1 9 16,-4 3 2-16,-3-1 13 0,-2 2 7 0,-1 1 0 16,-3-1-5-16,-2-2-23 0,-4 3-38 0,0 0-39 15,0 0-28-15,-24-2-31 0,6 2-35 0,-10 1-36 16,-2 4-45-16,2-4-60 0,-4 4-259 0,0 1-571 15,-1-3 253-15</inkml:trace>
  <inkml:trace contextRef="#ctx0" brushRef="#br0" timeOffset="21542.24">12963 4718 2027 0,'-8'4'174'16,"3"-2"-129"-16,-4 2-19 0,3 0-9 0,-6 0-12 15,-4 5 2-15,2-1-2 0,-7 2 0 0,4 0 1 16,-4 5-1-16,4-2 6 0,1 7-1 0,-2-2 6 16,1 5 2-16,-1-3-3 0,8-4 7 0,0-1 8 15,2 2 4-15,1-1-5 0,3-1-1 0,2-2 4 16,1-1 5-16,4 0 6 0,3-3 7 0,1 1 3 15,4-4 1-15,7 0-5 0,2-3 0 0,1-3-6 16,2-1-3-16,0-1 17 0,-3-4 15 0,0 0 5 16,-4-5 13-16,1-2 11 0,-3 1 0 0,-1-5 3 15,-6-2-10-15,-1-5-10 0,-6-1-17 0,-3-1-11 16,-5-3-12-16,-3 4-4 0,-6-4-5 0,-1 3-1 0,-2 0-15 16,-5 4 4-16,2 2-7 0,-10 2-7 15,4 2 4-15,-6 7-4 0,-2 0-1 0,0 1-4 16,0 5-1-16,0 3-2 0,0 4-17 0,5 4-29 15,3 0-32-15,9-1-34 0,1 3-33 0,4 2-32 16,6 0-34-16,8 2-75 0,3-4-229 0,11 3-556 0,4-4 245 16</inkml:trace>
  <inkml:trace contextRef="#ctx0" brushRef="#br0" timeOffset="22076.72">13189 4686 3219 0,'0'-6'224'0,"0"-1"-77"16,0 2-6-16,0 0-5 0,0 1-31 0,0 4-31 16,0-5-18-16,0 2-12 0,0 3-22 0,0 0-5 15,0 0-27-15,0 0-16 0,0 0 2 0,0 0-2 16,0 0-2-16,-1 15-9 0,2-7 0 0,3 3-4 0,1-1-4 16,-1 0 0-16,1-1-3 0,3 0 1 15,1 0 1-15,-3-2-2 0,3 0 3 0,0-1 3 16,2-1 5-16,-1-1 6 0,0-2 3 0,0-2 9 15,0 0-3-15,-1-2 2 0,0 2 10 0,-1-5 13 16,1 0 17-16,1 0 11 0,-2-1 11 0,-3 2 14 0,-1 0 9 16,1-1 11-16,2 1-2 0,-4 2 7 15,3-1-8-15,-5 2-11 0,3-2-8 0,-4 3-3 16,5-3-17-16,-5 3-7 0,3-3-7 0,-3 3-3 16,5 7-9-16,0-1 1 0,-4 4-1 0,3 1-5 15,0 6 4-15,0 2-6 0,0 8 3 0,0 2 1 0,-4 1-2 16,-4-2 4-16,1 3-2 0,-1-3-8 15,-2-1 5-15,0 0-1 0,-2-3 0 0,0-5-2 16,1-4-1-16,-3 0-1 0,4-6-12 0,1-1 20 16,0-1 0-16,1-2 34 0,-2-5 19 0,0 0 2 15,6 0 14-15,-11-11 16 0,7 3 15 0,-1-2 10 0,1-7-7 16,6-2-11-16,3-6-9 0,0-1-7 0,4-4-11 16,2-1-8-16,2 1-6 0,4 0-9 15,2-1-5-15,0 6-5 0,4-2-5 0,2 3-5 16,1 3-2-16,-1 4-5 0,-10 6-3 0,2-1-1 15,0 1-4-15,-1 3 0 0,2 0-3 0,-7 4-1 0,1 0-12 16,-2 0-28-16,-1 0-22 0,2 2-38 0,-6 0-39 16,3-1-42-16,0 2-45 0,-2 1-51 15,-1 0-69-15,2-1-92 0,-1-2-225 0,-2-2-708 16,1-2 313-16</inkml:trace>
  <inkml:trace contextRef="#ctx0" brushRef="#br0" timeOffset="22463.43">13997 3738 143 0,'0'-6'360'16,"-1"1"-38"-16,2 0-36 0,-2 0-35 0,1 5-25 15,1-4-29-15,-1 4-18 0,0 0-18 0,16 10-18 16,-3 6-16-16,6 8-14 0,-1 7-8 0,13 15-12 16,-4 6-10-16,9 23-5 0,-11-21-9 0,7 28-9 15,-6-3-5-15,-15-27-4 0,3 6-3 0,-9 25 0 16,-2 0-3-16,-11 1-5 0,0-25 2 0,-12 23-8 16,-2-29 2-16,-1 2-7 0,-6-4 13 0,-4-1-12 15,-7-5-9-15,0-8 9 0,-3-2-7 0,-2-2-1 16,11-14-2-16,-12 3 8 0,10-6 5 0,4-4 3 15,-2-2 5-15,4-2-4 0,2 1 8 0,6-5 11 16,6 1 3-16,3-2 6 0,4-1 11 0,1-1 6 16,6-1 19-16,-7 1 19 0,9-1-25 0,0 0-44 15,-4-12-50-15,5 6-33 0,11-5-45 0,2-1-47 16,8-5-51-16,4 0-72 0,5-1-101 0,0-1-242 16,11-9-638-16,-14 5 283 0</inkml:trace>
  <inkml:trace contextRef="#ctx0" brushRef="#br0" timeOffset="22679.53">14807 4285 219 0,'0'0'432'0,"4"-6"-28"0,-2 1-50 15,2 1-37-15,1-2-20 0,7 3-65 0,1-2-48 16,7 1-47-16,8 0-59 0,4 1-59 0,0 1-69 16,1 1-71-16,2-2-89 0,-8 2-172 0,-6-2-415 15,-1-1 184-15</inkml:trace>
  <inkml:trace contextRef="#ctx0" brushRef="#br0" timeOffset="22849.21">14868 4434 179 0,'-2'3'242'0,"0"0"23"0,2-3 17 0,6 6-2 16,5-6-25-16,8 3-27 0,8-3-19 15,5 0-18-15,5-3-42 0,17 0-42 0,-4-1-49 16,-11 0-65-16,1-2-78 0,15-3-98 0,-18-3-179 16,15-1-392-16,-16 3 173 0</inkml:trace>
  <inkml:trace contextRef="#ctx0" brushRef="#br0" timeOffset="23128.59">15764 4132 159 0,'0'0'331'0,"-4"-4"-34"16,4 4-27-16,-4-3-28 0,4 3-32 0,-6-1-22 16,6 1-18-16,-13 3-19 0,4-1-15 0,-4 3-16 15,-3 6-13-15,-6 2-12 0,0 3-9 0,1 2-5 16,2 2-14-16,-1 1-4 0,9-4-7 0,-2-1 0 15,5 0 0-15,3 1-8 0,0 0 1 0,4 0 2 16,2-1 9-16,8-2-2 0,0 1 12 0,4-5 2 16,5-3 8-16,9 1 5 0,1-6 0 0,0-2 2 15,2-5 12-15,1-3 2 0,-3-3-3 16,-5 1 2-16,0-6 0 0,-6 2-10 0,0-7-7 0,-6 2-12 16,-2-4-7-16,-5 3-16 0,-3-7-16 0,-6 0-30 15,-4 1-31-15,-5-3-45 0,-4 4-55 0,-13 1-57 16,-16-1-70-16,-9 1-80 0,-3 6-258 0,-1-2-644 15,1 2 285-15</inkml:trace>
  <inkml:trace contextRef="#ctx0" brushRef="#br0" timeOffset="24442.86">11032 1630 234 0,'-1'-3'246'0,"1"3"-22"16,-5-4-20-16,5 4-23 0,-4-4-20 0,4 4-21 15,0 0-12-15,-2-5-22 0,2 5-11 16,0 0-15-16,0 0-7 0,0 0-10 0,0 0-5 0,-2 16-4 15,6-10-1-15,0 4-8 0,2 2-5 0,7 0-3 16,-1 1 1-16,4 1 1 0,7 3-1 0,-1-4-3 16,2 3 3-16,-1-1-5 0,1-1-6 0,-4-5 4 15,-3 1 0-15,-1 0-11 0,-1 0-1 0,-6-2-7 16,0 1 1-16,-1 0-4 0,-6 0-1 16,-2 3 1-16,-2-1-4 0,-11 4 2 0,-5 4 0 15,-5 1 1-15,-5-1 0 0,-4 0-2 0,3 0 2 16,-3-1-2-16,-3 1 0 0,3-2-1 0,0 0 0 15,0 1-1-15,2-3-3 0,4 2 5 0,6-9-6 16,6 4 4-16,-3-2-3 0,8-3-2 0,-1-2 1 16,5-1-3-16,0-1 0 0,1-1 4 0,1 3 11 15,3-5 19-15,0 0 0 0,17 7 3 0,6-4-4 16,5-3-3-16,5 0-5 0,3 0-4 0,3 0 2 16,14-3-3-16,-1 1 9 0,1-1 2 0,-14-1-1 15,14 4-1-15,-16 0-1 0,0-4-4 0,-5 4-1 16,-3-4-3-16,-10 5-1 0,-7-1-2 0,3-1 0 15,-6 1 0-15,1-1-6 0,-10 1-5 0,12-3-12 16,-12 3-22-16,0 0-32 0,0 0-24 0,0 0-23 16,-21-5-23-16,9 4-24 0,-4-1-24 0,2-2-51 15,-6 1-136-15,3-4-396 0,1 6 175 0</inkml:trace>
  <inkml:trace contextRef="#ctx0" brushRef="#br0" timeOffset="24776.87">10870 1976 118 0,'-5'0'231'0,"5"0"-16"16,-14 2-5-16,9-1 0 0,5-1-13 0,-8 1-11 15,8-1-13-15,0 0-12 0,0 0-10 0,0 0-16 16,28-1-12-16,7-5-12 0,3 6-9 0,17-3-13 16,5 1-11-16,1 0-4 0,3-2-9 0,3 1-8 15,-6 1-5-15,-3 1-5 0,-18 1-3 0,0-3-5 16,-7 4 3-16,-2-3-9 0,-9 2-3 0,-8-1-2 16,-2 1-5-16,1 0 5 0,-6 0 3 0,-7 0 5 15,14 0-5-15,-14 0-7 0,6-3-11 0,-6 3-21 16,0 0-20-16,0 0-21 0,0 0-21 15,-19-3-23-15,13 2-35 0,6 1-40 0,-13 0-47 16,8-2-190-16,5 2-439 0,-7-3 194 0</inkml:trace>
  <inkml:trace contextRef="#ctx0" brushRef="#br0" timeOffset="24980.81">12025 1957 219 0,'0'0'420'15,"0"0"-35"-15,0 0-29 0,0 0-39 0,0 0-55 16,0 0-36-16,18-8-48 0,-4 4-54 0,5 1-53 16,9 0-64-16,-6 1-72 0,8 0-86 0,-4-1-241 15,-5 1-424-15,-3-4 188 0</inkml:trace>
  <inkml:trace contextRef="#ctx0" brushRef="#br0" timeOffset="25126.81">12001 2084 69 0,'-3'3'234'0,"3"-3"8"0,-1 4 7 16,1-4-16-16,0 0-22 0,32-2-22 0,-3 2-17 15,3-4-43-15,9 0-69 0,9-4-89 0,0-2-114 16,-16 0-127-16,2 3-292 0,-1-5 130 15</inkml:trace>
  <inkml:trace contextRef="#ctx0" brushRef="#br0" timeOffset="25892.08">13065 1654 36 0,'-6'-1'178'0,"2"1"-19"0,4 0-18 0,-6 3-14 16,6-3-17-16,-5 5-8 0,3-2-12 0,2 3-11 16,2 0 1-16,3 3-4 0,2 1-11 0,7 0-5 15,0 4-3-15,6-3-9 0,4 2-5 0,4-1-5 16,-1-2-1-16,1-1 2 0,0-2-5 0,2-1-3 15,-4 1 0-15,-5-4-6 0,-5 2 0 16,2-4-6-16,-5 0 6 0,-2 1 6 0,-3 0 10 16,-3-1-4-16,3-1 2 0,-3 0 1 0,-5 0-3 15,9 0-10-15,-5 2-5 0,-4-2 3 0,-8 8-10 16,-1-1 5-16,-4 2-4 0,-7 7-4 0,-7 2-1 0,3 1-2 16,-6 3-1-16,1 0-2 0,0 2-1 15,-2 1-1-15,-6 7 3 0,6-9-2 0,6 4-3 16,-2-1 3-16,3-2 1 0,1 1-4 0,1 0 0 15,9-9 2-15,4-2-1 0,-1 2 7 0,1-7-8 16,5-2 11-16,-1-1 12 0,1-2 16 0,-1 0 24 16,4 1 26-16,-3-2 28 0,4-3 26 0,-4 4 14 15,4-4-15-15,0 0-15 0,0 0-19 0,22-16-9 16,-13 8-4-16,0 1-11 0,2 0-13 0,1-3-8 16,-1 5-11-16,1-4-6 0,-3 4-1 0,1 0-5 15,-1 0-9-15,0 1-3 0,1 1-1 0,-2 0-6 16,3 2-5-16,1 1-4 0,-2 0-2 0,3 1 7 15,5-1-10-15,-2 3-2 0,4 1 1 0,1 0 4 16,6 0-6-16,1 3 6 0,-2-2-8 0,-5 0 4 16,6-3 0-16,-4 1 1 0,-5-2-2 0,5-1 0 15,0 1-8-15,-4 1 1 0,-1-6-7 0,3 1-1 16,-8-2-4-16,0 1-1 0,-2-4 5 0,-1 3-2 16,0-1-7-16,-1 0-12 0,-2-3-23 0,-2 1-11 15,1-1-16-15,-5 1-11 0,0-1-12 0,-1 7-20 16,-2-8-32-16,-3 7-50 0,0-2-45 0,-2-2-238 15,-2 2-526-15,-2-2 233 0</inkml:trace>
  <inkml:trace contextRef="#ctx0" brushRef="#br0" timeOffset="26236.64">12921 2048 188 0,'-6'0'276'0,"6"0"-21"16,-5 3-13-16,5-3-10 0,0 0 1 0,0 0-10 16,-7 0-12-16,7 0-19 0,0 0-4 0,0 0-26 15,0 0-12-15,18-5-17 0,1 5-19 16,13-5-8-16,4 0-8 0,15 0-17 0,3 1-3 15,0-4-13-15,4 3-4 0,-4 0-4 0,1 1-6 16,-15-3-7-16,-1 6 10 0,-6-3-26 0,-2 1 6 16,-4 0-10-16,-9 1 5 0,-4 0 10 0,-3 0-15 0,0 1 0 15,-5 0-2-15,1 1-1 0,-1-1-15 0,-6 1-12 16,8-2-16-16,-8 2-38 0,0 0-40 16,0 0-31-16,0 0-29 0,0 0-22 0,-29-3-53 15,19 3-38-15,0 0-157 0,2-3-465 0,8 3 206 16</inkml:trace>
  <inkml:trace contextRef="#ctx0" brushRef="#br0" timeOffset="26493.89">14098 1744 2608 0,'1'-5'211'0,"4"0"-79"16,-2-2-5-16,-3 2-17 0,1 2-44 0,-1-2-11 15,-4 3-23-15,4 2-11 0,-6-2-9 0,6 2-2 16,-21 7-7-16,6 0 0 0,-8 12-2 0,-4 3-2 16,-1 2 2-16,-5 13 2 0,7-11-5 0,-4 10 3 15,8-9-6-15,0 4 7 0,8-4 0 0,1 5-3 16,3-8-6-16,5 3 0 0,2-1-6 0,5 1 2 16,4 2-5-16,8-3-2 0,2-5-13 0,5 0-29 15,5-5-42-15,2-6-58 0,4-3-90 0,-5-5-203 16,2-1-491-16,3-4 217 0</inkml:trace>
  <inkml:trace contextRef="#ctx0" brushRef="#br0" timeOffset="26910.75">14165 1931 289 0,'0'0'372'0,"0"-7"-17"0,0 7-27 0,2-5-44 16,-2 5-29-16,5-5-30 0,-5 5-26 0,15 0-20 15,-2 0-27-15,-1 4-12 0,1 0-15 0,4 5-16 16,1-1-16-16,-4 4-12 0,1-1-17 0,-3 3-11 16,2-2-5-16,-5 2-15 0,-4 1-5 0,0-1-8 15,-3-2 0-15,-2 2-8 0,-2-1-5 0,-3 3-1 16,0-1-4-16,-3-7-1 0,-2 4 4 0,4-2-2 16,-5-3 5-16,1 0-2 0,5-2 8 0,1-2 12 15,-1 1 23-15,5-4 33 0,-8 3 46 0,8-3 20 16,0 0-11-16,0 0-10 0,-7-8-9 0,7 1-17 15,0-3-7-15,6-4-10 0,3-1-12 0,4-2-5 16,5-4-7-16,-3 1-9 0,7 1-2 0,-4 0-10 16,-4 6-1-16,0 0-7 0,-4 0-1 0,0 5-6 15,-1 1-2-15,-2 3 6 0,-2 0-10 0,-1 0-7 16,0 1-6-16,-4 3-6 0,5-5-5 0,-5 5-43 16,7-2-17-16,-7 2 4 0,0 0 1 15,3 10-1-15,-2-3 10 0,-1-2 2 0,0 9 3 0,0-4 8 16,-1 3-14-16,-1 2-19 0,1 3-21 15,1 0-27-15,-2-2-43 0,-1 1-40 0,-1 0-62 16,4-5-59-16,-2-2-238 0,2-5-607 0,-1 2 269 16</inkml:trace>
  <inkml:trace contextRef="#ctx0" brushRef="#br0" timeOffset="27123.59">14724 2034 3421 0,'0'0'430'16,"0"0"-158"-16,0 0-81 0,0 0-39 0,0 0-43 16,0 0-39-16,0 0-19 0,0 0-22 0,0 0-13 15,0 0-13-15,0 0 2 0,0 0 7 0,1 14-8 16,-5-6 6-16,-1 4-19 0,1-3-27 0,-2 8-23 16,1-2-28-16,1 2-15 0,-4 3-33 0,3 4-22 15,-3-9-32-15,4 2-51 0,-2-5-48 16,1-2-292-16,0-4-626 0,3-5 277 0</inkml:trace>
  <inkml:trace contextRef="#ctx0" brushRef="#br0" timeOffset="27593.6">14832 1881 404 0,'3'-5'439'0,"-2"0"-35"0,1 1-41 0,-1 1-40 16,0 1-34-16,-1 2-36 0,3-5-25 0,-3 5-29 15,0 0-52-15,0 0-18 0,0 0-12 0,0 0-12 16,10 12-10-16,-6-4-12 0,2 1-32 0,1 1-18 16,-1 1-14-16,2-1-14 0,-1 0-3 0,0-1-14 15,-1-4 3-15,-1 5-1 0,-1-7 4 0,0 2 2 16,-3-1 12-16,-1-4 13 0,9 3 2 0,-9-3-3 16,0 0 15-16,19-10 17 0,-10 5-1 0,0-2 4 15,-1-3 6-15,0 3 9 0,2-2 3 0,-1 1 16 16,-2-1 4-16,1 2 9 0,-3 2-1 0,-1 0-1 15,0 2-10-15,0-2-8 0,-2 3-15 0,-2 2-14 16,5-5-30-16,-5 5-31 0,0 0-18 16,0 0-4-16,13 11-8 0,-10-2-9 0,-1 3 7 15,2 6-5-15,-3 8 3 0,-1-1-2 0,-1 3 8 0,-3 3-3 16,-2 0 7-16,-6 0 7 0,2 2 3 16,-2 2 16-16,-1-8-1 0,0 0-16 0,-1-1-2 15,1-9 3-15,1-2 3 0,2-1 5 0,1-8 5 0,4 4 4 16,-1-6 9-16,-2 1 24 0,4-1 35 0,4-4-8 15,-5 0 3-15,5 0 12 0,-6-9 19 0,3-1 12 16,3-3 1-16,0-3-9 0,1-6-10 16,7-3-10-16,1-1-17 0,5-3-24 0,0 0-28 15,5-2-42-15,11-8-34 0,-1 0-55 0,-5 11-37 16,12-9-41-16,-8 11-52 0,-5-1-46 0,7 3-74 16,-6 2-237-16,2-3-664 0,-5 1 294 0</inkml:trace>
  <inkml:trace contextRef="#ctx0" brushRef="#br0" timeOffset="27792.98">15419 1569 190 0,'0'-5'349'0,"4"4"-18"0,-3-3-31 15,-1 4-33-15,2-4-35 0,-2 4-26 0,0 0-29 16,0 0-17-16,11 7-17 0,-7 4-19 0,1 7-9 16,4 15-10-16,1 16-3 0,-1 5-16 0,-3 5-6 15,-2 22-5-15,-4-21 13 0,-2 1-23 0,-1 23-1 16,-6-26-1-16,-5 1-5 0,-3-6 2 0,-7 1-5 15,-3-4-10-15,-5-7-17 0,-5 1-21 0,-7-8-56 16,-9-4-85-16,2-6-131 0,-4-9-257 0,-2-6-564 16,4-10 249-16</inkml:trace>
  <inkml:trace contextRef="#ctx0" brushRef="#br0" timeOffset="28424.52">17558 4109 61 0,'-5'-4'384'16,"1"1"-23"-16,3-1-30 0,-2 0-40 0,3 4-28 15,3-6-38-15,2 2-37 0,5-1-34 0,3 1-42 16,9-3-45-16,-3 5-62 0,12-4-68 0,-2 3-98 16,0-2-209-16,2 2-400 0,-3-1 176 0</inkml:trace>
  <inkml:trace contextRef="#ctx0" brushRef="#br0" timeOffset="28576.87">17695 4214 2083 0,'-15'12'36'0,"6"-3"0"0,-2 0-32 0,1 0-8 15,4-2 14-15,-1-1-7 0,4-1 8 0,-1-2-11 16,0 1-1-16,3 0 32 0,2-1 12 0,5 0-2 16,5-1-4-16,8 0-2 0,11-4-27 0,0 2-38 15,0-2-76-15,6-4-95 0,-5-1-139 0,0-2-367 16,-3-2 162-16</inkml:trace>
  <inkml:trace contextRef="#ctx0" brushRef="#br0" timeOffset="28795.86">17951 3916 364 0,'-2'-3'322'0,"1"-1"-36"0,1 4-31 15,-4-4-30-15,4 4-25 0,0 0-21 0,0 0-20 16,9 16-15-16,2 1-17 0,6 2-14 16,5 6-1-16,-3 6-19 0,9 7-10 0,-3 3 0 15,-8-10-9-15,0 3-7 0,1 10-1 0,-8-12-5 0,0-1-5 16,-9-3-4-16,-2 4-2 0,-5-5 4 0,-2 0-22 15,-8-2 0-15,-4-5-7 0,-2-1-10 0,-3 0-23 16,-2-2-34-16,-1-3-47 0,-3-4-63 0,5-1-103 16,3-7-210-16,1-3-502 0,5-6 223 15</inkml:trace>
  <inkml:trace contextRef="#ctx0" brushRef="#br0" timeOffset="29391.17">19902 3616 47 0,'0'-10'316'0,"-2"-1"-15"0,2 1-7 15,-1 5-24-15,1 0-26 0,-4 0-27 0,3-2-25 16,1 7-28-16,0-3-39 0,0 3-13 0,0 0-14 16,-9 15-12-16,0 2-7 0,-2 9-11 0,-2 8-7 15,-2 20-4-15,-6 25-6 0,5-19-6 0,-10 21-1 16,9-2-6-16,2-22-4 0,5-1 1 15,-2 0-6-15,2-4 1 0,1 0-4 0,0 0-1 0,2-7 1 16,1-9-2-16,1-4-3 0,0 0 3 0,-1-5-2 16,-1 0 2-16,0-10 19 0,0 1 3 0,1-8 14 15,-1 0 3-15,-1-3 12 0,1-2-7 0,-3 0-3 16,-3-4-6-16,0-2-5 0,-7-1-4 16,1-4-4-16,-3 2-7 0,-5-5-1 0,3-1-3 15,-1-5-10-15,8 3-19 0,-2 2-27 0,3-2-43 0,0 3-46 16,0-2-46-16,4 1-45 0,3 2-61 0,0-2-270 15,1 0-575-15,7-1 255 0</inkml:trace>
  <inkml:trace contextRef="#ctx0" brushRef="#br0" timeOffset="29667.62">19410 4188 171 0,'-4'-1'270'0,"4"1"-15"0,0 0-14 0,-9 0-12 16,9 0-16-16,0 0-18 0,-5 1-13 0,5-1-17 15,0 0-11-15,23 1-17 0,-3-3-1 0,16-1-23 16,15 1-7-16,7 0-12 0,0-4 6 0,5 0-5 0,-4 1 0 16,-2 0-17-16,-4 0-5 0,-18 2-7 0,-4-1-1 15,-10 4-2-15,-6-1-14 0,-3-1 8 0,-1 2-14 16,-3-1-8-16,-1 1-7 0,-1-1-13 15,-6 1-19-15,6-2-32 0,-6 2-35 0,0 0-41 16,0 0-28-16,-23-7-41 0,10 5-41 0,3 0-238 16,-2-3-498-16,5 2 220 0</inkml:trace>
  <inkml:trace contextRef="#ctx0" brushRef="#br0" timeOffset="29910.05">20800 3656 2277 0,'-2'-6'104'0,"0"0"-43"0,1 0-15 0,-6 1-14 16,2 2-2-16,-6 3-13 0,-2 2-8 0,-7 5 2 16,-7 7-4-16,-2 10 2 0,-6 8-1 0,-1 10 1 15,-1 7 3-15,-13 26-1 0,11-1 2 0,4 2 1 16,15-18-3-16,6 0 12 0,1 0 1 0,5 0 1 15,12-2-5-15,9-2-9 0,9 1-13 0,8-7-27 16,5-4-52-16,8-12-90 0,-2-5-247 0,10-10-451 16,-14-8 200-16</inkml:trace>
  <inkml:trace contextRef="#ctx0" brushRef="#br0" timeOffset="30410.64">20939 3995 20 0,'7'-6'295'15,"-2"1"-28"-15,1 3-22 0,8 0-26 0,-1 1-15 0,6 0-23 16,0 2-16-16,-1 2-15 0,0 2-14 15,-1 0-14-15,-1 2-13 0,-3 4-12 0,1 0-15 16,-4 2-11-16,-2 4-10 0,-5 0-14 0,-1 0-3 16,-4 1-6-16,-5 1-4 0,-4 4-4 0,-2-1-1 15,-4 0-1-15,-3-2 1 0,0-4-5 0,4-3 1 16,-7 2 2-16,5-5 1 0,0-2 3 0,4-1 5 0,2-3 5 16,4 2 8-16,0-3 21 0,1 1 27 15,1-3 29-15,3-1 41 0,3 0-15 0,0 0-21 16,0 0-18-16,16-17-21 0,0 5 2 0,10-5-11 15,1 0-12-15,5-4 1 0,9-7-5 0,4 1-27 16,-15 7-5-16,2-3-7 0,-1 2-4 0,-3-1-9 16,-4 2 2-16,0 6 7 0,-11 2 11 0,-1 4 9 15,-3 3 1-15,0-3 1 0,-4 3-6 0,-1 2-9 16,0 2-13-16,0-2-30 0,-4 3-15 0,0 0 7 16,0 0-4-16,-4 15 6 0,-1-6 7 0,-4 7-1 15,-2-1-7-15,0 9 4 0,3-7 4 0,-2 1 8 16,0 6-8-16,1 0-37 0,-1 2-17 0,3-7-26 15,2-1-29-15,0-1-34 0,1 1-45 0,3-7-66 16,1 1-65-16,-3-2-218 0,3-4-594 0,4-1 264 16</inkml:trace>
  <inkml:trace contextRef="#ctx0" brushRef="#br0" timeOffset="30614.25">21660 4225 45 0,'0'0'402'16,"0"-4"-41"-16,0 4-34 0,0 0-35 0,0 0-36 15,0 0-31-15,0 0-17 0,0 0-19 0,-18 13-23 16,4-3-20-16,1 2-18 0,-1 2-36 0,-5 4-43 16,0 0-40-16,5-4-46 0,0 0-48 0,-2 6-59 15,5-6-68-15,-3-1-192 0,6-3-435 0,2-1 192 16</inkml:trace>
  <inkml:trace contextRef="#ctx0" brushRef="#br0" timeOffset="31158.15">21914 3957 323 0,'0'-5'397'0,"0"-2"-39"15,0 3-39-15,0 1-31 0,0-1-37 0,0 4-48 16,0-4-27-16,0 4-17 0,0 0-16 0,8 11-12 16,-5-3-29-16,-1 3-19 0,8 3-29 0,-2 3-23 15,0 0-18-15,3 0-18 0,-1 0-15 0,1-3-10 16,1-2-3-16,-1-2-2 0,-2 0 1 0,-1-4 5 16,1-1 4-16,-1-2 5 0,-1-3 1 0,5-2 5 15,-3-2 3-15,0-3 16 0,0 1 10 0,-3-6 16 16,2 1 15-16,1-3 8 0,1-2 5 0,-1-1 4 15,0 3 4-15,1-1 10 0,-2-2 2 16,1 5 2-16,-2 1 1 0,-3 2 11 0,2 1 0 0,-4 2-9 16,2 1-7-16,-1 1-15 0,0-2-27 0,-1 5-23 15,-2 1-3-15,0 0-8 0,5 9-2 0,-5 2-1 16,0 5-2-16,0 3-1 0,-1 10 2 0,-5 0-3 16,4 5 4-16,-10 13 1 0,4-12 1 0,-8 11-2 15,1-2 2-15,2-11 5 0,-9 10-2 0,-2 2 1 16,-2-7 6-16,7-13-4 0,-1 2-3 15,1-3 2-15,-3 0-1 0,2-6-4 0,4-2 10 0,1-7-2 16,1 1 3-16,1-8 1 0,0 3 2 0,4-3 3 16,-5-6 0-16,5-2-5 0,-2-1 33 0,3-3 12 15,0-6 20-15,5-1 2 0,3-1-6 0,2 0-2 16,7-9-7-16,1-1-4 0,7-2-7 16,11-9-4-16,-1-1-9 0,6 0-4 0,0-3-5 0,4 4-1 15,0 0-13-15,3 6 11 0,-13 10-10 0,2 1-3 16,-3 1-26-16,-4 3-17 0,-5 7-46 0,-4 2-37 15,0 2-39-15,-3 1-54 0,-5 4-56 0,4 0-60 16,-4 3-294-16,-5-1-665 0,7 6 295 0</inkml:trace>
  <inkml:trace contextRef="#ctx0" brushRef="#br0" timeOffset="31364.95">22493 4300 286 0,'-2'3'352'0,"2"-3"-33"0,0 0-38 0,-2 4-30 15,0 0-24-15,-2-2-26 0,1 3-20 0,-7 2-18 16,1 3-12-16,-2 2-34 0,-3 0-42 0,2 0-35 16,-1 2-45-16,1-1-46 0,-1-1-46 0,1 0-53 15,5-5-84-15,-5-1-118 0,7-4-380 16,0 1 168-16</inkml:trace>
  <inkml:trace contextRef="#ctx0" brushRef="#br0" timeOffset="31709.54">22733 3999 2911 0,'4'-10'123'0,"-2"0"19"0,0 1 13 0,-2 1 3 0,1 1-21 15,2 2-22-15,-2 1-24 0,-1 1-20 0,2-1-22 16,-2 4-9-16,7-1-5 0,-7 1-4 16,10 0-3-16,-2 4-8 0,5 0 0 0,-2 3-12 15,0 1 0-15,2 3 3 0,0 1-17 0,0 3-4 16,-4-1-8-16,-3 5 0 0,0-1 2 0,0 0-3 0,-8 2-2 16,0-2-2-16,0 1 3 0,-7 5 1 0,-3-2 2 15,-1 2 1-15,0-8 1 0,-4 1 2 16,4-2-1-16,-4-2 12 0,3-1-15 0,2 0 9 15,3-2 0-15,-2-4 1 0,2 2 0 0,4-1-3 16,0-2 1-16,1-1 5 0,0 0 5 0,1 0 2 16,1-2-2-16,2-2 14 0,0 0-6 0,11 4 3 0,0-4-15 15,12-1-34-15,-3 1-41 0,7-3-49 0,4-3-75 16,2-1-88-16,-3-2-234 0,-2-3-566 16,-10 4 250-16</inkml:trace>
  <inkml:trace contextRef="#ctx0" brushRef="#br0" timeOffset="31971.31">22804 4153 2311 0,'-31'1'136'16,"9"-1"4"-16,7 2-1 0,2-2 9 0,-1 0 22 16,6 0 5-16,3 1-1 0,-4-1-17 0,9 0-16 15,0 0 5-15,0 0-19 0,0 0-13 0,22 1-20 16,6-1-8-16,8 1-6 0,5-1-9 0,11 3-12 15,1-3 2-15,-1 1-8 0,-1-1-12 0,0-1-11 16,-12 1-2-16,-2-3-10 0,-3 2-1 0,-6 0-1 16,-10-2-5-16,-4 2 1 0,-2-2-13 0,-3 2-24 15,0-5-25-15,-6 2-31 0,-1-1-36 0,-4 0-23 16,-3 0-17-16,-4 3-29 0,-1-3-26 0,0 2-41 16,-3 0-51-16,4 3-235 0,0-2-583 0,2-1 259 15</inkml:trace>
  <inkml:trace contextRef="#ctx0" brushRef="#br0" timeOffset="32153.37">23353 4335 219 0,'-2'6'285'15,"2"0"-10"-15,-3 1-18 0,0 3-15 0,-2 0-23 16,0 1-19-16,-4 2-18 0,0 2-17 0,0-1-11 15,-6 8-47-15,2-8-73 0,-8 6-93 0,-6-3-321 16,1-5-412-16,3-3 182 0</inkml:trace>
  <inkml:trace contextRef="#ctx0" brushRef="#br0" timeOffset="33009.11">23878 3825 131 0,'3'-13'303'0,"-2"1"-13"16,-1 3-7-16,3 1-7 0,-2 0-19 0,0 1-29 15,-1 5-25-15,2-2-20 0,-2 4-38 0,0-3-25 16,0 3-11-16,-3 12-13 0,-5 5-11 0,-2 9-11 15,1 6-6-15,-4 17-8 0,-2 0-6 0,0 3-4 16,-2 1-4-16,4 0-2 0,-1-2-6 0,4-2-2 16,-1 1-1-16,4-18-4 0,3 1-2 0,-1 0-1 15,0-3-5-15,4-5 6 0,-3-6-7 0,0-2 9 16,7 0-14-16,-6-7 3 0,2 0-7 0,0-1-7 16,-1-1 0-16,2-3 5 0,-1-1 2 0,1-4 5 15,0 0-40-15,0 0-46 0,0 0-45 0,0 0-37 16,-8-16-20-16,7 3-38 0,2 1-38 0,-1-5-177 15,2-2-458-15,-1-8 204 0</inkml:trace>
  <inkml:trace contextRef="#ctx0" brushRef="#br0" timeOffset="33277.36">23789 4050 16 0,'2'-17'304'16,"2"0"14"-16,-4 6-15 0,2 1-13 0,0 2-3 16,-2 2-9-16,1 0-21 0,-1 1-27 0,2 1-28 15,0 0-24-15,2 1-17 0,1 1-13 0,-5 2-18 0,18 3-18 16,-8 1-7-16,8 4-6 0,1 1-12 15,3 5-14-15,2 3-4 0,1-1-15 0,-2 2 4 16,-5 2-5-16,3-1-36 0,-7 2-5 0,2 1-5 16,-6-8-4-16,-5 2 2 0,0-3-8 0,-4-1-4 15,-5 1 1-15,-2-2-5 0,2 0 8 0,-10 1-1 16,-5-1 2-16,-6 3-3 0,-4-7 7 0,1 2 0 16,-5-3 0-16,5-1 0 0,-4-1-2 0,4-2-2 15,-3-1-3-15,4-1-13 0,6-1-14 0,-1-2-25 16,5-2-23-16,3 3-33 0,3-2-44 0,2 1-55 15,5-1-60-15,4-1-208 0,4 0-519 0,6 0 231 16</inkml:trace>
  <inkml:trace contextRef="#ctx0" brushRef="#br0" timeOffset="33465.4">24332 4293 236 0,'0'0'324'0,"4"3"-34"0,-4-3-27 0,0 0-30 16,-10 7-21-16,3-2-25 0,-3 0-21 0,-8 3-13 15,4 4-18-15,-4-3-32 0,1 0-48 0,0 2-51 16,0-2-51-16,2 5-66 0,2-5-70 0,1 0-154 16,3-5-364-16,3-1 162 0</inkml:trace>
  <inkml:trace contextRef="#ctx0" brushRef="#br0" timeOffset="34108.18">24984 4046 125 0,'-4'-9'286'0,"0"2"-24"0,-1-5-19 0,-1 7-21 16,-1-4-23-16,2 4-19 0,-3-2-22 0,-3 4-13 15,-1 1-17-15,-2-1-12 0,-4 3-15 0,-1 0-11 16,-3 3-9-16,-4 5-9 0,4-4-8 0,-6 4-5 16,0 3-7-16,2 3-6 0,3 1 2 0,0 0-10 15,5-2-5-15,-1 4-5 0,6-3-7 0,2 0-3 16,3 0-2-16,1-2-2 0,5 0 0 0,2 0 4 15,3-2 2-15,4-1 2 0,2 2 1 0,3-6 5 16,6 2 5-16,3-3-3 0,5-2 4 0,-6-2 6 16,10-2 3-16,-2-2 5 0,0-3 6 0,-2-1 8 15,2-1 5-15,-4 3 6 0,3-5 9 0,-7 3-6 16,-2-1 3-16,0 1-3 0,1 2 0 0,-7 0-3 16,-1 2-2-16,-2 1-16 0,-2 0-3 0,-2 1-8 15,0 1-10-15,1 0-3 0,-6 1-7 0,12 7-3 16,-8-2-3-16,1 4-1 0,2 6 4 0,-2 0 2 15,-3 2-4-15,1 2-1 0,-1 0 13 0,-1 8-20 16,-4-3-8-16,2 2 9 0,-3 1-1 0,-1-2 3 16,-1 1-1-16,2-7 2 0,0-2 6 0,-1 0-17 15,0-2-2-15,2-7-3 0,1 1 9 0,1-1 10 16,-2-4-4-16,2 1 68 0,0-3 60 0,1-2 63 16,-3 6 49-16,3-6 39 0,0 0 40 0,0 0-8 15,0 0-37-15,4-13-33 0,2 1-30 0,2-2-21 16,1-4-21-16,7-5-17 0,0-3-11 0,4-3-23 15,7-10-19-15,-8 10-9 0,3 1-11 0,0-2-14 16,-3 1-59-16,0 3-20 0,-4 1 0 0,-3 9 0 16,-4 2 0-16,-2 4 0 0,3 0 0 0,-4 4 0 15,-1 0 0-15,2 2 0 0,-4 1 0 0,1-1-172 16,2 2-94-16,-5 2-67 0,0 0-48 0,5 0 15 16,-5 0-13-16,2 8-25 0,-2-2-42 0,-2-1-34 15,-1 1-348-15,1-1-896 0,-4 0 397 0</inkml:trace>
  <inkml:trace contextRef="#ctx0" brushRef="#br0" timeOffset="34457.17">25421 3774 2523 0,'-3'-11'121'0,"2"0"44"0,-2 1 10 16,2 2-27-16,-3 4-37 0,4-1-36 0,0 1-20 15,-1-1-18-15,1 5-12 0,0 0-6 0,0 0 1 16,0 0-3-16,19 22-4 0,-4 2-2 0,2 6 0 16,1 15 7-16,0 1-7 0,-1 6 0 0,-4 3 5 15,0 4-2-15,-3-2 2 0,-6 0-4 0,-3 3 5 16,-1-5-5-16,-3 1 3 0,-9-1-3 16,-3 1 1-16,-6-4-3 0,1-1 3 0,-3-6 1 0,0-4-1 15,1-9-2-15,-2-5-2 0,2-2 7 0,-1-2 25 16,-2-3-11-16,-1-6 12 0,2 3-4 0,6-8-3 15,0-1 1-15,7-1 1 0,-3-2 2 0,3-2 12 16,5-1 1-16,-2 0 2 0,3 1 2 0,0-1-4 16,5-2 9-16,0 0-48 0,-5-8-46 0,5 8-40 15,5-8-59-15,4-2-65 0,4-1-82 0,10-3-338 16,3-5-669-16,3-3 295 0</inkml:trace>
  <inkml:trace contextRef="#ctx0" brushRef="#br0" timeOffset="34841.86">26250 4106 52 0,'-5'-1'374'15,"5"1"-10"-15,0 0-14 0,0 0-17 0,-4-3-17 16,4 3-28-16,0 0-19 0,0 0-40 0,10-7-37 16,3 4-21-16,6-1-21 0,8-1-42 0,-6-1-42 15,8 2-35-15,2-1-38 0,-1 1-44 0,-3 2-50 16,-5-3-56-16,6-1-38 0,-9 2-76 0,-2 2-148 16,0-5-453-16,-6 2 201 0</inkml:trace>
  <inkml:trace contextRef="#ctx0" brushRef="#br0" timeOffset="35004.57">26251 4270 197 0,'0'0'284'0,"9"3"-22"0,3-2-26 0,6 0-20 16,10-3-23-16,1 1-18 0,4-3-19 0,4 2-28 15,4-3-35-15,10-1-40 0,2 1-42 0,-2-1-53 16,0-3-78-16,-15 5-187 0,1-6-334 0,-3 3 148 15</inkml:trace>
  <inkml:trace contextRef="#ctx0" brushRef="#br0" timeOffset="35476.15">27421 3897 220 0,'-2'-5'219'0,"2"5"-16"16,-2-3-18-16,2 3-16 0,-3-5-17 0,3 5-19 16,-6-1-15-16,0 0-11 0,6 1-10 0,-15 1-7 15,5 0-7-15,-3 4-6 0,-1 1-11 0,-5 4-7 16,-3 3 1-16,-1 4-6 0,0 1-4 0,-1 1 1 16,6 0-6-16,-2 3-5 0,6-1-3 0,2 2-4 15,6-5 1-15,1 0-4 0,3 2-1 0,2-1 15 16,4-2 20-16,1-3 14 0,7 5 6 0,4-12 9 15,9 8-4-15,-4-8-7 0,6-1 1 0,4-6-1 16,-3-1 0-16,4-4 1 0,-3-5-7 0,-2-2 6 16,-1-3-12-16,-5-1-6 0,2-3-5 0,-6-4-4 15,-7-1-13-15,3-1-11 0,-9-3-15 0,-4 2-15 16,-7-3-13-16,1 4-18 0,-8-1-32 0,-6-1-44 16,-2 5-47-16,-4 4-64 0,-6 1-70 0,-3 5-202 15,0 2-530-15,-2-3 234 0</inkml:trace>
  <inkml:trace contextRef="#ctx0" brushRef="#br0" timeOffset="62422.78">2407 6982 103 0,'0'0'263'0,"0"0"-11"0,0 0 9 0,0 0-19 16,0 0-14-16,0 0-21 0,0 0-21 0,0 0-20 15,0 0-19-15,3-3-10 0,-3 3-18 16,0 0-12-16,0 0-13 0,0 0-10 0,0 0-9 16,0 0-10-16,0 0-7 0,0 0-5 0,0 0-11 0,0 0-11 15,0 0-11-15,0 0-10 0,0 0-14 0,0 0-11 16,0 0-12-16,0 0-16 0,0 0-5 0,0 0 5 16,0 0 4-16,0 0 7 0,11 3 1 0,-2-1 0 15,1-4-1-15,3-1-3 0,0 2-2 0,2-2 4 16,2-1 0-16,1 0 1 0,-3-1 6 0,-1 1 3 15,-1-1 4-15,-2 0 4 0,2-3 5 0,-4 2 19 16,0-1 15-16,-1 1 20 0,-3 1 9 0,0-1 10 16,-3 0-3-16,1 3-7 0,-3-1-7 15,-1-3-5-15,-3 6-8 0,-5-4-2 0,-4 5-5 0,-6 0-7 16,-13 5-1-16,0 3-5 0,-17 7-5 0,-5 4-1 16,1 0 3-16,-2 5-2 0,0 4-8 0,3 3 0 15,6-2-21-15,-3 2 0 0,8 1 1 0,5-1 3 16,11-5-2-16,1-1 2 0,5 4-2 15,2-3 4-15,4-2 1 0,8-5 0 0,5 0 3 0,0 0 3 16,5-1-1-16,8 7 6 0,5-5 3 0,7-1 0 16,7-2 12-16,19 2 1 0,7-6 1 0,5-4 3 15,30-3 0-15,-29-5-1 0,0-3 0 0,2 2-3 16,-4-2-1-16,-2 1 1 0,-9-2-2 0,-16 0-2 16,-5 2 8-16,-3-3-9 0,-10 3 0 0,-4 1-2 15,-4 0 5-15,0-1 12 0,-1 1 14 0,-3-1 15 16,0 0 5-16,-5 1-6 0,8-2-11 0,-8 2 1 15,0 0-11-15,0 0-12 0,0 0-23 0,-21-7-23 16,12 7-26-16,-5-3-33 0,1 1-41 16,0 0-39-16,1 0-47 0,-2-1-217 0,2-2-464 0,5-2 205 15</inkml:trace>
  <inkml:trace contextRef="#ctx0" brushRef="#br0" timeOffset="62865.16">3029 6970 339 0,'-1'-9'340'0,"2"1"-7"0,-1 3-1 16,0-3-16-16,0 1 4 0,0 2-31 0,0 5-18 15,3-7-21-15,-3 2-12 0,0 5-34 16,-3-6-24-16,3 6-15 0,0-7-28 0,0 7-14 0,0 0-16 15,0 0-26-15,0 0-42 0,0 0-40 0,0 0-17 16,0 0 5-16,-2 19-4 0,-1-3 3 0,-2 11 7 16,-1 0-5-16,-2 4 8 0,3 3-2 0,-3 3-2 15,2 7 11-15,-2-10-6 0,3 1 0 16,-1-2-5-16,0-1 2 0,4-4 0 0,-4 0 1 16,3-2 5-16,3-8-3 0,-4 0 2 0,3-2-1 0,0-5 0 15,-1 1 4-15,2-5 0 0,0 2 3 0,0-4 1 16,-1 0-1-16,1 1 17 0,0-6 11 15,-1 6 14-15,1-6 15 0,0 0-2 0,0 5 3 16,0-5 13-16,0 0-4 0,-2 6 2 0,2-6-2 0,2 3-8 16,-2-3-12-16,0 0-5 0,0 0-3 0,0 0 0 15,0 0-4-15,0 0-6 0,0 0-7 0,0 0-15 16,0 0-25-16,0 0-20 0,0 0-26 16,0 0-27-16,0 0-24 0,0 0-33 0,0 0-28 15,0 0-39-15,0 0-47 0,0 0-44 0,0 0-284 16,0 0-634-16,0 0 280 0</inkml:trace>
  <inkml:trace contextRef="#ctx0" brushRef="#br0" timeOffset="63289.1">3360 7246 254 0,'1'-7'334'0,"-1"3"-12"0,-1-3-13 16,2 1-15-16,-1 6-21 0,2-5-26 16,-2 5-23-16,0-10-23 0,0 10-29 0,0-4-18 15,0 4-25-15,0 0-16 0,0 0-14 0,-30 8-12 16,11 2-9-16,-5 5-8 0,-4-1-12 0,2 1-6 16,2 2-6-16,-2 0-3 0,6 1-8 0,-2 0-2 15,3-1-3-15,4-1-2 0,2-2-7 0,3-3 1 16,1 2-11-16,4-4-14 0,0 0-11 0,-1-1 3 15,3-3-1-15,0 0 4 0,-1-1 6 0,4-4 9 16,0 7 27-16,0-7 9 0,0 0 7 0,0 0 7 16,0 0 1-16,21-7-3 0,-10 1-4 0,3-5-2 0,3-1-3 15,0 2-12-15,-1-1 4 0,-1 1-7 0,2-2-3 16,-7 6 2-16,2-5-5 0,3 5-7 16,-7 0-1-16,-3 1-8 0,1 4-3 0,-2-3-2 15,1 2-7-15,-5 2-14 0,8-2-10 0,-8 2-9 16,0 0-5-16,15 5 5 0,-8-2-12 0,-1 3-12 15,3 1-19-15,1 1-27 0,0 0-23 0,3 1-25 0,1 0-40 16,0 1-40-16,4 0-62 0,-8-5-191 16,3-1-527-16,0-2 233 0</inkml:trace>
  <inkml:trace contextRef="#ctx0" brushRef="#br0" timeOffset="63923.94">3852 7134 234 0,'4'-2'233'16,"0"-1"2"-16,-4 3-1 0,1-2-10 0,-1 2-11 16,0 0-14-16,0 0-20 0,0 0-18 0,0 0-12 15,0 0-19-15,0 0-15 0,8-3-17 0,-8 3-11 16,0 0-13-16,0 0-16 0,0 0-1 0,0 0-6 16,-19 10-3-16,6-3-9 0,-4 2-2 0,-1 2-5 15,-7 2-1-15,0 1-4 0,0 0-5 0,1 2-2 16,-2-2-1-16,3 0-5 0,9-2-2 0,-2 0-3 15,1 0 0-15,1 0-2 0,5-3-1 0,3-1-3 16,0 2-6-16,2 1-4 0,2-3 0 0,2 3 1 16,3-2 6-16,2 0 0 0,5-1 1 0,6 1 10 15,8 1-11-15,-5 0 1 0,3-4 3 16,-3 2-4-16,2-3 0 0,-2 2 0 0,0-2 1 16,-3 2 0-16,-4-5-1 0,1 2-1 0,-4-1 0 15,-3 0-2-15,-1-1-8 0,1 1-6 0,-2 0-5 0,-2-1 0 16,-2-2 13-16,-10 6-3 0,1-4 1 0,-8 2-2 15,-6 0 4-15,0-2-5 0,-6 2-10 0,-2-3-21 16,-1 2-21-16,-1 0-34 0,1-8-29 16,2 7-33-16,1-4-52 0,6 2-150 0,8-2-392 15,2-2 174-15</inkml:trace>
  <inkml:trace contextRef="#ctx0" brushRef="#br0" timeOffset="64355.55">4275 7177 1 0,'0'0'312'0,"0"0"-18"0,1-4-22 0,-1 4-22 0,0 0-29 16,0 0-23-16,-5-3-20 0,5 3-19 15,0 0-15-15,0 0-19 0,-21 5-12 0,9-1-14 0,-1 2-7 16,-3 1-11-16,-3 3-10 0,1-2-5 0,0 2-7 16,-1-1-10-16,2 0-4 0,-1 2-4 0,4-2-6 15,-3 3-3-15,8-5-7 0,-2 4 1 16,3-3-7-16,3 1-2 0,-1-1-6 0,3 0 1 16,3 2-4-16,0-1 2 0,0 2-1 0,5-5 1 15,3 6-3-15,1-4 4 0,6 1-3 0,2-2-1 0,1 2-2 16,1-4 1-16,-1 0 2 0,0 0 1 0,-3 2-6 15,-2-2 0-15,-2-2 2 0,-4 0-1 0,0-1-2 16,-2 1-5-16,1-2-1 0,-4 0-15 16,-2-1 11-16,3 4-8 0,-3-4 12 0,-12 3-5 15,0 1-2-15,-5-3 5 0,-5 3-8 0,-7-4-12 0,-2 3-19 16,0-1-28-16,2-2-26 0,7 0-18 16,2 0-25-16,1 0-25 0,4-2-30 0,3 2-170 0,5-3-399 15,4-1 177-15</inkml:trace>
  <inkml:trace contextRef="#ctx0" brushRef="#br0" timeOffset="64604.55">4574 7294 29 0,'4'-4'375'0,"2"0"6"0,0 0 2 0,-3 1 15 16,0 2-20-16,2-2-15 0,-5 3-16 15,5-5-32-15,-2 5-35 0,-3 0-25 0,1-5-31 0,-1 5-27 16,0 0-24-16,0 0-21 0,0 0-34 0,0 0-30 15,0 0-31-15,0 0-33 0,0 0-12 0,6 7-1 16,-6-4-7-16,0 1 4 0,0 3-3 0,-1-1-17 16,1 1-14-16,0 1-10 0,-1 2-7 15,-1 1-24-15,1-4-10 0,0 0-15 0,0 3-16 0,1-2-17 16,-3 1-23-16,0-4-16 0,1 3-22 0,-3-1-22 16,-1-6-48-16,-2 2-250 0,0-3-546 15,-2-3 242-15</inkml:trace>
  <inkml:trace contextRef="#ctx0" brushRef="#br0" timeOffset="64742.93">4567 7020 364 0,'0'-7'368'0,"0"0"-19"0,0 1-33 0,1 2-35 16,-1 0-33-16,0 4-36 0,0-5-54 0,0 5-63 16,0 0-31-16,0 0-15 0,0 0-38 15,0 0-30-15,-1 17-39 0,4-8-54 0,0 1-58 16,-2 1-190-16,5-5-389 0,-2 4 172 0</inkml:trace>
  <inkml:trace contextRef="#ctx0" brushRef="#br0" timeOffset="65370.38">5009 6817 314 0,'2'-9'403'15,"1"0"-7"-15,-2 3-21 0,3-1-25 0,-4 3-34 16,2 0-38-16,0 0-33 0,1 1-24 0,-3 3-46 16,2-5-75-16,-2 5-16 0,0 0-5 0,0 0-11 0,-7 27-10 15,4 0-1-15,-4 6-6 0,-3 16-4 16,-4-1-4-16,0 1-5 0,-4 3-4 0,0-3-2 16,1 1-7-16,2-5 0 0,5-9 1 0,2-4-3 15,4-1-6-15,3-2 2 0,-3 0-20 0,4-7 3 16,-1-5-6-16,0 0-7 0,1-5 11 0,0-3-6 15,-2-1 4-15,4 0 2 0,-2-3 14 0,0-1 22 16,0 0 29-16,0-4 37 0,0 7 13 0,0-7-17 16,0 0-2-16,0 0-8 0,7-12-13 0,-3 5-21 15,-3-3-26-15,2-1 2 0,-2-2-36 0,-1-1-29 16,-6-3-16-16,-2 2-12 0,-4-4-12 0,-8 1 5 16,-5 2 4-16,-2 2 8 0,0 1 0 0,-1 2 5 15,0 1 6-15,6 6 5 0,4-1 0 0,4 2 8 16,3-1 0-16,2 1-12 0,0 2-33 0,2-3-24 15,4 4 9-15,3 0 10 0,0 0 9 0,0 0 5 16,29 9 6-16,2-3 1 0,4-6 1 0,22 2 0 16,-2-2 6-16,1 3-2 0,1-2 3 0,-3-3-3 15,-3 2 6-15,-12 0 7 0,0-4 4 0,-2 1 5 0,-2-2 6 16,-6-3 13-16,-7 6 32 0,-4 0 37 16,-6-1 43-16,0-1 33 0,-3 2 30 0,0-1 16 15,-3 1 21-15,-1 1 12 0,-1-1 2 0,0 1-3 16,-4 1-10-16,7-3-19 0,-7 3-18 0,4-4-19 15,-4 4-21-15,0 0-15 0,8 0-16 0,-8 0-26 16,0 0-26-16,0 0-24 0,0 0-12 0,3 9-3 16,-3-7-2-16,-2 4 3 0,1 2-6 0,1-4 1 15,-2 5-19-15,0-1-22 0,1 2-14 0,0-3-12 16,1 1-10-16,0 0-10 0,0 1-17 0,-2-4-17 16,1 2-15-16,-2-1-28 0,3-1-26 0,-1-2-17 15,1-3-10-15,-5 6-25 0,5-6-74 0,0 0-187 16,0 0-551-16,-10-14 245 0</inkml:trace>
  <inkml:trace contextRef="#ctx0" brushRef="#br0" timeOffset="65512.6">5328 6975 115 0,'-2'-10'413'0,"0"5"-7"16,2-2-17-16,0 2-17 0,0 1-37 16,0 4-29-16,0-6-29 0,0 6-36 0,0 0-34 15,-1-6-56-15,1 6-69 0,0 0-51 0,0 0-33 16,0 0-38-16,0 0-45 0,13 11-56 0,-6-5-72 0,-4-1-261 15,6 2-514-15,-3-1 227 0</inkml:trace>
  <inkml:trace contextRef="#ctx0" brushRef="#br0" timeOffset="66705.92">5632 7149 31 0,'0'3'284'0,"0"-3"-15"15,-2 5-12-15,-1-1-12 0,3-4-13 0,0 0-14 16,0 4-23-16,0-4-19 0,0 3-16 0,0-3-14 16,0 0-15-16,0 0-12 0,3 5-12 0,-3-5-11 15,0 0-8-15,11-1-7 0,-11 1-12 0,13-5-3 0,1 4-9 16,-3-2-4-16,1-3-1 0,2 1-7 16,-4-1-7-16,4-2-1 0,-2 2 8 0,-3-1-14 15,2-1-3-15,-3 3-1 0,-3 0 26 0,0-2 9 16,4 5-1-16,-6-2 5 0,0 0 0 0,1 0-3 15,-4 4-4-15,4-5-12 0,-4 5-11 0,0 0-7 16,0 0-10-16,-14-4 4 0,-2 6-5 0,-1 3-4 16,-4 0 0-16,2 4-4 0,0 0-4 0,0 1-1 15,1 1 1-15,-4 5-7 0,8-4-9 0,1 3-15 16,3-1-5-16,1 2-4 0,4 0-6 0,0-1-3 16,5 1 17-16,1-1-7 0,11-1-2 0,-1 0 5 15,11 0 7-15,5-2 3 0,2-1 6 0,3-5 1 16,4-1 2-16,2-1 1 0,2-7-4 0,-3 3 2 15,3-1 5-15,-5-6 2 0,1 0 7 0,-4-2 16 16,-4-1 14-16,-1 0 15 0,-9-1 20 0,-1-1 27 16,-5 1 11-16,1-1 9 0,-5 2 12 0,-2 1 8 0,-2-1-13 15,-3 4-10-15,2-2-15 0,-4 2-16 0,-2-2-8 16,-5 2-17-16,-1 1-8 0,-3 1-9 16,-1 3-10-16,-5 1-7 0,0 2 3 0,-1 3-11 15,1 0-16-15,0 1-12 0,0 1-4 0,4 2-18 16,-1 1-19-16,3 4 12 0,-1-3-24 0,3 0-3 0,5-1-4 15,-1 0 6-15,1-2-1 0,1 1 4 16,3-4 8-16,-3 0 6 0,1-2 16 0,1 1 23 16,3 0 19-16,-1-4 25 0,8 1-1 0,-8-1 18 15,15-3 10-15,-5-3-1 0,2 2 1 0,-2-3 4 16,3 1-5-16,-2-2-4 0,2-2-1 0,2 0-6 16,-2 1-1-16,1-3-10 0,-5 7 4 0,0-2-3 15,1 0 2-15,-6 4-10 0,1-2 4 0,2 1-7 16,-5 1-3-16,2 0-11 0,1 1-25 0,0 2-19 15,-5 0-18-15,8 0 12 0,-8 0-24 0,15 4 3 16,-1-3-9-16,2 9-20 0,1-6-11 0,4 4-7 0,3 2-3 16,3-3-5-16,0 0-8 0,-4-2-5 15,-1-1-1-15,4-1 1 0,-6-3-2 0,0-2 8 16,-1 0 11-16,-3-2 10 0,0-3 12 0,-4-2 18 16,1 3 28-16,-2-5 27 0,-1-3 31 0,-2-1 25 15,2-1 24-15,-2-2 1 0,-2-1 10 0,2-8 21 0,2 0 9 16,-2-4-1-16,-2 6 7 0,4-4 18 0,-3 3 21 15,-2 7 4-15,0 1 9 0,0 0 6 16,-2 7-3-16,-1 1-13 0,1 1-17 0,-1 2-20 16,-2 2-18-16,3-1-39 0,-3 6-48 0,1-7-45 15,-1 7-29-15,0 0-11 0,0 0 14 0,0 0 7 16,-1 31 2-16,-1-12 3 0,-1 7 12 0,-1 2 9 0,0 4 0 16,-1-1-17-16,0 1-9 0,0 1-4 0,2-3-8 15,0-2 8-15,2 0-13 0,-2-3-4 16,0-7 3-16,3-1 2 0,-1-5 3 0,1 1 6 15,-3-4 6-15,3-2 6 0,-1-1 9 0,0-2 9 16,1 0 29-16,-3 0 9 0,3-4 2 0,-5 0 1 0,5 0-1 16,-15-8-4-16,3 3 1 0,-1-4-1 15,-5-1-7-15,3 0 6 0,0 1 3 0,-1 0-1 16,6 1-3-16,-1 0-1 0,2 1-3 0,1 1 6 16,0-2-1-16,3 4 1 0,0 2-4 0,0-4-1 15,1 4 2-15,6-2-18 0,-2 4-18 0,6-8-5 0,3 4-2 16,1-1-1-16,8-1-3 0,-1 1 1 15,2 0 6-15,7-2 4 0,1 3 3 0,4-2-2 16,-3 1 5-16,1 0 3 0,-1 0 3 0,0-2 4 16,-7 5 3-16,1-3 14 0,-2 1 23 0,-2-2 3 15,-4 2 14-15,-2 2 27 0,-2-3 17 0,-1 4 15 0,-4-1 14 16,3-1-3-16,-3 2-7 0,0 0-6 0,-5 1-21 16,8-3-7-16,-5 2-12 0,-3 1-13 15,0 0-17-15,0 0-11 0,9 2-4 0,-9-2-4 16,4 7 1-16,-1-3-15 0,-2 2 1 0,2 1 6 15,-1 5-3-15,3-2 0 0,-2 3 2 0,-1-1-1 0,1 5 1 16,1 0-3-16,0-1-16 0,-2-5-24 16,0 2-21-16,0-1-21 0,-1-3-14 0,3-1-22 15,-3-1-25-15,1 0-25 0,0-2-25 0,-2 0-14 16,0-3-17-16,0-2-98 0,0 0-167 0,0 0-532 16,-7-16 236-16</inkml:trace>
  <inkml:trace contextRef="#ctx0" brushRef="#br0" timeOffset="66851.19">6841 6873 120 0,'1'-5'319'0,"-2"2"-21"15,2-2-33-15,-1 5-26 0,2-6-27 0,-2 2-29 16,0 4-25-16,7 0-37 0,-7 0-37 0,10 9-36 0,-2-2-50 16,2 1-56-16,3 3-57 0,-4 3-197 15,5-3-338-15,-6 0 149 0</inkml:trace>
  <inkml:trace contextRef="#ctx0" brushRef="#br0" timeOffset="67203.42">7207 7089 109 0,'0'0'225'0,"-21"-3"-16"15,16 3-13-15,-4 3-20 0,0-1-16 0,0 3-13 16,-5-1-12-16,0 6-14 0,-4 0-13 0,0 2-14 0,0-2-5 15,-1 9-9-15,5-7-11 0,0 3-7 0,4-2-4 16,2 1-3-16,3-2-6 0,-1-1-3 16,4 0-2-16,1-2-2 0,1 0 6 0,3 1 5 15,3-2 3-15,0-1 9 0,5 0 7 0,0-2 1 16,2-2 3-16,5 1 1 0,-2-4 23 0,-2 0-4 0,-2-3 23 16,2 1-10-16,0-2 6 0,-5-2-4 15,5-5-9-15,-2 3-4 0,-6-6-20 0,4 0-3 16,-2-2-8-16,-4 0-12 0,0-1 4 0,-3 1-16 15,-2-2-4-15,-2 6-7 0,0 0-11 0,-3 2 1 16,-3-2-16-16,0 4-6 0,-5-1-2 0,-4 2-13 0,1 1-18 16,-3 2-26-16,2 4-26 0,-1 0-29 15,0 0-31-15,6 3-38 0,-1 1-10 0,5 2-41 16,0 1-59-16,4-3-172 0,4 3-502 0,2-1 222 16</inkml:trace>
  <inkml:trace contextRef="#ctx0" brushRef="#br0" timeOffset="67535.33">7379 7159 243 0,'0'0'405'0,"8"-4"0"0,-7 2-32 0,-1 2-23 16,5-3-29-16,-5 3-34 0,0 0-30 0,0 0-29 0,0 0-30 16,0 0-24-16,0 0-24 0,0 0-10 0,0 0-22 15,9 11-25-15,-9-4-6 0,-4 3-11 0,3 2-9 16,-2 1-11-16,0 4-19 0,0-2-17 15,-1-4 3-15,4 1-8 0,-2-3-17 0,-1 2-1 16,3-4-2-16,0-1 2 0,-1-2 6 0,1 0 8 0,0-4 21 16,-3 6 32-16,6-4 18 0,-3-2 8 0,9-1-14 15,-9 1 7-15,19-7-7 0,-9 3 13 16,3-4-7-16,1 0 7 0,-1 2 9 0,-3 0-3 16,-1 0 1-16,0 1-10 0,-3 2-9 0,-1-1-10 15,-1 1-8-15,1 1-11 0,-1-1-14 0,-1 2-38 0,-3 1-30 16,12 5-25-16,-3 0-2 0,4 3-41 15,0 1-53-15,1 3-64 0,0 3-79 0,0-2-136 16,0-2-264-16,-4-1-754 0,2-5 334 0</inkml:trace>
  <inkml:trace contextRef="#ctx0" brushRef="#br0" timeOffset="68453.27">8526 7195 225 0,'-2'-5'249'0,"2"5"-14"16,-3-3-8-16,3 3-15 0,-2-6-11 0,2 6-10 16,-2-4-16-16,2 4-15 0,0 0-13 0,-3-4-20 15,3 4-14-15,0 0-13 0,0 0-14 0,0 0-11 16,0 0-6-16,-13 9-9 0,4-2-1 0,-5 5-7 15,1 2-14-15,-2 0-2 0,2 2-7 0,-6 4-1 16,7-6 0-16,2 3-6 0,-3 0-2 0,6 1 2 16,0-2-3-16,0-2-6 0,4 2 5 0,1-3-3 15,0-1-2-15,6-2 0 0,-1-2 0 0,4 1 3 16,1-3 3-16,2-1 3 0,4-3 4 0,-1-2 9 16,1-1 11-16,3-3 9 0,-2-1 8 0,-1 0 19 0,-1-2-2 15,1-1 2-15,-1-4-7 0,-1-2-17 16,0-1 2-16,-3 1-6 0,-3-3-12 0,-1 0-9 15,-3-1-14-15,-2-1-4 0,0 0-13 0,-3 1-6 16,-2 2 5-16,0 1-14 0,-4-1-18 0,-1 3-10 16,1 6-4-16,-3-2-29 0,1 2-13 0,0 4-26 15,0-3-11-15,1 5-33 0,-3 1-20 0,8 0-31 16,5 0-16-16,-9 3-223 0,9-3-483 0,0 0 215 16</inkml:trace>
  <inkml:trace contextRef="#ctx0" brushRef="#br0" timeOffset="68840.92">8874 6945 12 0,'6'-9'375'0,"-2"-3"-8"0,0 4-9 0,0 3-32 16,-3 0-33-16,2 1-34 0,-2 1-37 0,2 1-44 16,-3 2-57-16,0 0-14 0,0 0-14 0,-3 19-2 15,-1 1-20-15,-2 11-5 0,-8 15-4 0,-2 2-8 16,1 6-3-16,-2-3-6 0,2 1-3 0,0-3-4 15,3-3-4-15,3-12-3 0,3 1-3 0,2-4-2 16,1 0 0-16,2-3 0 0,2-8-3 0,-1 1-2 16,2-5-3-16,0-4 1 0,0 3-3 0,-1-8 5 15,0 0 4-15,-1-2 22 0,2 2 29 0,-2-3 43 16,0 1 36-16,1-1 18 0,-1-4-7 0,0 0-17 16,0 0-15-16,5-10-15 0,-5 3-17 0,0-3-30 15,-1-2-29-15,-2-5-28 0,-2-2-23 0,-2 1-19 16,-4-6 15-16,2 7-5 0,0-2-4 0,-4 4 5 15,2-1 9-15,-3 3-6 0,4 1 7 0,1 0 4 16,2 8 6-16,0-5 8 0,0 5-4 0,3-1-5 16,3 2-5-16,-3-1-5 0,3 1-8 0,1 3 3 15,14-3-10-15,9 0-26 0,15 0-25 0,25-2-39 16,33-1-49-16,3 2-42 0,1 1-64 0,11-4-74 16,-6-2-251-16,-1-3-641 0,-9-2 284 0</inkml:trace>
  <inkml:trace contextRef="#ctx0" brushRef="#br0" timeOffset="69252.92">10075 6962 267 0,'1'-12'348'0,"2"2"-8"0,1 1 3 16,0-1-3-16,-2 0-16 0,3 1-5 0,-5 4-19 15,3-2-24-15,-2 4-23 0,-1 0-34 0,1-3-23 16,1 3-24-16,-1 0-36 0,-1 3-57 0,0 0-27 16,0 0-16-16,0 0-1 0,3 23-5 0,-5-6-1 15,0 11-1-15,-5 3-9 0,1 6 1 0,-3 12-6 16,1-3 0-16,-3 1 4 0,2-2-3 0,2-9-3 15,1-4 2-15,0-1-1 0,2-3-5 0,-1-1 5 16,1-7-1-16,4-3-9 0,-1 0 4 0,-1-5 2 16,1-2 2-16,1 0 3 0,0-3-9 0,0-3 5 15,0 3 12-15,-1-2 26 0,1-2 14 0,-1 0 18 0,1-3 13 16,0 6 4-16,0-6 0 0,0 0 0 16,0 0-10-16,-3 2-10 0,3-2-36 0,0 0-51 15,0 0-61-15,0 0-62 0,3-16-54 0,-2 12-66 0,-1-3-63 16,4-3-70-16,0 0-247 0,2 0-686 15,4-5 303-15</inkml:trace>
  <inkml:trace contextRef="#ctx0" brushRef="#br0" timeOffset="69854.63">10471 7163 185 0,'0'0'296'0,"0"0"-17"0,0 0-31 0,0 0-29 15,0 0-22-15,0 0-10 0,0 0-22 0,-11 10-24 16,2-5-11-16,-1 2-15 0,-3 3-10 0,-1 2-10 16,-2 0-11-16,1 0-10 0,1-2-7 0,0 5-5 15,1-4-7-15,1 1-4 0,1 1-8 0,4-2-3 16,-2-1-7-16,4-1-3 0,-1 2-4 0,3-2-5 16,0 1 2-16,2-2 2 0,1 3-9 0,1-5 0 15,2 6-2-15,0-5-1 0,1 0 3 0,3 1-2 16,3-2-3-16,0 4-3 0,-1-4 3 0,1 0-2 15,-3 0 0-15,-1-2 3 0,-1-1-10 0,-1 0-6 16,2 0-2-16,-2 0-3 0,-3-1-8 0,-1-2 2 16,-1 4 5-16,0 0 11 0,-8-1-8 0,-4 1 1 15,-5-1 2-15,2 0 0 0,-2-1 1 0,-1 2-5 16,-2-2-8-16,2 1-12 0,1-2-15 0,4-1-17 16,4 0-11-16,-3-1-13 0,3 1-10 0,2-5-26 15,4 1-16-15,4 1-2 0,4-2 12 0,5-2 5 16,9-3 15-16,7-5 7 0,5 1 4 0,2-5 2 15,1 0 5-15,12-6 13 0,2-4 1 0,-3 0 3 16,0-3 13-16,0 3 23 0,-4-2 27 0,-10 5 24 16,-3 4 27-16,0 0 39 0,-7 2 35 0,-1 2 36 15,-6 3 25-15,0 2 18 0,-3 0 26 0,-4 0 6 0,2 4 4 16,-3 0 2-16,-1 4-8 0,1-2-16 16,-4 2-20-16,2 0-22 0,-2 1-23 0,1 1-55 15,-2 3-34-15,0 0-5 0,0 0-13 0,2 11 1 16,-4 1-2-16,-5 5-10 0,-2 7-1 0,0 5 1 15,0 0-6-15,3 2-1 0,-3-1-2 0,4 1-5 16,-1 1-27-16,2-3-20 0,0-1-16 0,-1-3-14 16,2-6-10-16,2 1-8 0,0-3-13 0,-1-3-12 15,1-2-9-15,0-3-14 0,0 2-8 0,-1-5-1 16,1 0 20-16,1-3 11 0,-1 0-21 0,1-3-49 16,0 0-13-16,-9-8-21 0,4 3-179 0,-3-5-421 15,-1-2 187-15</inkml:trace>
  <inkml:trace contextRef="#ctx0" brushRef="#br0" timeOffset="70070.52">10600 7356 521 0,'-11'-14'63'0,"-2"4"21"15,-1-1 13-15,4 3 16 0,-2 0 14 0,3 2 3 0,0 1 15 16,2-1 11-16,3 3 7 0,-1 0-3 0,1 0-5 16,4 3-2-16,-5-4 10 0,5 4-24 0,-3-3-12 15,3 3-11-15,9-2-11 0,4-1-7 0,15 1-5 16,9 2-14-16,20-4-6 0,4 0-4 0,32 0-2 16,-28 1 25-16,30-3 6 0,-6 2 4 0,-22 3-1 15,23-3-7-15,-32 2 3 0,-21-2-14 16,0-1-10-16,-9 3 3 0,-9 1 3 0,-6 0 2 0,-2 0-10 15,0 1 2-15,-5-2-7 0,1-1-15 0,-2 3-20 16,-5 0-34-16,0 0-42 0,0 0-43 0,-21-7-41 16,-2 7-59-16,-6 3-76 0,1 1-91 0,6-4-211 15,4 0-612-15,3-3 271 0</inkml:trace>
  <inkml:trace contextRef="#ctx0" brushRef="#br0" timeOffset="70720.23">12682 7094 254 0,'1'-4'285'0,"0"0"-19"16,-1 4-25-16,0-4-21 0,0 4-25 0,0 0-22 15,-3-5-22-15,3 5-16 0,0 0-14 0,-19 9-13 0,4 3-15 16,0 0-1-16,-8 7-15 0,0 1-9 16,-1 2-6-16,2-3-1 0,-1 8-12 0,5-5-6 15,0 2-3-15,4-1-5 0,0-2-6 0,7-4 2 16,0-1-4-16,2-4-2 0,1-2-3 0,4 2-5 0,0-3 6 16,0-2 6-16,4-1 18 0,0 0 24 0,2-2 9 15,6-3 8-15,2-2 4 0,1-2 6 16,3-2-1-16,2-3 5 0,-3-1 2 0,2-2 2 15,-2-2-7-15,-2-1-8 0,-2 0-8 0,5-8-9 0,-4 1-7 16,-1-2-8-16,-6 0-11 0,-1 4 0 16,-4 0-29-16,-1-1-18 0,-1 1-4 0,-2 2-13 15,-2 3-13-15,-1 2-24 0,-2 4-15 0,-3-1-18 16,-4 1-18-16,-5 3-24 0,1 1-27 0,-4 4-31 0,2 0-42 16,2 3-26-16,0 2-269 0,5-1-566 0,6-2 250 15</inkml:trace>
  <inkml:trace contextRef="#ctx0" brushRef="#br0" timeOffset="71102.23">12863 7189 20 0,'6'-4'338'0,"-3"3"-12"15,3-4-26-15,-4 3-29 0,-2 2-30 0,9-3-25 16,-7 2-26-16,-2 1-22 0,11 2-15 0,-5 1-20 15,4 3-12-15,-1 0-14 0,-1 4-15 0,1-3-6 16,2 6-7-16,-3-2-8 0,-1-2-7 0,1 7-9 16,-4-5-9-16,0 4-1 0,0-3-4 0,-4 2-6 15,0-1-1-15,0-2-3 0,-3-3-5 0,2 4-1 16,1-7-2-16,-3 4-3 0,3-4 4 0,-1-2 2 16,1 0 24-16,0 2 27 0,0-5 46 0,0 0 43 15,-1 4 45-15,1-4-5 0,0 0-23 0,0 0-19 16,5-14-16-16,-1 8-18 0,2-7-9 0,2-1-18 15,6-3-22-15,0-6-25 0,5 1-17 0,0 1-22 0,-1-3-17 16,3 2-6-16,-7 7-33 0,0 1-16 0,-1 0-25 16,3 3-29-16,1 1-17 0,-2 3-31 15,3 2-13-15,1 0-12 0,4 5-12 0,-2 0-3 16,7 3-6-16,1-1-22 0,-2 3-17 0,2 2 5 0,5 0-5 16,-6 1-15-16,-1-1-171 0,-1-1-461 15,4 1 204-15</inkml:trace>
  <inkml:trace contextRef="#ctx0" brushRef="#br0" timeOffset="71502.39">13621 7201 738 0,'9'1'53'0,"0"-1"28"15,0-1 16-15,-4-1 32 0,0-2 12 0,-1 2 13 16,-1-1-4-16,-3 3-1 0,2-6 0 0,-2 3-7 0,0-1-15 16,-1-1-10-16,1 5-13 0,-5-9-10 0,1 7-12 15,0-3-9-15,-6 4-9 0,1-1-5 0,-3 2-9 16,1 0-5-16,-2 2 0 0,-7 4-6 16,4-2-9-16,-3 4 0 0,1 0-8 0,0 1-1 0,-1 3-1 15,5-4-4-15,-1 3 0 0,2 1-14 0,0 0 2 16,3 0-1-16,1-2 3 0,4 1-2 15,1-1-1-15,-1 1-2 0,0-3 1 0,5 2 5 16,0-4-3-16,1 0 1 0,3 0 0 0,1-1 3 0,0 0 3 16,7-3-5-16,-1 0 1 0,2-2 3 0,0-3-6 15,6-3 3-15,-2 0-2 0,-3-3 2 0,2 0 7 16,-2-3 11-16,2-1 6 0,2-8-6 16,-6 4 6-16,1-7 9 0,0-3-11 0,1-3 0 0,-4-1-2 15,7-12-3-15,-7 7 6 0,-1-11-1 0,0 14 14 16,-4-1 19-16,3 2 22 0,-4 3 23 0,-2 2 25 15,-1 10 8-15,1 6 2 0,-2-1-1 0,1 3-18 16,-1 2-18-16,0 3-17 0,0-1-37 0,4 0-58 16,-3 3-53-16,-1 2 4 0,0 0-1 0,-8 12 10 15,2-1 8-15,-3 14 5 0,0 5 6 0,0 2 3 16,3 1 6-16,-3 13-18 0,0-12-25 0,5 3-9 16,-1 9-18-16,1-11-16 0,4-1-24 0,1-5-21 15,3 1-27-15,-1-2-38 0,-1-11-23 0,2-1-64 16,1-5-158-16,0-3-496 0,2-3 220 0</inkml:trace>
  <inkml:trace contextRef="#ctx0" brushRef="#br0" timeOffset="71789.07">13796 7278 87 0,'0'0'312'16,"7"-4"-18"-16,-7 4-16 0,2-1-14 0,-2 1-18 16,0 0-12-16,0 0-20 0,4-3-23 0,-4 3-15 15,0 0-15-15,5-3-25 0,-5 3-8 0,0 0-14 0,4-2-10 16,1 2-5-16,4-2-18 0,1 1-5 0,-1-1-7 15,9-2-8-15,0-2-8 0,1 2-7 16,0-2-6-16,1 2 11 0,-3-4-10 0,1 1-9 16,-1 1 0-16,-1-5-6 0,-1 2-6 0,1-1 3 0,-7 0 1 15,0 1-8-15,1-1 4 0,-5 3 6 16,2-4 5-16,-5 2-2 0,2 4 9 0,-1-2-9 16,-2 2-9-16,-1-1-9 0,0 3 3 0,-1-1-3 15,-2 0-7-15,-3 2 1 0,-2 2-9 0,-6 1-3 16,1 3-6-16,-5 1-11 0,2 3-15 0,-2 1 0 0,1 3-29 15,1 1-23-15,-6 3-21 0,4 4-35 16,4-6-36-16,4 2-19 0,2 0-28 0,-1-3-238 16,9 0-507-16,-1-6 224 0</inkml:trace>
  <inkml:trace contextRef="#ctx0" brushRef="#br0" timeOffset="72037.32">14213 7163 49 0,'11'-6'345'15,"-2"1"-13"-15,0-1-11 0,-4 4-27 0,2-3-29 16,-1 3-35-16,-3-1-29 0,-3 3-19 0,6 0-26 16,-6 0-17-16,9 5-11 0,-3 0-3 0,-2 0-26 15,0 1-9-15,-4 4-12 0,5-1-4 0,-5 2-6 16,-4-1-9-16,4 2 1 0,0 0-13 0,-1-3-3 16,1-1 0-16,0 0-6 0,-3-3 1 0,2-1-3 15,1 1 5-15,0-5 10 0,-1 7 22 0,1-7 3 16,0 0-20-16,0 0-32 0,23-9-18 0,-5-1-32 15,6-4-40-15,5-1-49 0,1-2-67 0,0-4-79 16,1 3-276-16,10-11-582 0,-10 10 258 0</inkml:trace>
  <inkml:trace contextRef="#ctx0" brushRef="#br0" timeOffset="72617.78">15533 6927 205 0,'2'-6'279'0,"2"-4"-15"0,0 1-10 0,1-3-6 16,-1 4-7-16,-1-3-22 0,4 0 1 0,-6 5-13 15,3-2 8-15,0 3-28 0,-4 0-21 0,4 1-14 16,-4 1-27-16,1-1-24 0,-1 4-29 0,0 0-30 0,0 0-10 15,0 0-4-15,-4 16-2 0,-2 1-1 16,-7 9-7-16,2 1 1 0,-3 5-2 0,-3 11-1 16,-3-1-3-16,6-8 4 0,-3 0-2 0,5-1 10 15,-1-1-14-15,2-3-1 0,2 2-16 0,3-3-11 0,-2-10-21 16,6 1-10-16,-2-3-12 0,1-3-14 16,-1-3-10-16,3-1-13 0,0-3-5 0,-2 0 12 15,3 0-15-15,-4-6-49 0,4 0-50 0,0 0-195 16,3-14-432-16,-2 4 193 0</inkml:trace>
  <inkml:trace contextRef="#ctx0" brushRef="#br0" timeOffset="73551.17">15401 6804 143 0,'-9'-14'276'0,"4"3"-6"0,0 2-5 0,1 1-23 16,-1 2-22-16,4 2-26 0,-2-1-24 0,2 3-20 15,1 2-20-15,0 0-11 0,0 0-11 0,0 0-10 16,18 15-11-16,-4-4-8 0,13 7-8 0,5 3-6 15,10 10-9-15,0-2 0 0,0 3-8 0,2-2-7 16,-15-9-4-16,-1 3-6 0,-2-2-6 0,-4-1-8 16,-1-1 2-16,-8-3-12 0,-3-2-7 0,-5 1-3 15,-1-4-5-15,-4-1 4 0,-5-2 5 0,-3 0 1 16,-11 0 1-16,-8 2 3 0,-6-4-3 0,0 0 2 16,-4-3 2-16,1 0 0 0,-4-2 4 0,3-1-2 15,3 0-1-15,1-1-2 0,1-1 1 0,1 1 0 16,9 0 7-16,5-1-9 0,4 1 1 0,4 0 0 15,1-1 2-15,0 0 1 0,3 0-14 0,5 1-24 16,5-7-20-16,9 3-4 0,14-3-5 0,4-1-4 16,7-2-5-16,18 1-6 0,-2-1-2 0,4-2 9 15,-4 2 6-15,1-4 5 0,-1 1 5 0,0-2 7 16,-18 2 2-16,-1-1 7 0,1 1 18 0,-3-2 21 16,-7 3 18-16,-1-2 37 0,-3-2 23 0,-9 6 19 15,-5 0 28-15,0 3 16 0,0-3 14 0,-3 0 18 16,2 1 10-16,-2-1 5 0,-1 4-3 0,-2-3 6 15,0 3-8-15,0 0-14 0,1 4-14 0,-4-3-24 16,3 3-18-16,-3 2-12 0,0-3-25 0,0 3-43 16,0 0-35-16,3-3-37 0,-3 3-18 0,0 0 0 15,2 9 10-15,-4-3-3 0,1 7 11 0,0 3-2 16,-3 1 0-16,3 4 14 0,-4 0 2 0,1 4 8 16,-1 0-6-16,1 1 7 0,0-6-5 0,0 0 9 15,2-3-4-15,-1-1-11 0,3-3-9 0,-5-4-3 16,5-1-8-16,-1-2-1 0,0 2 4 0,1-4 16 15,1-1 0-15,-2 2 10 0,1-2 42 0,0-3 21 16,0 0 24-16,-3 4 7 0,3-4-8 0,0 0-20 0,0 0-11 16,3-16-11-16,-1 5-15 0,-2 0-15 15,5-5-17-15,0-2-15 0,2-1-9 0,0-9 1 16,-3 11 1-16,4-9 1 0,-3 2 2 0,0-1 3 16,-1 9 4-16,0-1 4 0,-2 1 3 0,2-1-8 0,0 0 14 15,-2 5-1-15,0 1 15 0,0 1 3 16,0 1 8-16,-1 1 3 0,0 3 6 0,0-2 7 15,-1 2 4-15,2 1 3 0,-1-1-3 0,-1 2-2 16,0-1-1-16,0 4-4 0,0-5-2 0,0 5 6 0,1-2-2 16,-1-4 1-16,0 6-6 0,0 0-3 0,0 0-6 15,0 0 5-15,0-4-6 0,0 4-1 0,0 0-1 16,0 0-10-16,0 0 1 0,0 0-6 0,0 0-6 16,0 0-5-16,0 0-3 0,11 12 0 0,-3-3-9 15,0 6 7-15,2 2 5 0,4 6-5 0,1 2 3 16,1 2 15-16,-3 2-13 0,2 1 1 0,-2 0 4 15,-4 1-4-15,5-1 5 0,-6-1-1 0,-1 3-3 16,0-6-6-16,-6-8-5 0,-2 2 1 0,-4-2-5 16,-2-3 4-16,-4 1 8 0,-3-3-3 0,-8 1 8 15,-5 0 5-15,-2-4-4 0,-1-3 2 0,-2-1 7 16,3-2 0-16,0-1-3 0,-1-1 9 0,7 0-5 16,0-2 4-16,9 0 5 0,1 0-6 0,3-2 7 15,1 2 8-15,3-1 23 0,-2 1 24 0,2-1 4 16,6 1-7-16,-5-4-43 0,6 0-51 0,8-1-30 15,7-2-27-15,11-2-20 0,4 1-33 0,2-4-38 16,2 4-22-16,2-1-18 0,-1-1-22 0,3-2-3 16,-2 0-5-16,-2 0-188 0,-2-1-476 0,0-2 210 15</inkml:trace>
  <inkml:trace contextRef="#ctx0" brushRef="#br0" timeOffset="73936.53">16458 7084 1082 0,'23'-19'8'0,"-1"-1"19"0,-7-2 35 0,2 2 26 16,-7 4 32-16,0-1 25 0,-1-3 10 0,-1 6 26 15,-2-1 12-15,1 0 29 0,-5 4-15 0,2 0 17 0,-2 1-5 16,1 1 9-16,-2 2 1 0,0 1-12 0,1 0-19 15,-2 1-22-15,0 0-21 0,0 5-12 16,0-4-21-16,0 4-18 0,1-4-13 0,-1 4-30 16,1-4-36-16,-1 4-34 0,0 0-17 0,0 0-4 0,0 0 9 15,0 10 4-15,-2-1-7 0,-1 3 13 16,1 4-9-16,-1 1 12 0,-1 2 0 0,-2 6-3 16,1 0 4-16,1 0 4 0,-1 1-4 0,0-9 6 15,0 10-7-15,-2-8 2 0,3-1-4 0,-1-1-8 16,3 0 4-16,-1-6-8 0,2 0 3 0,-2-6 1 15,2 2 6-15,0-1 3 0,1-1 6 0,-3-1 7 0,1-1 19 16,2-3 30-16,-1 6 29 0,1-6 28 16,0 0 22-16,0 0-3 0,0 0-15 0,0 0 1 15,-7-10 0-15,7 4-5 0,-1-5-11 0,-2-1-8 0,3-5-11 16,0-2-15-16,1-10-12 0,1-3-11 16,2 0-13-16,1-4-12 0,9-13-16 0,1 5 0 15,-7 12-6-15,2 1 2 0,-1 4 1 0,0 3 4 16,-3 6-2-16,-1 1 3 0,2 3-1 0,-1 3 2 0,-3 3-2 15,4-1-4-15,-3 3 1 0,1 1-7 0,0 1-31 16,4-2-40-16,4 5-39 0,1 1-36 0,5 3-32 16,8 5-28-16,-5-1-41 0,0 7-46 15,2 0-59-15,-6 0-323 0,-5 2-737 0,-2-1 326 0</inkml:trace>
  <inkml:trace contextRef="#ctx0" brushRef="#br0" timeOffset="74155.7">16560 7333 259 0,'-2'2'269'0,"-1"1"-3"16,1-1-5-16,2-2-15 0,0 0-10 0,0 0-25 15,15 3-22-15,-2-3-18 0,16-1-18 0,6-2-14 16,0 2-13-16,6-2-24 0,-1-3-41 0,-2 2-45 15,2 0-54-15,-6-1-70 0,-2-5-61 0,-4 3-230 16,-11-1-432-16,1-1 193 0</inkml:trace>
  <inkml:trace contextRef="#ctx0" brushRef="#br0" timeOffset="74331.14">16597 7139 367 0,'-5'2'374'0,"5"-2"-6"16,-7 0-13-16,7 0-35 0,-4-4-41 0,4 4-30 16,0 0-24-16,23-8-24 0,-2 6-34 0,15-2-44 15,15-2-58-15,0 0-65 0,-11 5-72 0,11-3-108 16,-14-2-102-16,0 0-145 0,-5-2-462 0,-3-1 204 16</inkml:trace>
  <inkml:trace contextRef="#ctx0" brushRef="#br0" timeOffset="74650.47">17255 7009 192 0,'0'0'407'0,"0"0"-18"16,0 0-33-16,0 0-31 0,0 0-33 15,0 0-33-15,0 0-33 0,0 0-42 0,-5 1-27 0,5-1-35 16,0 0-17-16,-4 5-18 0,2-2-7 15,1 2-4-15,-3 0-9 0,0 1-6 0,0 0-8 16,1 5-7-16,0-6 0 0,0 5-9 0,2-2-2 16,1 4-3-16,0-2-7 0,4 1 12 0,1 2-16 15,2 1-3-15,6 1 2 0,-1-1-7 0,3 0 4 16,0-1-5-16,7 4 3 0,-8-3-1 0,-1-2-10 16,-3 0 5-16,-1-1-3 0,-4-4-14 0,4 2-2 15,-5-2-5-15,-4 1 4 0,0 1-2 0,-4-2 3 16,-5 1-3-16,-5 1 12 0,-5-1-1 0,-13 3 0 15,0-4-1-15,-1 1-41 0,-2 0-67 0,-4 0-113 16,3-6-339-16,4 0-611 0,1-5 271 0</inkml:trace>
  <inkml:trace contextRef="#ctx0" brushRef="#br0" timeOffset="75967.07">2941 8069 108 0,'0'4'130'15,"0"-4"-14"-15,0 0-15 0,0 0-10 0,0 0-7 0,13-6-8 16,-13 6-5-16,10-2-13 0,-1 2-4 16,-4 0 7-16,5 0-17 0,-1 0 1 0,0 0 2 15,3 0-7-15,2 1 2 0,-1-1-1 0,6 3 1 16,-3-2-1-16,6 0 0 0,-2 1-6 0,9 0-2 15,-9 1 2-15,8-2-6 0,3 3 5 0,1-3 1 0,1 1 3 16,4 0 0-16,3 0 0 0,13-2 4 16,6 0 5-16,4-2 3 0,1-2 8 0,29 1 0 15,2-3-1-15,9-2 1 0,2 2 6 0,7-1-1 16,12 2 2-16,7-4-3 0,-1 4 1 0,-3-2-9 16,4 6-5-16,-8-6-2 0,11 7-5 0,-8-2-6 0,2-1-1 15,-7 8-6-15,-3-5-1 0,-5 3 2 16,-5 1-3-16,-1 1-3 0,-6 2-4 0,-1-4-3 15,-10 4-4-15,-30-4 1 0,-1 2 2 0,-5-1-5 16,-14 1 0-16,-5-1-1 0,-3 1-4 0,-5-2 0 0,-9 0 0 16,-2 0 0-16,-3-2-1 0,-5 0 1 15,-2 1 6-15,-2 0-4 0,2-2 0 0,-3 0 0 16,-4 0-5-16,8 3-10 0,-8-3-48 0,0 0-52 16,5-3-67-16,-5 3-257 0,5-7-464 0,0 2 205 0</inkml:trace>
  <inkml:trace contextRef="#ctx0" brushRef="#br0" timeOffset="76758.3">7801 8095 59 0,'-3'-2'168'16,"3"2"-15"-16,0 0-7 0,0 0-9 0,-9-1-9 16,9 1-7-16,0 0-12 0,0 0-10 0,0 0-10 15,0 0-12-15,-6-2-8 0,6 2-11 0,0 0-2 16,0 0-8-16,0 0-2 0,0 0-10 0,0 0-1 16,0 0-5-16,19 5-11 0,-6-4 19 0,15-1 7 15,10 0 7-15,15-1 3 0,14-1-2 0,32-3 6 16,8-1-2-16,9 2 7 0,8-4 3 0,17 2-1 15,2-2 0-15,4 3-6 0,-1 1-4 16,4 1-1-16,0 1-6 0,-6 1 2 0,-11 0-15 0,-14 1 1 16,-12 0-4-16,-10 2-6 0,-34-2 1 0,2 3-3 15,-6 1-4-15,0-4 0 0,-8 4-4 0,-14 0-1 16,-5-3 4-16,-3 2-5 0,-6-1-3 0,-6-1-6 16,-6 0-6-16,2-1-1 0,-8 1-1 0,3 0-3 15,-2-1-11-15,1 0-17 0,-2 2-25 0,-5-2-33 16,5 2-33-16,-5-2-42 0,0 0-70 0,3 3-124 15,-3-3-390-15,0 0 173 0</inkml:trace>
  <inkml:trace contextRef="#ctx0" brushRef="#br0" timeOffset="77371.22">11761 8069 99 0,'0'0'103'0,"0"0"-10"0,0 0-3 0,0 0-14 16,0 0 2-16,0 0-12 0,0 0 8 16,0 0 12-16,0 0 14 0,0 0 5 0,35 1-3 15,-9-4-5-15,12 2 5 0,16-4-3 0,12 0-7 16,35-2-4-16,3 0-2 0,3 0 4 0,3 0-1 0,9-1-2 15,1 3-4-15,6-2-5 0,-2 5-5 16,-5-2-8-16,-9 1-5 0,-9 1-6 0,-36-1-4 16,-5 5-8-16,-1-2-2 0,-19 0-4 0,-3 1-4 15,-5 0-1-15,-4 0-4 0,-9 0-11 0,-5 2-12 16,-2-3-11-16,-5 3 0 0,1-3 1 0,-3 0 0 16,-5 0-7-16,10 0-5 0,-10 0-9 0,4 0-24 15,-4 0-19-15,0 0-31 0,0 0-37 0,0 0-40 16,0 0-151-16,-4 5-356 0,4-5 158 0</inkml:trace>
  <inkml:trace contextRef="#ctx0" brushRef="#br0" timeOffset="77968.25">14900 8006 157 0,'0'0'148'0,"0"0"-6"16,0 0-14-16,0 0-5 0,0 0-5 0,0 0-22 15,0 0-8-15,0 0-6 0,0 0-5 0,-5 2-3 16,5-2 1-16,18 0-6 0,1 2 0 0,16-2-9 16,21-2-2-16,8 2-2 0,37-2-4 0,6-2-1 15,8 0-1-15,12 3-2 0,2-3-2 0,6 2 3 16,-1 2 4-16,3 0-4 0,6 0-2 0,-6 6-6 15,-7-4-5-15,-8 1-1 0,-19-2-3 0,-7 2 0 16,-40-3-4-16,-1 0-2 0,-14 0 1 0,-7 0-5 16,-4 0 1-16,-11-3 11 0,-4 3 7 0,-2-1 8 15,-3 1 7-15,-2-2 1 0,-2 2 2 0,1-1-11 16,-4-1-11-16,-1-1-40 0,-2 3-52 0,1-4-84 16,-1 4-98-16,-6-4-149 0,2 0-418 0,-2 1 185 15</inkml:trace>
  <inkml:trace contextRef="#ctx0" brushRef="#br0" timeOffset="92282.52">2080 9890 154 0,'0'0'235'0,"1"-5"-13"15,-1 5-13-15,0-4-18 0,0 4-8 0,0 0-17 16,0-5-16-16,0 5-13 0,0 0-19 0,0 0-11 16,0 0-10-16,0 0-13 0,0 0-10 0,0 0-14 15,0 0-8-15,-4-3-21 0,4 3-17 0,0 0-11 16,0 0-4-16,0 0 0 0,-1 16 0 0,1-10 0 15,-2 6 1-15,0 0 0 0,1 5-2 0,-2-3-1 16,2 1 7-16,0 2-6 0,-1 0 1 0,1-2 2 16,0 2 0-16,-2-5-2 0,3 0-2 0,-2-3 3 15,2-1 0-15,-2-3 2 0,2 0 0 0,0 0-2 16,0-1 6-16,0-4 4 0,-1 8 12 0,1-8 7 16,0 5 7-16,0-5 10 0,1 4 11 0,-1-4 12 15,0 0-1-15,0 0 3 0,0 0 1 0,0 0-4 16,0 3-3-16,0-3-8 0,0 0-4 0,0 0-5 15,0 0-31-15,0 0-57 0,0 0-48 0,0 0-50 16,-1-17-49-16,1 12-250 0,-1-2-474 0,0-1 209 16</inkml:trace>
  <inkml:trace contextRef="#ctx0" brushRef="#br0" timeOffset="92833.26">1993 9542 81 0,'-9'-2'110'0,"-1"4"-6"0,-2-1-11 0,-3 0 13 16,-2 4-17-16,-1 2 0 0,-2 2-1 0,-2 4-7 0,-2 4-7 16,-2 4-3-16,3 0-4 0,-2 2-5 0,0 4-2 15,-5 8 3-15,0 3-1 0,6 3-8 16,1 1-3-16,4 3 1 0,8-11-3 0,-4 11-10 15,5-12-1-15,4 2 2 0,2-4-2 0,3 2-7 16,2-3 11-16,2-2 1 0,6 1 6 0,2 0 34 16,4-3 9-16,6 1 14 0,7-6 11 0,4-3 4 15,14 3 0-15,2-6 3 0,2-3-7 0,1-5 2 16,3-3 2-16,1-4-16 0,-3-2-6 0,-12-5 13 16,12-5-2-16,-3 0-6 0,1-5 10 0,-16 0-6 0,0-3 1 15,4-13-7-15,-10 9-3 0,1-16-14 16,-6-2-10-16,-1-3-11 0,-9-6-20 0,-4 4-14 0,-8-5-11 15,-7 5 8-15,-6 1-13 0,-8 4-1 16,-7 1-13-16,-9 7-1 0,-6 3 15 0,-9 4-18 16,-5 6 0-16,-8 6-8 0,-24-1-6 0,24 13-18 0,-3 3-24 15,2 7-38-15,2 0-41 0,6 8-52 16,3 2-67-16,9 4-86 0,15-4-195 0,4-1-583 16,11-3 259-16</inkml:trace>
  <inkml:trace contextRef="#ctx0" brushRef="#br0" timeOffset="93467.16">3776 9871 1946 0,'-2'-17'146'0,"0"-4"15"16,0 3-18-16,1 1-14 0,0-3 6 0,0 4-29 16,-2 7-13-16,3-4-8 0,-1 4-11 0,-1 2-5 15,2 2-10-15,0 0-12 0,-1 1-20 0,1 4-36 0,-1-4-7 16,1 4 5-16,-4 10-4 0,-1 5 2 15,-3 6 2-15,1 4 0 0,-2 7 0 0,-1 1 2 16,-2 13 5-16,3-1 0 0,4-10 3 0,-4-2-2 16,1 13 3-16,3-14 0 0,-3 1-5 0,2-1-13 15,1-3-18-15,0-2-13 0,-2-3-19 0,2-4-11 16,-1-3-23-16,1 0-28 0,1-3-22 0,-2-4-35 16,-1-1-193-16,1-1-410 0,0-5 181 0</inkml:trace>
  <inkml:trace contextRef="#ctx0" brushRef="#br0" timeOffset="93781.9">3611 10339 30 0,'-6'1'221'0,"1"-1"-2"0,5 0-6 0,-8 3-8 0,8-3-11 16,0 0-16-16,-8 0-16 0,8 0-17 0,0 0-12 15,-4 2-15-15,4-2-9 0,0 0-12 0,0 0-10 16,24-2-8-16,-2-3-8 0,9 1-8 0,3-2-8 16,4 2-5-16,15-6-3 0,-5 3-6 0,-7 2-5 15,12-3-4-15,-14 3-1 0,-3 1-4 16,-5-2 0-16,-2 5-3 0,-11 0-2 0,-3-1-4 16,-3 0 1-16,2 0-2 0,-6 1-4 0,-2 1-1 0,-2 0 2 15,-4 0-10-15,10-2-6 0,-10 2-2 0,0 0-13 16,0 0-17-16,0 0-22 0,-19 7-22 0,10-3-31 15,-4-4-46-15,3 3-20 0,-3 0-190 0,0-1-393 16,4-1 175-16</inkml:trace>
  <inkml:trace contextRef="#ctx0" brushRef="#br0" timeOffset="94098.62">4518 10106 306 0,'0'-5'370'0,"1"-5"-20"16,-1 0-11-16,0 5-14 0,0 0-18 0,0-1-23 16,0 1-22-16,0 0-18 0,0 0-36 0,0 2-17 15,0 3-25-15,3-4-19 0,-3 4-23 0,0 0-16 16,0 0-36-16,0 0-45 0,0 0-6 0,0 0-6 15,0 0-2-15,0 18 13 0,0-7-12 0,-3 1-3 16,3 4 1-16,-4-1 1 0,3 2-3 0,1 0-8 16,-4-2 4-16,3 2-21 0,-4-1-10 0,2-3-11 15,2-1-14-15,-4-1-14 0,1 0-14 0,0 1-12 16,0-3-19-16,-1 1-10 0,2-4-11 0,-3-2-10 16,1 1-16-16,-1-3-57 0,-1-2-245 0,7 0-497 15,-12-9 220-15</inkml:trace>
  <inkml:trace contextRef="#ctx0" brushRef="#br0" timeOffset="94248.67">4431 9876 185 0,'3'-12'316'0,"-2"3"-20"0,1 1-21 0,0 0-29 16,-1 1-24-16,0 2-22 0,-1 0-27 0,2 1-47 0,0 3-45 16,-2 1-33-16,9-2-46 0,-9 2-32 15,12 6-46-15,-3 0-42 0,-2 2-207 0,-2 1-351 16,-1-1 156-16</inkml:trace>
  <inkml:trace contextRef="#ctx0" brushRef="#br0" timeOffset="94631.42">4730 10045 295 0,'0'0'385'0,"4"-5"-28"0,-4 5-33 0,0 0-39 16,2-1-31-16,-2 1-28 0,0 0-27 0,0 0-27 16,0 0-40-16,0 0-19 0,8 6-11 0,-8 1-9 0,3 2-6 15,-3 2-11-15,1 3-9 0,-2 1-12 16,2 1 0-16,-2 2-7 0,-2 1-6 0,2 0-8 16,-3 1 5-16,1-3-8 0,2-1-4 0,1-1-3 15,-4-2-1-15,4-5-1 0,-1 1-3 0,1-2 1 0,0-3 3 16,0 1 9-16,-3-2 45 0,3-3 43 0,3 6 48 15,-3-6 38-15,0 0 19 0,0 0-25 16,0 0-20-16,9-17-17 0,-4 9-15 0,4-3-14 16,0-5-16-16,0-1-14 0,6-3-14 0,-5 2-7 0,2 1-13 15,1 0-7-15,-4 2-6 0,1 4-6 0,-1 0-8 16,-1 4-3-16,-5 2-11 0,1 0-34 0,0 0-26 16,-1 2-49-16,2 1-46 0,-5 2-6 15,11 2-25-15,-4 1-22 0,3 5-29 0,-3 3-34 0,5 1-25 16,-3 1-38-16,1 2-32 0,-1 1-324 0,0-3-714 15,-4-2 316-15</inkml:trace>
  <inkml:trace contextRef="#ctx0" brushRef="#br0" timeOffset="95270.74">5000 10254 223 0,'0'0'335'0,"-9"-6"-5"0,9 6-6 0,-1-5-12 15,1 5-6-15,0 0-18 0,0 0-16 0,0-4-24 16,0 4-28-16,0 0-26 0,2-6-21 0,2 4-18 15,1-2-18-15,3 1-12 0,1 1-22 0,2-5-13 16,6 2-14-16,0 0-28 0,3-2-15 0,-1 2-5 16,3-3-15-16,-2 1-5 0,2 1-4 0,-2-2-5 15,7-1-3-15,0-2 1 0,-9 2-3 0,1 0 7 16,-2 0-5-16,0-2 4 0,-4-1 3 0,3 4 2 16,-9-1 8-16,2 1 0 0,0-1-2 0,-5-1 9 15,1 4 1-15,-5 0-2 0,1-4-10 0,-1 3 3 16,-4-3-8-16,-2 3 2 0,-4 0-7 0,-7 0 10 15,-2 4-15-15,-4-1 4 0,-3 6-2 0,-3-2-6 16,1 3 6-16,0 3-4 0,5 1 0 0,5 1 0 16,0 1 17-16,-6 4-22 0,10-4-16 0,1 6-5 15,1-4 0-15,5 2 1 0,-1 2 1 0,7 2 8 16,2 1 3-16,8-3 4 0,5 8 4 0,9-2-2 16,9-3-3-16,13 2-15 0,6-3-8 0,6-4-3 15,0-2-4-15,0-5-1 0,10-1 0 0,-10-5-2 16,1 1 1-16,-1-5 7 0,-4-1 3 0,-14-2 4 15,-2-2 5-15,-4 0 1 0,-3-1 9 0,-3-3 18 16,-12 1 15-16,2-3 16 0,-5 1 17 0,0 2 20 16,-7 2 8-16,0-2-8 0,-2 0-9 0,-1 0-8 0,-3 1 0 15,-2 3-13-15,0-2 0 0,-3 3-6 0,-4 1-13 16,0 2 1-16,1 1-2 0,-5 1-10 0,4 4 5 16,-7 1-2-16,3 6-12 0,-1-1 5 15,-2 4 3-15,3 0-3 0,3 2 10 0,-1 1-16 16,2-1-3-16,2 3-5 0,4-1 0 0,-2 0 4 0,2 1 2 15,0-4 0-15,2-2 3 0,2 0 10 0,0-1-16 16,1-3 8-16,4-1 4 0,-1 1-1 0,1-2 13 16,4-1 5-16,4-3 7 0,0 1 1 15,7-5 7-15,-5 2-6 0,7-2 11 0,-3 0-12 0,-2-1-4 16,2-1-3-16,-1 1 2 0,-1-2-7 0,-5 3-1 16,5-2 2-16,-5 0-2 0,-1 3-4 0,0-2-2 15,1-1-6-15,-2 2 5 0,0-1-13 0,-2 3-20 16,1-1-25-16,0-2-32 0,-4 2-42 0,3-1-41 15,-3 0-53-15,1 1-45 0,-2-1-279 0,1 1-589 16,-1-1 260-16</inkml:trace>
  <inkml:trace contextRef="#ctx0" brushRef="#br0" timeOffset="95665.02">6248 10049 44 0,'4'-4'274'0,"2"-1"-18"16,2 4-17-16,-3-2-32 0,4 2-21 0,0-3-12 16,5 5-26-16,-2 0-15 0,0 5-13 0,1-1-16 15,3 3-10-15,0 1-10 0,-2 4-9 0,0 0-11 16,-4 1-5-16,3 2-3 0,-3 2-8 0,-2-2-4 16,-1 2-1-16,-5 1-4 0,3 0-4 0,-5 0-2 15,-3 0-1-15,-1-1-4 0,1 0-4 0,-1-2-1 16,-4-2-2-16,3-2 5 0,-1-1 6 0,0-2 4 15,-1-3 3-15,3 0 12 0,-1-1 14 0,1-1 34 0,0-1 41 16,1-1 46-16,3-2 6 0,0 0-6 16,-11-4 2-16,9-1-4 0,2-2-10 0,-1-3-7 15,2-3-19-15,3-6-15 0,2-7-15 0,7-1-14 16,2-5-15-16,8-8-16 0,-4 10-10 0,2-1-7 0,-2 1-3 16,0 4-7-16,-2 1-7 0,1 5-2 15,-8 7-5-15,-1 3-2 0,-2 2-6 0,-1 0-11 0,-3 3-26 16,0 0-47-16,1 1-47 0,0 1-62 15,-3 0-58-15,-1 3-45 0,0 0-3 0,0 0-30 0,6 8-34 16,-8-3-286-16,2-5-675 0,-3 11 299 0</inkml:trace>
  <inkml:trace contextRef="#ctx0" brushRef="#br0" timeOffset="95848.69">7012 9941 172 0,'3'-4'391'0,"-1"1"-31"0,1-2-28 15,0 2-35-15,-1-1-31 0,-2 4-26 0,5-1-26 16,-5 1-84-16,0 0-66 0,0 0-63 0,0 0-39 16,6 6-62-16,-4 1-61 0,-2-2-201 0,0 7-391 15,-2-1 173-15</inkml:trace>
  <inkml:trace contextRef="#ctx0" brushRef="#br0" timeOffset="96003.51">6896 10423 332 0,'-4'5'371'0,"4"-3"21"16,-2 1 25-16,2-3-6 0,-2 4-20 0,2-4-42 16,0 0-36-16,0 0-40 0,0 0-56 0,14-8-68 15,-2 4-79-15,-2-3-82 0,3 2-85 0,-3 2-93 16,8-7-125-16,-1 1-198 0,-3 0-554 0,2-1 246 15</inkml:trace>
  <inkml:trace contextRef="#ctx0" brushRef="#br0" timeOffset="96699.4">7514 10207 209 0,'0'0'331'0,"0"0"-11"0,0 0-19 0,0 0-23 16,0 0-17-16,0 0-23 0,0 0-23 0,0 0-25 16,0 0-21-16,0 0-15 0,0 0-13 0,0 0-15 15,-5 3-15-15,5-3 7 0,0 0-25 0,0 0-11 16,0 0-7-16,0 0-4 0,0 0-4 0,0 0-6 16,0 0-1-16,0 0-3 0,0 0-4 0,0 0 11 15,0 0-15-15,0 0 4 0,0 0-8 0,0 0-2 16,0 0-6-16,0 0-4 0,0 0-2 0,0 0-6 15,0 0-8-15,13-7 6 0,-13 7 6 0,5-1-16 16,-5 1 3-16,4-3-4 0,-4 3-2 0,0 0 0 16,4-1 1-16,-4 1-6 0,0 0-2 0,0 0 0 15,5-3-2-15,-5 3 4 0,0 0-4 0,0 0 4 16,0 0 3-16,0 0-6 0,5-1-1 0,-5 1 3 16,0 0 0-16,5-1 2 0,-5 1 12 0,0 0-4 15,0 0 10-15,0 0 7 0,0 0-18 0,5-3 2 16,-5 3-5-16,0 0 3 0,5 0 1 0,-5 0-3 15,4-2 0-15,-4 2-11 0,0 0 9 0,7-2-4 16,-7 2 1-16,0 0 17 0,6-4-18 0,-6 4 1 16,0 0-1-16,5-1 1 0,-5 1 0 0,0 0-4 15,0 0 7-15,0 0-10 0,0 0 7 0,0 0-7 16,0 0 4-16,0 0-4 0,0 0-8 0,0 0 12 16,0 0-5-16,0 0-4 0,0 0 7 0,0 0-1 15,0 0 6-15,0 0-7 0,5 0 6 0,-5 0 12 16,0 0-19-16,0 0-7 0,0 0-2 0,0 0 4 0,0 0 1 15,0 0 10-15,0 0-4 0,0 0-5 0,0 0 4 16,0 0-2-16,0 0 6 0,0 0-1 16,0 0 2-16,0 0 0 0,0 0-5 0,0 0 3 15,0 0 1-15,0 0 10 0,0 0 2 0,4-3 10 0,-4 3-5 16,9-2 0-16,0 0-8 0,1 1-3 16,8-1 0-16,4-1 2 0,9 1-2 0,-1-3 2 15,2 5-2-15,5-4-5 0,-1 2-2 0,1-1 1 0,-2 1-2 16,-1-1-9-16,-2 0 1 0,-5 3 6 0,-7-2 8 15,-7 0 10-15,0 1 16 0,-3 0-5 0,-2 0-2 16,-2-1-1-16,-1 2 1 0,-5 0-8 16,9-2-9-16,-9 2-31 0,7-2-62 0,-7 2-80 0,0 0-78 15,0 0-99-15,0 0-342 0,-21-2-740 0,12 2 328 16</inkml:trace>
  <inkml:trace contextRef="#ctx0" brushRef="#br0" timeOffset="114628.54">9596 9855 257 0,'0'0'286'0,"-3"-5"-13"0,3 2-14 16,0 3-16-16,2-8-16 0,-2 8-14 0,0-6-14 15,0 6-12-15,0-6-20 0,0 6-9 0,-2-6-21 0,2 6-9 16,2-3-10-16,-2 3-15 0,0 0-11 16,0-3-16-16,0 3-6 0,0 0-11 0,0 0-11 15,0 0-35-15,0 0-18 0,0 0 3 0,-4 10-2 16,0 0-4-16,-1 6 1 0,-5 9 4 0,1 3-4 0,-3 0 2 15,1-1-2-15,-1 1 5 0,3-1 0 16,-2-1-2-16,-1-1 4 0,5 1-2 0,-1-9 3 16,3 2 3-16,-2 1-4 0,2-3 1 0,1 0-2 15,1-5 10-15,-2-2-11 0,2-1 1 0,1 1 2 0,-1-6-13 16,0 1-5-16,2-1 3 0,0 1 2 16,0-2 4-16,1-3 3 0,-4 5 4 0,4-5 0 0,0 0-35 15,0 0-59-15,-7-11-57 0,6 2-65 0,-3-3-233 16,3-6-487-16,0-6 216 0</inkml:trace>
  <inkml:trace contextRef="#ctx0" brushRef="#br0" timeOffset="114780.29">9434 9714 24 0,'2'-8'273'0,"2"-1"-29"0,3-3-22 0,-1 4-23 15,4-1-20-15,0 2-21 0,8-1-16 0,-4 3-10 16,0 0-17-16,4 3-40 0,-1 2-30 0,-4 3-31 15,1 3-34-15,-4 2-27 0,4 2-30 0,-3 7-38 16,-4-1-146-16,-2 2-282 0,-5 8 124 0</inkml:trace>
  <inkml:trace contextRef="#ctx0" brushRef="#br0" timeOffset="114926.26">9260 10297 116 0,'-4'4'210'0,"0"-1"2"16,2 0 4-16,-1 1-7 0,3-4-14 0,0 0-16 15,12 3-8-15,4-6-28 0,10-1-12 0,5 1-13 16,4-4-11-16,14-2-28 0,-8 2-45 0,11-3-62 16,3-1-74-16,-17 2-230 0,12-5-360 0,-14 1 160 15</inkml:trace>
  <inkml:trace contextRef="#ctx0" brushRef="#br0" timeOffset="115444.4">10308 9781 39 0,'4'-12'315'0,"-1"0"-10"16,0 2-8-16,-2 0-1 0,3 1-17 0,-4-1-23 16,1 3-19-16,1 3-20 0,-2-1-25 0,1 0-26 15,-1 2-17-15,0 3-14 0,1-5-25 0,-1 5-48 16,0 0-6-16,0 0-10 0,0 0-2 0,-11 20-3 15,4-3-8-15,-5 10-5 0,0 3-3 0,3 2 0 16,-5 14-1-16,2 5-3 0,1 2 1 0,0-3-2 16,0 4-5-16,1-5 2 0,1-3-1 15,5-12-5-15,-1 1 0 0,0-1 0 0,0-5-3 0,4-2 2 16,-3-3-3-16,0-6 4 0,3-2-4 0,-2-6 1 16,-1 2 1-16,3-5 3 0,1-3 10 0,-4 2 6 15,3-1 8-15,-4-3-4 0,1 0 0 0,-4-2-2 16,8 0-2-16,-20-6-7 0,10 1-3 0,-2 0 7 15,-2 0-6-15,4-3 2 0,-3 1-4 0,0-3-6 16,3 1-17-16,-1 1-25 0,2-1-26 0,-3-1-29 16,2 2-27-16,1-1-29 0,4 1-37 0,0 0-31 15,1-1-34-15,-1 1-234 0,6 1-518 0,4-2 230 16</inkml:trace>
  <inkml:trace contextRef="#ctx0" brushRef="#br0" timeOffset="115753.19">10013 10125 173 0,'0'0'269'0,"-12"0"-7"0,12 0-10 15,-9 0-12-15,9 0-20 0,0 0-19 0,-9 0-18 16,9 0-20-16,0 0-18 0,0 0-9 15,0 0-15-15,0 0-13 0,41-4-11 0,-6 1-12 0,14-3-6 16,10 2-8-16,0-4-4 0,0 1-11 0,-2 3-5 16,-3-1-6-16,-15-1-6 0,-4 2-2 0,-3 2-2 15,-10 2-3-15,-3-3-6 0,-4 3 4 16,-5 0-10-16,0 0-4 0,-2-3-1 0,-3 3-6 0,3 0 3 16,-8 0-12-16,9-1-18 0,-9 1-3 0,0 0-15 15,5 4-17-15,-5-4-34 0,0 0-39 0,0 0-38 16,-13 7-57-16,12-5-208 0,1-2-463 0,0 0 205 15</inkml:trace>
  <inkml:trace contextRef="#ctx0" brushRef="#br0" timeOffset="116219.43">11439 9950 198 0,'0'-6'352'15,"2"3"-14"-15,-2-1-20 0,0 1-24 0,1-2-32 16,-1 5-29-16,3-3-24 0,-3 3-27 0,0 0-24 0,0-5-21 16,0 5-17-16,0 0-14 0,0 0-12 0,-6 13-9 15,3-3-7-15,-3 0-7 0,1 3-11 16,-2 1-6-16,1 4-2 0,-1-2-5 0,2 1-6 15,-4 1-5-15,4 1-2 0,-1-2-2 0,1 0-4 0,0-2-4 16,-2 2-3-16,3-5 3 0,1-3-18 0,0-1-32 16,0 0-5-16,1-4-14 0,-1 1-8 0,2 0 3 15,0-1 8-15,-2-1 5 0,3-3-26 0,0 0-38 16,-14-7-46-16,9-1-49 0,-1-1-20 0,2-3-46 16,-5-6-143-16,8-9-437 0,-2 1 193 0</inkml:trace>
  <inkml:trace contextRef="#ctx0" brushRef="#br0" timeOffset="116343.36">11358 9772 79 0,'3'-11'272'0,"-1"5"-16"0,0 1-22 0,-1-1-27 16,-1 2-24-16,1 1-15 0,2 1-44 0,-3 2-33 15,2-4-11-15,-2 4-22 0,0 0-25 0,7 9-38 16,-4-4-22-16,1 3-32 0,4 0-38 0,1 3-170 16,1-2-288-16,-1-3 128 0</inkml:trace>
  <inkml:trace contextRef="#ctx0" brushRef="#br0" timeOffset="116828.71">11950 9656 264 0,'1'-5'342'0,"2"0"-28"15,-2 0-37-15,0 3-30 0,-1 2-34 0,0 0-23 0,0 0-18 16,0 0-22-16,0 0-16 0,-1 19-11 15,-3-2-15-15,0 2-7 0,-3 8-14 0,0 0-8 0,2 3-11 16,0 1-6-16,-4 3-3 0,5 1-5 16,-1-1-7-16,0 3-5 0,1-5 11 0,0-2-20 15,3-1-13-15,-3-5-15 0,-1-4-6 0,3-3-3 16,-1-6-2-16,3-1-8 0,0 1-1 0,-4-5 4 0,4-1 5 16,0 0 14-16,-2 0 23 0,2-5 1 0,-3 1-3 15,3-1-3-15,0 0-5 0,-13-12 4 16,4 6-19-16,-2-5-1 0,-2 0-6 0,-1-3 3 15,-6-1-5-15,-4 1 0 0,7 2 0 0,-6-3 3 0,3 6 0 16,5 1-2-16,-3-1 2 0,8 1 10 0,1 4-2 16,3 1 9-16,2 0 18 0,-4-1-3 15,4 4 3-15,0-4-4 0,4 4-6 0,0 0-3 16,0 0 0-16,20-5-4 0,10 2 2 0,5 3-6 0,15 2 2 16,5-2-5-16,6-2 4 0,4-1-1 0,27-1-2 15,-26 6-3-15,0-2-4 0,-6 0 2 0,-9-2 2 16,-13 2-2-16,-3-3-2 0,-10 3-2 15,-4 0 2-15,-7 0-3 0,-4-2-1 0,-2 2 4 0,1-2-4 16,-3 1-4-16,-6 1 0 0,8 0-6 0,-8 0-6 16,0 0-15-16,0 0-18 0,0 0-27 0,-23 1-37 15,12-1-47-15,1 2-63 0,-1 0-74 0,3-2-172 16,2 0-506-16,6 0 224 0</inkml:trace>
  <inkml:trace contextRef="#ctx0" brushRef="#br0" timeOffset="117444.9">13561 9860 184 0,'3'-4'274'0,"-1"-1"-1"0,-2 1-3 0,3 0-8 15,-1 0-5-15,2 2-1 0,-4 2-12 0,2-5-12 16,-1 1-15-16,-1 4-19 0,2-3-23 0,-2 3-19 16,0 0-15-16,0 0-22 0,5-5-23 0,-5 5-8 15,0 0-10-15,0 0-11 0,0 0-11 0,0 0-5 16,-10 18-3-16,6-7-9 0,-1 4-5 0,0 2-6 16,0-1 0-16,-1 2 0 0,-1 1-2 0,2-2 2 0,-1 9-14 15,2-9 3-15,1-4 0 0,-2 4 2 16,0-5-7-16,3-1 0 0,0 2-3 0,1-4-1 15,-2-1-24-15,2-1-10 0,0-2 2 0,0 0 10 16,-2 0 6-16,3-3 1 0,0-2 4 0,0 0-3 0,0 0-33 16,0 0-25-16,0 0-35 0,-11-12-46 15,7 0-47-15,0-3-59 0,0-3-278 0,1-7-571 16,1-1 253-16</inkml:trace>
  <inkml:trace contextRef="#ctx0" brushRef="#br0" timeOffset="117583.2">13510 9718 170 0,'0'-7'303'15,"1"2"1"-15,1-2-20 0,-1 2-22 0,0 0-15 16,0 1-23-16,2 0-16 0,-2 0-28 0,-1 4-22 16,2-5-16-16,-2 5-28 0,3-4-47 0,-3 4-38 15,4-1-32-15,-4 1-35 0,0 0-40 0,12 3-32 16,-7-1-45-16,0 2-67 0,1-2-126 0,1 2-377 16,-2-1 167-16</inkml:trace>
  <inkml:trace contextRef="#ctx0" brushRef="#br0" timeOffset="117928.28">14044 9800 304 0,'0'0'300'0,"0"0"-23"0,6 1-19 15,-6-1-29-15,0 0-24 0,0 0-23 0,0 0-16 16,3 2-23-16,-3-2-7 0,-9 3-23 0,0 0-8 15,0 3-17-15,-4-3-6 0,-4 5-9 0,2-1-7 16,0 2-2-16,1 0-14 0,-1 1-6 0,3-3-1 16,2 3-6-16,-1 1-4 0,4-1-2 0,1 1 1 15,-2 3-10-15,3 3-4 0,4-2 0 0,2-3-3 16,2 2 0-16,3-2-2 0,4 5 0 0,3-5-3 0,1 1-1 16,1-1-2-16,3 0 3 0,-2 2-3 15,-1-1 0-15,-2 0-6 0,1-3-8 0,-7-3-6 16,1-1-6-16,-3 0-1 0,-1 0 1 0,1-2 3 15,-8 1 2-15,-3 0 4 0,-3 1 4 0,-10-1 0 0,-8-1 1 16,-1 0-9-16,-4-1-22 0,-2-3-51 16,2 0-71-16,-1-3-119 0,3-1-144 0,2-4-454 15,11 1 201-15</inkml:trace>
  <inkml:trace contextRef="#ctx0" brushRef="#br0" timeOffset="119030.25">14896 10023 208 0,'0'0'230'0,"0"0"3"15,0 0 5-15,0 0-11 0,0 0-18 0,0 0-20 16,8-13-17-16,-3 4-12 0,3 2-6 0,2-2-9 16,3-3-10-16,1 1-14 0,-1-6-12 0,3-4-8 15,1 1-5-15,-1-3-11 0,0-1-7 0,2-1-9 16,-3-4-13-16,0-2-2 0,2-2-2 0,2-12-8 15,-1 2-4-15,-3-3-7 0,-4 11-6 0,-1 2 1 16,-6-1-2-16,-3 3 1 0,-1 2 1 0,0 4 7 16,-4 6-6-16,0 2-3 0,-2 0-2 0,2 8-7 15,-4-1-8-15,3 5-5 0,-2 3 4 0,-5 2-4 16,-1 4-2-16,-6 6 2 0,-6 8-4 0,3 5-12 16,-2 3-4-16,-6 16 2 0,2 2 5 0,4-1-2 15,1 1 0-15,6-1 5 0,8-8-2 0,-1-1-1 16,5-2 6-16,4 3 0 0,3-4-3 0,5-2 4 0,4 0-1 15,3-2 6-15,5 0 1 0,4-5 9 16,3-3-10-16,5-7 1 0,-1 1-1 0,2-5 9 16,5-7 11-16,-4-1 3 0,2-3 7 0,-3-3 9 15,0-3-2-15,-1-4-3 0,-1 2-4 0,-2-3-2 0,0 1 7 16,-1-4 0-16,0 3 13 0,-5-3 2 16,-7 3 7-16,-1 2 11 0,2 2 12 0,-7 1 5 15,0 2 1-15,-2 1 13 0,-2 0 0 0,0 1-7 16,-1 2-10-16,0 0-16 0,-1-3-12 0,-1 5-11 0,-2 1-13 15,5-2-35-15,-5 2-12 0,0 0 2 0,0 0 4 16,1 9-4-16,-2-4 1 0,0 1 9 16,1 2-4-16,-4 1-2 0,4 2 13 0,0-1-16 0,-2 2-1 15,0-3 8-15,1 1-4 0,0 1 3 0,1-5-2 16,0 5-19-16,0-6-20 0,0 3 0 0,-1-5-12 16,2 3-17-16,0-1-4 0,-2 1 0 0,1-4 3 15,0-2 14-15,0 9 11 0,0-6 5 0,0-3 19 16,0 0-31-16,0 0-40 0,0 0-33 0,0 0-41 15,-1-14-42-15,1 3-42 0,-2 2-274 0,2-7-572 16,0-2 254-16</inkml:trace>
  <inkml:trace contextRef="#ctx0" brushRef="#br0" timeOffset="119164.15">15484 9622 112 0,'-1'-5'273'0,"0"-2"1"15,1 2-8-15,-2 2-17 0,4-4-22 0,-2 7-22 0,0-7-20 16,-2 4-22-16,2 3-21 0,3-4-34 0,-3 4-31 15,0 0-31-15,0 0-28 0,0 0-36 16,0 0-37-16,15 6-40 0,-11 0-38 0,-1-4-208 16,-1 5-370-16,1-5 165 0</inkml:trace>
  <inkml:trace contextRef="#ctx0" brushRef="#br0" timeOffset="119528.39">15740 9724 73 0,'5'2'314'16,"-5"-2"-34"-16,2 2-31 0,-2-2-26 0,2 3-28 15,-2-3-20-15,2 4-23 0,-2 0-12 0,0 1-16 0,-1 3-13 16,1 0-10-16,0 4-12 0,-3 0-8 0,1 4-1 16,1-1-15-16,-1 3-8 0,2-7-5 0,-5 6-6 15,4-4-4-15,1 2-2 0,-1-2-7 16,0-5-2-16,-1 3-1 0,1-6 1 0,1 2-5 0,0-1 5 15,0-4 28-15,0-2 51 0,0 8 42 0,0-8 48 16,0 0 2-16,0 0-12 0,0 0-21 0,14-10-19 16,-8 3-11-16,2-3-11 0,1 2-13 0,2-4-13 15,1-2-12-15,-1-1-10 0,2 3-8 0,0 1-1 16,-3 1-13-16,-1 2-6 0,-2 1-3 0,-2 2-12 16,0 0-3-16,0 0-9 0,0 3-11 0,0-2-42 15,-1 4-25-15,6 0-33 0,-1 2-16 0,1 2-35 16,2 3-28-16,-2 1-32 0,3 2-29 0,1 2-29 15,-4-2-30-15,-1 5-33 0,-3-5-236 0,2 1-598 16,-3 0 265-16</inkml:trace>
  <inkml:trace contextRef="#ctx0" brushRef="#br0" timeOffset="120114.09">16030 9978 127 0,'-3'-10'282'0,"3"10"-6"0,0 0-5 15,-1-6 0-15,1 3-15 0,0 3-7 0,0-8-12 16,1 7-17-16,-1 1-24 0,3-7-11 0,-2 3-22 0,2 1-19 15,-1 0-14-15,6-1-14 0,-2 2-5 0,2-3-20 16,4 4-7-16,2-3-16 0,2-1-11 16,3 3-8-16,2-4-10 0,8 1-8 0,-1 1-7 15,2 2-6-15,-2-5 0 0,0 2-3 0,4 0-7 16,-3-2 1-16,1 2-1 0,-2-4-1 0,-7 3 1 16,1 0-3-16,-4-2 0 0,4 1-1 0,-7 1-2 15,-2 2 10-15,-3-3-3 0,0 2 1 0,-2 0 1 16,-3 0 0-16,-2 0-3 0,-1 0-2 0,-3 1 0 15,-2-2-6-15,-3 2-1 0,-7 1-3 0,-2-1 1 16,-7-1 2-16,4 2-7 0,-10 3 17 0,-1 0-15 16,1 3 0-16,6 2-2 0,0-1-1 0,4 1 0 15,-1 4 3-15,1-3-1 0,3 5-3 0,2-2 3 16,2-1-2-16,0 1-4 0,6 2 1 0,0-1 1 0,3 0 5 16,4 2 1-16,2 0-2 0,6 2 3 15,13 2 4-15,4-1-1 0,2-2 13 0,7-4-13 0,3-1 1 16,14-1-5-16,-14-3-7 0,13-3-8 15,-15 2 4-15,2-7-3 0,-3 0 2 0,-4-3 3 0,0 0 0 16,-5-3 11-16,-9-1-9 0,-1 2 5 0,-2-3 0 16,-4 0 5-16,-2 0 1 0,-1 3 6 15,-4-1-4-15,-1 0 4 0,-1 0 1 0,-2 1-5 16,-4 2 0-16,-1-1-3 0,3 3-2 0,-5 0 0 0,1 3-3 16,0 0 1-16,-5 0-5 0,3 4 4 0,-1-2 0 15,-2 5-5-15,1-1 3 0,-2 3 0 16,3 3-2-16,-1-3 3 0,5 3 0 0,-4 1 2 15,3 0 3-15,-1 0-2 0,5 1 1 0,-2 0 1 0,4 1 3 16,-3-3 0-16,7 2 1 0,-1-2 2 0,-2-2 1 16,4 1-1-16,4 0 3 0,3-1 0 0,-3-3-1 15,2-1 4-15,3 1-4 0,-1-3 16 0,2 1-13 16,-2-2-7-16,6-2 0 0,-7 1-13 0,2-3-17 16,-3 1-27-16,3-3-32 0,-4 3-35 0,0-3-44 15,-3-2-47-15,3-1-65 0,-2 3-151 0,-4-3-464 16,1 0 206-16</inkml:trace>
  <inkml:trace contextRef="#ctx0" brushRef="#br0" timeOffset="120410.37">17028 9822 151 0,'5'-2'275'0,"4"-3"-14"0,-2 1-14 0,5 4-14 15,-3-2-16-15,5 1-21 0,-4-1-13 0,4 4-18 16,-1 0-13-16,0 1-17 0,5 2-18 0,-3 2-3 15,0 0-17-15,-4 1-11 0,-2 2-10 0,0 4-6 16,-2 0-7-16,-2 1-7 0,-2 2-8 0,-3 0 8 16,-1 0-16-16,-3 1-4 0,-3-3 2 0,1-4-5 15,-3 2-5-15,0-4 12 0,-1-1-13 0,2 0 1 16,-2-6 0-16,5 1 16 0,0-2 23 0,-3-2 17 16,4-2 15-16,-2-4-4 0,2-3 12 0,3 0 0 15,1-3-11-15,4-4-7 0,3 0-5 0,6-4-23 16,5-2-5-16,1 1-27 0,4 2-35 0,4 1-37 15,0 0-33-15,3 2-46 0,1 4-53 0,-3 2-68 16,2 3-104-16,-10-1-204 0,-1 3-596 0,-1 0 264 16</inkml:trace>
  <inkml:trace contextRef="#ctx0" brushRef="#br0" timeOffset="127881.27">18564 9648 168 0,'0'-5'294'0,"0"1"-22"0,0 4-10 0,2-5-30 16,-2 5-25-16,0-3-26 0,0 3-20 0,-2-6-23 15,2 6-26-15,0 0-31 0,0 0-7 0,0 0-13 16,0 0-7-16,-5 16-4 0,2-8-7 0,-2 1-6 16,0 1-2-16,0 3-4 0,1-2-3 0,1 1-4 15,-4 2-3-15,2-1-4 0,1-1 1 0,-1-1-9 16,2 1 5-16,-1-2-4 0,2 0-1 0,-5 0-3 15,4-2 3-15,0-1-5 0,0-1 2 0,2 0-1 16,0-1 1-16,0 0 1 0,-1-1-1 0,2-4 1 16,0 5 2-16,-1-3-3 0,1-2-1 0,-3 5 4 15,3-5 0-15,0 0-1 0,-1 3 4 0,1-3 12 16,0 0 5-16,0 0 11 0,-1 4-4 0,1-4 3 16,0 0 3-16,0 0 1 0,0 0-1 0,0 0-4 15,0 0-30-15,0 0-29 0,-3-12-43 0,2 6-61 16,-1-4-52-16,2 0-59 0,-3-4-177 0,3-1-447 15,-2-3 198-15</inkml:trace>
  <inkml:trace contextRef="#ctx0" brushRef="#br0" timeOffset="128042.32">18482 9455 62 0,'3'-5'276'0,"0"-2"-9"0,0 1-16 0,1 0-19 16,0 1-22-16,-2-1-21 0,5 2-19 0,-5-1-23 15,2 4-15-15,0-2-28 0,1 1-36 0,0 2-33 0,-5 0-41 16,10 1-39-16,-6 2-39 0,0-1-42 0,0 2-188 16,-2 1-340-16,0 1 150 0</inkml:trace>
  <inkml:trace contextRef="#ctx0" brushRef="#br0" timeOffset="129242.97">18950 9641 150 0,'0'-5'247'0,"0"5"-12"0,1-5-6 0,-1 5-11 16,1-7-8-16,1 5-4 0,-2 2-17 0,2-3-15 16,1 0-10-16,-3 3-11 0,0 0-11 0,2-5-19 15,-2 5-15-15,0 0-13 0,3-1-24 0,-3 1-21 16,0 0-21-16,0 0-7 0,0 0 1 0,-5 12 3 15,0-1-13-15,0-1 0 0,-3 5-2 0,0-1-1 16,-1 3 2-16,0-1-7 0,2 2 0 0,-1-1 1 16,-1 0-1-16,0-2-2 0,4 2 0 0,0-6 0 15,1-2 0-15,0-1 2 0,-1-3 1 0,5 0 2 16,-4 0 14-16,4-2 20 0,-1 1 33 0,-2-1 49 16,3-3 47-16,0 0 4 0,0 0-16 0,0 0-20 15,12-9-12-15,-2 2-14 0,2-6-9 0,1 1-17 16,7-5-9-16,1-1-6 0,2-3-16 0,-2 2-2 15,3 2-4-15,-10 2-5 0,-1 4-8 0,-4 3 3 16,-1 1-6-16,-1 4-4 0,-3-3-9 0,0 3-17 16,1 0-32-16,-1 3-31 0,-4 0 6 0,9 3 4 15,-5 2 3-15,-2 2 2 0,2 3 9 0,0 1-4 16,1 5-2-16,4 1 7 0,-4 0 0 0,3-2-3 16,-2 3-13-16,1 1-32 0,-1-4-30 0,-1 2-36 15,-1 0-47-15,4-2-55 0,-1-1-85 0,0-5-193 16,-2-4-571-16,0-2 254 0</inkml:trace>
  <inkml:trace contextRef="#ctx0" brushRef="#br0" timeOffset="130142.98">20677 9361 47 0,'0'-5'283'0,"2"0"-17"0,-2 1-18 16,0 0-19-16,1 0-21 0,-1 4-27 0,0-3-22 15,0 3-23-15,0 0-27 0,0 0-12 0,0 0-15 16,-5 15-9-16,0-1 0 0,-2 11-15 0,-3 3-6 15,0 3-7-15,1 3-6 0,-9 10-2 0,5-10-4 16,3-1-5-16,1 4-4 0,-3-3-4 0,5-2 1 0,-1-1-7 16,-1 1 3-16,2-3-5 0,3 0 4 15,-3-12-5-15,4 3 1 0,0-3-1 0,0-3-2 16,1-3 1-16,1-1-2 0,-1 0-2 0,-2-5 0 16,3 1 7-16,1 2-1 0,0-5 3 0,0 1 1 15,0-4-1-15,-2 7 1 0,2-7-1 0,-2 3-4 16,2-3-27-16,0 0-82 0,0 0-60 0,0-14-54 15,0 3-174-15,3 0-416 0,-1-4 185 0</inkml:trace>
  <inkml:trace contextRef="#ctx0" brushRef="#br0" timeOffset="130474.76">20639 9564 59 0,'-1'-3'247'0,"1"3"-14"16,0-7-17-16,0 7-20 0,1-5-22 0,-1 5-18 0,0 0-18 15,1-5-14-15,-1 5-13 0,11 3-7 0,-4-1-14 16,5 0-9-16,1 4-8 0,6 1-10 0,1-2 1 16,-1 4-9-16,6 0-4 0,-5 2-3 15,-2-2-12-15,-3 3-2 0,1 1-3 0,-2-2-10 0,-3 2-2 16,-3-2-2-16,-2-1-2 0,-1 0-6 0,-2 0-2 16,-3-1 1-16,-3-1-1 0,-2 1-3 0,-6-1-1 15,-5 0 1-15,-3-2 5 0,1 1-5 16,-5-2 0-16,2-2 3 0,0 2 2 0,1-3 3 15,0 0 1-15,4-2 2 0,2 0 8 0,1 2 5 0,3-2 8 16,2 0 4-16,2 0 6 0,6 0 1 0,-9-2 3 16,9 2 3-16,-9 0-3 0,9 0-7 0,0 0-12 15,0 0-13-15,0 0-16 0,0 0-25 16,27-4-31-16,-13 1-34 0,0 3-43 0,0 0-44 0,4-1-66 16,-6 1-147-16,1-1-420 0,0 1 186 0</inkml:trace>
  <inkml:trace contextRef="#ctx0" brushRef="#br0" timeOffset="130722.35">21274 9791 317 0,'0'0'287'0,"0"0"-29"15,0 0-28-15,5-2-27 0,-5 2-21 0,0 0-21 16,0 0-22-16,0 0-16 0,0 0-13 0,0 0-10 16,-5 12-13-16,1-7-7 0,-6 0-7 0,0 4-7 15,-3 3-12-15,-4-4-13 0,3 2-2 0,-4 0-24 16,-1-1-29-16,1 0-33 0,-1 2-35 0,1-3-47 16,-1 1-58-16,0-4-164 0,4 1-381 0,3-4 168 15</inkml:trace>
  <inkml:trace contextRef="#ctx0" brushRef="#br0" timeOffset="131492.91">21987 9576 116 0,'4'-10'283'0,"-3"4"-18"16,2 0-9-16,-3-1-28 0,0 2-22 16,2 0-20-16,-3 0-25 0,-4 1-13 0,1 1-22 0,-4 1-11 15,-3 4-11-15,-7 0-12 0,-5 3-5 0,-5 5-14 16,2-1-8-16,-7 4-9 0,6-1-4 0,-2 2-5 16,1 3-7-16,2-2-4 0,1 4-6 0,2-1-2 15,2-1-3-15,3-4-1 0,5 0-3 0,3-1-4 16,3-3-4-16,0 0 2 0,2 2-6 0,0-6 5 15,3 1 0-15,-1 0 3 0,4 0 15 0,1-3 4 16,3 0 8-16,0-3 6 0,2 0 14 0,4 0 12 16,0 0 17-16,2-1 0 0,1-3-5 0,0-3 3 15,5 0-11-15,-1-3-14 0,1 2-7 0,2-3 5 16,-6 1-15-16,4 3-2 0,-5-1-8 0,3 1-6 16,-8 2-4-16,-3 3-5 0,3-1-9 0,-4 2-3 15,2 0-7-15,-1-1 0 0,-6 2-6 0,14 7-1 16,-8-2 4-16,2 2-6 0,-3 3-1 0,3 1-1 15,2 2-4-15,-2 6 6 0,-2-3-5 0,-2 1 1 16,4 0 0-16,-6 1 6 0,2-1-2 0,-1 2-4 16,-1-4 13-16,1 2-7 0,-3 1 4 0,1-1-10 15,-1-5 19-15,0-2-17 0,0-2 6 0,0 0 1 16,0 0 5-16,3-4 5 0,-3 0 30 0,-3-1 48 16,3-3 48-16,4 5 53 0,-4-5 40 0,0 0 28 15,0 0 11-15,0 0-10 0,5-10-36 0,1 2-29 16,-1-9-15-16,4-3-26 0,4-4-16 0,4-4-19 15,-2-1-26-15,6 0-12 0,0-2-11 0,2 4-8 16,-5-1-6-16,4 5-4 0,-4 1-9 0,-8 7-5 16,2 3-2-16,-1 0-2 0,-3 3-5 0,-3 3-7 0,0 1-18 15,0-1-41-15,-1 3-55 0,-2 0-56 16,-2 3-72-16,4-2-34 0,-4 2-13 0,0 0-9 16,7 8-7-16,-6-2-16 0,-1 3-16 0,-3 2-33 15,1-3-31-15,-3 3-332 0,-2-2-770 0,1 0 340 0</inkml:trace>
  <inkml:trace contextRef="#ctx0" brushRef="#br0" timeOffset="133827">23601 9622 52 0,'0'-3'232'15,"0"-2"-15"-15,0-2-12 0,0 4-25 0,-2-2-13 0,0-1-18 16,-2 0-14-16,-1 4-19 0,0-2-12 16,-8-1-10-16,-1 2-13 0,-3 2-6 0,-4-1-6 15,-7 4-12-15,0 2-7 0,-3 1 0 0,0 0-7 16,3 2-5-16,0 4 2 0,0 0-12 0,4-1 0 0,1 4-7 15,5-4-2-15,0 0-4 0,4 1 5 16,1 1-7-16,4-4-3 0,3 1 4 0,2 2-2 16,0-2-1-16,0 0 0 0,4-2 1 0,2-2 13 15,0 0 14-15,3 0 13 0,4-1 5 0,0-1 1 0,5 0 5 16,-1-3 3-16,6-3 14 0,0 1-5 0,-1-1 3 16,1-5 9-16,-2 0-18 0,2-2-3 15,0 0-6-15,-1 0 5 0,-2-2-3 0,0 1-6 16,-2-1 4-16,-1 2-5 0,-4 2 19 0,0-1-6 0,-4 4-2 15,1 2 4-15,-2-1-19 0,0 0-1 0,1-2-12 16,-2 6-8-16,-1-3-20 0,-2 3-35 0,0 0-15 16,0 0 13-16,0 0-5 0,5 6 7 15,-3 2 4-15,-2-2-1 0,0 1 0 0,1 3 1 0,0-1 5 16,2 1-2-16,-1 0 2 0,5 2 0 0,0-3 1 16,1 1 1-16,2 0 8 0,6-1-2 0,-5-4 3 15,6 3 5-15,-2-2-7 0,0-3 10 0,2-3-4 16,1 0 0-16,0-2 2 0,-3 0 2 0,-1-4 5 15,4-1 19-15,-1-1 8 0,-6 2 7 0,2-4 6 16,2 0 8-16,-4 3-3 0,-2-3 9 0,1 3 7 16,-1 0-1-16,-2 0 13 0,-3 4 0 0,1-2-9 15,0 1-6-15,-2 1-8 0,-3 3-13 0,5-2-2 16,-4 0-2-16,-1 2-25 0,4-3-33 0,-4 3-8 16,0 0-3-16,0 0 4 0,4 8 3 0,-4-3 3 15,-4 1-6-15,4 1 10 0,0 3-4 0,-4 0-2 0,3 2 7 16,-2-2 4-16,2 2 5 0,0-3-4 15,-2 0 5-15,3 1-2 0,0-4 5 0,0 3-1 16,-1-6-3-16,-2 2 6 0,3 0 4 0,0-5 7 16,0 4 20-16,0-4 7 0,0 0-3 0,13-3-2 0,-5-2-2 15,2-1-5-15,-2 3-2 0,2-6-7 0,4-1 1 16,0-1 0-16,1 0-4 0,0-1-7 16,-1 0 7-16,-2 0-1 0,1 0 1 0,-4 2-7 15,-1 1 0-15,-2 2-4 0,-1 2-1 0,0-1-2 0,-1 2-8 16,1 1-15-16,-3 0-34 0,0 2-23 15,-2 1-14-15,0 0 5 0,0 0 12 0,11 4 4 16,-9 1 2-16,4 3 5 0,-2 1-2 0,1 1-2 16,3 2 12-16,1 1-6 0,2 1 1 0,6 1 2 0,5 0-1 15,2 1-7-15,4-3-2 0,1-2-1 16,5 1-6-16,0-2-3 0,2-5-3 0,5 0 5 16,-3-1 10-16,12-2 7 0,-15-4 4 0,0-1 7 0,1-3 7 15,-4 1 2-15,-5-5 15 0,-8 2 12 0,-2-4 8 16,-3 0 3-16,0 2 11 0,-4 0 4 0,0-1 9 15,-5-1 2-15,-1 0-3 0,-2-1 0 0,-4 2-6 16,-3 0-2-16,1 0 0 0,-5 1 5 0,-3 0-12 16,-6-2 1-16,1 7 3 0,-3-4-8 0,-8 4 0 15,1 3-2-15,5 1 1 0,0 2-1 0,1 0 0 16,3 2-3-16,0 1 1 0,1 4-5 0,4-5-4 16,3 4-5-16,-1 0 4 0,2 1 1 0,1 2-3 15,3 1 3-15,-1-3-1 0,3 4 4 0,3-3 0 16,1 2-1-16,3-2 1 0,2 1 2 0,1-2-5 15,3-1-3-15,1-1-3 0,0 2-4 0,7-6 0 16,-2 0 4-16,2 1 0 0,-5-6 0 0,1 0 9 16,0-6-6-16,4 1 5 0,-5-3 3 0,-2-1 11 15,2-5 5-15,-3-5 1 0,3-2 3 0,-1-5 6 16,-5 0 7-16,5-4-1 0,-3-2 8 0,1-13 4 16,-4 14 12-16,3-2 11 0,-2 4 12 0,-2 1 8 0,-1 3 0 15,1 2 2-15,-2 6 1 0,1 2 10 16,-3 1-9-16,2 5 1 0,-3 2-12 0,1 3-12 15,1-1-10-15,0 4-46 0,-2 2-30 0,0 2-1 16,0 0 6-16,-4 14 3 0,0 1-3 0,-1 3 4 16,-5 8 2-16,1 4 1 0,-5 4 1 0,3 1 0 15,-3 12-2-15,4-1 3 0,-1-11 16 0,3 0-15 16,1-1 0-16,-1-2 1 0,2-3 3 0,2-1-3 16,0-10 2-16,2 2 2 0,0-9-5 0,-1 4 5 15,1-6-1-15,1 0 6 0,1-1-1 0,-1-3 2 16,2 2 14-16,-1-4 36 0,0 2 26 0,0-5 27 15,-1 6 15-15,1-6 15 0,0 3 0 0,0-3-12 16,0 0-11-16,0 0-24 0,0 0-31 0,0 0-29 16,11-12-41-16,-7 7-42 0,0-4-51 0,-2 1-43 0,4-3-49 15,1 2-56-15,1-1-53 0,-2-2-296 16,5-3-651-16,0 2 288 0</inkml:trace>
  <inkml:trace contextRef="#ctx0" brushRef="#br0" timeOffset="134311.26">25205 9300 78 0,'0'0'231'0,"1"-5"-21"15,-1 5-28-15,0 0-17 0,-1-5-21 0,1 5-14 16,0 0-12-16,0 0-12 0,0 0-7 0,11 10-13 15,-7-6-6-15,0 2-6 0,1 3-2 0,1-3-11 16,4 3 2-16,-2 1-9 0,0 0-6 0,3 4-2 16,0-1-4-16,0 0-4 0,-1 2-3 0,-1-1-4 15,0-1-2-15,-5 3-4 0,4-2-4 0,-6-1-1 16,2-1-4-16,-4 1 2 0,0 1-3 0,0 0-4 16,-4 1 3-16,-1-2 4 0,-4 0-3 0,0 1 3 15,-5 1-1-15,0-1-1 0,-2-2-3 0,0-1 0 16,-2 1 0-16,2 0-7 0,-1-3 3 0,-1 1-3 15,3-2 2-15,2 1-2 0,-1-3-3 0,3 0 1 16,0-2 3-16,1 2-1 0,5-3 2 0,-1 1-3 16,2-1 2-16,1-2 3 0,-2 2 2 0,5-3 4 15,-4 4 5-15,4-4 5 0,0 0 15 0,9 4 1 16,5-4 1-16,9 1-4 0,8 0-4 0,2 1-2 16,3-2-5-16,4-3-2 0,13 2-3 0,-2-2 0 15,3 0-5-15,-17 1 3 0,-1-1-5 0,-7-1 1 16,-6 2-1-16,-5-1 1 0,1 1 14 0,-10 0-2 15,3-1 7-15,-6 3-8 0,2-1-7 0,-4 1-9 16,-4 0-7-16,6-1-4 0,-6 1-13 0,0 0-21 16,0 0-26-16,0 0-36 0,-24-4-29 0,12 5-29 15,3-2-41-15,-1 1-236 0,-4-1-465 0,5-1 206 16</inkml:trace>
  <inkml:trace contextRef="#ctx0" brushRef="#br0" timeOffset="134710.59">25076 9617 162 0,'-6'-1'153'0,"6"1"-12"15,-10 0-9-15,10 0-16 0,-9 0-10 0,9 0 0 16,0 0-4-16,-6-1 2 0,6 1 2 0,0 0-3 16,0 0 5-16,-5-1 0 0,5 1-3 0,0 0 6 15,0 0 8-15,-5-3 0 0,5 3 3 0,0 0 4 16,0 0-4-16,0 0 4 0,0 0 1 0,0 0-4 16,0 0-9-16,0 0-3 0,0 0-16 0,22-4-4 15,-5 4-14-15,11-3-12 0,8 3 2 0,17-1 4 16,1-3-13-16,10 3 5 0,27-3 1 0,-24 3-5 15,27-5 5-15,-30 4-3 0,0-1-11 0,-3-1-6 16,-2-1-1-16,-4 2 0 0,-19-1-7 0,-4 2-2 16,-3-1 9-16,-10 2-10 0,-6-3-3 0,1 4-7 15,-5-2-10-15,-1 0-29 0,-3 1-34 0,-5 1-45 16,0 0-60-16,0 0-67 0,0 0-69 0,0 0-271 16,-36 1-608-16,18-2 268 0</inkml:trace>
  <inkml:trace contextRef="#ctx0" brushRef="#br0" timeOffset="142730.91">8874 11521 46 0,'-1'-4'189'0,"1"4"-8"16,-3-9-4-16,3 6-10 0,0 3-13 0,0-4-13 15,0 4-8-15,0 0-9 0,3-4-10 0,-3 4-12 16,0 0-6-16,0-5-11 0,0 5-8 0,0 0-5 16,0 0-7-16,0 0-6 0,0 0-9 0,0 0-4 15,-4-3-5-15,4 3-5 0,0 0-6 0,0 0-2 16,0 0-3-16,0 0-3 0,0 0-2 0,0 0-3 15,0 0-3-15,0 0 0 0,0 0-3 0,0 0-1 16,0 0 3-16,0 0-4 0,0 0-2 0,0 0 0 0,0 0 1 16,0 0-1-16,0 0 0 0,0 0-2 15,0 0 0-15,0 0-1 0,0 0 0 0,0 0 1 16,0 0 0-16,0 0-1 0,0-4-4 0,0 4 2 0,0 0-2 16,0 0-2-16,0 0 0 0,0 0 0 0,0 0-1 15,0 0-2-15,0 0-3 0,0 0 0 0,0 0 1 16,0 0 1-16,0 0 1 0,0 0-2 15,0 0-3-15,0 0-1 0,0 0-9 0,0 0-8 0,0 0-3 16,0 0-9-16,0 0-5 0,0 0-9 0,0 0-4 16,0 0-6-16,0 0 4 0,0 0-1 0,0 0 5 15,0 0 1-15,0 0 8 0,0 0 1 0,0 0 7 16,0 0 0-16,0 0 9 0,0 0 0 0,0 0 5 16,0 0-9-16,0 0-12 0,0 0-27 0,0 0-23 15,0 0-119-15,0 0-232 0,0 0 103 0</inkml:trace>
  <inkml:trace contextRef="#ctx0" brushRef="#br0" timeOffset="144406.03">8914 11469 68 0,'0'0'95'0,"0"0"-8"0,0 0 8 16,0 0-15-16,0 0-1 0,0 0 5 0,0 0-12 16,0 0 0-16,0-4-7 0,0 4-5 0,0 0-2 15,0 0-10-15,0 0-1 0,0 0 5 0,0 0-5 16,0 0 4-16,0 0-1 0,0 0 7 0,0 0-2 15,1-4 2-15,-1 4 1 0,0 0 1 0,0 0-3 16,0 0-4-16,0 0 7 0,0 0-6 0,0 0-1 16,0 0 1-16,0 0 1 0,0 0 3 0,0 0-2 15,0 0 2-15,-1-5 5 0,1 5-7 0,0 0 2 16,0 0-3-16,0 0-1 0,0 0-6 0,0 0 1 16,0-5-5-16,0 5 0 0,0 0-5 0,0 0 2 15,0-4-6-15,0 4 0 0,-3-5-6 0,3 5 3 16,0 0-3-16,3-6 0 0,-3 6 6 0,0-4-5 15,0 4-5-15,0 0-6 0,0-3-2 0,0 3-1 16,0 0-8-16,0 0-6 0,0 0-32 0,0 0-6 0,0 0 4 16,0 0-1-16,-8 18 4 0,3-7 0 0,0 14 2 15,-3 4 6-15,-3 5 1 0,-2 12 0 16,0 1-5-16,-1-1 1 0,1 4 3 0,-1-5 8 16,6-9 0-16,-1 11-3 0,1-16 2 0,1-1 4 0,2-1 3 15,0-3-4-15,1 0 3 0,0-6 2 16,1-2 4-16,0-6-7 0,0 1 6 0,3-3 1 15,-1-1-3-15,0-2 5 0,1 0 1 0,0-1 1 16,-1-3 2-16,1 1 4 0,-2-1 10 0,2-3 8 0,-1 5 9 16,1-5 7-16,0 4 3 0,0-4 9 0,0 0 4 15,0 0-4-15,0 0-2 0,0 0-5 0,0 0-18 16,0 0-17-16,-8-11-17 0,4 1-18 16,1-2-24-16,-2-4-15 0,1-10-22 0,0 2-9 0,3-5-9 15,1-5 3-15,1-2-13 0,-1-13 18 0,2 0 13 16,2-3 6-16,-1 1 8 0,4 3 9 0,-1-2 15 15,-3 5 11-15,1 11 14 0,0 1 11 0,-1-1 19 16,-1 4 17-16,2 3 15 0,-3 3 10 16,2 6 11-16,-2 2-1 0,2 5-1 0,-3 1 2 0,1-1-4 15,0 5-2-15,-1-1-9 0,2 2-6 0,-1 0-8 16,1 3-7-16,-2 2-4 0,9-3-9 0,1 6-3 16,1-1 0-16,7 6-6 0,-2 0 2 0,10 4 0 15,-3 4-3-15,1 2-2 0,2 0 7 0,-1 1 0 16,-1 5-1-16,-2-2 0 0,0 3-1 0,-3-1 0 15,-5 0-2-15,-4 0-3 0,-2-7-2 0,-4 3 6 16,-4-4-3-16,-4 4-2 0,-5-4 4 0,-7 7 0 16,-4-5-2-16,-4 0-1 0,-4-2 2 0,-4 1-1 15,-1-2 0-15,-2-1-2 0,-2-4 0 0,4 1 1 16,-1 0 3-16,4-1-2 0,2-1-3 0,7-3-1 16,1-2 0-16,7 3 0 0,-1-4 0 0,4-1 0 15,1 0 0-15,1-1-10 0,2 1-14 0,2 1-3 16,4-3 5-16,0 0-13 0,0 0-26 0,0 0-22 15,27-6-32-15,-9 0-35 0,10-2-204 0,-8 2-383 16,7-4 169-16</inkml:trace>
  <inkml:trace contextRef="#ctx0" brushRef="#br0" timeOffset="144691.72">9479 11330 84 0,'0'0'193'0,"-7"-1"-24"15,7 1-16-15,-9 6-22 0,0 0-13 0,-4 10-7 16,2 2-4-16,-7 7-7 0,-1 6-16 0,-4 14 0 16,1 1-5-16,3 0-9 0,2-3-5 0,6 1-9 15,2-10-7-15,1 3 3 0,3-4-9 0,-2 0-7 16,7 0-4-16,3-3 3 0,-3-4-7 0,4-2 4 15,1-5-1-15,0-2-5 0,-1-1 15 0,0-4-5 16,6 2-1-16,-1-6 1 0,0 2-6 0,1-3-11 16,2-1-25-16,-3-2-21 0,3 0-54 0,0-4-59 15,-4-1-179-15,3-2-345 0,-1-2 153 0</inkml:trace>
  <inkml:trace contextRef="#ctx0" brushRef="#br0" timeOffset="145173.65">9611 11675 208 0,'-1'-6'276'0,"4"1"-29"0,-2-2-27 16,3 2-23-16,1-1-21 0,0 2-17 0,6-1-19 15,0 3-12-15,0-1-19 0,3 1-8 0,-1 4-12 0,1 1-10 16,0 2-8-16,4 2-9 0,-9-2-9 15,1 2-7-15,4 5-3 0,-4 2-8 0,-3 1-6 16,-2 0-8-16,-1 2 1 0,-3 2-3 0,-6-2-5 16,0 2-2-16,-3 4-1 0,-1-4 0 0,-6 2-2 15,2-6 2-15,-1 0-3 0,0-2-1 0,-2-1 1 16,3-2-2-16,2-4 2 0,0 3-1 0,3-4 6 16,2-2 10-16,1 0 19 0,-2 0 26 0,4 0 28 15,0-2 30-15,3-1 11 0,0 0-13 0,0 0-18 16,1-13-13-16,7 1-11 0,5-4-12 0,6-4-7 15,1 0-6-15,2-4-6 0,5 2-6 0,-4 1-3 16,-4 1-7-16,3-1-4 0,-2 4-5 0,-6 4 16 16,-2 2-23-16,-2 3 2 0,-2 1-4 0,-2 1-3 15,-2 2 0-15,2 0 7 0,-3 2-19 0,1 0-14 16,-2 0-11-16,-2 2-25 0,0 0 7 0,0 0 6 16,9 4 1-16,-9 2 5 0,0 3 3 0,-2 3 1 15,0-1 4-15,1 4 1 0,-2 2-1 0,2 0 6 16,-3 1 0-16,2 0 0 0,-1-2-3 0,1 4-13 15,1-4-5-15,-1 1-15 0,0-2-21 0,0-3-29 16,1 0-36-16,0-2-40 0,1-1-42 0,-1-2-265 0,2 1-523 16,0-2 231-16</inkml:trace>
  <inkml:trace contextRef="#ctx0" brushRef="#br0" timeOffset="145403.29">10127 11831 91 0,'0'0'260'0,"0"0"-28"0,0 0-24 0,0 0-22 16,0 0-20-16,0 0-24 0,0 0-11 0,0 0-16 16,-7 12-10-16,3-4-11 0,-1-1-10 0,1 4-10 15,-4-1-6-15,3 0-5 0,-5 5-10 0,1-1-7 16,0 0-20-16,2-4-19 0,-4 3-17 0,2 1-20 15,2-4-31-15,-1-1-37 0,2-1-47 0,-2 0-157 16,2-4-326-16,1-2 145 0</inkml:trace>
  <inkml:trace contextRef="#ctx0" brushRef="#br0" timeOffset="146036.54">10268 11622 138 0,'-1'-7'284'0,"1"0"-25"0,1 3-14 0,-2-2-25 16,1 2-22-16,0-1-20 0,1 2-20 0,-1 3-16 16,0-5-16-16,0 5-16 0,0 0-27 0,0 0-14 15,0 0-7-15,0 0-7 0,0 0-4 0,0 0-9 16,0 0-6-16,4 11-8 0,-4-5-2 0,0 0-10 15,4 1 2-15,-4 0-10 0,2 3 3 0,0-1-11 16,0 1-4-16,2 0 1 0,0 0-5 0,0-2-1 16,0-2 4-16,-1 0-3 0,1 0 2 0,3-2 0 15,-2-1 3-15,1-1 3 0,-1-1-5 0,-5-1 1 16,14-2 5-16,-5-3-2 0,-1-1-2 0,2 0 3 16,-1-2 1-16,-1-1-1 0,-2-1 1 0,4 0 0 15,-2 0 7-15,0 1 2 0,-2 0 11 0,2 3 2 16,-5 0 0-16,0 2 3 0,1-1-5 0,-1 3-3 15,-1-2-7-15,1 1-4 0,-3 3 0 0,0 0-12 16,0 0 3-16,6 7 2 0,-5 0-1 0,2 4-2 16,-2 1-1-16,-1 6 4 0,4 7 1 0,-3-1-5 15,0 5 6-15,2 0 2 0,-3 2 0 0,1 1-2 0,-1 0 0 16,-1 1-1-16,-2-2 4 0,2 0-6 16,-1-3 6-16,-1 0-5 0,-2-3 3 0,0-8 2 15,4 0-2-15,-3-2-3 0,1-4 6 0,-2-2 5 16,2-2 2-16,1 0 5 0,-2 0 4 0,-2-4 15 0,2-1 13 15,0-2 18-15,4 0 17 0,-13-2 7 0,7 1 8 16,1-8-8-16,-3 1 10 0,3-3 11 0,1-4 2 16,3-2-17-16,-2-2-22 0,7-11-12 15,1 0-13-15,3 2 2 0,6-3-9 0,-1 0-5 0,5 1-5 16,-2 1-3-16,3 5-6 0,-2 2-2 0,2 5-1 16,-5 2 7-16,-1 3-13 0,-3 3-3 0,3 1-3 15,-4 3-8-15,0-1-1 0,-2 3 2 16,0-1-29-16,-1 3-26 0,2-1-27 0,-4 2-24 0,-4 0-22 15,10 4-31-15,-5-3-30 0,-2 1-20 0,-2 3 2 16,-1-5-25-16,4 3-38 0,-4-3-170 0,0 0-473 16,0 0 210-16</inkml:trace>
  <inkml:trace contextRef="#ctx0" brushRef="#br0" timeOffset="146391.81">10724 11405 243 0,'-1'-3'283'16,"1"3"-33"-16,0 0-29 0,1-5-25 0,-1 5-21 15,0 0-20-15,13 13-20 0,-3-1-11 0,2 5-5 0,4 9-7 16,2 6-6-16,4 13-8 0,-3 2-8 0,-2 3-10 16,-4 0-1-16,-7 3-11 0,-2-1-7 15,-5 1-7-15,-6-2-3 0,-2-2-7 0,-1-3-4 16,4-10-7-16,-10-2-1 0,-2 7-4 0,4-9-3 0,-1-6-1 15,-5-1 1-15,3-2-3 0,0 0-2 0,3-9-2 16,2-1 0-16,0-1-3 0,3-3-1 16,0-2 3-16,3-4 2 0,2 2 15 0,-1-2 11 15,1 2 22-15,0-4 15 0,0 2 14 0,4-3 25 0,-3 2 14 16,3-2 7-16,-4 2 3 0,4-2-2 0,0 0-13 16,-4 3-6-16,4-3-11 0,0 0-12 0,-4 3-19 15,4-3-17-15,0 0-20 0,0 0-23 16,0 0-41-16,0 0-52 0,0 0-60 0,0 0-62 0,9-10-77 15,-3 7-87-15,-2-3-268 0,1-2-675 0,-1-1 299 16</inkml:trace>
  <inkml:trace contextRef="#ctx0" brushRef="#br0" timeOffset="149756.81">11296 11593 64 0,'1'-9'206'0,"0"-3"-3"0,3 0-4 16,-4 2-6-16,4-2 0 0,-1 3-6 0,0-3-8 16,0 0-5-16,-1 4-1 0,1 1-6 0,-2 2-11 15,-1-2-9-15,3 3-11 0,-3-1-18 0,2 1-12 16,-2 4-21-16,0-4-8 0,0 4-20 0,0 0-8 16,0 0-9-16,-2 17-1 0,0-2-7 0,-4 12-2 15,-3 5-6-15,0 2-2 0,-4 15 0 0,3-3-14 16,1 0-2-16,0-1-2 0,4-10-3 0,1-1 5 15,-5 1-1-15,6-1-4 0,1-4 4 0,-3-1 0 16,2-2-5-16,2-9 3 0,1-1 0 0,0-1 0 16,-2-5 0-16,0-3 0 0,4-2 2 0,-4 2 0 15,2-3 0-15,0-3 4 0,0 2 3 0,0-4 1 16,0 7 14-16,-1-4 2 0,1-3 5 0,0 0-3 16,0 4 3-16,0-4-6 0,0 0-24 0,0 0-24 15,0 0-39-15,-5-15-49 0,5 8-37 0,-2-3-36 16,2-2-14-16,2 2-30 0,0-7-182 0,1 0-440 15,2-3 195-15</inkml:trace>
  <inkml:trace contextRef="#ctx0" brushRef="#br0" timeOffset="150008.6">11298 11754 184 0,'4'-11'195'0,"0"3"-6"16,-1-2-3-16,-1 3-9 0,-1-1-9 0,2 3-15 16,-2 2-19-16,0-1-15 0,-1 4-20 15,5-2-7-15,-1-2-5 0,-4 4 2 0,15 4-10 0,-4-3-6 16,2 3-3-16,2 3-7 0,0 0-5 0,3 3-6 15,-4-1 0-15,4 1-8 0,-3 1-6 0,-2-1-7 0,-5 0-2 16,-2 1-5-16,3-1-5 0,-4 1-9 16,-1-2 1-16,-4 1-3 0,-1-2-1 0,-7-1-1 15,-2 3-5-15,-4-1 6 0,-4 0-1 0,-3-3 4 16,0 0-4-16,-1-1 0 0,-5 0 0 16,8-2 0-16,-1-1-7 0,1 0 8 0,3-2-3 0,2 0 1 15,4 0-1-15,-3 0-3 0,4-1-27 0,4 0-37 16,1-2-29-16,4-1-45 0,0 4-32 0,14-13-186 15,-1 5-384-15,6-5 170 0</inkml:trace>
  <inkml:trace contextRef="#ctx0" brushRef="#br0" timeOffset="150722.15">11909 11775 197 0,'-5'1'218'0,"5"-1"-19"0,0 0-14 15,0 0-13-15,-8 0-21 0,8 0-14 0,0 0-12 16,0 0-15-16,0 0-9 0,0 0-10 0,0 0-6 0,0 0-9 16,0 0-9-16,0 0-8 0,0 0-2 15,-8-1-5-15,8 1-8 0,0 0-2 0,0 0-3 16,0 0-4-16,0 0-3 0,0 0-6 0,0 0-1 15,0 0-2-15,0 0-1 0,0 0-4 0,0 0 1 0,0 0-5 16,0 0 3-16,0 0-4 0,0 0-3 0,0 0 2 16,0 0-1-16,0 0 1 0,21 1 3 15,-21-1 1-15,0 0-1 0,0 0 14 0,0 0-7 0,0 0 3 16,0 0 0-16,0 0 0 0,5-2 1 0,-5 2 2 16,0 0-3-16,0 0-1 0,0 0 3 0,0 0 1 15,0 0-1-15,0 0-1 0,0 0-2 16,0 0 4-16,0 0 2 0,0 0-4 0,0 0 1 0,0 0-1 15,0 0 0-15,0 0 3 0,0 0-5 0,0 0-4 16,5-2-2-16,-5 2 3 0,0 0-3 0,0 0 1 16,0 0-4-16,0 0-3 0,0 0-1 0,0 0-1 15,0 0 0-15,0 0-1 0,0 0-3 0,0 0-4 16,0 0 2-16,0 0 0 0,0 0 1 0,0 0 0 16,0 0-5-16,0 0 4 0,0 0-2 0,0 0-2 15,0 0 3-15,0 0-1 0,0 0 1 0,0 0-3 16,0 0 0-16,0 0 0 0,0 0-1 0,0 0 2 15,0 0 3-15,0 0-6 0,0 0 1 0,0 0 0 16,0 0 1-16,0 0-2 0,0 0 2 0,0 0 3 16,0 0-4-16,0 0 3 0,0 0-6 0,0 0 4 15,0 0 2-15,0 0 1 0,0 0-6 0,0 0 3 16,0 0 0-16,0 0 3 0,0 0-6 0,0 0 10 16,0 0-8-16,0 0-1 0,0 0 1 0,8 0 1 15,-8 0 0-15,13 0 1 0,1-1-1 0,1 1 2 16,5-3-1-16,7 0-1 0,4 3 0 15,2-2-2-15,3-3 2 0,1 1-2 0,17-2 4 0,-16 4-1 16,1-2 0-16,-3-1-2 0,0 2 0 0,-6-2 9 16,-9 2-9-16,-1-1-4 0,-7 4-8 0,0-4-6 15,-1 3-12-15,-5-3-22 0,-1 3-27 0,-1-1-32 0,-5 2-29 16,0 0-14-16,0 0-31 0,-15-5-28 16,3 5-174-16,-1-3-420 0,-5 2 186 0</inkml:trace>
  <inkml:trace contextRef="#ctx0" brushRef="#br0" timeOffset="150933.41">12168 11584 112 0,'2'-11'331'0,"-1"2"-16"0,-1 3-9 16,0-1-19-16,1 2-28 0,-1 2-30 0,3-1-27 15,-3 4-27-15,0 0-23 0,0 0-19 0,0 0-14 16,0 12 0-16,-3 2-26 0,1 11-6 15,-2 3-8-15,0 4-16 0,-2 2-2 0,-1 1-5 0,6 1-5 16,-3-2-22-16,4 0-20 0,-4 1-42 0,4-2-48 16,0-2-45-16,0-3-53 0,3-3-87 0,-3-9-165 15,1-4-466-15,3-7 206 0</inkml:trace>
  <inkml:trace contextRef="#ctx0" brushRef="#br0" timeOffset="151872.84">13428 11435 27 0,'9'-5'198'0,"-4"-2"-1"0,2 2-8 0,-2 0-1 15,0 0-5-15,1-1-5 0,-2 0-7 0,1 0-8 16,-1 1-5-16,-1 1-5 0,-2-1-10 0,2 0-16 16,-2 1-16-16,-1 4-14 0,-3-5-9 0,-2 2-13 15,-1 1-10-15,-7 2-4 0,0 0-10 0,0 4-5 0,-6 2-7 16,0 3-5-16,-6 4-6 0,0 3-3 16,-2 2-4-16,2 5-2 0,1 3-2 0,-10 11 0 15,11-8-3-15,-1 12-6 0,6-12-7 0,0 2-2 16,3-2 2-16,0 0 0 0,6 0 0 0,1 0-3 15,3-2 6-15,2-2-3 0,3-1-1 0,4-5-2 16,1-2 7-16,0-3-4 0,6-1 3 0,1-1 2 16,1-2 2-16,4-1-5 0,-1-2 8 0,6-4 1 15,-3-1 2-15,3-2 8 0,6-2 7 0,-6-1 10 0,5-6 4 16,-1-3 9-16,-2-1 5 0,1-4-7 0,-5-6-5 16,3 3-7-16,-2-6-8 0,1-1-3 0,3-14-22 15,-2-1-12-15,-6-1-6 0,-5-1 0 16,-1 11 2-16,-5 1-2 0,-3 0 7 0,-2 3 3 15,-3 1-3-15,-5 3-2 0,1-1 3 0,-3 1 12 0,0 8-6 16,0 2 5-16,0-1-2 0,-1 3 2 0,1 4-4 16,4 2 0-16,-1 0 1 0,0 1-8 0,2 3 11 15,-2 0-10-15,-1 3-2 0,7 0-2 16,-16 4 0-16,7 4 0 0,1 2-1 0,-6 4 3 0,1 8 0 16,3 3-5-16,0 3 0 0,1 4 5 0,1 4 1 15,3 13-1-15,-1-3 0 0,6 4 2 0,3-4-1 16,4 0 0-16,-1 3-1 0,2-14-1 15,4-1-1-15,-1 1 2 0,-2 0 11 0,4-3-8 0,-4-2 3 16,-3 1-4-16,2-5-1 0,-2-6 4 0,-3-4 0 16,-3 2-1-16,-3-6-1 0,3 0 0 0,-6 0 0 15,2-2 5-15,0-1 1 0,-5 0 0 0,0-2 2 16,-1-1-4-16,-3 1 1 0,-1-3-2 0,1-3 3 16,-4-1-8-16,1 3-26 0,-3-6-44 0,1 2-46 15,0-5-61-15,7 1-79 0,-1-2-160 0,2-3-457 16,6-1 202-16</inkml:trace>
  <inkml:trace contextRef="#ctx0" brushRef="#br0" timeOffset="152158.4">14249 11321 66 0,'-7'-3'179'0,"0"3"-11"0,-4 0-18 0,-3 4-10 15,-4 4-15-15,-1 3-6 0,-5 8-10 0,-3 4-15 16,-1 4-8-16,-4 14-12 0,4 4 0 0,-1 1-7 16,7-2-7-16,3 0-6 0,3 1-4 0,9-10-7 15,4 1-1-15,6 0-2 0,3-2-9 0,4-3 0 16,3 1-1-16,1-4-4 0,3-2-1 0,3-4-9 15,-2-2-6-15,-4-8-25 0,5-1-20 0,-2-4-51 16,1-2-73-16,-4-5-110 0,0-2-292 0,-3-1 129 16</inkml:trace>
  <inkml:trace contextRef="#ctx0" brushRef="#br0" timeOffset="152556.84">14273 11598 183 0,'5'-2'230'0,"1"-2"-10"0,6 1-15 16,-2 0-16-16,0 6-17 0,3-3-18 0,0 5-15 16,0 2-8-16,-2-1-8 0,3 5-19 15,-2 1-9-15,-5 1-8 0,2 2-8 0,-1 0-7 0,-4 4-9 16,0-1-8-16,-3-2-5 0,0 2-5 0,-3-1-3 16,0 0-5-16,-1-2-2 0,-1-3-5 0,-1 1-3 15,1-5-3-15,-1 0 0 0,2-4 7 16,1 4 4-16,0-6 19 0,0 4 26 0,-1-5 53 15,3-1 33-15,0 0 18 0,0 0-20 0,0 0-17 0,4-14-16 16,2 4-13-16,3 0-15 0,3-6-7 0,8-3-19 16,-4-2-17-16,4 0-1 0,-2 2-13 15,2-1-11-15,-6 8 21 0,2 2-26 0,-7 0-2 16,0 4-3-16,-3-1-7 0,-1 2-4 0,-1 2-15 0,1-2-29 16,0 4-18-16,-2-1-14 0,-3 2 6 0,0 0 1 15,4 13 8-15,-7-3 5 0,-1 2 5 0,-3 2 4 16,-1 3 2-16,1 3 1 0,0-2-9 15,-6 7-11-15,4-1-4 0,1-5-19 0,1 5-21 0,-1-6-32 16,4 0-22-16,-1-2-39 0,4-4-29 0,-2-3-22 16,3-3-230-16,4 0-507 0,0-1 224 0</inkml:trace>
  <inkml:trace contextRef="#ctx0" brushRef="#br0" timeOffset="152731.2">14828 11761 173 0,'0'0'224'0,"0"0"-19"0,0 0-8 16,0 0-17-16,0 0-16 0,-13 13-16 0,6-4-14 15,-4-1-15-15,-2 4-9 0,0 1-10 0,-1 4-12 0,-4 0-7 16,4 0-7-16,1-3-26 0,-1 1-24 16,4-1-30-16,-2-1-31 0,1 0-44 0,3-5-46 15,1 0-176-15,1-2-329 0,2-4 145 0</inkml:trace>
  <inkml:trace contextRef="#ctx0" brushRef="#br0" timeOffset="153205.12">14991 11580 34 0,'5'-11'360'15,"-5"6"-24"-15,4-1-25 0,0 1-32 0,-2 2-28 0,0-1-35 16,-1 1-21-16,-1-1-48 0,5 1-34 15,-5 3-16-15,0 0-9 0,2 10-16 0,1-4-21 16,-2 2-22-16,1 1-13 0,-1 2-10 0,0-1-21 16,1 3-7-16,0-3-3 0,1-1-6 0,-1 1-1 15,1-3-7-15,1 0 3 0,-1-2 2 0,1-2 4 16,0 0 4-16,1-1 5 0,-5-2 6 0,12-2-5 16,-5-1 4-16,2-4 9 0,-2 0 9 0,0-1 13 15,6-1 0-15,-3-1 7 0,-1 0 15 0,4 1 0 16,-4 1 5-16,-1-1 7 0,-1 1 1 0,-3 4 3 15,1-1-7-15,-1 3-7 0,0-1-8 0,0 1-4 16,-4 2-6-16,0 0-3 0,10 7-3 0,-6-3-2 16,0 7-6-16,-2 0 3 0,1 8-7 0,-2-1 1 15,3 9 4-15,-3-1-1 0,1 3-4 0,-4 2 4 0,0-2-2 16,-2-1 2-16,-4 1-3 0,-1-1 2 16,-2-6 0-16,-1 3-6 0,2-8 6 0,1-5 0 15,4-1 1-15,-3-1 3 0,-1-3 2 0,4-2 2 0,0-2 10 16,1 1 23-16,-1-2 11 0,1-1 5 0,4-1 12 15,0 0 5-15,-10-10-2 0,10 4 10 0,0-6-15 16,3 1-12-16,4-6-7 0,-2 0-13 16,8-7-8-16,2-1-24 0,1-1-26 0,3-1-30 15,3 1-36-15,-2-3-39 0,11-8-36 0,-6 14-49 0,11-14-59 16,-9 13-198-16,0-1-501 0,-3 1 221 0</inkml:trace>
  <inkml:trace contextRef="#ctx0" brushRef="#br0" timeOffset="153422.29">15579 11252 91 0,'-3'-4'252'15,"3"4"-32"-15,0 0-29 0,0 0-19 0,3-2-20 16,-3 2-15-16,0 0-19 0,6 17-3 0,0 0-8 16,2 8-7-16,1 5-4 0,-1 4-3 0,5 19-6 15,-4 5 4-15,-4 0-5 0,2 2-4 0,-5 22-6 16,-5-27-7-16,-4-3-3 0,-4 0-9 0,-3-2-4 15,-1-4-6-15,-6-5-8 0,-2 1 4 0,4-13-9 16,-8-2-13-16,-1-1-14 0,-10 3-48 0,-8-3-56 16,14-11-84-16,-4-4-217 0,-1-3-430 0,-1-8 191 15</inkml:trace>
  <inkml:trace contextRef="#ctx0" brushRef="#br0" timeOffset="154309.84">16561 11560 21 0,'-7'-9'176'0,"-1"0"-23"0,-1 1-11 16,-1 3-14-16,-3-3-10 0,-2 4-9 0,1 1-15 16,-4-2-5-16,0 5-6 0,-2 2-9 0,0 1-8 15,1 3-4-15,-8 5 5 0,1 1-11 16,1 5-5-16,2 0-2 0,0 3-9 0,3-2-2 0,-2 4-7 16,5-1-3-16,0 2-1 0,4-1-6 0,4-3-1 15,1-2-1-15,2-1 0 0,1 0-2 0,1-7-5 16,1 1 12-16,1-2 20 0,2-2 17 0,1 0 24 15,3 0 15-15,2-3 3 0,1-2 6 0,7-1-4 16,-3-2 5-16,7-4-3 0,0-1 5 0,1 0-8 16,0-2-10-16,3-5-10 0,1 2-9 15,-4 0-7-15,-1 1-3 0,0 1-10 0,-1-1-9 16,-1 2-3-16,-5 4-8 0,1 1-3 0,-3 0-6 0,1 3-5 16,-1-3 5-16,0 5-3 0,-1 2-19 0,1 1 0 15,2 4 1-15,0 2-4 0,-1 2-1 0,-1 5 0 16,-2 7-2-16,1 1 1 0,-4-1-4 0,1 3 7 15,-4-2-3-15,1 1 2 0,-2 0-4 0,-3 0 3 16,-1-7 0-16,1-2 1 0,0 1-1 0,-1-7-3 16,4 1 1-16,-1-2 3 0,-1-4 3 0,1 2 2 15,0-4 24-15,0 0 29 0,-2 0 52 0,3-1 59 0,0-3 52 16,0 0 31-16,0 0-19 0,0 0-24 16,0 0-19-16,12-15-24 0,-6 5-22 0,5-6-14 15,4-4-25-15,2-4-18 0,4-3-22 0,-1 1-9 16,3-4-19-16,0 4-14 0,-1-5-23 0,1 6-7 15,-4 2-8-15,-2 2-7 0,-4 5-8 0,-3 3-25 16,-2 2-34-16,-1 1-27 0,1 2-41 0,-3 2-46 16,0 1-37-16,0 2-35 0,3 1-34 0,1 4-37 15,-2-1-328-15,4 1-727 0,0 0 322 0</inkml:trace>
  <inkml:trace contextRef="#ctx0" brushRef="#br0" timeOffset="154678.06">17305 11664 327 0,'0'-5'340'0,"0"5"-9"16,0 0-23-16,1-6-17 0,2 3-31 0,-2 0-22 15,3 0-33-15,5 1-24 0,-4-1-13 0,7-1-22 16,4-1-23-16,5 1-24 0,7 0-19 0,1 1-33 15,3-1-24-15,0 4-25 0,-1-2-32 0,-3 0-30 16,-6-1-39-16,-3 3-32 0,-6 1-31 0,2-1-25 16,-5 2-48-16,-3 0-134 0,-4-1-402 0,1 0 178 15</inkml:trace>
  <inkml:trace contextRef="#ctx0" brushRef="#br0" timeOffset="154812.67">17376 11800 59 0,'-12'7'122'16,"3"0"12"-16,4-2 13 0,-3 1 18 0,7-1 28 15,2-2 6-15,8 0-11 0,4-3-16 0,7 2-13 16,10-2-19-16,3-1-14 0,4 0-21 0,0 1-42 16,0-3-52-16,0 0-66 0,3-1-95 0,-4-2-147 15,-4 0-321-15,-2-1 142 0</inkml:trace>
  <inkml:trace contextRef="#ctx0" brushRef="#br0" timeOffset="158288.64">18742 11367 1 0,'2'-10'243'0,"0"0"-10"16,1-1-17-16,0 1-8 0,-1 5-19 0,-1-2-12 0,1 3-18 15,-1-1-21-15,0 1-14 0,-1 4-19 0,2-4-15 16,-2 4-8-16,0 0-9 0,0 0-11 0,-6 15-7 16,3-3-5-16,-6 5-4 0,1 2-7 0,-2 7-4 15,-2 6-4-15,2-2-3 0,0 2-3 0,-1 2-2 16,0-5-2-16,1 3 0 0,-3-3-4 0,4-1 0 15,1-2-5-15,2-3 2 0,-3-6-2 16,5-5-2-16,3 3 1 0,-3-6 1 0,0-1 2 16,3-2-5-16,-3 0 4 0,2-3 26 0,4 3 42 0,-6-4 13 15,4-2-9-15,0 0-13 0,-6-11-8 0,6 0-9 16,0-1-1-16,0-6-6 0,0-7-7 0,1-1-5 16,4-4-2-16,3-4-6 0,1-9 4 0,0 6-18 15,0 2-5-15,4-9 0 0,-3 10-1 0,4-2 0 16,-2 3 8-16,0 2-6 0,1 3 0 0,0-1 2 15,-2 6 0-15,0 6 4 0,0 1-5 0,-2-1 0 16,1 5-3-16,2 2-9 0,-1 3 3 0,-2 0-5 16,5 3 3-16,-1 1-2 0,2 2-4 0,2 0 0 15,-2 5 3-15,2 1-11 0,-2 2 10 0,-2 3-9 16,1 2-7-16,-2 0 6 0,-3 5-6 0,-2 3 0 16,-4-3 1-16,-5 9 2 0,-4-2-2 0,-3 0-1 15,-5 3 4-15,-4-2 1 0,-2-2-2 0,-2-1 7 0,-4 0 1 16,2-2 3-16,0-5-1 0,3 1 4 15,5-8-4-15,2 2 4 0,0-1 0 0,5-3 0 16,1-3 2-16,2 0 0 0,1 0 1 0,0-2 5 16,1 1 13-16,4-2 4 0,-8 6 0 0,8-6-3 15,-4 4-6-15,4-4 12 0,0 0-7 0,8 5-11 16,0 0 2-16,1-1-4 0,3 2 3 0,1 1 9 16,4 1-1-16,-1 1-2 0,7 4-1 0,-4-2 12 15,3 6-10-15,-4-6-6 0,5 4 2 0,-6-2-4 16,1-1-1-16,2 4-16 0,-5-5-17 0,2-2-25 15,-3 1-24-15,-5 0-28 0,1-5-29 0,-1 2-16 16,0-2-21-16,-4-3-31 0,1 0-235 0,0-2-472 16,-6 0 209-16</inkml:trace>
  <inkml:trace contextRef="#ctx0" brushRef="#br0" timeOffset="158541.14">19545 11136 168 0,'0'-9'241'0,"0"4"-25"0,0-2-20 0,0 2-23 15,-1 0-19-15,-3 5-19 0,4 0-13 0,-18 5-18 16,4 3-10-16,-4 4-10 0,-6 6-9 0,-3 7-11 0,-9 10-6 16,4 0-2-16,0 2-3 0,11-7-5 15,-4 11-5-15,10-7-3 0,-4 13-5 0,6-3-1 16,5-6-2-16,7-4-2 0,2 3 0 0,5-3-1 15,1 1 0-15,9-2-7 0,0-5-13 0,6 0-18 16,2-6-34-16,0-2-42 0,6-4-58 0,-1-5-206 16,0-5-379-16,1-4 168 0</inkml:trace>
  <inkml:trace contextRef="#ctx0" brushRef="#br0" timeOffset="158956.59">19629 11410 48 0,'2'-5'281'0,"0"2"-13"15,-2-2-18-15,2 1-24 0,0 1-23 0,1-2-22 16,-3 5-19-16,5-2-18 0,0 0-15 0,-5 2-17 16,13 2-11-16,-7 0-13 0,-1-1-9 0,0 9-9 15,4-3-5-15,-4 0-7 0,1 5-7 0,0-2-5 16,-3 5-4-16,-1 2-7 0,2 4 0 0,-4-4-8 15,-3 7 1-15,2-4-3 0,-3-1-5 0,-1 1 1 16,-3-4-5-16,3 1-3 0,-5 0 2 0,4-8 0 16,-1 1-2-16,2 0 2 0,1-5 3 0,-3 2 11 15,3 0-8-15,0-5 18 0,0 2 24 0,2 0 30 16,0-1 22-16,2-3 8 0,0 0-9 0,-6-8-2 16,6 4 1-16,1-7-9 0,2 0-9 0,4-7-13 15,2 0-8-15,7-5-7 0,-1 1-11 0,4 1 1 16,-1 0-11-16,1 2-5 0,2 1-3 0,-7 7-6 15,-3-1-10-15,-2 5 7 0,-1 0 9 0,-3 4-25 16,3-1-18-16,-5 1-36 0,3 1-8 0,-6 2-5 16,9 2-11-16,-4 1-10 0,-1 3-10 0,-1 1-12 15,0 2-18-15,-1 4-23 0,0 5-29 0,0 0-35 16,-2-1-34-16,3 0-73 0,-4 0-171 0,1-5-520 16,2-3 230-16</inkml:trace>
  <inkml:trace contextRef="#ctx0" brushRef="#br0" timeOffset="159170.4">20114 11530 247 0,'2'-4'333'0,"0"0"-29"0,0-1-35 0,-2 5-26 0,4 0-32 16,-4 0-23-16,0 0-24 0,0 0-17 0,0 0-12 15,-4 12-14-15,0-5-11 0,0 4-13 0,0 2-23 16,-3 0-15-16,3 3-19 0,-4 1-22 15,-2 0-22-15,5 1-22 0,-4-2-32 0,2-1-13 16,-3 1-42-16,2-4-36 0,3-2-52 0,-3-3-156 0,3-5-386 16,-1 4 171-16</inkml:trace>
  <inkml:trace contextRef="#ctx0" brushRef="#br0" timeOffset="159640">20261 11346 125 0,'6'-9'301'0,"-3"4"-23"0,-1 2-28 0,2-1-25 0,0 1-28 16,-1 0-19-16,-3 3-24 0,5-1-22 0,-5 1-15 15,0 0-15-15,7 4-19 0,-6-1-12 0,1 4-6 16,-1 0-12-16,4 1-14 0,-4 5-14 0,-1-5-10 16,2 4-9-16,-1-2-5 0,-1 1-8 0,1-2-4 15,-1-4 0-15,0 2 1 0,0 0 0 0,2-4 2 16,-4 1 1-16,2-4 8 0,2 7 4 0,-2-7 1 15,6 1 3-15,-6-1 4 0,0 0 7 0,13-10 7 16,-9 5 1-16,3-2 1 0,1-2 8 0,-2 1 3 16,2 1 1-16,-3 1 2 0,0-1 2 15,-1 3 3-15,1 2 0 0,0-2-9 0,-2 0-5 0,-1 1-6 16,2 2-7-16,-4 1-3 0,4 0-3 0,-4 0-6 16,5 4-3-16,-2 4-4 0,-2-1 0 0,-1 7-4 15,0 1 2-15,0 4-1 0,-1 5 2 0,-3 3 4 16,0 2 0-16,-4 0-4 0,2-3 0 0,-4 6-2 15,1-7 4-15,-5 2 0 0,1-1 0 0,1-9-1 16,0 0 0-16,3-3 3 0,0-4-1 0,-1-1 2 16,2-2 1-16,-1-3 5 0,-1 0 3 0,3-2 10 15,1-1 20-15,6-1 14 0,-12-7 12 0,9 1-2 16,-1-2-9-16,3-1-5 0,1-3-6 0,2-5-4 16,7-8-6-16,3 2-4 0,4-2 1 0,0-2-21 15,1 3-9-15,5-4-25 0,-3 1-19 0,8 2-14 16,-4 2-33-16,4 1-33 0,-4 2-33 0,4 2-35 15,-3-2-49-15,-2 5-226 0,-6 0-499 0,0 6 221 16</inkml:trace>
  <inkml:trace contextRef="#ctx0" brushRef="#br0" timeOffset="159890.31">20716 11017 244 0,'3'-3'233'0,"-3"3"-29"0,4-2-23 0,-4 2-20 16,12 9-19-16,-2 0-16 0,5 11 0 0,2 6-6 16,-3 3-10-16,5 14-2 0,-7 3-8 0,-3 2-1 15,-5 0-12-15,-7 3-5 0,-5 4-11 0,-1-3-2 16,-5 1-6-16,-4-1-5 0,1-4-5 0,-6-3-7 16,6-12-2-16,-4-2-6 0,2-2-1 0,0-3-5 0,0-2-3 15,0-3-3-15,1-2-7 0,1-7-9 0,3 2-19 16,-1-5-23-16,2-1-29 0,-5-1-51 15,5-5-58-15,3-2-219 0,-1-2-422 0,6-2 186 16</inkml:trace>
  <inkml:trace contextRef="#ctx0" brushRef="#br0" timeOffset="160357.26">21183 11277 174 0,'0'0'209'0,"4"-4"-21"0,-4 4-21 16,5-1-13-16,-5 1-18 0,8 0-16 0,-8 0-13 16,15 1-5-16,-3 3-10 0,-1 1-4 0,-2-1-9 15,3 4-6-15,-1 1-11 0,2 1-3 0,-4 3-5 0,2 1-10 16,-3-1-1-16,-1 2-7 0,-5 2-4 16,-1 3-1-16,-2-2-4 0,-3 10-3 0,-2-5 0 15,-4 3-2-15,-3 0-2 0,-4-1-2 0,-2-3-4 16,-4 2 2-16,3-3-3 0,-3-3 0 0,0 0-2 15,1-2-1-15,1-1-2 0,6-4-2 0,4-4-5 16,2 0 2-16,-1-2 0 0,3-1 3 0,2-1 7 16,1 0 15-16,0 1 13 0,-1-2 8 0,5-2-3 15,0 0 0-15,0 0-8 0,21 1-2 0,-7-1-7 0,5-2 1 16,9-2-6-16,0 0-21 0,-4 1-21 0,3 1-32 16,1-3-34-16,4 3-49 0,-4-5-75 15,-2 0-156-15,-6 0-393 0,-2 2 174 0</inkml:trace>
  <inkml:trace contextRef="#ctx0" brushRef="#br0" timeOffset="160626.34">21157 11553 75 0,'-4'0'351'0,"4"0"-8"0,-7 2-26 0,7-2-36 16,0 0-27-16,0 0-26 0,21-4-27 0,0 0-19 16,1 3-15-16,14-2-22 0,16 2-13 0,1-2-14 15,3 0-14-15,0 3-9 0,0 0-21 0,-17 2-15 16,-1-4-9-16,-6 1-12 0,-5 1-11 0,-8-1-8 16,-6 0-16-16,-2-1-24 0,-2 4-29 0,-5-4-17 15,0 1-7-15,-4 1-28 0,0 0-36 0,0 0-53 16,-32-4-246-16,14 4-474 0,-1-3 211 0</inkml:trace>
  <inkml:trace contextRef="#ctx0" brushRef="#br0" timeOffset="170822.17">22557 11581 61 0,'0'0'164'16,"0"0"-3"-16,-8-2-7 0,8 2-14 0,0 0-7 16,0 0-11-16,0 0-8 0,-1-4-3 0,1 4 1 15,0 0-5-15,0 0-5 0,0 0-3 0,0 0-4 16,-3-3-3-16,3 3-7 0,0 0-1 0,0 0-9 16,0 0-2-16,0 0-5 0,-1-4-5 0,1 4-7 15,0 0-1-15,0 0-5 0,0 0-3 0,0 0-7 16,0 0-2-16,0 0-1 0,0 0-9 0,0 0-2 15,0 0-3-15,0 0-3 0,0 0-5 0,0 0 1 16,0 0-2-16,0 0-1 0,0 0-2 0,0 0 2 16,0 0-3-16,0 0-3 0,0 0 2 0,0 0-3 15,0 0 1-15,0 0 0 0,0 0 3 0,0 0-2 16,0 0-3-16,0 0 2 0,0 0 1 0,0 0 1 16,0 0-1-16,0 0 3 0,0 0-1 0,0 0-1 15,0 0 2-15,5-5 3 0,-5 5-8 0,8-3-2 16,-3 3-1-16,12-2 0 0,1-3-1 0,11 3-1 0,3-2-1 15,4 0 1-15,16-3 0 0,1 4-1 16,-15-1 2-16,14-2-2 0,-13 1 1 0,0 4 0 16,-7-2-8-16,-1 1-15 0,-11 2-12 0,-1 0-24 15,-6 0-29-15,-1 2-38 0,-6-2-32 0,-2 0-35 0,-4 0-178 16,0 0-400-16,0 0 178 0</inkml:trace>
  <inkml:trace contextRef="#ctx0" brushRef="#br0" timeOffset="171070.55">22736 11465 50 0,'3'-7'296'0,"0"0"-17"16,1-1-5-16,0 1-13 0,1 2-14 0,-4 0-16 16,3 1-20-16,0-1-16 0,-3 1-24 0,-1 1-17 15,4-2-21-15,-4 3-15 0,0 2-27 0,0 0-24 16,0 0-14-16,0 0-7 0,0 0-4 0,0 15-4 15,0-6-4-15,-4 7-4 0,0 2 4 0,-1 6-9 16,0 2-1-16,0-1-21 0,1 6-22 0,3-2-28 16,-1-1-23-16,4-2-25 0,-2 3-34 0,0-11-39 15,1 0-49-15,3-4-177 0,0-4-426 0,2-2 188 16</inkml:trace>
  <inkml:trace contextRef="#ctx0" brushRef="#br0" timeOffset="171518.59">23694 11239 109 0,'3'-4'234'15,"-3"4"-23"-15,2-5-20 0,-2 5-19 0,0-4-21 16,0 4-12-16,-7-3-18 0,7 3-13 0,-12 2-12 16,5-1-20-16,-5 2-4 0,2-1-7 0,-3 2-8 15,-2 4-5-15,2-1-9 0,-1 3-6 0,-3-1-5 0,3 1 0 16,3 0-4-16,0 2-11 0,5 0 5 15,0-1-1-15,2 5-1 0,1-5-4 0,5 5-1 16,0 2-1-16,5 0-3 0,5 6 1 0,6 0-1 16,3-2-3-16,4 1 5 0,2-2 2 0,1-3 2 15,-2 0-1-15,-4 1-2 0,-6-5-2 0,-2-2-2 16,-2-4-2-16,-5 1-3 0,2-1 0 0,-4-2 1 16,-1 0-4-16,1 0-4 0,-5 0 2 0,-5-1 5 15,-4 1-1-15,-7 0 1 0,-4 0-6 0,0-1-13 16,-9-1-14-16,-2 1-29 0,-1-4-26 0,5 1-30 0,-5-1-36 15,2-2-166-15,9-3-339 0,1 0 150 16</inkml:trace>
  <inkml:trace contextRef="#ctx0" brushRef="#br0" timeOffset="171823.06">24319 11192 88 0,'3'-6'237'0,"-2"2"-25"0,-1 2-25 16,0 2-23-16,0-5-19 0,0 5-11 0,0 0-16 15,-17 5-12-15,2 4-11 0,-2-1-13 0,-9 12-9 16,-3-2-6-16,1 4-8 0,0 1-9 0,1 3-5 0,1 0-5 15,0 4-3-15,7 0-8 0,2 0 2 16,3-1-3-16,2 0-6 0,5 3 4 0,4-1-4 16,6-2 0-16,6 0 2 0,5-4-5 0,4 1-7 15,5-6-18-15,5 0-41 0,5-2-40 0,2-6-55 16,-2-3-174-16,5-4-341 0,-2-2 150 0</inkml:trace>
  <inkml:trace contextRef="#ctx0" brushRef="#br0" timeOffset="172270.52">24494 11351 70 0,'3'-4'269'0,"-1"-2"-24"0,2 1-23 0,0 1-25 15,2 1-19-15,1-1-22 0,-1 3-16 0,3 0-13 16,3 2-16-16,-2 0-8 0,0 3-12 0,3-3-12 15,-5 6-6-15,1 0-12 0,1 0-11 0,-3 4-4 0,-2-1-6 16,2 7-8-16,-6-1-6 0,0-3-1 16,-3 5-3-16,-5 6-1 0,1 1-4 0,0-2-3 15,-4-5 1-15,1-1-1 0,-2-2-2 0,-1 0-2 16,0-2 0-16,4-2 0 0,1-4-3 0,0 0 3 0,2 0 0 16,1-3 9-16,-1-1 17 0,1 1 20 0,4-1 26 15,-5 0 27-15,5-3 8 0,0 0-14 16,0 0-13-16,9-11-9 0,0 5-13 0,3-7-3 15,3 2-8-15,3-7-10 0,4 2-2 0,-2-1-3 0,2 0-2 16,-2-1-9-16,-2 6-6 0,-5-1 4 0,-2 2-3 16,-2 3-2-16,0 1-7 0,-2 4 16 15,-1-3-24-15,-2 5-3 0,0-3-17 0,-2 3-11 16,-2 1-14-16,0 0 4 0,0 0 2 0,0 0 0 0,-2 9 6 16,-1-2-13-16,-1 3-9 0,-2 1-2 0,2 1-7 15,-1 4-19-15,-3-1-23 0,2 2-14 0,-2-1-30 16,5 2-29-16,0-5-25 0,-1 2-48 15,2-3-152-15,4-3-428 0,-2-2 190 0</inkml:trace>
  <inkml:trace contextRef="#ctx0" brushRef="#br0" timeOffset="172460.24">24981 11487 311 0,'4'-2'302'0,"-3"-3"-28"0,2 3-31 0,-3 2-27 15,4-4-25-15,-4 4-24 0,0 0-19 0,0 0-14 16,0 0-14-16,0 0-9 0,-9 18-13 0,2-6-15 16,1 1-13-16,-3 3-13 0,0-2-17 0,0 3-18 15,-4-1-19-15,3 0-22 0,-3 6-17 0,-1-7-22 16,3-1-35-16,-1 3-30 0,3-9-44 0,2 4-182 16,-4-6-379-16,5 0 168 0</inkml:trace>
  <inkml:trace contextRef="#ctx0" brushRef="#br0" timeOffset="172935.63">25168 11347 214 0,'2'-6'269'0,"2"1"-23"0,-1-1-18 15,-2 5-28-15,0-2-22 0,-1 3-27 0,5-4-37 0,-5 4-29 16,0 0-11-16,0 0-6 0,0 0-20 15,0 0-5-15,7 8-20 0,-5-3-6 0,-2-1-7 16,0 1-2-16,3-2-5 0,-1 4-6 0,2-1 2 16,-2-2-2-16,0-1 3 0,1-3 2 0,0 4 2 0,-3-4-10 15,5 5 7-15,-1-5 5 0,-4 0-1 16,9 0-2-16,-9 0 0 0,9-4 2 0,-3 0-4 16,0 3 4-16,0-5 1 0,2 2-2 0,-1 0 10 15,2 1-1-15,-5 0 1 0,5 0 0 0,-4 1-5 0,4 0 0 16,-2 2-3-16,0-1-2 0,-7 1 0 0,14 2-2 15,-9 4 10-15,3-2-1 0,1 5 6 16,0-1-3-16,-3 8 2 0,-2 1 3 0,0 0-1 16,-3 8-2-16,3-6-1 0,-9 9 2 0,1-1 1 0,-5 2-1 15,-5-2-4-15,0 3 1 0,-4-4-1 0,4-2-1 16,-4-4 3-16,3-6-3 0,-3-1 0 16,3-3-2-16,2-5 3 0,3 2 7 0,1-3 7 0,0-3 23 15,1-1 5-15,8 0 2 0,-14-5 4 0,9 0-4 16,5-2 5-16,-4-5-8 0,8-1-9 0,0-5-1 15,6 1-3-15,3-8-8 0,5 1-17 0,1-2-4 16,1 1-29-16,6-2-17 0,-1 4-24 16,2-2-30-16,1 3-35 0,-2-1-40 0,5 0-49 15,-4 1-179-15,-3 4-423 0,-1-2 187 0</inkml:trace>
  <inkml:trace contextRef="#ctx0" brushRef="#br0" timeOffset="173151.16">25739 11072 99 0,'0'0'185'0,"13"4"-15"0,-2 1-4 0,3 7-15 16,4 9 4-16,0 4-6 0,0 7-2 0,2 14-4 16,-2 1-5-16,-3 7-8 0,-8 7-7 0,-7 20-7 15,-4-24-11-15,-7-2-11 0,-7 2-7 0,-8-3-7 16,-1-3-10-16,-6-3-10 0,-7-4-15 0,-3-2-20 15,-7-5-37-15,-5-5-53 0,-30 4-61 0,-1-8-247 16,27-15-404-16,-3-5 180 0</inkml:trace>
  <inkml:trace contextRef="#ctx0" brushRef="#br0" timeOffset="175270.13">9077 13349 267 0,'0'-5'275'0,"-1"1"-16"0,-2-3-15 15,3 3-18-15,-1-2-19 0,2-2-10 0,-1 2-7 16,3 2-14-16,-6-1-21 0,3 2-12 0,0 3-16 15,0-5-11-15,0 5-17 0,-1-7-16 0,1 7-30 16,0-2-27-16,0 2-26 0,0 0-8 16,0 0-3-16,0 0-2 0,-4 19 4 0,3-7 1 0,-3 5 2 15,-1 1-2-15,1 1 2 0,0 0 1 0,-1 8 1 16,4-8-3-16,-3 3 6 0,0-3-3 16,2 0 1-16,-2-2 1 0,0 1-5 0,2-2-4 0,-1-6 1 15,2 2-4-15,-2-2 5 0,3-6 1 0,-2 0 7 16,0 4 29-16,2-5 24 0,0-3 46 0,-2 5-5 15,2-5-13-15,0 0-3 0,-7-13-5 0,5 3 10 16,-2-3-4-16,4-4-3 0,-2-2-2 16,-1-9-15-16,2 0-8 0,2-4-8 0,0-4-3 15,4 2-4-15,0 0-3 0,3-2-4 0,-2 2-7 0,2 2-1 16,2 3-3-16,1 3-5 0,-4 3 1 0,3 5-5 16,-1 2 3-16,0 3-7 0,5 1-19 0,-2 6-24 15,-2-1-12-15,4 6-33 0,4 2-27 16,3 2-30-16,-2 3-38 0,6 9-38 0,-2 0-65 0,-7-1-180 15,-1-1-499-15,1 8 221 0</inkml:trace>
  <inkml:trace contextRef="#ctx0" brushRef="#br0" timeOffset="175442.96">9172 13643 185 0,'-3'3'318'16,"1"0"-13"-16,0-1-10 0,0 2-20 0,2-4-27 15,0 0-32-15,0 0-22 0,0 0-33 0,15-4-31 16,3 1-36-16,4 1-42 0,8-4-62 0,1-2-58 16,1 2-78-16,-4-6-230 0,0 4-405 0,-3-3 180 15</inkml:trace>
  <inkml:trace contextRef="#ctx0" brushRef="#br0" timeOffset="175585.42">9081 13505 276 0,'-5'0'269'0,"-2"2"-23"0,7-2-21 0,-6 0-19 16,6 0-22-16,0 0-18 0,0 0-25 15,0 0-23-15,26-9-28 0,-6 7-45 0,11 0-49 16,1-1-60-16,4 2-54 0,-4-3-179 0,3-1-322 16,-3 3 143-16</inkml:trace>
  <inkml:trace contextRef="#ctx0" brushRef="#br0" timeOffset="175950.63">9731 13355 25 0,'3'-4'305'15,"-2"2"-16"-15,2-1-13 0,-3 3-28 0,1-3-34 0,-1 3-21 16,0 0-25-16,0 0-24 0,0 0-14 0,0 0-13 16,-13 10-11-16,4 0-13 0,-3 4-12 15,-5 4-7-15,-2 3-6 0,2-2-8 0,-4 5-5 16,3-4-5-16,0 1-5 0,-1 0-7 0,2-1-2 0,3-6 4 15,1 2-7-15,0-3-5 0,3 0 0 0,1-3-8 16,4-3 0-16,-1-2 1 0,-1 2 0 16,4-4 1-16,-1 2 15 0,4-5 9 0,-7-2 10 0,7 2-5 15,-2-10 2-15,0 0-4 0,4-2-2 0,0-8-3 16,2 2-1-16,3-10-5 0,1 1-5 0,1-4-3 16,0 2 0-16,-1 0 0 0,2 6 11 15,-2 6 12-15,-7 1 24 0,3 5 12 0,1 3-12 16,-2-1-3-16,2 4-15 0,-4 2-9 0,0-1-18 15,3 1-30-15,-4 3 0 0,0 0-7 0,9 7 5 0,-5 1 2 16,1 4-11-16,4 3 0 0,-1 2 0 16,3 5 0-16,2 3-21 0,2-3-20 0,2 2-21 15,0-2-27-15,0 1-34 0,0-2-47 0,-2-7-54 16,-1 1-48-16,3-4-232 0,-8-4-556 0,4 1 246 0</inkml:trace>
  <inkml:trace contextRef="#ctx0" brushRef="#br0" timeOffset="176126.12">9914 13496 140 0,'0'0'372'0,"0"0"-19"16,0 0-39-16,5 0-29 0,-5 0-29 0,0 0-28 16,0 0-37-16,0 0-53 0,0 0-52 0,0 0-53 15,8 3-59-15,-3-3-108 0,0 1-239 0,-5-1-404 16,14-2 179-16</inkml:trace>
  <inkml:trace contextRef="#ctx0" brushRef="#br0" timeOffset="178918.55">12176 13433 264 0,'0'-12'272'0,"0"3"-6"0,0-3-14 0,0 3-6 16,0 2-19-16,3 0-17 0,-2 1-19 0,-1 2-21 15,1-1-19-15,-1 1-18 0,0 4-21 0,0-4-32 16,0 4-16-16,0 0-15 0,0 0-7 0,0 0-4 16,4 12-4-16,1-3-1 0,0 0-4 0,0 7-1 15,2 0-8-15,0 1 2 0,2 0-3 0,1-2-6 16,-2-1-11-16,4 3-5 0,-3-5-6 0,-3-2-1 15,0-1 1-15,3-2-2 0,-5-2 5 0,1 2 0 16,-1-3 0-16,1-3 5 0,4 2 12 0,-9-3-1 16,13-5 0-16,-3-2-2 0,0-1 1 0,-2-1-2 15,6-3-1-15,-1-1 0 0,-3 1 1 16,4-4 6-16,-5 1-8 0,1 1-2 0,-3 1 2 0,2 4 2 16,-4 0 9-16,1 1 0 0,-2 1-4 0,-1 2-3 15,0 2-3-15,1 1-15 0,-4 2-8 0,0 0 3 16,0 0 0-16,4 18-1 0,-5-1 3 0,1 4 1 15,-3 8 1-15,1-1 2 0,-2 6-4 0,1 0 7 16,2 0-3-16,-2 14 3 0,1-1-1 0,2 3 2 16,-3-6 1-16,3 2 1 0,-2-10-3 0,2 0 5 15,-2 10 0-15,1-11 0 0,-1-3-1 0,-2-2 17 16,1-1-1-16,0-5 0 0,-3-6-7 0,1-1-2 16,0-6-1-16,-1 1 2 0,-3-2 5 0,-1-3 0 15,-1-3 5-15,-3 0 2 0,3-4 1 0,-11-3 0 16,4-2 9-16,-9-2 1 0,2-5 5 0,0-3 1 15,3-1 1-15,0-2 23 0,1-3 13 0,5-2-4 16,4 0 4-16,3-6-3 0,4 0-13 0,9-1-7 0,2-6-10 16,7 3-6-16,14-6-6 0,5 0 1 15,4 6-6-15,4 3-7 0,5-1 3 0,5 5-7 16,1 3 1-16,4 2-4 0,-1 4-2 0,-7 0 7 16,-11 7-6-16,-3 5-1 0,-2-4 1 0,-10 4-3 15,-3 2-6-15,0 2-12 0,-5-2-16 0,-3 0-26 16,-2 2-17-16,-2 1-17 0,-6 0-5 0,8 5-5 15,-5-2-2-15,-6 0-12 0,-5 2-33 0,2 0-38 16,-8 2-40-16,2-5-235 0,0 5-498 0,-6-4 220 16</inkml:trace>
  <inkml:trace contextRef="#ctx0" brushRef="#br0" timeOffset="179384.23">12920 13551 2098 0,'0'-4'95'0,"0"4"17"0,1-6-20 16,0 4-20-16,0-3-25 0,-1 5-15 0,3-4-10 16,2 3-5-16,-1 0-6 0,-4 1-3 0,15 1-2 0,-6 3 0 15,-1 2-4-15,3 0 2 0,-2 3-1 0,-1-1-2 16,5 3 2-16,-4 4-4 0,-3-1 3 0,-2 2-4 15,0 1-1-15,-5-2-1 0,-2 2 2 16,-1 0-3-16,-2 0 2 0,-1-4 0 0,-3 3 1 16,4-6-1-16,-2 1 0 0,-2 0 2 0,2-4 6 0,1 0 4 15,0 1 10-15,3-3 16 0,-2-3 22 16,2 1 32-16,2-1 41 0,-2 0 22 0,4-2-7 16,0 0-3-16,-3-9-14 0,4 1-14 0,3-5-12 15,4 0-13-15,2-3 6 0,4-5-18 0,5-1-9 0,4-2-15 16,-2 1 1-16,1 0-9 0,-2 1-6 15,-2 2-7-15,-3 7 2 0,-3 0 5 0,-3 4 0 0,0 1-1 16,-2 1-2-16,-3 3-11 0,1-1 4 16,-1 3-35-16,1 0-20 0,-5 2-7 0,6 0 7 15,-3 4-4-15,2 1-2 0,-5 2-1 0,4 5 2 0,-4 1-3 16,4-3 8-16,-3 7-13 0,1 3 5 16,1-3-8-16,1 0-6 0,1 1-19 0,-4-1-26 15,2-1-21-15,1-5-18 0,-3 0-29 0,2-1-30 16,-2-3-37-16,-1-2-23 0,1 0-224 0,-1-2-512 0,0-3 227 15</inkml:trace>
  <inkml:trace contextRef="#ctx0" brushRef="#br0" timeOffset="179767.26">13278 13217 256 0,'1'-6'319'0,"0"0"-27"0,1 4-26 0,0-2-34 0,-1 1-23 16,-1 3-30-16,0-3-17 0,0 3-14 0,0 0-14 16,0 0-19-16,17 6-14 0,-11 0-11 0,2 2-12 15,-1 1-7-15,1 3-6 0,1 3-6 0,-1-1-6 16,-3 3-4-16,-1 0-5 0,0 0-4 0,-4 0-7 16,2 1-2-16,-4-1-5 0,0 0 2 0,-4-1-5 15,3-1 3-15,-2-3-6 0,0-4 1 0,3 1-1 16,-1-2-1-16,0-2 4 0,2 1 4 0,-1-3 17 15,2 0 23-15,0-3 31 0,-2 5 10 0,2-5-8 16,0 0-9-16,12 0-10 0,6-5-7 0,3-1-8 16,11-3-20-16,0 1 9 0,3-3 8 0,-1 4-24 15,5-3-17-15,13-2 14 0,-15 4 0 0,3 1-11 16,-5 0-7-16,-3 0 3 0,-5 2 0 0,-9 2-5 16,-6-1 2-16,-1 3 1 0,-2 0-7 0,-3 0 3 15,2 1-11-15,-4-2-4 0,-4 2-24 0,6-3-16 16,-6 3-20-16,0 0-40 0,0 0-50 0,0 0-60 15,-19 3-87-15,6 0-299 0,3-2-645 0,-2-1 286 16</inkml:trace>
  <inkml:trace contextRef="#ctx0" brushRef="#br0" timeOffset="182203.26">14109 13307 30 0,'0'-9'229'15,"4"6"-11"-15,-4-4 6 0,3 2-13 0,-2-1-8 0,-1 1-15 16,3 1-12-16,-2 0-18 0,0 1-21 16,-1 3-21-16,0-3-12 0,0 3-18 0,0 0-6 15,0 14-9-15,-5 2-9 0,-3 10-6 0,-2 6-5 16,-3 0-5-16,-1 15-5 0,0 0-5 0,0-2-6 16,1 1-1-16,3 0-6 0,0 0-1 0,2-11-5 0,-1 10 2 15,4-11-4-15,-1-1 1 0,1-2-1 16,1-3-3-16,0-2-1 0,3-7-2 0,0 1-2 15,-2-5 0-15,2-1 0 0,-1-4 2 0,1 0 0 16,1-3 0-16,-1-2 4 0,-1 2 0 0,1-2 0 0,1-3-1 16,0 3-1-16,-1-2-2 0,1-3-3 0,0 0-45 15,0 0-68-15,0 0-60 0,-3-10-48 16,6 0-175-16,1 0-422 0,0-6 187 0</inkml:trace>
  <inkml:trace contextRef="#ctx0" brushRef="#br0" timeOffset="182450.27">14097 13547 19 0,'1'-6'245'0,"0"2"-19"0,-1-1-22 15,4 1-23-15,-3 1-19 0,3 0-17 0,1 2-15 0,3 1-5 16,4 1-8-16,1 2-13 0,0 0-8 0,6 3-9 16,0 2-8-16,-1 4-9 0,0 0-5 0,-5 2-9 15,2 0-9-15,-6 1-6 0,0-1-4 0,0 1-12 16,-5-2-8-16,0 1-11 0,-7 1 0 0,-2-3 2 15,-5 2-5-15,-2-2-1 0,-3 0 4 0,-8 1-2 16,-4-2 0-16,2-1-1 0,3-7-2 0,1 2 3 16,-3 0-1-16,4-3 0 0,-2 3-12 0,5-6-9 15,1 1-28-15,4-2-23 0,5 0-37 0,3-1-39 16,4-1-178-16,2-1-351 0,7-3 156 0</inkml:trace>
  <inkml:trace contextRef="#ctx0" brushRef="#br0" timeOffset="182800.93">14819 13629 2 0,'0'0'168'0,"-8"0"-19"0,8 0-19 16,0 0-11-16,0 0-12 0,-8 3-4 0,8-3-16 16,0 0-12-16,-3 3-4 0,3-3-7 0,0 0-2 15,0 0-3-15,0 0-14 0,0 0 9 0,0 0 8 16,0 0 11-16,8 5 2 0,-1-5-1 0,3-1-5 16,4 0-2-16,4-1-9 0,11 0-1 0,2 2-6 15,7-5-1-15,15 2-2 0,2-5 3 0,2 4 1 16,2 1-4-16,-4-2-2 0,-17-1-5 0,-1 3 0 15,-5 0-13-15,-5 1-8 0,-8-2-6 0,-6 3-18 16,0-1-18-16,-7 1-30 0,-2 0-37 0,-4 1-32 16,-1-3-22-16,1 3-45 0,-22-7-96 0,5 5-307 15,-3-1 136-15</inkml:trace>
  <inkml:trace contextRef="#ctx0" brushRef="#br0" timeOffset="183034.08">15068 13469 208 0,'-2'-5'314'15,"1"0"-10"-15,0 1-18 0,0-1-19 0,1 5-31 16,-3-5-30-16,3 5-20 0,-1-2-25 0,1 2-23 0,0 0-15 16,-9 14-16-16,1 2-8 0,-1 1 0 15,2 8-22-15,-1 2-9 0,-1 2-5 0,4 2 5 16,4 2-6-16,-2-1-46 0,3 1-30 0,0 0-34 15,0 1-44-15,4-2-55 0,1-2-64 0,-1-2-219 0,-2-13-465 16,1-4 206-16</inkml:trace>
  <inkml:trace contextRef="#ctx0" brushRef="#br0" timeOffset="185102.22">15787 13456 86 0,'0'-6'195'0,"0"1"-18"0,0-1-10 0,4 0-12 16,-3 0-12-16,3-3-14 0,2 5-13 0,-1-1-10 16,3 0-7-16,1 1-15 0,1 0-6 0,2 2-12 15,-2 2-8-15,3 1-7 0,-2 3-4 0,1 1-8 16,-3 4 5-16,5 4-11 0,-4 1-1 0,0 3-3 16,1 5-7-16,-4-5 3 0,-2 9-5 0,-2 1-1 0,-2 1-1 15,-2-3-4-15,-2 2 1 0,-5 1 0 0,-2-3-4 16,-1-2-1-16,0 2 0 0,-1-4-4 15,2-5 0-15,-3 1 4 0,7-7-6 0,-3-1 6 16,1-1 1-16,2-1 7 0,2-2 14 0,0-1 21 0,0 1 29 16,3-3 33-16,-2 1 33 0,3-3 5 0,0 0-21 15,0 0-9-15,3-17-17 0,2 5-10 16,4-2-8-16,9-8-7 0,1 0-8 0,1-2-8 16,7-1-6-16,-4-1-6 0,0 1-16 0,0 2 5 15,-1 0-3-15,-3 2-10 0,-5 9-3 0,0-3 0 16,-5 9 4-16,-1-3-4 0,-3 2-7 0,1 5-5 15,-3-2-18-15,2 1-15 0,-3-1-3 0,-2 4-15 16,0 0 0-16,0 0 7 0,2 11 1 0,-4-4-1 16,-1 5 8-16,-1 0 1 0,1 5-1 0,-4 0 1 0,4 0-6 15,1 1-3-15,-1 0-2 0,3 0-22 16,1-2-13-16,2 1-5 0,5 0-16 0,-1-2-19 16,5-2-29-16,2-3-45 0,4-2-52 0,1-4-201 15,1-3-471-15,3 1 209 0</inkml:trace>
  <inkml:trace contextRef="#ctx0" brushRef="#br0" timeOffset="185605.54">16482 13447 125 0,'0'-8'316'0,"0"2"-31"0,0 3-31 0,0-1-26 15,0 4-28-15,0-8-23 0,0 8-28 0,0-2-30 16,0 2-15-16,0 0-12 0,0 0-10 0,3 12-17 15,-2-7-15-15,2 5-12 0,-1-2-12 0,1 3-12 16,3 1-10-16,-2-3-8 0,1 2-6 0,0 0-8 16,2-4 5-16,-1 2-4 0,2-3 0 0,-3-1 0 15,1 0 9-15,1-3-5 0,1 0 1 0,0-2 2 16,-1-2 5-16,0 0-1 0,3-1 1 0,1-3 8 16,-4 0-1-16,3-3 8 0,-2 1 11 0,1-1 0 15,0-1 7-15,-3 1 6 0,0 1 5 0,1 0 3 16,-3 3 3-16,-3-1 0 0,3 3-8 0,0 0-3 15,1-1-6-15,-4 1-9 0,-1 3-3 0,0 0-6 16,8 8-2-16,-8-2 1 0,4 7 3 0,-3 2-2 16,3 5-7-16,-1 6 1 0,-2 4 4 0,0 0 1 15,-2 4 4-15,1 2-5 0,-5 9-3 0,-3 5 2 16,3-15-2-16,-4-2 2 0,0 3 3 0,0-3-3 16,0-2-4-16,-1-3 2 0,-2 1-3 0,5-10 4 15,-1-4 13-15,-2 0 4 0,2-5-1 0,-2-2 1 16,1 0 2-16,-1-7 10 0,-3 0-1 0,2-1 3 15,-2-2 23-15,0-5 19 0,0-6 3 0,-1 1 24 16,5-2 8-16,3-6-10 0,-3-6-11 0,8-5-13 16,2-3-10-16,9 0-8 0,8-9-9 0,2-2-19 15,6 4-15-15,2 0-8 0,1 2-4 0,-2 13-11 16,0 2-13-16,-1-3-20 0,1 5-20 0,-3 4-31 16,-1 3-31-16,-8 5-40 0,3 1-45 0,0 1-57 15,-8 1-238-15,2 2-542 0,-1 0 240 0</inkml:trace>
  <inkml:trace contextRef="#ctx0" brushRef="#br0" timeOffset="185932.83">16940 13229 2268 0,'1'-11'201'0,"0"1"-37"0,2 0-18 0,-2 3-28 15,-1-1-34-15,4 4-23 0,1-3-18 0,-4 2-14 16,2 2-7-16,2 3-5 0,1 0-3 0,-6 0-1 16,22 2 2-16,-10 5-1 0,4 2-3 15,0 5-5-15,-3 1 2 0,4 7-2 0,-3 0 0 0,-4 3-2 16,-2-1-1-16,-4 1 0 0,2 3-1 0,-6-2 1 16,0-8-1-16,-5 9 0 0,2-8-2 0,1-4 4 15,-3 2-3-15,1-2 2 0,2-4 0 0,0-5 1 16,1 0-1-16,1 0 0 0,-4-1 3 15,4 0 4-15,0-1 1 0,0-4 2 0,1 2 3 0,7-2-7 16,1 0 0-16,9-2-33 0,4-2-41 16,2-2-55-16,8 0-74 0,0-3-97 0,0 0-154 15,0-4-481-15,-3-1 213 0</inkml:trace>
  <inkml:trace contextRef="#ctx0" brushRef="#br0" timeOffset="186592.15">17688 13433 159 0,'-10'-5'160'0,"-1"2"-15"0,-2-1-7 0,-5 1-13 16,-2 6-15-16,-1-2-9 0,1 5-7 0,-7 3-21 15,1 4-1-15,2 1-8 0,2 1-2 0,1 2-8 0,-2 2-9 16,5 0-6-16,0 1-2 0,5 2 0 15,3-6-5-15,2-2 1 0,6 2-7 0,-1-4 9 16,6 0-2-16,-1-1 6 0,5-2 13 0,3 0 5 0,0-1 1 16,8-2 3-16,0-3 5 0,2 1 2 15,7-4-1-15,-4-1-4 0,4-2-2 0,-7-2 1 16,2 1-4-16,-1-1-2 0,-1-1-9 0,3 0-1 16,-5-2-5-16,0 1-4 0,-5 4-3 0,1-2-4 15,-2 3-2-15,1-1-5 0,-4 0-6 0,0 2-3 16,0-1-5-16,-4 2-1 0,0 3-8 0,-1 0 3 15,1 0-3-15,0 5 3 0,3 1 1 0,-7 1 0 16,2 5 0-16,-2 2-1 0,-1 1 1 0,0 7 1 16,0-1 1-16,0 2-3 0,-1-7 0 0,-2 2 0 0,3-3 3 15,-4-1-5-15,4-2 3 0,-1-1-2 0,-4-6 2 16,4 1 2-16,-2-6 6 0,3 2 35 16,0 0 43-16,0-1 49 0,0-4 65 0,0 0 38 15,0 0 11-15,0 0-23 0,0 0-23 0,5-12-21 0,-1 0-21 16,1-5-18-16,4 2-17 0,0-9-17 0,5 0-17 15,0-1-14-15,3-1-15 0,1 0-14 0,2-3-15 16,1-1-10-16,-1 5-5 0,-1 0-4 16,-1 6-1-16,-8 3-2 0,2 3-3 0,-5 3-22 0,4 0-30 15,-6 3-34-15,3 0-35 0,-2 2-43 0,-1 2-38 16,-1 1-43-16,1 0-36 0,-5 2-30 0,0 0-41 16,8 4-287-16,-8-4-679 0,2 4 301 0</inkml:trace>
  <inkml:trace contextRef="#ctx0" brushRef="#br0" timeOffset="187099.23">18693 13515 112 0,'0'0'216'0,"0"0"-5"0,0 0-8 16,0 0-6-16,0 0-5 0,0 0-5 0,0 0-2 16,0 0-6-16,0 0-4 0,0 0-16 0,0 0-8 15,0 0-5-15,0 0-25 0,0 0-13 0,9-10-13 16,-3 8-10-16,6-1-8 0,1 2-7 0,4-2-4 15,4 3-3-15,7-5-14 0,5 4-5 0,-1-1-3 16,5-2 2-16,-4 2-14 0,-1-1-14 0,-2 3-10 16,-10 0-11-16,-1-3-6 0,0 1-9 0,-7 1-8 15,-3 2-13-15,1-1-20 0,-5-1-23 0,-5 1-19 16,9 0-12-16,-9 0-16 0,0 0-24 0,0 0-28 16,0 0-196-16,-24 1-411 0,12 1 183 0</inkml:trace>
  <inkml:trace contextRef="#ctx0" brushRef="#br0" timeOffset="187390.3">18717 13708 133 0,'-5'1'292'0,"5"-1"-5"0,-4 3-7 0,4-3-24 16,0 0-26-16,0 0-22 0,0 0-22 0,21-3-17 0,0 3-20 16,6-4-16-16,5 3-13 0,5-2-15 15,2 2-15-15,0 0-9 0,14-3-13 0,-14 1-8 16,12 2-5-16,-16-1-13 0,-4 0 1 0,-10-1-15 16,-2 2-2-16,-6 0-4 0,-1 1-2 0,-4 0-9 0,0 0-17 15,-1-2-19-15,-3 1-6 0,-4 1-20 0,0 0-32 16,0 0-30-16,0 0-50 0,0 0-48 15,-29-2-192-15,19 0-434 0,0 2 192 0</inkml:trace>
  <inkml:trace contextRef="#ctx0" brushRef="#br0" timeOffset="189734.22">19494 13471 116 0,'4'-9'202'0,"-3"3"-13"0,5-3-12 16,-2 2-18-16,4 0-17 0,1 0-8 0,0-1-16 15,4 2-13-15,2 0-9 0,4 4-6 0,2-3-12 16,2 3-4-16,-4 5-13 0,3-2 1 0,-4 4-8 16,2 3-8-16,-5 3-4 0,2-2-4 0,-2 7-4 15,-1-2-2-15,-2 1-6 0,-3 4-4 0,-4-1-1 16,-3 3 0-16,-2-3-3 0,-2 7-2 0,-3-4-2 15,-3 4 0-15,-3-2-2 0,-2 0 2 0,0-8 0 16,0 2 0-16,-1-3 1 0,1-2 3 0,0 2 2 16,3-7 2-16,1 1-1 0,2-1 20 0,0-5 16 15,2 4 26-15,1-4 32 0,1 1 38 0,3-3 6 16,0 0-13-16,0 0-16 0,-3-12-12 0,7 4-9 16,4-4-15-16,4-5-9 0,8-1-12 0,1-2-6 15,2 0-3-15,0-3-13 0,5 1-3 0,-2-1 0 16,0 2-8-16,-2 2 5 0,-3 1-14 0,-6 6-4 15,-2 3-4-15,-4 1-3 0,-1 1 0 0,1 4-12 16,-4-3 1-16,-1 3-4 0,0 1-27 0,0 0-26 16,-4 2-8-16,0 0 5 0,0 0 6 0,5 11 5 15,-5-5 4-15,-3 4 1 0,2 1 1 0,0 2-10 16,-2 4 5-16,-1-2-15 0,4 1-15 0,0 0-25 16,0 1-29-16,0 0-24 0,3 0-20 0,1-2-42 15,1-3-46-15,-1-2-187 0,3-2-480 0,2 0 213 16</inkml:trace>
  <inkml:trace contextRef="#ctx0" brushRef="#br0" timeOffset="190234">20193 13404 205 0,'4'-12'305'0,"0"2"-13"0,1 0-15 0,-3 5-23 15,1-1-30-15,-2 3-24 0,0-1-26 0,1 0-25 0,-2 4-31 16,4-2-16-16,-4 2-10 0,0 0-10 15,0 0-20-15,9 10-11 0,-4-5-9 0,0 4-8 16,0 1-5-16,1-1-11 0,1 0-11 0,1 3-2 16,-2-6-4-16,1 6-7 0,0-5 2 0,-3 0-3 0,2-1 1 15,0-5 4-15,1 3 1 0,-1-2 1 0,-1-2 0 16,-5 0 3-16,14-5-6 0,-9 3 4 16,3-4-1-16,2-1-1 0,-5-2 4 0,3-1 5 15,0 1 6-15,-3-1 1 0,4 0 3 0,-3 0 3 0,-2 2 6 16,4 0 6-16,-7 3 1 0,7 2-1 15,-6-2-2-15,-2 1-6 0,5 2-11 0,-3 1-1 0,-2 1-5 16,0 0-1-16,6 5 1 0,-6 5-15 16,3 0 4-16,-2 6 1 0,0 10 0 0,-1-2 1 15,-1 4 2-15,0 1 0 0,-2 1 4 0,-1-1-5 0,0 1 3 16,-1-1-4-16,-2 2 3 0,0-4 0 16,1 2-1-16,-2-3 3 0,4 2-1 0,-3-11 0 15,0 0 1-15,2-3-2 0,0-4-1 0,-3-2 3 16,2 1 3-16,-2-5 2 0,1-1 3 0,-5-2 2 0,3-1 7 15,0-5 1-15,-3 0 0 0,0-3 15 0,4 0 20 16,-2-8 1-16,1 2 3 0,4-2-6 16,1-5 1-16,3-3-15 0,2-3-3 0,6-1-6 15,3-2-9-15,6-1-5 0,3 2-3 0,1 0-5 16,1 3-4-16,2 0-6 0,-1 3-17 0,5 3-29 0,-4 1-27 16,3 4-36-16,-2 3-43 0,-5 5-41 0,3 0-56 15,-4 2-219-15,0 0-506 0,2 0 224 16</inkml:trace>
  <inkml:trace contextRef="#ctx0" brushRef="#br0" timeOffset="190566.37">20846 13259 1987 0,'-4'-5'151'0,"4"0"-20"15,-1-1-8-15,1 2-4 0,-4-1-17 0,4 5-22 16,-1-4-24-16,1 4-15 0,0 0-5 0,0-5-13 15,0 5-3-15,0 0-2 0,0 0-5 0,10 12 1 16,-5-6-3-16,0 2-2 0,2 4-1 0,1 2-2 16,0 2-5-16,-1 2-2 0,-2 0 1 0,0 2 1 15,-4 6-4-15,-1-2 1 0,-2 2 2 0,-2-7-2 16,-3 6 0-16,-3-1-5 0,-1 0 7 0,-2 0-1 16,-2-3 3-16,2-6-5 0,-1 0 3 0,2-3-1 15,-1 1 2-15,5-4-2 0,1-1 0 0,3-2 0 16,-1-2 1-16,1 1 0 0,-1-1 4 0,1 0 0 15,3-3 13-15,1-1 9 0,-2 4-6 0,2-4-1 16,12 1 0-16,-1-2-4 0,6-1 2 0,5 0-28 16,5-1-35-16,5-2-39 0,-4 1-50 0,3-2-59 15,-2-3-239-15,-1-3-470 0,-4 2 208 0</inkml:trace>
  <inkml:trace contextRef="#ctx0" brushRef="#br0" timeOffset="190754.89">20786 13528 126 0,'-9'1'285'0,"5"-1"-9"16,-1 1-13-16,5-1-22 0,0 0-27 0,0 0-23 0,0 0-19 16,27-3-24-16,1 1-40 0,5-2-45 15,3 0-52-15,4 2-53 0,-1-5-72 0,-3 2-210 16,1-2-351-16,-2 2 155 0</inkml:trace>
  <inkml:trace contextRef="#ctx0" brushRef="#br0" timeOffset="191091.21">21435 13501 94 0,'0'0'181'0,"0"0"-9"0,0 0-3 0,0 0-4 0,0 0-8 16,0 0-13-16,0 0-13 0,0 0-13 0,0 0-15 15,0 0-9-15,31-1-9 0,-15-1-8 0,6-2-7 16,6 1-10-16,6 3-5 0,1-3-2 16,2-1-3-16,4 2-9 0,-5-1-5 0,5 1-12 15,-5 1-13-15,-3-2-12 0,-4 1-13 0,-6 0-22 0,-10 0-27 16,-3 2-19-16,2-3-26 0,-6 1-40 0,-3-1-125 16,-3 0-296-16,0 3 131 0</inkml:trace>
  <inkml:trace contextRef="#ctx0" brushRef="#br0" timeOffset="191286.08">21636 13341 292 0,'0'-7'310'0,"0"2"-6"0,0-1-11 0,0 0-6 0,2 1-26 16,-2 2-24-16,0 3-33 0,0-5-9 0,0 5-42 15,0 0-20-15,0 0-15 0,0 0-15 0,0 0-9 16,-2 19-8-16,2 1-9 0,-3 7-11 0,0 2 2 15,1 2-38-15,2 6-26 0,0-3-40 0,5 12-56 16,-5-13-61-16,0 3-79 0,0-3-235 0,-3-4-507 16,1-6 225-16</inkml:trace>
  <inkml:trace contextRef="#ctx0" brushRef="#br0" timeOffset="193467.19">22457 13304 19 0,'0'-7'178'0,"-2"3"-4"0,2-1-10 0,0-3-9 16,0 3-11-16,2-2-17 0,-2 0-5 0,4 4-11 15,-1-1-14-15,3-5-11 0,-1 6-7 0,4-5-13 16,0 4-3-16,0 1-7 0,2 1-8 0,1 2-8 0,3 0-2 16,-3 3-3-16,2 2-7 0,0 1-6 15,3 2 0-15,-3 5-7 0,0 0 2 0,1 2 2 0,-5 1-10 16,4 6 1-16,-5-4 1 0,-2 6-3 16,-3-5 2-16,-2 7-4 0,-3 0-1 0,-2-6 2 15,1 0 0-15,-5-3-4 0,0 2 5 0,-3-2-4 0,0-2 2 16,-1 0 3-16,2-6 4 0,0 0 4 15,1-1 6-15,2 1 9 0,-2-5 9 0,5 2 18 16,0-2 17-16,-1-3 25 0,2 4 28 0,-1-5 19 16,3 0-11-16,0 0-10 0,0 0-13 0,3-15-7 0,4 8-19 15,5-8-5-15,1 1-12 0,6-3-7 0,1-4-4 16,2 1-4-16,1-4-5 0,2 1-8 16,1 1-5-16,-4 1-2 0,-2 2-3 0,-6 4-1 15,3 3-7-15,-6 1 3 0,-1 4-14 0,-2 1 2 0,-3 1-4 16,-1 2-1-16,3-3-21 0,-5 4-19 0,2 1-19 15,-4 1 4-15,0 0 1 0,4 8 6 0,-4-1 2 16,0 2 6-16,-3 2 1 0,3 2-1 0,-5 3-9 16,4 1-2-16,-2-1-10 0,1 1-2 0,2 0-16 15,0 2-21-15,1-4-15 0,0 1-18 0,1-3-37 16,4-1-41-16,0-2-65 0,3-3-134 0,2 1-433 16,3-7 191-16</inkml:trace>
  <inkml:trace contextRef="#ctx0" brushRef="#br0" timeOffset="193965.44">23223 13266 271 0,'0'-6'263'0,"-3"0"-20"0,3 2-29 16,0-1-21-16,0 2-23 0,0 3-29 0,0 0-27 15,0 0-15-15,0 0-9 0,0 0-15 0,0 0-14 16,0 0-5-16,3 12-10 0,-2-5-5 0,4 0-6 15,-2 0-1-15,4 1-3 0,-3-1-8 0,3-2 0 16,0 0-1-16,-2 2-1 0,2-3-1 0,-1-3-3 16,-1 1 2-16,2-1-2 0,-1-1-2 0,3 0-3 15,0-3-4-15,1 0 2 0,0 0 1 0,-1-5 2 16,2 5 0-16,-1-3-3 0,-1 0 0 0,2 1 0 16,-1 0 16-16,-4 0 2 0,1 3-3 0,-3-3-4 15,1 4-2-15,-1 0-5 0,2-3 0 0,-6 4-8 16,0 0 0-16,9 6-6 0,-2 1 6 0,-2 2-4 15,0 6 3-15,4 2-1 0,-5 0 1 0,2 8-2 16,-3 4 3-16,1 1-2 0,-3-3 0 0,-4 3 1 16,1 1 1-16,-3 0 0 0,-2 2 0 0,2-6-1 15,-6 2 4-15,0-1-5 0,2-4-1 0,-1 0 3 16,1-12-5-16,0 3 4 0,0-6 2 0,3-4 1 16,-2 0 6-16,-1 1 5 0,-1-5 9 0,-1 2 12 0,0-6 13 15,1-1 13-15,0-4 9 0,1 3 8 16,-1-4 10-16,2-6 3 0,3 0-10 0,0-3-6 15,4 0-6-15,6-10-9 0,1 1-3 0,4-2-15 16,10-3-6-16,2-9-10 0,9 2-9 0,1 1-13 0,-5 12-10 16,6-7-6-16,-3 11-13 0,-2 3-19 15,-3 2-27-15,-2 3-37 0,-5 4-33 0,0 2-47 0,1-1-44 16,-1 5-68-16,-5-1-160 0,-3 2-492 16,2-1 218-16</inkml:trace>
  <inkml:trace contextRef="#ctx0" brushRef="#br0" timeOffset="194314.52">23859 13034 191 0,'3'-5'308'0,"-2"2"-29"0,0-1-31 0,3 1-27 0,-1 0-24 15,-3 3-20-15,7-2-17 0,-7 2-21 0,11 6-13 16,-6 0-16-16,1 0-11 0,2 5-10 0,-3 0-8 15,0 6-11-15,-3 1-4 0,1 6-8 0,-3 2-7 16,-3-1-4-16,0 0-6 0,-1-2-4 0,-3-3-8 0,1-2-1 16,1-2-3-16,-1-2 1 0,2 0-7 15,-3-4-2-15,6-3 0 0,0-2 6 0,-3 2-11 16,3-2 3-16,-2-1 17 0,3 0 11 0,0-4 21 16,0 7 6-16,8-7-10 0,3 0 0 0,10 0-7 15,6-2-6-15,7 1-3 0,-1 0-7 0,8-4-6 16,10 0 2-16,2-2-12 0,2-3-20 15,-2 4-16-15,-17 0-19 0,4 3-11 0,-11-2-13 0,-7 2-8 16,-4-1-7-16,-7 3-19 0,1 0-29 0,-5 1-3 16,-7 0 2-16,0 0-22 0,0 0-33 0,0 0-47 15,-27 0-161-15,8 0-417 0,0 0 186 0</inkml:trace>
  <inkml:trace contextRef="#ctx0" brushRef="#br0" timeOffset="199335.26">12419 14795 137 0,'0'-7'262'0,"2"2"-16"0,-2-3-13 16,2 1-7-16,0-4-12 0,-2 3-5 0,2-2-10 16,-2 2-17-16,1-1-10 0,-1 4-8 0,1-4-15 15,0 6-16-15,-1 0-16 0,3-2-16 0,-3 5-41 16,1-4-34-16,-1 4-7 0,0 0-4 0,0 0-2 16,-6 27-1-16,-2 3 4 0,0 0-8 0,-2 16-1 15,-1 0-3-15,-1 1 0 0,2-1-1 0,1-10 0 16,0 9-3-16,1-11 4 0,1-2-1 0,-1 0-2 15,0-1 3-15,3 1-3 0,1-3 0 0,-2-3 4 16,4-8-5-16,0 0-5 0,-3-1-14 0,5-3-15 16,-4-2-15-16,4-4-12 0,-2 0-8 0,0-2 5 15,1 0 6-15,0-2 15 0,1-4-48 0,0 0-71 16,0 0-50-16,-15-11-136 0,9 1-377 0,3 0 167 16</inkml:trace>
  <inkml:trace contextRef="#ctx0" brushRef="#br0" timeOffset="199576.93">12364 14962 125 0,'9'-8'142'0,"0"1"-2"15,0 3-5-15,1 1-13 0,0 0-9 0,2 2-3 16,0 2-20-16,0 2-6 0,-1 2-5 0,1 0-9 0,1 4-4 16,-3 2-8-16,3 2-4 0,-6 0-3 15,1 2-10-15,-3-3-5 0,-2 2-1 0,-3 1-1 16,2-2-4-16,-7-3-1 0,0 2-4 0,-3-2 0 15,-3 5-3-15,-4-6-1 0,-2-1 0 0,-2 0-1 16,1 0 2-16,-1-3-9 0,0 0 5 0,2 1-5 16,-1-3 1-16,5-1-1 0,3 0-1 0,1-1 1 15,1 0-2-15,3 1-14 0,5-2-17 0,-5 0-50 16,5 0-50-16,0 0-163 0,18-9-306 0,-3 4 136 16</inkml:trace>
  <inkml:trace contextRef="#ctx0" brushRef="#br0" timeOffset="199871.26">12912 15141 98 0,'0'0'190'0,"-5"0"-13"0,5 0-15 15,0 0-9-15,0 0-8 0,-7 0-15 0,7 0-12 16,0 0-10-16,0 0-4 0,0 0-18 0,25-3 0 16,-6 3-10-16,9-4-8 0,8 0-4 0,2 3 1 15,13-8-9-15,3 2-2 0,2 3 1 0,-17 0-5 16,10-1-3-16,-15 2-10 0,-4-1 0 0,0 3-4 16,-9 0-16-16,-4 0-23 0,-3-1-25 0,-6 2-42 15,-2-1-27-15,-6 1-18 0,0 0-33 0,0 0-139 16,0 0-314-16,-33 0 139 0</inkml:trace>
  <inkml:trace contextRef="#ctx0" brushRef="#br0" timeOffset="200100.69">13134 14993 143 0,'2'-11'269'15,"0"1"3"-15,1 0 0 0,-1 3-1 0,0-1-9 16,0 3-11-16,-1 0-18 0,1 1-28 0,-1 0-22 15,2 0-20-15,-3 4-24 0,0-5-21 0,0 5-2 16,0 0-37-16,0 0-6 0,3 13-10 0,-4-1-8 16,1 5-9-16,-2 7-3 0,-1 4-2 0,0 0-5 15,2 3 0-15,-1-2-4 0,-1 2-38 0,3-1-28 16,1-1-28-16,1 0-25 0,0 0-37 0,-2-4-23 16,4-2-28-16,1-5-43 0,1-3-207 0,2-3-461 15,1-7 205-15</inkml:trace>
  <inkml:trace contextRef="#ctx0" brushRef="#br0" timeOffset="200754.37">13943 15036 259 0,'4'-11'271'16,"-3"1"-10"-16,2 0-18 0,-2 2-5 0,0-1-17 0,1 1-12 16,-2 2-8-16,1-1-15 0,-1 2-17 0,0 1-26 15,0-1-13-15,-1 2-16 0,1 3-15 0,-8-5-10 16,2 5-19-16,-5 2-5 0,0 1-10 15,-3 1-7-15,-4 4-7 0,4 0-4 0,-4 2-7 16,4 3 2-16,-9 2-7 0,10-3 2 0,-1 0-6 16,3 2 1-16,2 1-9 0,2-5-18 0,2 2-6 0,1-3-1 15,3 2-4-15,-1-2 4 0,3 0-3 0,0-1 4 16,2-4 0-16,1 1 3 0,-2 0 4 16,4-2 2-16,2 1 3 0,1-3 4 0,4 1 3 15,-2 0 2-15,2-2 4 0,1-2 3 0,-1 0 1 16,2-1-1-16,1-1-6 0,-2 1-2 0,-3 0 0 15,-1 2 1-15,2-2-5 0,-3 2-5 0,-1 0-1 0,-1 2 1 16,1 0-1-16,0 2-4 0,-2 1-2 16,4 1-1-16,-4 4-1 0,1 1 1 0,3 5 1 15,-5 0 7-15,2 2-10 0,-4 0 3 0,1 2-3 16,0 8 0-16,0-2 2 0,-4 1 4 0,0-7-1 16,0-2-2-16,0 1 5 0,0-6-2 0,1-1 1 15,-2-5-1-15,1 1 8 0,0-1 9 0,0 1 41 16,0-4 40-16,1 1 38 0,-1-4 45 0,0 2 29 15,0-2-10-15,0 0-27 0,0 0-14 0,14-17-12 16,-9 5-16-16,7-2-9 0,3-10-17 0,3 1-10 16,0 0-10-16,5-4-12 0,-1-1-5 0,-2 3-11 15,1-1-10-15,0 1-10 0,-7 6-7 0,-1 2-1 16,-1 4-5-16,-2 5-3 0,-4 0-11 0,2-1-28 16,-3 5-33-16,-1-3-25 0,-3 6-45 0,3-3-39 15,-4 4-32-15,5-1-2 0,-5 1-15 0,0 0-18 16,10 6-29-16,-6-2-48 0,0 2-291 0,-3-1-648 15,2 0 287-15</inkml:trace>
  <inkml:trace contextRef="#ctx0" brushRef="#br0" timeOffset="202084.94">15064 15152 54 0,'0'0'263'0,"0"0"-12"0,0 0-9 0,-3-4-18 16,3 4-23-16,0 0-23 0,0 0-15 0,0 0-19 0,7-7-13 16,0 4-15-16,4 0-13 0,1 1-15 15,8-1-20-15,1 2-22 0,10-4-28 0,-2 2-34 16,4 1-34-16,-1 0-40 0,0 0-54 0,-2 2-188 16,-10 0-360-16,-2-2 160 0</inkml:trace>
  <inkml:trace contextRef="#ctx0" brushRef="#br0" timeOffset="202245">15107 15242 91 0,'-10'3'157'0,"4"0"-6"0,-1-1-4 16,2 0-13-16,1 0 1 0,4-2 6 0,0 0-5 16,0 0-18-16,20 4-4 0,1-3-17 0,11-1-6 15,4 0-41-15,-1 0-41 0,5 0-60 0,12-1-83 16,-16-3-97-16,0 0-251 0,-1-4 111 0</inkml:trace>
  <inkml:trace contextRef="#ctx0" brushRef="#br0" timeOffset="202696.78">15971 14924 53 0,'-2'-5'245'0,"2"5"-25"0,0-3-21 0,0 3-24 16,0 0-18-16,0 0-18 0,2-4-11 0,-2 4-17 15,0 0-12-15,23 7-6 0,-13-3-7 0,8 2-12 16,-1-2-6-16,2 4-9 0,0-2-6 0,-1 2-2 16,2 0-5-16,0 0-8 0,-5 0-2 0,-2-2-9 15,0 0-3-15,-2-1 0 0,-1 4-6 0,-3-3-11 16,-1 2-8-16,-1-1-1 0,-1 3-1 0,-4 0-2 15,-2 1-2-15,-4-2 4 0,-1 7 0 0,-7-1 1 16,0 0 3-16,-8 2-4 0,-2 2 4 0,0-2-1 16,0 0-2-16,-1 0-1 0,-1 0 2 0,5 0-4 15,5-5 2-15,2 2 1 0,1-3 1 0,0-1-1 16,2-2-1-16,3 2 5 0,2-3-5 16,1 2 2-16,0-4-1 0,4 1 1 0,-2-2 21 15,2-1 11-15,3 2 11 0,1 0 6 0,8-4-2 0,1 1-5 16,8 0-3-16,3 0-3 0,4-2 0 0,1 1-4 15,4-1-6-15,-1-1 1 0,2-1-5 0,-3 0-1 16,1 0 2-16,-5 1-7 0,-7-4 3 0,0 1-1 16,-2 1-2-16,-3-1-4 0,-4 3-20 15,-1-5-31-15,-3 1-41 0,-2 0-57 0,-3 0-64 16,-2-2-176-16,-1 1-408 0,-2-3 180 0</inkml:trace>
  <inkml:trace contextRef="#ctx0" brushRef="#br0" timeOffset="203013.37">16027 15186 61 0,'-4'-3'304'0,"4"3"-5"16,-6-1-6-16,6 1-9 0,0 0 0 0,-7-1-2 15,7 1-18-15,0 0-14 0,0 0-25 16,0 0-19-16,0 0-19 0,13-5-34 0,4 4-4 0,13-5-16 16,3 3-18-16,4 0-12 0,1 1-8 0,-1-1-17 15,14 0-25-15,-15 1-8 0,-1-3-23 0,-6 3-19 16,-9 1-7-16,-3-1-7 0,-3 0-2 16,-2-1-7-16,0 3-4 0,-7-1-8 0,2-1-6 15,-2 1-25-15,-4-1-26 0,-1 2-25 0,-1-6-25 0,1 6-21 16,-8-1-18-16,1-2-34 0,-1 2-28 0,0 0-186 15,3-2-460-15,0 1 203 0</inkml:trace>
  <inkml:trace contextRef="#ctx0" brushRef="#br0" timeOffset="203280.66">16737 15164 255 0,'0'0'324'0,"0"0"-28"0,0 0-28 0,0 0-29 16,0 0-25-16,17-6-21 0,0 3-22 0,4 1-18 0,8 1-14 16,4 0-4-16,4 1-25 0,3 0-10 0,-2 0-7 15,-1-1-30-15,-4-1-29 0,2 1-33 0,-6 0-22 16,2-1-36-16,-12-1-32 0,-5 0-34 15,-2-1-53-15,-6 0-211 0,-3 0-420 0,-3-1 186 16</inkml:trace>
  <inkml:trace contextRef="#ctx0" brushRef="#br0" timeOffset="203479.2">16924 14976 101 0,'-3'-2'290'15,"-1"-5"-2"-15,1 5-10 0,2-1-13 0,-3 0-22 16,4-1-26-16,0 4-23 0,0 0-23 0,0 0-25 15,-4-5-19-15,4 5-28 0,0 0-17 0,-4 13-8 16,3-2-4-16,-3 3-8 0,4 3-5 0,-6 9-5 16,2 0-2-16,2 0-6 0,0 0-2 0,2 3-2 15,0-3-6-15,2 2 2 0,0-1-1 0,2-3-1 16,2 0-24-16,-2-4-34 0,1 1-30 0,-1-4-44 16,4 0-50-16,-3-7-48 0,1 1-242 0,1-4-473 15,2-2 211-15</inkml:trace>
  <inkml:trace contextRef="#ctx0" brushRef="#br0" timeOffset="203917.24">17324 15019 273 0,'4'-7'330'15,"-3"3"-23"-15,3-1-24 0,0 0-26 0,-4 2-31 16,3-1-23-16,-3 4-21 0,6 0-21 0,-6 0-22 15,10 4-17-15,-3 1-13 0,-5 0-18 0,7 4-6 16,-5 3-18-16,4 2-5 0,-5 0-11 0,0 2 0 16,-3 2-16-16,-1-2-10 0,-2 2-6 0,-3-2-3 15,-2 1-10-15,2 0-3 0,-6-2-2 0,2-1 1 16,0-2 1-16,-2-1-1 0,4-2-1 0,1-2 0 16,-1-4 1-16,3 2 2 0,1-1 8 0,-1-1 21 15,2 1 26-15,-1-1 32 0,4-3 38 0,0 0 11 16,0 0-9-16,0 0-27 0,0 0-9 0,10-17-11 15,-4 8-18-15,7-4-2 0,2-2-8 0,6-3-2 16,-1 0-8-16,6-4-5 0,-3 2-4 0,-1 3-3 16,-2 1-6-16,-4 5 3 0,-3 0-8 0,-4 2 2 15,0 2-8-15,-2 2-2 0,-1 2 3 0,-1-2-2 16,-1 1-19-16,1 2-13 0,-3 2-21 0,-2 0-8 16,0 0 4-16,0 0-1 0,0 0 7 15,-2 12 4-15,-3-2 7 0,1-1-10 0,-1 3 4 0,1 0 8 16,-2 0 0-16,3 3 4 0,-2 1-4 0,5-3-8 15,-2 1-21-15,2 2-27 0,2-4-32 0,1 2-35 16,0-5-37-16,3 1-53 0,1-3-78 0,1-3-188 16,-1-1-542-16,1-2 240 0</inkml:trace>
  <inkml:trace contextRef="#ctx0" brushRef="#br0" timeOffset="204480.94">17710 15019 149 0,'5'-6'323'15,"-3"1"-15"-15,0 1-23 0,-1 0-28 0,3 0-28 16,-4 1-26-16,0 3-21 0,2-5-22 0,-2 5-37 16,0 0-11-16,0 0-11 0,0 0-13 0,7 12-11 15,-3-7-22-15,-3 4-10 0,7 0-18 0,-6 2-9 16,2-3-10-16,2 4-10 0,1-4-7 0,-3-1-8 16,2 0 2-16,1-3 1 0,-5 2 1 0,6-5 0 15,-3 2 6-15,4-3-2 0,-1 0 4 0,-2-3-3 16,3-1 5-16,2-1 0 0,-3-3 10 15,1 0 9-15,3 0 1 0,-1-5 7 0,-2 3 8 0,3-1 7 16,-2-1 4-16,-2 1 7 0,2 2 7 0,-3 1 2 16,1 0 8-16,-3 2-2 0,-1 2-5 15,1 0-8-15,-2 0-6 0,0 0-11 0,0 1-19 16,-3 3-4-16,0 0-6 0,6 8-4 0,-3-1-1 16,-3 5-5-16,0 5 3 0,0 1-3 0,-3 10 2 15,2 4-3-15,-4-1 2 0,-3 1 0 0,0 2 2 16,1 1 2-16,-5 11-2 0,1 0 4 0,-4 1-3 15,3-17 1-15,3 4-1 0,-4-4 3 0,0 1-1 16,1-3 0-16,-5-2 5 0,7-8-4 0,1-2 5 16,-2-3-4-16,2-4 7 0,0-2 0 0,-3-1 0 15,2-3 6-15,-3-6 3 0,-1 2 5 0,3-6 9 16,-6-2 21-16,6-5 19 0,3-1 14 0,-1-1 17 0,5-2 10 16,3-10 5-16,6-1-9 0,5-2-5 15,6-1-18-15,14-9-6 0,6-1-12 0,4 4 1 16,4 0-15-16,2 1-6 0,3-2-3 0,1 6-6 15,-3 1-6-15,2 5 8 0,-2 3 1 0,-13 6-4 16,1 3-2-16,-6 2 1 0,1 2-5 0,-12 5-2 0,2-1-5 16,-10 3-4-16,2 0 1 0,-6 3-7 15,1-2-19-15,-2 2-36 0,2-1-57 0,-4 0-54 16,-3 2-39-16,0 0 11 0,6 4-11 0,-6-4-17 16,-6 8-33-16,3-3-42 0,-4 0-74 0,-2 2-186 15,2-3-585-15,1-1 259 0</inkml:trace>
  <inkml:trace contextRef="#ctx0" brushRef="#br0" timeOffset="204957.96">18625 15237 308 0,'0'0'317'0,"0"0"-31"15,0 0-32-15,0 0-30 0,0 0-53 0,0 0-67 16,0 0-87-16,0 0-116 0,0 0-165 0,9-9-286 16,-5 6 127-16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3:56:45.27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1639 1630 92 0,'-3'-10'145'0,"3"10"-14"15,0 0 0-15,0-5 3 0,0 5-24 16,0 0 9-16,0 0-1 0,0 0-1 0,-2-3-7 16,2 3-3-16,0 0-2 0,0 0-13 0,0 0 1 15,0 0-6-15,-3-6-5 0,3 6-5 0,0 0-4 16,0 0-7-16,0 0-1 0,0 0-11 0,0 0 0 16,0 0-3-16,0 0-6 0,-1-5 0 0,1 5 0 15,0 0-6-15,0 0-5 0,0 0 3 0,0 0-4 16,0 0-2-16,0 0-4 0,0 0 4 0,0 0-7 15,0 0-1-15,0 0-4 0,0 0-1 16,0 0-4-16,1-7-4 0,-1 7 3 0,9-5-4 16,-2 2-4-16,1 1 2 0,1-5-6 0,3 3 0 15,3 3 3-15,2-4-1 0,2 2-7 0,-2 2 1 16,6 1-5-16,-5 0-14 0,-6 1-7 0,2 2-15 16,-3-1-3-16,0 1-3 0,1 1-10 0,-2 4-8 15,-4 1-1-15,1 3 7 0,-7 3 6 0,-5 6 13 16,-4 1 1-16,-4 3 7 0,-5 0 4 0,-4-2 7 15,-2-1 1-15,1 1-1 0,-4-2 4 0,4-2-2 16,-1 0 2-16,2-4 3 0,-2-1 7 0,6-4-2 16,4-1 3-16,-3-1 1 0,10-2-3 0,-1 0-1 15,-1-4 7-15,4 2 2 0,0 0 6 0,0-2 15 16,5-2 18-16,-8 4 20 0,8-4 11 0,-4 3-2 16,4-3 3-16,0 0-6 0,0 0-2 0,0 0-6 15,0 0-7-15,21-9-6 0,-6 4-6 16,0-2-4-16,6 2-3 0,6 0-5 0,-7 0-1 15,7-1-1-15,-7 5-2 0,2-4-9 0,-4 0 4 16,4 2 2-16,-9 1-5 0,0 0-4 0,-1 2 4 16,-2-3-2-16,-2 3-3 0,-2-1-1 0,-6 1 2 15,12 0-3-15,-12 0-4 0,10-1 6 0,-10 1 0 16,0 0-6-16,9 1 4 0,-9-1 0 0,0 0-2 16,0 0 3-16,0 0-9 0,8-3-2 0,-8 3-15 15,0 0-17-15,0 0-16 0,0 0-22 0,0 0-31 16,0 0-25-16,0 0-28 0,7-2-195 0,-7 2-382 15,0 0 169-15</inkml:trace>
  <inkml:trace contextRef="#ctx0" brushRef="#br0" timeOffset="480.03">1690 1349 174 0,'-9'-2'145'16,"-1"0"-16"-16,-3 1-13 0,13 1-24 0,-28 0-2 15,10 2-6-15,1 2-13 0,-4 5-4 0,-2 1-11 16,2 1-16-16,-3 10 9 0,-3 1-8 0,-6 15-8 15,2 3-1-15,-2 5-8 0,4-1-10 0,4 4 3 16,0 0-4-16,3 1 6 0,4-2-3 0,-1-2-5 16,10-14 1-16,0 1-2 0,5-3-5 0,2-2 3 15,3-1 3-15,-1 0-8 0,4-9 3 16,3 3 15-16,3-3 5 0,1-3 5 0,11 6 27 16,6-3 25-16,5-3 10 0,3-9 9 0,18 4 8 15,2-8 3-15,2-6-2 0,33-3 1 0,-31-4-3 16,2-5 0-16,-1 3-5 0,-1-8-5 0,-4-2-6 15,-2-2 6-15,-5-4 3 0,-2-4-5 0,-8-3-3 16,-4-2 1-16,-7-4-8 0,-8 1-5 0,-5-2 5 16,-9 12-5-16,-2-3 24 0,-8 2-1 0,-1 4-7 15,-8-2-16-15,-4 3-9 0,-3 0-11 0,-7 4-9 16,-1 4-10-16,-21-2-26 0,14 8-28 0,-2 6-45 16,-3 2-49-16,-1 5-61 0,4 4-66 0,2 6-93 15,1 4-231-15,7 2-601 0,8-8 266 0</inkml:trace>
  <inkml:trace contextRef="#ctx0" brushRef="#br0" timeOffset="1251.58">3700 1347 56 0,'0'0'154'0,"0"0"-23"0,0 0-18 16,0 0-10-16,0 0-8 0,-20 12-6 0,4-4-14 16,-2 4-9-16,-6 5-6 0,0 0-6 0,-2 5-6 15,-1-1-7-15,1 1-5 0,-1 1 5 0,0 0-10 16,4 0-1-16,0-1 3 0,0 0-11 0,5 1 5 16,1-2-11-16,6-4 3 0,2-1-16 0,1-1 11 15,1 0 3-15,2-4-8 0,3 4 15 0,2-4-15 16,0 2 6-16,3-3-7 0,6 5 3 0,0-2-1 15,4 2-6-15,3-3 5 0,2 1-10 0,3 1 12 16,-4-3-9-16,0 0 3 0,1 1 0 0,-4-2-5 16,-4-1-8-16,0-1 8 0,-3-1-6 0,0 0 1 15,-2 0 3-15,-2 1 0 0,-3-2 1 0,-4 4 5 16,-3 0 4-16,-2-2 1 0,-8 4-2 16,-1-1-2-16,-6 2 4 0,1-1 1 0,-4-3-5 0,0 1 1 15,2 0 5-15,4-3-8 0,-6 1-11 16,11-4-32-16,-3 3-33 0,7-2-43 0,1-3-103 15,4-2-236-15,7 0 104 0</inkml:trace>
  <inkml:trace contextRef="#ctx0" brushRef="#br0" timeOffset="1650.63">3726 1983 35 0,'0'0'229'0,"0"0"-15"0,0 0-15 16,0 0-20-16,0 0-15 0,0 0-18 0,0 0-18 16,0 0-15-16,0 0-10 0,0 0-16 0,0 0-9 15,0 0-11-15,0 0-7 0,15-5-10 0,-4 0-10 16,6 2-7-16,2-4-5 0,-2-2-9 0,2 3 2 16,0-6-3-16,-1 3-1 0,5-5-1 0,-5 2-1 15,0-1-1-15,-3 0-4 0,-2 0 4 16,2-2 10-16,-3-2 12 0,-3 4 11 0,-4-2 24 15,1 4 10-15,-5 1 5 0,2-2-9 0,-3 1-4 16,0 1-7-16,-4 1-13 0,-2 1-7 0,-2 0-7 16,-1 2-6-16,-1 2-2 0,-8 0-8 0,2 3-3 0,-2 1-1 15,-4 2-9-15,3 5-3 0,-2 0-4 16,1 3-3-16,-2 7 2 0,2-1-2 0,2 3-2 16,2 4-9-16,0-3-9 0,8 3-3 0,3-4-5 15,0 6-3-15,9-7-2 0,0 2 6 0,6 5 6 16,5-3 5-16,7-2-6 0,4-4-19 0,4-2-27 15,2-4-39-15,4-5-55 0,2 0-227 0,-1-5-422 16,0-3 188-16</inkml:trace>
  <inkml:trace contextRef="#ctx0" brushRef="#br0" timeOffset="2450.55">4183 1791 169 0,'0'0'342'0,"-4"-4"-13"16,4 4-32-16,0 0-29 0,0 0-29 0,-1-3-27 15,1 3-25-15,0 0-22 0,0 0-29 16,0 0-34-16,0 0-40 0,0 0-5 0,0 0-8 16,-1 17-9-16,2-9-5 0,-1 3-13 0,1 0-9 15,-2 4-3-15,1-2-2 0,-1 4 3 0,-1-2-5 16,-1 2 5-16,1-1-8 0,0-1 6 0,2-3 0 15,-1-4-2-15,2 1 2 0,-2-6-4 0,-1 2 7 16,2 0 2-16,0-5 28 0,0 7 38 0,0-7 37 16,0 0 43-16,0 0 33 0,0 0-29 0,0 0-22 15,7-15-10-15,0 6-16 0,2-4-18 0,0-4-5 16,4 1-13-16,-2 0-5 0,-1 2-10 0,2 1-10 16,-5 2-1-16,-2 4-6 0,-1 2-11 0,3 0-1 15,-4 0-4-15,-1 1-7 0,2 3-16 0,-4 1-15 16,1-7-31-16,2 6-22 0,-3 1-3 0,0 0 4 15,13 5 0-15,-7 1-6 0,-1-1-5 0,0 5 4 16,3-1 3-16,1 6 1 0,0-6-8 0,0 5 1 16,-4-3 2-16,5 3 2 0,-2-5 7 15,-3 0 6-15,-1-3 7 0,0-1 2 0,0 0 12 16,0-2 3-16,-1 2 28 0,-2-4 31 0,-1-1 4 0,9-1 5 16,-9 1 4-16,15-12 9 0,-7 6 10 0,1-3 3 15,0-3-2-15,4-3-11 0,-1 1 0 0,0-2-3 16,-3 0-5-16,0 2-5 0,-1 5 11 15,-1 0 2-15,1-2-11 0,-4 5-5 0,0 0-3 16,-3 3-3-16,3-2-16 0,-3 1-1 0,-1 4-13 16,9-6-13-16,-9 5-31 0,0 1-4 0,9 0 5 15,-9 0-6-15,13 6-5 0,-3-3-5 0,0 6-1 16,1-2-4-16,5 3 2 0,1 0-11 0,-1-2 2 16,2 2 1-16,0-4 6 0,0 2 8 0,-3-4 6 15,2 1 4-15,-3-5 8 0,0 0 1 0,-1 0 7 16,9-5 3-16,-3-2 1 0,-3 2 17 0,-4-2 24 15,-2-2 24-15,3-1 17 0,-2-4 9 0,-2 6 8 16,-1-4 24-16,-3 4 9 0,0-1 18 0,0 3 14 16,0 2 4-16,-2-3-14 0,0 4-9 0,-1-1-17 15,2 1-14-15,-4 3-13 0,0 0-16 0,3-5-21 16,-3 5-26-16,0 0-31 0,0 0-33 0,0 0-35 16,0 0-17-16,0 0 7 0,0 0 6 0,3 15 9 15,-3-7 9-15,0 1 7 0,-1 3 5 16,0 1 5-16,0-1 1 0,-1 2-1 0,2-2 12 15,0-3 2-15,2 3 5 0,-5-2-8 0,3-3 1 0,0-1-6 16,0-2-9-16,0 3-2 0,0-4 7 16,0-3 17-16,-3 7-4 0,3-7 13 0,0 0 3 0,3 7 4 15,-3-7 6-15,0 0-8 0,0 0-38 0,0 0-105 16,0 0-90-16,-9-21-252 0,6 9-547 0,3-5 243 16</inkml:trace>
  <inkml:trace contextRef="#ctx0" brushRef="#br0" timeOffset="2628.34">4873 1419 120 0,'0'0'417'0,"-5"-5"-39"16,5 5-29-16,-5-4-45 0,5 4-27 0,0 0-28 16,-3-4-32-16,3 4-28 0,0 0-51 0,0 0-49 15,0 0-63-15,0 0-77 0,0 0-22 16,0 0-30-16,7 15-49 0,-1-6-51 0,-1-1-160 0,2 2-391 15,-2-1 173-15</inkml:trace>
  <inkml:trace contextRef="#ctx0" brushRef="#br0" timeOffset="3024.37">5231 1848 121 0,'0'0'287'15,"-4"3"-9"-15,4-3-16 0,0 0-20 0,0 0-22 16,0 0-17-16,0 0-20 0,0 0-20 0,-5 1-9 16,5-1-21-16,0 0-9 0,0 0-16 0,0 0-3 15,0 0-16-15,23-5-7 0,-2 3-7 0,0-2-12 16,9 1-5-16,-2 0-4 0,1 2-6 0,-10-2-2 16,-1 0-8-16,0 1-2 0,-5 2-4 0,-1-2 3 15,-5 1-5-15,-2-1-1 0,-1 1-6 0,4 1-2 16,-8 0-4-16,8 0-15 0,-8 0-26 0,6-1-38 15,-6 1-45-15,0 0-54 0,0 0-62 0,0 0-241 16,0 0-503-16,0 0 222 0</inkml:trace>
  <inkml:trace contextRef="#ctx0" brushRef="#br0" timeOffset="3948.58">5761 1988 66 0,'-5'3'235'0,"5"-3"-19"0,0 0-12 0,0 0-13 15,0 0 1-15,0 0-16 0,0 0-2 16,0 0-8-16,0 0-22 0,0 0-9 0,0 0-18 15,12-15-10-15,-3 9-15 0,2-1-7 0,3-4 2 16,0 0-16-16,0-3 0 0,7-6 2 0,-6-2 5 16,4-4 6-16,-2-2-5 0,8-14-8 0,-8 11-3 15,1-10-6-15,0-3 2 0,-8 12 4 0,4-1 13 0,-5 1 22 16,-4-1 15-16,4 3 2 0,-4 3 13 16,-5 3 2-16,0 3-17 0,0 3-16 0,-3 0 3 15,2 1-18-15,-5 5-7 0,2 0-9 0,2 2-9 16,-4 1-14-16,3 3-7 0,0-1-15 0,-1 3-20 15,2 1-35-15,-2-2-45 0,0 4-21 0,4 1-11 16,-6 6 8-16,-1 1 5 0,-1 5 5 0,-4 8 4 16,0 8 4-16,3 2 7 0,-2 4 6 0,-1 10 7 15,1 4 6-15,6-12-5 0,3 10 8 0,2-12 0 16,2 0 3-16,-1-2 5 0,3-2 1 0,5-3 5 16,0-2 6-16,1-3 6 0,1-5 7 0,4-4 3 15,1-2 6-15,3-2 3 0,3-4 5 0,6 0 7 16,-6-3 2-16,6-4 16 0,-1-3 10 0,-7 0 8 15,6-4 19-15,-2-3-6 0,-6 1 6 0,5-3 8 16,-4-4-1-16,-2 6 3 0,-2-1 19 16,-2 0 12-16,0 0 15 0,-7 4 12 0,0 4 4 15,-3 1-16-15,2-1-7 0,0-1-12 0,-1 4-16 16,-3-1-11-16,-1 3-16 0,0 0-36 0,8-4-32 16,-8 4-35-16,4 0-42 0,-4 0-18 0,0 0 10 15,1 7 9-15,-1-1 6 0,0 3 16 0,0 1-1 0,0 2 10 16,0-1 6-16,0 0 10 0,1 3 4 0,-1-4-1 15,2 2 9-15,-2-3-5 0,1 1-5 16,-1 0-12-16,1-5-6 0,-1 2-2 0,0-2-10 16,0 0-3-16,-1-3 2 0,1-2 8 0,1 7 9 15,-1-7 5-15,0 3 7 0,0-3-9 0,0 0-85 16,0 0-108-16,-4-19-219 0,2 1-501 0,1-1 221 16</inkml:trace>
  <inkml:trace contextRef="#ctx0" brushRef="#br0" timeOffset="4101.57">6347 1475 230 0,'-3'-5'348'0,"3"5"-21"16,-1-6-29-16,1 6-32 0,0 0-29 0,-2-4-26 15,2 4-25-15,0 0-22 0,3-8-39 0,-3 8-45 16,0 0-53-16,0 0-9 0,0 0-29 0,0 0-40 16,9 18-48-16,-4-8-46 0,1 2-55 0,-2 0-136 15,0-3-363-15,-1 1 162 0</inkml:trace>
  <inkml:trace contextRef="#ctx0" brushRef="#br0" timeOffset="4516.14">6614 1707 3 0,'0'0'405'0,"0"0"-31"0,0 0-34 15,0 0-41-15,0 0-28 0,-4 3-24 16,4-3-27-16,0 0-26 0,0 0-29 0,0 0-17 16,0 0-30-16,1 4-33 0,-1-4-18 0,0 7-10 15,1-1-7-15,-1 2-5 0,2 0-3 0,-2 2-5 16,1 1-6-16,-1 3-3 0,1 3-2 0,-1-1-5 16,-2-1-3-16,0-3 2 0,2 1 0 0,-1-2-4 15,0-4 0-15,2 3 0 0,-2-5-5 0,2-1 6 16,0 2-1-16,-1-2 0 0,0-4 38 0,-1 5 17 15,1-5 53-15,1 3 50 0,-1-3 38 0,0 0 30 16,0 0-5-16,0 0-26 0,4-10-21 0,1 0-20 16,0 1-18-16,7-4-14 0,-5 0-6 0,3 0-23 15,-4 3-9-15,0 2-10 0,-1 0-5 0,-1 4-12 16,0-3-7-16,-4 2-14 0,4 3-7 0,-2-1-11 16,-2 3-20-16,4-4-43 0,-4 4-46 15,5-1-32-15,-5 1-7 0,8 3-28 0,0 3-16 16,1 0-31-16,5 5-15 0,-1 1-36 0,3 2-28 15,-2-2-39-15,3 0-36 0,-1 0-44 0,-2-5-222 0,3 2-659 16,-4-3 291-16</inkml:trace>
  <inkml:trace contextRef="#ctx0" brushRef="#br0" timeOffset="5164.67">6933 1842 8 0,'0'0'289'0,"0"0"-14"16,-5-4-17-16,5 4-16 0,0 0-15 0,0 0-22 15,0 0-17-15,-1-1-23 0,1 1-17 0,0 0-12 16,0 0-19-16,0 0-10 0,0 0-9 0,0 0-11 16,0 0-6-16,0 0-12 0,14-3 0 0,-3 2-11 15,2-2-5-15,5-1-9 0,1 2-8 0,-1-2-1 16,4 0-7-16,6 0-8 0,-1-5 0 0,3 1-4 16,-3-1-4-16,1-3-3 0,-2 3 1 0,1-4-2 15,-8 5 0-15,4-6-2 0,-5 3 2 0,-2 0 1 16,-3 0 2-16,-2 2 20 0,0 1 20 0,-5 1 21 15,2 0 12-15,-6 0 0 0,5-2 1 0,-6 5-9 16,0-1-13-16,-1-2-4 0,0 3-12 0,-2-2-5 16,-5 1-14-16,-4 1-10 0,-2 2-5 0,-5 2-7 15,-3 0 2-15,1 1-9 0,0 3-16 16,-2 1-13-16,4 2-17 0,-7 5-7 0,6-4-8 16,2 5-3-16,-6 4-5 0,10-2-3 0,-1 0-4 15,3 2 5-15,5 0 7 0,1-1 6 0,9 5 11 16,1-6 6-16,8 2 9 0,10-1 7 0,1-2 0 15,7-2 4-15,5-5 1 0,2 0 5 0,14-5-1 16,1 1 9-16,-16-5-4 0,3-1 6 0,-2-3-1 16,0-2 0-16,-6 1 2 0,-4-4 7 0,-1-3 22 15,-10 4 15-15,-2-2 15 0,0-3 16 0,-6 6 13 16,2-5 11-16,-4 6 6 0,-2-1 3 0,-1-1-13 16,-1 5-16-16,-2-2-5 0,0 2-16 0,3 0-5 15,-4 5-13-15,-4-6-18 0,4 6-23 0,-6-1-12 16,6 1-15-16,-13 3-9 0,3 4-6 0,0-1-2 15,-3 5 0-15,-1 1 4 0,1 2-4 0,2 0 4 16,-1 1 0-16,3 0 2 0,0 1 2 0,4-5 5 16,-3 1 3-16,3 0 0 0,4-3 6 0,-3-2 3 15,0-1 4-15,3-2 7 0,-3 1 2 0,4-1 12 16,0-4 10-16,8 6 4 0,-3-4 6 0,4-4 0 16,5 2 3-16,-4 0-4 0,3-3 2 0,6 0-4 15,-1-2-6-15,1 1 9 0,-1 0-6 16,-1 1-7-16,1-2 3 0,-5 3 0 0,4-1-4 15,-4 1 2-15,-1-1-1 0,-1 2-15 0,-2-2-25 0,4 3-33 16,-7 0-46-16,6-3-57 0,-6 2-65 16,0 0-231-16,0-3-502 0,-3 0 223 0</inkml:trace>
  <inkml:trace contextRef="#ctx0" brushRef="#br0" timeOffset="5592.14">7973 1659 144 0,'4'-3'290'0,"-1"-1"-26"15,-1 2-29-15,-2 2-23 0,9-4-27 0,-4 4-20 16,-5 0-19-16,14 3-19 0,-6-2-9 0,5 3-18 16,-3 3-8-16,4 2-11 0,-1 1-8 0,-2 1-8 15,1 3-6-15,-2 0-14 0,3 8 0 0,-4-3-8 16,-3 1 1-16,-1 3-9 0,0 3-6 15,-3 0-3-15,-4-7-4 0,0 1-4 0,-2-1 3 16,0-1-3-16,-4-3 0 0,1 0 2 0,2-6 2 16,1-1-6-16,0-2 2 0,1 0 32 0,-2-3 35 0,3 0 47 15,2-3 63-15,-8 5 54 0,8-5 44 0,0 0-12 16,0 0-27-16,-5-11-12 0,4 4-17 0,3-5-9 16,1-3-22-16,1-2-18 0,4-7-18 0,3-2-17 15,-2-4-17-15,5 2-12 0,-1 0-12 16,-1 2-7-16,-3 7-11 0,-2 4-7 0,3-1-3 15,-4 6-8-15,-2 1 0 0,0 1-14 0,-3 1-4 16,3 2-6-16,-3 1-4 0,-1 4-10 0,4-5-14 16,-4 5-26-16,4-3-29 0,-4 3-28 0,0 0-24 15,0 0-26-15,5-3-29 0,-5 3-33 0,0 0-20 16,0 0-23-16,4-3-44 0,-4 3-37 0,0 0-11 16,0 0-10-16,0 0-49 0,0 0-223 0,0 0-655 15,0 0 291-15</inkml:trace>
  <inkml:trace contextRef="#ctx0" brushRef="#br0" timeOffset="5906.05">8744 1465 184 0,'0'0'451'0,"-8"-2"-39"0,8 2-26 15,0 0-44-15,0 0-33 0,0 0-32 16,0 0-34-16,0 0-47 0,0 0-60 0,0 0-63 15,0 0-79-15,0 0-73 0,0 5-37 0,1 1-51 16,1 0-52-16,-2 1-185 0,1 6-438 0,0-1 195 16</inkml:trace>
  <inkml:trace contextRef="#ctx0" brushRef="#br0" timeOffset="6052.53">8675 1939 315 0,'-3'3'380'0,"-1"1"30"0,4-1 4 0,0-3-10 15,-5 2-20-15,5-2-31 0,0 0-36 0,0 0-55 16,0 0-78-16,0 0-69 0,0 0-97 0,13-9-93 16,-9 3-116-16,1 1-358 0,8-4-594 0,-4-5 263 15</inkml:trace>
  <inkml:trace contextRef="#ctx0" brushRef="#br0" timeOffset="6416.67">9089 1744 238 0,'0'0'282'16,"0"0"-14"-16,0 0-20 0,0 0-17 0,0 0-23 16,-4 2-21-16,4-2-16 0,0 0-22 0,0 0-9 15,0 0-19-15,-4 2-9 0,4-2-11 0,0 0-10 16,0 0-9-16,0 0-7 0,0 0-9 0,0 0-1 15,0 0-5-15,0 0 1 0,0 0 1 0,0 0 6 16,0 0 1-16,0 0 6 0,0 0 4 0,0 0 2 16,0 0-3-16,0 0 0 0,0 0 4 0,0 0-8 15,0 0-7-15,0 0 0 0,22-10-10 0,-8 7-9 16,5-1-5-16,1 2-4 0,10-5-6 0,-2 2-1 16,0 1-1-16,-1 0 0 0,1 0 2 0,-9 1-2 15,-2 3 20-15,-4-2 15 0,-7 0 13 0,3 1 12 16,0 0 1-16,-4-2-6 0,0 3-10 15,-5 0-8-15,7-2-6 0,-7 2-26 0,6 0-50 16,-6 0-68-16,0 0-87 0,0 0-81 0,0 0-49 16,0 0-89-16,-19 10-233 0,6-9-671 0,13-1 298 15</inkml:trace>
  <inkml:trace contextRef="#ctx0" brushRef="#br0" timeOffset="16412.3">11177 1540 74 0,'0'-5'259'0,"0"1"4"16,-2-1-12-16,2-2-13 0,0 2-7 0,-1 0-4 15,1 0-12-15,1 0-14 0,-1 0-11 0,0 2-15 16,0-3-16-16,0 6-22 0,0-5-13 0,0 5-19 15,0 0-25-15,2-2-38 0,-2 2-37 0,0 0-14 16,0 0-2-16,1 17-3 0,-2-3 4 0,-3 5-1 16,0 8 6-16,0 2-8 0,-4 4 6 0,1 2 4 15,-1 1-2-15,-2 10 5 0,1-15 0 0,0 1 3 16,1 0 0-16,2-3-3 0,-5 2 5 0,3-1-5 16,-1-1 6-16,0-6-3 0,4-6 0 0,1-3 3 15,0-3-3-15,0 0 4 0,2-4-10 0,-1 0-10 16,2-1-4-16,-3-2 0 0,4 0 1 0,-4 1 6 15,4-5 3-15,0 0 8 0,0 0-13 0,0 0-65 16,0 0-64-16,0 0-36 0,-10-18-38 16,6 5-156-16,-1-12-401 0,1 0 178 0</inkml:trace>
  <inkml:trace contextRef="#ctx0" brushRef="#br0" timeOffset="16577.59">11009 1414 22 0,'4'-12'262'0,"1"1"-26"0,-1 0-19 0,4 0-26 16,-1 1-19-16,1 1-19 0,1 3-16 0,0-1-16 16,5 0-13-16,-2 5-10 0,5-1-37 0,0 5-37 15,1-1-52-15,0 5-21 0,-2 9-38 0,-3 2-28 16,-3 10-22-16,-2 2-94 0,-5 2-251 0,-8 3 111 16</inkml:trace>
  <inkml:trace contextRef="#ctx0" brushRef="#br0" timeOffset="16719.46">10838 2077 208 0,'-4'4'270'0,"4"-4"-8"15,-6 4-8-15,6-4-19 0,0 0-22 0,0 0-22 16,0 0-19-16,33-3-15 0,-5 1-30 0,9-3-74 0,0 0-69 16,17-2-83-16,-2 2-240 0,2-7-365 0,-3 0 162 15</inkml:trace>
  <inkml:trace contextRef="#ctx0" brushRef="#br0" timeOffset="17278.45">11744 1378 180 0,'0'-7'309'0,"0"2"-19"16,0-2-7-16,0 2-22 0,0 0-13 0,0 5-27 15,-3-5-26-15,3 5-15 0,0-7-23 0,0 7-24 16,-1-5-39-16,1 5-35 0,0 0-43 0,0 0-8 16,0 0-6-16,-5 18-1 0,-1 0-3 0,-2 15 4 15,-1 0-14-15,0 15 2 0,-4 1-1 0,1 4 1 16,0-1 0-16,-2 2 6 0,4-4 4 0,-2-3-3 15,5-11 1-15,0-1 3 0,-2-2-1 0,2-2 0 16,-1-4 3-16,1-3-3 0,0-6 3 0,2-2-1 16,0-6 5-16,1 3-1 0,1-7 8 0,1 1 10 15,-1-2 21-15,2-1 20 0,-3 0 21 0,0 0 25 16,4-4 24-16,0 0 18 0,0 0-24 16,0 0-5-16,-19-7-18 0,15 2-10 0,-6-4-17 15,1 1-19-15,3 2-8 0,-1-2-9 0,0 0-17 16,-1 1-13-16,4 2-14 0,-1-1-26 0,1 3-9 0,0-2-46 15,-2 0-27-15,2 0-33 0,0 3-28 0,3 1-40 16,-2-5-62-16,2 3-214 0,-1-2-525 0,4 0 234 16</inkml:trace>
  <inkml:trace contextRef="#ctx0" brushRef="#br0" timeOffset="17614.28">11416 1795 40 0,'0'0'249'0,"-9"0"-20"0,9 0-10 16,0 0-21-16,-7 0-14 0,7 0-20 0,0 0-13 15,-7 1-17-15,7-1-10 0,0 0-11 0,0 0-13 16,0 0-7-16,0 0-8 0,0 0-9 0,0 0-4 15,0 0-9-15,39-2-1 0,-7-1-8 0,3 1-7 16,18-3-4-16,1 1-7 0,5-1-2 0,-7 2 6 16,-1-1-15-16,-12 1 6 0,-5 1-8 0,-1 2-4 15,-3-3-6-15,-10 3 5 0,-4-2-2 16,-2 0-4-16,-4 2 0 0,-2 0-3 0,-1-1-1 16,0 1-12-16,-7 0-23 0,7 1-28 0,-7-1-23 15,0 0-24-15,0 0-30 0,0 0-25 0,0 0-49 16,0 0-134-16,-21 4-367 0,21-4 163 0</inkml:trace>
  <inkml:trace contextRef="#ctx0" brushRef="#br0" timeOffset="17996.39">12752 1712 272 0,'-1'-7'346'0,"1"7"-11"0,-3-9-16 16,2 4-11-16,1 5-21 0,0-7-21 15,0 7-29-15,0 0-23 0,0-8-25 0,0 8-23 0,-2-3-20 16,2 3-22-16,0 0-13 0,0 0-29 0,0 0-35 15,0 0-18-15,0 0-8 0,0 0-4 16,-6 17 1-16,5-7-6 0,1 0 1 0,0 2-2 16,-5 5-1-16,1 1-4 0,3-6-4 0,-2 6-2 15,2-1 0-15,-3-4-7 0,3-1-1 0,-2 0-25 16,2-1-8-16,-1-1-7 0,-1-5-22 0,2 2-20 16,-2-1-10-16,2-2 5 0,1-4 10 0,-5 4-7 15,5-4-54-15,0 0-47 0,-6-8-48 0,2-3-150 16,-2-3-421-16,6-4 187 0</inkml:trace>
  <inkml:trace contextRef="#ctx0" brushRef="#br0" timeOffset="18134.06">12687 1457 139 0,'-3'-6'342'0,"3"-1"-11"16,-1 2-17-16,2 0-29 0,-1 5-27 0,0-10-30 16,0 5-26-16,0 5-28 0,-1-5-45 0,1 5-62 15,0 0-42-15,0 0-30 0,0 0-43 0,0 0-32 16,0 0-52-16,23 12-59 0,-19-4-149 0,2-1-368 15,2 0 163-15</inkml:trace>
  <inkml:trace contextRef="#ctx0" brushRef="#br0" timeOffset="18527">13147 1341 276 0,'0'-4'346'0,"0"-3"-15"0,0 7-20 15,-2-3-28-15,2-1-31 0,0 4-18 0,0 0-38 16,0-7-25-16,0 7-43 0,0 0-41 0,0 0-19 16,0 0-6-16,-3 18-7 0,0-5-3 15,-2 7-5-15,-2 11-4 0,-4 15-7 0,4-10 2 16,0-2-6-16,-1 12 3 0,1-10-8 0,1-2-1 16,2-2 2-16,1-3-2 0,1 1-4 0,-3-5 0 15,3-6 4-15,1 0-28 0,1-2-16 0,-1-6-10 16,1-2-24-16,0 3-22 0,-1-7-17 0,1 2 0 15,1-4-1-15,-1 1 4 0,0-1-19 0,0-3-71 16,0 0-229-16,0 0-440 0,4-17 195 0</inkml:trace>
  <inkml:trace contextRef="#ctx0" brushRef="#br0" timeOffset="18767.41">13004 1681 238 0,'0'0'271'15,"0"0"-11"-15,-5 0-10 0,5 0-9 0,0 0-9 16,-4-2-13-16,4 2-17 0,0 0-11 0,0 0-24 16,22-6-14-16,7 3-21 0,6-1-11 15,18-1-11-15,1-2-15 0,1 3-8 0,-1 0-7 0,-16 2-1 16,3-3-12-16,-7 1-9 0,-2 1-6 0,-15 1-1 16,2 2-7-16,-7-2 2 0,-1 1-10 0,-3 1-6 15,-8 0-4-15,9-3-8 0,-4 2-19 0,-5 1-30 16,7 0-41-16,-7 0-44 0,0 0-30 15,0 0-33-15,0 0-45 0,0 0-241 0,-17 11-503 16,17-11 222-16</inkml:trace>
  <inkml:trace contextRef="#ctx0" brushRef="#br0" timeOffset="19395.22">14747 1661 301 0,'0'0'334'16,"-4"-3"-21"-16,4 3-23 0,0 0-23 0,0 0-32 15,-4-6-22-15,4 6-24 0,0 0-27 0,0 0-18 16,0 0-25-16,0 0-14 0,0 0-17 0,0 0-9 16,-6 11-16-16,6-4-5 0,0 2-7 0,-3 2-5 15,2 1-3-15,0 5-4 0,-3-1-5 0,1 0-3 16,0 1-1-16,1-1-4 0,-2-4-1 0,0 1-4 16,2-2 1-16,-2-1-1 0,3-2-13 0,-3 2 2 15,0-3-10-15,3-2-17 0,-2 2-19 0,2-3-13 16,1 1-10-16,-2-1-14 0,2 0-1 0,-2-2 3 15,2-2 8-15,0 0-52 0,0 0-86 0,-10-7-235 16,5-5-470-16,1-3 208 0</inkml:trace>
  <inkml:trace contextRef="#ctx0" brushRef="#br0" timeOffset="19541.05">14669 1496 304 0,'0'-5'358'15,"-1"-3"-4"-15,1 2-22 0,0 1-24 16,0-2-38-16,0 7-20 0,-2-8-30 0,2 8-26 15,0-6-40-15,0 6-49 0,0 0-54 0,4-5-37 16,-4 5-37-16,0 0-41 0,16 9-55 0,-7-2-61 16,2-2-242-16,-1 2-456 0,-1-3 202 0</inkml:trace>
  <inkml:trace contextRef="#ctx0" brushRef="#br0" timeOffset="19894.7">15139 1623 59 0,'0'0'365'0,"0"0"-30"0,0 0-33 0,0 0-31 16,0 0-26-16,0 0-26 0,0 0-31 0,0 0-23 16,0 0-31-16,0 0-21 0,0 0-16 0,-5 9-9 15,-4-2-6-15,2-2-9 0,0 3-6 16,-4-1-13-16,2 2-3 0,0-1 2 0,1 1-18 15,-1 3-2-15,3-1-13 0,1 0-6 0,-2 1-1 16,3 0-3-16,3 0-2 0,2-2 4 0,1 5-7 0,4-1 1 16,6-2-4-16,0 2 4 0,4-3-2 0,0 3 2 15,2-4-3-15,9 4 1 0,-8-4 2 16,-1-1-4-16,1-1 1 0,-8-2 3 0,0 0-8 16,-2-1 1-16,-3-1-5 0,0 1-4 0,-2-4-5 15,0 3 2-15,-4-4 5 0,-8 7-2 0,-2-4 5 16,-9 2 2-16,-9-1-3 0,-5 1-23 0,-1-5-51 15,-2 2-64-15,-1-2-78 0,1-1-213 0,4-3-470 16,1-3 209-16</inkml:trace>
  <inkml:trace contextRef="#ctx0" brushRef="#br0" timeOffset="21394.23">16491 1851 79 0,'0'0'118'15,"-2"1"-1"-15,2-1-6 0,0 0-10 0,0 0-5 16,0 0 4-16,0 0 2 0,0 0-3 0,0 0 8 16,0 0-6-16,20-6 1 0,-12 3-1 0,-2 0 1 15,4-2-4-15,-1-2 0 0,5-4-10 0,0 2-4 16,1-8-8-16,-2 4-4 0,6-7 3 0,-3 0-7 15,-2-5 9-15,5-3-8 0,-1 1-6 0,-4-4 4 16,5-15-9-16,-7 15 1 0,-1-2 3 0,0-2 11 16,-6 4 8-16,1 4 1 0,-1 0 9 15,-3 8 1-15,-1 2 2 0,-1 0 1 0,0 3-4 16,0 4-4-16,-3 2-12 0,2-1-6 0,0 4-14 16,-1 1-8-16,1-4-12 0,-1 6-24 0,2 2-18 15,-9 0-8-15,-2 2-4 0,1 6 3 0,-4 5-3 16,-5 5-8-16,0 7 1 0,2 4-2 0,-6 14 9 0,10-10-2 15,-1 1 0-15,5 0 3 0,3-1-2 16,1 0 5-16,2-3-1 0,8 0 1 0,0-1-2 16,4-5 0-16,7 0 5 0,-1-9 3 0,8 2 1 15,-5-7 5-15,9 0 0 0,6-4 4 0,-1-5 1 16,4 0 1-16,-2-3 0 0,-1-4 1 0,1-3 14 16,-5 0-8-16,-3-3 11 0,-2 0 18 0,-1-2 2 15,-6 4 8-15,-5-2 8 0,4 0 16 0,-5 2 13 16,-1 2 15-16,-1 1 8 0,-1 0 2 0,-3 3 3 15,-1 1-10-15,1-1-12 0,-4 1-12 0,-1 3-15 16,5-5-12-16,-5 5-29 0,7-2-15 0,-7 2-47 16,0 0-26-16,0 0 8 0,0 0-3 0,0 0 11 15,1 15 6-15,-1-7 7 0,-1 0-3 0,1 2 5 16,-3 2 5-16,3 0-9 0,-1-2-7 0,-3 1-11 16,4-1-7-16,-1-1-2 0,-2-1-23 0,3-1-7 15,0 1-17-15,-1-4-10 0,1 2-9 0,0-2-1 16,-4 0 0-16,4-4 9 0,0 0-26 0,0 0-78 15,0 0-195-15,-5-13-455 0,0 2 202 16</inkml:trace>
  <inkml:trace contextRef="#ctx0" brushRef="#br0" timeOffset="21538.26">17117 1414 296 0,'0'-5'350'0,"0"-2"-8"0,0 2-32 0,3 0-29 15,-3 5-33-15,0-8-24 0,1 4-31 16,-1 4-33-16,0-4-55 0,0 4-47 0,0 0-55 15,0 0-8-15,0 0-30 0,0 0-21 0,9 9-37 16,-6-2-30-16,2 3-37 0,-4 1-39 0,-2-1-118 16,2 1-343-16,-2-1 152 0</inkml:trace>
  <inkml:trace contextRef="#ctx0" brushRef="#br0" timeOffset="21926.98">17350 1573 166 0,'0'0'349'15,"0"0"-36"-15,0 0-32 0,0 0-33 0,0 0-29 0,0 0-26 16,0 0-25-16,-4 7-24 0,4-7-15 0,0 5-15 16,0 0-11-16,0 3-10 0,4 1-9 0,-4 2-8 15,0 1-8-15,-4 5-9 0,-1 0-4 16,4 2-9-16,-2-2-5 0,3 0-1 0,-4-5-5 15,4-1 0-15,-1 0-3 0,-2-4-7 0,3 0 2 16,-1 0-3-16,1-2-1 0,0-1 1 0,-1 0 13 16,1-4 31-16,0 0 43 0,-3 7 40 0,3-7 35 15,0 0 26-15,0 0-22 0,0 0-24 0,12-12-9 16,-3 2-21-16,2-5-14 0,1-1-11 0,-2-1-16 16,4 2-6-16,-1-1-12 0,1 1-5 0,-5 1-7 15,-3 5 6-15,3 1-2 0,-5 2-6 0,0 2-12 16,1-1-11-16,-2 3-8 0,-3 2-34 0,7-4-41 15,-7 4-55-15,6-2 4 0,-6 2-25 0,11 6-5 16,-2-2-10-16,5 8-31 0,1-2-29 0,-1 4-35 16,3 1-37-16,-2-1-32 0,3-2-33 0,-3 1-251 15,-1-1-630-15,2-6 279 0</inkml:trace>
  <inkml:trace contextRef="#ctx0" brushRef="#br0" timeOffset="22561.41">17738 1714 287 0,'0'0'322'0,"-3"-2"-8"16,3 2-18-16,-3-4-20 0,3 4-26 0,0 0-27 16,-4-6-23-16,4 6-20 0,0 0-21 0,-2-2-18 0,2 2-16 15,0 0-13-15,0 0-18 0,0 0-19 0,0 0-2 16,0 0-17-16,0 0-10 0,11-5-4 16,-1 3-16-16,4 2-12 0,7-1-11 0,-2 0-17 15,4 0-3-15,4-1-3 0,2-2-8 0,2 0 6 16,0 0-7-16,-1-2 4 0,2 0 4 0,0-4-2 15,-1 3 3-15,-2-3 4 0,-1 1 1 0,-5-1 1 16,4-3-1-16,-12 4 4 0,3-1 4 0,-5-2 4 16,-3 5 22-16,-1-1 15 0,-2 0 13 0,-5 2 10 15,2 1 5-15,-1-1 0 0,-3 1-13 0,1 0-6 16,-1 5-12-16,-4-8-14 0,-2 5-3 0,-3-1-4 16,-8 4 0-16,-1 0-4 0,-5 4-4 0,-4 1-2 15,-1 3-2-15,4 4-3 0,-1-2-11 0,0 5 2 16,2 1-8-16,0-2 1 0,4 6-3 0,6-6-3 15,0 3-1-15,3 0 0 0,1-2-4 0,5 1 11 16,3 0-1-16,1-5 1 0,5 1 9 16,3-2 3-16,7 0 2 0,6-3 3 0,8-1-1 15,3-1 4-15,5-4 1 0,0-2-3 0,4 0 3 0,-4-3-1 16,0-2 5-16,-1-1-7 0,-4-3 3 16,-3 0 2-16,-1-2-1 0,-8 5 2 0,-3-3 15 15,-5 4 32-15,-2 0 14 0,-1-1 7 0,-4 2 5 0,3 1 2 16,-2 0-1-16,-2 1-7 0,1-1-8 0,-5 4-6 15,8-4-11-15,-8 4-10 0,5-3-11 16,-5 3-21-16,0 0-13 0,8-2-21 0,-8 2-4 16,0 0 1-16,0 0 3 0,-2 12 3 0,1-8 2 15,-1 0 5-15,-1 2 2 0,2-1 0 0,-2 2 4 16,2-1 5-16,-3-2-11 0,4 2 6 0,0-2-5 16,0-4 5-16,0 7 2 0,0-5 9 0,0-2-2 15,3 3 3-15,-3-3 6 0,0 0 3 0,9 5 4 16,-9-5-3-16,12-2 1 0,-1 1 8 0,0-2-11 15,-1 1-2-15,-1 0 2 0,3 0-4 0,-1-1 2 16,0 2 1-16,2 0-4 0,4-2-16 0,-3 1-32 16,-1 0-36-16,-3 2-50 0,0-3-67 0,3 1-75 15,-9-2-195-15,2-2-510 0,-2 1 226 0</inkml:trace>
  <inkml:trace contextRef="#ctx0" brushRef="#br0" timeOffset="22961.99">18786 1552 281 0,'1'-4'291'16,"-1"4"-29"-16,6-7-28 0,-4 4-23 0,1-2-26 15,-1 3-16-15,-2 2-17 0,10-5-20 0,-6 5-9 16,-4 0-21-16,9-3-6 0,-4 3-15 0,-5 0-9 15,13 0-6-15,-13 0-12 0,9 3-3 0,-1 0-9 16,-2 3-3-16,3 0-4 0,0 3-6 0,-1 0-2 16,0 1-5-16,3 2-3 0,-1 5 0 0,0 0-4 15,0 5 0-15,-2 3-3 0,-1-2-1 0,-2-3 6 16,-4-1-12-16,0 8 5 0,-6-4-1 16,3-5-3-16,-5-1 3 0,2-2-4 0,0-2 0 0,-2-3 3 15,0 0 5-15,1-3 3 0,-1 0 14 16,3-3 11-16,-1 0 35 0,5-4 31 0,-10 2 17 15,10-2 17-15,0 0 2 0,-10-9 18 0,7 1 5 16,-1-4-11-16,3-3-29 0,5-5-20 0,2-8-37 16,5-1-27-16,13-14-39 0,4 2-37 0,3 6-26 0,-6 7-28 15,4 5-25-15,-2 2-32 0,-1 2-37 16,-3 2-55-16,-4 7-64 0,-5-1-246 0,-2 5-592 16,-3 0 261-16</inkml:trace>
  <inkml:trace contextRef="#ctx0" brushRef="#br0" timeOffset="23660.82">18387 1649 14 0,'4'-3'228'0,"-4"1"-5"0,0-3-6 16,2 1-4-16,-2 4-10 0,2-5-12 0,-2 2-15 15,0 3-11-15,-2-5-10 0,2 5-17 16,0 0-13-16,-2-5-18 0,2 5-8 0,-4-4-16 0,4 4-13 16,-11 1-4-16,5 2-13 0,-1 0-4 0,-4 1-8 15,-1 2-5-15,-5 6-5 0,2-4-5 16,1 6-1-16,-1-2-4 0,2 3-4 0,2 2 0 15,2-4-3-15,1 1-2 0,0 2-2 0,3-7 0 16,4 1 4-16,0 1-4 0,2-5 1 0,-1 2 6 16,4-2 1-16,2-3 12 0,2 1 8 0,1-3 5 15,5-1 12-15,-1-1 13 0,3-4 12 0,1-1 3 16,1-2 2-16,-7 0 2 0,4-3 1 0,2 1-10 16,-7 3 4-16,-1-2 2 0,0 4 3 0,-1 0 7 15,-2 1-4-15,2 1-9 0,-7-1-15 0,3 0-16 16,-4 4-11-16,5-2-30 0,-5 2-27 0,7 0-37 15,-7 0-16-15,7 5 1 0,-3 0-12 0,0-1-23 16,4 9-32-16,4-1-62 0,2-1-82 0,-1 0-270 16,5-2-597-16,1-1 265 0</inkml:trace>
  <inkml:trace contextRef="#ctx0" brushRef="#br0" timeOffset="24664.35">20245 1552 152 0,'0'0'246'0,"0"0"-8"0,0 0 0 0,0 0-12 0,0 0-8 15,0 0-5-15,0-5 4 0,0 5-8 16,0 0-7-16,0 0-12 0,0 0 0 0,0 0-8 15,0 0-10-15,0 0-5 0,0 0-21 0,0 0-12 16,0 0-13-16,0 0-17 0,0 0-9 0,0 0-7 16,0 0-25-16,0 0-32 0,0 0-21 0,0 0-33 0,0 0 2 15,0 0 0-15,-5 13-1 0,4-4 7 16,0 3-2-16,-1 0 4 0,1 1 1 0,0-1 3 16,0 4-2-16,1 0 4 0,-4-4-2 0,5 0 16 15,-3-1-13-15,2 0 3 0,0 0-22 0,-2-1-4 16,2-3-15-16,0 0-26 0,-1-2-9 0,0 0-8 15,1 0 8-15,-2 0 2 0,2-5 11 0,0 4 11 16,0-4-14-16,0 0-56 0,0 0-54 0,-14-16-49 16,6 3-182-16,-3-3-444 0,2-9 196 0</inkml:trace>
  <inkml:trace contextRef="#ctx0" brushRef="#br0" timeOffset="24805.38">20143 1366 107 0,'0'-10'300'0,"0"-1"2"0,0 5-18 16,0-3-18-16,0 6-17 0,0-1-29 0,0-3-25 15,1 5-18-15,-1 2-28 0,0-4-27 0,3 1-53 16,-3 3-30-16,4-2-29 0,-4 2-39 0,10 5-37 16,-5-2-42-16,4 3-53 0,-1 2-46 0,-2-1-113 15,-2 3-347-15,3-2 154 0</inkml:trace>
  <inkml:trace contextRef="#ctx0" brushRef="#br0" timeOffset="25143.03">20418 1555 353 0,'6'2'369'16,"-6"-2"-39"-16,0 0-37 0,0 0-35 0,0 0-31 16,4 6-26-16,-4-6-40 0,1 4-21 0,-1-4-14 15,0 12-16-15,-1-3-12 0,1 1-19 0,-1 4-17 16,-2 1-16-16,-3 2-13 0,3-3-3 0,0-2-13 15,0-2 0-15,3 0-7 0,-1-3-6 0,-2-2 0 16,6 2 4-16,-6-2 10 0,3-5 27 0,0 7 29 16,0-7 17-16,0 0-11 0,0 0-6 0,18-9-5 15,-9 2-7-15,5-5-9 0,-1 3-3 16,0-2-13-16,2 1 5 0,-1 0-8 0,-4 4-3 16,2 0-3-16,-2 0-8 0,0 1 0 0,-1 2-9 0,1 3-3 15,3-5-22-15,-3 7-12 0,3 2-21 0,0 3-20 16,1 2-36-16,5 3-49 0,-1-1-72 0,4 3-86 15,-4-3-170-15,1-2-520 0,-1-2 230 0</inkml:trace>
  <inkml:trace contextRef="#ctx0" brushRef="#br0" timeOffset="25779.03">22328 1379 53 0,'-2'-8'269'16,"-1"-1"-9"-16,3-1-3 0,-1 2-6 0,-3-3 10 0,4 5-8 15,-1-1 0-15,1 1-12 0,-3 2-27 0,3 1-20 16,0-2-20-16,0 5-26 0,-1-4-20 0,1 4-41 16,-3-4-44-16,3 4-26 0,0 0-3 15,-1 13 1-15,-3 3-1 0,-1 3-1 0,-4 6-8 16,4 9 6-16,-6 11-3 0,4-11 2 0,-5 12-1 16,5-10-4-16,-3 9 1 0,2-8 3 0,3-5-2 15,-1 1 4-15,2-3-2 0,0-4 0 0,3 0-1 16,-1-8-20-16,0-1-9 0,-1-5-16 0,2 0-17 15,1-3-36-15,-1-4-14 0,1 2-10 0,0-2 14 16,0-5-1-16,0 0-56 0,0 4-256 0,0-4-448 16,0 0 199-16</inkml:trace>
  <inkml:trace contextRef="#ctx0" brushRef="#br0" timeOffset="26110.15">22310 1429 264 0,'-1'-5'258'0,"1"2"-29"0,-2-1-32 0,2 4-30 16,0 0-24-16,0 0-8 0,0 0-14 0,0 0-17 16,12 17-5-16,-3-7-5 0,8 6-13 15,5 2-11-15,3 1-7 0,2 2-3 0,-1-1-10 16,1 1-1-16,-3-3-9 0,0 3-3 0,-4-5-9 16,-7-3-11-16,-1 1-9 0,-5-8-11 0,0 3 3 15,-3-3-4-15,-3 0 5 0,-4 2 8 0,-2-3 3 16,-5 2 1-16,-7 0 2 0,-11-1 2 0,0 2 5 15,-5-5 1-15,0-1 9 0,2 1 2 0,-1-3 2 16,0 2-1-16,4-2-3 0,-1 0 4 0,10-2-8 16,2 2-3-16,4 0 2 0,3 0-4 0,2 0-1 15,1 0 2-15,7 0-10 0,-11 0-1 0,6 0-6 16,5 0-8-16,0 0-14 0,0 0-11 0,0 0-18 16,26-8-19-16,-7 4-31 0,8 0-52 15,6-1-57-15,-5-3-167 0,7-1-399 0,-3 0 177 0</inkml:trace>
  <inkml:trace contextRef="#ctx0" brushRef="#br0" timeOffset="27441.91">23523 1460 142 0,'0'-8'251'0,"-1"2"-23"0,-1 0-27 0,0 1-18 16,-2 1-25-16,-3 2-16 0,-2-1-16 0,-3 1-13 15,-7 5-15-15,-3 1-7 0,-6 9-8 0,-3-5-13 16,1 7-1-16,0-5-11 0,1 7-7 0,2-3-4 15,-1 1-7-15,1 3-1 0,3 0-6 0,2 0-1 16,9-4-4-16,-1 0-5 0,5-4-8 0,4 2-10 16,1-5 1-16,-1 0-4 0,3-2 11 0,-1 1 6 15,7 0 10-15,2-5 9 0,3 2 1 0,5-3 0 16,4-3 3-16,1-2-2 0,2 0 9 0,-2 0 4 16,8-9-2-16,-2 4-1 0,1 0-2 15,-5-4-4-15,3-1-2 0,-4 3-6 0,-6 0-6 16,4 3 15-16,-4-1 14 0,-5 5 28 0,-1-2-2 15,-2 2-1-15,-2 2-2 0,1-2-14 0,-1 1-6 16,-4 4-9-16,8-3-17 0,-8 3-25 0,6 0-35 16,-6 0-35-16,0 0-14 0,6 3 6 0,-2 1 12 0,-1 1-13 15,4 3-8-15,0 0-7 0,1 0-9 16,1 1-12-16,1-1 3 0,1 2 1 0,1-3 2 16,4 1 11-16,-3-3 1 0,1-1 13 0,0 1 8 15,0-5 8-15,0 0 4 0,0 0 8 0,6-4 24 16,-6 1 28-16,-2 0 29 0,5-4 20 0,-5-1 29 15,-1-1 20-15,-2 1 21 0,5-1 17 0,-5 0 17 16,1 2 19-16,-3 2 6 0,0-3 15 0,-2 4-6 16,-1 1-11-16,1-2-23 0,-1 3-13 0,-4 2-20 15,3-5-16-15,-3 5-16 0,0 0-16 0,0 0-35 16,7-4-38-16,-7 4-34 0,0 0-29 0,0 0 5 16,0 0 9-16,4 14 3 0,-5-6 1 0,-2 1 5 15,2 3 3-15,-3 2 5 0,-1 3 5 0,3-5-2 16,0 3 1-16,0-4 0 0,-1-1-8 0,0 0-3 15,2-5-4-15,-2 4 7 0,1-5-1 0,2 1 11 16,0-5 21-16,0 6 18 0,0-6 36 0,-4 5 42 16,4-5 35-16,0 0 7 0,0 0-18 0,0 0-18 15,18-15-7-15,-11 8-10 0,3-2-11 16,1-2-8-16,2-2-17 0,0-2-2 0,-3 5-17 16,3-2-5-16,-4 5-1 0,1 0 0 0,-6 0 3 15,1 2-14-15,-2 2-8 0,3-2-20 0,-4 4-23 0,-2 1-27 16,6-4-29-16,-6 4-33 0,0 0-4 15,0 0 16-15,14 5 11 0,-8 0 15 0,4 0 6 16,3 5-5-16,5 2 1 0,9 1 1 0,6 0 1 16,4-1-8-16,13 5 0 0,5-3-11 0,-5-5-2 15,3-1-6-15,1 0 2 0,-16-3 5 0,0-3 4 16,-1-3 1-16,-1 1 15 0,-2-1 1 0,-6-2 14 16,-1-1 28-16,-11-2 28 0,1-1 23 0,-8 0 12 15,-3-2 2-15,1 3 6 0,-5-4-1 0,-2 1-1 16,-1 0-5-16,-3-2-5 0,-7-2-3 0,-3 3-3 15,0 0 2-15,-4 0-6 0,-3 3-1 0,2 2 1 16,-12-2-5-16,3 5 0 0,0-1 1 0,8 1-4 16,0 3 3-16,1 0-7 0,5 2 1 0,-4 2-2 15,3-1 0-15,4 4-8 0,0-1-7 0,2 3 7 16,-1-3-1-16,5 3-1 0,1-1 5 0,4-1-2 16,0 1 3-16,4 1 2 0,1-3-1 0,4 5 0 15,1-9-2-15,-2 4 0 0,6-2 4 16,-2-3 0-16,1-2 1 0,0 0 5 0,0-5-1 15,0-2 21-15,2-2 6 0,-1-1 16 0,0-5 7 16,-1 1 8-16,0-1 6 0,-3-9 13 0,3 0 15 16,-3-2 15-16,0-5 12 0,-6 6 18 0,1-4 12 15,3 2-4-15,0-2 0 0,1-1 0 0,-4 1 5 0,0 1-4 16,0 4-3-16,-1 5 5 0,-2 3 11 16,1-1-4-16,-2 4-10 0,3 2 0 0,-2 4-15 15,1-1-17-15,-2 2-14 0,2 3-18 0,-2-2-16 0,-1 1-32 16,0 4-34-16,2-3-47 0,-2 3-55 15,0 0-41-15,0 0 5 0,0 0 12 0,-6 15 18 16,2-1 10-16,-2 4 7 0,0 8 9 0,-2 0 5 16,-3 1 14-16,-1 4 3 0,-1 0 8 0,4 4 12 15,-1-4-2-15,4 1 10 0,-1-5 3 0,2 4 1 16,0-6 7-16,4-6-3 0,-3 0 7 0,2-6 7 16,0-2-2-16,2-4 4 0,-1 1 8 0,1-1 0 15,-3-3 13-15,2 1 23 0,1-5 19 0,0 8 32 16,0-8 14-16,0 0 10 0,0 4 9 0,0-4 3 15,0 0 1-15,0 0 2 0,0 0-9 0,5 3-10 16,-5-3-13-16,19-5-9 0,-2 0-8 0,11 0-50 16,8 1-54-16,16 0-75 0,-2-1-75 0,1-1-93 15,3 3-118-15,-2-4-422 0,3-2-878 0,-1 0 388 16</inkml:trace>
  <inkml:trace contextRef="#ctx0" brushRef="#br0" timeOffset="28410.42">25991 1294 125 0,'-3'-8'194'16,"-3"6"-17"-16,-3-4-28 0,-3 1-5 0,-5 1-13 16,-3 2-21-16,0 2-6 0,-2 2-17 0,-5 2-5 15,-1 4-8-15,-3-1-21 0,3 1 5 16,3 6-11-16,-1-1-8 0,9-2 4 0,-4 5-13 15,0 2 2-15,9-2-5 0,0 2-2 0,3-3 1 16,0 4-2-16,4-3-6 0,4-5 4 0,-3 6-2 16,4-5 9-16,0-4 8 0,1-2 17 0,3 0 5 15,1-2 7-15,7-1 7 0,0-1 3 0,1-4 6 16,5-1 15-16,-1-2 23 0,2-2 0 0,-1-2-11 16,7-6-12-16,1-1-1 0,-3 3 1 0,0-3-17 15,-6 4 4-15,0 1-7 0,-1-1 5 0,-2 1 5 16,-4 6 13-16,-1-1-9 0,0 1-8 0,-4 0-11 15,1 1-8-15,-2 2-16 0,0-1-8 0,-4 3-23 16,0 0-17-16,0 0-3 0,13 7 1 0,-9-2-4 16,0 5 3-16,-1 7-3 0,5 7-1 0,-5 0 3 15,0 4 4-15,-3-2-2 0,0 3 1 0,0-2 9 16,-3 2-10-16,0-1-1 0,1-2 12 16,-4-1-12-16,4-5 1 0,-1-2 1 0,1-1 1 0,0-5-1 15,0-2-1-15,0 0 2 0,1-3 2 16,0-2 3-16,1 0 17 0,0-5 45 0,-1 6 67 15,1-6 57-15,0 0 47 0,0 0 35 0,0 0 9 16,0 0-40-16,0 0-21 0,9-21-23 0,-3 3-20 16,6-4-19-16,4-6-25 0,2-4-19 0,0 1-15 15,10-11-12-15,-1 0-12 0,0 3-7 0,-7 10-2 16,-1 5-11-16,0 1-5 0,-8 7-7 0,-1 2-4 16,0 5 2-16,-3-1-8 0,-1 3-5 0,-1 1-7 15,0 1-5-15,-1 1-35 0,-3 2-52 0,-1 2-62 16,0 0-81-16,8-6-69 0,-8 6-73 0,0 0 31 15,0 0 31-15,0 0-8 0,-8 23-22 0,-2-9-22 16,6-2-37-16,-5 4-303 0,-6-4-740 0,7-2 327 16</inkml:trace>
  <inkml:trace contextRef="#ctx0" brushRef="#br0" timeOffset="48306.86">27652 1514 110 0,'-3'-8'194'0,"-2"-3"-17"0,1 2-16 0,-5 0-19 16,2 1-9-16,-4 2-17 0,-1-1-12 0,-4 2-14 16,-4-1-1-16,-11 6-20 0,3 0-1 0,-3 6-18 15,1 0-2-15,-2 4 1 0,1 1-9 0,-1 3-2 16,0 2-4-16,0-1-3 0,2 5 0 0,1 1-9 16,4-1 2-16,2-3-6 0,5 4 1 0,0 1-2 15,8-7-5-15,2 2 1 0,2-2-3 16,2-4 6-16,3 0-5 0,2-2 6 0,2-2 6 0,4-2 3 15,5 0 5-15,7 0-4 0,1-3 9 0,10-8-7 16,1 1 8-16,-1 0 9 0,-2-4 14 0,4-2-2 16,-1-4-3-16,-3-1 1 0,-1-2-4 15,-2 1 4-15,2 0-3 0,-3-3 1 0,-7 9 6 16,3-5 5-16,-8 3 17 0,-3 6 12 0,-3 2-1 16,3-3-12-16,-5 4-6 0,0 2-14 0,0-1-5 15,-4 3-17-15,5-3-27 0,-1 1-18 0,-4 2-33 16,0 0 4-16,0 0-2 0,4 8 8 0,-4-2-2 15,-2-1 8-15,4 3 2 0,-2-1 1 0,1 5 6 16,0-5-3-16,3 3 4 0,1-1 2 0,0 0 3 16,4 0 5-16,1-2 0 0,6-2 0 0,2 1-2 15,1-3 5-15,1-1 0 0,7-2 0 0,-4 0 3 16,0-2-1-16,-2-1 14 0,-2-4 8 0,1 0 12 16,-3 2 9-16,1-5 3 0,-2 0 15 0,-6 4 9 15,1 0 8-15,-4 0 21 0,2 2 10 0,-4 0-11 16,3 0-16-16,-3-1-8 0,-5 5-16 0,5-3-1 15,-5 3-16-15,7-1-5 0,-7 1-18 0,0 0-23 16,7-3-28-16,-7 3-9 0,0 0 5 0,0 0 0 16,2 13 5-16,-4-6 4 0,2 2 3 0,0-2 3 15,-1 3 4-15,-2-1-1 0,2-1 3 0,-1-1 1 16,0 0 3-16,4 0 1 0,-4-1 1 0,2-6-3 16,0 8 10-16,0-8-3 0,0 4 8 0,0-4 7 15,0 0 18-15,0 0 24 0,0 0 5 0,0 0-5 16,0 0-3-16,0 0-10 0,26-12-6 0,-16 6-3 15,-1-4-3-15,4-1 1 0,0 0-4 0,-2-3-3 16,-1 6 4-16,-1-1-13 0,-1 1 7 0,-3 2-11 16,0 1 3-16,0-1 0 0,-5 6-11 0,9-5-4 15,-5 2-14-15,-4 3-19 0,3-2-18 16,-3 2-25-16,0 0-38 0,0 0 5 0,0 0 12 16,6 10 11-16,-5-2 10 0,3 1 10 0,0 3 10 15,2 4 0-15,5-4 6 0,3 5 1 0,2-3 2 16,11 1 7-16,4-1 2 0,3-2 4 0,19-2-5 15,0 0 0-15,2-7-2 0,2 3-2 0,-1-6-1 16,-3-2 2-16,1-3 1 0,-5-6 6 0,-11 3 3 16,-5-4 1-16,0 0 2 0,1-2 10 0,-4-1 5 15,-3-2 3-15,-3 0 3 0,-3-3 4 0,-8 6 6 16,-4-2 8-16,-4 3 9 0,0-2 3 0,-5-2-9 16,-3 5 3-16,-4-4-7 0,-6 3 3 0,-4 1-4 15,-11 3 3-15,1 1-7 0,-5 2-2 0,0 5-1 16,-3-1 1-16,-1 4 1 0,1 3 0 0,2 2-2 15,2 3 4-15,3 2-7 0,3 2 5 0,4-6-2 16,6 4 2-16,1 0-1 0,4 0-5 0,3-2-2 16,2 0 4-16,3 1 3 0,4-1 2 0,2 0 0 15,5-2 3-15,3-2-2 0,7 1 3 0,2-6-3 16,9-1 3-16,0 0 2 0,2-6-7 0,0-1 4 16,-2-5-1-16,-2-2 3 0,-3-3 11 0,0-2 10 15,-5-3-8-15,4 0 13 0,-2-5 5 16,9-12-1-16,-12 11 0 0,-3-1 9 0,-1 0 6 15,-4-4 7-15,-1 5 8 0,1-1 25 0,-5 1 15 16,0 1 9-16,-1 7 15 0,-3 2 8 0,0-1 8 16,-2 7 6-16,0 1 6 0,1 1-12 0,1 5-11 15,-2-2-15-15,0 2-15 0,0 0-18 0,2 1-24 16,-2 4-41-16,0-6-52 0,0 6-60 0,0 0-29 16,0 0 39-16,0 0 3 0,-7 17 18 0,3-5-8 15,-1 5 17-15,-2 2-14 0,2 1 21 0,-5 5 4 16,1 3 5-16,-2-4 7 0,0 3 7 0,-1 1-6 15,3-8-1-15,1 7 12 0,-1 0-2 0,3 2 6 16,-1 0-14-16,2-5 17 0,0 0 5 0,1-7-3 16,-1 0 0-16,4-4 1 0,-2-1 2 0,2-1 2 15,1-3-2-15,0-1-6 0,-3 1 11 0,2-2-5 16,1-1 3-16,0-5 3 0,-1 7-4 0,1-2 0 16,0-5 6-16,0 5-7 0,0-5 1 0,0 0-4 15,-3 6 10-15,3-6-5 0,0 0 1 0,0 0 0 16,0 0-1-16,-1 4 5 0,1-4-4 0,0 0 8 15,0 0-4-15,0 0 0 0,0 0 4 16,0 0 24-16,0 0 5 0,0 0 18 0,0 0 3 16,0 0 3-16,0 0-8 0,55-8-6 0,9-1-23 15,38-11-59-15,18 6-103 0,14-8-157 0</inkml:trace>
  <inkml:trace contextRef="#ctx0" brushRef="#br0" timeOffset="50606.33">3231 3674 169 0,'0'0'224'0,"0"-7"-12"0,0 7-1 0,-1-4-14 15,1 4 0-15,0 0-12 0,0-6-12 0,0 6-14 16,0-4-15-16,0 4-13 0,0 0-13 0,0 0-16 15,0 0-12-15,0 0-12 0,0 0-14 0,-4-3-10 16,4 3-20-16,0 0-14 0,0 0-18 0,0 0-7 16,0 0-9-16,0 0 7 0,0 0-1 0,-8 12 1 15,7-10-1-15,1-2 0 0,-1 6-9 16,-2-2-2-16,2 0-2 0,1-4 1 0,0 4 3 16,0-4 3-16,0 0 0 0,4 6 2 0,-4-6 4 0,10 0 1 15,3-1 1-15,0-4-3 0,3 1-1 0,3-3-1 16,-1 2 4-16,-1-2-3 0,-2-2 3 15,1 0 3-15,-6 1 13 0,0 0 33 0,-1 1 8 16,1-1 15-16,-6 3 13 0,1 0 4 0,-1 0-2 16,-3-1-4-16,3 1 1 0,-4 1-11 0,0 4-15 15,-5-7-9-15,1 5-8 0,-5-2-19 0,-4 7 8 16,-5-1-3-16,-10 3-2 0,-2 3-4 0,-2 3-4 0,-3-1 3 16,3 5-8-16,-2 2 1 0,3 0-1 15,2 5 0-15,-1 0-1 0,6 1-1 0,1 2-3 16,4 1-2-16,6-1-13 0,-1 1-7 0,9-1-4 15,1 1 0-15,4-6-7 0,8 3 0 0,7-2-2 16,8-3-3-16,5-4 6 0,11-5 0 0,15-2-1 16,6-7-3-16,7-3 2 0,30-7 0 0,-5-4 3 15,-27-1 0-15,26-6-6 0,-28 6-5 0,-2-5-3 16,-3-2 0-16,-4 0 5 0,0-3 0 0,-8-1 8 16,-13 7 0-16,-3 0 7 0,-5 0 5 0,-2 0 13 15,-10 5 19-15,0 2 18 0,-8 0 14 0,-1 2-7 16,-7 2-3-16,-1-4-6 0,-2 7-3 0,-7-1-2 15,-5 2 5-15,-3 2 0 0,-6 1 1 0,-3 3 0 16,-4 6-2-16,-2-1-2 0,-2 4-3 0,3 0-8 16,2 5 1-16,1 0-7 0,4 6 1 0,3-5 0 15,4 4-1-15,6-1 6 0,6-3-6 0,1 0-5 16,4 0-3-16,4 0-6 0,5 0 3 0,7-3 0 16,3-3 3-16,3-3-1 0,9-3 3 0,6 2 0 15,-1-7-4-15,1-3 3 0,2-3 1 0,-7-5 3 16,3 1-3-16,-5-3-1 0,0-3 5 0,-4-4 9 15,-9 9 18-15,-1-3 6 0,-3-1 13 0,-1 1 5 16,-3-2 0-16,-5 4-6 0,0-1-4 0,-3 1-3 16,-2-3-9-16,0 3-4 0,-8 0-7 15,2 5-3-15,-6-3-6 0,-2 5-4 0,-1 1-5 0,0 2-10 16,-6-1-19-16,4 3-27 0,3 5-37 0,2-1-34 16,3 1-40-16,4 4-39 0,3-1-30 0,2 3-188 15,3-2-452-15,6-1 199 0</inkml:trace>
  <inkml:trace contextRef="#ctx0" brushRef="#br0" timeOffset="51068.07">4379 3855 61 0,'0'0'249'0,"-4"5"-30"0,4-5-23 0,0 0-8 16,0 0-23-16,0 0-15 0,0 0-2 0,0 0-6 16,0 0-5-16,0 0-7 0,0 0-14 0,0 0-8 15,21-9-10-15,-2 3-9 0,0-1-10 0,5-4-6 16,-4 4-5-16,-3-4-7 0,2 1-4 0,-1-1 12 16,-3-1-2-16,2 0-1 0,-3-1-7 0,-1 1 11 15,-8 6 10-15,4-2 13 0,-4 1 14 0,0 2-9 16,-1 2-8-16,-3-3-10 0,0 1-10 0,-1 5-20 15,-5-6-5-15,5 6-14 0,-20 2-5 0,2-1-1 16,-9 9-6-16,-1 0-17 0,0 6 12 0,-3-1-6 16,2 4-3-16,1 0 0 0,2-2-2 0,7 1-1 15,1 5-1-15,8-6-3 0,1 1-10 0,4-3-2 16,1 2-3-16,7-4 6 0,3 2 0 16,4-3 5-16,3-2 0 0,7-3 7 0,2-1 2 0,10 0 1 15,1-5-4-15,3-2 1 0,0 0 5 0,0-3-2 16,1 0-3-16,-9 0 5 0,-6 1-6 0,-9 1 24 15,0 0-3-15,0-1 7 0,-4 2 10 0,-4 1-3 16,-5 0-7-16,10 0 13 0,-10 0 2 16,9-3-9-16,-9 3-14 0,0 0-21 0,8-3-22 15,-8 3-25-15,0 0-35 0,5-1-40 0,-5 1-128 16,0 0-325-16,0 0-622 0,0 0 276 0</inkml:trace>
  <inkml:trace contextRef="#ctx0" brushRef="#br0" timeOffset="52205.85">5006 3413 321 0,'-1'-3'313'0,"1"3"-33"0,1-2-32 15,-1 2-34-15,0 0-34 0,0 0-27 0,0 0-21 16,-5 10-11-16,0 6-16 0,-5 10-8 0,-2 2-12 16,2 4-9-16,-4 18-8 0,1-4-6 0,0 5-3 15,4-2-3-15,0 1-4 0,3-16-5 0,1 15-3 16,1-15-7-16,3-1-3 0,2-5-4 0,-1-1-6 16,4-2-2-16,-1-8 1 0,0-2-3 0,-3-5 1 15,5-1-1-15,-5-2 2 0,4-1 13 0,-4 0 23 16,1-4 17-16,-1-2 38 0,3 5 41 0,-3-5 16 15,0 0-18-15,0 0-15 0,13-14-15 0,-6 5-3 16,1-2-19-16,-3 0-13 0,3-5-25 0,-3-5-34 16,1 4 5-16,-3 0-17 0,-2-1-9 15,-1 3-23-15,-5 0-7 0,0 2-7 0,-5-1-21 16,-6 3 14-16,-1 3-3 0,-4 0-3 0,-7 2 7 0,8 2 0 16,-9 2 2-16,6 4 8 0,2-2 3 0,0-2-4 15,3 4-8-15,8-2-15 0,-4 0-24 0,5 1-28 16,0-2-18-16,9 1-16 0,-9 0 11 0,9 0 8 15,0 0 8-15,0 0 0 0,37-11-2 16,-10 1-2-16,8-2 2 0,-1-1-7 0,2-1 3 16,10-3 7-16,-9 0 1 0,8-9 14 0,-13 5 7 15,1 1 17-15,9-8 10 0,-14 5 20 0,1-1 20 0,-4 0 32 16,-2-1 30-16,-4 2 32 0,-1 3 30 0,-8 3 21 16,-2 1 9-16,-2 3 20 0,-3 1 14 15,1 1 17-15,-2 2-6 0,2 3 20 0,-3 0-12 16,0 1-21-16,-1 0-20 0,0 5-15 0,3-7-22 15,-3 7-35-15,3-2-52 0,-3 2-41 0,0 0 0 16,-7 15 2-16,-2-1 2 0,-1 8 4 0,0 4-2 16,-4 5 6-16,1 1-4 0,-1 3 10 0,5 12-13 0,-4 2 0 15,4-1-3-15,4-2-3 0,4-13-10 16,-2 1 12-16,6-3-1 0,-3-1 2 0,4-4-6 16,-2-7 6-16,2-2-2 0,1-2-1 0,-1-4-8 15,-3-4 14-15,3 0 4 0,-4-2 12 0,3 0 11 16,-3 0 37-16,0-5 44 0,4 7 34 0,-4-7 17 15,0 0 27-15,0 0-36 0,0 0-40 0,0 0-13 16,-7-25-29-16,2 15-21 0,-4-6-30 0,-1-1-18 16,-6-2-19-16,-4-1-6 0,0 2-10 0,-2 1 13 15,0 2 2-15,3 9 0 0,2-6 7 0,1 7 0 16,-2-3 6-16,4 3 3 0,1 2-3 0,3-1-2 16,2 3-20-16,8 1-33 0,-9-4-24 0,9 4-13 15,0 0 13-15,0 0 14 0,0 0 7 0,0 0 12 16,40 7 2-16,-4-5 0 0,2-3 8 0,18 2 2 15,-1-5-4-15,4 2 7 0,-5-1 1 0,-2-6 4 16,-2 3 4-16,-13 1 4 0,0-2 5 16,-5 2 5-16,-3-2 6 0,-1 0 13 0,-8 4 32 0,0-2 38 15,-10-1 45-15,-1 2 26 0,0 3 7 0,-1-3 19 16,-8 4-4-16,10-5-1 0,-10 5-13 0,9-3-5 16,-9 3-13-16,0 0-11 0,0 0-14 0,0 0-10 15,9-1-21-15,-9 1-16 0,0 0-27 0,0 0-27 16,0 0-10-16,4 9-7 0,-4-9 12 15,-4 13-6-15,3-2 7 0,-2 2-7 0,-1-1 10 16,3 5-2-16,-3-3 4 0,2 1-3 0,-1 1-14 16,3-8-15-16,-1 5-18 0,-2-4-21 0,2 0-16 0,1-1-29 15,-1-3-26-15,-2-1-10 0,3 2-10 0,0-6 6 16,0 0-6-16,0 0-133 0,0 0-240 16,0 0-584-16,-14-19 259 0</inkml:trace>
  <inkml:trace contextRef="#ctx0" brushRef="#br0" timeOffset="52342.44">5558 3567 188 0,'0'-4'377'0,"0"4"-39"0,1-5-38 0,-1 5-31 15,0-7-30-15,0 7-45 0,0 0-44 0,0 0-58 0,4-3-21 16,-4 3-19-16,0 0-30 0,12 10-42 16,-2-5-63-16,-1-1-75 0,-4 4-181 0,5-3-366 15,2 0 161-15</inkml:trace>
  <inkml:trace contextRef="#ctx0" brushRef="#br0" timeOffset="52921.02">5906 3677 115 0,'0'0'156'15,"0"0"-10"-15,0 0-14 0,3 4-10 0,-3-4-14 16,0 0 16-16,0 0-17 0,0 0 0 0,4 1 3 15,-4-1-7-15,13-2-8 0,-3-1-8 0,2-3-12 16,6 2-4-16,-3-2-9 0,2-2 0 0,-2 3-3 16,-1-1 11-16,-5-1 10 0,0 0 16 0,0 3 11 15,-3 1 10-15,-2-2 6 0,1 3-4 16,-2-2-11-16,-3 4-13 0,5-4-10 0,-5 4-22 16,0 0-9-16,0 0-14 0,-18 0-3 0,0 7-6 0,4-2-7 15,-6 5-4-15,-2 5-2 0,-2 1-2 0,2 2-2 16,1 0-2-16,1 3-2 0,5 0-2 0,-2 1 1 15,4 0 0-15,4-3-3 0,3 1 1 16,1-3-6-16,2-3-3 0,2 3 3 0,5-2 0 16,1-6 0-16,4 3 2 0,1-6 5 0,8 2-1 15,1-5 2-15,11-1-2 0,0-4 1 0,2-2 1 16,0-7 2-16,-1 2-6 0,-2-4 12 0,-2-1 15 16,2-1 11-16,-6-3 3 0,2-2 1 0,-5-1 5 15,1 1 20-15,-5 0 5 0,2 1 30 0,-9 5 14 16,0 4 28-16,-3 0 15 0,1 2 11 0,-3 1-7 15,-2 3-6-15,2-1-16 0,1 3-14 0,-2-2-18 16,-3 4-14-16,2-6-26 0,-2 6-20 0,0 0-34 16,0 0-35-16,0 0-40 0,0 0-2 0,0 0 2 15,0 0 11-15,0 20 0 0,0-11 9 0,-2 4 14 16,-1 3-2-16,2-3 0 0,-3 3-9 0,3 1-5 16,-2-5-20-16,3 0 9 0,0-1-8 0,0 0 2 15,3-1-16-15,-3-3-13 0,-3-1-9 0,3-1-9 16,0 0-6-16,0-5 7 0,3 9 14 0,-3-9 11 15,-3 4 15-15,3-4 0 0,0 0-58 0,0 0-40 16,0 0-36-16,-2-26-42 0,-2 11-64 0,-4-2-178 16,4-8-517-16,-1-3 229 0</inkml:trace>
  <inkml:trace contextRef="#ctx0" brushRef="#br0" timeOffset="53032.01">6244 3452 351 0,'0'-5'361'0,"0"1"-31"0,1 0-28 16,-1 4-33-16,-1-5-30 0,1 5-30 0,0 0-31 15,0-4-44-15,4 1-46 0,-4 3-41 0,0 0-44 16,18 3-54-16,-5-1-86 0,-4 1-251 0,1 1-419 16,0-1 186-16</inkml:trace>
  <inkml:trace contextRef="#ctx0" brushRef="#br0" timeOffset="54841.2">6455 3785 94 0,'0'0'198'0,"-5"6"-8"0,5-6-6 0,0 0-6 16,-2 5-6-16,2-5-3 0,0 0-4 0,0 0-12 16,17 0-11-16,-4-2-16 0,5-1-9 0,4-3-12 15,-3 1-12-15,3-2-7 0,4-3-7 0,-1-4-12 16,-7 4-2-16,6-4-6 0,-5 2-7 0,0-5-6 15,-1 8-4-15,-6-1 1 0,2-4 9 0,-8 4 24 16,1 2 13-16,-5 2 5 0,6-1 7 0,-6 0-5 16,1 0-18-16,-3 2-2 0,-2 1-6 0,1-1-8 15,-5 2-2-15,1-2-17 0,-6 2-4 0,1 2-6 16,0 1-6-16,-3 1-3 0,-1 3-5 0,1 0-6 16,-3 1-1-16,-1 3 1 0,1 2-4 0,2 1-9 15,-2 2-10-15,5-1-8 0,3-2 6 0,-1 4-10 16,4 1-11-16,0-1-12 0,4 0 7 0,2-2-7 15,1 0-2-15,6-1-2 0,4 1-5 0,2-1 0 16,5-3-14-16,8-1-5 0,2-2-10 0,-1-5-1 16,3 1 4-16,-2-7 5 0,-2 1 7 0,0-1 7 15,-8-2 24-15,0-2 17 0,-1-2 27 0,1-5 27 16,-6 2 19-16,-3 1 30 0,-1 0 27 16,-1 3 11-16,-3 2 24 0,0-3 26 0,0 7 20 0,-2-4 18 15,1 5-5-15,-2-1-9 0,1 2-14 0,-2 0-23 16,-1 3-18-16,4-6-19 0,-4 6-20 0,0-4-44 15,0 4-23-15,0 0-39 0,0 0-30 0,0 0 1 16,0 0 9-16,-4 15 2 0,0-5-5 0,-1 3 9 16,0 2 3-16,-4 3-1 0,4 0-1 0,1-1-23 15,-1 3 1-15,1-6-20 0,0-1 16 16,3-2-2-16,-4-3-12 0,2-1 15 0,2-1 8 0,1-2 14 16,0-4 24-16,-1 8 27 0,1-8 38 0,0 4 30 15,0-4 32-15,0 0-20 0,0 0-18 0,11-16-7 16,-3 5-12-16,-3 1-4 0,8-4-5 0,-3-1-11 15,-1 2-6-15,-2 2-1 0,0 2-9 0,1-3-2 16,-4 7-1-16,-1 0-5 0,1 0-1 16,0 1-11-16,-1 0-9 0,0 1-21 0,-3 3-22 15,0 0-34-15,5-5-38 0,-5 5 11 0,0 0 7 0,12 8 7 16,-7-4 9-16,3 5 7 0,1 0-1 0,2 4-5 16,2-1-10-16,1 1-17 0,0-2-6 15,-5-4-2-15,4 0 0 0,2 2 4 0,-6-4 6 16,5-1 10-16,-5-2 5 0,3-3 9 0,-2-3 7 15,0 1 8-15,-1-4 7 0,0-1 20 0,1-1 13 16,-1 0 22-16,-1-7-2 0,2 3 33 0,-2-4 13 16,-2 0 19-16,2-1 12 0,1-7 8 0,-2-1 14 15,1 1-9-15,-3-2-1 0,4-2-3 0,-4 3 2 0,3 2 7 16,-5 9 9-16,-1 5 14 0,2-2-1 16,-4 4-14-16,0 0-11 0,1 4-21 0,4 0-32 15,-5 2-39-15,1-1-51 0,-1 3-37 0,0 0 2 16,0 0-3-16,-1 15 27 0,2-1 3 0,-2 2 11 15,1 9-3-15,-1 1 8 0,-3-2 11 0,3 3-3 16,-3 2 13-16,4-3-3 0,0-6-12 0,-4-1-5 16,6 2-5-16,-2-5-5 0,0-6-13 0,-2 2-5 15,4-5-8-15,-4-2 5 0,2 0 6 0,-1 0 10 16,1-5 12-16,0 7 30 0,0-7 11 0,0 0-39 16,0 0-12-16,0 0 9 0,-8-16 1 0,3 10-2 15,1-4-6-15,-6-4 2 0,-1 0 1 0,-1-1 1 16,1 2 5-16,-1 2 4 0,-3 0 1 0,2 1 4 15,-4 1 3-15,2 0 4 0,4 3 2 0,-2 0 3 16,1 2 0-16,2 0 8 0,1-1 6 0,4 2 7 16,-4 2-3-16,4-2 2 0,1 2-1 0,4 1 0 15,-5-4-2-15,5 4 2 0,0 0 1 0,0 0 2 16,16-2 0-16,4 0 3 0,9-1-4 0,10 1 3 16,10-3 0-16,7-2 0 0,-2 3-3 0,1-1 2 15,1-3-2-15,-15 4 3 0,9-4 3 0,-13 3 16 16,-2 2 6-16,-7-3 15 0,-10 2 18 0,-4 1 18 15,-3 0 15-15,-2 2 14 0,0-2 20 0,-3 2-11 16,0-1 2-16,0 1-9 0,-2-1-8 0,-4 2-16 16,7 0 3-16,-7 0-7 0,6-1-15 0,-6 1-11 15,0 0-11-15,6-1-8 0,-6 1-16 0,0 0 2 16,0 0 0-16,0 0-9 0,0 0-14 16,0 0 6-16,0 0-9 0,0 0-2 0,6 2-2 15,-6-2 0-15,0 0-10 0,0 0 3 0,0 0-8 0,0 0 11 16,0 0-12-16,0 0-6 0,0 0-11 0,0 0 12 15,0 0 3-15,0 0 3 0,0 0 1 0,0 0 2 16,0 0 1-16,0 0-1 0,0 0 5 16,0 0 9-16,0 0-26 0,0 0 19 0,0 0 8 15,7 0-3-15,-7 0-3 0,0 0 8 0,0 0-1 16,0 0-4-16,0 0 1 0,0 0 3 0,0 0-1 16,0 0 3-16,0 0 1 0,0 0-5 0,0 0 1 0,0 0 1 15,0 0 0-15,0 0 1 0,0 0 1 0,0 0-1 16,0 0-5-16,0 0 8 0,0 0-3 15,0 0-1-15,0 0 1 0,0 0-1 0,0 0 8 16,0 0-5-16,0 0 0 0,0 0-1 0,0 0-2 16,0 0 1-16,0 0 5 0,0 0 4 0,0 0-7 15,0 0-7-15,0 0 6 0,0 0 1 0,0 0 1 16,0 0 1-16,0 0 11 0,0 0-12 0,0 0 0 0,0 0 8 16,0 0-9-16,0 0 5 0,0 0-3 15,0 0 0-15,0 0-6 0,0 0 5 0,0 0-3 16,0 0 3-16,0 0 6 0,0 0-7 0,0 0-2 15,0 0 5-15,0 0 1 0,0 0 0 0,0 0-2 16,0 0-1-16,0 0-3 0,0 0-1 0,0 0-1 16,0 0 10-16,0 0-8 0,0 0 3 0,0 0 1 15,0 0 0-15,0 0 4 0,0 0-8 0,0 0 4 16,0 0-2-16,0 0 3 0,0 0 4 0,0 0 1 16,0 0-12-16,0 0 4 0,0 0-1 0,0 0 10 15,0 0 3-15,0 0-3 0,0 0-1 0,0 0 0 16,0 0-4-16,0 0 4 0,0 0-5 0,0 0 2 15,0 0 4-15,0 0-8 0,0 0 6 0,0 0-13 16,0 0-1-16,0 0 1 0,0 0-8 0,0 0-20 16,0 0 22-16,0 0 2 0,-13 6-1 0,5-3 9 15,-2 1-5-15,1 0-2 0,0 3-3 0,-3-1 9 16,1 1-8-16,-2 4 0 0,-1 3-1 0,2-4 3 16,-2 1 2-16,5 1 5 0,0 2-3 0,1-2 1 15,3-2 2-15,4 1-5 0,1 0-2 0,1 2 1 16,3 2 5-16,2 0 1 0,4-1 5 0,1-1-4 15,3 1 3-15,-2-4-1 0,4-1-4 0,-3 2 1 16,2-2 2-16,-5-3 0 0,-1 0 0 0,-4-1-3 16,1-2 5-16,-2 1-1 0,0-2-5 0,0 2-4 15,-4-4-7-15,1 4-1 0,-1-4 7 0,-14 7 7 16,-4-2-13-16,-11 2-35 0,-6-2-59 0,-3 4-80 16,1-3-132-16,-3-1-244 0,3-4-612 0,8-3 272 15</inkml:trace>
  <inkml:trace contextRef="#ctx0" brushRef="#br0" timeOffset="56271.14">9178 3580 118 0,'0'-5'242'0,"0"5"-20"15,0-9-9-15,2 6-16 0,-2 3-6 0,1-3-12 16,-1 3-12-16,0 0-15 0,-1-6-17 0,1 6-13 16,0 0-16-16,0 0-13 0,-6-3-12 0,6 3-12 15,-11 8-4-15,2-1-12 0,-6 4-3 16,-1 1-7-16,0 3-2 0,-5 2-6 0,8-3 0 16,3 1-9-16,-6 6 0 0,7-4-6 0,1-1 2 0,0 2-6 15,6-7 3-15,-1 3-2 0,1-2 0 0,0-3 1 16,4 1 7-16,1-3-2 0,3-3 7 0,2 1 3 15,4-4 8-15,0-1-2 0,8-4-5 0,-1-2-3 16,-2-3 14-16,7-5 0 0,-10 3 9 16,3-1 8-16,-6 0-9 0,3-2 3 0,-4-3 0 0,-3-1-5 15,-1 1-3-15,-2 1-9 0,-3-2-6 0,-1 1-12 16,0 3-5-16,-4-2-15 0,-3 6-5 0,-2-4-3 16,-3 3-7-16,-5 3-13 0,0 2-8 15,-5 2-11-15,2 3-4 0,-7 2-12 0,5-2-13 16,-1 2-14-16,3 2-23 0,2 1-26 0,2-1-22 15,6 2-29-15,1-2-30 0,6 1-182 0,5-2-432 0,-2-2 192 16</inkml:trace>
  <inkml:trace contextRef="#ctx0" brushRef="#br0" timeOffset="56639.37">9435 3299 185 0,'0'-5'289'0,"0"3"-31"0,0 2-30 16,-1-5-28-16,1 5-26 0,0 0-20 16,0 0-15-16,-10 15-17 0,1-1-12 0,-4 12-12 15,-4 2-13-15,3 1-4 0,0 6-11 0,0-2-2 16,-4 11-10-16,9-10-4 0,0 1-3 0,0-6-6 16,7 1-3-16,-1 1-2 0,6-1 1 0,-2 0-6 15,3-10 1-15,1-2-4 0,0-3 1 0,0-2-2 16,-1-3 4-16,1 0 5 0,-1-6 9 0,2 1 5 15,-2-2 21-15,0 0 31 0,0 0 8 0,-4-3-14 16,0 0-1-16,0 0 4 0,11-14-25 0,-11 4-11 16,0-2-21-16,-3-4-21 0,-5 0-16 0,-1-1-5 15,-8-5-3-15,3 3 3 0,-5-2-5 0,1 4 2 16,5 4 6-16,6 5 7 0,-1 1 10 0,0-1 5 16,5 2-5-16,-1 2-10 0,0 1 0 0,3-3-13 15,3 3-14-15,8-3-14 0,16-1-19 0,11 0-33 16,27-2-47-16,27-4-71 0,8 2-77 0,-4-3-249 15,2 0-565-15,-9 0 250 0</inkml:trace>
  <inkml:trace contextRef="#ctx0" brushRef="#br0" timeOffset="57240.34">10944 3260 125 0,'1'-9'269'15,"-1"1"-10"-15,-1 2-11 0,2-1-21 0,-1 3-26 16,0 2-21-16,0-5-23 0,0 7-21 0,0-3-29 16,0 3-15-16,0 0-9 0,-5 23-11 0,-1-6-10 15,0 9-5-15,-1 7-2 0,-4 2-7 0,-3 12-5 16,-3 0-6-16,12-2-1 0,-8-1-5 0,2 2-2 15,3-11-1-15,0-3 1 0,3 15-2 0,1-17-2 16,-1-2-2-16,4-1-4 0,-3-7-1 0,4-3-5 16,-1-5-4-16,-3 0-4 0,4-3-9 0,0-2 6 15,-3-1-2-15,3-2 5 0,0 0 9 0,0-4 15 16,0 0-12-16,0 0-42 0,0 0-18 0,-1-17-8 16,1 1-6-16,-2-1-18 0,-1-8-28 0,3-3-39 15,-3-3-23-15,3-2-28 0,-1-15-134 0,-3-2-353 16,4-4 156-16</inkml:trace>
  <inkml:trace contextRef="#ctx0" brushRef="#br0" timeOffset="57554.47">10737 3057 124 0,'-11'-26'244'0,"0"4"2"0,4 5 4 0,1 7 12 15,0 0-16-15,4 3-23 0,-1 2-24 0,1 1-24 16,-1-1-19-16,3 2-20 0,-3-1-35 0,3 4-24 16,0 0-3-16,0 0-8 0,0 0-7 0,23 11-6 15,-6-1-6-15,9 5-5 0,4 2-6 0,2 2-3 16,13 5-7-16,2-1-2 0,-1 3-5 0,-4-1-5 15,3 0-7-15,-14-4 0 0,-2 1-3 0,-4 1-4 16,-3-2-4-16,-2 1 0 0,-6 1-2 0,-4-7 0 16,-4 1-8-16,-6-6 7 0,-2 2 3 15,-6 2 2-15,-5-1 9 0,-8 1 0 0,-6 0 8 0,-1-3-5 16,-7 2 10-16,-1-5-3 0,-15 3 4 0,14-3 5 16,-13-1 4-16,12-3 11 0,1 1-7 0,1-2-3 15,3 1 0-15,5-3-3 0,7 1 0 0,9-2-7 16,0 0-3-16,2 1 2 0,3-2-13 0,1 1-2 15,6-1-6-15,-10 1-8 0,10-1 1 0,-1 2-1 16,1-2-4-16,11 5-10 0,2-2-21 0,9-1-35 16,6 2-56-16,0-3-86 0,1 0-242 0,3-2-503 15,-4-2 223-15</inkml:trace>
  <inkml:trace contextRef="#ctx0" brushRef="#br0" timeOffset="58988.28">11960 3416 75 0,'-9'-6'219'0,"-9"1"-18"0,-1-2-15 0,1 5-11 15,-4 1-12-15,-6 2-17 0,0-1-11 0,-1 8-22 16,2 1-9-16,0 3-13 0,0 2-5 0,3 2-12 15,-2 0-5-15,4 5-12 0,2-1 0 0,4 0-9 16,5-3-3-16,1 0 1 0,3 2-13 0,1-2 2 16,3-1-6-16,1-1-3 0,4-4 1 0,-1 0 5 15,3-2-1-15,0-2 5 0,3 0 2 0,1-3 6 16,1-2 5-16,1-2 2 0,1-2 18 0,2-1-1 16,-1-3-1-16,3-4 1 0,-2 0 6 0,2-1-2 15,-2-3-2-15,1 0-5 0,-1-1 0 0,2 0-8 16,-2-3 11-16,0 3 2 0,-4 5 2 0,-3-1-1 15,2 1 17-15,-3 4-3 0,-1 1-13 0,-1-1-5 16,-1 3-8-16,0-1-5 0,1 1-21 16,0 1-35-16,-1-1-32 0,-2 3-39 0,0 0-17 0,0 0 10 15,8 5 10-15,-6 1 9 0,2-2 7 0,2 5 6 16,2 0-4-16,-1 0-1 0,7 2-9 0,-2-1-4 16,6 2 1-16,-1-4-1 0,-2 1 7 0,5-2 2 15,-1-2 6-15,-2-1 4 0,-1-1 2 0,2-2 10 16,-7-2-2-16,4-1 22 0,-4 0 25 15,0-4 33-15,1 1 15 0,-3-2 12 0,1 0 12 16,-3-1 9-16,1-3 21 0,-3 5 15 0,3-2 20 0,-3-1 6 16,0 2 16-16,-1 2 4 0,0 0-7 0,-3 1-14 15,3 0-15-15,-1 1-14 0,-3 3-14 0,2-4-14 16,-2 4-14-16,3-2-19 0,-3 2-23 16,0 0-42-16,1-2-32 0,-1 2-10 0,0 0 3 0,3 8 1 15,-6-1 15-15,3 0-4 0,-1 6 19 0,1-3-8 16,-3 1-3-16,3 4 1 0,0-1 2 0,0-2-12 15,0-1-6-15,0-2 0 0,0 0 1 0,0-3-2 16,0-2 2-16,0 1 11 0,0 0 4 16,0-5 15-16,0 5 32 0,0-3 38 0,0-2 25 0,0 0 35 15,0 0 0-15,0 0-22 0,13-7-9 16,-5 0-7-16,-2-3-11 0,3 1-7 0,2-1-14 0,1-3-7 16,-1-3-6-16,1 1-14 0,-2 2-14 0,0 2 3 15,-3 3-2-15,-1-1 1 0,-3 3-4 0,3 1-5 16,-3 1-11-16,-1 1-21 0,3 0-36 0,-2 1-20 15,-3 2-46-15,4-2-32 0,-4 2 17 0,6 4 16 16,-1 2 10-16,4 1 16 0,-3 1 5 16,7 3 3-16,5 0 0 0,-1-1-9 0,7 4-4 0,5-2-4 15,3 1 0-15,6-4 0 0,1 0-1 16,-2-2 2-16,17-4 0 0,-15-1 2 0,1 1 5 16,0-6 6-16,-2 1 10 0,-2 0 7 0,-4-3 8 15,-4-3 15-15,-9 0 24 0,-5 2 21 0,-2-1 11 16,-2-2 16-16,-4 1 10 0,-1-4 2 0,-1 4-2 15,-8-5 7-15,2 3-13 0,-5 1-2 0,-2-2-2 0,-9 3-2 16,1-2-2-16,-9 1-2 0,-3 1-4 0,-2 6 1 16,-6-2-3-16,1 4 4 0,0 1-4 15,-1 3 2-15,0-2-3 0,4 5 2 0,5 1-3 16,1 0-1-16,7 1 0 0,2-1-3 0,4 0 0 16,3-1-1-16,3 3 3 0,0 2 0 0,4-5 1 15,1 6 1-15,5-6 3 0,3 3 9 0,4-3-2 0,5 2-8 16,5-1-1-16,4-3 2 0,6-2 0 15,2-2 0-15,1-2 7 0,-1-2-10 0,-1-1 2 16,0-4 1-16,-1-1 2 0,-5-2 9 0,2-3 14 16,-9 2 7-16,-1 2 13 0,1-11 3 0,-2 0 5 15,-3-2 11-15,-1-2 8 0,-3-1 4 0,-2-4 10 16,-1-4 6-16,2 1 26 0,-2-3-9 0,-3 2 3 16,1-2 8-16,-1 2 0 0,0 5 15 0,-2 1 12 0,-2 10 14 15,4-1 0-15,-4 2-11 0,2 7 5 16,2 0-7-16,-1 2-23 0,-1 3-16 0,-1-1-19 15,1 2-12-15,1 2-28 0,-1 2-36 0,0-5-45 16,0 5-39-16,0 0-24 0,0 0 7 0,1 13 10 16,-2 0 8-16,0 5 4 0,1 7 6 0,-3 1 5 15,-1 1 5-15,0 5 6 0,1-1-5 0,-2 1 15 16,2 1-1-16,-1 2 6 0,2-6 3 0,-2 0 4 16,3 1-3-16,1 0 5 0,1-5 0 0,0-7 0 15,-1 3-1-15,0-4 10 0,0 0-3 0,1-4 10 16,1-4 2-16,-2 3-10 0,0-7 5 0,0 3-2 15,1-3-2-15,-1 0 6 0,0-1 3 0,0-1 6 16,1 0 6-16,-1 2-4 0,0-5 0 0,2 4 11 16,-2-4 2-16,0 0 9 0,1 5 2 0,-1-5 6 15,0 0-2-15,0 0 5 0,0 0 0 0,0 0 2 16,0 0 0-16,0 0 0 0,0 3 1 0,0-3-1 16,0 0-16-16,0 0-27 0,29-10-43 0,3 1-71 15,19-4-93-15,3-1-117 0,2-6-167 0,31-9-254 16,-29 8-801-16,26-15 356 0</inkml:trace>
  <inkml:trace contextRef="#ctx0" brushRef="#br0" timeOffset="59806.16">14284 3130 10 0,'0'-5'191'0,"-1"1"-24"0,-4 0-15 15,3 0-16-15,-4 1-18 0,1 2-6 0,-3 0-13 16,-2-1-15-16,0 1-10 0,-3 4-6 0,-5 2-4 16,4 0-13-16,-5 4 4 0,0 2-11 0,-5 5-8 15,1 0 0-15,1 2-7 0,-1 2 7 0,2 2-15 16,4 3 0-16,-2 0-1 0,4 0-4 0,3 0-4 15,0-3 3-15,3 4-2 0,4-9 4 16,4 1-1-16,-2-1-3 0,6 0-1 0,1-1 14 0,-1-6 25 16,7 0 17-16,3 1 11 0,2-3 2 0,4 0-1 15,0-5 5-15,9-2-4 0,0-1 2 0,2-1 3 16,0-5-1-16,0-1-2 0,0-4 10 16,0-1 6-16,-1-1-8 0,-5-3-2 0,3-2-16 15,-5-3 0-15,2-4-10 0,-3 0-7 0,-2-4-7 0,-3-4-15 16,6-9-10-16,-8 8-4 0,-2 1-5 0,-3-13-2 15,-2 13 1-15,-3 0-4 0,-4 5 0 0,-5 1-1 16,1 2-3-16,-4 6 1 0,1 2-3 16,-1 3 5-16,-1 0 3 0,1 4-4 0,2 0-2 15,-1 3 0-15,-2 0-4 0,0 0-2 0,-2 4 0 16,1-2-2-16,0 4-1 0,-3 1-5 0,2 1 2 0,-2 4-2 16,0-1 2-16,-1 7-6 0,-4 0 0 0,0 13 0 15,0 1 3-15,3 4 4 0,-2 0-1 0,5 5-1 16,0-2 4-16,1 12-4 0,2 2 2 15,5 1 1-15,3 0-1 0,2-12 4 0,5 9 2 16,3-10 5-16,0 2-6 0,1-1-1 0,3-2 2 16,1 0-1-16,-2 2 3 0,-1-2-1 0,2-1 0 0,-3-3 0 15,-1 1 3-15,-1-2-6 0,-4-3 5 16,-4-4-4-16,-3-4 2 0,2-3 3 0,-3 1 7 16,-1-4 0-16,-2 1 5 0,1-3-2 0,-4 2 3 15,2-4 2-15,-3 2 8 0,-1-5 0 0,3 3 0 16,3-2-2-16,-2 0 3 0,3-3 1 0,0 0-6 15,1-1 0-15,-1 3-3 0,2-1 0 0,3-3-4 0,-5 3 8 16,5-3 3-16,0 0-1 0,-5 1-10 16,5-1-13-16,0 0-26 0,0 0-85 0,0 0-123 15,14-14-361-15,-2 2-639 0,0 0 282 0</inkml:trace>
  <inkml:trace contextRef="#ctx0" brushRef="#br0" timeOffset="76656.12">16194 3211 179 0,'0'-6'175'0,"0"0"-1"0,3 1-7 16,-3-1-3-16,0 0-1 0,0 0-11 0,0-1-5 15,-3-3-8-15,1 5 0 0,2-1-11 0,0 0-6 16,-2 1-11-16,-1-2-13 0,-1 4-16 0,-2-2-13 16,-3 1-7-16,-5 2-11 0,-4 2-5 0,-10 2-6 15,1 5-4-15,-4 0-5 0,-2 3 0 0,2 2-7 16,-5 0-1-16,4 4 3 0,0 1-12 0,0 1-3 16,2 2 3-16,3 1-3 0,4-2-2 0,4 1-6 15,0-2 5-15,9-3 0 0,3-4-5 0,2-2-3 16,3 1-2-16,0-3 3 0,7 0 6 0,1-3 1 15,5 0 1-15,8-4-1 0,9-2 2 0,7-1 0 16,-2-7-6-16,0 0 3 0,-1-2 2 0,4-1-4 16,-4-4 1-16,0 3 0 0,1-5 1 0,-1 3 0 15,-3 0 9-15,-4 3-2 0,-1 0 6 0,-9 2 2 16,2 5 4-16,-7-1 0 0,-1 4 2 0,-2-1-5 16,-1 2-1-16,-1-1-5 0,0 0-4 0,-1 2-8 15,-4 1-5-15,0 0-4 0,0 0 0 0,9 8 7 16,-5-3-10-16,-3 5 5 0,3-1 3 0,-3 3-15 15,4 1-25-15,-2 4-31 0,-6 0-30 0,6 0-27 16,-2 0-37-16,-1-1-35 0,0-3-179 0,3-3-410 16,-3-1 181-16</inkml:trace>
  <inkml:trace contextRef="#ctx0" brushRef="#br0" timeOffset="76986.53">16486 3180 136 0,'5'-3'316'16,"-2"2"-36"-16,-3 1-30 0,6-3-31 0,-6 3-24 16,4-2-24-16,-4 2-12 0,5 5-12 0,0 0-19 15,-1 1-13-15,4 2-12 0,-3 2-8 16,2 6-12-16,-1 0-5 0,-1 0-8 0,0-1-6 16,-1 4-6-16,-1-4-8 0,-1-2-1 0,0-1-3 15,-1-2-10-15,2 0 0 0,-3-4-3 0,1 1-2 0,1-3-4 16,-1 2 6-16,-1-2 25 0,0-4 42 0,1 4 45 15,-1-4 55-15,0 3 36 0,0-3 23 0,0 0-49 16,7-15-39-16,-2 6-19 0,0-7-17 16,1-2-21-16,6-6-33 0,0 2-27 0,1-2-27 15,1-1-38-15,3 0-24 0,-3 4-19 0,0 5-30 16,-5 2-28-16,1 4-38 0,-1 2-38 0,0 1-39 16,0 3-30-16,0 3-6 0,0 2-13 0,1 3-6 15,-2 0 4-15,-1 3-178 0,0 1-493 0,1 2 218 16</inkml:trace>
  <inkml:trace contextRef="#ctx0" brushRef="#br0" timeOffset="77369.2">16837 3327 109 0,'2'3'319'0,"-2"-3"10"0,0 0 6 16,0 0-2-16,2 3-1 0,-2-3-13 0,0 0-16 0,0 0-16 16,0 0-34-16,9-10-33 0,0 3-19 0,5 0-20 15,-1-5-25-15,1 0-11 0,4 0-20 16,-1-1-12-16,4-4-6 0,-1 0-23 0,-5 3-13 15,-1 0-10-15,0 0 8 0,-3 1-19 0,-3 4 0 16,2-1 0-16,-5 2 3 0,-1 3 6 0,0 0-10 16,-1 1-17-16,-1-1 2 0,-2 5-19 0,0 0-22 15,-17-2-1-15,0 4 10 0,-10 8-10 0,-1-1-3 16,-4 3 0-16,1 3 5 0,3 2 6 0,0 0-9 16,4 3-8-16,1-2 3 0,4 2-20 0,3 1-9 15,6-4 2-15,5 2 2 0,4-1-4 0,4-1 11 16,10 0 0-16,5 3 8 0,5-6 1 0,3 0 9 15,4-4 5-15,5-5-3 0,2-1 2 0,16-1 3 16,2-3-2-16,0-3 5 0,-2 3-1 0,-15-2 4 16,-2-1 5-16,-6 1 17 0,-9 0 21 0,-7 2 17 15,-1-3 14-15,-2 3 1 0,-3-2-1 0,-3 2-8 16,-1 0-6-16,-4 0-5 0,10 0 1 0,-10 0-17 16,8-2-16-16,-8 2-27 0,0 0-39 0,6 0-48 15,-6 0-51-15,0 0-58 0,0 0-75 0,0 0-78 16,0 0-296-16,0 0-704 0,0 0 312 0</inkml:trace>
  <inkml:trace contextRef="#ctx0" brushRef="#br0" timeOffset="78284.92">18942 2813 31 0,'1'-19'287'0,"-2"1"-11"0,4 2-14 0,-3 6-1 16,2-3-18-16,-2 1-12 0,0 3-1 0,0 3-28 15,0-1-24-15,-1 3-19 0,2-1-28 0,-2 3-38 16,1 2-19-16,0 0-7 0,-8 7-9 16,3 4-7-16,-5 7-7 0,-3 12-3 0,-3 15-3 15,-4 5-1-15,0 4-5 0,-7 27-3 0,12-28-6 0,-2 6 0 16,4-3 4-16,-2-1-4 0,5-3-3 0,-1-6 2 15,5-11-4-15,0-2-1 0,2-6 1 16,3-1 2-16,-2-8-8 0,-1-2-1 0,0-4 1 16,3-3 3-16,1-1-4 0,-1-1 16 0,-3-2 33 15,3 0 37-15,1-5 35 0,-1 6 26 0,1-6 27 16,0 0-16-16,-11-2-25 0,2-5-9 0,-2 0-19 16,1 0-14-16,-2-5-12 0,-3-1-10 0,-1 1-10 15,2-1-13-15,4 3-6 0,-4-1-17 0,5 2-29 16,0 1-18-16,-1-1-27 0,2 4-21 0,1-2-13 15,3 2-33-15,0 3-31 0,-2-3-39 0,6 5-46 16,-5-5-67-16,5 5-81 0,0-5-221 0,0 5-639 16,7-9 283-16</inkml:trace>
  <inkml:trace contextRef="#ctx0" brushRef="#br0" timeOffset="78607.35">18577 3184 26 0,'0'0'274'16,"0"0"-23"-16,-9 0-25 0,9 0-23 0,0 0-20 16,-8-1-19-16,8 1-12 0,0 0-21 0,0 0-11 15,0 0-14-15,0 0-8 0,20-2-7 0,0 2-6 16,10-5-13-16,6 0-3 0,2 0-11 0,16-1-2 15,-16 2-6-15,0 3-5 0,-3-3-5 0,0 1-3 16,-6 1-4-16,-10 2-3 0,0-2-4 0,-6 2-4 16,1 0-4-16,-9-2 0 0,3 2-2 0,-8 0 1 15,10 0-9-15,-10 0-11 0,0 0-2 16,0 0-5-16,0 0-15 0,0 0-13 0,-18 7-18 16,6-2-21-16,-2-3-17 0,-2 2-26 0,2-1-27 0,1-1-54 15,-1-1-125-15,3-1-351 0,3 0 156 0</inkml:trace>
  <inkml:trace contextRef="#ctx0" brushRef="#br0" timeOffset="79304.73">19167 3076 350 0,'0'0'363'0,"4"-2"-40"0,-4 2-18 16,0 0-26-16,0 0-35 0,0 0-24 0,0 0-29 15,4-4-22-15,-4 4-13 0,0 0-31 0,0 0-35 16,0 0 6-16,0 0-9 0,-3 17-24 0,-1-8 9 16,2 5-10-16,-1-2 0 0,1 4-9 0,-2 0-5 15,1-5-2-15,2 1-4 0,1-1-5 0,-1 1-5 16,2-2 1-16,0 0-6 0,-1-4-1 0,1-1-23 16,-1 1 22-16,2-2-1 0,-2-1 0 0,0-1 10 15,0-2 14-15,0 0-16 0,0 0 17 0,0 0-10 16,24-9-8-16,-12 0-1 0,0-3 0 0,0-1-23 15,4 1 22-15,-2-2-6 0,-2 0 1 0,2 0-3 16,-8 7-7-16,2-1-8 0,-2 1 7 0,1 2-7 16,-3 1 3-16,-2-1-4 0,2 2 3 0,-4 3-10 15,5-5 5-15,-5 5-32 0,4-5-16 0,-4 5-24 16,0 0 6-16,0 0 8 0,13 8 6 0,-7-2 7 16,-2 3-3-16,3 0-6 0,0 1-11 15,3 3-11-15,-1-4-10 0,5 4 0 0,0-2-2 16,2-1-1-16,-1-3-8 0,4-1 4 0,-1-1 0 0,1-4 7 15,0 3 9-15,2-5 9 0,-2-3 11 0,-2-1 17 16,-1-1 21-16,-2-2 24 0,0-4 26 0,-2 0 21 16,1-1 23-16,-4-1 18 0,0-1 15 15,-1 1 20-15,0 3 0 0,-1-3 13 0,-4 3 22 16,0 6 5-16,3-2-4 0,-5 1-13 0,2 2-21 16,1 0-9-16,-4 4-17 0,1-5-10 0,-1 5-21 15,4-5-21-15,-4 5-30 0,0 0-38 0,0 0 1 16,0 0-1-16,0 0 12 0,-5 27-5 0,-2-15 2 0,1 4-1 15,1 2-2-15,-3 6 5 0,3 0 2 0,0-5 4 16,1-2-12-16,-2 1-17 0,3-7-2 0,1 1 3 16,-1-5-28-16,2-1 25 0,0 1 4 15,1-3 5-15,-2 1 23 0,2-5 20 0,-1 5 30 16,1-5 31-16,0 0 2 0,0 0-10 0,13-14-8 16,-4 7-8-16,2-6-6 0,2 1-5 0,1-2-6 15,0-3-6-15,0 5-11 0,-1-3-2 0,4 2-1 16,-4 2-10-16,-3 4 1 0,-4-3-2 0,2 5-6 15,-3 1-4-15,-1-1-10 0,-2 3-14 0,-2 2-24 16,9-6-57-16,-9 6-39 0,7 0 5 0,-7 0-16 16,7 4-34-16,-1 2-40 0,-1-1-46 0,3 2-65 15,-1 0-264-15,-1-2-649 0,2 2 288 0</inkml:trace>
  <inkml:trace contextRef="#ctx0" brushRef="#br0" timeOffset="80202.8">20048 3125 292 0,'0'0'290'0,"0"0"-25"0,0 0-29 0,0 0-24 15,0 0-21-15,1-5-16 0,-1 5-26 0,0 0-14 16,0 0-14-16,0 0-12 0,0 0-10 0,18 0-13 16,-9 0-14-16,3-3-12 0,-1 2-9 0,0-2-17 15,4 0-5-15,0 3-6 0,2-4 3 16,0-2-9-16,-2 0 1 0,2 0-3 0,-7 2 0 15,0-4 0-15,2 3-2 0,-2-3 6 0,-2 2 3 0,-2-1 7 16,2 2 12-16,-4-2 8 0,-1 4 5 0,1 1 18 16,0-1-13-16,-4 3-7 0,0 0-16 15,0 0-1-15,0 0-8 0,0 0-3 0,-23 0-6 16,5 5 0-16,0 3-2 0,-7 4-4 0,2-1-4 16,-3 3 0-16,3 2 0 0,2 1-5 0,1 0-2 15,6-3 1-15,-4 5 4 0,6-4-3 0,3 1 1 16,3-2-3-16,3 2 5 0,3-1-3 0,3 1 8 0,5-5-8 15,4 0 3-15,4-1-2 0,10-3 1 16,3 1-3-16,3-5-1 0,0-4-7 0,3-5 0 16,-1 0 6-16,3-4-3 0,-2-1 1 0,-1-4 1 15,-1 1 1-15,-2-4-1 0,1-6 2 0,-5 0 3 16,-2-3-1-16,5-9 0 0,-10 4 5 0,7-9 11 16,-4 0 14-16,-9 13 16 0,-2-2 21 0,-2 1 12 15,-1 5 7-15,-3 4 13 0,-6 1 11 0,4 7 18 16,-3 2 8-16,2 0-2 0,-2 3-16 0,2 2-19 15,-3 0-19-15,1 1-38 0,-1 4-44 0,1-4-65 16,-1 4 15-16,0 0 2 0,-6 18 4 0,2-3 5 16,-2 6 6-16,-2 6 7 0,2 5 0 0,-2 0 9 15,-2 12 1-15,6-9 5 0,0-1-4 0,0 0 1 16,0-2 0-16,3-4-4 0,1-1 3 0,-1-7-6 16,1-3 1-16,0 0 1 0,-3-5 17 0,3-5-26 15,0 0 7-15,0 0 12 0,0-2-2 0,0-1 20 16,0-4 36-16,-1 8 35 0,1-8 8 0,0 0-15 15,0 0-20-15,0 0-8 0,-19-19-11 0,11 9-10 16,-6 1-15-16,3-4 2 0,-2 1-6 0,0 0-23 16,-1 3 20-16,0-2-3 0,0 4-5 0,1-1-9 15,2 3 2-15,2 1-14 0,-2-1 7 0,5 1 0 16,0 1-9-16,2 1-18 0,4 2-4 0,-9-4-20 16,9 4 19-16,0 0 3 0,0 0 8 0,24-8 9 15,-2 5-6-15,9 1-8 0,2-1-6 0,3 1-4 16,4-1 0-16,1-1 3 0,14-5 4 0,-1 4 3 15,-3-2 6-15,-10 2 1 0,-4 2 4 0,-3-7 4 16,2 3 5-16,-6-2 4 0,-4 1 19 0,-5 5 23 16,-8-3 28-16,-3 3 22 0,-1 3 11 15,0-5 9-15,-3 3-18 0,-6 2 19 0,9-3-15 16,-9 3-8-16,0 0-11 0,13-2-7 0,-13 2-19 16,0 0-7-16,5 0-30 0,-5 0-11 0,0 0 9 15,-1 12-4-15,-1-3 1 0,1 1 0 0,-1 2 4 16,0-1-2-16,0 3 2 0,-1 0 1 0,3-1 5 15,-2 3 1-15,-1-1-7 0,3-3 8 0,-1-1 4 16,1-2-18-16,0-1-20 0,0-2-41 0,0-1-19 16,0 0-8-16,0-5-6 0,0 8 3 0,0-8 9 15,0 0-11-15,0 0-86 0,0 0-81 0,0 0-252 16,-13-17-568-16,8 5 252 0</inkml:trace>
  <inkml:trace contextRef="#ctx0" brushRef="#br0" timeOffset="80312.03">21035 2868 30 0,'0'-4'300'0,"0"-1"-31"16,0 1-27-16,0 4-36 0,0 0-45 0,0 0-44 16,3-6-15-16,-3 6-21 0,0 0-32 0,0 0-45 15,16 14-45-15,-7-6-55 0,0-1-142 0,0 2-257 16,6-1 114-16</inkml:trace>
  <inkml:trace contextRef="#ctx0" brushRef="#br0" timeOffset="80654">21457 3012 85 0,'0'0'219'0,"0"0"-12"0,0 0-7 0,-30 7-15 16,17-1-13-16,-2 1-10 0,-4 2-20 0,4 0-13 16,-3 4-15-16,4 0-11 0,0 0-11 0,0 1-6 15,1 0-10-15,-5 4-6 0,13-6-4 16,-1 0-4-16,3 0-1 0,3 0 2 0,0-2 2 0,6-1 8 15,2 1 7-15,0-5 2 0,2 3-3 0,9-4-1 16,2-2-7-16,-1-1-9 0,2-1-2 0,-1-2 3 16,1-2 7-16,-4-5 8 0,1 3 5 0,-1-5 1 15,0-1-1-15,-4 1-11 0,0-2-10 16,-4-4-4-16,-2 0-8 0,0 0-1 0,-4-2-3 16,-3 2-12-16,-2-1-3 0,-2 2 0 0,-4 0-12 15,-3 3-24-15,-1 2 14 0,-4 2-7 0,-1-3-8 16,-3 7-1-16,-3 0-2 0,4 1-18 0,-2 3-27 0,3 1-32 15,-2 1-29-15,6 1-33 0,-1 3-21 16,5 0-27-16,2 3-38 0,-2 1-235 0,9-3-508 16,2 3 225-16</inkml:trace>
  <inkml:trace contextRef="#ctx0" brushRef="#br0" timeOffset="80985.5">21799 3055 352 0,'3'-2'396'0,"-3"2"-35"0,0 0-40 0,0 0-42 16,0 0-32-16,0 0-27 0,0 0-28 0,10 5-26 15,-10-5-11-15,-5 11-19 0,1-1-9 0,-2 2-11 16,1 2-8-16,-1 1-16 0,3-4-9 0,-4 2-16 16,4-1-5-16,-1-4-18 0,1-1-9 0,0-1 1 15,2-1-1-15,0 0 6 0,1-5 24 0,-1 6 40 16,1-6 37-16,0 0 32 0,0 0-1 0,0 0-19 15,0 0-21-15,21-20-13 0,-8 9-13 0,1-2-6 16,0 2-13-16,0-2-8 0,0 4-11 0,-2 2-9 16,-1-1-5-16,-3 3-8 0,-3 0-6 15,-1 1-12-15,0 1-15 0,1 0-34 0,-5 3-10 0,0 0-15 16,28 7-29-16,-14 1 4 0,2 2-43 16,0 2-41-16,0 0-61 0,-3 2-74 0,9 4-110 0,-8-7-272 15,-1-2-724-15,-2-4 320 0</inkml:trace>
  <inkml:trace contextRef="#ctx0" brushRef="#br0" timeOffset="81572.27">23319 3066 138 0,'0'0'256'0,"-5"-5"-15"0,5 5-18 16,-3-3-20-16,3 3-21 0,0 0-19 15,-4-1-21-15,4 1-20 0,0 0-16 0,0 0-11 16,-14 6-3-16,4 2-17 0,-4 2-7 0,-3 3-9 15,-3 7-5-15,-1-3-2 0,6-2-11 0,0-2-2 16,3 3-3-16,1-3-3 0,2 1-1 0,2-3-7 16,4 0 3-16,1-4-8 0,-2 4 8 0,3-5 6 15,1 0 8-15,1-1 16 0,3-4 7 0,6 2-2 16,-1-3 2-16,5-3 0 0,4-3 10 0,0-2 5 16,0-1 4-16,0-2 15 0,-3-1-10 0,2-2-13 15,-4-2 4-15,2-4-11 0,-5 2-12 0,1-6-2 16,-3 6-5-16,-1-2-5 0,-3 0-3 0,-2 1-10 15,-1 1-7-15,-2 1-9 0,-1 5-10 0,-2 2-9 16,-3-1-17-16,-4 5-11 0,-2-5-5 0,-3 6-7 16,-1 0-16-16,2 4-15 0,-2 1-24 0,3 0-23 15,1 1-22-15,-1 3-29 0,4 0-22 0,0-2-19 16,7 3-28-16,-2 1-173 0,5-2-447 0,6-2 199 16</inkml:trace>
  <inkml:trace contextRef="#ctx0" brushRef="#br0" timeOffset="81918.48">23530 2813 255 0,'1'-4'350'15,"0"-1"-32"-15,2 1-33 0,-2 0-31 0,0 2-29 16,-1 2-30-16,0 0-33 0,0 0-17 0,0 0-17 16,0 0-13-16,-7 29-16 0,0-4-8 0,-3 4-8 15,-3 3-2-15,-1 15-12 0,-4-2 1 0,-1 1-12 16,13-13-6-16,-5 0 1 0,6 0-9 0,1-3-5 15,2-3-1-15,-2 0-2 0,8-7-4 0,-3-3 6 16,0-4-7-16,-1-4-4 0,4 0 1 0,-4-1 8 16,0-4 28-16,3 1 33 0,-1-1 49 0,-2-4 30 15,0 4 31-15,0-4 13 0,0 0-40 16,0 0-27-16,0 0-17 0,0-25-19 0,-2 9-29 0,-5 0-24 16,0-4-14-16,-2 3 2 0,1-1-6 0,-1 1-6 15,-4 0-5-15,4 3-2 0,6 5 1 16,-4-3 3-16,5 7-3 0,-1-2-8 0,1 2-3 15,0 1-17-15,2 4-33 0,7-8-30 0,13 3-19 16,11 0-21-16,21-4-43 0,6 6-60 0,6 0-77 16,30-4-106-16,-27 5-325 0,-1-3-766 0,-2-7 339 15</inkml:trace>
  <inkml:trace contextRef="#ctx0" brushRef="#br0" timeOffset="82618.03">24860 2878 179 0,'2'-7'251'0,"0"5"-28"16,-2 2-26-16,7-4-19 0,-3 4-19 0,-4 0-19 15,15 3-15-15,-7 2-13 0,2 0-18 0,-1 5-7 16,0-3-10-16,4 7-7 0,-7 3-5 16,1 1-8-16,-5 10 0 0,1-4-11 0,-3 1-3 15,-3-6-4-15,-2 7-2 0,-4-1-1 0,-1-3-5 0,-2-5 3 16,3-1-10-16,-1 0-1 0,5-5 0 0,-3-4 7 15,3 0-1-15,-1 0 10 0,2-2 13 0,-1-1 25 16,3 0 30-16,-2-3 39 0,4-1 44 16,-3 3 32-16,3-3-38 0,0 0-24 0,5-19-30 15,2 3-4-15,5 3-27 0,5-8-6 0,2-3-11 0,-1 0-13 16,5-1-3-16,1-4-8 0,-1 2-2 16,-3 2-4-16,-4 2-9 0,-3 7-2 0,1 1 7 15,-4 3-7-15,-3 4 6 0,0-1-3 0,-2 2-2 16,-1 1-15-16,0 2-3 0,-3 3-12 0,1-4-26 15,0 3-23-15,-2 2-31 0,0 0-8 0,0 0 10 16,0 0 10-16,-8 8 0 0,1 4 8 0,-5 0 7 0,1 5-1 16,-6 4 5-16,3 1 3 0,5-5 8 15,-1 3 3-15,1-3-1 0,3-2 5 0,2 2 1 16,1-4 6-16,2 0 3 0,1-3 1 0,4 2 11 16,3-5-3-16,9 3 7 0,16-1-10 0,7-2-31 15,20-4-45-15,1-1-67 0,1-4-77 0,3-2-83 16,-1-3-252-16,-2-3-605 0,-1-6 267 0</inkml:trace>
  <inkml:trace contextRef="#ctx0" brushRef="#br0" timeOffset="83949.56">26143 2854 53 0,'1'-5'259'0,"-1"0"-11"16,1 0-10-16,-1 1-10 0,0 4-23 16,-1-5-25-16,1 5-18 0,-5-7-19 0,1 5 13 15,-1 1-16-15,-3 1-17 0,-5 0-12 0,-3 3-12 16,-2 1-12-16,-4-1-8 0,4 4-8 0,-10 4-10 15,3 4-9-15,6-7-2 0,-6 9-12 0,3 2 2 16,1-2-3-16,3 2-3 0,8-3-5 0,-1 0-4 16,4 1-1-16,-1-3-3 0,7-4-2 0,0 1 3 15,1 0-4-15,1-5 4 0,4 0 0 0,5 1 4 16,2-5-1-16,7 2-2 0,-1-3-3 0,2-2 3 16,0-1 5-16,1-1 14 0,-1-5 8 0,2 2 4 15,2-7 5-15,-2 1-2 0,-4-1-1 0,-1 3-3 16,-2-2 5-16,-2 1 8 0,-4 3 5 0,0 1 19 15,-4 3 3-15,-1-1-9 0,0 0-15 0,-1 2-4 16,2 0-12-16,-5 3-8 0,7-4-48 0,-5 2-6 16,-2 2-26-16,4-2-37 0,-4 2 1 0,0 0 4 15,0 0 4-15,-2 11 16 0,2-11 2 0,-2 13 7 16,0-4 2-16,2 3 0 0,2 0 1 0,0-2 3 16,1 2-2-16,3-2 8 0,0-3-2 0,0 1 7 15,5-1-8-15,-2 1 14 0,3-4 0 0,0 0-1 16,2-3 8-16,-3-1-1 0,5 0 17 0,-2-1 14 15,-3-1 27-15,3-5 10 0,-2-1 10 0,3-1 8 16,-3-4 7-16,3 1 11 0,-2 0-7 0,-4 5 19 16,-3 0 13-16,2-1 5 0,-2 3 0 0,-1 1-14 15,-1 1-16-15,1-1-5 0,0 1-14 0,-5 3-11 16,5-3-12-16,-5 3-20 0,0 0-23 16,4-4-30-16,-4 4-20 0,0 0-2 0,0 0 0 15,0 14 14-15,0-7-3 0,-1 3 3 0,-2 2-2 0,-1 3 8 16,3 1 0-16,-4-1 11 0,1 0-8 0,1-3 3 15,1 0-3-15,-2-5-8 0,3 3 16 0,1-7 4 16,-2 3 4-16,0 0 3 0,2-6-2 0,2 7 27 16,-2-7 19-16,-2 4 31 0,2-4 29 0,0 0 8 15,0 0-13-15,0 0-10 0,13-14-13 16,-8 5-6-16,4 2-7 0,-2-4-4 0,3-3-4 0,1 0-8 16,-2-3-17-16,0 1-12 0,-1 3-6 0,-3 3 4 15,1-1-8-15,-2 2 1 0,1 2-8 0,-2 2-10 16,-1 1-11-16,1 1-19 0,-3 3-29 0,5-9-14 15,-4 9-28-15,-1 0-29 0,0 0 16 0,0 0 16 16,14 6 14-16,-3-1 12 0,4 3-2 16,0 2-3-16,11 4-7 0,3 0 13 0,3 0 2 15,8-2 1-15,8 1-1 0,3-3 4 0,-11-3 1 0,11-1 5 16,-12 1 2-16,-1-6 5 0,0 0 9 0,-1-2 4 16,-5 0 8-16,0-3-6 0,-13 0 17 15,3-1 15-15,-7-4 10 0,-4 4 8 0,-1-3 4 16,0 1 10-16,-5-2 5 0,-1-1-1 0,-1-1-6 15,-5 2-6-15,-3 0-6 0,-4-1 0 0,-5 0-7 16,-4 3-6-16,-9-4-2 0,-1 7 2 0,-4 0-6 16,-4 4 6-16,1 0 0 0,2 3 1 0,2-2 0 15,-1 5-9-15,1 0 8 0,5 0 0 0,6 2-2 16,4 3-1-16,0-2-8 0,1 1-3 0,5 2 1 16,3-3 0-16,2 1 2 0,3-3-6 0,2-1 10 15,1 1 6-15,5 3 1 0,3-6 2 0,4 3 4 16,6-2 1-16,2-2-1 0,9 0 3 0,-12-3 2 15,12-1-4-15,-2-4 2 0,0 0 10 0,-3-6 12 16,1 0 10-16,-2-2 11 0,3-4 10 0,-8-1 1 16,3-1 16-16,-5-2 8 0,-2-1 8 0,-1-5-26 15,4-3 33-15,-4 1 12 0,-1-1 0 0,-2-2-3 16,1-1 4-16,-6 0 17 0,4 0-2 0,-3 5-1 16,-3 0-3-16,1 6-3 0,-2 4 2 0,1 1-6 15,-4 6-3-15,4 0-10 0,-4 3-13 0,0 0-11 16,1 3-11-16,-1 1-36 0,0 2-35 0,0 2-47 15,0-5-47-15,0 5-1 0,0 0 5 0,-7 16 6 16,2-1 12-16,-4 3-8 0,-3 6 31 0,1 4 5 16,-5 2 10-16,4-1-1 0,-1 4 3 0,1 1 0 15,2-1-11-15,0 0 25 0,2 0 6 0,3-1 4 16,1-2 4-16,-1 0-2 0,5-5 0 0,-2-7 2 16,2 0 6-16,1-3 5 0,-1-6 2 15,0 1 1-15,0-5 10 0,1 2 15 0,-1-2 30 0,0-5 18 16,0 7 32-16,0-7 32 0,0 0 24 0,-1 5 14 15,1-5 8-15,0 0-4 0,0 0-4 0,0 0-11 16,0 0-48-16,15-9-42 0,-3 3-38 0,6-3-42 16,7-2-52-16,4-3-58 0,7-2-69 0,9-4-85 15,9 3-80-15,5-1-123 0,2-4-339 0,0 2-877 16,-1-2 388-16</inkml:trace>
  <inkml:trace contextRef="#ctx0" brushRef="#br0" timeOffset="84634.45">27961 2703 218 0,'1'-7'369'16,"-1"3"-18"-16,4-3-10 0,-4 2-21 15,1 0-38-15,-1 2-23 0,0 3-29 0,3-5-21 16,-3 5-46-16,6-4-63 0,-6 4-20 0,0 0-10 16,0 0-8-16,3 12-7 0,-2-3-4 0,0 1-10 15,3 2-10-15,-1 2-14 0,1 3-11 0,1-4-12 16,0 4-5-16,0-7 7 0,0 4-6 0,0-5-2 15,2 0 3-15,-3-3 2 0,-2 0 3 0,1 0 10 16,0-3 31-16,-3-3 22 0,8 4-8 0,-8-4-4 16,12-4 2-16,-5-1 8 0,3 0 1 0,-1-2 7 15,0-2-1-15,1-3 20 0,3-3 4 0,-4 2-6 16,5-1 5-16,-5-1-4 0,3 0-11 0,-2 2 2 16,-4 4 0-16,2 0 4 0,-2 0-6 0,-2 4-10 15,0-1-14-15,0 2-26 0,-3 2-27 0,3-1-50 16,-4 3 6-16,0 0 5 0,5 15 1 0,-1 2 3 15,-4 0 3-15,0 12 9 0,0 0-1 0,-1 5 3 16,-3 13 2-16,-4 4 5 0,2 1 8 0,-1 0-3 16,-7-2 2-16,4 1 4 0,-4-1 1 0,1-5 1 15,4-12 1-15,-3 1 2 0,1-3 3 0,-5-5-5 16,4-2 8-16,2-7-4 0,0-3 2 0,3-4 6 16,1-3 5-16,-3 2 21 0,-2-7 11 15,0 0-2-15,-4-5 14 0,1-6 13 0,-4-3 16 16,5 0 20-16,-2-3 30 0,2-8 18 0,4-1 10 15,4 1-8-15,1-6-14 0,13-4-18 0,5-15-21 0,14 1-24 16,22-22-27-16,-9 22-34 0,24-16-21 16,-19 26-6-16,3 3 4 0,-1 3-2 0,-4 5-3 15,-11 9 2-15,4 2-2 0,-4 0 1 0,3 6-6 16,-6 2 6-16,-2 4-3 0,-10-1-3 0,-6 3 0 16,-1-1-10-16,-4 2-33 0,1 0-26 0,-2 2 3 15,-2-1-3-15,-1 3-16 0,-3 1-10 0,-4 4-22 0,-3 1-27 16,-8 3-36-16,-8 6-59 0,-1-2-89 15,-4-5-313-15,1-1-711 0,5-4 315 0</inkml:trace>
  <inkml:trace contextRef="#ctx0" brushRef="#br0" timeOffset="86268.23">8964 5177 93 0,'-2'-10'259'16,"2"-7"-8"-16,0 2-9 0,2 0-10 0,-1 2-12 16,0 1-12-16,4 0-7 0,-5 4-4 0,3 3-22 15,-2 1-21-15,0-1-16 0,-1 1-19 0,0 0-41 16,0 4-30-16,0 0-5 0,0 0-6 0,-5 18-2 15,-1 6-3-15,-1 5-7 0,-3 5-2 0,-1 16-2 16,-1 3 0-16,1-1-1 0,-2 1-3 0,4 1-3 16,-3-2 1-16,6-5 1 0,1-1-2 0,1-14-2 15,-1 0-2-15,1-4 2 0,1-8-1 0,2 0-2 16,0-3 1-16,-3-6-1 0,3 2-7 0,1-5-1 16,0-1 1-16,-3-1-1 0,3-1 2 0,0-2 5 15,-1 2 2-15,1-5 3 0,-1 4-49 0,1-4-50 16,0 0-20-16,-8-17-35 0,8 5-29 0,-4-6-24 15,0-2-194-15,1-8-421 0,3-7 186 0</inkml:trace>
  <inkml:trace contextRef="#ctx0" brushRef="#br0" timeOffset="86569.28">8852 4907 51 0,'-6'-9'271'15,"3"2"-13"-15,2 1-22 0,-3 1-24 0,3-1-23 16,1 3-25-16,0-1-28 0,0 4-20 0,0 0-5 15,0 0-15-15,0 0-12 0,20 18-7 0,-7-4-9 16,13 3-7-16,-3 4-6 0,4 1-8 0,-1 5-4 0,11 5-4 16,-10-4-5-16,5 6-5 0,-10-3 1 15,0-1-8-15,-4-1 0 0,-6 2-3 0,0-1-3 16,-8-2-1-16,-4 1 0 0,-3-9-2 0,-4 6 6 16,-2-9 12-16,-7 2 6 0,2-3 5 0,-9 1 9 15,1-6 10-15,-2 3 3 0,-1-1 1 0,3-7 9 16,3 0 2-16,-2-1 5 0,1-3 6 0,2 2-14 15,4-1 9-15,4 0-23 0,-1-3 5 0,5 4-14 16,1-4 3-16,0 1-25 0,5-1-11 0,-8 1-17 16,8-1-21-16,0 0-17 0,0 0-18 0,0 0-37 15,0 0-39-15,32-6-55 0,-10 0-74 0,-3 1-216 16,9-4-515-16,-1 0 229 0</inkml:trace>
  <inkml:trace contextRef="#ctx0" brushRef="#br0" timeOffset="86822.43">9730 4954 134 0,'-5'-3'257'16,"0"-1"-26"-16,-3 3-21 0,-1 2-22 0,-5 3-17 15,0 2-21-15,-6 6-17 0,-3 5-11 0,-4 4-17 16,3 7-10-16,-8 12-7 0,1 6-11 0,2 0 1 15,3-2-15-15,1 4-6 0,4 1-3 0,7-1-3 16,9-13-7-16,5 0-1 0,2 1 2 0,6-2-3 16,4-2-2-16,6-3-1 0,3-5-3 0,7-1-3 15,4-6-15-15,3-3-30 0,-2-3-46 0,7-6-71 16,-1-2-83-16,0-6-154 0,-1-2-396 0,-5-5 176 16</inkml:trace>
  <inkml:trace contextRef="#ctx0" brushRef="#br0" timeOffset="87267.86">9886 5225 50 0,'0'0'336'0,"3"-5"-33"0,-1 1-28 15,-1 1-30-15,2-1-27 0,2 1-22 0,2 0-20 16,1 1-22-16,0 2-14 0,1-2-16 0,0 4-14 15,5 0-13-15,-5 3-8 0,5 1-9 0,-2 1-18 16,-6 0-6-16,7 10-5 0,-6-3-6 0,0 1-5 16,-5 3-6-16,-3 0-2 0,-4 3-2 0,0 2-6 15,-4 3 4-15,0-10-5 0,0 2-3 0,-4 1-2 16,2-5 0-16,3-1 1 0,-6 1 2 0,6-7 2 16,3 2 8-16,0-3 14 0,1-3 21 0,0 0 39 15,3-1 38-15,-4 1 34 0,5-3 26 0,0 0 3 16,0 0-35-16,0-11-21 0,9 1-16 0,0-6-19 15,5-7-6-15,1 1-15 0,3 1-14 0,3-2-10 16,-1-1-9-16,2 2-3 0,-4 1-9 0,3 0-3 16,-12 9-9-16,2 5 5 0,-4-1-11 0,1 1-4 15,-3 2-7-15,-1 3-18 0,2-1-26 0,-2-1-33 16,-3 4-31-16,-1 0-8 0,0 0 3 0,0 0 23 16,0 14-2-16,-1-4 8 0,-8 1 11 0,4 5 7 15,-1 2 5-15,-6 5 7 0,8-4-4 0,-3-1-21 16,2 0-29-16,-1-1-22 0,4-1-23 0,-1 1-35 15,1-1-32-15,2-4-38 0,1-3-58 0,0-1-262 16,3-2-603-16,3-3 268 0</inkml:trace>
  <inkml:trace contextRef="#ctx0" brushRef="#br0" timeOffset="87469.9">10406 5339 115 0,'4'-3'378'0,"-4"3"-30"0,1-2-37 0,-1 2-36 16,4-2-37-16,-4 2-27 0,0 0-22 0,0 0-21 0,-4 12-14 16,-1-2-17-16,0 2-14 0,-5 4-8 15,-3 6-13-15,-1 2-24 0,1-2-26 0,-3 4-30 16,2-3-28-16,1-1-35 0,0-3-29 0,3-5-27 16,-3 2-35-16,5-6-37 0,1 1-249 0,-1-6-451 15,0-1 200-15</inkml:trace>
  <inkml:trace contextRef="#ctx0" brushRef="#br0" timeOffset="87953.28">10567 5185 213 0,'1'-1'402'0,"2"-4"-21"15,-2 2-34-15,-1 3-42 0,4-6-31 0,-4 6-19 16,5-2-41-16,-5 2-55 0,0 0-62 0,0 0-27 15,0 0-12-15,0 0-1 0,4 9-23 0,0-2-26 16,-3 0-21-16,3 0-18 0,1-1-14 0,0 3-12 16,3-1-2-16,-3-1-19 0,-1-3-2 0,0 0 7 15,2 0 4-15,-2-2 0 0,2 1 9 0,-6-3 0 16,13-3 5-16,-5 1 5 0,-2-2 10 0,3-3 24 16,-3 2 11-16,3-3 16 0,0-2 15 0,-1 0 15 15,1 0 19-15,0 1 9 0,-2 0 17 0,1 3 13 16,1-1 1-16,-5 4-10 0,-1 1-14 0,2-3-9 15,-2 2-12-15,1 2-10 0,-4 1-3 0,11 2-4 16,-5 5-4-16,0 1-3 0,-2 2-2 0,5 6-3 16,-1 3-4-16,-3 7 1 0,0 7 4 0,-4 1-4 15,-1 2-1-15,-5 0-2 0,0 9 4 0,-4 2-6 16,0-11-1-16,-1-4 0 0,-3-1-2 0,2-6 3 16,-1-1 2-16,2-5-6 0,-4-5 5 0,2-4 8 15,-2 0 2-15,3-5 12 0,-2-1 4 0,-1-4 36 16,4 0 26-16,-2-4 12 0,1-3 18 0,-1-6 1 15,2-1 11-15,2-3-5 0,3-2-11 0,4-7-12 0,1 1-13 16,5-7-18-16,4 3-11 0,5-8-16 16,2 4-26-16,9-8-4 0,-6 11-23 0,5 0-30 15,0 2-21-15,4 2-33 0,-2 4-42 0,4 1-48 16,-2 6-55-16,-4 0-74 0,3 5-87 0,-8 1-241 16,-1 0-672-16,-1 1 298 0</inkml:trace>
  <inkml:trace contextRef="#ctx0" brushRef="#br0" timeOffset="88185.62">11044 4975 2453 0,'0'-4'202'16,"0"0"-21"-16,0-1-38 0,0 5-47 16,1-5-46-16,-1 5-20 0,0-3-10 0,0 3-8 0,0 0 7 15,22 10-1-15,-9 4 7 0,7 10 0 16,-1 3-2-16,-1 5-1 0,0 11-2 0,-4 10 5 15,-6 4-8-15,-7 3 6 0,-7 25-1 0,-3-25 4 0,-8-2 2 16,-1 0-4-16,-9-5-3 0,-5-5-1 16,0-2-7-16,-6-4-4 0,-3-3-19 0,-1-5-34 15,-8-1-66-15,-6-6-101 0,-8-6-321 0,3-4-577 16,2-8 255-16</inkml:trace>
  <inkml:trace contextRef="#ctx0" brushRef="#br0" timeOffset="88851.26">11712 5058 202 0,'0'-12'303'16,"0"1"-9"-16,0 1-3 0,0 3-17 0,-1 2-30 16,1-1-25-16,0 2-26 0,0 4-28 0,0-5-41 0,0 5-10 15,0 0-21-15,0 15-8 0,-3 3-9 0,-1 9-5 16,1 6-12-16,-5 17-3 0,4 0-9 15,-4 5-1-15,3 4-1 0,-5-1-4 0,1-2-3 16,4 2-4-16,-1-5-6 0,-1-4 0 0,6-2-3 16,-3-13-1-16,2-3-1 0,0-5-11 0,0-7 6 15,0-2-16-15,2-6-10 0,-1 1-18 0,1-6-15 16,-4 3-5-16,4-4-4 0,0 0 10 0,-1-3-42 16,1-2-134-16,0 0-246 0,-1-15-499 0,3 3 222 15</inkml:trace>
  <inkml:trace contextRef="#ctx0" brushRef="#br0" timeOffset="89098.59">11749 5242 246 0,'-1'-2'270'16,"1"2"-26"-16,-4-4-28 0,4 4-27 0,0-5-25 0,0 5-19 16,0 0-14-16,0 0-13 0,0 0-12 0,4 16-10 15,4-4-8-15,3 0-8 0,1 5-5 16,5 3-8-16,3-1-7 0,-1 2-4 0,-4-6-5 15,3 3-4-15,-4-4-11 0,-4 2-4 0,-2-6-10 16,-2 2-10-16,1-3-7 0,-2 2-2 0,-4-4 0 0,-6 3 4 16,-3-1-1-16,-2-2-2 0,-8 3-1 0,0-3 1 15,-7 1-1-15,-2 0-2 0,0-3-8 16,4-1 0-16,3-1-7 0,-2-1-14 0,3-2-18 16,3 0-21-16,2-1-38 0,4-1-53 0,5 0-202 0,1-1-390 15,4-2 173-15</inkml:trace>
  <inkml:trace contextRef="#ctx0" brushRef="#br0" timeOffset="89400.81">12502 5400 115 0,'-12'0'243'0,"12"0"-13"0,0 0-22 0,-7 0-16 16,7 0-19-16,0 0-18 0,0 0-14 0,0 0-16 16,-7 0-12-16,7 0-11 0,0 0 0 0,0 0-4 15,0 0-4-15,0 0-4 0,0 0 4 0,0 0 1 16,0 0 3-16,0 0-12 0,0 0-3 16,23-5-9-16,-3 1-5 0,10 0-7 0,7 0-4 0,3-1-9 15,12-2-3-15,-2 0 4 0,1 2-12 0,-11 3-5 16,-2-2-4-16,-4 0-3 0,-4 3-8 15,-1-1-20-15,-12 2-25 0,-6-2-28 0,-2-1-43 16,-2 1-108-16,-6-1-262 0,-1 3-505 0,-9-9 225 16</inkml:trace>
  <inkml:trace contextRef="#ctx0" brushRef="#br0" timeOffset="89605.31">12663 5186 298 0,'0'0'424'0,"0"-4"-28"16,0 4-42-16,0-5-33 0,0 5-35 0,0 0-54 16,0 0-37-16,0 0-27 0,0 14-15 0,0 4-14 15,-4 9-14-15,3 6-12 0,-3 12-1 0,3 4-10 16,-2 0-6-16,2-1-38 0,-1-1-55 0,2-1-51 16,4-11-50-16,-2 1-63 0,3-4-92 0,4-6-250 15,-7-8-544-15,1-9 241 0</inkml:trace>
  <inkml:trace contextRef="#ctx0" brushRef="#br0" timeOffset="90369.67">13977 5173 270 0,'-3'-3'249'0,"0"0"-21"15,1 0-24-15,-1-2-21 0,-2 4-22 0,-1 0-20 16,-7 2-14-16,0-1-15 0,-6 6-12 0,2 0-13 15,-7 8-7-15,1 1-7 0,0 2-11 0,1 2-2 16,1 0-12-16,4 3 2 0,3 4-8 0,2-4-5 16,-2 0-1-16,7-2-2 0,4-3-5 0,3 2-3 15,1-1 2-15,2 0-3 0,6-2-1 0,4-3-3 16,0-1-2-16,3-2 2 0,2-1-3 0,4-5 1 16,7-3-3-16,2-2 2 0,-4-3-6 0,1-4 3 15,-4-3 0-15,0-3 11 0,-6 3 11 0,4-9 4 16,-3 0 6-16,-4-2 1 0,0-2 2 0,-2 0 4 15,-1-3-4-15,-4-2 2 0,-2 0-5 0,-1-2-1 16,-1-1 3-16,-3 3 11 0,-1 0 15 0,-1 0 7 16,-3 11 13-16,-1-2-7 0,-1 5-1 0,-2-1-4 15,4 7-10-15,-1-2-11 0,-4 5-9 0,4-1-7 16,-3 7-21-16,-2 0-4 0,-6 7-8 0,-4 1 3 16,2 9-7-16,-3 5 1 0,0 2-8 0,5 5 2 15,-3 4-1-15,2 12 4 0,3 5 1 0,2 1 14 16,7 0-17-16,5 0 1 0,4-3 11 0,4 3-11 15,1-4-3-15,1-14 8 0,0 2-8 0,4-2-2 16,2-5-6-16,-1 0 10 0,-5-5-12 0,-2-3 9 16,0-4-7-16,-4-6-3 0,0 0-12 0,-1-5-11 15,-2 5-8-15,2-6-6 0,-3 1 9 0,0 0-2 16,-4 2 16-16,-1-4-1 0,-5 2 1 0,-2 1 5 16,-6-3 0-16,2-1 4 0,-5 1 6 0,2-3-22 15,0 0-38-15,-3-2-41 0,4 1-59 0,-4-4-67 16,10 1-89-16,1-5-171 0,5 3-533 0,5-6 237 15</inkml:trace>
  <inkml:trace contextRef="#ctx0" brushRef="#br0" timeOffset="90648.28">14775 4894 117 0,'-4'-4'251'0,"-1"1"-28"16,0 2-23-16,5 1-19 0,-18 8-21 0,0 4-17 15,-1 7-16-15,-5 5-15 0,1 6-8 0,-7 13-15 16,2 3-6-16,1 6-8 0,3-2-6 0,5 5-2 16,1 5-4-16,5-5-6 0,9 0-2 0,4 0 4 15,9-6-2-15,7 0 2 0,-1-5-3 0,3-10 0 16,4-7-14-16,1 0-14 0,2-4-25 0,2-5-37 15,1-3-50-15,1-6-73 0,-3-4-221 0,1-5-408 16,-4-2 182-16</inkml:trace>
  <inkml:trace contextRef="#ctx0" brushRef="#br0" timeOffset="91085.23">14917 5295 323 0,'1'-4'315'0,"5"1"-33"16,-2 0-28-16,0-2-21 0,4 1-27 0,-3 2-16 15,4 2-23-15,1 0-17 0,-1 0-12 0,1 0-17 16,3 4-9-16,-4-1-16 0,4 2-12 0,-4 0-8 16,0 1-8-16,0 4-11 0,-3 0-7 0,-1 0-9 15,-1 7-1-15,-3 0-9 0,-1-3-1 0,-2 3-5 16,-3 2 0-16,-3-4-5 0,-3 2 5 0,0-1-11 15,0 2 3-15,-2-5 1 0,3-1-6 0,2-3-2 16,2-1-2-16,-2-2 1 0,4 0 1 0,-1-4 18 16,1 3 25-16,3-2 40 0,-2-2 49 0,3-1 18 15,0 0 40-15,0 0 13 0,0 0-27 0,8-9-19 16,1 1-21-16,6-4-16 0,5-8-15 0,1-3-13 16,3 1-11-16,3 0-16 0,-5 0-9 0,6 0-14 15,-6 3-5-15,-8 5-4 0,0 0-6 16,3 5-5-16,-10 0 1 0,2 1-5 0,-5 6-9 0,1-2-16 15,-1-1-26-15,1 2-19 0,-5 3-34 0,0 0-21 16,0 0 9-16,0 0 6 0,4 18 12 0,-12-4 5 16,2 2 12-16,2 2 4 0,-5 6 7 0,3-2 11 15,-6 2-38-15,3 3-28 0,3-1-28 0,-3-3-23 16,1 2-34-16,4-7-37 0,2 1-47 0,-1-4-74 16,2-4-219-16,2-6-607 0,3 0 269 0</inkml:trace>
  <inkml:trace contextRef="#ctx0" brushRef="#br0" timeOffset="91288.82">15460 5442 326 0,'0'0'335'0,"0"0"-31"0,0 0-21 16,5-1-35-16,-5 1-29 0,0 0-26 0,0 0-26 15,0 0-25-15,0 0-14 0,-1 9-14 0,-4-1-8 16,-2 4-8-16,-3 3-7 0,-1 1-10 0,-5 6-11 15,1 0-22-15,2-6-25 0,-2 6-35 0,-2-1-38 16,5-4-39-16,3-3-34 0,2-3-55 0,1 0-243 16,-1-4-456-16,4-2 202 0</inkml:trace>
  <inkml:trace contextRef="#ctx0" brushRef="#br0" timeOffset="91767.9">15642 5238 74 0,'2'-6'374'0,"1"2"-29"0,0-1-32 16,-1 0-31-16,-1 1-28 0,-1 4-32 0,2-5-27 15,0 3-28-15,-2 2-20 0,0 0-14 0,0 0-8 16,6 7-21-16,-3-1-10 0,-2 2-18 0,4 5-14 16,3-2-17-16,-2 4-13 0,2-2-12 0,-2-1-7 15,-1-1-6-15,3-1-3 0,-3 1-4 0,-1-6 3 16,0 1 3-16,-2-1-3 0,4-1 0 0,0-2 3 15,-1-2-1-15,-5 0 6 0,14-5 9 0,-5 0 14 16,1 0 8-16,-1-4 15 0,0-1 7 0,2-4 6 16,1 4 14-16,-3 0-4 0,4-2 6 0,-4 3 2 15,-2-1-15-15,1 3-3 0,0-1 2 0,-6 4-12 16,3 1-9-16,-2 1-8 0,2-2-12 0,-4 3-17 16,-1 1-5-16,9 0-5 0,-5 5-7 0,0 0-5 15,0 5-2-15,0 4 0 0,-3 3 2 0,2 6 2 16,-2-3 0-16,-4 7 24 0,2 2-14 0,-5-2-10 15,-2-1-1-15,-4 3-3 0,1-4 5 0,-1-1 3 16,2-7 0-16,1-1 2 0,0-3 0 0,3-4 3 16,-2 2-2-16,3-6 17 0,1 0 19 0,3-1 29 15,-3-2 34-15,0 0 2 0,4-2-18 0,-5-9-16 16,5 2 2-16,-5-3 2 0,5-6-4 0,5-2-8 16,0-2-6-16,4-6-5 0,3-1-8 0,2-2-4 15,1 0-15-15,7 0-21 0,-3 0-20 0,15-10-33 16,-14 13-32-16,4-1-32 0,-4 6-42 0,2-1-43 15,1 4-51-15,-6 4-51 0,-2 2-65 0,-2-1-218 16,-4 6-636-16,-3-4 282 0</inkml:trace>
  <inkml:trace contextRef="#ctx0" brushRef="#br0" timeOffset="91999.25">16166 4894 273 0,'2'-5'309'0,"0"2"-30"0,2 1-31 0,-1-1-28 16,-3 3-21-16,10 3-7 0,1 0-20 0,-2 8-9 0,8 7-15 16,1 6-9-16,-3 5-12 0,-2 5-8 15,-4 13-10-15,0 6-5 0,-8 6-3 0,-3-3-10 16,-10 2-4-16,-11 23-10 0,5-27-6 0,-6-2-10 16,1-1 0-16,-8-6-17 0,3 0-17 0,-2-7-22 15,4-12-27-15,-1-2-35 0,-1-4-44 0,-1 0-67 0,-1-5-126 16,-2-5-170-16,3-9-503 0,7-2 222 15</inkml:trace>
  <inkml:trace contextRef="#ctx0" brushRef="#br0" timeOffset="93102.9">16945 5102 256 0,'-5'-10'272'0,"-2"1"-20"15,-2 1-21-15,-1 2-18 0,1-2-21 0,-5 1 5 0,0 2-20 16,-5 0-19-16,-2 2-16 0,-7 2-13 0,0 5-17 16,0 0-11-16,0 1-10 0,1 3-7 0,8 1-11 15,1 1-6-15,-1 2-11 0,-4 3-2 16,10-1-8-16,0 1-2 0,2-1-6 0,2 0-7 0,2-1-6 15,4 0 0-15,1-1-1 0,2-3-3 0,2 1 1 16,0-3 4-16,3 0 8 0,2 0 0 0,2-3 13 16,2 0 4-16,1-2 3 0,4-2-1 0,-3 0 13 15,5-3 6-15,-4 1 4 0,4-3 7 16,-1 0 8-16,3-3-8 0,-2 0-4 0,-1 1-2 0,-1 0 0 16,-4 2-8-16,-1-1-10 0,1 2 6 0,-5-1-27 15,1 3-13-15,0 1 4 0,-3-1-6 16,1 2-7-16,-6 0-6 0,13 5 2 0,-6 2-9 0,2 1-3 15,3 6-5-15,-3 1-7 0,1 8 9 16,-1 4-12-16,1 2 17 0,-6 1-11 0,0 1 15 0,0 1-3 16,-3-4 2-16,-1 4-2 0,0 1 2 0,0-5-2 15,-1-3-1-15,1-5 2 0,-1-3 20 0,-1-6-19 16,2 0 2-16,-1-4-1 0,1 0 2 16,0-2 36-16,0-1 53 0,0 0 58 0,0-4 54 0,-1 6 62 15,1-6 42-15,0 0 16 0,0 0-27 0,0 0-32 16,9-24-27-16,-3 7-25 0,4 0-20 0,4-12-25 15,2 0-11-15,7-12-26 0,0-2-12 0,2 0-10 16,2 3-14-16,-9 11-9 0,5 2-13 0,-4 0-38 16,-1 5-40-16,-4 6 0 0,-4 3 0 0,-3 5 0 15,2-1 0-15,-4 3 0 0,-1 1 0 0,-1 1-26 16,0 1-175-16,0 0-68 0,-1 1-78 0,-2 2-52 16,0 0 5-16,9 5-26 0,-6 2-50 0,0-1-92 15,3 1-289-15,1 0-921 0,1 0 408 0</inkml:trace>
  <inkml:trace contextRef="#ctx0" brushRef="#br0" timeOffset="93432.49">18257 5257 40 0,'0'0'385'0,"0"0"-7"15,0 0-5-15,0 0-2 0,0 0-17 0,-9 0-19 16,9 0-31-16,0 0-29 0,0 0-32 0,0 0-41 15,15-10-30-15,2 5-28 0,4 4-40 0,8-3-40 16,5 2-35-16,2-1-32 0,6-1-33 0,-3 1-52 16,0 1-44-16,-1-1-49 0,0 1-39 0,-5-3-50 15,-4 1-205-15,-8 2-512 0,-3-2 227 0</inkml:trace>
  <inkml:trace contextRef="#ctx0" brushRef="#br0" timeOffset="93580.86">18257 5446 152 0,'-10'7'191'0,"2"-2"29"0,3-3 19 16,4 2 14-16,6 0-10 0,5-2-21 0,12 0-18 0,11 0-25 15,19-2-23-15,7-6-44 0,-2 3-68 16,1 1-86-16,2-2-113 0,-6-5-182 0,-2 0-364 16,-16 1 162-16</inkml:trace>
  <inkml:trace contextRef="#ctx0" brushRef="#br0" timeOffset="103581.75">19796 4833 151 0,'0'0'233'0,"2"-9"2"0,0 6-13 0,-1-9-9 0,0 4-4 15,0 2 0-15,1-1-9 0,-1-1-12 16,-1 3-2-16,2 1-8 0,-2-1-11 0,0 2-16 15,0 3-24-15,2-5-15 0,-2 5-26 0,0 0-35 16,0 0-24-16,0 0-7 0,0 0-1 0,-12 16-2 0,5 0 0 16,-5 8 0-16,-2 1-6 0,0 6-1 0,-3 0 2 15,3 0 0-15,-5 11-1 0,6-12 0 0,3 0-4 16,1-1 5-16,-1-2-3 0,0 1-3 16,-1-4 0-16,2 1 5 0,3-8-3 0,2 0 0 0,2-5-1 15,-2-1-4-15,1-4 4 0,-1 0 3 0,3 0 1 16,-1-2 21-16,0-1 32 0,2-4 37 15,-4 7 49-15,4-7-14 0,0 0-17 0,0 0-14 0,-1-23-19 16,1 10-6-16,-2-4-11 0,7-7-11 16,-4-3-14-16,3-5-18 0,-2 2-12 0,5-4-6 0,1-17-36 15,4 3-4-15,-3 2-6 0,5-2 3 0,-5 1 1 16,0 14 3-16,-1 3 4 0,2 3 7 16,-1-1 10-16,-4 3 12 0,0 6 15 0,3 2-9 0,-2 3-2 15,1 2-8-15,-1 3 4 0,-2-2 1 16,5 2-3-16,-4 6-1 0,4-3-3 0,0 2 6 0,1 3-7 15,3 1 1-15,0 0-12 0,-2 4 1 0,1 1-6 16,3 4-2-16,-2 1-5 0,0 2 5 16,-2 5-8-16,-2 0 0 0,-4 3 8 0,-4 8-4 15,-6-3 4-15,0 1 3 0,-9 3 1 0,-5-2 1 16,-3 2 3-16,0-3 1 0,-3-1 2 0,-3-4 2 0,0-1 2 16,1-3-1-16,0-3 3 0,8-4-1 0,1-3 18 15,3 1 6-15,2-1 6 0,3-2 20 16,3-4 8-16,-2 2 20 0,6 0 2 0,-3-1 32 15,3 0-16-15,3-2 1 0,-6 2-8 0,6-2-5 16,-3 2-12-16,3-2-6 0,0 0-6 0,10 3-7 0,1 1-6 16,7 1-12-16,0 1-2 0,12 4-1 0,-4 1-1 15,1 1-3-15,5 2-5 0,-2 2-5 0,-2 1 3 16,0 0-3-16,1 3 0 0,-1-4 0 0,-1 1-2 16,0 1 1-16,-4-2-4 0,1-3 2 0,-6-1 0 15,-4 0-3-15,-1-4 7 0,-5-2-8 0,2 1-3 16,-3-2 1-16,-4-2 7 0,2 1-4 0,-2-2 1 15,-3-2 5-15,0 0 2 0,6 6 11 0,-6-6 7 16,5 2 7-16,-5-2 13 0,4 3-9 0,-4-3 3 16,0 0-3-16,5 0-7 0,-5 0-12 15,0 0-29-15,0 0-117 0,-1-10-41 0,-2 5-25 0,2 0-35 16,0-3-47-16,1-1-63 0,1 0-332 0,4-7-720 16,1 0 318-16</inkml:trace>
  <inkml:trace contextRef="#ctx0" brushRef="#br0" timeOffset="103831.27">20715 4584 33 0,'-3'-7'271'0,"0"1"-27"15,-1 3-24-15,-2 2-22 0,-4 1-20 0,-7 5-16 16,-1 5-19-16,-6 4-12 0,-3 9-11 0,-11 10-9 15,2 3-12-15,0 5-9 0,6-2-9 0,-1 2-6 16,8 2-4-16,6-11-6 0,5 0-6 0,1 1-6 16,6 2-2-16,5-4-2 0,3-1-3 0,3 0-3 15,7-1-4-15,4-2-5 0,6 0-12 0,2-4-27 16,4-3-46-16,5-3-56 0,0-4-67 0,1-3-219 16,-2-4-424-16,3-1 189 0</inkml:trace>
  <inkml:trace contextRef="#ctx0" brushRef="#br0" timeOffset="104264.08">20822 4857 202 0,'1'-4'335'0,"-1"-1"-15"0,1-2-27 0,-1 5-31 15,0 2-28-15,0-5-26 0,0 5-24 0,8-1-18 16,-8 1-22-16,18 3-12 0,-8 2-16 0,3 4-12 15,0 1-11-15,-2 1-6 0,2 5-19 0,-4 0-6 16,0 2-9-16,-3 2-2 0,-1 3-8 0,-3-1-5 16,-2-3-5-16,-3 1-6 0,-1 0-2 0,-3-2-4 15,-1-1-1-15,0 0-2 0,-1-2-4 0,-1-6 5 16,4 1-4-16,0 0-1 0,3-5 7 0,-1 1 16 16,0-3 34-16,0 0 35 0,3-1 44 0,-3 2 33 15,4-4 19-15,0 0-37 0,0 0-23 0,7-14-14 16,0 2-16-16,3-2-14 0,2-1-8 0,7-6-13 15,4-1-14-15,1-2-20 0,-1 2-9 0,3 0 0 16,-3 2-4-16,-3 1-5 0,2 1 0 0,-8 7-3 16,-5 2-7-16,-1 4 3 0,1-2-11 0,-3 2-7 15,-2 2-17-15,0 1-26 0,-2-1-39 0,-2 3-14 16,0 0 8-16,5 10 13 0,-3-3 0 0,-5 5 10 16,2 4 7-16,-4 2 2 0,1 1 5 0,0 1 8 15,-2 2-12-15,1-2-28 0,0 4-27 0,-1-5-28 16,2-2-29-16,1 3-52 0,0-9-49 0,2 0-80 15,-1 1-179-15,2-7-572 0,2 0 254 0</inkml:trace>
  <inkml:trace contextRef="#ctx0" brushRef="#br0" timeOffset="104471">21390 5009 3170 0,'4'-4'187'0,"-1"1"-98"16,-1 1 36-16,2-3-15 0,-3 2-8 0,-1 3-26 15,4-1-9-15,-4 1-25 0,0 0-18 0,4-3 0 16,-4 3-30-16,0 0-1 0,0 0 2 0,0 0-4 16,-9 17 0-16,1-5 5 0,-3 0 1 0,1 3 2 15,-2 0-19-15,-2 1-17 0,1 1-27 0,1 0-24 16,-2 2-23-16,3-4-29 0,1 0-28 0,1 0-40 16,4-4-62-16,0-4-208 0,-1-2-517 0,3-2 228 15</inkml:trace>
  <inkml:trace contextRef="#ctx0" brushRef="#br0" timeOffset="105014.64">21610 4852 170 0,'1'-11'317'0,"3"5"-14"0,-2 1-5 0,0-1-15 16,-1 3-28-16,1 0-32 0,0 1-27 0,-2 2-15 15,2-7-34-15,0 5-42 0,-2 2-48 0,0 0-8 16,0 0-3-16,6 9-4 0,-2-4-4 0,1 4-14 16,1 0-20-16,0 2-10 0,1 4-12 0,1 0-12 15,-4-1-11-15,4 0-11 0,-3-2-9 0,1 0-5 16,-1-2 2-16,2-1 4 0,-1-1 3 0,-2-3 10 16,2 2 4-16,-2-7 7 0,3 0 4 0,-1 0 11 15,-6 0 17-15,14-2 19 0,-6-6 14 0,-1 1 17 16,2-2 10-16,3-4 12 0,-1 0 11 0,2-2 1 15,-3 1 11-15,1 1 0 0,-4 0 7 0,3 2 3 16,-2 3 2-16,-1 1 1 0,0-3-7 0,-2 6-9 16,-4 1-17-16,3-1-14 0,0 1-32 0,-4 3-2 15,0 0-6-15,9 7-8 0,-4 5-1 0,0 0-1 16,-1 6-2-16,5 5-5 0,-9 4 6 0,0 1 2 16,0 2-6-16,-4-1 3 0,-1 0 1 0,-4 1-1 15,3 1 1-15,-7 0 0 0,-1-5-3 0,1 1 3 16,-1-2-2-16,0-1 1 0,3-11 4 0,-2-2 0 15,3-1-1-15,-1-5 7 0,-1 2 15 0,0-5-5 16,-1-2 4-16,2-2 19 0,-1-3 38 0,1 0 21 16,3-5 11-16,-1-1 4 0,4-4-2 0,0-1-5 15,6-4-8-15,8-5-9 0,-1-1-11 0,6-3-8 16,5 0-7-16,3-1-11 0,8-11-12 0,-6 17-2 16,2-5 0-16,1 5-13 0,0 3-4 0,-8 4-5 15,-2 6-15-15,-2 1-28 0,1 1-35 0,-4 2-53 16,-3 4-56-16,-1 1-58 0,-2 2-56 0,6 0-52 15,-7 2-331-15,-3 1-715 0,0 2 317 0</inkml:trace>
  <inkml:trace contextRef="#ctx0" brushRef="#br0" timeOffset="105206.02">22282 5051 2913 0,'0'2'279'0,"0"-2"-146"15,2 5-52-15,-2-5-30 0,0 0-16 0,2 3-11 16,-2-3-13-16,0 0-5 0,0 0-7 0,-2 5-18 0,0-1 1 16,0 1 9-16,-5 0-2 0,2 3-4 15,-5 0-23-15,1 3-25 0,-3 2-32 0,2-5-38 16,0 5-42-16,0-2-56 0,-3-3-224 0,4 0-492 16,3-3 218-16</inkml:trace>
  <inkml:trace contextRef="#ctx0" brushRef="#br0" timeOffset="105631.31">22654 4668 166 0,'3'-4'369'0,"-2"-1"-26"0,4 1-37 0,-2 1-33 16,-2 1-30-16,-1 2-30 0,4-3-24 0,-4 3-19 15,0 0-21-15,14 5-11 0,-3 2-17 0,-2 1-20 16,4 3-10-16,1 0-13 0,-5 5-18 0,1-3-7 16,-1 5-10-16,-4 2-7 0,-1-1-9 0,-1 7-3 15,-6-6-2-15,-2 6-5 0,-4-2-4 0,-5 0-1 16,-1 0 1-16,-4-3-4 0,-1-2-1 0,-1 1-1 16,-1-2-3-16,-1-5 0 0,6-1 2 0,1-3-1 15,3 1-1-15,0-3 1 0,4-3-4 0,1 1 4 16,3-1 0-16,-1-2-2 0,2 1 0 0,-1-1 5 15,3 0 16-15,0 1 23 0,2-3 13 0,0 0 16 16,0 0-3-16,0 0-3 0,19 1-12 0,-2-2-7 16,2-2 0-16,2 1-12 0,0 0-1 0,7-3 3 15,2 2-9-15,1 2-7 0,-1-2 21 0,-2 1-27 16,-1 0 4-16,-10 1-10 0,-6 0 0 0,0-1 0 16,-4 2-3-16,3-1 0 0,-3 0-11 0,-1 1-20 15,-1-2-17-15,-5 2-26 0,8-1-18 0,-8 1-61 16,0 0-50-16,0 0-39 0,-13-6-42 0,3 5-249 0,0-1-564 15,0-1 250-15</inkml:trace>
  <inkml:trace contextRef="#ctx0" brushRef="#br0" timeOffset="105953.06">22517 4937 188 0,'0'0'318'0,"-10"-1"4"0,10 1 1 0,-5-1-4 0,5 1-2 16,0 0-10-16,-8 0-23 0,8 0-19 0,0 0-35 16,0 0-20-16,22-7-19 0,6 4-28 15,0 1-13-15,6-1-16 0,0-1-18 0,3 1-13 16,18 1-7-16,-18-1-10 0,-5 1-5 0,3-2-10 15,-5 1-8-15,0-1-10 0,-10 1 1 0,-6 2-2 0,-2-1-8 16,-1 0 4-16,-3 1-8 0,-2 1 2 16,-1-1-19-16,-1 0-49 0,-4-3-73 0,0 4-40 15,0-6-30-15,0 6-28 0,-8-7-34 0,2 5-38 16,1-1-56-16,-3-2-215 0,-1 1-585 0,-1-1 259 0</inkml:trace>
  <inkml:trace contextRef="#ctx0" brushRef="#br0" timeOffset="106212.38">23091 4487 49 0,'1'-4'457'0,"-1"4"-37"0,2-5-38 0,-2 5-43 15,1-3-39-15,-1 3-41 0,0 0-27 16,0 0-32-16,15 13-21 0,-3 3-19 0,5 10-29 15,0 5 1-15,10 16-19 0,-9 2 5 0,1 5-21 0,-1 1-13 16,-8 0-17-16,-6 2 2 0,-5-5-6 16,-7-1-3-16,-2-3-5 0,-5-4-1 0,-11-3-25 15,-1-1-12-15,-6-5-31 0,-9 1-20 0,-4-4-52 16,-36 9-65-16,-4-5-114 0,21-21-321 0,-28-3-636 16,27-9 282-16</inkml:trace>
  <inkml:trace contextRef="#ctx0" brushRef="#br0" timeOffset="107645.96">8521 6757 277 0,'0'-3'285'0,"0"-2"-11"15,0 5-13-15,0-4-18 0,2-1-25 0,-2 5-21 16,0 0-22-16,-2-5-19 0,2 5-22 0,0 0-29 16,0 0-29-16,0 0-12 0,0 0-5 0,0 0-4 15,-4 15-10-15,1-4-3 0,-2 6-11 0,-2 0 2 16,-1 8-6-16,1 1-1 0,-3 1-3 0,-2-1-2 16,6-1 0-16,-3-1-3 0,4-5-1 0,-2 0-3 15,2-2-2-15,4-7 1 0,-3 1 2 0,-1-1-2 16,5-4 0-16,-5 2 3 0,5-4 23 0,-3 0 43 15,2-1 42-15,-2-1 62 0,3-2 5 0,0 0-24 16,0 0-16-16,3-21-16 0,-3 5-22 0,4-2-7 16,-4-2-11-16,5-6-8 0,-3-5-1 0,2 1-13 15,4-1-11-15,-3 0-5 0,0-1-8 0,4 1-8 16,-5 2 0-16,5-1-6 0,-1 1-7 0,-2 5-5 16,-1 7-4-16,0 5 4 0,-2 0-8 0,1 2-2 15,-2 3-2-15,0 2-33 0,3-4-41 0,2 4-29 16,2 2-13-16,3 2-25 0,2 1-26 0,6 2-31 15,8 5-42-15,-1 3-57 0,0 1-71 0,-8-1-211 16,3 1-614-16,-3-2 271 0</inkml:trace>
  <inkml:trace contextRef="#ctx0" brushRef="#br0" timeOffset="107812.73">8575 7094 50 0,'-5'5'248'15,"2"-1"-7"-15,0-1 1 0,0 1-3 0,2-3-10 0,1-1-15 16,-3 4-10-16,3-4-26 0,0 0-18 16,18 0-15-16,3-2-31 0,8 1-44 0,-1-4-60 0,4 1-82 15,1 0-103-15,-5-4-175 0,2 3-379 0,-10-2 168 16</inkml:trace>
  <inkml:trace contextRef="#ctx0" brushRef="#br0" timeOffset="107977.69">8519 6999 304 0,'-9'1'300'15,"5"1"-23"-15,-1-1-27 0,5-1-20 0,-5 1-26 0,5-1-22 16,0 0-21-16,0 0-24 0,24-1-28 0,5-3-44 16,7 4-48-16,0-3-64 0,24-4-83 0,-8 4-214 15,1-1-372-15,-11 1 165 0</inkml:trace>
  <inkml:trace contextRef="#ctx0" brushRef="#br0" timeOffset="108366.78">9472 6887 52 0,'0'0'365'0,"0"0"-14"0,-4-9-6 0,4 9-2 15,0 0-44-15,0-5-36 0,0 5-26 0,0 0-24 16,0 0-31-16,0 0-28 0,0 0-18 0,0 0-30 15,-9 10-15-15,2-1-9 0,-1 2-8 0,-6 5-9 16,-5 4-5-16,0 2 8 0,-3 1-7 0,-2 1-26 16,3 0-8-16,-3-2-1 0,6 1-12 0,-2-2-7 15,-1-4 3-15,7-5-3 0,1-2-2 0,3-2-1 16,4-3 4-16,-1-1 7 0,2-1 12 0,-1 1 12 16,1-4 2-16,5 0 1 0,-11-6 17 0,7 1 13 15,-2-3 19-15,1-2 9 0,0-5 1 0,2-2 0 16,1 0-10-16,3 0 5 0,-2-2-3 0,1-7-7 15,2 0 0-15,1 8-3 0,1 1 16 0,-3 5 4 16,0 0 1-16,2 5-5 0,-2 0-9 0,-1 2-16 16,1 0-15-16,-1 0-9 0,2 1-50 0,-2 4-43 15,0 0-14-15,0 0 3 0,0 0 3 0,14 18 13 16,-5-5-2-16,1 3 6 0,4 5-6 0,1 4-17 16,-2 0-2-16,4 2-27 0,-1-1-22 0,2 3-30 15,-1-3-30-15,-2-1-43 0,1-2-64 0,-5-7-67 16,1-2-290-16,-6-2-685 0,3-7 304 0</inkml:trace>
  <inkml:trace contextRef="#ctx0" brushRef="#br0" timeOffset="108698.19">9803 6901 361 0,'3'-4'418'0,"-6"-3"-27"0,6 5-33 16,-6-2-22-16,3 4-30 0,0 0-27 0,0-6-37 16,0 6-51-16,3-6-73 0,-3 6-65 0,-3-4-77 15,3 4-94-15,0 0-58 0,0 0-80 0,0 0-158 16,0 0-447-16,6 10 198 0</inkml:trace>
  <inkml:trace contextRef="#ctx0" brushRef="#br0" timeOffset="108846.07">9757 7304 346 0,'0'3'364'0,"-1"3"12"0,-2-4 21 15,3-2-30-15,-1 3-16 0,1-3-32 0,0 4-33 16,0-4-33-16,0 0-41 0,0 0-64 0,0 0-81 16,0 0-83-16,10-9-99 0,-2 2-116 0,-2 0-290 15,5-1-565-15,-4-1 251 0</inkml:trace>
  <inkml:trace contextRef="#ctx0" brushRef="#br0" timeOffset="109174.47">10383 7170 157 0,'0'0'344'0,"0"0"-16"0,0 0-10 16,0 0-20-16,0 0-12 0,-1 3-15 0,1-3-18 0,0 0-23 15,0 0-10-15,0 0-22 0,0 0-24 0,0 0-18 16,0 0-23-16,0 0-8 0,0 0-14 16,13 0-10-16,-2 0-9 0,7-1-13 0,4-1-11 15,1 0 13-15,-2 0-23 0,-3 1-1 0,1-1-10 16,-6 0 0-16,0 2-2 0,-3-2-7 0,-2 0-2 0,-1 2-6 15,0-1-1-15,-7 1-13 0,9 0 9 0,-9 0-1 16,6-1-2-16,-6 1-9 0,7-1-37 0,-7 1-50 16,5-2-58-16,-5 2-155 0,0 0-379 0,-9-10-721 15,5 4 320-15</inkml:trace>
  <inkml:trace contextRef="#ctx0" brushRef="#br0" timeOffset="112178.99">11762 6810 169 0,'0'0'281'0,"0"0"-11"16,0-6-11-16,0 6-17 0,2-4-19 16,-2 4-19-16,3-6-19 0,0 3-22 0,0 1-12 15,3-1-22-15,-1 0-12 0,2 1-14 0,2 0-12 0,2 1-8 16,0 2-24-16,3-2-6 0,0 5-6 0,1 4-7 15,-3-2-6-15,3 1-10 0,-2 5-6 16,-4 2-2-16,1 1-4 0,-2 2-4 0,-3 7-2 0,-5-3-2 16,3 5-2-16,-7 0-2 0,0 0 0 0,-5-1 2 15,-4-1-2-15,3-4 0 0,-7 1-5 0,7-2 9 16,-3-4-3-16,3 1 2 0,-3-4 0 16,3 1 0-16,1-7 0 0,3 2 0 0,-1-4 3 0,3 1 10 15,2-2 21-15,-2 0 23 0,0 1 37 0,3-2 35 16,1-2 31-16,0 0-14 0,0 0-20 0,6-13-20 15,2 3-5-15,4-7-14 0,7-6-10 0,2 1-6 16,1-5-11-16,4 3-6 0,7-14-7 0,-7 12 1 16,-1-1-9-16,1 2-5 0,-3 0 1 0,-3 5-3 15,-1 0-6-15,-8 8-4 0,-2 3-1 0,-2 2 5 16,-1 0-11-16,2 3-7 0,-4 0-8 0,-3 0-2 16,3 1-18-16,0 1-27 0,-4 2-23 0,0 0 4 15,0 0 10-15,0 0 8 0,-9 21-7 0,1-5 15 16,3-1 5-16,-4 8-3 0,3 1 1 0,-3 0-11 15,5-6 1-15,0 1-1 0,0 0-16 0,3-2-11 16,2 0-14-16,1 2-15 0,0-4-24 0,3 1-38 16,3-5-40-16,6-1-61 0,-5-3-250 0,1-3-557 15,11-1 248-15</inkml:trace>
  <inkml:trace contextRef="#ctx0" brushRef="#br0" timeOffset="113015.11">12365 6843 9 0,'3'-6'376'0,"-2"1"-16"0,-1 1-16 0,0 0-27 0,0 4-30 16,0-7-41-16,4 5-28 0,-4 2-30 0,0-5-28 15,0 5-45-15,0 0-31 0,0 0-7 0,0 0-6 16,5 10-11-16,-1-3-13 0,1 2-11 0,-1 4-26 16,2-3-14-16,3 3-15 0,0 0-8 0,-1 1-13 15,-1-6-1-15,2 4-6 0,-1-3-5 0,0-1-4 16,0-1 11-16,0-2-3 0,-1 0 7 0,-2-2 5 15,0-2 4-15,2-1 13 0,1-1 25 16,-3-2 13-16,0-2 17 0,1-2 12 0,2-1 9 0,-3-1 11 16,3-1 6-16,-3-5 9 0,3 4 13 0,-3 1 7 15,0 0 10-15,-1 2 11 0,-3 2 0 0,3 1-12 16,-4-1-4-16,4 2-18 0,-3-1-21 16,2 3-23-16,-2-1-26 0,-1 3-34 0,0 0-13 0,0 0-6 15,8 7-3-15,-6 3-1 0,1 5 3 0,-2 7 1 16,2 2 0-16,-1 5 3 0,-2 2 3 0,-1 1 0 15,0 2 0-15,-2-1 3 0,-1 1 3 0,-1 0 5 16,0-1 3-16,0 0-3 0,-3-4 2 0,2 0 5 16,-3-4 1-16,-3-2 1 0,6-6 3 0,2-5-4 15,-1 0 2-15,-2-2 5 0,1 0 10 0,1-6 7 16,1 2 13-16,-1-2 16 0,0-2 8 0,-2 0 29 16,7-2 17-16,-13-4 25 0,6-3 6 0,-2 2 4 15,2-4 9-15,2-4-5 0,-1-3-19 0,5-10-10 16,1-2-22-16,5-4-26 0,3-3-24 0,12-12-25 15,3-3-22-15,8 6-15 0,5-1-12 0,4 5-6 16,3 2-3-16,-1 2-5 0,4 1-10 0,1 9 2 16,1 2-24-16,-4 2-10 0,-9 5 8 0,-2 5 1 15,0-3 2-15,-2 3 5 0,-3 2 8 0,-6 1 7 16,-4 1 8-16,-3 1 9 0,-2 0 18 0,-3 3 29 16,-1-2-1-16,-4 2 7 0,3-1 10 0,-4 2 17 15,-1-2 5-15,3 1 13 0,-4 0 5 0,2 0 8 16,-3 2 4-16,1-2-10 0,0 0 26 0,-2 4-2 15,5-4 5-15,-5 1 1 0,0-1 3 0,0 4-1 16,1-5-2-16,-1 5-3 0,0 0-11 0,4-3-7 0,-4 3-8 16,0 0-7-16,0 0-5 0,0 0-6 15,1-2-5-15,-1 2-5 0,0 0-2 0,0 0-3 0,0 0-10 16,0 0-9-16,0 0-1 0,0 0-19 16,0 0-30-16,0 0-41 0,0 0-21 0,0 0 1 0,0 14 18 15,-1-1 4-15,-1 6 9 0,-1 9 5 16,-4 5 6-16,0 17 12 0,1 0 3 0,-5 5 3 0,0-3 9 15,2 2-1-15,-1-1 7 0,0-2 1 0,2-2 3 16,4-14-4-16,-1 11 10 0,1-14 0 0,-1 0 2 16,3-5 4-16,-1-5-3 0,3-3-3 0,0 0 16 15,-1-5-4-15,-1-2-3 0,1-2 0 0,0 0 1 16,1-4 8-16,0-1 1 0,-1-1-2 16,1 1 2-16,0-2 10 0,0-3-3 0,0 7-1 0,0-7 6 15,0 3 1-15,0-3-19 0,-2 4-1 0,2-4-7 16,0 0-13-16,0 0-8 0,0 0-17 0,0 0-88 15,0 0-115-15,-9-8-101 0,3-1-217 0,1 0-620 16,1-2 275-16</inkml:trace>
  <inkml:trace contextRef="#ctx0" brushRef="#br0" timeOffset="113313.77">13183 6957 245 0,'1'-4'297'0,"-1"1"-28"0,0 3-30 0,2-4-25 16,-2 4-25-16,0 0-21 0,13 3-17 0,-1 1-17 0,-2 1-10 16,8 4-3-16,1 1-20 0,3 1-6 0,1 5-15 15,-5-4-1-15,0 6-12 0,-4-2-14 16,-1-1-13-16,-3 1-9 0,-3-1-11 0,1 0-6 16,-4 1-6-16,-8-6-1 0,-1 2 3 0,-3 2 1 0,-7-4 0 15,-2 2-1-15,-9-2 4 0,-4-1-1 16,1-3 1-16,-2 1 0 0,-1-4 1 0,0-2-2 15,2 0-1-15,0 1 2 0,10-2-2 0,-1-2 1 16,7 1-1-16,4 2 7 0,1-1-10 0,0-1-10 0,4 1-15 16,5 0-64-16,0 0-74 0,12-7-71 15,4-1-190-15,16 1-449 0,3-2 199 0</inkml:trace>
  <inkml:trace contextRef="#ctx0" brushRef="#br0" timeOffset="114129.5">13909 7098 174 0,'-5'2'245'0,"5"-2"-17"15,-4 3-15-15,4-3-10 0,0 0-13 0,-5 0-5 16,5 0-16-16,0 0-13 0,0 0-11 0,0 0-11 15,0 0-5-15,-3 4-8 0,3-4-9 0,0 0-3 16,0 0-5-16,0 0-1 0,0 0 1 0,0 0-8 16,0 0 3-16,0 0-11 0,0 0-2 0,0 0-7 15,0 0-6-15,0 0-7 0,0 0-11 0,0 0-3 16,0 0-8-16,0 0 3 0,0 0-16 0,0 0 1 16,0 0 1-16,0 0-9 0,0 0-4 0,0 0 0 15,0 0 2-15,0 0-6 0,0 0 1 0,0 0-3 16,0 0 2-16,0 0-4 0,0 0 1 0,0 0-1 15,0 0-4-15,0 0 0 0,0 0-4 0,0 0 17 16,0 0-16-16,0 0 1 0,0 0-7 0,0 0 8 16,0 0-6-16,0 0 2 0,0 0-2 0,0 0-1 15,0 0 4-15,0 0-4 0,0 0-8 0,0 0 9 16,0 0 0-16,0 0-3 0,0 0 4 0,0 0-2 16,0 0 2-16,0 0-1 0,0 0 2 0,0 0-3 15,0 0 1-15,0 0 2 0,0 0-1 0,0 0-2 16,0 0 3-16,0 0-1 0,0 0-1 0,-1 4 2 15,1-4 6-15,0 0-7 0,0 0 15 0,0 0-15 16,0 0-4-16,0 0 5 0,0 0-9 0,0 0 3 16,0 0 6-16,0 0-2 0,0 0 1 0,0 0-6 0,0 0 5 15,0 0 4-15,0 0-4 0,0 0-3 16,0 0 2-16,0 0 1 0,0 0-1 0,0 0 3 16,0 0 3-16,0 0 11 0,0 0-14 0,0 0 5 15,0 0 5-15,0 0-1 0,0 0-5 0,0 0 3 0,0 0 4 16,0 0-2-16,0 0-4 0,0 0 0 15,0 0 4-15,0 0-5 0,0 0 6 0,0 0 1 0,0 0 1 16,0 0 1-16,0 0-2 0,0 0 0 16,0 0 2-16,0 0 10 0,0 0-18 0,0 0-3 0,0 0-7 15,0 0 9-15,0 0-6 0,0 0 3 0,0 0-2 16,0 0 4-16,0 0-3 0,0 0-9 0,0 0 8 16,0 0-1-16,0 0 2 0,0 0-6 15,0 0 14-15,0 0-19 0,0 0 11 0,0 0-9 0,0 0 3 16,0 0 1-16,0 0 1 0,0 0-2 0,0 0-2 15,0 0 9-15,0 0-2 0,0 0 6 0,0 0-3 16,0 0-2-16,22-5 0 0,-7 2 5 0,5 0-10 16,10 1 2-16,4-3 5 0,7 1-5 0,-5 1 1 15,15-1 1-15,1-1-1 0,-15 2-2 0,0-1 4 16,-1 0-6-16,-1 2 3 0,-7-1 0 0,-6 1 0 16,-6 0 1-16,-3 1 3 0,-4-1-9 0,-1 1-3 15,-1 0-27-15,0 1-33 0,-4-1-38 0,-1-3-79 16,-2 4-49-16,0 0-31 0,-14-7-30 0,0 5-228 15,-2-1-564-15,-4 1 250 0</inkml:trace>
  <inkml:trace contextRef="#ctx0" brushRef="#br0" timeOffset="114340.12">14132 6943 162 0,'0'-4'392'0,"1"-1"11"0,-1 2 25 0,0-1-6 15,0-2-11-15,0 6-28 0,0-4-42 0,0 4-39 16,2-3-35-16,-2 3-36 0,0 0-53 0,0 0-52 16,0 0-19-16,0 0-18 0,-5 24-5 0,0 0-7 0,2 2-23 15,-2 4-6-15,1 4-24 0,0 0-40 16,2 12-56-16,-2-12-48 0,-2 14-64 0,-1-12-76 0,2-4-109 16,1-6-216-16,-4-6-634 0,8-8 281 15</inkml:trace>
  <inkml:trace contextRef="#ctx0" brushRef="#br0" timeOffset="117080.93">15052 6822 245 0,'-1'-5'259'0,"0"1"-5"0,1-2-12 16,0-1-12-16,0 3-14 0,1-1-18 0,-1 2-15 15,4-1-23-15,-3-1-17 0,4 3-14 0,2-4-17 16,3 4-11-16,0-1-17 0,2 2-7 0,0 2-10 16,1 2-8-16,1 2-9 0,3 0-6 0,-2 4-5 15,-1 3-7-15,-1 1-6 0,-1 3-3 0,-3 1-3 16,1 7-3-16,-4 1-1 0,-3 0-2 0,-2 1-4 16,-5 0 0-16,-1 1-2 0,-3-2-2 15,-2 2 10-15,-3-6-9 0,2 3 1 0,2-8 1 0,0-3-4 16,-1-4 0-16,2 1 2 0,3-4-3 0,1-1 6 15,0 1 11-15,-1-2 17 0,1-1 29 0,3 1 35 16,1-4 53-16,-4 3 33 0,4-3 29 0,0 0-14 16,0 0-23-16,5-12-20 0,4 1-16 0,0-5-16 15,10-5-9-15,-2-1-21 0,6-5-6 0,0 0-11 16,0-1-6-16,1 1-9 0,-1 1-7 0,-4 1-6 16,-2 4-4-16,-2 7-7 0,-6 0-3 0,-1 4-5 15,-3 3-6-15,1 0-3 0,-2 2-10 0,0 0-18 16,1 4-25-16,-5-2-25 0,4 0-26 0,-4 3-40 15,4-2-4-15,-4 2 12 0,0 0 13 0,0 15 10 16,0-5 7-16,0 4 2 0,-1 1 3 0,-2 1 14 16,3 1 6-16,0 0 2 0,3 0 5 0,-2-1-12 15,4 1-10-15,0-2-18 0,3 0-21 0,-2-3-25 16,2-1-46-16,1-2-61 0,1 0-84 0,0-4-216 16,0-5-587-16,-2 0 260 0</inkml:trace>
  <inkml:trace contextRef="#ctx0" brushRef="#br0" timeOffset="117460.9">15474 6500 202 0,'0'0'321'0,"-1"-4"-25"0,1 4-28 15,-2-3-29-15,2 3-22 0,0 0-28 0,2-5-19 16,-2 5-19-16,6-2-17 0,-6 2-15 0,13 4-15 16,-2 0-9-16,-2 1-10 0,2 1-15 0,1 2-8 15,1 3-7-15,1 2-7 0,-5 0-7 0,0 1-6 16,0 4-3-16,-4-1-3 0,-4 1-10 0,2 1 3 16,-3-1-6-16,-4 0 3 0,-1 1-3 0,-3-4-1 15,2 0-1-15,0-5-2 0,0-1-2 0,1-1 2 16,0-2-1-16,4 0-1 0,-3-1 0 0,2-1 2 15,0-2 6-15,1 4 21 0,1-6 29 0,0 0-6 16,3 5-4-16,-3-5 3 0,12-1-6 0,1-2-12 16,6-1 0-16,12 0-7 0,0 0-5 0,-1-1-14 15,0 1-24-15,-2-1-29 0,-8 2-24 0,2 1-23 16,-7 0-23-16,-1 0-41 0,-1-1-33 0,-3 3-44 16,-6 0-251-16,-4 0-514 0,4-1 227 0</inkml:trace>
  <inkml:trace contextRef="#ctx0" brushRef="#br0" timeOffset="118129.21">15997 6791 95 0,'0'-7'341'0,"0"7"-23"0,0-6-14 15,0 6-23-15,0 0-28 0,2-4-26 0,-2 1-23 16,0 3-27-16,0 0-21 0,0-4-29 0,0 4-40 0,0 0-10 16,0 0-10-16,0 0-16 0,11 7-18 15,-7-4-16-15,3 1-9 0,-5 1-16 0,6-1-3 16,-4 0-8-16,5 1 1 0,-3-1-7 0,1 0 1 0,-2 1-1 16,-1-2 8-16,1-1 0 0,0 1 5 0,-5-3 4 15,8 0 0-15,-8 0-8 0,9-3 21 16,-4 1 8-16,-1-1 14 0,2-2 10 0,-1 1 12 15,-1-3 8-15,1-1 5 0,0 2 22 0,-1-2 5 0,1 3 1 16,-1 0 3-16,0 0 2 0,-2 0-4 0,2 3 5 16,0-1-26-16,-3 1-5 0,-1 2-15 0,3-4-19 15,-3 4-22-15,0 0-5 0,0 0-8 16,8 6-7-16,-4-1 0 0,0 6-4 0,0 1-1 0,-1 5 4 16,3 9-3-16,-1 3 2 0,1 4 1 0,0-3 0 15,-4 6 4-15,-2-2 2 0,0 1 0 16,0 1 1-16,-2 1 0 0,-1-2-1 0,-1-1 3 15,-1-3 0-15,1 0 3 0,-1-2 0 0,-2-4 2 0,3-5 0 16,-4-2-3-16,3-3-1 0,0-4 5 0,1-1-1 16,-2-2 4-16,-1 4 5 0,0-7 1 0,-2 2 8 15,0-2 8-15,-3-2 4 0,1-2 0 0,-2 0 12 16,-1-2 22-16,1 1 20 0,-1-4 19 0,1 1 28 16,3-3 18-16,-3 0 14 0,4-8 19 0,-3 2 0 15,5-5-3-15,3-3-18 0,-1-9-21 0,5-4-17 16,9-12-21-16,1-1-15 0,10-1-12 0,5 1-12 15,7 1-7-15,0 5-10 0,2-1-2 0,4 4-1 16,-9 11-10-16,10-1-5 0,-8 6-9 0,-3 1 6 16,-2 6-5-16,-1 1 1 0,-7 2 4 0,-2 4 2 15,-6 1-5-15,-1 2 1 0,-3 1-6 0,-1-1-1 16,0 0-6-16,-1 3-14 0,0-3-20 0,-4 4-35 16,5-2-37-16,-5 2-49 0,4-1-59 0,-4 1-59 15,0 0 23-15,0 0 13 0,-4 9-7 0,-5-1-18 16,-2 0-35-16,-6 2-25 0,2 1-58 0,3-4-232 15,0-2-650-15,1 0 287 0</inkml:trace>
  <inkml:trace contextRef="#ctx0" brushRef="#br0" timeOffset="118766.28">16964 6813 75 0,'-4'-9'272'0,"0"1"-9"16,-2 0-20-16,1 2-25 0,0-2-16 0,-4 3-20 15,-4-3-18-15,3 3-20 0,-3 3-13 0,-5 0-12 16,-4 2-13-16,2 2-14 0,-2 3-9 0,-5 2-12 15,1 1 0-15,0 2-14 0,2 2-8 0,7 0-5 16,-1 1-3-16,0 7-8 0,-1 0 0 0,6-6-1 16,3 1-4-16,1 2-5 0,1-2-1 0,3 3-2 15,3-5 0-15,2-1 1 0,1 0 2 0,0-5 9 16,3 3 4-16,1-5 12 0,6 0 11 0,-5-1 6 16,5-2 8-16,1-2 15 0,3 0 6 0,-2-5 16 15,1 3 9-15,0-5 3 0,3-1 5 0,-2-1-6 16,2 0-3-16,-3-3-1 0,2 2 0 0,0-2 2 15,-5 5-5-15,1-1-15 0,-5 3-6 0,1 0-9 16,-2 0-11-16,-2 1-21 0,0 3 2 0,-1-1-14 16,-3 2-12-16,4-2-25 0,-4 2-17 0,7 5-8 15,-2-1-1-15,-1 6-2 0,0 3-6 0,-2 3 6 16,1 4 0-16,1 4-1 0,-3 2 6 0,-1-1 4 16,-1 5-1-16,-3-2 3 0,1-2 15 0,2-6-7 15,-3-1-6-15,3-1 4 0,-2-6-1 0,2-1 6 16,1 0 8-16,0-5-5 0,-3 1 6 0,3-2-1 15,-2 0 52-15,2-2 48 0,-1 1 57 0,1-4 50 16,0 0 37-16,0 0 26 0,0 0-8 0,0 0-27 16,10-9-24-16,-5 0-28 0,4-7-16 0,0 0-20 15,9-9-18-15,5-1-20 0,-2-6-22 0,7-8-23 0,-1 2-13 16,-6 7-10-16,-1 6-8 0,-1 0-5 16,-3 4-9-16,-3 5-2 0,-2 2-2 0,-6 4-22 0,3 2-18 15,-4 2-35-15,0 0-40 0,-3 2-51 16,3 1-54-16,1-2-67 0,-4 4-73 0,-1 1-30 0,0 0 3 15,0 9-26-15,3-4-55 0,-2 2-394 0,-1-2-911 16,4 0 403-16</inkml:trace>
  <inkml:trace contextRef="#ctx0" brushRef="#br0" timeOffset="119246.51">17742 6979 247 0,'0'0'349'16,"-7"0"-8"-16,7 0 1 0,0 0-11 0,0 0-8 15,0 0-16-15,0 0-27 0,0 0-27 0,0 0-29 16,0 0-24-16,16-12-21 0,1 8-21 0,3-1-16 16,2 1-43-16,8 0-47 0,2 3-45 0,0-4-50 15,-1 1-60-15,-3 2-57 0,3 0-66 0,-2-2-61 16,-8 0-216-16,-2 3-544 0,-1-5 241 0</inkml:trace>
  <inkml:trace contextRef="#ctx0" brushRef="#br0" timeOffset="119410.4">17824 7081 175 0,'-8'5'268'0,"2"-1"12"0,1 0 7 15,0-2 1-15,2 1-1 0,-2-2-20 0,5-1-13 16,0 0-26-16,0 0-26 0,15 6-13 0,2-6-51 15,12 0-66-15,3 0-79 0,2-3-106 0,0 3-142 16,0-5-172-16,-3-2-462 0,0 2 204 0</inkml:trace>
  <inkml:trace contextRef="#ctx0" brushRef="#br0" timeOffset="120828.82">18859 6684 241 0,'5'-5'229'0,"0"1"-22"0,0 0-21 0,4 3-19 16,-1-2-25-16,2 3-12 0,2 0-13 0,-1 0-10 0,2 4-10 16,-1 1-16-16,4 3-9 0,-6 0-5 0,4 2-7 15,-1 3-4-15,-4 3-8 0,-1 0-6 16,-5 2-1-16,0 6-3 0,-3 2-3 0,-3-7-4 16,-3 7 0-16,-3 1-4 0,2-3-4 0,-6-1-2 0,1-7 0 15,-2 6-1-15,3-7 3 0,-1 0 0 0,3-6 3 16,-1 1 4-16,1-3 6 0,3 2 11 0,-3-6 13 15,1 7 16-15,3-8 21 0,1 2 36 0,0-3 39 16,4-1 34-16,-6 4 40 0,6-4-28 0,0 0-27 16,0-11-19-16,5 1-17 0,3-3-19 0,1-3-14 15,7-7-16-15,4 0-8 0,3-2-12 0,2-1-8 16,2-1-12-16,-2 1-3 0,2 4-9 0,-6 3-7 16,-6 4-3-16,-3 5-4 0,-1 3-5 0,-2 0-5 15,-4 3-8-15,-1 1-14 0,0-2-23 0,0 2-28 16,1 1-31-16,-5 2-13 0,0 0 1 0,5 7 8 15,-5-1 11-15,-2 3 5 0,-1 3 6 0,1 5 15 16,-1 7-7-16,0 2 0 0,2-8 7 0,1 1 3 16,0 0-19-16,-1 0-11 0,2-2-16 0,1-2-20 15,5 1-15-15,-4-4-34 0,3-1-37 0,1-2-50 16,2-4-72-16,0-2-217 0,1 1-573 0,-1-8 254 16</inkml:trace>
  <inkml:trace contextRef="#ctx0" brushRef="#br0" timeOffset="121146.12">19260 6488 333 0,'0'-4'336'0,"0"4"-13"0,0-6-37 15,4 4-24-15,-4 2-30 0,0 0-25 0,1-5-21 16,-1 5-8-16,8 0-36 0,-8 0-9 15,17 6-20-15,-7-1-13 0,-1 1-14 0,0 2-10 16,-2 1-6-16,1 3-9 0,1 3-8 0,-2 2 4 0,-1-2-17 16,-2 3-3-16,-3 0-5 0,-1-1-8 0,-3 0 1 15,2-2-4-15,-4-2 1 0,3-1-5 16,-1 0 1-16,-1-4 3 0,1-2-10 0,2 2-2 16,0-3 5-16,1 0 3 0,-1-2-2 0,-2 0 9 0,3-3 2 15,0 7 11-15,0-7-1 0,8 1-3 0,4-1-7 16,1 0-18-16,15-2-44 0,3-3-54 15,0 5-76-15,-1-4-91 0,0-1-276 0,-10 2-578 16,7-4 255-16</inkml:trace>
  <inkml:trace contextRef="#ctx0" brushRef="#br0" timeOffset="121771.23">19764 6740 134 0,'-3'-3'327'15,"3"-2"-14"-15,0 1-13 0,0 4-10 0,0-7-23 16,0 7-16-16,0-5-37 0,0 5-18 0,0 0-18 16,-1-5-13-16,1 5-27 0,0 0-23 0,0 0-29 15,-1-3-25-15,1 3-25 0,0 0-8 0,0 0-6 16,0 0-1-16,0 0-7 0,5 13-13 0,-4-10-13 15,2 4-3-15,0-3-6 0,0 4 3 0,1-3-4 16,1-1 0-16,-1 3 3 0,1-2 1 0,1-3 2 16,1 2 1-16,0-3 5 0,2-1 1 0,2 0 0 15,-1-2 4-15,0-2 0 0,0 0 2 0,0-1 9 16,1-2 9-16,0-2 9 0,3-1 7 0,-1-2 10 16,1 3 6-16,-5 0 8 0,0 1 3 0,0 0 8 15,-3 2 0-15,3-1-7 0,-4 3-1 0,-1 2-8 16,1-1-5-16,1 1-21 0,-3 0-12 0,-3 2-5 15,0 0-4-15,10 9-4 0,-4 0-3 0,-3 3 3 16,2 5 6-16,2 9-7 0,-3 2 0 0,-3 6 3 16,3 1-3-16,-6-2 1 0,-3 17 3 0,0-15 0 15,-1 1-3-15,-3-2 2 0,3 0 1 0,-4-2-1 16,-2-2 3-16,2-1-1 0,-2-5-1 0,-1-5-1 16,4-4 1-16,0-4-5 0,3 0 3 0,-2-4 11 15,3-2 24-15,0-2 0 0,-3-1 7 0,2-4 18 0,-3 1 11 16,0-7 24-16,-2 0 33 0,3-4 26 0,0-3 0 15,2 0 2-15,2-5-2 0,0-5-10 16,6-4-13-16,3 0-13 0,2-5-12 0,4 2-15 16,8-11-5-16,-3 12-6 0,3 0-10 0,2 2-7 0,-2 4-5 15,3 1-6-15,-2 4-8 0,0 3-7 0,-7 3-4 16,2 4-4-16,-4 0-4 0,-1 5-3 16,-1-1-4-16,-4 2-6 0,2-1-26 0,-2 3-30 0,-3 0-29 15,2 0-28-15,0-2-46 0,-4 4-39 0,3-2-26 16,-3 2 2-16,0 0 9 0,0 0-19 0,0 0-9 15,0 0-11-15,0 0-24 0,0 0-21 0,0 9-299 16,0-9-633-16,0 0 281 0</inkml:trace>
  <inkml:trace contextRef="#ctx0" brushRef="#br0" timeOffset="122077.14">20233 6436 117 0,'0'-5'400'16,"2"2"-22"-16,-1-3-12 0,1 0-21 0,-1 4-23 16,0-1-32-16,-1 3-32 0,0 0-31 0,2-6-28 15,-2 6-23-15,3-1-14 0,-3 1-21 0,11 6-6 16,-5-5-24-16,3 4-25 0,1 4-10 0,-1-2-19 16,-1 2-20-16,-1 0-7 0,3 3-13 0,-5 4-3 15,0 0-5-15,-3 1-7 0,-2-1 1 0,0 1-1 16,-5-2 2-16,-1 3-3 0,3-7 0 0,-3 0 0 15,1 0-4-15,2-2 3 0,-1 0 0 0,-1-3 1 16,3-2-3-16,-1 2 23 0,1-2-15 0,0-2-1 16,2-2 1-16,-2 5 5 0,2-5-4 0,9 2-9 0,3-2-20 15,8-2-28-15,1 0-45 0,6-1-60 16,4 1-90-16,-3-3-99 0,0-2-174 0,-1-1-561 16,-8 1 248-16</inkml:trace>
  <inkml:trace contextRef="#ctx0" brushRef="#br0" timeOffset="122464.71">20749 6607 265 0,'0'-7'316'0,"0"7"-31"16,4-3-27-16,-4 3-17 0,4-5-27 0,1 2-17 15,1 2-22-15,1 0-20 0,1-1-17 0,1 0-14 16,4 2-14-16,0 0-12 0,0 4-15 0,1-1-8 0,-4 2-6 16,2-1-8-16,0 1-7 0,-3 2-9 15,0 1-7-15,0 1-7 0,-3 1-2 0,-2 2 1 16,-2 0-8-16,-2 5 3 0,-6 0-4 0,0 2-4 16,-5 4-1-16,-2-1-3 0,-5 1 0 0,-1 4 0 15,-3-5-3-15,-1-1 4 0,5-2-5 0,-4-1-1 16,1-1 3-16,8-3-1 0,0-3 1 0,4-4 1 15,1-1-2-15,3-1-5 0,0-1 4 0,2 0 3 16,-1 0 3-16,0-1 26 0,3-1 22 0,1-2 20 16,-3 3 3-16,3-3-2 0,10 2-10 0,4-3-6 15,4 0-11-15,10-2-10 0,4 1 12 0,0-5-46 16,0-1-40-16,4 1-46 0,-4-2-42 0,-3-1-56 16,0-3-87-16,0 3-309 0,-10-1-614 0,-3-1 273 15</inkml:trace>
  <inkml:trace contextRef="#ctx0" brushRef="#br0" timeOffset="122782.4">20762 6832 13 0,'-11'0'305'16,"3"2"-4"-16,1-4 12 0,1 4-16 0,-1-2 3 0,7 0-11 15,-10 0-15-15,10 0 7 0,-6 0-10 0,6 0-18 16,0 0-2-16,0 0-15 0,-7-2-22 0,7 2-20 16,0 0-21-16,22-7-11 0,-3 4-23 15,13-2-16-15,5 3-13 0,-1-1-11 0,2-1-9 0,13 0-9 16,3 0-13-16,-16 2 0 0,-2-2-12 0,1 0-5 16,-6 0-4-16,-9 2-13 0,-4-1 6 0,-1 0-3 15,-5 2-6-15,-2 1-7 0,-3-3-12 16,0 3-24-16,-3 0-24 0,0-3-49 0,-4 3-47 0,0 0-26 15,0 0-24-15,-17-6-23 0,-2 5-27 0,1-1-22 16,2 1-32-16,-5-1-67 0,2-3-198 0,1 3-596 16,0-1 264-16</inkml:trace>
  <inkml:trace contextRef="#ctx0" brushRef="#br0" timeOffset="123231.86">21297 6379 390 0,'3'-7'426'16,"-1"2"-28"-16,1 1-19 0,1-1-34 0,-1 2-37 16,1 1-40-16,1-1-32 0,3 3-22 0,0-1-22 15,2 2-24-15,1 2-16 0,0-1-29 0,0 6-11 16,-1-1-7-16,1 2-22 0,-2 0-24 0,-1 4-18 15,0 2-5-15,-3 1-1 0,-3 1-4 0,-2 1 0 16,-2 1-9-16,-3 0 1 0,-3 1-2 0,-3-2-2 16,-2 3-4-16,2-3-1 0,-2-3 3 0,1-2-14 15,-2-1 10-15,7-2-2 0,2-4-1 0,1 0 12 0,-3-1-17 16,5-1 5-16,-1-2 0 0,1 3 18 16,0-3 19-16,2-2 13 0,0 5 5 0,0-5 17 15,17 3 2-15,1-3 1 0,13 1-12 0,5-2-4 16,4-2 4-16,10 1 2 0,5 0 3 0,-4-1 6 15,-10 1-2-15,0-1-8 0,-5 2 7 0,-2 1 2 16,-3-1 0-16,-11 1 15 0,-7-3 10 0,-1 3 8 16,0-1-4-16,-4 1 4 0,-1 0-2 0,1-1 0 15,-8 1-16-15,8 0-10 0,-8 0-8 0,5-3-14 16,-5 3-29-16,8 0-32 0,-8 0-53 0,0 0-70 16,0 0-86-16,0 0-79 0,0 0-29 0,0 0-41 15,-17 9-69-15,5-5-423 0,1-1-914 0,3-2 405 16</inkml:trace>
  <inkml:trace contextRef="#ctx0" brushRef="#br0" timeOffset="125079.64">1606 8850 16 0,'-4'2'47'0,"4"-2"-5"0,-3 2 2 0,3-2 4 16,0 0 8-16,-2 3 2 0,2-3 9 0,0 0 5 16,0 0 28-16,0 0-17 0,0 0 2 0,0 0-1 15,0 0-11-15,0 0 6 0,0 0-4 0,0 0-11 16,0 0 6-16,0 0-9 0,0 0 0 0,0 0-12 16,-6 0-12-16,6 0 2 0,0 0-5 0,0 0 1 15,0 0-5-15,0 0 0 0,0 0-5 0,0 0-1 16,0 0 2-16,0 0-5 0,17 3 7 0,-9-3-2 15,3 0-6-15,1 0-3 0,7 3 0 0,-4-1 0 16,6 4-3-16,-3-3-3 0,1 3 0 0,0 0 1 16,-2 1 1-16,1 1-6 0,-4 0-3 0,0 1 2 15,-1 1-2-15,-7 1-9 0,1-1 11 0,-3 5-8 16,-4-3 9-16,-2 5-3 0,-4-2-2 0,-5 2-1 16,-2-1 2-16,-7 3 2 0,-3-2-4 0,2 0 0 15,-4 3 2-15,-1-6 1 0,2 3-1 0,0-2-3 16,1-3 2-16,5-4 4 0,2 1-5 0,4-4 1 15,2 2 0-15,0-2-5 0,3-2 1 0,2-1 3 16,1 1 1-16,3-2-4 0,1-1 5 0,0 0 4 16,10 3-6-16,3-3 7 0,1 0-3 0,6-3 2 15,0 2 1-15,3-2 0 0,3 2-2 0,2 0-1 16,3 1-3-16,-11 0-1 0,1 2-1 0,1 1 9 16,-2 1-9-16,-3-2 3 0,-3 0-1 0,-4 3-5 15,0-2 3-15,-1 2-4 0,-5 0 4 0,-1 2 10 16,-2-2-3-16,-2 3 9 0,-5-2-4 0,-1 4 7 15,-6 1 9-15,-3-1-3 0,0-2 3 0,-3 4-1 16,-6-3 0-16,0 1-8 0,-3-2 4 0,1 1-3 16,-1 1-2-16,5-5-1 0,1-1 2 0,2 1-12 15,1-1-19-15,6-3-26 0,-2 2-49 0,4-6-64 16,-1-1-180-16,4-1-360 0,3 0 160 0</inkml:trace>
  <inkml:trace contextRef="#ctx0" brushRef="#br0" timeOffset="125512.39">1585 8707 51 0,'-19'3'172'0,"0"-1"-16"0,-8 7-14 15,0 0-15-15,3 3-12 0,-4 4-10 0,4 1-14 16,-2 5-10-16,-1 2-4 0,0 4-13 0,-7 9-7 16,7 3-6-16,-5-1-7 0,7 1 2 0,0 4-4 15,6 1-1-15,4 1-5 0,1 0-1 0,4-12-2 16,4 0-3-16,4-1 4 0,2-1 4 0,5 2 2 16,2-5 1-16,3 0 12 0,2 0 9 0,5-2 8 15,2-3 5-15,3-2 11 0,7-5 6 0,2-3 9 16,6-1 3-16,15-4-5 0,8-3 3 0,-1-5 7 15,6-5-11-15,29-9 16 0,-29 1 12 0,31-11 0 16,-12 0 6-16,-24 2 8 0,-1-3 12 0,-7-3-6 16,-2-6-3-16,-5-4-10 0,-1 0-9 0,-1-11-12 15,9-20-5-15,-20 17-23 0,-4-2-18 0,-6-2-2 16,-4-2-27-16,-9 0-5 0,-8 1-1 16,-7 3-7-16,-7 5 4 0,-13 5-2 0,-2 3-9 0,-9 4-8 15,-8 10-18-15,-8 4-31 0,-11 12-26 0,-36 5-44 16,-5 11-29-16,1 11-33 0,0 4-40 0,9 9-67 15,6 0-346-15,35-8-676 0,3 1 300 0</inkml:trace>
  <inkml:trace contextRef="#ctx0" brushRef="#br0" timeOffset="128595.63">4040 8897 122 0,'-4'-5'117'15,"2"3"-8"-15,-2 0-17 0,4 2-5 0,-5-4-4 16,5 4-14-16,-12-2-1 0,7 2-14 0,-3 2 1 16,-2 0-10-16,-1 1-6 0,-5 2 12 0,0 2-7 15,-8 2 5-15,-2 3-5 0,-2 1 2 0,2 1-1 16,-6 6 5-16,1-2-10 0,-1 5-4 0,1-2 1 15,-13 11-1-15,11 2 0 0,4-8-2 0,-3 11-15 0,7-8 8 16,1 0-4-16,4 0 2 0,-2 0-2 16,4 0-6-16,4 2 3 0,0-6-5 0,5 2 1 15,1 1 2-15,4-8-9 0,3-2 8 0,1 0 3 16,4-1-3-16,0 0 16 0,2-6 3 0,7 0 5 16,1 0 6-16,4-3 7 0,11-1-1 0,2-4 4 15,5-1-4-15,1-5 0 0,14-4-7 0,-14 0 4 16,15-5 0-16,-4-3 3 0,-15 1 2 0,3-3 1 15,-3-2-2-15,-1-3 1 0,6-6 3 0,-10 5-3 0,-3-5-1 16,-4 0-4-16,6-20-2 0,-5 4-5 16,-3 3-7-16,-7 7 0 0,-6-2-6 0,-2 0-3 15,0 4-4-15,-6 1 1 0,-1 0-2 0,-4 3-6 16,-2 0-1-16,-1 3 1 0,-3 2-5 0,-1 8-2 16,-2-4-3-16,0 8 1 0,0 2-9 0,-3 0 4 0,2 6-2 15,-1 1 0-15,5 2-5 0,-6 2 0 16,0 3-4-16,1 3 12 0,0 3-11 0,-4 6-2 15,7-3-4-15,-4 6-6 0,2 3-1 0,3-1 1 16,3 7 9-16,3-1-7 0,-1 4 2 0,7 1-2 0,0 2 4 16,5 2 7-16,2-4 0 0,3 2-4 0,3-1 4 15,3-1 2-15,0-1-2 0,4 0 1 16,0-1 1-16,-3 1 2 0,5-5 6 0,-7 2-9 0,2-5 2 16,-1 1-2-16,-5-1 2 0,-3-6-7 15,-1 0-6-15,-3-2 2 0,-3-1 2 0,-4-1 2 0,-1 0 2 16,-4-1 3-16,-7-1 1 0,2-2 1 0,-6 2-3 15,3-4 4-15,-3-2-1 0,0 2 0 0,-6 1 1 16,7-5 2-16,-2 0 1 0,3 0 0 0,1-1 1 16,4-1 2-16,0-2-1 0,4 3 1 0,2-3 0 15,3 1 8-15,5-1-3 0,-9 0-10 0,9 0-32 16,0-4-56-16,0 4-34 0,17-7-30 0,-2-3-74 16,3 4-141-16,2-5-399 0,6 0 176 0</inkml:trace>
  <inkml:trace contextRef="#ctx0" brushRef="#br0" timeOffset="129125.67">4370 9244 154 0,'-2'-5'326'0,"2"1"-12"0,0 0-16 0,0-1-23 16,0 5-29-16,0-6-24 0,0 1-27 0,0 5-24 15,0 0-24-15,0 0-25 0,2-2-36 0,-2 2-14 16,0 0-13-16,0 0-3 0,0 15-10 0,1-5-4 16,-2 1 0-16,-1 5-8 0,1 1-7 0,1 0 0 15,-1 3-2-15,-3-1-4 0,3-1-3 0,1 2 5 0,-3-3-9 16,3 1 1-16,0-1-1 0,0-2-3 16,0-1 1-16,0-4-2 0,3-1-3 0,-3-1 1 15,0-3 5-15,0 0 0 0,1 1 4 0,-1-3 25 16,0 0 23-16,3 0 37 0,-3-3 49 0,0 0 23 15,0 0-16-15,0 0-11 0,11-11-14 0,-4 2-3 16,4-4-8-16,-1-2-13 0,2-1-7 0,-1-1-14 16,2-2-3-16,-2 0-10 0,4-3-10 0,-6 7-9 15,2-2-1-15,-2 2-8 0,0-2-9 0,-3 7 0 16,-2 1-2-16,1-2-4 0,-1 5-5 0,0-1-4 16,-3 3-1-16,2-2-3 0,-2 4-4 0,0 0-6 15,2-1-6-15,-3 3-4 0,5-4-24 0,-5 4-20 0,0 0-32 16,0 0-3-16,0 0 2 0,4 7 6 15,-4-1-3-15,1 5 17 0,-2-1 0 0,1 2 7 0,-3 5-2 16,3 2 18-16,-1-2-1 0,-4 3 4 0,5-1 5 16,-3 2 0-16,2-2-1 0,0-1 4 0,1-1 10 15,0-1-3-15,0-3 6 0,0-4-3 16,0 1 3-16,1-3 0 0,-1 0 4 0,0-2 2 0,1 0 14 16,2-2-9-16,2 1 5 0,1-1-1 0,6-1 1 15,2-1-30-15,3-4-52 0,2 0-68 0,0-2-98 16,0-4-142-16,4-5-203 0,-1-2-637 0,2-5 282 15</inkml:trace>
  <inkml:trace contextRef="#ctx0" brushRef="#br0" timeOffset="129797.56">5052 9242 129 0,'-1'-7'273'16,"0"0"-14"-16,-2 1-18 0,0 2-19 0,1-4-25 15,-1 1-21-15,-1 2-18 0,2 0-17 0,-5 1-18 0,-1 3-13 16,-4 2-12-16,2 1-12 0,-8 0-12 16,-4 8-5-16,3-5-10 0,-4 8-5 0,0 1-10 15,0 2-1-15,3 1-12 0,0 0 3 0,4 2-8 16,0-4 2-16,4 2-3 0,-1-2-8 0,4-1 0 0,0 2-4 15,0-5 1-15,4-2-1 0,1 1 0 0,0-3-3 16,3-1 2-16,-2 1 3 0,2-3 3 0,1-2 23 16,4 1 24-16,0 0 15 0,-4-3 8 15,14-5 3-15,-1 2 2 0,0-4 6 0,-1 2 7 16,4-3 4-16,-1-2-12 0,-1-1 1 0,1 2-15 0,-4 1 4 16,-2 2-26-16,1-1-2 0,-3 1-2 15,-2 2-10-15,1 0 4 0,-2 1-14 0,-1 0-9 16,1 2 1-16,1-1-10 0,-5 2-12 0,4-2-21 15,-4 2-13-15,0 0 3 0,9 5-5 0,-4 1-11 0,4 0-36 16,-3 1-15-16,2 1-24 0,1 2-35 0,1 3-42 16,-1 0-49-16,3-1-76 0,-6-3-199 0,2-1-557 15,-3-1 247-15</inkml:trace>
  <inkml:trace contextRef="#ctx0" brushRef="#br0" timeOffset="130326.68">5478 9131 187 0,'0'0'238'16,"0"0"-24"-16,-2-6-23 0,2 6-23 0,-6-1-17 15,6 1-14-15,-13 4-18 0,2-1-11 0,-2-1-14 16,-2 7-11-16,-5-1-9 0,5-1-9 0,-3 3-4 15,0-2-9-15,4 3 0 0,0-3-13 0,-1 4-2 16,1-3-10-16,5 1 1 0,1 0 0 0,1-1 0 16,0 0-5-16,3 3-2 0,2-4-2 0,0 2 1 15,4-3-4-15,-1 5 1 0,5-4-2 0,2 1 1 16,2-1-2-16,3 3 0 0,4-2-2 0,1 0 1 16,-1 0-5-16,2-1 0 0,-2 1-1 0,0-1 2 15,-7-1-4-15,-1 1 0 0,1-2-3 0,-1-1-1 16,-5 0-2-16,1 2-5 0,-2-3 12 0,-3 0 4 15,-2 3 0-15,-1-2 5 0,-5 1-3 0,-1-3 5 16,-4 5-3-16,-2-2-3 0,-3-3-1 0,1 5-1 16,1-4-3-16,-1-1 3 0,3 0 1 0,1-2-14 15,2 2-11-15,0-3-12 0,4 2-26 0,-2-2-38 16,9 0-57-16,-4-9-222 0,7 6-402 0,3-2 178 16</inkml:trace>
  <inkml:trace contextRef="#ctx0" brushRef="#br0" timeOffset="130594.69">5699 9261 27 0,'5'-4'333'0,"0"-1"5"15,-3 0 0-15,2 2 5 0,-4 3-11 0,4-5-30 16,-4 5-18-16,5-4-37 0,-5 4-26 0,0 0-23 16,0 0-27-16,3-3-26 0,-3 3-17 0,0 0-13 0,0 0-17 15,0 0-33-15,0 0-15 0,0 0-8 0,0 0-8 16,4 15 1-16,-4-10 2 0,-2 4-7 15,1 4-2-15,1-2-2 0,0 1-8 0,-3-1-3 16,3 2-14-16,-1-2-15 0,0 0-9 0,-3 0-10 0,3-1-13 16,-2-1-15-16,-1 0-12 0,3-1-11 0,-3 1-11 15,2-3-8-15,-2 0-5 0,1-2-7 16,-1 1-1-16,-3-1-21 0,4 0-40 0,-3-4-33 16,6 0-225-16,-9-9-471 0,1 1 210 0</inkml:trace>
  <inkml:trace contextRef="#ctx0" brushRef="#br0" timeOffset="130728.4">5636 9064 71 0,'0'-6'355'0,"1"-1"-17"0,2-1-7 15,-2 1-24-15,-1 1-26 0,3 1-28 0,-2 1-33 0,2 0-23 16,-3 0-37-16,0 4-53 0,0 0-64 0,1-5-31 16,-1 5-33-16,0 0-35 0,11 9-44 0,-4-2-57 15,-4-2-234-15,0 2-422 0,1-1 187 0</inkml:trace>
  <inkml:trace contextRef="#ctx0" brushRef="#br0" timeOffset="131076.75">5954 9343 107 0,'0'0'273'16,"0"0"-9"-16,0 0-16 0,0 0-14 0,0 0-17 16,0 0-10-16,0 0-29 0,0 0-17 0,0 0-18 0,21-2-13 15,-6 0-26-15,5 1-49 0,11-1-67 16,0 0-83-16,1 0-274 0,-2-5-400 0,-3 1 177 16</inkml:trace>
  <inkml:trace contextRef="#ctx0" brushRef="#br0" timeOffset="131786.9">6461 9449 53 0,'0'0'248'15,"-1"3"-5"-15,1-3-3 0,0 0-8 0,0 0-8 16,0 0-17-16,0 0-21 0,0 0-19 0,0 0-16 15,8-16-16-15,-3 11-6 0,0-6-16 0,4 2-7 0,1-5-14 16,2-1-6-16,-2-2 7 0,-1 2-7 0,9-8 3 16,-5-1 1-16,1 2-11 0,-2-6-1 15,-1 0-5-15,1-1-3 0,0 0-9 0,-2-2-2 16,-1 2 4-16,-4 3 6 0,2 1 4 0,-3 7-3 0,-4 2 1 16,2-1-12-16,-2 5 9 0,0 2-18 15,0-2-12-15,0 6-5 0,0-1-12 0,0 2-6 16,-2 1-18-16,-1 2 1 0,3 2-17 0,-8 0 1 15,8 0-4-15,-15 7-1 0,5 3 0 0,-3 1 2 0,0 1 3 16,-1 4-1-16,-3 5 2 0,1-1 0 16,-2 5-3-16,5 0 3 0,3 2 2 0,0 2 5 15,3-3 0-15,3 1 0 0,3-9-1 0,-4 0 4 16,10 2-3-16,-1-3 4 0,0-1 3 0,1-4 3 0,4 1 3 16,5-3 3-16,1-1-3 0,2-2 8 0,1-3 6 15,2-3 2-15,3 1 6 0,-3-5 33 0,-1-1-5 16,1 0 18-16,-5-2 8 0,2-1 7 15,0 0 9-15,-6 2 7 0,1-4-1 0,-2 3 11 0,0-1-2 16,-4 2 6-16,0 1 0 0,-3-1-5 0,3 3-10 16,-1-3-13-16,-2 4-14 0,0-1-8 0,-3 2-11 15,4-3-14-15,-4 3-24 0,4-1-19 0,-4 1-46 16,0 0-33-16,0 0-9 0,0 0 10 0,2 7 3 16,-2 0 7-16,0 0 10 0,0-2 4 0,0 4-1 15,-1 0-13-15,1 2-1 0,0-4 1 0,0 1-8 16,-1-1-11-16,1-1-6 0,-2 0-10 0,1 0-20 15,0-1-5-15,1-1-14 0,-1 0-6 0,1 1-13 16,0-5 0-16,-2 5 7 0,2-5-22 0,0 0-71 16,0 0-214-16,-9-9-503 0,6 4 223 0</inkml:trace>
  <inkml:trace contextRef="#ctx0" brushRef="#br0" timeOffset="131949.44">6855 8997 328 0,'1'-4'370'15,"1"-1"-27"-15,-2 5-29 0,2-3-37 0,-1 1-31 16,-1 2-32-16,0 0-19 0,0 0-38 0,0-5-56 16,0 5-36-16,0 0-12 0,0 0-27 15,0 0-28-15,6 15-27 0,-4-8-42 0,-2 3-41 0,0-1-41 16,0 2-234-16,0-2-420 0,0 1 186 0</inkml:trace>
  <inkml:trace contextRef="#ctx0" brushRef="#br0" timeOffset="132392.04">7024 9172 246 0,'0'0'396'0,"0"0"-11"15,0 0-19-15,0 0-22 0,0 0-28 0,0 0-32 16,0 0-31-16,0 0-33 0,0 0-23 0,0 0-21 16,0 0-30-16,0 0-26 0,0 0-21 0,0 0-18 15,0 0-13-15,2 3-6 0,-2 8-9 0,-1 0-6 16,0 1-4-16,1 4 1 0,-3 1-6 0,2 0-8 16,-2-2-3-16,2-2-2 0,-3 3-3 0,3-4 5 15,0-1-2-15,1 1-7 0,-2-4-9 0,1-1 5 16,1-2-1-16,0 0-1 0,-1 0 8 0,1-3 0 15,-2 1 16-15,2-3 54 0,0 0 31 0,2 5 30 16,-2-5-9-16,0 0-7 0,0 0-6 0,11-10-10 16,-3 2 2-16,0-2-2 0,-1-1-14 0,4-2-8 15,1-3-13-15,1 3-6 0,-4-3-9 0,5 0-10 16,-4 4-5-16,3-1-7 0,-5 4-4 0,-2-1-6 16,1 4-3-16,-5 1-23 0,3-1-28 0,-1 3-30 15,1 1-40-15,-1 1-36 0,4 1-26 0,-1 1-29 16,4 4-38-16,0 2-40 0,3 3-36 0,-1 0-50 15,2 2-79-15,-3-3-246 0,-2 0-722 0,0-2 319 16</inkml:trace>
  <inkml:trace contextRef="#ctx0" brushRef="#br0" timeOffset="133026.51">7351 9361 274 0,'0'0'280'0,"0"0"-4"16,0 0-6-16,0 0-13 0,0 0-21 0,0 0-16 15,0 0-17-15,0 0-26 0,0 0-19 0,0 0-18 16,0 0-15-16,19-5-16 0,-10 2-7 0,5 0-13 16,3-3-14-16,0 1-9 0,3 2 2 0,1-2-21 15,6-4-12-15,0-1-6 0,1 2 9 0,-5-4-15 16,4 3-1-16,-1-4-2 0,-3 2-1 0,-6-1-2 16,-1 0-3-16,4-8 1 0,-6 8-1 0,0-3 1 15,-1 1-4-15,-5-2-3 0,-2 2-1 0,-2 5 0 16,-1-5-5-16,-5 4-2 0,1 0 0 0,-7 1-4 15,2-1-1-15,-6 5-2 0,-3-3 1 0,-3 3 0 16,-1 1-4-16,-3 3 3 0,2 1-2 0,-2 2 2 16,1 2-4-16,0 3 2 0,2 1 0 15,1 1 1-15,0 1-1 0,4 5 1 0,-3-1 8 16,1 7-9-16,6-5 1 0,3 2 2 0,2 2 1 0,0-3 2 16,5 2 0-16,6-1 0 0,5 6 5 0,3-3-1 15,5-2 5-15,1-4 0 0,7 2-5 0,-1-7 12 16,3 0-19-16,2-3-7 0,-1-2-2 0,2-2-1 15,0-4 4-15,-4 1-2 0,-6-2 8 0,-3-5 15 16,1 1 12-16,-4-2 14 0,-3-2 13 0,2-2-2 16,-7 3 0-16,0-7-3 0,-2 2 1 0,-4 1-4 15,1 4-8-15,0-6 13 0,-3 5-20 0,-2 1-6 16,1-2-3-16,-2 2-5 0,2 3 2 0,-5 0-5 16,1 2-5-16,-2 3 5 0,0 1-10 0,-6 3-4 15,4 2 0-15,-5 2-1 0,-3 3-2 0,3-1 1 16,0 4 6-16,1 0-3 0,-1 2-3 0,4 2 2 15,-4-3 1-15,5 3-9 0,1-3 2 0,-1 0-2 16,2-2 0-16,3 0 1 0,1-3 1 0,1-1 6 16,1-1-1-16,-2-2 10 0,3-1 1 0,1 1 19 15,2-2 7-15,2-3 6 0,4 0 7 0,2 0 3 16,1-2 2-16,7-2-4 0,-5-1 7 0,4 1 0 16,1-1-3-16,-1 0-9 0,0 1-4 0,-1-3-1 15,0 4-7-15,0-2 0 0,-3 4-2 0,-1-3-2 16,0 0-5-16,-2 2 2 0,3 1-17 0,-5-1-14 15,0 2-32-15,2 0-42 0,1-3-40 0,-3 3-57 0,1 0-65 16,-1 0-354-16,-1-1-651 0,0 0 288 16</inkml:trace>
  <inkml:trace contextRef="#ctx0" brushRef="#br0" timeOffset="133358.12">8265 9144 201 0,'2'-1'283'0,"-2"1"-24"0,9-1-31 16,-9 1-28-16,12 1-19 0,-7 3-18 0,1 1-17 15,3 3-14-15,-3 1-8 0,3 8-12 0,0 0-7 16,0-2-12-16,-2 5-12 0,-2-2-9 0,-3 8-4 16,0-1-7-16,-2 1-5 0,-4-1-3 0,0-6-5 15,-1 1-7-15,-4-3-1 0,1-3-4 0,2-2-4 16,-1-2 2-16,1-2 5 0,-2 1 9 0,6-4 14 15,-2 0 23-15,0 0 40 0,2-1 56 0,2-4 26 16,0 0-3-16,0 0 11 0,-7-10 2 0,7 3-6 16,1-4-22-16,5 1-16 0,0-10-21 0,8-5-14 15,4 3-11-15,-2-3-18 0,4-2-15 0,0 1-13 16,0 1-12-16,0 1-19 0,-5 2-14 0,-1 8-27 16,-4-1-28-16,-2 5-38 0,1 1-66 0,-4 4-72 15,0 1-86-15,-5 1-102 0,3 2-386 0,-3 1-833 16,0 0 369-16</inkml:trace>
  <inkml:trace contextRef="#ctx0" brushRef="#br0" timeOffset="134630.07">3800 10081 110 0,'-1'-3'169'0,"1"3"-15"0,-3-4 2 16,3 4-12-16,-3-2-17 0,3 2-10 0,0 0-13 15,0 0-8-15,0 0-12 0,-3-1-8 0,3 1-8 16,0 0-12-16,0 0 4 0,0 0-13 0,0 0-11 15,0 0-1-15,0 0-3 0,0 0-2 0,0 0-5 16,0 0-6-16,0 0-2 0,0 0-2 0,0 0 1 16,0 0-1-16,0 0-3 0,0 0-2 0,0 0-5 15,0 0-1-15,0 0 1 0,0 0 0 0,0 0-2 16,0 0 3-16,0 0-5 0,0 0 4 0,0 0-2 16,0 0 9-16,0 0-11 0,10 6 2 0,-6-4 2 15,-4-2 3-15,14 2 2 0,-4-1 7 0,5 1 2 16,3-4 2-16,10 1 8 0,7 1-5 0,17-2 4 15,2 0 0-15,8 2-1 0,30-5-3 0,4 2 5 16,11 3 1-16,4-4-1 0,6 3 1 0,11-3-2 16,6 4 5-16,18-4 2 0,9 5 4 0,5-1-1 15,3 0-1-15,6-2 5 0,5 4-5 0,3-3-8 16,-6 2 6-16,-3 2 3 0,-3-1-3 0,1 2-2 16,-5-1-1-16,-6 2-2 0,-5-2-5 0,-9-1-1 15,-4 5-5-15,-1-4 5 0,-12-3-3 0,-11 2 1 16,-10 0 10-16,-15-2-8 0,-34 1 3 0,-7 0 15 15,-14-1 1-15,0-1 7 0,-5 0 7 0,-4-1 5 16,-9 0 13-16,-4 2 19 0,-2-2 19 0,-6 2 15 16,0-1 20-16,-1 1-11 0,-3-2-6 0,0 0-3 0,0 1-14 15,-1-2-15-15,0 1-13 0,-4 2-8 16,6-2-6-16,-6 2-12 0,5-2-6 0,-5 2-7 16,4-1-7-16,-4 1-16 0,0 0-33 0,0 0-35 0,5-2-32 15,-5 2-27-15,0 0-33 0,0 0-33 0,0 0-40 16,0 0-33-16,0 0-42 0,0 0-41 0,0 0-220 15,0 0-589-15,0 0 261 0</inkml:trace>
  <inkml:trace contextRef="#ctx0" brushRef="#br0" timeOffset="135060.73">9523 9053 121 0,'-1'-6'379'15,"-2"0"-18"-15,3 1-23 0,-1 0-23 0,1 1-31 16,-5 1-33-16,5 3-20 0,0-5-33 0,0 5-47 16,0-5-56-16,0 5-70 0,0 0-82 0,0 0-36 15,0 0-19-15,0 0-57 0,0 17-218 0,0-7-419 16,0 2 187-16</inkml:trace>
  <inkml:trace contextRef="#ctx0" brushRef="#br0" timeOffset="135210.79">9439 9539 173 0,'-1'4'223'0,"1"-4"15"0,-2 4 5 0,2-4-3 15,0 4-14-15,0-4-21 0,0 0-21 0,7 3-28 16,-7-3-45-16,14-3-50 0,-3 1-61 0,2 0-73 16,5-1-84-16,1-3-148 0,-1 0-331 0,4 0 146 15</inkml:trace>
  <inkml:trace contextRef="#ctx0" brushRef="#br0" timeOffset="135425.06">9983 9388 53 0,'0'0'369'0,"0"0"-6"0,0 0-17 16,0 0-8-16,0 0-20 0,0 0-41 0,0 0-24 15,0 0-34-15,18-11-13 0,0 9-29 0,5-3-35 16,10 0-34-16,2 3-59 0,3-1-47 0,3-1-54 16,-1 4-56-16,-5 0-61 0,2-3-89 0,-3-3-182 15,-13 3-474-15,1 0 209 0</inkml:trace>
  <inkml:trace contextRef="#ctx0" brushRef="#br0" timeOffset="160204.97">11740 9228 216 0,'-1'-5'254'0,"1"5"-6"0,-1-3-12 0,1 3-14 16,0-7-14-16,0 7-22 0,0 0-15 0,1-4-16 16,-1 4-19-16,0 0-12 0,0 0-13 0,0 0-15 0,0 0-11 15,0 0-8-15,0 0-12 0,0 0-9 16,0 0-11-16,0 0-16 0,0 0-16 0,0 0-1 16,0 0-1-16,-5 13-3 0,1-7-2 0,3 2-4 0,-2 3-1 15,1-1 0-15,-1 2 1 0,-1 4 2 0,-1 1 1 16,1-2 0-16,-1 0-2 0,3-3 0 0,-2 0 0 15,-3 3 1-15,2 1 0 0,1-4-1 0,3 0 2 16,-3-2-2-16,-1 1 0 0,1-3-6 0,3 4-15 16,0-7-3-16,-3 2-13 0,4-2-8 0,-3-2-9 15,2 1-7-15,-1-1-7 0,0 1 2 0,2-4-19 16,0 0-78-16,0 0-211 0,-11-12-402 0,7-1 179 16</inkml:trace>
  <inkml:trace contextRef="#ctx0" brushRef="#br0" timeOffset="160353.99">11690 9027 2655 0,'-1'-15'275'0,"1"0"-107"16,0 3-27-16,1 0-26 0,-1 3-20 0,0-1-16 15,3 3-14-15,-3-3-16 0,0 5-12 0,0 0-7 0,1 0-19 16,2 1-44-16,-3 4-59 0,0-3-75 0,0 3-15 16,0 0-18-16,0 0-37 0,6 11-232 15,-2-5-506-15,-3-1 224 0</inkml:trace>
  <inkml:trace contextRef="#ctx0" brushRef="#br0" timeOffset="161156.81">11744 8981 211 0,'4'-8'211'0,"-3"4"-6"0,2 0-10 0,-2 3-4 16,-1-6-2-16,5 3-11 0,-1 0-2 0,0 2-9 16,-2-1-6-16,1-1-7 0,-1 1-4 0,-2 3-10 15,3-2-16-15,-3 2-13 0,3-4-14 0,-3 4-12 16,0 0-9-16,1-4-14 0,-1 4-17 0,0 0-18 16,0 0-8-16,0 0-5 0,0 10-1 0,-3 0 1 15,-1 4-9-15,1 6 4 0,-9 2-3 0,3 4-1 16,-1 4-3-16,-4 5 2 0,4-1 3 0,-4 10-2 15,2-10-1-15,3-2-2 0,4 0 1 0,-4 0-1 16,1-2 0-16,5-2 1 0,-3-3 0 0,3-5-13 16,-1-4 2-16,0 1 1 0,2-2 1 0,0-6-1 0,-2 1 4 15,3-5 5-15,0 2-4 0,1-2 0 16,-2 0 3-16,1 1 5 0,1-3 9 0,0-3 14 16,-2 3 10-16,2-3 15 0,-2 4 13 0,2-4-3 0,-1 5-1 15,1-5 6-15,0 0 6 0,0 0-10 16,0 0-14-16,0 0-5 0,0 0-3 0,0 0-8 15,0 0-30-15,0 0-24 0,0 0-40 0,0 0-37 16,0-12-56-16,-1 5-59 0,2-1-86 0,-1-6-192 0,-1 5-528 16,-1-3 235-16</inkml:trace>
  <inkml:trace contextRef="#ctx0" brushRef="#br0" timeOffset="161348.74">11617 8982 140 0,'8'-9'226'0,"1"1"-19"15,0-1-23-15,0 2-20 0,4 0-13 0,2 0-18 16,-2 2-12-16,1 0-34 0,3 0-34 0,-3 3-44 16,-2 2-25-16,2 1-45 0,-1 0-52 0,-2 4-102 15,-1 0-232-15,-4 0 103 0</inkml:trace>
  <inkml:trace contextRef="#ctx0" brushRef="#br0" timeOffset="161512.91">11469 9540 61 0,'-1'4'263'0,"1"-4"-8"0,0 0-12 0,13 3-21 0,-2-3-17 15,11 0-23-15,8-4-14 0,5-1-18 0,2-1-27 16,0-1-53-16,3 0-59 0,8-5-104 15,-12 0-217-15,-2 0-337 0,-1-3 149 0</inkml:trace>
  <inkml:trace contextRef="#ctx0" brushRef="#br0" timeOffset="161988.84">12480 8846 5 0,'0'-10'300'16,"0"2"-15"-16,-1-1-22 0,2 4-17 0,-2-1-26 16,0 0-23-16,1 1-24 0,0 5-27 0,-2-3-39 15,2 3-13-15,0 0-11 0,-6 10-7 0,1 2-10 16,-5 12-7-16,1 1-5 0,1 7-4 0,-5 1-5 16,2 12-7-16,2 2 0 0,1-1 0 0,3 1-5 15,4 2 0-15,1-15-4 0,0 3-2 0,1-6-4 16,-1 5-3-16,3-5-2 0,-3-1-1 0,1-4 0 15,-1-6-1-15,-1-3-4 0,-3 0 3 0,1-6-1 16,2 1-2-16,-7-4 10 0,4 2 9 0,-3-3 4 16,-1 0 0-16,-5-2 8 0,-1-2-11 0,-3-1-2 15,-2-4-2-15,3 2-2 0,-3-3-5 0,-1-1 0 0,4-1-1 16,-2 0-4-16,2-2 1 0,0-3-4 16,2 4-20-16,0-5-36 0,1 1-38 0,4 1-42 15,3-1-40-15,3-1-54 0,2-1-221 0,2 3-474 0,3-3 210 16</inkml:trace>
  <inkml:trace contextRef="#ctx0" brushRef="#br0" timeOffset="162258.9">12240 9251 41 0,'0'0'302'0,"-9"1"-7"0,5 0-13 15,4-1-17-15,0 0-26 0,-6 1-15 0,6-1-24 16,0 0-22-16,0 0-16 0,25-3-19 0,5 1-8 16,7-3-17-16,19 1-12 0,4 0-14 0,4 3-8 15,1-2-16-15,-1-4 3 0,-5 3-21 0,-2 1-6 0,-17-1-6 16,-7 0-2-16,-4 2-8 0,-7 0 7 16,-6 0-8-16,-4 1-4 0,-2 1-4 0,-3 0 0 15,-1 0-7-15,1-4-6 0,-7 4-23 0,2-2-26 16,-2 2-27-16,0 0-28 0,-15-1-33 0,6 4-46 15,-1 1-47-15,0-4-207 0,2 0-466 0,1 3 206 16</inkml:trace>
  <inkml:trace contextRef="#ctx0" brushRef="#br0" timeOffset="163137.15">13887 9047 90 0,'4'-4'281'16,"-4"4"-11"-16,1-7-14 0,0 3-7 0,1 2-12 16,-1-2-20-16,-1 4-19 0,1-4-17 0,-1 4-23 15,3-3-18-15,-3 3-17 0,0 0-18 16,0 0-8-16,0 0-19 0,0 0-12 0,0 0-9 0,-3 12-4 15,2-4-3-15,0 4-10 0,-1-2-3 0,-4 7-6 16,5-1 0-16,-4 4-3 0,2-3-4 0,2 1-2 16,-6 0-1-16,6-1-2 0,0-2-5 0,-2 1 2 15,2-4-2-15,-2-4-2 0,2 1-2 0,1-1-4 16,0-1 15-16,-4-1-13 0,4-2 2 0,0 1 1 16,0-5-1-16,-1 7 2 0,1-5 1 0,0-2 2 15,-1 4-1-15,1-4-10 0,0 0-4 0,0 0-7 16,-4 3-41-16,4-3-79 0,-6-9-75 0,3-2-92 15,-4-5-152-15,5-3-482 0,-7-8 214 0</inkml:trace>
  <inkml:trace contextRef="#ctx0" brushRef="#br0" timeOffset="163284.79">13780 8892 135 0,'-2'-6'267'0,"4"0"-18"0,-2 0 3 0,-3 1-24 15,3 0-22-15,1 1-20 0,-1 1-22 0,2-1-18 0,-2 4-29 16,5-5-29-16,-1 2-35 0,-4 3-36 15,7 0-38-15,-7 0-38 0,14 3-36 0,-6-1-32 16,-3 2-174-16,5-1-327 0,-5-2 145 0</inkml:trace>
  <inkml:trace contextRef="#ctx0" brushRef="#br0" timeOffset="163790.29">14338 8770 185 0,'3'-5'333'0,"-2"0"-14"0,3 1-9 0,-2-1-30 15,-1 1-18-15,1 1-28 0,-1 0-33 0,-1 3-24 16,0-3-22-16,0 3-42 0,3-4-36 0,-3 4-13 16,0 0-11-16,1 13-4 0,-1-4-6 0,0 5 5 15,-1 5-9-15,-5 1-11 0,3 6-1 0,-5 2-2 16,2 1 0-16,-1-2-7 0,1 3-10 0,-4-1-12 15,2 0 2-15,0-4-13 0,3-1-7 0,1-5 0 16,-1-2-16-16,2-3-4 0,0-1-12 0,-1-1 4 16,4-5-5-16,-4 2-9 0,4-3 1 0,-2 1 18 15,-1-3 13-15,3-2 15 0,0-2 17 0,0 0-9 16,0 0-6-16,0 0-1 0,0 0-1 0,-13-13 3 16,8 3-3-16,0 0 3 0,-1 0 0 0,-1 1-2 15,0-6-1-15,0 5 6 0,0 1 4 0,-2-6-1 16,-2 8 7-16,-1-4-4 0,0 3 3 0,2 1 6 15,0 1 6-15,1 2 6 0,1-1 4 0,3 2 3 16,1-1-2-16,0 4-4 0,2-3-1 0,2 3-2 16,-8-4-3-16,8 4 3 0,0 0-3 0,18-1 0 15,0-1-3-15,11 1 4 0,6 0-1 0,4 0-2 16,20-3 3-16,0-1 4 0,1 3 9 0,32-3 3 16,-28 0 1-16,0 0 2 0,-2 2 1 0,-3 0-3 15,-5 2 3-15,-22-2-4 0,-2-2 1 0,-8 3-3 16,-4 0-4-16,-7 2 1 0,1-1-1 0,-4-1-4 15,-1 2-4-15,0 0-3 0,-7 0-16 0,6-2-16 0,-6 2-20 16,0 0-34-16,0 0-44 0,-19 9-44 0,6-4-79 16,2-2-151-16,-1-2-425 0,3 2 188 15</inkml:trace>
  <inkml:trace contextRef="#ctx0" brushRef="#br0" timeOffset="164655.67">16191 8910 73 0,'0'0'318'0,"0"0"-8"0,0-6-10 15,0 6-7-15,0 0-14 0,1-5-17 0,-1 5-11 16,2-5-20-16,-2 5-9 0,0-3-29 0,0 3-18 0,0 0-25 16,0 0-13-16,0 0-9 0,0 0-28 0,0 0-20 15,0 0-25-15,0 0-42 0,0 0-5 16,0 0-5-16,0 0 2 0,-4 19-4 0,1-9 13 0,-1 2-11 15,-1 5-6-15,-1-1 1 0,0 2 1 0,-1-1 4 16,2 2 0-16,0-2-3 0,0 0-1 0,1-5-4 16,-4 1 8-16,4-2-3 0,2-1 3 15,-1 0 1-15,1-3-3 0,-1 1-4 0,2-1 6 0,-2-3-1 16,1 1-1-16,0-1 5 0,1-1-1 0,1-3 3 16,-1 6 1-16,1-6-4 0,-2 4 5 0,1-1 2 15,1-3 0-15,0 0-3 0,-2 4 5 16,2-4 0-16,0 0 0 0,0 0 1 0,0 0-4 0,0 0-28 15,0 0-36-15,0 0-55 0,-3-12-58 0,1 2-59 16,0-1-68-16,-1-9-190 0,1 1-523 0,1-8 233 16</inkml:trace>
  <inkml:trace contextRef="#ctx0" brushRef="#br0" timeOffset="164809.59">16166 8738 284 0,'2'-6'315'16,"-1"0"-10"-16,0 2-9 0,1-1-27 0,0 1-24 0,0-1-23 15,-1 2-27-15,0 0-16 0,2-1-23 16,-3 4-19-16,2-3-33 0,-2 3-47 0,0 0-54 16,4-2-34-16,-4 2-34 0,0 0-42 0,7 10-22 0,-4-5-34 15,0 1-216-15,-2 4-410 0,-1-3 181 0</inkml:trace>
  <inkml:trace contextRef="#ctx0" brushRef="#br0" timeOffset="165504.49">16642 8858 249 0,'1'-3'294'0,"1"1"-12"0,0-2-3 0,3 1-25 16,-5 3-24-16,1-4-19 0,-1 4-17 0,4-2-25 16,-4 2-22-16,0 0-15 0,4-4-18 0,-4 4-18 15,0 0-8-15,0 0-9 0,0 0-13 0,-22 9-1 16,12-2-10-16,-9 1-4 0,4 1-7 0,-3-1-4 16,1 3-6-16,-1-2-6 0,3 2-16 0,5-4-6 15,-2 4-16-15,2-2-6 0,4 3-5 0,-1-2 2 16,2 1 1-16,5 3 2 0,0-2 5 0,5 4-2 0,3-1 3 15,6-1 2-15,4 3 0 0,4-1 4 0,2-2 0 16,0 2-2-16,-1-2 2 0,-8 1 2 16,3-6-4-16,-4 1 2 0,-5-5-1 0,0 2-3 0,0-2-1 15,-5 0-1-15,1-2 0 0,-1 1-3 0,-4 0 16 16,0-4-3-16,-5 6 4 0,-3-3 0 16,-6 1 0-16,-4-3 0 0,-1 3 0 0,-1-4-2 15,0 2-5-15,-2-2-32 0,-1 0-55 0,2 0-71 0,1 0-96 16,-1-5-154-16,11 1-444 0,2 1 196 0</inkml:trace>
  <inkml:trace contextRef="#ctx0" brushRef="#br0" timeOffset="166670.84">17760 9032 67 0,'0'0'128'0,"0"0"-3"16,0 0-7-16,0 0-9 0,-4 4-2 0,4-4 1 15,0 0 9-15,0 0 9 0,0 0 10 0,0 0 12 16,0 0 4-16,0 0-5 0,0 0-4 0,13-10-9 16,-7 8-2-16,-2-3-7 0,5-2-5 0,0 0 0 15,0-1-6-15,5-4-1 0,-2-2-7 0,2 1-18 16,2-6-10-16,2-2 1 0,0 0-15 0,-3-2-10 16,3-5-5-16,0-2-8 0,-3 3-2 0,2-3-7 15,-3 1 0-15,-1-1-6 0,0 3-7 0,-4-4 2 16,-3 7-4-16,2-3 1 0,-7 1-4 0,0 7-4 15,2 1-2-15,-3 3 0 0,-3 1-5 0,2 1-2 16,-3 5 2-16,2-2-12 0,-3 5-6 0,-2-2-1 16,-2 4-1-16,-1 3-3 0,0 3 2 0,-8 1 1 15,2 6 3-15,0 0 1 0,-8 7 0 0,6 0 1 16,-3 5 1-16,1 0 1 0,2 4 0 0,0 4 1 16,0 1 3-16,-1-1-2 0,6 0-1 0,2 1 3 15,-1-2 1-15,3 0 0 0,3-2-1 0,2 1 6 16,4-8-1-16,0-1 0 0,4-1 0 0,3-4 9 15,3 2-5-15,0-3-1 0,4-1 5 0,10 0-1 16,2-4 2-16,2-2-5 0,0-3 2 0,6 0 0 16,-2-4 8-16,1-3-11 0,2 1 4 0,-2-4-1 15,-1-3 2-15,0-1 1 0,-3 1 2 0,2-5 3 0,-4 2 10 16,-3 0 12-16,-6 1 7 0,-1 0 8 16,-2 1 9-16,-2 0 7 0,-4 1 5 0,-1 2 6 15,-2-1 2-15,1 2-5 0,-1 1-2 0,-2 1 11 16,-1 1-22-16,1 1-12 0,-1-1-10 0,-2 2-6 0,-1 2-17 15,3-3-21-15,-3 3-26 0,0 0-9 0,0 0 6 16,0 0 0-16,2 10 3 0,-2-4 1 16,-4 4 4-16,1 0 2 0,1-1 2 0,-2 4 8 0,-1 1-3 15,3-3 3-15,-2 1 6 0,0 2-6 0,0-4 7 16,2 0 10-16,-1-1-13 0,1-2 1 0,0-2 4 16,1 2-3-16,0-2 4 0,1-1-4 0,-2 0 9 15,2-4-4-15,0 9 7 0,-1-6-3 0,0-1 5 16,1-2 2-16,0 0-1 0,-1 4 3 0,1-4-4 15,0 0-4-15,0 0-13 0,0 0-27 0,0 0-55 16,0 0-63-16,0 0-76 0,-4-17-74 0,4 5-195 16,1-4-541-16,3-3 239 0</inkml:trace>
  <inkml:trace contextRef="#ctx0" brushRef="#br0" timeOffset="166814.29">18363 8675 87 0,'0'0'310'0,"1"-7"-12"0,-1 4-7 0,0 3-30 15,3-4-21-15,-3 4-13 0,0-4-34 0,0 4-20 16,1-5-20-16,-1 5-10 0,0 0-52 0,4-3-45 16,-4 3-52-16,0 0-27 0,0 0-26 0,0 0-33 0,0 0-24 15,4 15-22-15,-6-13-208 0,2 5-373 0,0-2 166 16</inkml:trace>
  <inkml:trace contextRef="#ctx0" brushRef="#br0" timeOffset="167236.96">18648 8790 53 0,'3'-3'369'0,"-3"3"-13"0,5-2-23 16,-5 2-18-16,0 0-30 0,0 0-31 0,0 0-26 15,5-3-31-15,-5 3-20 0,0 0-22 0,0 0-19 16,0 0-21-16,0 0-28 0,0 0-8 0,1 7-9 15,2-2-13-15,-6 0 10 0,3 4-22 0,0 1-6 16,-1 3-3-16,1-4-6 0,-3 4-1 0,1 3-2 16,-2-1-3-16,0-3-6 0,3 0 5 0,-2-1-6 15,2 1 1-15,1-1-3 0,-1-4-5 0,-2-3 6 16,3 4 9-16,-1-5-13 0,1 1 1 0,-3-1 9 16,3-3 26-16,0 7 37 0,0-7 43 0,0 0 35 15,0 0 8-15,0 0-10 0,0 0-16 0,0 0-12 16,12-13-14-16,-3 2-13 0,-3 4-11 0,2-5-12 15,4 0-7-15,-1-1-10 0,-3 4-5 0,-1 1-6 16,1 1-4-16,-3 1-7 0,-1 1-8 0,0 4-5 16,0-4-6-16,-2 1-8 0,1 2-18 0,-3 2-32 15,5-3-32-15,-5 3-13 0,7 0-13 0,-7 0-14 16,9 7-22-16,0 0-25 0,0-1-17 0,-1 2-16 16,0 2-17-16,-1 0-23 0,5 1-9 0,-2 2-26 15,0 2-28-15,0-9-23 0,-2 5-211 0,1-6-564 16,1 4 251-16</inkml:trace>
  <inkml:trace contextRef="#ctx0" brushRef="#br0" timeOffset="167872.24">18954 8994 177 0,'1'-6'260'0,"-1"6"-13"0,0-3-5 0,0 3-6 0,0 0-4 16,-1-4 5-16,1 4-22 0,0 0-17 0,0 0-6 16,1-6-20-16,-1 6-17 0,0 0-16 0,0-5-15 15,0 5-9-15,0 0-15 0,0 0-9 0,6-4-12 16,-1 3-12-16,0 0-3 0,3-2-11 0,6-1-9 15,0 0-17-15,4 0-8 0,1 2-10 0,8-6-9 16,1 1-1-16,-6 3-5 0,7-4-6 0,-7 3-3 16,2-4-1-16,3-1 2 0,-9 2 1 0,1-1 0 15,3-1 1-15,-4 1 1 0,-3-2 0 0,-1 0 3 16,-1-1 13-16,1 1 8 0,-5 0 6 16,-3 4 5-16,1-5-3 0,-2 3-3 0,-3-2-6 0,1 4-1 15,-6-3-5-15,1 2-1 0,-7 0-4 0,0 2 10 16,-3 2-11-16,-2 1-3 0,-6-1 2 0,-2 3-5 15,-5 2 0-15,7 4 2 0,-7 0 1 0,-1 2-2 16,9 2 2-16,0-1-5 0,2 3-1 0,-1 1-10 16,3 1-7-16,2 1-5 0,3 1 3 0,0-1 3 15,2 2 4-15,4-3 2 0,4 2 5 0,4-3 3 16,5 2 1-16,6-1 1 0,8 2 1 0,4-4 4 16,1 1 2-16,7-4-3 0,2-1-5 0,1-5 0 15,-1 2-4-15,1-4-4 0,-2-1 2 0,1-3 3 16,-3 0 2-16,-1-3 2 0,-5 0 2 0,-4-5 6 15,-3 3 5-15,-7-2 14 0,0 2 18 0,-2-3 13 16,-4 4 4-16,0-2-4 0,-3 1-1 0,-1 0-3 16,-2 3-6-16,0-1-5 0,-1 2-8 0,0-2-7 15,-2 5-3-15,1 2-6 0,-3-7-2 0,3 7-3 16,-7-3 1-16,7 3-5 0,-12 7-1 0,7-4-4 16,-1 4-7-16,-3 0 3 0,1 1-5 0,0 1 0 15,5 1 0-15,-5-1 0 0,2 1 2 0,-2 0-3 16,4-1 3-16,-1 0 1 0,2-1-1 0,-2-3-1 15,4 2 6-15,-3-2-4 0,3-2 4 0,0 1 5 16,-2-1 1-16,3-3 2 0,0 7 4 0,0-7 18 0,3 3 7 16,-3-3 3-16,0 0-4 0,15 0-2 0,-10-3 0 15,4 3-2-15,1-3-1 0,0 1-4 16,1-1-1-16,-1 2-2 0,0 0-2 0,2-1-3 16,0 2 10-16,-3-2-14 0,2 2-30 0,1 0-14 0,-1 0-29 15,1 2-35-15,1-2-42 0,-3 2-35 16,4 0-63-16,-1 1-261 0,-3-2-541 0,3-1 240 15</inkml:trace>
  <inkml:trace contextRef="#ctx0" brushRef="#br0" timeOffset="168235.84">19922 8799 237 0,'0'-2'282'0,"4"-5"-19"0,-3 3-23 0,4 0-26 16,-1 0-29-16,4 2-11 0,-2-1-24 0,6 3-15 16,-2 0-16-16,2 2-12 0,0 1-12 0,0 0-11 15,-1 1-10-15,2 5-7 0,0-2-9 0,1 6-4 16,-3-2-7-16,2 2-6 0,-4 2-3 0,-2-1-2 16,0 3-3-16,-3 0-4 0,-2 0-2 0,0 0-4 15,-4 1-5-15,0-1 1 0,-4-1-2 0,-1 0-1 16,2-6-1-16,-3 2 1 0,0-4 1 0,-1-1 1 15,0 0 5-15,-3 0 13 0,3-4 17 0,1-1 22 16,2-2 27-16,-1 0 19 0,7 0 20 0,-11-5 10 16,6 0 8-16,1 0-15 0,3-2-2 0,1-5-14 15,4-2-17-15,4-4-13 0,8-6-4 0,3 0-41 16,6-2-29-16,1 1-30 0,14-6-21 0,-16 9-27 16,7 2-23-16,0 3-32 0,-1 3-35 0,2 3-43 15,-2 3-59-15,0 1-81 0,-11 2-244 0,1 0-620 16,-9 3 275-16</inkml:trace>
  <inkml:trace contextRef="#ctx0" brushRef="#br0" timeOffset="169586.94">21707 8567 220 0,'2'-9'288'16,"-2"4"-7"-16,1-3-12 0,-1 1-11 0,1 0-15 15,-1 4-11-15,3-1-18 0,-2 0-20 0,-1-1-23 16,0 5-15-16,0-7-22 0,0 7-21 0,0-2-13 16,0 2-8-16,0 0-22 0,0 0-4 0,0 0-11 15,0 0-10-15,-4 18 6 0,4-7-12 0,-2 4-5 16,-2 2-3-16,0 1-17 0,-1 6-6 0,1-5 1 16,-1 0-2-16,1 0-1 0,0 0 3 0,0 1-2 0,3-3-1 15,-3-1-2-15,3-1-1 0,-2-4 13 16,2 0-15-16,-2-1-1 0,3-4 6 0,-1 2 0 15,1-3-4-15,0 2 4 0,-1-4-1 0,1-1 6 16,0-2-5-16,-4 8 3 0,4-6 4 0,0-2 2 16,0 0-1-16,0 5 2 0,0-5 2 0,0 0-3 15,0 0 2-15,0 4 0 0,0-4-2 0,0 0-15 16,0 0-45-16,0 0-48 0,0-15-71 0,4 4-74 16,-4-1-279-16,1-5-558 0,3-3 247 0</inkml:trace>
  <inkml:trace contextRef="#ctx0" brushRef="#br0" timeOffset="169753.81">21743 8346 82 0,'3'-6'283'0,"-3"1"-9"0,1 0-16 0,-1 2-27 16,1-1-24-16,-1 4-23 0,0-8-34 0,0 8-44 16,0-2-50-16,0 2-46 0,0 0-16 0,0 0-13 15,0 0-21-15,0 0-16 0,9 11-26 0,-6-7-47 16,-1 0-123-16,-1-1-272 0,2 4 120 0</inkml:trace>
  <inkml:trace contextRef="#ctx0" brushRef="#br0" timeOffset="170118.71">22004 8569 287 0,'1'5'328'0,"-1"-5"-29"0,0 0-30 0,0 0-33 0,1 3-24 16,-1-3-25-16,0 0-20 0,2 3-29 15,-2-3-11-15,-3 5-20 0,2 1-12 0,-2 0-8 16,2 0-10-16,-2 4-7 0,1 0-12 0,-2 2-4 16,-1 0-8-16,2-1 1 0,1 0-15 0,-2 1-11 0,1-3-4 15,1-2-8-15,0 0 1 0,1-3-1 16,1 0 0-16,-1-1 1 0,0 2 8 0,1-5 23 15,-2 4 30-15,2-4 25 0,0 0-5 0,0 0-9 16,0 0-4-16,13-12 0 0,-8 7-4 0,2-2-9 0,3 0-7 16,-4-1-5-16,1 1-3 0,-1 0-11 0,0 1-5 15,-2 2-3-15,0 1-8 0,1-1-12 0,0 3 5 16,1 0-4-16,-6 1 6 0,16 6-30 0,-6 0-11 16,4-2-27-16,-1 6-26 0,5 2-31 0,-4 2-37 15,5 4-54-15,1 0-62 0,0-2-270 0,-4-2-574 16,-3-4 254-16</inkml:trace>
  <inkml:trace contextRef="#ctx0" brushRef="#br0" timeOffset="170936.21">23351 8330 12 0,'-2'-6'287'0,"2"0"-14"0,0 3-12 0,0-2-17 0,0 5-29 15,-1-7-22-15,0 5-20 0,1 2-17 0,0 0-17 16,0 0-21-16,0-4-14 0,0 4-21 0,0 0-16 16,0 0-5-16,0 0-4 0,-7 18-13 0,5-5-3 15,-3 6-11-15,-3 9 2 0,0 2-5 0,-1 1 0 16,-6 15-4-16,1 0-3 0,0-13-2 0,1 12-2 16,2-12-2-16,-1 3 4 0,3-4-5 0,0 0-2 15,2-3-1-15,-4-3-1 0,6-1 0 0,0-6-4 16,1-2 2-16,-2-1 1 0,2-6 1 0,2 1 2 15,-1-2-6-15,-1 0 2 0,2-1-2 0,0-4-4 16,0 2-8-16,0-2-5 0,1 0-3 0,1 0-7 16,0-4 0-16,-2 7-13 0,2-7-4 0,-2 2-5 15,2-2-31-15,0 0-134 0,0 0-196 0,2-14-437 16,0 4 194-16</inkml:trace>
  <inkml:trace contextRef="#ctx0" brushRef="#br0" timeOffset="171237.84">23336 8515 34 0,'-1'-1'290'0,"1"1"-15"15,-1-6-24-15,0 4-23 0,1 2-28 0,0 0-23 16,0 0-18-16,0 0-19 0,0 0-14 16,0 0-11-16,11 1-12 0,-4 3-11 0,5 1-10 0,1 5-7 15,2 1-9-15,1-1-7 0,-1 4-9 0,-1-1 0 16,-2-3-7-16,-1 3-6 0,-2-4-5 0,-2 3-11 15,0-3-4-15,-2-1-1 0,-2 1-7 0,-2-4 3 16,-2 3 1-16,-4 0 0 0,-5 0 0 0,-6 0 0 16,-3 1-3-16,-8-3 1 0,0 2-3 0,-1-2-1 15,1-2 3-15,0 2 1 0,8-4-3 0,-1 0 1 16,3 0-3-16,2-1 0 0,2 1 2 0,4-2-2 16,-1 0-2-16,6 1 4 0,-2-1-13 0,6 0-17 15,0 0-42-15,-7-3-60 0,7 3-53 0,21-7-246 16,-2-1-456-16,9 0 202 0</inkml:trace>
  <inkml:trace contextRef="#ctx0" brushRef="#br0" timeOffset="172736.84">24467 8461 143 0,'-1'-5'235'0,"1"0"-20"0,-2-2-23 0,-2 4-21 15,1-2-18-15,-6 2-15 0,4 1-19 0,-4 1-11 16,-1 1-11-16,-4 0-10 0,-3 3-6 0,-2 3-15 16,-1 1-6-16,-6 6-5 0,2-4-7 0,-2 5-3 15,7-2-8-15,2 0-4 0,-6 5-7 0,8-4 3 16,0 1-3-16,2 0-2 0,2 1 1 0,0-2-8 15,3 1-3-15,2-5 2 0,2 4-2 0,2-6 1 16,1-1 0-16,-1 0 12 0,4-1 12 0,0 0 9 16,2-1 9-16,3-4 5 0,3 3 5 0,1-6 6 15,2 0 9-15,4-3-3 0,0 1 1 0,0-3-3 16,0-3 3-16,-1 1 1 0,7-5-11 0,-4 2-10 16,-2 0-4-16,-3 0 2 0,0 1-5 0,0 0 2 15,-2 0 7-15,-5 4 3 0,2 2-4 0,-4 3-13 16,-1-2-2-16,1-2-4 0,-2 5-10 0,1 0-2 15,0-1-5-15,-4 3-22 0,5-5-33 0,-5 5-6 16,0 0 6-16,0 0-1 0,9 10 5 0,-8-8 2 16,3 6 7-16,0 0-8 0,1 3-9 0,2-1 3 15,-2 0-1-15,3 1 0 0,-1 0 4 0,4-2 3 16,-5 0 1-16,3-3 4 0,3 1 3 0,-1 0 1 16,0-3 7-16,1-1-1 0,-3-2 3 0,3 0 7 15,0-3 14-15,0-2 16 0,2-2 12 0,-4 2 12 16,4-4 8-16,-2 1 12 0,-2-1-7 0,-1 1 26 15,-1 0 4-15,-2 2 6 0,-1 0-1 0,0-1-3 16,-1 2-5-16,-2 0-17 0,1 1-7 0,2-1-8 16,-2 2-8-16,-3 2-4 0,5-3-19 0,-5 3-10 15,4-1-38-15,-4 1-9 0,0 0-1 0,0 0 15 0,2 10-11 16,1-5 9-16,-3 0-4 0,0 2 1 0,-3 2-7 16,2 2 17-16,1 1-4 0,-1-2-2 15,-2 2 6-15,-1 0 1 0,3-2-4 0,1-2 8 16,-1 1-3-16,-2-5 3 0,3 1 0 0,0 0 8 0,0 0 2 15,0-5 26-15,0 4 13 0,0-4 25 0,0 0-3 16,0 0-5-16,0 0-6 0,12-7-7 0,-6-1-6 16,2 2-3-16,1 0-2 0,-3-5-7 0,7-4-3 15,1 3 2-15,-1-5-13 0,0 5-2 0,-1-5 7 16,-1 5-13-16,-2 0 13 0,-3 4-12 0,0-1-4 16,0 6 4-16,-3-2-5 0,2-1-9 0,-2 3-6 15,1 1-27-15,0 0-23 0,-2-1-33 0,-2 3-21 16,0 0 6-16,0 0 9 0,0 0 13 0,9 7 3 15,-9 1 9-15,2-1-3 0,0 3-3 0,-1 1 2 16,4-1-4-16,4 5-1 0,-1 0 3 0,3-1-4 16,5 0 2-16,7-2 2 0,6 3 1 0,2-4-8 15,3-3-9-15,5 2 3 0,13-4-4 0,-1 2 5 16,-15-6 9-16,16-1 6 0,-18-2 8 0,1-3 10 16,1-2 9-16,-5 0 10 0,0-4 14 0,-5 0 21 15,-8 3 18-15,0-3 16 0,-4 1 10 0,-2-3 14 16,-3 3 14-16,-2 1-8 0,0-2-9 0,-5-1 9 15,2 2-18-15,-4 0-9 0,-4 2-6 0,2 0-5 16,-6-1-5-16,-1 0-1 0,-4 4-1 0,-3-1 0 16,-7 0 4-16,2 5-12 0,-7-2-2 0,-1 4 2 15,-1 3-7-15,10-3-10 0,-2 5-4 0,4-1-4 16,-1 1-7-16,2 1-6 0,1 1-1 0,6-4 3 16,-2 3-7-16,3-1-2 0,2 2 5 0,0-2 2 15,3-2 5-15,2 3 1 0,1-1 4 0,2-2 7 16,4-1 0-16,0 1 0 0,0-2 3 0,3-1 0 15,4-2 3-15,-1-2 3 0,0-1 0 0,3 1 5 0,2-5 16 16,0-2 5-16,-3-2 6 0,2-1 9 16,-2-4 2-16,6-2 6 0,-2-2-3 0,0-3 1 0,-5-2 6 15,4-4 0-15,-5 3 14 0,2-1-2 0,0-2 24 16,-3 3-1-16,1-1 8 0,-2 4 9 16,-3 3 7-16,-1 2 9 0,0 2 2 0,-3 4-11 15,1-5-13-15,-2 5-3 0,2 0-6 0,-1 2-6 0,-2 3-3 16,2-1-10-16,0 3-6 0,-2 0-10 0,0 1-8 15,1 1-9-15,-1 3-30 0,0 0-37 0,2-5-32 16,-2 5-18-16,0 0 8 0,0 0 6 0,0 0 7 16,-5 17 15-16,-1-7-3 0,1 6 3 0,-3 0 2 15,-2 7 5-15,-1 1 4 0,-3 2 6 0,2 1 0 16,1 3 7-16,-2 6 3 0,2-4 3 0,-1 2-2 16,1-5 5-16,-1 2 8 0,2-2-8 0,2-2 1 15,2-3 0-15,-1-6 15 0,1 0-10 0,2-3-1 16,0-1-1-16,3-6 2 0,-3 2 18 0,4-4-14 15,-4 0 3-15,3 1 1 0,1-6-8 0,0 5 25 16,0-6 13-16,-2 7 10 0,2-7 28 0,0 1 14 16,0-1 13-16,0 0 7 0,-2 6 5 0,2-6 10 15,0 0 2-15,0 0-11 0,0 0-9 0,14-4-12 16,4-1-9-16,3-2-8 0,8-1-25 0,7-2-38 16,2 1-38-16,18-3-63 0,6-3-61 0,-1 3-78 15,4 1-91-15,-1-1-443 0,24-6-830 0,-30 3 367 16</inkml:trace>
  <inkml:trace contextRef="#ctx0" brushRef="#br0" timeOffset="173486.65">26605 8357 123 0,'0'-6'245'0,"-2"1"-11"0,2-1-28 0,-3 1-15 15,2 0-19-15,0 2-15 0,-3-2-18 0,0-2-17 16,-3 6-13-16,2 0-11 0,-3-2-15 0,-2 3-9 16,0 0-7-16,-2 3-9 0,-1-1-5 0,-4 5-8 15,3-1-3-15,0 1-6 0,0 4-4 0,-3-3-6 16,5 3-4-16,-2 5-1 0,1-2 1 0,1 1-4 15,-1 0-2-15,2-1-7 0,2 0 6 0,0 1 1 16,5-3-3-16,-1-5 0 0,2 3 0 0,2-5 0 16,1 4 1-16,1-5 15 0,2 4 20 0,1-3 14 15,1-2 13-15,0 1 7 0,5-3 12 0,-1-1 17 16,0-1 0-16,3-1 4 0,-1-2 11 0,0-1-25 16,1-3 23-16,2 0-11 0,0-3-9 0,-2 4-18 15,2-5 2-15,-5 2-4 0,1 2 7 0,0 1 0 16,-2 0-1-16,-2 0-12 0,0 4 0 0,-3 2-23 15,1-3-6-15,0 3-11 0,-2-2-10 0,-2 3-7 16,0 0-5-16,9 6-1 0,-6 0-5 0,1 4 0 16,-1 1-6-16,2 6-5 0,0-2 3 0,-3 4 1 0,-1-2 0 15,1 2-3-15,0 2 1 0,-2-3-10 16,0 4 10-16,0 2 1 0,0-5 3 0,-2-4-7 16,2 0 0-16,0-3 2 0,-2-2-4 0,2-1 3 15,0-2 3-15,0-2 6 0,2 0 3 0,-2 0 3 0,0-1 51 16,2-2 51-16,-2-2 61 0,0 0 37 15,0 0 21-15,0 0-12 0,0 0-20 0,11-13-29 16,1 1-14-16,1-3-20 0,6-7-18 0,1-2-13 16,6 0-10-16,8-12-15 0,-8 10-8 0,11-6-11 0,-12 7-20 15,0-1-16-15,-6 5-8 0,-6 6-9 0,1 2-7 16,-5 3-13-16,-4 4-47 0,2 1-55 16,-5 1-70-16,2 0-103 0,0 2-104 0,-4 2-14 15,0 0-21-15,-5 15-55 0,-3-5-342 0,0 1-887 0,2 1 393 16</inkml:trace>
  <inkml:trace contextRef="#ctx0" brushRef="#br0" timeOffset="208831.96">28353 8344 93 0,'0'0'258'0,"0"-9"-11"0,0 6-9 0,0 3-9 15,-2-7-14-15,2 4-26 0,0-1-14 0,0 4-14 16,0-8-14-16,-3 6-17 0,1 0-11 0,2 2-13 15,-2-7-11-15,-2 5-14 0,-2-2-13 0,0 1-4 16,-1 2-8-16,-6-2-9 0,0 3-2 0,-8 3-7 16,2 1-8-16,-8 2 2 0,-4 2-10 0,-1 0-2 15,0 5 0-15,2 1-7 0,-2 1 2 0,2 2-4 16,4 4-2-16,-1-2 2 0,4 0-3 0,2-1-3 16,2 1 1-16,5-4-3 0,1-1-1 0,4 1-17 15,-1-5 4-15,5-1-2 0,-1 0 0 0,4-3 2 16,-1 0 1-16,1 0 4 0,2-3 1 0,4 2 11 15,0-4-1-15,4 1 5 0,4-2-3 0,1-4 12 16,1 0 1-16,6-2 11 0,-1 1 9 0,-3-2 3 16,5-5 10-16,-5 2 2 0,1 1 8 0,-2-1 13 15,-5 3-2-15,1-3 2 0,-1 4 7 0,-2 0-1 16,-3 1 5-16,0 0-12 0,-1 3-2 0,-1-2-11 16,1 1-10-16,1 3-3 0,-5 0-8 0,3-5-6 0,-3 5-25 15,4-2-20-15,-4 2-15 0,2-2-24 16,-2 2-19-16,0 0-10 0,0 0 6 0,0 0 7 0,0 0 2 15,6 9 7-15,-5-5 7 0,1 1 6 16,1 0 1-16,1 2 9 0,-2-4 2 0,5 2 6 0,-1 0 4 16,5 0 9-16,1-1-8 0,-2-1 21 0,4-1-16 15,0 0 10-15,4-1-4 0,-4-1 1 0,0-3 0 16,0 1 7-16,0-1 15 0,-1 1 14 16,-1-1 9-16,0-4 8 0,-1 2 13 0,1 3 14 0,-4 0 12 15,-1-2 4-15,0 0-1 0,-2 2-2 0,2-1-1 16,-3 2-8-16,-1-2-3 0,1 1-14 0,-4 2 3 15,4-6-20-15,0 6 7 0,-4 0-16 0,0 0-7 16,4-2-9-16,-4 2-12 0,0 0-22 0,0 0-18 16,0 0-10-16,0 0 1 0,3 8 8 0,-3-8 2 15,3 9 3-15,-3-3 2 0,1 0 3 0,-1-1-2 16,0 4 19-16,0-4-10 0,3 4 3 0,-3-3 4 16,1 0-2-16,2 0 3 0,-2-1 7 0,0-1-8 15,-1-1 12-15,3 1-2 0,-2-1 1 0,-1-3 2 16,9 0 9-16,-9 0 13 0,10 0 3 0,-1-2 24 15,2-3-10-15,-3 0-2 0,1 0 2 0,2-3-8 16,4-4-4-16,-1 1-6 0,0-1-4 0,0 2 5 16,-4 0-1-16,-1 1-5 0,0 0-2 0,-2 1 1 15,0 4-3-15,-2-1-6 0,-1 0-1 0,0 2-4 16,-3-1-1-16,3 0-14 0,0 3-15 0,-4 1-12 0,4-1-20 16,-4 1-14-16,0 0 6 0,0 0 5 15,7 5 9-15,-3 2 4 0,0-2 5 0,1 2 8 16,2 3 4-16,0-3 2 0,2 3 2 0,4 1 7 15,5-3 2-15,2 2 1 0,5-1-1 0,4-2-4 0,4-1-2 16,4-4 2-16,-1 2 1 0,1-3-3 0,-1-6 2 16,0 2 2-16,1-2 0 0,-3-4 7 15,-3 1 2-15,-2-2-3 0,-2-3 0 0,-4 1 8 0,-5 0 10 16,0 1 13-16,-3 0 7 0,-4 1 13 0,-1 0 16 16,-3 3 5-16,-1 2-3 0,-3-2-3 0,1 2-6 15,-2 0-6-15,1 0-7 0,-6 0-8 0,3 5-11 16,-7-6 2-16,-1 2 1 0,-1 0-12 0,-5 6 3 15,-2 0-1-15,-3 1-1 0,1 2-5 0,1-1 1 16,2 4-4-16,-2-2-24 0,8 2-5 0,-5 2-12 16,5 0 0-16,-1-3-3 0,5 3 2 0,-3-2 0 15,4-1 19-15,1-2-10 0,0 4 6 0,0-2 12 16,2-2-4-16,1 0 2 0,1 0 5 0,-1-2 2 16,4 0 7-16,4-2 8 0,-3-1 11 0,-5 0 15 15,22-4 11-15,-11-4 13 0,1 3 1 0,2-9 3 16,6-5 13-16,-3-2 2 0,1 0-8 0,-3-1-7 15,2-5-4-15,-1 0-4 0,0-4-11 0,0 1-3 16,-3-2 2-16,1 0-4 0,-4 0 16 0,-2-1 15 16,1 1 9-16,-5 1 14 0,1 5-4 0,-4-1-1 15,2 9 1-15,-3 0-2 0,0 7-5 0,0-1 0 0,0 3-11 16,0-2-1-16,0 6-9 0,0-1-16 16,0 1 4-16,0 0-12 0,0 5-41 0,-3-4-48 15,3 4-29-15,0 0 5 0,0 0 6 0,-4 14 4 16,-1 1 10-16,0 3 7 0,-4 5 7 0,0 5 5 15,-1-1 15-15,2 5-9 0,-1-3 3 0,-1-4 3 16,3 4 3-16,0 1-6 0,-1-2 11 0,3-1 0 16,-4 1 3-16,4-4 5 0,1-4 3 0,1-3-1 15,-1 4 4-15,-1-4 1 0,0 0 1 0,2 0-5 0,-1-3 9 16,3-4 1-16,-2 0 4 0,2-1-8 0,-1 0 3 16,0-2 4-16,1 0-2 0,1 0 2 15,-1-2-2-15,-2 1 3 0,2 0 2 0,1-4-4 16,-2 3 3-16,1 2-3 0,1-4-2 0,0-3 2 0,-2 5 7 15,1 0 11-15,1-5-14 0,-2 4 1 0,2-4-1 16,0 0 1-16,0 0 5 0,0 4-10 0,0-4 14 16,0 0 2-16,0 0-6 0,6 0 3 15,6-2-1-15,15-4-22 0,11-2-39 0,21-5-42 16,28-5-80-16,2-2-83 0,-23 5-369 0,20-4-678 0,-23 7 300 16</inkml:trace>
  <inkml:trace contextRef="#ctx0" brushRef="#br0" timeOffset="212278.78">5066 10978 108 0,'3'-3'147'16,"-1"0"-2"-16,0-2-2 0,1-1-12 0,0 0-3 16,-2 1 5-16,3-2 0 0,-2 0 0 0,1 0-6 15,0 1-3-15,-2 0 3 0,0-1-3 0,0-2-6 16,1 5-7-16,-2-1-8 0,0 2-12 0,-2-4-13 16,1 4-5-16,-1-2-11 0,-2-1-4 0,-2 3-10 15,-2 1-7-15,-1 0-2 0,-5 2-5 0,-3 2-6 16,-2 2-5-16,1 1 9 0,-1 2-14 0,-3-1 1 15,-2 6-2-15,2 1-2 0,2-1-2 0,4 1-5 16,-1-2-4-16,1 3 4 0,3-2-7 0,1 2-17 16,3-4-2-16,1 1-5 0,3 0-2 0,1 0 5 15,3-3 0-15,-1 1 5 0,5-5 0 0,1 5 1 16,4-6 5-16,3 2-1 0,2-5 3 0,5-3 0 0,1-1 3 16,3-5-1-16,3 0 2 0,2-4 2 0,-4-3 1 15,0-1 0-15,-4 2 8 0,-3 2 9 16,-1 0 1-16,-2-2 10 0,-2 3 5 0,-3 2 8 15,-3 1 6-15,1 0 4 0,-2 5 10 0,0-2-5 0,1 1-9 16,-2 0-4-16,-1 4-10 0,1-1-8 0,-3 2-8 16,0 0-4-16,0 0-1 0,0 0-2 15,-8 20-4-15,2-3 0 0,-2 8 3 0,3 3-3 16,-2 1 0-16,2 4-8 0,3 2 4 0,-1-1 0 0,1 3 1 16,3 8-1-16,0-8-2 0,2-2 2 0,-2-1 1 15,2 2-2-15,-1-4-2 0,2 3 2 0,-1-5 4 16,-1 2-3-16,2-7 0 0,-1 2 9 15,-2-9-11-15,-2-1 4 0,-1-4-5 0,0-1 3 0,-2 0 0 16,-3-2 2-16,1-2 1 0,-3 0 2 0,0-3-3 16,-2 0 4-16,-7-3-1 0,0-4 0 0,0 0 3 15,-1-3-2-15,-2-5 4 0,-3-4 5 16,1-2 5-16,3-2-2 0,2-5-3 0,1 1 14 16,3-4-15-16,2 2 0 0,5-4-4 0,4 2-4 0,1-3-4 15,6 5 1-15,5-2-2 0,1 2 0 0,4-1 0 16,5 4-3-16,8-1 0 0,2 0 2 0,3 1 1 15,16-4-6-15,-2 6 5 0,-11 5-2 0,1 1 0 16,11-6 0-16,-11 9-4 0,-1 2 1 0,-5-3 3 16,0 4-3-16,-3 0 2 0,-11 3 2 0,-3 1-1 15,-1-1 3-15,-2 0-2 0,-4 2-2 0,-1 1 0 16,3-1 4-16,-3 1-5 0,-5 1 1 0,10 0-5 16,-10 0 3-16,5 0-4 0,-5 0 0 0,0 0-1 15,0 0-1-15,8 0 1 0,-8 0 1 0,0 6-4 16,0 1 1-16,0-2 3 0,-1 6 1 0,-2-2 0 15,2 2 1-15,-2 1-1 0,2 0 2 0,-3 4 0 16,3-2-2-16,1-1 2 0,-3-1-1 0,1 2 2 16,2-3-1-16,-3 3 1 0,3-2-2 0,-1-3 4 15,1 3 0-15,0-2-1 0,-1-1 0 0,1-2 1 16,0-2-1-16,0 0 5 0,1-1 1 0,-1-1 3 16,0-3 1-16,-1 7-1 0,1-7 8 0,-3 2 28 15,3-2 31-15,0 0 26 0,0 0 7 0,0 0-12 16,0 0-13-16,0 0-19 0,-1-13-39 0,-2 2-43 15,2 1-40-15,-2-7-37 0,2 1-50 0,0-2-49 16,1-10-55-16,0 0-272 0,-4 3-564 0,4-1 251 16</inkml:trace>
  <inkml:trace contextRef="#ctx0" brushRef="#br0" timeOffset="212438.74">5356 10818 127 0,'0'-8'239'0,"3"3"-8"0,-3-2-9 0,2 2-12 16,2-2-16-16,0 4-15 0,-4-2-19 0,1 1-14 15,3 1-18-15,-3 0-16 0,2 2-11 0,-3 1-19 16,0 0-23-16,5-3-28 0,-5 3-29 0,10 5-32 16,-6 2-35-16,1 1-39 0,-1 1-35 15,0 3-176-15,-3 1-340 0,2-3 151 0</inkml:trace>
  <inkml:trace contextRef="#ctx0" brushRef="#br0" timeOffset="212784.47">5637 10972 201 0,'0'0'305'15,"8"-3"-21"-15,-8 3-19 0,4-1-25 0,-4 1-25 16,0 0-21-16,0 0-26 0,0 0-22 0,5-1-17 16,-5 1-15-16,4 5-11 0,-3 0-12 0,-1 2-9 15,4 2-8-15,-3 1 0 0,3 2-14 0,-3 3-7 16,2 2-8-16,-2 3-2 0,3-6-7 15,-4 3-2-15,4-1 2 0,-3 0-11 0,0-1-1 0,1-3-1 16,-1-1-1-16,-1 0-5 0,0-5-1 0,0 1-2 16,3-2 3-16,-2-2-3 0,-1 3 9 0,1-2 30 15,-1-4 40-15,2 4 45 0,-2-4 44 0,0 0 29 16,3 3-4-16,-3-3-21 0,0 0-18 16,5-17-15-16,0 6-18 0,3-3-16 0,1-1-12 0,-3-2-9 15,3-1-13-15,-2 0-7 0,7-4-12 0,-4 8-8 16,-2 0-21-16,-1 3-26 0,0 0-34 0,-1 4-44 15,-1-2-45-15,3 2-50 0,-1 3-35 0,5 1-34 16,-3 1-30-16,4 4-35 0,-3 0-25 0,2 3-296 16,0 0-669-16,-2 1 295 0</inkml:trace>
  <inkml:trace contextRef="#ctx0" brushRef="#br0" timeOffset="213398.55">6078 11169 172 0,'0'0'270'15,"0"0"1"-15,0 0-2 0,0 0-1 0,3 3-5 16,-3-3-15-16,0 0-16 0,0 0-25 0,0 0-18 16,0 0-25-16,0 0-13 0,0 0-15 0,0 0-26 15,0 0-11-15,15-4-22 0,-10 1-22 0,3 1-21 16,1 0-12-16,0-1-19 0,2 0-9 0,3-1-14 0,2-2-4 16,-2 3-11-16,-2-3 0 0,4-2 3 15,-1-1 4-15,-5 3-3 0,4-4 11 0,-1 0-2 16,0 1 3-16,-7 1 3 0,2-1 5 0,0 0 7 15,-2-2 12-15,-3 3 0 0,-2-2 1 0,0 3-1 16,-2-1-3-16,-3 2-3 0,-1 1 1 0,-1-3-2 16,-6 3-1-16,-2 4 4 0,-3-3-5 0,-2 3-2 15,1 2 1-15,-1 3-1 0,-1 0 0 0,3 2-1 16,-2 1-1-16,1 2 2 0,4 3-2 0,1-2 3 16,3 4-2-16,1 2 0 0,4-5 0 0,0 4-2 15,2-3 0-15,3 5 0 0,0-5 3 0,9 2 1 16,0 1 0-16,5-3 1 0,3 0 1 0,3-2-4 15,7-3 2-15,0 0-2 0,1-4 5 0,1-3-2 16,1-2 0-16,-2-1 1 0,1-4 3 0,-2 2 4 16,-1-5 8-16,-6 2 13 0,6-3 12 0,-10-1 17 15,10 0 26-15,-12 2 3 0,-5 1 21 0,0 1 7 16,-1 1 19-16,-1-1 1 0,0 3 0 0,-5 1-8 0,2 1-15 16,-1 2-9-16,2-2-15 0,-4 1-18 15,-1 2-12-15,0 0-12 0,4-4-17 0,-4 4-25 16,0 0-9-16,0 0-5 0,6 9 5 0,-6-2 3 0,0-1-7 15,0 2 0-15,0 0-1 0,0 1-11 0,0 0-5 16,-1 1 8-16,2-1-3 0,-2-2 0 16,2-1 1-16,-2 1 0 0,1-2 4 0,1-2 5 0,-1 1 6 15,0-4 16-15,0 5-3 0,0-5 5 0,6 0-5 16,-6 0 3-16,11-7-4 0,-1 2 5 0,-4 4 1 16,1-5-6-16,2 2-2 0,2 0 2 0,-2 0-3 15,1 0-3-15,2 2 2 0,-1 0-3 0,1 0-1 16,2-1-5-16,-4 6-30 0,4-3-33 15,-1 4-29-15,5 1-59 0,-1 3-72 0,-1-2-94 0,2 0-242 16,-1 1-614-16,-1-2 272 0</inkml:trace>
  <inkml:trace contextRef="#ctx0" brushRef="#br0" timeOffset="-213566.32">7748 11132 149 0,'0'0'148'0,"0"0"-5"0,0 0-15 16,0 0-8-16,0 0-12 0,0 0-18 16,0 0-1-16,0 0-10 0,0 0-10 0,0 0-7 15,0 0-20-15,0 0 10 0,23-6 3 0,-10 2-14 0,-3 1-11 16,3-2 8-16,4-2-2 0,-2 1-1 0,-1-5 0 15,3 5 9-15,-1-5 3 0,-2 0 4 16,4-1 4-16,-2-3 3 0,4-2 4 0,-8 2 4 16,0 1 1-16,0-1 6 0,-2 1 7 0,-5 2 3 0,0 2 4 15,-1 0-9-15,-1-1-12 0,-2 0-8 0,-5 2-8 16,0 2-8-16,-5-1-3 0,-1 5-4 16,-4 1-3-16,-6-1-7 0,-2 1-2 0,-7 5-2 15,3 0-2-15,-4 1-5 0,1 4-3 0,-2 1-3 0,2 2 2 16,2 5-3-16,4 1-2 0,-1 0-3 0,6 1 3 15,0 3-2-15,4-1-4 0,4-2-2 0,6 2-6 16,1-2 0-16,6 0 0 0,1-1 3 16,9 0 0-16,6 1-1 0,8-2 3 0,5-3-2 0,20-2 3 15,3-6 0-15,2 1-5 0,2-9 0 0,1-3 2 16,1-1-4-16,-2-1 0 0,0-4-2 0,-4-3 2 16,1 1 4-16,-6-4 1 0,-4-2-1 0,-11 5 0 15,-1-2 5-15,-5 0 3 0,-4 0 23 0,2 1 11 16,-11 2 13-16,0 3 19 0,0-1 10 0,-5 1 16 15,-4 3 3-15,2 0 13 0,-4 1-6 0,-1 2-5 16,1 0-3-16,-4 1-16 0,3 0-3 0,0 0-1 16,0 3-16-16,-3-4-10 0,-1 5-11 0,4-2-15 15,-4 2-31-15,0 0-9 0,0 0 3 0,0 0-3 16,1 12 1-16,-2-3 1 0,-2 3 1 0,2 2 4 16,0 6-1-16,-3-1-2 0,0 7 4 0,0-1 3 15,2 4-1-15,-2-4 0 0,1 0-1 0,2-7 5 16,-1 2 2-16,0-4-4 0,1 1 2 0,1-3 5 15,-3-2-7-15,2-1 3 0,2-2 3 0,-1-2 1 16,-1-2 1-16,1 0-3 0,0-1 6 0,0 0 4 16,0-4 20-16,0 4 41 0,0-4 43 0,0 0 11 15,0 0-17-15,0 0-10 0,0 0-12 0,4-15-10 16,-4 5-13-16,0-2-16 0,1-6-29 0,-1-2-9 16,2 2-16-16,-4-10-12 0,1 2 1 0,-3-1-6 15,-1 8-4-15,1 0-1 0,-3 1 10 0,0-1-4 0,-4 3-3 16,-1 3-6-16,1 0 20 0,-3 4-19 15,-3-2 3-15,1 5 2 0,-1-1 15 0,-2 5-12 16,-3-1 0-16,5 3-5 0,-2 0-4 0,0 4-9 16,0 2-8-16,2 1-9 0,1 1-7 0,-1 2-9 0,4 2-3 15,1 1-8-15,0-2-4 0,4 4-6 0,2-3-4 16,3-2 8-16,2 3 8 0,4-1 2 16,3-2 9-16,3 0 5 0,9-1 8 0,1-1 1 0,7-2 3 15,2-3 6-15,2-2 4 0,5-2 6 0,-3-3 3 16,1-4 2-16,2-1 5 0,-1-3 5 0,-1-4 7 15,3 2 5-15,-3-4 17 0,-1 0 9 0,-2 0 17 16,-2-1 27-16,-4 2 10 0,-1 3 15 0,-4-3 10 16,-6 5 9-16,-2 0 20 0,-3 3 12 15,1 1-7-15,-5 4-4 0,2-4-5 0,-2 5-18 0,1 0 0 16,-1 2-28-16,-1-3-15 0,-2 1-13 0,-1 3-26 16,0 0-8-16,0 0 0 0,10 7-3 0,-10-2 1 15,0 6-6-15,0 1 2 0,0 5-4 0,0 3 5 16,0 5-1-16,-5 0 0 0,3 0-2 0,-1 1 2 15,3-6-2-15,-1-1-5 0,-2 0 0 0,2-3 4 16,1 0 1-16,-3-5 2 0,3-3 1 0,0 2-3 16,0-4 4-16,0-1 8 0,0 0-4 0,0-2 11 15,0-3 36-15,3 4 9 0,-3-4-13 0,0 0 2 16,0 0-7-16,14-12-7 0,-8 2 1 0,2 1-7 16,0-4-1-16,3-3-6 0,-1 0-3 0,-1-1-4 15,1 0-6-15,1 3-1 0,-5 2 3 0,-1 4-4 16,-1-4 0-16,1 9-3 0,-4-5-4 0,3 2-7 15,-1 3-20-15,1-1-18 0,-2 1-46 0,-2 3-30 16,3-2 11-16,-3 2 11 0,0 0 8 0,6 11 10 16,-5-4 0-16,4 3-5 0,-1-2 2 0,4 2-11 15,2 7 1-15,0-3-5 0,3 1-1 0,0-3 0 16,4 1 2-16,-1-3 9 0,3 1-2 0,2-3-4 16,-2 0-1-16,3-3 2 0,-1-1 5 0,6-3 9 15,-4-2 8-15,-2 0-1 0,-2-4 19 0,1 0 10 16,-3-3 18-16,2-1 25 0,-6-2 13 0,1 0 18 15,-6 2 17-15,-1-3 7 0,0 2 4 0,-1-2-5 16,-4 1-8-16,0-2-8 0,-1 3-8 0,-4 0-5 16,-1 1-2-16,-2 1-6 0,-1 1-6 0,-1 1-2 15,-5 3-1-15,3 1-3 0,-3 2-2 0,-2 1-4 16,-2 2 4-16,-3 4-4 0,2 0 1 0,0 1-5 16,-2 3-1-16,3 1 2 0,0-1-2 0,4 4 2 15,0-1-1-15,1 1-1 0,1-1 1 0,2-2-2 16,2 0 1-16,3-3-3 0,-1 1 1 0,4-3-1 0,-4-2 5 15,8 2 3-15,-1-1 2 0,6-4 0 0,-2-2-6 16,8 0 8-16,-2-1-3 0,0-4 4 0,5-1 4 16,0-2 1-16,-1-1-1 0,1 0 0 15,-2-2 0-15,2-1 0 0,-2 0-6 0,1 1 3 0,-1-1-2 16,-4 1 0-16,-1 2-1 0,-1 2 0 0,1 0-3 16,-5 3-3-16,1-1 0 0,-2-1 5 0,0 4-9 15,-2 1-2-15,2-2-3 0,-4 3 2 0,8 0 3 16,-8 0-6-16,11 1-8 0,-4 4-6 0,-1-1-8 15,3 1-8-15,2 1-9 0,0 2-5 0,5-2-1 16,-2 2 15-16,4-1-7 0,0-2-3 0,-1 0-1 16,1-1 4-16,-1-1 0 0,1-3 5 0,0 1 3 15,0-5 4-15,0-1 7 0,-3-2 4 16,2-2 13-16,-3-1 15 0,-1-5 15 0,-2 1 15 0,1-1 9 16,-2-7 5-16,0 4 4 0,-1-7 12 0,-1-2-2 15,2-2 10-15,-4 0 4 0,1-3-5 0,1 1-9 16,-1 0-3-16,1 4 1 0,-3 3 3 0,-1 4 3 15,0 9 0-15,-3 0 4 0,2 4-11 0,-2 0-7 16,0 0-12-16,1 2-15 0,-2 0-35 0,2 2-18 16,-2 3-3-16,0 0 15 0,0 0-7 0,-4 18 4 15,2-5-1-15,0 7 11 0,-3 7-9 0,1 0 4 16,2 1 0-16,-1 2 4 0,-3-4-5 0,4 0-5 16,1 2-6-16,0-4 1 0,-3-7-1 0,3 0-1 15,1-5 0-15,-1 0-3 0,-1-2-5 0,2-3 6 16,-1 0 0-16,0 0 9 0,1-3 6 0,0 0 2 15,-3-2 18-15,3-2-11 0,0 0 0 0,0 0-2 16,-19-7 0-16,13 2 5 0,-3-2-6 0,-3-1 2 16,2 1-2-16,1 0 5 0,1 0-2 0,-1 2 4 15,3 0-2-15,2 1 1 0,-1 0 1 0,1 3 0 16,4 1 0-16,-4-7-4 0,6 3-5 0,-2 4-5 0,11-5-1 16,-2 3 1-16,9 0-7 0,1-1-8 0,2-1 0 15,8 3 6-15,3 0-4 0,-1-2 3 16,1 3 4-16,4-3 1 0,-2 1 1 0,-5-2 8 15,2-1-5-15,-11 2 1 0,2 2 5 0,-2-2 6 0,-3 0 12 16,-3-2 30-16,-4 0 8 0,-1 4 19 0,0 1 12 16,-4-1 5-16,2 0 2 0,-7 1-13 0,6-3-8 15,-6 3-7-15,9-2-10 0,-9 2-9 16,4-1-8-16,-4 1-11 0,0 0-3 0,4 4 2 0,-3 0-13 16,-1-1 3-16,0 4 2 0,0 0-8 0,-1 1 2 15,-2 2 0-15,3-1-2 0,0 3-2 0,-1 0 5 16,-2-2-27-16,2 2 2 0,-1-3-18 0,-1 2-14 15,3-1-7-15,0 1-17 0,-1-6-5 0,-2 3-10 16,2-2-9-16,-2-2-2 0,2 2-1 0,1-4 4 16,0-2-26-16,-8 1-53 0,8-1-33 0,-6-9-22 15,1 5-186-15,2-7-452 0,0 0 199 0</inkml:trace>
  <inkml:trace contextRef="#ctx0" brushRef="#br0" timeOffset="-213408.96">10153 10732 126 0,'0'-10'194'16,"4"-2"-2"-16,-3 0-9 0,-1 6-8 0,0-1-21 15,1 0-14-15,2 3-17 0,-3-1-14 0,0 1-27 16,0 4-19-16,0 0-22 0,8 0-28 0,-8 0-27 16,6 7-39-16,1-3-33 0,-4 5-155 0,5 0-260 15,-3-2 116-15</inkml:trace>
  <inkml:trace contextRef="#ctx0" brushRef="#br0" timeOffset="-213095.1">10479 10807 59 0,'-8'0'174'0,"-2"0"-12"0,-1 0-19 0,2 4-9 16,-3-1-12-16,-6 2-15 0,8 3-12 16,-4 1-12-16,0 1-5 0,0 0-7 0,1 2-10 15,5-2-13-15,-2 1 3 0,5-3-3 0,-3 9-4 16,3-7-10-16,3 1 0 0,-1 0 0 0,3-2-5 15,5 0 3-15,-1 1 22 0,3-3 2 0,2 1 3 16,7-2-4-16,0-2-5 0,5-2-5 0,1 0-3 16,5-4 1-16,-8-3 7 0,4 1-2 0,-3-2 12 15,-2-2 4-15,1-1 4 0,-6 0 1 0,1-1 3 16,-1-1 1-16,-2-2 2 0,-3 1-2 0,0-5-13 16,-3 3-4-16,-4 6-6 0,-1-5-8 0,-1 2-6 15,-2 0-6-15,-2 2-1 0,-1 0-4 0,-5 1-2 0,0 1-5 16,-3 2-3-16,1 3-7 0,-1-1-16 0,2 3-28 15,-1 0-27-15,1 3-25 0,-2 0-36 16,3 4-41-16,-2-2-49 0,5 4-186 0,2-1-431 16,3-1 191-16</inkml:trace>
  <inkml:trace contextRef="#ctx0" brushRef="#br0" timeOffset="-212750.5">10747 10844 121 0,'2'-4'301'0,"-2"4"-30"0,4-4-25 16,-4 4-31-16,0 0-21 0,3 0-24 0,-3 0-22 15,0 0-15-15,0 0-16 0,0 0-9 0,2 12-12 16,-4-5-11-16,1 2-11 0,-1 4-5 0,-2 2-4 16,0 2-8-16,-1 0-1 0,-1 0-9 0,-1 0-5 15,2 0-8-15,0-2-4 0,0-4-3 0,2-2-3 16,0-2-2-16,-1 3 2 0,3-6-2 0,-1 2 8 15,1-2 33-15,1-4 27 0,0 0-7 0,0 0-4 16,0 0-1-16,21-14 4 0,-12 4-8 0,6-1-3 16,0-1-3-16,1 0-10 0,-2 0-11 0,4 0-5 15,-5-1-3-15,2 5-5 0,-6 0-5 0,5 3 4 16,-2 0-7-16,-2 1-8 0,4 1-4 0,-1 3-13 16,1 3-9-16,-1 2-16 0,4 1-17 0,-2 5-27 15,2 2-29-15,-4 0-47 0,6 8-54 0,-2-1-91 16,-4-4-209-16,-3-3-540 0,-2-2 239 0</inkml:trace>
  <inkml:trace contextRef="#ctx0" brushRef="#br0" timeOffset="-212003.09">12030 10785 7 0,'2'-2'265'0,"-2"-2"-17"0,0 4-8 16,1-6-17-16,-1 6-20 0,0 0-18 0,0-4-21 15,0 4-21-15,0 0-19 0,0-2-16 0,0 2-11 16,0 0-10-16,0 0-10 0,0 0-7 0,-4 17-6 15,1-7-8-15,0 1-3 0,0 1-7 0,-1 3-6 16,-1 1-5-16,-1 0-3 0,1 0-1 0,0 1-4 16,1 0-4-16,0-1 1 0,0-3-5 0,0-1 4 15,1-2-8-15,0 1 1 0,-1-3-10 0,3-3 0 16,-2 2 1-16,1-2-1 0,-1 0-5 0,3-1 1 16,-4-2-1-16,4 1 0 0,0-3 4 0,0 0-34 15,0 0-53-15,0 0-35 0,-9-8-38 0,8 2-38 0,-3-6-175 16,3-3-397-16,1-4 175 0</inkml:trace>
  <inkml:trace contextRef="#ctx0" brushRef="#br0" timeOffset="-211850.91">11982 10640 180 0,'0'-11'284'0,"1"1"-17"0,-1 0-15 0,0-2-19 16,1 9-23-16,2-4-23 0,-3 0-18 0,0 5-22 16,1-4-17-16,0 4-31 0,-1 2-31 15,4-6-31-15,-4 6-25 0,0 0-32 0,12 6-51 0,-6-1-37 16,0 0-47-16,-3 3-166 0,0-2-346 0,0 2 153 15</inkml:trace>
  <inkml:trace contextRef="#ctx0" brushRef="#br0" timeOffset="-211468.6">12529 10693 138 0,'0'0'168'0,"0"0"-16"0,0 0-18 16,0 0-11-16,-12-4-16 0,12 4-8 0,0 0-12 15,-18 5-9-15,12-3-8 0,-7 3-13 0,3 2-1 16,-2-1-6-16,3 3-9 0,-2 0-4 0,2 1 0 15,0-1-7-15,3 1 1 0,-1-2-3 0,2 3-6 16,1-1-2-16,2 1 3 0,1 0-6 0,2 1-3 16,5 0 1-16,-1 0 1 0,4 2-2 0,3 2-2 15,2-3 10-15,-3-3 2 0,6 3 8 0,-2-1 6 16,0-2-3-16,-3 0 0 0,-1-6-3 0,-3-1 2 16,-3 1 8-16,3 0 12 0,-4 0 13 0,2-1 11 15,-5 1-3-15,3-4-7 0,-4 0-4 0,0 0-5 16,-10 4-8-16,1-2-5 0,-10-2-5 0,0 1-5 15,-2-1-13-15,0 2-46 0,-9 1-77 0,2-2-100 0,0-1-186 16,-3-4-416-16,13 1 185 0</inkml:trace>
  <inkml:trace contextRef="#ctx0" brushRef="#br0" timeOffset="-210894.08">14030 10692 268 0,'0'0'295'0,"0"-3"-15"0,0 3-18 16,1-6-20-16,-1 6-22 0,3-2-24 0,-3 2-25 15,0 0-22-15,0 0-16 0,0 0-17 16,0 0-15-16,0 0-9 0,0 0-13 0,-3 13-9 0,2-6-6 15,1 3-6-15,-4 2-3 0,-1 3-8 0,3 1-3 16,-2-3-5-16,1 1-2 0,-1 1-4 0,1 0-4 16,0-2-7-16,0-1-14 0,0 0-11 0,0 0-8 15,-1-4-7-15,0 2-10 0,2-6-1 0,-3 5-3 16,1-4-5-16,0-2-7 0,0-1-3 0,0 2-17 16,4-4-32-16,-10-4-46 0,3 0-44 0,1-1-210 15,1-5-428-15,1-1 189 0</inkml:trace>
  <inkml:trace contextRef="#ctx0" brushRef="#br0" timeOffset="-210725.58">13938 10529 236 0,'3'-10'260'0,"-2"-2"-23"15,2 2-24-15,-1 2-20 0,2 0-20 0,-2 3-19 16,1 0-20-16,-2 1-28 0,2 1-39 0,1 1-35 16,-4 2-29-16,0 0-26 0,11 2-40 0,-3 2-49 15,-6 1-157-15,2 0-290 0,1 2 128 0</inkml:trace>
  <inkml:trace contextRef="#ctx0" brushRef="#br0" timeOffset="-210430.35">14278 10672 287 0,'0'0'283'16,"0"0"-32"-16,0 0-27 0,6 0-27 0,-6 0-23 15,0 0-19-15,0 5-17 0,0 0-14 0,3 2-20 16,-3 0-2-16,-3 4-8 0,3 0-12 16,-6 1-7-16,4 1-11 0,0 4-5 0,-3-6-6 0,5 1-6 15,-3-2-4-15,2-1-3 0,1-4-2 0,-2 0-5 16,0 2 0-16,1-2 0 0,1-2 14 0,0 1 30 16,0-4 48-16,0 0 6 0,0 0-8 0,0 0-2 15,0 0-24-15,14-12-13 0,-9 7-9 0,5-2-14 16,1-2-5-16,-1 1-3 0,0 1-2 0,-1-2-14 15,0 2 2-15,2 0-7 0,-2 2-10 0,-1-1-2 16,2 4-8-16,-2 1-19 0,2 2-4 0,2 4-17 16,1 2-2-16,-2-2-26 0,8 4-28 0,-6 2-28 15,2-1-37-15,2 3-45 0,2 4-56 0,0-6-263 16,-3-1-555-16,1-2 245 0</inkml:trace>
  <inkml:trace contextRef="#ctx0" brushRef="#br0" timeOffset="-209383.47">15685 10307 211 0,'4'-6'233'0,"-2"2"-27"0,2 0-26 16,-3 0-22-16,-1 4-19 0,0 0-10 0,0 0-19 15,2 16-9-15,-5 0-17 0,-2 2-6 0,-2 7-7 16,-1 5-6-16,0 4-12 0,-1-1-2 0,-5 13-7 16,5-10-2-16,-1 10-1 0,1-13-7 0,1 2-4 15,2 0-5-15,2-4 6 0,-3-3-5 0,6-3-3 16,-4-7-4-16,4-2 0 0,1-4-3 0,0-3 0 16,-3-1 4-16,3-2 14 0,-1-1 33 0,1 1 37 15,0-2 35-15,0-4 7 0,-4 2-11 0,4-2-17 16,-5-9-15-16,0 1-11 0,-3-1-1 0,-6-5-27 15,-2-3-10-15,-4-2-7 0,-1 0-9 0,-2-1-3 16,4 2-6-16,-3 2-2 0,4 4-6 0,4 3-5 16,0 0 3-16,1 4-7 0,2-1-3 0,1 2 3 15,3 1-8-15,-1 0-9 0,3 1-17 0,5 2-21 16,-6 0 1-16,6 0-9 0,0 0 7 0,0 0 4 16,0 0 1-16,15 7-10 0,4-5-18 0,7 3-15 15,6-1-4-15,1-1-13 0,2-2 2 0,0 2 3 16,5-3 3-16,-2-3 9 0,1-1 6 0,-2 0 7 15,0-3 9-15,0-3 14 0,-3-2 20 0,-2 1 16 16,-4-4 15-16,-2 0 20 0,-3-1 31 0,3 2 13 16,-11 0 25-16,-2 3 14 0,-2-2 39 0,-1 4 6 15,-3 1 17-15,-1-1-3 0,-1 4-7 0,-1 0-8 16,1 0-25-16,0 3-20 0,-5-2-14 0,5 0-9 0,-5 4-45 16,4-1-19-16,-4 1-3 0,0 0-2 0,-5 17-3 15,-1-7-2-15,-2 6 2 0,-5 6 14 0,0 4-14 16,2-4-8-16,-3 10-6 0,-1-1 6 15,2 1 6-15,-2 0-7 0,3-5 15 0,2-2-18 0,1-7-3 16,1-2-6-16,6-4-4 0,-2-3-4 0,1-1 10 16,2-4 5-16,-2 2 10 0,3-4 16 0,0-2 1 15,4 2-3-15,-4-2 2 0,18-8-9 0,-6 2 9 16,0-1-2-16,4-3-10 0,-2-2 3 0,7-8-3 16,1 3 5-16,-8 3-8 0,4 1-3 0,-6-1 0 15,3 5-4-15,-5-1 3 0,-2 5-2 0,-3-2-6 16,0 5 0-16,0-3-11 0,0 3-5 0,-1-1-24 15,-4 3-21-15,4-3 7 0,-4 3 5 0,5 6 5 16,-1-2 6-16,-4 1 4 0,5 2 7 0,-1 2-22 16,0 1-5-16,1-2 9 0,-1 4-8 0,1-4 8 15,0 1 1-15,2 0 4 0,0-1 6 0,1-3 10 16,-1 2-6-16,1-6 5 0,2 2 12 0,2-2-5 16,-1-3 1-16,1-1 2 0,-1 0 10 0,1-1 4 15,-3-3 14-15,1 1 9 0,0 0 6 0,-5-4 7 16,3 0 10-16,-3 0 23 0,1 0-18 0,-3-2-11 15,1 4 5-15,-3-3-14 0,-1 7 0 0,-1-5-11 16,-3 3-3-16,-4 1-3 0,-1 1-4 0,0 1 2 16,-5 5-9-16,4-1-1 0,-3 0 6 0,-5 7-6 15,8-2-1-15,0 4-4 0,0 5 4 0,3 2 1 16,2 2-4-16,6 5 3 0,5 2 6 0,9-2-23 16,11-2-36-16,18 5-49 0,5-2-84 0,12-6-131 15,27-4-215-15,-24-5-579 0,1-6 256 0</inkml:trace>
  <inkml:trace contextRef="#ctx0" brushRef="#br0" timeOffset="-207962.75">17595 10193 185 0,'4'-12'246'0,"0"3"-16"0,0-2-9 0,-3 6-21 0,3-2-15 15,-2 2-25-15,0-1-18 0,-1 3-22 0,2 1-22 16,-3 2-11-16,0 0-10 0,6 9-8 0,-6 0-9 15,0 8-4-15,-1 8-9 0,-7 4-7 0,4 5-2 16,-5 11-2-16,-6 1-14 0,1 0 0 0,-3 1-1 16,2-3-4-16,-2 0-6 0,7-9 3 0,-3-1 2 15,3 0-3-15,4-1 1 0,-1-4 0 0,2 0-2 16,-1-4-5-16,3-8 2 0,1-5 1 0,0 0 1 16,1-4 12-16,1-1 22 0,-1 0 14 0,1-2 32 15,0-1 30-15,0-4-5 0,0 0-10 0,0 0-8 16,0 0-11-16,12-9-5 0,-9 2-8 0,2-3-3 15,-2 1-13-15,-1-8-12 0,-2-1-5 0,2 1-12 16,-4 0-14-16,0 2-7 0,-1-3-5 0,-5 3-4 16,2 0-4-16,-4 1-6 0,-2 2-6 0,-2 0-1 15,2 0 0-15,-2 4 4 0,2-1-2 0,3 3 1 16,-2 2 3-16,4-1-9 0,2 0-15 0,0 2-14 16,1 1-11-16,4 2-7 0,0 0-2 0,0 0 15 0,17-4-7 15,3 3-2-15,10-3-7 0,3 4-8 16,5 0 8-16,16-1 6 0,-3 1-3 0,3 1 2 15,-2-1 7-15,3-2 3 0,0-1 5 0,-5 0 6 16,-11 2 0-16,-3-1 6 0,1-3 9 0,-5 2 9 0,-4-2 24 16,-10 2 20-16,0 1 24 0,-7-1 17 15,-4 0 2-15,-1 2-5 0,-1-2-5 0,-1 1-10 16,-2-1-7-16,-2 3-3 0,-8-6-6 0,-1 3-4 16,-4 2-4-16,-6-1-1 0,-1 2-4 0,-7 3-3 15,5 0 0-15,-5 3-4 0,5-2 0 0,-4 3-2 0,7-1-5 16,0 2 0-16,2 2 1 0,1-1-5 0,1 2 0 15,2 1 4-15,-1-1-3 0,5 1 2 0,4-2-3 16,1 0 2-16,3-1 5 0,2 3-1 0,3-5-1 16,5 3 1-16,0-3 2 0,8 0 4 0,-2-2-4 15,5-1-1-15,1-1-2 0,-2-3 2 0,0-2-1 16,0 1 4-16,-1-3-6 0,0-2 4 0,-4-2 0 16,3-1-3-16,-7 1 0 0,0 1 2 0,-1-3-5 15,-2-2 4-15,-1 2-1 0,-1-6-5 0,0 5 3 16,-5-2-3-16,-1 4-5 0,-4-3-9 0,1 0-12 15,-4 3-11-15,-2-3-19 0,0 3-20 0,-2 1-17 16,3 1-30-16,-1 1-33 0,2 2-52 0,2-3-165 16,2 5-405-16,0-5 180 0</inkml:trace>
  <inkml:trace contextRef="#ctx0" brushRef="#br0" timeOffset="-207635.58">18290 10435 8 0,'7'0'229'0,"-7"0"-27"0,7 0-20 0,-7 0-22 0,7 3-16 16,-2-1-19-16,1 2-14 0,1 1-10 15,-1 2-12-15,1 1-10 0,0 4-4 0,-1-3-7 16,2 1-9-16,-4 2-4 0,-1 0-9 0,1 3-4 0,-2-1-4 16,-2 1-3-16,0 2-2 0,0-5-6 0,-2 0 2 15,0-2-3-15,0-2-4 0,0-1 0 0,0-1-4 16,-1 2 6-16,3-6 10 0,-2 4 16 15,-1-4 35-15,2 2 27 0,1-4 34 0,0 0 33 0,0 0-7 16,0 0-15-16,0 0-18 0,0 0-15 0,4-17-13 16,1 8-17-16,1-1-2 0,6-4-15 0,0-3-8 15,9-1-12-15,-7 6-13 0,5-9-23 16,-1 1-20-16,0 8-22 0,-4-1-24 0,-3 5-23 0,-2 0-33 16,-1 1-39-16,0 3-46 0,-2 1-39 0,0-1-60 15,0 1-172-15,-2 2-496 0,-4 1 220 0</inkml:trace>
  <inkml:trace contextRef="#ctx0" brushRef="#br0" timeOffset="-207150.81">18770 10514 250 0,'2'-2'299'0,"-2"2"-17"0,8-1-31 16,-8 1-19-16,4-1-28 0,-4 1-22 0,0 0-21 15,5-3-19-15,-5 3-15 0,0 0-16 0,2 7-12 16,-2-7-11-16,0 8-10 0,0-3-6 0,-4 2-7 16,3 2-6-16,-3 4-11 0,0-4 1 0,0 4-10 15,0 1-3-15,0-2-7 0,0 1-7 0,0-4-3 0,0 0-6 16,2-1-6-16,0-3 0 0,1 0 0 16,0-3 5-16,-1 3 1 0,2-5 22 0,4 2-12 15,-4-2 2-15,12-5 6 0,-3 0 0 0,4-3 5 16,1 0-2-16,2-2-2 0,7-6-2 0,-2 0-2 15,2 0-3-15,-3-2-2 0,3 2-6 0,-4 4 2 16,-1 2-6-16,-2-1 10 0,-4 5-12 0,-3-1-1 16,0 2-3-16,-2 2-6 0,0 1-2 0,-3-2 1 15,1 4-4-15,-5 0-1 0,11 2 1 0,-8 1-3 0,2 1 0 16,-1 1 0-16,0 2 2 0,-3 2 3 0,2 1-1 16,-2 1-2-16,3 2-3 0,-4-1-9 0,1-1 1 15,2-2 0-15,-2 3-1 0,2-7 10 16,-2 4-4-16,0-3 5 0,4-1-3 0,-1 0 4 0,5-4 2 15,3 0-1-15,2-2 8 0,2-3 9 0,2-1 3 16,0 0 3-16,1-2-4 0,0 1 0 0,-2-2-3 16,2 0-1-16,0 3-1 0,-5-2-1 0,-1 3-1 15,-4 1-4-15,0 2 0 0,-4-1-14 0,4 2-27 16,-1 2-36-16,-1 0-38 0,0 4-53 0,-2 1-64 16,-3-2-240-16,-2 5-506 0,-2-3 223 0</inkml:trace>
  <inkml:trace contextRef="#ctx0" brushRef="#br0" timeOffset="-203653.13">21344 10219 158 0,'2'-7'206'0,"0"1"-7"0,0-2-6 0,-2 0-9 15,2 3-8-15,-1-2-9 0,2 2-7 0,-2-1-13 16,0 0-11-16,1 4-14 0,-2-2-16 0,0 4-8 16,1-5-28-16,-1 5-27 0,0 0-4 0,0 0-6 15,-4 11-3-15,-3 6-3 0,-2 7-6 0,-3 5-4 16,1 2-1-16,-1 4-2 0,-4 11-5 0,5-13 4 16,-2 12-5-16,2-11 1 0,3-1-3 0,3-2 0 15,-5 5-1-15,1-4 1 0,1-2 11 0,3-2-11 16,1-1 1-16,-2 0-3 0,2-8 2 0,0 0 3 15,3-9-2-15,-3 4-1 0,4-3 0 0,-2-4 3 16,0-1-2-16,2-1 2 0,-2-1 2 0,0 0 11 16,1 0 9-16,1-1 6 0,0-3-3 0,0 0-4 15,0 0-7-15,0 0-20 0,-10-11-30 0,9 1-31 16,1-3-31-16,-1-4-31 0,2-4-34 0,6-4-54 16,-3-5-134-16,-1-1-371 0,7-2 164 0</inkml:trace>
  <inkml:trace contextRef="#ctx0" brushRef="#br0" timeOffset="-203368.51">21316 10112 43 0,'2'-11'203'0,"-1"4"-13"0,-1 2-12 0,1-2-11 0,0 1-18 15,1 2-17-15,-1 1-15 0,-1 3-16 0,0-7-13 16,0 7-6-16,0 0-12 0,13 4-7 0,-7 1-2 16,3 0 1-16,8 6-8 0,-2 1-1 0,2 0-9 15,4 8-2-15,1-2-6 0,-3 2-3 0,-1 1-2 16,-4 3-1-16,-1 1-6 0,-3-2-2 0,-2-4-3 15,-6 0 0-15,-2-2-2 0,-3 0-5 0,-4 0 6 16,-2-2-1-16,-5 0-1 0,-5 0-4 0,1-1-2 16,-1-4 0-16,-6 0 0 0,5-2-1 0,-7 1 1 15,8-2 0-15,0-2-3 0,1 0 0 0,-1-2-3 16,1 1 1-16,4-2 4 0,5-1-4 0,0 1 1 16,0 0-1-16,4-2 3 0,1 0-11 0,4 0-19 15,0 0-33-15,0 0-43 0,0 0-26 0,14-6-48 16,-1 2-136-16,6-3-334 0,2 0 149 0</inkml:trace>
  <inkml:trace contextRef="#ctx0" brushRef="#br0" timeOffset="-203102.07">22010 10094 118 0,'1'-5'268'0,"2"-2"-19"15,-2 2-19-15,2 2-30 0,-2 0-21 16,-1 3-24-16,1-6-19 0,-1 6-15 0,0 0-12 0,-15 14-13 16,5 1-11-16,-9 6-9 0,0 3-8 0,-1 4-7 15,1 3-6-15,-8 10-8 0,4-1-7 0,9-8 0 16,-4 1-4-16,6 0-6 0,1 0 0 16,2-1-2-16,6-2-2 0,-1-1-5 0,6-2 1 0,2 0 1 15,3-3-4-15,1-6-13 0,3-1-15 0,6 2-22 16,-1-7-18-16,0 0-36 0,4-1-37 15,7-3-55-15,-8-5-174 0,2 0-379 0,0-4 169 0</inkml:trace>
  <inkml:trace contextRef="#ctx0" brushRef="#br0" timeOffset="-202684.77">22181 10322 4 0,'4'-6'224'0,"0"1"-23"0,2 0-19 0,2 1-22 16,0 2-17-16,-1-1-15 0,2 3-12 0,5 3-13 16,-5-1-11-16,4 5-10 0,-3 0-8 0,1 1-7 15,3 4-10-15,-5 3-4 0,-2-1-5 0,2 0-6 16,-4 3-5-16,-1 0-3 0,-4 0-3 0,0 0-6 0,-4 0 0 16,2 2-1-16,-2-2-1 0,-4-3-5 15,1 1 2-15,0-2-3 0,-3-5 8 0,2 2 1 16,3-5 8-16,-4 2 7 0,4-1 15 0,0-4 22 15,1 3 27-15,-1-3 22 0,1-1 13 0,4-1 5 16,0 0-18-16,0 0-18 0,-4-10-6 0,7 0-10 16,2 2-13-16,4-8-9 0,2 0-8 0,6-2-7 15,2-4-6-15,4 1-8 0,-2 0-6 0,-2 2-5 0,3 0 3 16,-8 5-7-16,-1 3-17 0,-1 0-1 0,-3 4 0 16,-1 2-5-16,-2 0-2 0,1 2-6 0,-2-1-7 15,-3 3-21-15,2-1 0 0,-4 2-1 16,0 0 4-16,4 10 2 0,-4-3 2 0,-1 3 4 0,-2 1 2 15,-3 4 2-15,-1 1-1 0,1 3 3 0,-2-3 3 16,1 2-7-16,-1 0-18 0,1-1-8 0,-1 3-16 16,1-6-24-16,1 1-18 0,-2 2-19 15,4-3-32-15,1-2-36 0,0-2-72 0,3-4-137 0,0-2-432 16,3 0 193-16</inkml:trace>
  <inkml:trace contextRef="#ctx0" brushRef="#br0" timeOffset="-202470.2">22728 10427 20 0,'1'-4'323'0,"2"1"-19"0,-3 3-29 0,1-6-28 16,-1 6-27-16,4-3-24 0,-4 3-23 0,0 0-22 16,0 0-18-16,0 0-10 0,0 0-12 0,0 0-15 15,-5 17-7-15,1-8-11 0,-1 1-11 0,-4 2-13 16,2 1-18-16,-2 1-17 0,-3 2-18 0,3 0-19 15,-4-1-22-15,1 2-22 0,-1-3-25 0,-2 2-45 16,0-2-63-16,0-4-169 0,6-3-394 0,0-1 175 16</inkml:trace>
  <inkml:trace contextRef="#ctx0" brushRef="#br0" timeOffset="-201952.55">22855 10305 2 0,'1'-6'282'0,"-1"1"-19"16,0 0-25-16,0 1-28 0,0 4-18 15,0-6-24-15,0 6-28 0,1-4-40 0,-1 4-13 0,0 0-7 16,0 0-15-16,0 0-5 0,4 10-19 0,-1-2-3 16,-3-2-22-16,2 4-11 0,0-1-4 0,-1 1-1 15,4 0 2-15,-3-1-12 0,2-1-7 16,-1-1 5-16,-2 0-2 0,2 0-1 0,2-2 4 0,1-2 0 15,-3 2 8-15,4-4 3 0,-1-1-5 0,-6 0 3 16,16-6 3-16,-6 3 4 0,-1-4 13 0,3-1 12 16,-1 2 3-16,-2-3 8 0,0-2 10 0,4-1 2 15,-8 5 7-15,4 0 6 0,-2-1 3 0,-1 3 2 16,-1 1-2-16,0-1-10 0,-1 1-6 0,0 1-5 16,-2 1-11-16,-2 2-7 0,0 0-6 0,0 0-6 15,12 9-1-15,-10-1 1 0,1 3-4 0,-2 6-2 16,0 2-7-16,-1 8 4 0,-1 0 0 0,-3 2-1 15,0 3 0-15,-3-1-1 0,-1-2-2 0,2 4 3 16,-3-3-5-16,-1-1 3 0,1-3 2 0,1-4-5 16,3-3 1-16,-3-1 0 0,-1-3 2 0,3-4 1 15,-2-6 3-15,-2 3 1 0,2-3 3 0,-1-1 4 16,4-4 14-16,-5 0 22 0,4-1 13 0,-1-6 7 16,-1-2 10-16,2 2 0 0,2-6-15 0,2-3-1 15,3-1-7-15,4-3-10 0,1-6-3 0,6-1-6 16,4-2-8-16,9-12-16 0,3 1-19 0,-2 13-6 15,-2-2-3-15,1 1-11 0,-4 2-12 0,2 3-13 16,-3 5-23-16,-7 3-33 0,1 6-33 0,-5 1-48 16,0 3-36-16,1 1-59 0,-1 3-159 0,-5 0-474 0,1 1 209 15</inkml:trace>
  <inkml:trace contextRef="#ctx0" brushRef="#br0" timeOffset="-201704.07">23367 10505 61 0,'0'0'253'0,"0"0"-27"0,5-3-21 16,-5 3-21-16,0 0-23 0,0 0-20 0,0 0-14 15,0 0-13-15,0 0-15 0,0 0-7 0,2 8-15 16,-2-8-4-16,-4 9-11 0,1-4-6 0,-1 4-4 15,-3 1-12-15,-2 2-22 0,-2 0-19 0,0 1-27 16,0 3-30-16,-2-5-41 0,0 3-211 0,4-6-334 16,0 1 148-16</inkml:trace>
  <inkml:trace contextRef="#ctx0" brushRef="#br0" timeOffset="-201298.95">23648 10222 66 0,'0'0'267'0,"3"-6"-19"16,-3 6-23-16,0-4-26 0,0 4-22 15,0 0-18-15,0 0-20 0,5-2-16 0,-5 2-13 16,0 0-11-16,10 6-11 0,-3 0-10 0,0-1-2 16,0 1-14-16,1 2-5 0,-1 2-6 0,-1 0-9 0,1 1-8 15,2 4-6-15,-6-3-2 0,1 3-6 16,0 1-7-16,-3 1 4 0,-1 0-6 0,0 0 1 16,-3 0-1-16,-1-1-3 0,-5 2 8 0,0-3-10 15,0-1-2-15,1-3 4 0,-2-2-4 0,1 0 4 0,0-1-3 16,2-1-1-16,-1-1 1 0,3-1-2 0,2 1 5 15,-1-4-6-15,0 1 6 0,3 1 8 16,-4-2 11-16,5-2 5 0,0 0 0 0,0 3-2 0,0-3-2 16,0 0-8-16,22-2 2 0,-8 0-11 0,-1-1-20 15,6-2-26-15,0 0-31 0,1 1-44 0,2-4-53 16,-4 3-231-16,1-3-426 0,-2 0 188 0</inkml:trace>
  <inkml:trace contextRef="#ctx0" brushRef="#br0" timeOffset="-201089.6">23660 10395 14 0,'0'0'290'0,"0"0"-13"0,0 0-28 16,0 0-24-16,0 0-20 0,0 0-28 0,15-6-18 15,4 1-27-15,2 2-39 0,6-1-44 0,1 1-52 16,1 1-67-16,3-1-77 0,-12-1-128 0,2-1-299 15,0 0 133-15</inkml:trace>
  <inkml:trace contextRef="#ctx0" brushRef="#br0" timeOffset="-200851.35">23937 10001 42 0,'-2'-7'279'0,"0"1"-17"0,1 3-24 16,0-1-34-16,1 4-21 0,0 0-19 0,6-3-18 0,-6 3-14 16,17 11-15-16,-2 0-17 0,8 6-5 0,5 6-10 15,-4 3-11-15,11 11-8 0,-7 3-3 16,-4 3-5-16,-5 2-9 0,-7 1-3 0,-4 0-3 0,-6-12-7 16,-7 13-4-16,-4-11-4 0,-6 9-7 0,-4-4-2 15,-7-2-7-15,3-10-2 0,-4-1-1 16,-1-3-2-16,-2-3-2 0,-1 1-6 0,-2-4-16 0,-2-2-31 15,2-2-29-15,-6-3-54 0,3-3-66 0,-2-5-162 16,5-3-390-16,4-2 173 0</inkml:trace>
  <inkml:trace contextRef="#ctx0" brushRef="#br0" timeOffset="-200170.79">24460 10111 54 0,'2'-5'234'0,"-2"-6"-4"0,2 7-15 0,-2 0-11 16,2 3-19-16,-2 1-19 0,0-7-21 0,0 7-16 15,0 0-22-15,0 0-13 0,0 0-11 0,0 0-6 16,-2 20-12-16,0-2-6 0,0 7-5 0,-1 4-11 16,-1 5-2-16,1 0-5 0,1 14-11 0,-3-2-1 15,5-10-5-15,-6 9-2 0,1-9-2 0,3-2-1 16,-4 0-2-16,2-2-1 0,0-3 3 0,-1 1-1 15,1-3-1-15,2-8-2 0,0 0 3 0,0-1-4 16,-2-7 1-16,4 1-1 0,-3 2 1 0,1-6-2 16,-2 1 1-16,3-3-4 0,0-1 1 0,-1 2 3 15,1-4-1-15,0 1-4 0,1-4-6 0,-1 3-31 16,1-3-67-16,0 0-65 0,0 0-204 0,0-13-398 16,3 1 177-16</inkml:trace>
  <inkml:trace contextRef="#ctx0" brushRef="#br0" timeOffset="-199912.09">24598 10338 166 0,'0'0'212'0,"1"-5"-22"0,-1 5-19 0,0 0-27 16,3-3-14-16,-3 3-17 0,0 0-12 0,12 5-9 15,-5-1-6-15,-2 0-6 0,4 5-9 0,-2-1-10 0,1 1 4 16,-1 0-15-16,1 2-6 0,-3-2 2 0,1 1-10 15,-4 0-7-15,0 0-4 0,0-1-3 0,-6 0-4 16,0-3 0-16,0 1 0 0,-4 1-3 16,-3-4 4-16,-4 1-3 0,2 0-3 0,-1-1-3 0,-1-1-2 15,2-1 3-15,-1 1-2 0,3-3 0 0,0 0 1 16,4 0-10-16,0 1-40 0,7-1-64 0,-6-4-56 16,6 4-141-16,0 0-326 0,8-9 145 15</inkml:trace>
  <inkml:trace contextRef="#ctx0" brushRef="#br0" timeOffset="-199654.91">24930 10382 116 0,'0'0'222'0,"0"0"-11"15,0 0-17-15,0 0-19 0,0 0-14 0,0 0-19 16,0 0-20-16,23-4-9 0,-5 3-10 0,1 0-10 16,13-1-11-16,0 0-10 0,7-1-6 0,1 1-8 15,15-1-9-15,-17 0-18 0,0 2-21 0,-5-2-19 16,-4 1-23-16,-8 2-22 0,-1-3-22 0,-7 2-27 16,-3-3-46-16,-4 2-118 0,-2 0-288 0,-4 2 128 15</inkml:trace>
  <inkml:trace contextRef="#ctx0" brushRef="#br0" timeOffset="-199438.83">25209 10240 81 0,'1'-7'285'0,"-1"3"-7"15,0-1-14-15,0 3-5 0,2-3-31 0,-2 0-22 0,0 5-31 16,2-2-23-16,-2 2-19 0,0 0-15 0,0 0-13 15,-9 14-10-15,2 1-8 0,0 4-11 16,-5 6-5-16,3 3-9 0,-1 1-7 0,1 3-4 16,-1 1-24-16,0 0-34 0,1 2-41 0,-3 10-64 0,7-12-66 15,-7-4-233-15,6 3-444 0,0-14 196 0</inkml:trace>
  <inkml:trace contextRef="#ctx0" brushRef="#br0" timeOffset="-198035.93">26237 10019 82 0,'0'-5'179'0,"4"-2"-15"0,-4 0-3 15,0 1-15-15,0-3-11 0,0 5-17 0,0-1-9 16,-4-1-17-16,-1 3-7 0,1-1-12 0,-3 3-7 16,-4-2-7-16,1 2-6 0,-1 2-7 0,-7 3 0 15,0 1-12-15,-6 8-3 0,-1 0-4 0,2 3-7 16,-1 2 3-16,2 3-8 0,-2 2-5 0,2 0 1 16,1 3-6-16,3 0 3 0,2-1-4 0,2 2 4 15,4 0-5-15,1 0 0 0,4-1 2 0,0-1-5 0,4-1 3 16,1-4 4-16,2-2-2 0,3-1 5 15,3-1 2-15,2-3 10 0,3-2 12 0,3 1 6 16,1-5-5-16,4 0 0 0,5-1-1 0,-3-4-2 16,-1-4-2-16,0 1-2 0,0-4 11 0,6-5-4 0,-5 0-2 15,0-7 0-15,0 1-1 0,-2-6 1 0,-4 0-2 16,-2-2-1-16,1-3-3 0,-5-1-5 16,-2-2-2-16,1-3 0 0,-3-1-3 0,-1 0 0 15,-3-2-3-15,-3 4 2 0,-2 1-5 0,-3 3 5 0,2 3-9 16,0 6 2-16,-3 4-1 0,-1-2 0 0,1 6-4 15,-2 2-2-15,2 0 1 0,-1 2-4 0,2 1-1 16,-1 2-2-16,-2 1 3 0,-1 6-6 16,4-1 0-16,-4 5 0 0,0 1-2 0,2 4 4 0,0 7-2 15,-3 7 1-15,2 0 0 0,4 3-1 0,1 1 4 16,1 2-1-16,2 2-1 0,2 0-1 0,1 3 1 16,1-2 1-16,0 1 1 0,4 10 2 0,-2-13 0 15,-1-3-2-15,-1 2 3 0,-3-3-1 0,2 0-1 16,-7-3 0-16,2-1 0 0,0-7 2 0,-3 0-2 15,-1 0 2-15,-4-2 1 0,1 1 2 0,-2-4-2 16,-4-2 6-16,2 1-2 0,-1-2-5 0,4-1 5 16,0-1-2-16,-4-4 0 0,2 1 0 0,2 0 0 15,1-1-8-15,1 1-7 0,2-2-11 0,-3 0-21 16,5 0-37-16,4-3-70 0,0 0-223 0,-6-10-404 0,7 2 179 16</inkml:trace>
  <inkml:trace contextRef="#ctx0" brushRef="#br0" timeOffset="-197736.34">26833 9854 154 0,'-2'-4'163'0,"0"1"-17"0,2 3-18 0,-7 0-15 16,7 0-9-16,-16 7-12 0,3 3-10 0,-7 7-11 16,1 6-9-16,0 5-4 0,-2 2-7 0,-5 13-5 15,0-1-4-15,2 4-6 0,3-1-5 0,2 1 0 16,4-2-3-16,5-10 1 0,5 1-7 0,0-2 0 16,4-1-1-16,2-1-2 0,2-1 6 0,4-4-5 15,7-2 0-15,-2-2 2 0,-1-5-2 0,9 2-3 16,-3-8-15-16,0-2-20 0,1 1-28 0,0-4-30 15,0-2-63-15,-4-3-94 0,-2-2-253 0,0-3 111 16</inkml:trace>
  <inkml:trace contextRef="#ctx0" brushRef="#br0" timeOffset="-197253.54">26868 10181 8 0,'4'-5'239'0,"5"-3"-18"0,-1 1-22 16,1 1-16-16,-3 1-14 0,6-1-19 0,-6 4-18 16,3-1-10-16,0 1-11 0,1 2-15 15,0 0-14-15,2 2-7 0,-2-1-7 0,-2 3-7 16,1 4-11-16,-2 0-6 0,1 0-2 0,-3 2-2 0,0 6-4 16,-1 2-8-16,-2 1-1 0,-2 1-1 0,-4 7-11 15,-1-3-5-15,-4 2 7 0,-3 1-5 0,3-3 0 16,-1-2 2-16,2-3-6 0,-1-4 1 0,0 0-1 15,3-5 2-15,-3-1-2 0,3-2 11 0,1 2 7 16,-1-5 13-16,1 0 22 0,4 0 35 0,-2 0 35 16,-3-2 32-16,6-2 16 0,0 0-18 0,0 0-17 15,-9-10-12-15,9 3-10 0,4-3-16 0,0-2-14 16,5-5-9-16,2-8-13 0,2 1-25 0,7-5 8 16,0 3-16-16,-2-3-15 0,2 2 0 0,-2 0 4 15,1 3-11-15,-2 2-4 0,-6 5-1 0,3 1-9 16,-5 4 6-16,-1 4 3 0,-3 1-5 0,1 0-4 15,-2 3-25-15,-1 0-26 0,-1 3-12 0,-2 1 4 16,0 0 7-16,8 6 13 0,-7-1-9 0,-1 3 7 16,3 2 4-16,-6 5 5 0,1 1 1 0,-1 1 4 15,-1 4 6-15,0 4 0 0,2-1 1 0,-6 1 3 16,7-7-23-16,-3 1-4 0,0-1-14 0,4-1-3 16,0-1-15-16,-1-4-10 0,2 0-5 0,-1-1-20 15,4 0-12-15,1-1-35 0,4-2-38 0,-4-1-242 16,4-2-474-16,4-3 211 0</inkml:trace>
  <inkml:trace contextRef="#ctx0" brushRef="#br0" timeOffset="-197014.35">27389 10294 11 0,'0'0'298'0,"1"-5"-17"0,-1 5-28 0,0 0-24 0,0-4-29 15,0 4-20-15,0 0-22 0,0 0-18 0,0 0-16 16,0 0-17-16,0 0-4 0,0 0-18 0,-1 12-7 16,-1-4-5-16,0 3-9 0,-3 1-7 15,-2 3-4-15,3-1-5 0,-3 3-10 0,2-1 0 0,-3-1-7 16,0 1-17-16,-2 0-13 0,6-4-14 0,-5 1-24 16,4-1-18-16,-4 2-18 0,2-4-20 0,1-1-39 15,3 0-41-15,-4-3-175 0,5-4-377 16,0 1 166-16</inkml:trace>
  <inkml:trace contextRef="#ctx0" brushRef="#br0" timeOffset="-196485.77">27506 10135 253 0,'0'-6'266'0,"1"-1"-22"16,-1 3-26-16,3 1-25 0,-2-1-26 0,-1 4-37 15,0-5-27-15,0 5-13 0,0 0-10 0,0 0-9 16,10 11-10-16,-7-6-17 0,2 5-16 0,-1 0-11 16,1-1-11-16,0 1-9 0,-1 3-9 0,2-2-10 15,1 1-7-15,-2-2-2 0,1-1-5 0,-2 1 3 16,0-4-4-16,-2 1 10 0,1-3-3 0,0 1 14 16,-1-2 2-16,1-3 4 0,-3 0 14 0,0 0 4 15,0 0 15-15,11-10 0 0,-6 2 5 0,0-1 8 16,-1 0 12-16,1-1-1 0,-1-2 9 0,0 0 1 15,3-3 5-15,-3 3 8 0,2 2 4 0,-3-1 1 16,1 3-1-16,-1 1 1 0,-2 1-8 0,2 2-6 16,-1-1-11-16,-2 2-11 0,3-2-9 0,-3 5-27 0,2-2 0 15,-2 2-1-15,0 0-2 0,7 10 0 16,-5 2 2-16,-2-2-2 0,4 5-3 0,-3 4 1 16,3 6-1-16,-4 2 3 0,0 2-5 0,-2-1 5 15,-3 4 0-15,1-2 2 0,0 0-4 0,-4 0 2 16,2-2 2-16,-2-2-5 0,0-3 4 0,0-6-3 15,0 0 3-15,-1-2 5 0,-1-5-2 0,1-1 1 16,0 0 2-16,0-3 2 0,-1-1 6 0,-2-4 10 16,2-1 9-16,0-5 9 0,-1 4 7 0,1-6 6 0,5-1 16 15,-2-3-3-15,3-1-7 0,2-5-6 0,2 0 1 16,2-1-2-16,5-9-11 0,7-2-6 16,3-1-4-16,2-1-5 0,12-7-16 0,-1 0-16 15,-4 11-12-15,1 1-2 0,1 2-13 0,-1 3-10 0,-2 3-21 16,2 5-28-16,-8 4-27 0,-3 2-47 0,0 2-30 15,-4 3-262-15,-1-1-494 0,-3 6 219 0</inkml:trace>
  <inkml:trace contextRef="#ctx0" brushRef="#br0" timeOffset="-196249.68">27970 10321 2 0,'1'-4'330'0,"-1"4"-26"0,0 0-25 16,5-3-31-16,-5 3-26 0,0 0-28 0,0 0-22 15,0 0-20-15,0 0-20 0,0 0-13 0,0 12-12 16,-5-4-11-16,0 1-21 0,-3 3-18 0,-1 0-12 16,4 2-24-16,-5 0-17 0,5-1-20 0,-3 1-19 15,-2-1-35-15,3-1-24 0,-1-2-35 0,1 1-79 0,2-3-127 16,-1-3-362-16,2 0 160 0</inkml:trace>
  <inkml:trace contextRef="#ctx0" brushRef="#br0" timeOffset="-195884.12">28210 10009 191 0,'0'-3'230'0,"3"-2"-26"0,-3 5-28 0,1-4-16 16,-1 4-14-16,0 0-17 0,0 0-13 15,13 8-15-15,-8-3-13 0,-1 0-8 0,1 3-10 0,-1 1-10 16,1 2-6-16,-3 1-7 0,1 2-8 0,-2-2 2 16,-1 3-4-16,-1 1-8 0,-2 2-1 0,-1-4-2 15,-3 6-9-15,-2-3 4 0,1 0-3 0,-6 7-1 16,1-5-3-16,-1-4-1 0,4-1-1 0,1 1-3 15,-1-3-6-15,1-3 6 0,1-4 1 0,1 3 2 16,3-3-10-16,-1-1 20 0,2-1 8 0,1 0 7 16,0 1 10-16,2-4 8 0,-4 2 8 0,4-2 5 15,0 0-3-15,0 4 1 0,0-4-11 0,12 0-10 16,-1-1 2-16,2-2-5 0,5 2-8 0,0-2-8 16,4-2-18-16,-2 2-36 0,8-3-28 0,-8 2-40 15,0 0-54-15,0-1-57 0,-8 1-190 0,-2 0-431 16,0 0 191-16</inkml:trace>
  <inkml:trace contextRef="#ctx0" brushRef="#br0" timeOffset="-195569.33">28132 10228 184 0,'-9'-1'291'0,"9"1"-10"0,0 0-18 0,0 0-11 0,-3-3-38 16,3 3-21-16,0 0-22 0,19-5-14 15,-7 1-18-15,6 0-16 0,4 0-16 0,5-3-19 16,2 4-9-16,-1-1-22 0,1-1-16 0,-7 2-17 15,0-1-24-15,-6 1-20 0,-4 1-11 0,-1-1-16 0,-1 2-21 16,-3-2-24-16,-3 1-40 0,-4 2-15 0,-1-6-26 16,1 6-153-16,-13-5-353 0,6 3 156 0</inkml:trace>
  <inkml:trace contextRef="#ctx0" brushRef="#br0" timeOffset="-195300.19">28466 9826 118 0,'0'-4'287'0,"0"4"-30"0,4-4-32 0,-4 4-20 0,6 0-25 15,0 4-21-15,6 2-13 0,2 6-17 0,2 2-15 16,6 10-16-16,-1 5 3 0,5 15-16 0,-4 5-7 15,-8-2-10-15,0 2-2 0,-7 2-9 0,-7-1-2 16,-7-2-8-16,-4 0-2 0,-6-3 1 0,-1-14-11 16,-8 10-3-16,-5-4-5 0,4-13-7 0,-11 7-14 15,6-11-26-15,-12 7-36 0,-2-4-52 0,12-8-72 16,-15-1-207-16,12-5-420 0,4-5 186 0</inkml:trace>
  <inkml:trace contextRef="#ctx0" brushRef="#br0" timeOffset="-193286.49">29220 10048 138 0,'3'-5'211'0,"1"2"-9"16,-4-2-8-16,4 1-16 0,-4-1-6 0,3 2-19 15,-3-1-10-15,2-1-17 0,-2 1-12 0,-2 0-14 16,-1-1-10-16,-1 1-13 0,-1 1-4 0,-8 2-12 15,3-3-4-15,-8 3-9 0,6 1-6 0,-6 2-2 16,-2 1-6-16,3-2-3 0,-4 5-5 0,6 0 1 16,-2-1-8-16,1 3-2 0,2-1-2 0,3-2-1 15,4 3-3-15,-3-2-3 0,2 4 0 0,5-5 1 16,-3 0-4-16,4 2 1 0,1-1 1 0,2 2 4 16,3-3-2-16,0-2 4 0,5 3-5 0,3-3-2 15,-1-2 2-15,4 1-4 0,2-4 1 0,2 1 4 16,-1-1-2-16,0-3 8 0,0 0 1 0,-3 0 6 15,3-3 7-15,-8 4 2 0,3-1 4 0,-1 0 4 16,-3-2-3-16,0 5-2 0,-1-4-3 0,-4 4 0 16,0-1-8-16,1 2-4 0,-5 1-7 0,8 0-2 15,-8 0-1-15,10 2-2 0,-6 3-4 0,-1 2-2 16,3 5-10-16,-1 1 2 0,-4 4-1 0,3-1 0 16,1 2 4-16,-2 8-3 0,-1 0 1 0,-2-1 0 15,-1 2 4-15,0-1-5 0,-2 0 10 0,2-1-4 16,-3 0-3-16,0-7 2 0,3 1 2 0,1-1-4 0,-1-2 3 15,1-4-2-15,-3-2 2 0,3 0 2 0,-1-3 2 16,1-1-1-16,0 0 5 0,0 0 35 0,-3-2 36 16,3-2 43-16,0-2 48 0,0 0 43 15,0 5 10-15,0-5-15 0,0 0-22 0,4-14-21 0,0 5-16 16,1-2-16-16,5-8-16 0,6-6-10 0,-1-1-13 16,2-3-9-16,2 2-9 0,8-12-11 15,-7 11-9-15,1-1-6 0,0 2-6 0,0 1-12 0,-2 1 2 16,-4 3-4-16,-1 8-3 0,-2-1 0 0,-5 6-5 15,-1 1-2-15,0 1-3 0,-2 0-6 0,-2 5-21 16,3-2-27-16,-1 0-37 0,-1 2-31 0,-3 2-39 16,0 0-23-16,0 0 12 0,0 0 5 0,0 0-8 15,2 12-9-15,-3-3-14 0,0-2-9 0,-3 4-8 16,0 0-19-16,-1 0-25 0,-1 4-58 0,2-3-189 16,-1-1-532-16,3-1 236 0</inkml:trace>
  <inkml:trace contextRef="#ctx0" brushRef="#br0" timeOffset="-192653.61">30247 10144 113 0,'-6'-1'114'15,"6"1"-8"-15,-5-1 3 0,5 1 0 0,-4-3 4 16,4 3 2-16,0 0 2 0,-3-4 2 0,3 4 6 15,0 0 5-15,0 0 6 0,0 0 7 0,0 0-1 16,0 0-7-16,0 0-10 0,0 0-4 0,0 0-15 16,5-4-12-16,0 3-9 0,3 1-11 0,6-3-5 15,-1 1-10-15,7-1-16 0,-1 2-18 0,3 0-13 16,0 1-21-16,-2-2-19 0,2 2-33 0,-3 0-33 16,0-3-45-16,-2 3-34 0,-4 0-184 0,0 0-385 15,-3 0 172-15</inkml:trace>
  <inkml:trace contextRef="#ctx0" brushRef="#br0" timeOffset="-192395.93">30299 10273 155 0,'-1'4'258'0,"1"-4"-12"0,0 0-25 16,0 0-23-16,0 0-21 0,19 1-18 0,-1 0-14 0,4-1-28 16,7 0-47-16,5 3-54 0,-4-2-65 0,2-1-88 15,-4-1-126-15,-5-2-285 0,5 1 127 0</inkml:trace>
  <inkml:trace contextRef="#ctx0" brushRef="#br0" timeOffset="-190904.04">31126 9893 170 0,'5'-11'221'0,"-4"2"-9"0,2 2-14 0,0 1-12 16,-1 0-8-16,-1-1-20 0,3 3-14 0,-4 0-14 16,0 0-17-16,0 4-17 0,2-3-16 0,-2 3-23 15,0 0-15-15,0 0-8 0,0 0-2 0,0 0-3 16,-7 20-4-16,2-4-9 0,-1 2 3 0,-1 0 2 16,0 7 2-16,-1 2-11 0,-1-2 1 0,1 1 2 15,1 2-2-15,2-3-1 0,-1-6-3 0,4 1 2 16,-3-1-3-16,2-2-2 0,1-2 0 0,-1 1 2 15,1-6-1-15,2 0 1 0,-2-3-1 0,1-2 0 16,0 0 11-16,-2-1 25 0,3 0 27 0,0 0 24 16,0-4 24-16,0 0 9 0,0 0-9 0,0 0-13 15,0 0-14-15,-2-17-6 0,2 8 3 0,1-7-23 16,0-3-5-16,-1 0-8 0,0-8-7 0,4 0-3 16,-1-4-8-16,2 2-5 0,1 0-10 0,2-1-6 15,-2-4-8-15,2 4 2 0,1 0 12 0,0 4-12 16,0 1-2-16,-2-1-5 0,0 9 6 0,0 3-7 15,0-1 28-15,-2 5-5 0,3-1 2 0,0 1-3 16,0 2-5-16,1 1-3 0,2 1-6 0,2 0-1 16,5 1-2-16,-5 3-1 0,6 0 1 0,-6 4-4 15,2-1-1-15,-2 1-16 0,6 3-7 0,-7 0-5 16,-2 1-7-16,-1 2-6 0,-1-1-3 0,-1 2-2 16,-3 3 3-16,-1-3 4 0,-3 2 6 0,-2 3 2 15,-3-1 4-15,-5 3 1 0,-3-4 3 0,-5 6 4 16,-3-2 1-16,0 1 3 0,3-5-1 0,2-2 4 15,-1 0 1-15,1-1-1 0,5-5 5 0,-3 4-2 16,5-3 0-16,2-2 5 0,1-1-4 0,0 3 1 16,0 0-1-16,2 0 2 0,1-1 0 0,-1 2 1 15,4-2-2-15,0 2 5 0,4 3 0 0,-2 1-1 16,3 1 3-16,7 1-1 0,-1 1-1 0,4 8 1 16,3 0 0-16,-4-5 1 0,0-1 2 0,5 4-2 15,-5-4 1-15,2-1 0 0,-4 0-2 0,1-2 0 16,0 1 5-16,-4-5-3 0,-3 0-1 0,3 0 2 15,-5-3 1-15,1-1 0 0,0 1 3 0,-2-1-3 16,-1-1 6-16,2 0-3 0,-4-3 7 0,5 4 8 16,-5-4-3-16,3 1 1 0,-3-1-1 0,0 0-2 15,2 4-3-15,-2-4-8 0,0 0-8 0,0 0-27 16,0 0-41-16,0 0-55 0,0 0-88 0,-10-12-258 16,6 5-513-16,3 0 226 0</inkml:trace>
  <inkml:trace contextRef="#ctx0" brushRef="#br0" timeOffset="-190653.63">31713 9716 49 0,'0'0'177'0,"-8"-2"-21"0,8 2-16 16,-10 2-15-16,3 5-8 0,-4 1 1 15,-6 5-7-15,0 8-4 0,-3 1-8 0,-1 6-7 0,1 0-7 16,2 3-13-16,-7 12-3 0,10-10-6 0,1-1-6 16,2-3-3-16,3 4-5 0,5 0-6 0,3 0-2 15,4-1-2-15,-2-2-4 0,6-3 1 0,1-2-4 16,0 2-3-16,1-10-28 0,3-2-28 0,-1 1-33 16,4-4-60-16,-1-1-179 0,-2-5-323 0,0-1 144 15</inkml:trace>
  <inkml:trace contextRef="#ctx0" brushRef="#br0" timeOffset="-190238.75">31690 9968 261 0,'5'-9'247'0,"0"3"-26"15,0-2-21-15,4 4-20 0,0 0-20 0,0 3-19 16,4-1-14-16,-2 2-12 0,3 2-15 0,-2-1-11 15,-2 3-9-15,3 4-7 0,-2-3-9 0,-2 3-8 16,1-2-5-16,-1 7-9 0,0 3-3 0,-2-2-3 16,-4 1-5-16,1-1-2 0,-4-2-1 0,0 5-4 15,-1-2-3-15,-3 2-1 0,-2-1 0 0,2-6-3 16,-2 1-5-16,3-2 4 0,-1 0-2 0,0-4 0 16,0 2 3-16,3-2 11 0,-4-2 9 0,5 2 22 15,0-5 28-15,-4 5 31 0,2-2 34 0,2-3 39 16,0 0-2-16,0 0-20 0,0 0-21 0,12-11-11 15,-4 2-24-15,5-3-10 0,-2-1-1 0,2 1-16 0,4-2-13 16,-3 0-7-16,1 1-7 0,-2 0 4 0,-3 6-18 16,-2-3-3-16,-2 4-5 0,-1 0-4 15,1 1-7-15,-4 4-10 0,2-2-19 0,1 1-41 16,-5 2-26-16,5-2-14 0,-5 2 4 0,0 0 4 16,0 7 11-16,-1 0 2 0,-2 3-6 0,0-1-3 15,-1 3-12-15,0 2-18 0,-1 2-9 0,1 0-19 16,-1 1-17-16,0 3-27 0,0-3-40 0,1 0-27 0,-1-1-242 15,3-4-522-15,1-2 230 0</inkml:trace>
  <inkml:trace contextRef="#ctx0" brushRef="#br0" timeOffset="-190016.19">32194 10076 290 0,'0'0'269'0,"0"-4"-27"0,0 4-30 0,0 0-25 16,0 0-19-16,0 0-19 0,0 0-16 0,2 14-13 16,-7-6-12-16,1 2-9 0,0 4-10 0,-1 1-13 15,-3 2-31-15,2 2-16 0,-2 0-24 0,-2 3-23 16,2-5-23-16,-6 7-16 0,5-7-28 0,0-2-29 16,-2-1-68-16,3-4-106 0,-1-1-311 0,5-4 138 15</inkml:trace>
  <inkml:trace contextRef="#ctx0" brushRef="#br0" timeOffset="-189487.1">32318 9911 160 0,'3'-4'279'16,"-2"1"-29"-16,-1-3-24 0,3 3-29 0,-3 3-34 15,2-2-37-15,-2 2-18 0,0 0-9 0,0 0-16 16,0 0-8-16,0 0-20 0,7 11-10 0,-6-5-18 0,3 3-9 16,-4 0-17-16,1 2-6 0,-1-1-11 15,0-1-5-15,0 0-2 0,0 0 0 0,3-2 0 16,-3-1 0-16,2-1 5 0,-2 0 1 0,1 0 1 16,2-4 0-16,-3-1 3 0,8 1 7 0,-8-1-4 0,0 0 4 15,11-6 10-15,-1 0 11 0,-3 0 4 16,-1-1 10-16,2-2 8 0,1 0 6 0,-3-1 10 15,-1 1 8-15,3 1 10 0,-3-1 15 0,1 1-1 0,-3 4 1 16,3-1-6-16,-4 2-9 0,0 0-8 0,1 1-11 16,-1-2-9-16,-2 4-16 0,4-3-14 15,-4 3-3-15,0 0-3 0,0 11 11 0,0-5-13 16,0 4 3-16,0 4-5 0,0 6-1 0,-4 4 0 0,3 1 0 16,-3 1-2-16,2 0 0 0,-3 3 6 0,-1 0-2 15,-2-1 0-15,0 1 2 0,0 1 2 0,-2-3-2 16,1 0 0-16,-3-4 0 0,5-6 0 15,1-6-1-15,-5 3 4 0,5-5-1 0,-1-1 1 0,0-6 4 16,-1 3 0-16,3-2 6 0,-3-2 21 0,2-2 18 16,6 1 20-16,-13-5 13 0,9-2 0 0,-1-1 6 15,3-4-13-15,0 0-9 0,2-7 4 16,2 2-4-16,5-10-10 0,2 1-2 0,9-1-21 0,-4-4-23 16,7 4-12-16,-1-2-20 0,2 2-17 0,-3 2-16 15,3 2-16-15,-4 4-18 0,-4 5-37 0,-3 3-43 16,0 4-59-16,-1 0-84 0,0 4-153 0,-5 0-493 15,0 0 218-15</inkml:trace>
  <inkml:trace contextRef="#ctx0" brushRef="#br0" timeOffset="-189240.72">32628 10193 60 0,'0'0'194'16,"0"4"-18"-16,0-4-24 0,-2 8-14 0,1-3-8 16,0 2-11-16,-2 0-21 0,1 2-11 0,-2 2-25 15,0 1-28-15,-1 0-27 0,0-1-32 0,0 2-47 16,-3-3-122-16,2-2-209 0,-1 0 92 0</inkml:trace>
  <inkml:trace contextRef="#ctx0" brushRef="#br0" timeOffset="-188930.37">32822 9821 196 0,'0'0'231'0,"2"-3"-26"0,-2 3-26 0,0 0-16 15,0 0-19-15,0 0-12 0,0 0-13 0,0 0-18 0,0 0-9 16,0 0-11-16,17 36-7 0,-13-25-10 0,-2 5-3 16,1 10-7-16,-3-7-6 0,1 6-6 15,-1-4-5-15,-2-1-2 0,-2-2-6 0,0 0-1 16,-1 1-1-16,-3-1-7 0,1-2 3 0,0-2-2 16,1-3-1-16,-1 0-3 0,1-3-5 0,1 0 1 15,1-3 6-15,0 0-1 0,4-1 3 0,-4-1 12 16,3 1-1-16,-3-2 5 0,4-2 16 0,0 5 11 15,0-5 15-15,-5 3 8 0,5-3 5 0,0 0-11 16,0 0-7-16,0 0-9 0,14 0-8 0,-14 0-19 0,0 0-24 16,0 0-32-16,44-15-36 0,-26 9-35 0,1-2-53 15,-1 2-60-15,-18 6-237 0,34-17-473 16,-16 9 210-16</inkml:trace>
  <inkml:trace contextRef="#ctx0" brushRef="#br0" timeOffset="-188691">32762 10052 61 0,'0'0'296'0,"0"0"-22"15,0 0-40-15,0 0-38 0,0 0-36 0,0 0-40 16,0 0-45-16,0 0-54 0,64-13-55 15,-43 12-77-15,-21 1-105 0,38-6-233 0,-38 6 103 16</inkml:trace>
  <inkml:trace contextRef="#ctx0" brushRef="#br0" timeOffset="-188465.99">33051 9693 87 0,'0'0'288'0,"0"0"-31"0,0 0-29 15,14-17-29-15,-14 17-20 0,0 0-19 0,0 0-19 0,57 34-9 16,-31-12-19-16,-1 6-3 0,2 12-7 0,-4 4-16 16,-1 7-3-16,-4 5-10 0,-8-3-8 0,-6 0-5 15,-8 2-3-15,-6 1-8 0,-2-7-1 16,-7 1-6-16,-5-6-5 0,-11-4-4 0,-11-2-4 15,0-5-12-15,-5-1-21 0,-4-5-29 0,-1-1-43 0,-5-4-66 16,-1-1-71-16,-25 1-159 0,29-12-403 16,0-3 179-16</inkml:trace>
  <inkml:trace contextRef="#ctx0" brushRef="#br0" timeOffset="-183440.34">6207 12086 225 0,'-1'-4'245'16,"1"4"-14"-16,0-4-17 0,0 4-17 0,0 0-23 16,0 0-19-16,0 0-20 0,0-5-27 0,0 5-30 15,0 0-16-15,0 0-5 0,0 0-7 0,-3 13-7 0,6-2-9 16,-6-1 0-16,2 6-1 0,1 2-7 16,-4 1-2-16,3 7-7 0,0-1 3 0,-1 1-3 15,1 1-9-15,-1-3 5 0,-2-4 1 0,2 6-5 16,-1-9 0-16,1 0 0 0,1 0-5 0,-3-5 2 0,3-2 0 15,0-1 4-15,-2-3-3 0,3 1 5 16,-1-4 17-16,0 2 25 0,1-1 30 0,0-4 44 16,0 5 21-16,0-5 46 0,0 0-9 0,0 0-14 15,0 0-20-15,-8-20-12 0,5 13-13 0,2-5-11 0,-2-7-15 16,1-1-9-16,3-6-29 0,-2-3-10 16,3 2-8-16,0-4-6 0,0 2-10 0,1 0-6 15,1 3 5-15,-2-4 1 0,2 6-8 0,1 7-5 16,0 0 2-16,0 2-7 0,1 0-2 0,-1 3-3 0,2 2-4 15,7 0-5-15,-2 1-2 0,3 1-14 16,2 1-19-16,2 1-19 0,4 4-15 0,-2 2-26 16,7 2-21-16,-7 5-28 0,-2 0-36 0,1 3-36 15,-3 2-46-15,0 0-265 0,-3 0-574 0,-2 1 254 16</inkml:trace>
  <inkml:trace contextRef="#ctx0" brushRef="#br0" timeOffset="-183196.91">6271 12536 154 0,'-1'4'157'0,"1"-4"-2"0,0 0 6 16,9 2 2-16,1-2-10 0,4-2-13 0,4 0-13 15,10-1-14-15,1 1-8 0,0 1-13 0,-1-3-41 16,-2 2-38-16,-4-1-60 0,-1-1-76 0,-2 0-113 15,2-2-256-15,-5 1 114 0</inkml:trace>
  <inkml:trace contextRef="#ctx0" brushRef="#br0" timeOffset="-182922.58">6249 12426 191 0,'-5'0'197'0,"5"0"-7"0,0 0-21 16,0 0-10-16,0 0-17 0,0 0-13 0,0 0-14 15,0 0-5-15,0 0-10 0,27 0-6 0,-9-2-7 16,14-2-5-16,-1-1-8 0,2 0-3 0,0-1-10 16,-1-1-8-16,-4 4-5 0,2-4 0 0,-10 3-3 15,-1 1-10-15,-7 0 3 0,-1 1 14 0,-3 0 8 16,-1 0 6-16,0 0 7 0,-2 2-4 0,-1-1 4 15,-4 1-12-15,7-3-7 0,-7 3-9 0,0 0-4 16,0 0-13-16,0 0-12 0,0 0-21 0,0 0-23 16,0 0-22-16,-16-2-24 0,16 2-38 0,0 0-27 15,-13 3-46-15,13-3-196 0,-5 2-412 0,5-2 182 16</inkml:trace>
  <inkml:trace contextRef="#ctx0" brushRef="#br0" timeOffset="-182496.69">7163 12305 69 0,'4'-2'355'0,"-3"-4"-27"0,2 5-26 16,-3 1-31-16,4-5-28 0,-4 5-16 0,0 0-29 0,2-2-21 15,-2 2-30-15,0 0-15 0,0 0-18 0,-9 8-10 16,0-1-11-16,-2-1-12 0,-2 6-6 15,-3 0-9-15,0 1 3 0,-2 5-25 0,-2 0-8 0,2-4-14 16,-3 3-10-16,5-5-7 0,-1 1 9 16,2 1-9-16,1-5-6 0,2 0 0 0,3-5 0 0,-1 1 4 15,5 2 3-15,-4-5 6 0,5 0 13 0,-1-4 11 16,5 2 19-16,-10 0 12 0,6-2 6 16,1-5 0-16,2-1-12 0,-3-2 8 0,3 1 19 15,1-8-11-15,1 1-12 0,1-3-4 0,0 1-9 0,2-1-1 16,1-2-3-16,-1 4-5 0,2 1-4 15,-2 7-8-15,0-3 1 0,-3 5-3 0,3-3-7 16,0 5-9-16,-4 2-1 0,1-1-14 0,7 3 7 16,-8 1-3-16,10 5-12 0,-1 1 6 0,5 4-8 0,1 1 4 15,1 3-4-15,2 3 3 0,1 4-2 0,-1 1 1 16,2-2-9-16,-3-1-4 0,-2 1-9 16,-1-5-13-16,3 4-12 0,-8-5-15 0,2 1-19 15,-3-6-22-15,-3 3-15 0,0-4-27 0,3 1-33 16,-4-4-25-16,-2 0-21 0,2 0-44 0,-4-3-157 0,0-2-472 15,0 0 209-15</inkml:trace>
  <inkml:trace contextRef="#ctx0" brushRef="#br0" timeOffset="-182221.02">7523 12237 197 0,'4'-4'377'0,"-4"4"-22"0,0 0-30 0,0 0-30 16,0 0-31-16,0 0-28 0,0-6-36 0,0 6-44 16,4-1-49-16,-4 1-54 0,0 0-65 0,0 0-74 15,0 0-60-15,9 0-242 0,-9 0-418 0,0 0 185 16</inkml:trace>
  <inkml:trace contextRef="#ctx0" brushRef="#br0" timeOffset="-182084.53">7572 12477 145 0,'0'7'262'0,"0"-7"-13"0,0 0-19 0,0 3-22 15,0-3-22-15,0 0-21 0,1 4-29 0,-1-4-44 16,0 0-48-16,5 1-56 0,-5-1-75 0,0 0-183 15,17-3-292-15,-4-2 129 0</inkml:trace>
  <inkml:trace contextRef="#ctx0" brushRef="#br0" timeOffset="-181787.54">7986 12408 70 0,'0'0'242'0,"0"0"-12"0,0 0-9 0,0 0-12 15,0 0-11-15,0 0-14 0,0 0-14 0,0 0-14 16,0 0-9-16,0 0-20 0,0 0-13 0,0 0-13 16,0 0-8-16,0 0-10 0,0 0-9 0,28-4-6 15,-9 2-8-15,0 0-7 0,11-3 4 0,1 2-11 16,3-2 6-16,4 3-3 0,-1-1-4 0,2-1 0 15,-7 2-9-15,-2-3-2 0,-2 3-3 0,-7 1 0 16,-2-1-3-16,-5 1 1 0,-4 0 14 0,-2 0 7 0,2-1 7 16,-2 1 6-16,-3 1-7 0,0-1-9 15,-5 1-4-15,9 0-8 0,-9 0-15 0,0 0-32 16,0 0-36-16,0 0-61 0,0 0-80 0,0 0-122 16,0 0-161-16,0 0-510 0,0 0 225 0</inkml:trace>
  <inkml:trace contextRef="#ctx0" brushRef="#br0" timeOffset="-178040.72">9275 12236 5 0,'0'0'207'0,"1"-3"-28"15,2 0-14-15,-3 3-18 0,6-4-23 0,1 1-10 16,-2 2-11-16,8 0-13 0,-3 2-8 0,2-1-10 15,3 3-9-15,-1 2-4 0,2 0-8 0,1 4-4 16,-2-1-5-16,0 4-3 0,-1 0-7 0,-3 3-3 0,-1 2 2 16,-1 2-9-16,-5 2-3 0,1 2-3 15,-5 3-8-15,-1-1-1 0,-6 1-5 0,1-6 2 16,-4 3 4-16,-2 0-2 0,2-7-1 0,-3 1 0 0,2-2 0 16,-3-1 2-16,2-2-1 0,3-2 2 15,-2-3 0-15,1 0-1 0,1 1 15 0,2-6 8 16,1 2 21-16,2-1 27 0,-1 1 25 0,1 0 30 15,4-4 22-15,-5 0 11 0,5 0-9 0,0 0-6 16,0-12-21-16,4 3-17 0,2-6-11 0,5 0-12 0,5-7-12 16,3 2-6-16,-1-5-9 0,4 2-7 0,-1-1-7 15,1-2 8-15,1 6-18 0,-1 1-7 16,-3-1-5-16,-1 6-1 0,-5 1-4 0,1 1 4 16,-5 3-10-16,-3 2 2 0,1 0-4 0,-4 4-5 0,3 2-4 15,-3-3-8-15,0 0-14 0,-3 4-17 0,0 0 2 16,8 7 2-16,-8-2 3 0,-2 5 6 0,0 2 3 15,-1 5 0-15,1-1-2 0,-2 2 2 16,0 1 2-16,3 1 2 0,1-2 3 0,1 2-1 0,-1-3-2 16,4-1-6-16,0-5 3 0,2 5 5 0,2-4-1 15,3 1-20-15,5-4-31 0,2 1-44 0,3-3-53 16,6-4-67-16,-5-1-265 0,5-4-532 16,-7-1 235-16</inkml:trace>
  <inkml:trace contextRef="#ctx0" brushRef="#br0" timeOffset="-177606.4">9808 12019 244 0,'3'-5'245'0,"2"-1"-21"16,0 3-17-16,0 2-21 0,3-2-23 0,-2 2-16 16,2 1-16-16,3 1-17 0,0 3-13 0,-2 1-5 15,3 2-15-15,-3 1-7 0,-2 3-5 0,4 1-10 0,-5 5-5 16,-3 0-5-16,0 1-4 0,-3-1-6 15,-3 9-5-15,-3-7 0 0,-6 5-3 0,-1-1-3 16,4-5-4-16,-7 2-3 0,4-7-1 0,0 2-4 16,4-4 4-16,0-4-3 0,2 3-4 0,-1-8 0 0,2 5 6 15,1-1 15-15,2-2 19 0,-2-1 14 0,4-2 6 16,0-1-4-16,0 0-10 0,0 0-3 16,20-1-11-16,0-2-2 0,0 2-1 0,9-7-5 15,2 3-8-15,0 2-3 0,-2-1-14 0,7-4-15 16,-9 8-24-16,0-4-25 0,-6 2-34 0,-8 2-41 15,0-1-43-15,-6 1-55 0,-1 0-205 0,0 1-464 16,-6-1 206-16</inkml:trace>
  <inkml:trace contextRef="#ctx0" brushRef="#br0" timeOffset="-176626.37">10260 12504 61 0,'0'0'181'0,"0"0"-10"0,0 0-9 0,0 0-14 15,0 0-6-15,0 0-10 0,0 0-9 0,0 0-9 16,21-3-7-16,-21 3-10 0,5-3-8 0,-5 3-4 16,0 0-5-16,8-2-10 0,-8 2-8 0,4-3-4 15,-4 3-6-15,0 0-1 0,0 0-9 0,0 0-3 16,5-1-2-16,-5 1-7 0,0 0-1 0,0 0-4 16,0 0-1-16,0 0-2 0,0 0-3 0,0 0-6 15,0 0 2-15,0 0-2 0,0 0 1 0,0 0 3 16,0 0 2-16,0 0-7 0,0 0 0 0,7 0 0 15,-7 0-1-15,0 0-2 0,0 0-4 0,0 0 0 16,0 0-1-16,0 0-4 0,0 0 5 0,0 0-5 16,0 0 0-16,0 0-2 0,0 0-4 0,0 0-3 0,0 0-4 15,0 0-4-15,0 0 6 0,0 0-7 16,0 0 4-16,0 0 4 0,0 0-1 0,0 0 1 16,0 0 2-16,0 0-4 0,0 0 0 0,0 0 6 15,0 0 2-15,0 0-2 0,0 0 1 0,0 0-2 16,0 0 0-16,0 0 4 0,0 0-2 0,0 0 4 0,0 0-2 15,0 0 0-15,0 0 1 0,0 0-3 0,0 0-1 16,0 0 5-16,0 0 1 0,0 0-3 16,0 0 1-16,0 0 1 0,0 0-2 0,0 0 1 15,0 0-3-15,0 0 1 0,0 0-4 0,0 0 6 0,0 0 3 16,0 0 3-16,0 0-8 0,0 0 0 16,0 0-2-16,0 0 3 0,0 0 1 0,0 0 2 15,0 0-1-15,0 0 0 0,0 0 1 0,0 0 4 16,3 6 3-16,-3-6 5 0,8 3 9 0,3-3 2 0,3 0 2 15,2 0 0-15,5 3 0 0,2-3-2 0,5-3 9 16,3 3-2-16,-2 0-2 0,1-2 3 0,-2 1-3 16,-9-3 6-16,0 3 2 0,-6 1 5 15,-2-1 13-15,1 1 13 0,-4 0 6 0,-1-1 8 0,0-1 2 16,-7 2-3-16,10 0-12 0,-10 0 2 0,8 0-9 16,-8 0-11-16,6-2-12 0,-6 2-19 0,0 0-26 15,0 0-35-15,0 0-41 0,0 0-36 16,0 0-43-16,0 0-77 0,0 0-207 0,-13 6-482 0,13-6 213 15</inkml:trace>
  <inkml:trace contextRef="#ctx0" brushRef="#br0" timeOffset="-175056.59">10870 12241 123 0,'0'-5'266'0,"-1"2"-13"0,1-2-11 15,0 5-14-15,0-7-17 0,-3 4-17 0,3 3-22 0,0-5-20 16,0 5-19-16,-1-4-10 0,1 4-19 0,0 0-10 16,0 0-14-16,0 0-11 0,0 0-6 0,0 0-8 15,0 0-6-15,8 13-12 0,-5-7-13 16,0 2-4-16,2 0-6 0,-1 0-5 0,0 2-6 0,3-1-1 16,0 0-5-16,-1-1-3 0,2 0-4 0,-2-1 3 15,1-5 2-15,2 3-1 0,-3-2 4 0,2-1 4 16,-1-2-1-16,2-3 0 0,0 1-2 0,0-3 2 15,0-1 3-15,1-2 7 0,-1-1 6 0,-1-1 11 16,3-3 3-16,2 1 3 0,-4-2 4 0,0 3 8 16,-4 3 3-16,2-2 4 0,-1 3-4 0,-2 2-2 15,0-1-10-15,1 2-3 0,-2-2-8 0,-1 5-14 16,0-2-31-16,-2 3-2 0,0 0 2 0,6 9 2 16,-5 1 0-16,3 7 3 0,-3 1 4 0,0 9-1 15,1 2 2-15,-2 2-2 0,2 4 7 0,-3 0-16 16,3-2 4-16,-2 4 2 0,-2-1 2 0,1-3 0 15,-2-1-1-15,3-2 3 0,-4-2 3 0,3-1-2 16,-3-3-5-16,0-4 1 0,1-3 0 0,-3-2-2 16,1-4 6-16,0 0 2 0,0-2 0 0,-3-2 3 15,-2-2 0-15,1 0 6 0,0-3 7 0,-4 0 5 16,1-4 15-16,1 0 12 0,-3-2 20 0,3-1 22 16,-1-3 26-16,5 1 19 0,-1-1 21 0,0-3 1 15,-2-5-29-15,5-2-5 0,2-7-11 0,2-2-12 0,4-2-13 16,4-1-3-16,5 2-22 0,1-1 1 15,3 2-15-15,2 0-6 0,3 2-3 0,4 2-8 16,-1 2-13-16,3 2-10 0,-4 4-25 0,1 0-22 16,-4 6-21-16,-2-1-30 0,-2 5-29 0,-3 4-30 0,2-2-37 15,-6 2-44-15,5-1-40 0,-6 4-265 16,-3-2-587-16,0 1 260 0</inkml:trace>
  <inkml:trace contextRef="#ctx0" brushRef="#br0" timeOffset="-174658.51">11588 12119 196 0,'0'-4'248'0,"0"4"-22"15,1-3-22-15,-1 3-24 0,0 0-22 0,0 0-17 16,0 0-15-16,0 0-12 0,17 7-8 0,-9-4-13 15,1 4-6-15,2 0-13 0,-2 0-7 0,5 5-3 16,-4 4-11-16,3-3-3 0,0 1-5 0,-3 3 0 16,-1-2-8-16,-4 3-2 0,2 0-4 0,-5 2-4 15,1-1-5-15,-3-2 4 0,-5 3-5 0,-2-1-1 16,-7 3-2-16,4-7 3 0,-3 1-5 0,-1-1-2 16,0-3 0-16,0 2-1 0,-1-5-3 0,-1 2 2 15,6-2-3-15,1-2 3 0,-1-2-1 0,4 0 3 16,0-1-6-16,1 1-2 0,0-2 2 0,1-1 10 15,1 1 14-15,0-2 7 0,3-1 5 0,-4 3 4 16,4-3-6-16,0 0-2 0,18-4-8 0,-5 4 6 16,5-3-12-16,1-2 2 0,3 1-9 0,7-1-1 15,0 2-23-15,1-3-30 0,-3 3-30 0,-1 1-38 0,-5-3-42 16,-2-1-50-16,0 2-232 0,-1 0-462 0,-6-2 205 16</inkml:trace>
  <inkml:trace contextRef="#ctx0" brushRef="#br0" timeOffset="-174369.95">11642 12354 22 0,'0'0'238'0,"0"0"-6"0,-8-3-6 0,8 3-5 15,0 0-4-15,0 0-12 0,0 0-15 0,0 0-20 16,-4-3-15-16,4 3-16 0,0 0-16 0,27-2-9 16,-8-3-13-16,8 1-8 0,5 1-11 0,0-5-6 15,2 4-11-15,4 3-8 0,0-3-5 0,-6-3-2 16,1 5-6-16,-6-1-5 0,-7 2-5 0,-7 0 0 16,1-3-5-16,-5 2-2 0,-1 2-7 0,-1-1-15 15,0 1-11-15,-3-3-16 0,-4 3-29 0,0 0-32 16,0 0-28-16,0 0-38 0,-27 0-36 0,17 0-225 15,-2 0-442-15,2 0 196 0</inkml:trace>
  <inkml:trace contextRef="#ctx0" brushRef="#br0" timeOffset="-174124.22">12037 12036 216 0,'0'0'223'0,"0"0"-21"0,10-1-21 0,-10 1-21 16,17 7-14-16,-1 2-16 0,7 6-6 0,-1 4-12 15,1 4-7-15,0 5-7 0,4 8-15 0,-13-2-1 16,1 12-4-16,-6 1-12 0,-6 2-4 0,-9 0-1 16,-6-3-7-16,-6 2-6 0,-9-6-4 0,-1-1-6 15,-7-2-6-15,0-6-6 0,-3 1-15 0,-2-7-37 16,-4-2-40-16,-3-2-54 0,-2-3-242 0,-11-3-392 15,4-9 173-15</inkml:trace>
  <inkml:trace contextRef="#ctx0" brushRef="#br0" timeOffset="-173407.91">9440 11970 16 0,'0'0'159'16,"0"-5"-19"-16,0 5-22 0,0 0-9 0,0 0-12 15,0 0-9-15,0 0-10 0,-18 14-10 0,5 0-7 16,-6 8-5-16,0 4-7 0,-4 4-5 0,-5 11 4 15,0 5-5-15,-1 2 15 0,3 5 8 0,3 1-7 16,1 1 5-16,2-3-12 0,3 0-3 0,7-2-6 16,5-5 4-16,5-7-9 0,2-4 0 0,10-2 11 15,3-3 7-15,8 0-3 0,18 1-3 0,5 2-3 16,13-12-1-16,29 4-10 0,-1-3-53 0,-18-13-75 16,-7-2-228-16,5-2-345 0,-3-2 152 0</inkml:trace>
  <inkml:trace contextRef="#ctx0" brushRef="#br0" timeOffset="-172528.41">12602 12021 118 0,'0'-6'263'0,"1"1"-8"0,0 0-10 15,-1 1-19-15,0 4-23 0,0-8-24 0,0 8-20 16,0-2-22-16,0 2-18 0,0 0-11 0,0 0-14 16,10 12-11-16,-9-2-10 0,1 9-8 0,-1 7-5 15,-2 3-11-15,-4 3-4 0,0 4-3 0,0 10-4 16,-3 0-5-16,3-12-4 0,1 11-3 0,0-10-5 15,0-2 1-15,3-2-6 0,1-2 3 0,-4-1-11 16,4-4-1-16,3-4-1 0,-6-3-2 0,3 0 1 16,0-2 0-16,-1-4 0 0,1-1 1 0,-3-1-2 15,3-4-4-15,-4 2-18 0,4-2-18 0,0 2-15 16,-1-2-17-16,1 0-20 0,0-5-25 0,-1 4-17 16,1 0-23-16,0-4-26 0,0 0-145 0,0 0-350 15,0 0 154-15</inkml:trace>
  <inkml:trace contextRef="#ctx0" brushRef="#br0" timeOffset="-172274.39">12671 12297 71 0,'0'-4'277'0,"0"0"-23"0,1 1-24 0,-1 3-26 16,1-6-24-16,-1 6-20 0,6-4-18 15,1 4-10-15,1-1-17 0,4 6-13 0,4-2-11 16,1 2-8-16,1 0-12 0,0 5-4 0,-1-3-7 15,1 4-7-15,-4-3-13 0,0 2-6 0,-5-1-1 0,-3-1-12 16,2 1-6-16,-4-1-1 0,-3-1 0 0,-4 0 2 16,-2 1-5-16,-6-1-1 0,-3 2-1 15,-3-1 0-15,-1-1-3 0,0 0-1 0,-2-1-3 16,-2-2-6-16,2 2-17 0,-2 0-19 0,5-3-16 16,-2-1-29-16,6-2-37 0,2 0-40 0,1 0-179 0,6-2-368 15,4 2 163-15</inkml:trace>
  <inkml:trace contextRef="#ctx0" brushRef="#br0" timeOffset="-171838.66">13405 12407 161 0,'0'0'169'0,"0"0"-1"0,-5 1-16 15,5-1-13-15,0 0-13 0,0 0-14 0,0 0-13 16,0 0-12-16,0 0-11 0,0 0-5 0,0 0-6 16,0 0-8-16,0 0-7 0,0 0 3 15,0 0-5-15,0 0-4 0,0 0-2 0,0 0-3 0,0 0-2 16,0 0-4-16,0 0-1 0,0 0-6 0,0 0-1 15,0 0 1-15,0 0-1 0,0 0 1 0,0 0 2 16,0 0 11-16,0 0-2 0,0 0 4 0,0 0 6 16,0 0 3-16,0 0 1 0,0 0-2 0,0 0-5 15,0 0-2-15,18-4-8 0,-8 1-4 0,12 0-2 16,0 2-2-16,7-3-2 0,2-2-3 0,4 2-4 16,5-1-1-16,14-2-1 0,1 1-1 0,-2 1-4 15,-4-1 0-15,-12 3 0 0,-5-1 2 0,0-1-2 16,-12 4-3-16,1-1-2 0,-10 2 3 0,1-2-12 15,-2 2-11-15,-4 0-19 0,-2-2-23 16,-4 2-28-16,0 0-23 0,0 0-36 0,-20-4-23 0,6 4-184 16,1 0-378-16,-6 0 167 0</inkml:trace>
  <inkml:trace contextRef="#ctx0" brushRef="#br0" timeOffset="-171608.69">13726 12262 30 0,'0'-8'322'16,"-1"4"-2"-16,1-2-15 0,-2 0-11 0,1 3-19 0,0-2-27 15,1 5-28-15,0-7-26 0,0 7-27 0,-1-4-23 16,1 4-19-16,0 0-13 0,-3 11-13 0,0 2-9 16,0 3-10-16,-5 11-4 0,3 2-7 15,1 2-15-15,0 0-10 0,3 2-30 0,-3 0-38 0,4 1-51 16,-1 3-59-16,-2-3-72 0,3-1-269 0,0-6-512 15,0-8 227-15</inkml:trace>
  <inkml:trace contextRef="#ctx0" brushRef="#br0" timeOffset="-168872.3">14558 12136 134 0,'0'-6'215'0,"0"6"-6"0,0-4-11 0,0 4-17 15,1-5-18-15,-1 5-13 0,0-4-17 0,0 4-12 16,0 0-18-16,3-2-14 0,-3 2-9 0,0 0-10 16,0 0-8-16,0 0-7 0,0 0-4 0,6 8-5 15,-2-5-3-15,-2 3-7 0,1 0-3 0,4 4-6 16,0 0-10-16,-2 0-8 0,2-2-3 0,-1 3-7 15,0-1-5-15,3 1-3 0,-2-1 4 0,0-2 0 16,1-1 12-16,0-3-12 0,-1 2 1 0,0-4 4 16,1 0-3-16,4-1 4 0,-3-2-1 0,0-3 0 0,1-2 3 15,-1-1 6-15,3 0 5 0,2-5 7 16,-8 2 0-16,6 1 4 0,-1-4 2 0,-3 4 6 16,-3-3 6-16,4 5-7 0,-3-1 9 0,-2 2 4 15,-1 1-3-15,1-1-8 0,-2 5-3 0,1-3-6 0,1 2-18 16,-4 2-13-16,4-2-1 0,-4 2-1 15,2 9 0-15,-2 2-1 0,-2 2 0 0,2 7 2 0,0 4 1 16,-1 7 2-16,-4 1-1 0,3 2 0 16,-3 12 0-16,-2-12 2 0,3 12 0 0,-1-9 0 0,-5 7 1 15,6-10-2-15,-2-2 1 0,-1-3 3 0,1 0-3 16,-3-7 3-16,5-1-3 0,-2-6 2 0,-1 0 3 16,2-6 4-16,0 1-1 0,4-5 6 15,-3 2 16-15,0-4 15 0,0-1 16 0,-1-1 7 0,5-1 11 16,0 0 6-16,-15-8 2 0,11-2-9 0,-1-1 4 15,1-6-6-15,4-8-9 0,0-3-10 0,4-2-8 16,1-3-1-16,10-10-11 0,-2 8 3 16,9-9-6-16,-5 12-4 0,8-8-5 0,-3 11-4 0,-2 2-1 15,0 3 0-15,-3 4-2 0,-4 4 2 0,-2 4-7 16,-1 2-6-16,-3 4 1 0,-3 1-1 0,0 0-16 16,2 1-25-16,-2 2-34 0,-3 0-16 0,-1 2-7 15,0 0-8-15,0 0-2 0,4 8-18 0,-4-8-28 16,-8 11-33-16,5-6-45 0,-5 4-190 0,4-4-454 15,-3 0 201-15</inkml:trace>
  <inkml:trace contextRef="#ctx0" brushRef="#br0" timeOffset="-168540.9">15048 11941 156 0,'2'-5'274'0,"0"2"-26"16,0 0-19-16,-1-2-29 0,-1 5-21 0,1-3-15 15,-1 3-24-15,0 0-16 0,9 1-11 0,-4 2-13 16,2 3-11-16,3-2-8 0,-2 4-10 0,2 2-8 16,1 2-7-16,-2 3-6 0,-4-5-3 0,4 7-10 0,-1 0-1 15,-6-3-4-15,1 5-1 0,-2-4-5 16,-2 2-5-16,-2-5 1 0,2 0 1 0,1-3-4 15,-4 2-4-15,3-4 0 0,-3-2-4 0,4 2 2 16,-2-5-1-16,2 3 6 0,-2-1-2 0,2-4 0 0,0 7-1 16,0-7 2-16,4 1-1 0,-4-1-4 15,13-1-18-15,1 0-21 0,3-2-31 0,2-2-53 16,0 1-56-16,1 1-240 0,-2 1-440 0,3-3 195 16</inkml:trace>
  <inkml:trace contextRef="#ctx0" brushRef="#br0" timeOffset="-168281.62">15404 12365 129 0,'0'0'231'16,"-8"3"-11"-16,7-2-10 0,1-1-15 0,0 0-18 0,0 0-18 15,0 0-19-15,0 0-11 0,15 0-17 0,-1-1-26 16,8-1-39-16,9 0-54 0,-2-2-62 0,4 0-82 16,-1-1-117-16,-4 0-291 0,3-4 129 15</inkml:trace>
  <inkml:trace contextRef="#ctx0" brushRef="#br0" timeOffset="-167889.93">15940 12022 71 0,'0'0'147'16,"0"0"-21"-16,-7 7-6 0,7-7-15 0,1 6-13 15,2-2 1-15,2 1-6 0,1 2-8 0,4-2-7 16,6 4 0-16,1 2-8 0,0-2-11 0,1 0-1 16,1 2-7-16,-6-1-3 0,1 1-7 0,0 0-3 15,0-2-3-15,-4 0-3 0,-3 3-6 0,-1-4 5 16,-1 2-6-16,-1-1-13 0,-1 2 10 0,-6 0-1 16,1 0 7-16,-5 3-5 0,-2 0-3 0,0 1 6 15,-5 1-1-15,-7-1 1 0,4-3-1 0,-5 6-1 16,-1-6-7-16,9 1 4 0,-4-1-3 0,4 0-5 15,0-2 2-15,1 1-1 0,6-4 1 0,-3-1-7 16,4-1 9-16,3 0-8 0,-1 0 4 0,0-3 4 16,0 1 8-16,4-3 12 0,-1 4 19 0,1-4 10 15,6 5 5-15,2-5-4 0,6 0-5 0,2 0-5 16,4 3-4-16,0-6-4 0,3 3-6 0,5-2-2 16,-1 2-21-16,1-3-27 0,-6 2-34 0,-3-2-50 15,1 0-42-15,-7 1-206 0,4-5-374 0,-7 2 165 16</inkml:trace>
  <inkml:trace contextRef="#ctx0" brushRef="#br0" timeOffset="-167560.72">15929 12301 71 0,'0'0'216'0,"-9"0"-11"0,9 0-10 0,0 0-12 0,0 0-4 16,0 0-16-16,-8 2-15 0,8-2-13 0,0 0-12 16,0 0-16-16,21-10-12 0,-8 8-6 0,6-3-10 15,7 0-8-15,6 0-6 0,2 0-7 0,0 0-3 16,2-1-6-16,1 1-8 0,-3 2-3 0,-2-1-4 15,-2 0-7-15,-11 0-1 0,1 1-3 0,-5 1-5 16,-3 0-10-16,-4 1-14 0,-2-1-8 0,0 0-21 16,-3 1-23-16,-3-3-14 0,0 4-22 0,-10-5-20 15,2 5-23-15,1 0-31 0,-5-3-133 0,2 2-326 16,0-2 145-16</inkml:trace>
  <inkml:trace contextRef="#ctx0" brushRef="#br0" timeOffset="-167106.75">16563 12160 219 0,'0'0'218'0,"5"0"-25"0,-5 0-22 16,8 0-18-16,-8 0-20 0,11 5-11 0,-5 0-11 15,1-3-10-15,0 6-11 0,1-2-11 0,-2 2-9 0,-2 2-7 16,1 0-7-16,-2 1-8 0,-3 1-2 0,0 1-10 16,-4 2 0-16,-2 1-6 0,-2-4-3 15,-3 3 1-15,0-1-5 0,-1 1-2 0,0-9 0 16,3 2-3-16,-1 0-2 0,4-2 1 0,-1-2 3 0,1 0 7 16,1 0 13-16,0-1 20 0,2 0 27 0,0-1 27 15,3-2 30-15,0 0-13 0,0 0-14 0,0 0-23 16,11-12-2-16,-1 4-8 0,3-3-10 0,2-2-7 15,0-2-6-15,7-3-3 0,-2-4-5 0,2 1-8 16,1 4-10-16,-9 4 0 0,3 0-10 16,-7 5 9-16,2-1-14 0,-2 2 2 0,-2 1-2 0,-2 3-6 15,-1-1-3-15,0 1-8 0,-1 1-4 16,-1-2-14-16,-3 4-6 0,0 0-1 0,0 0 8 0,9 5-1 16,-8-1-4-16,0 2 3 0,-1 0-8 0,0 2-9 15,0 3-18-15,0 0-6 0,0-1-10 0,0 1-16 16,2 0-19-16,-2 0-23 0,2 0-29 0,-1-1-27 15,2-4-28-15,-2 2-212 0,3-5-456 0,0-1 202 16</inkml:trace>
  <inkml:trace contextRef="#ctx0" brushRef="#br0" timeOffset="-166876.3">16973 11971 72 0,'3'-9'340'15,"-2"2"-18"-15,0 0-20 0,2 1-34 0,-1 1-34 16,2 3-27-16,-2 0-25 0,-2 2-17 0,0 0-20 16,15 7-6-16,-6 3-26 0,2 4-10 0,3 9-13 15,-1 4-13-15,2 1 7 0,-5 3-20 0,3 13-5 16,-5-7-5-16,-3 12 5 0,1-1-12 0,-12-12-4 0,1 11-13 16,-3-13-6-16,-10 12-16 0,2-14-13 15,-5-2-10-15,-9 9-29 0,-6-6-37 0,-8 0-43 16,-7-6-58-16,-6-4-282 0,-5-3-501 0,0-10 221 15</inkml:trace>
  <inkml:trace contextRef="#ctx0" brushRef="#br0" timeOffset="-166308.1">14358 11919 191 0,'0'0'192'0,"2"-1"-24"0,-2 1-16 0,0 0-19 16,0 0-17-16,-4 12-13 0,0-1-12 15,-1 7-10-15,-6 11-8 0,0 4-8 0,-4 12-7 16,1 3-9-16,-3 3-2 0,4 2-7 0,4 0-2 15,1 1-2-15,3-2-3 0,5-3-2 0,5 0-1 0,6-5 0 16,-1-10-3-16,12-3 2 0,11 10 0 16,8-7 4-16,6-7-22 0,6-1-50 0,3-6-88 15,7-6-160-15,-3-2-311 0,3-10 138 0</inkml:trace>
  <inkml:trace contextRef="#ctx0" brushRef="#br0" timeOffset="-162674.08">17728 12100 97 0,'1'-3'209'0,"-1"3"-3"0,4-9-13 16,-4 4-14-16,0 0-12 0,0 0-13 0,-1 0-17 15,-2 0-13-15,2 0-13 0,-3 0-13 0,-3 0-13 16,-1 3-7-16,-4-2-10 0,0 1-15 0,-6 1-1 15,-1 1-10-15,-3 2-3 0,-6 3-4 0,-3 2-5 0,3 0-6 16,-3 2-4-16,3 0 3 0,1 3-7 0,-1 0-3 16,4 1 3-16,5-1-4 0,2-2-4 15,2 4 1-15,1-3 1 0,2-1-3 0,4 0-3 16,2 2-3-16,1-2 2 0,1 1 2 0,3-3 1 0,2-2 1 16,3 2 0-16,1-4 2 0,5 0 0 15,3 1-2-15,5-2 2 0,-5-2-2 0,6-2 1 16,-1-2 3-16,0 3 10 0,0-6 15 0,1 2 3 15,-3-3 1-15,1 1 9 0,-2 0-1 0,0-2 0 0,-4 2-2 16,2-1-6-16,-3 3-3 0,0 1-4 16,-2-1-6-16,-3 0-3 0,0 3-6 0,2 0-4 15,-2 1-4-15,0 1 0 0,-5 0-5 0,9 1 0 16,-4 1-5-16,-3 2 1 0,4 3-3 0,-1 1 0 0,-2 5 0 16,1-3-3-16,-1 7 5 0,-1 0-3 0,1 1 2 15,0 0 0-15,-3 2-3 0,0 5 2 16,1-6 1-16,-1 3-4 0,1-4 2 0,-2 0 3 0,1-1 0 15,1 1-2-15,-2-6 0 0,0-1 4 16,-1-1-2-16,1-5 2 0,1 3-1 0,0-4 4 0,0 0 24 16,-3 0 37-16,3-4 39 0,0 6 49 0,0-6 40 15,0 0 21-15,0 0-16 0,0 0-21 0,0 0-19 16,8-19-20-16,-3 3-13 0,4-2-15 16,4-4-10-16,1-6-12 0,0 1-8 0,-2 0-10 0,5 0-6 15,1 3-5-15,-5 0-1 0,1 7-11 0,-5 2-7 16,0-1-1-16,-1 6-6 0,-2 0-2 0,-1 2 0 15,-1 2-8-15,-1 2-4 0,-1-2-27 16,2 1-28-16,-3 3-35 0,2-1-36 0,-3 3-43 0,4-2-19 16,-4 2 4-16,0 0-9 0,0 0-8 0,1 10-6 15,-2-2-14-15,-1-2-17 0,0 6-22 0,-1-3-39 16,1 1-259-16,-1 0-584 0,3-2 259 0</inkml:trace>
  <inkml:trace contextRef="#ctx0" brushRef="#br0" timeOffset="-162356.44">18579 12228 216 0,'-4'-6'292'0,"4"6"-34"0,0-6-24 15,0 6-28-15,7-6-22 0,-1 2-16 0,4-1-15 16,3 2-21-16,1 1-30 0,3-3-40 0,2 3-44 16,-1-2-49-16,2 1-60 0,1 1-98 0,-3-2-97 15,2 3-309-15,-4-2 136 0</inkml:trace>
  <inkml:trace contextRef="#ctx0" brushRef="#br0" timeOffset="-162216.99">18631 12341 97 0,'0'0'236'0,"-2"2"-2"0,-1 1-16 0,3-3-18 15,0 0-20-15,0 0-19 0,17 0-15 0,-2 0-16 0,5-3-25 16,1 2-41-16,10-2-57 0,-2 1-52 0,3-1-79 15,-5-4-145-15,5 2-290 0,-4-2 129 0</inkml:trace>
  <inkml:trace contextRef="#ctx0" brushRef="#br0" timeOffset="-161759.93">19573 11930 18 0,'0'0'241'15,"-2"-5"-23"-15,2 5-20 0,0 0-22 0,0 0-17 16,0 0-18-16,0 0-14 0,0 0-14 0,13-2-11 15,-13 2-13-15,12 5-9 0,-4-3-9 0,2 3-10 16,-1-2-3-16,1 6-2 0,-1-4-10 0,2 3-6 16,-3 2-5-16,0-1-10 0,1 5 3 0,-4 1-2 15,0-1 0-15,-1 5-6 0,-4-2-2 0,-4 2-8 16,-2 1 4-16,-2 3-1 0,-1-5-7 0,-7 4 1 16,2 2 4-16,-3-4-2 0,-1-1-4 0,3-4 0 15,-3 4 6-15,0-6-10 0,5 0 2 0,-1-3 0 16,8 2 0-16,-5-5-1 0,5 2 0 0,-3-5-4 15,5 2 4-15,1-2-1 0,0 0 14 0,-1-2 12 16,-1-1 6-16,5-1 12 0,-2 6 9 0,2-6 12 16,0 0-3-16,0 0-3 0,8 3-1 0,-8-3-3 15,17-3-4-15,-2 2-7 0,2-3-6 0,5 3-2 16,-2-2-3-16,6-1-4 0,1-4 5 0,-6 7-14 16,6-3-24-16,-8 0-22 0,-1-1-27 0,1 4-40 15,-6-3-35-15,0 1-39 0,0 1-48 0,-6-5-181 16,2 0-429-16,-5 4 190 0</inkml:trace>
  <inkml:trace contextRef="#ctx0" brushRef="#br0" timeOffset="-161472.96">19530 12179 230 0,'-8'1'274'0,"8"-1"-7"0,0 0-11 0,0 0-10 15,0 0-19-15,0 0-24 0,-5-4-22 0,5 4-17 16,0 0-18-16,26-4-15 0,-7 3-13 0,3-2-26 0,6 0-24 16,4-2-25-16,0 5-38 0,2-5-46 0,2 4-50 15,-3-3-47-15,-1-3-73 0,-3 1-151 0,-4-1-392 16,-4 2 173-16</inkml:trace>
  <inkml:trace contextRef="#ctx0" brushRef="#br0" timeOffset="-161139.33">19967 11684 171 0,'9'-5'228'0,"1"-3"-20"0,4 5-12 0,4-1-17 16,1 0-18-16,2 3-18 0,-1 1-11 0,-1 3-14 16,2 2-13-16,-2-2-13 0,-3 6-8 0,1-1-10 15,2 3-6-15,-7 1-10 0,-2 0-10 0,-5 3-2 16,0 2-6-16,-7 2-9 0,-5 5 2 0,-5 1-1 15,-5 0-4-15,-5 0-2 0,-1-5-3 0,1 1 2 16,-5-2-6-16,5-4-5 0,3-3 1 0,2-1 1 16,0-2-5-16,6-1-3 0,2-4 4 0,1 3-1 15,2-2 3-15,1-3 0 0,1 1 15 0,1-1 4 16,-1 1-1-16,4-3-2 0,0 0-5 0,18 1 0 16,-4-1-5-16,7 0-23 0,7-2-44 0,3 0-54 15,1-3-68-15,-2 4-225 0,6-5-425 0,-7 1 189 16</inkml:trace>
  <inkml:trace contextRef="#ctx0" brushRef="#br0" timeOffset="-160817.13">20447 12201 290 0,'0'0'295'0,"0"0"-7"0,0 0-11 0,0 0-26 0,0 0-28 15,0 0-24-15,0 0-22 0,0 0-16 0,21-10-25 16,-7 8-33-16,6-2-31 0,2 0-45 0,7 2-40 15,2-2-56-15,-3 1-59 0,5 2-86 0,-3-3-133 16,-2-3-373-16,-1 0 165 0</inkml:trace>
  <inkml:trace contextRef="#ctx0" brushRef="#br0" timeOffset="-160309.07">20971 12012 56 0,'4'-7'203'0,"1"6"-18"0,0-2-16 0,4 0-17 16,1 2-14-16,2 0-12 0,3-2-12 0,-2 3-16 15,1 0-5-15,3 4-11 0,2 2-9 0,-6-4-4 16,-1 3-15-16,0 2-3 0,1-2-5 0,-4 4-9 16,2-1-3-16,-6 1-6 0,2 2 1 0,-4 1-5 15,-3 0-4-15,-1 3-6 0,-3 2 4 0,-6 0-1 16,1 1-1-16,-2-1-3 0,-2-2 1 0,-1 4-6 16,-1-2 4-16,0-5-2 0,3 1-4 0,-1-1 3 15,-1 0 0-15,1 0 2 0,4-5 3 0,0 0 3 16,4-4 8-16,0 2 17 0,-1-1 18 0,4-4 21 15,-2 3 29-15,4-3 31 0,-6 4 29 0,6-4 23 16,0 0-24-16,0 0-17 0,0 0-28 0,14-19-6 0,-4 9 6 16,3 0-26-16,4-4-8 0,3-4-10 0,2-1-6 15,0 0-13-15,1-2-7 0,0 1 0 16,2 1-6-16,-7-1-13 0,1 4 2 0,-5 3-2 16,-1 2-4-16,-4 2-7 0,-1 3-2 0,-1 1-2 0,-3 0-3 15,0 1-17-15,0 1-19 0,0-1-27 0,-3 3-12 16,-1 1 4-16,0 0 3 0,0 0 1 0,0 12 6 15,-1-6 6-15,-2 3 4 0,-2 1 2 0,4 0-12 16,-2 2 1-16,2-1-10 0,-2 5-9 0,2 2-16 16,1-1-22-16,0 3-25 0,1-4-33 0,3 0-44 15,3-5-68-15,-2 0-197 0,3-1-505 0,2-4 224 16</inkml:trace>
  <inkml:trace contextRef="#ctx0" brushRef="#br0" timeOffset="-159741.68">21472 12035 204 0,'0'-5'300'0,"3"0"-20"0,-3 2-26 0,0-1-31 16,0 4-17-16,0-5-32 0,0 5-26 0,0-5-26 16,0 5-16-16,0 0-8 0,0 0-12 0,5 11-21 15,-4-5-11-15,0 1-9 0,3 2-17 0,0 1-11 16,0-2-13-16,1 1 1 0,0-1-1 0,0 1-3 15,0-2-3-15,-1-1-2 0,1 0 1 0,-1-1 1 16,1 0-1-16,1-2-3 0,0-1 6 0,0-1 1 16,1-1 4-16,0-1 2 0,3-3 0 0,-2-1 14 15,1 0 3-15,1 0-2 0,-1-4 12 0,0 1 11 16,0-2-1-16,1 2 2 0,-1-2 1 0,5-3 0 16,-6 3 2-16,1 0 2 0,-4 2 3 0,5-1 0 15,-5 2-4-15,2 2-4 0,-3 0-7 0,-2 3-7 16,2-5-6-16,-1 7-14 0,-3 0-2 0,6-3-14 15,-6 3-2-15,4 10 1 0,0-3 1 0,-2 4-1 16,-2 0 0-16,4 8 6 0,-3 0-5 0,2 6-2 16,-1 4 0-16,-2 1-2 0,0 3 0 0,-1 0 5 15,-1-1 5-15,-1 3-7 0,-2-1 11 0,0-1-7 16,-2-1-2-16,-3 0 1 0,1-3 0 0,0-4 2 16,-1 0-1-16,2-7-2 0,2 0 0 0,-3-4 4 15,-4-2 3-15,4-4 0 0,-7 2 2 0,3-6 3 16,0-1 1-16,-2-1 7 0,0-4 14 0,4 0 27 15,0-2 37-15,-1-2 30 0,3-1 3 0,3-3-14 16,1-3 7-16,1-4-29 0,4-4-2 0,6-6-19 16,6-2 2-16,7-1-7 0,13-12-17 0,6 3-2 15,3 0-7-15,5 2-5 0,-2 1-6 0,2 0 0 16,-2 7-4-16,2 3-9 0,-11 7-1 0,-6 4-1 0,-1 0-1 16,-10 6-3-16,-1 1 4 0,-6 3-2 0,0 0-36 15,-4 1-52-15,-2 3-45 0,-1-1-48 16,-4 2-3-16,0 0-23 0,0 0-77 0,-27 9-318 15,2-1-638-15,3-3 282 0</inkml:trace>
  <inkml:trace contextRef="#ctx0" brushRef="#br0" timeOffset="-146883.41">1951 13938 92 0,'0'-3'150'0,"1"-3"3"0,-1 3 3 15,0-2-5-15,0 1-3 0,0-1-14 16,0-1-5-16,0 2-3 0,3 2-1 0,-3 2-14 15,0-4-10-15,0 4-8 0,1-7-14 0,-1 7-11 16,0-4-10-16,0 4-10 0,0 0-20 0,0 0-7 16,0 0-2-16,0 0 1 0,-10 15-4 0,2-4 3 0,0 4-9 15,1 0 2-15,-4 4-4 0,1 5-2 16,0 1 2-16,-2-1-4 0,2 0 0 0,0 0-4 16,1 0 4-16,1-4 0 0,1-1-3 0,2-1 1 15,-2-1-2-15,2-1 0 0,0-2-2 0,2-4 0 16,0 2-1-16,0-5-1 0,-1-1 0 0,3 1 3 15,0-3-2-15,-1 1 8 0,1-2 16 0,0 1 65 16,1-4 31-16,0 0 31 0,0 0-18 0,0 0-11 16,0 0-21-16,-4-23 0 0,3 8-18 0,2-5-11 15,2-6-4-15,-2-1-10 0,4-2-10 0,-1 0-3 16,2-1-7-16,1 4 5 0,-2 0-12 0,-1 7 0 16,-1 1-16-16,1 2 18 0,-1 6-5 0,0-2-2 15,-1 4-1-15,-1 1-13 0,2 0 12 0,-3 4-13 16,1-1-1-16,0 1-4 0,2 0-5 0,-3 3 1 15,10 5-2-15,0 1-2 0,-1-1 2 0,5 6 1 16,3 0-4-16,-3 3 3 0,8 3-19 0,-2 2-2 16,1 0-11-16,-1-2-6 0,2 3-5 0,-3-4-1 15,4 1 6-15,-4-4 2 0,-1 2-6 0,-3-4-9 16,3-1 2-16,-5-1-2 0,0-1-1 0,-3-3 0 16,-5-1 9-16,4-1 7 0,-5-1 11 0,3 1 14 15,-1-5 8-15,-6 2 9 0,10-7 5 0,-6 1 18 16,0-4 12-16,-2 2 5 0,-1-5 2 0,3-2 0 15,-3-2-3-15,-2-3 4 0,2 2 5 0,1-2 4 16,-4 1 10-16,1-1 10 0,2 4 5 0,-2 4 7 16,1 1 4-16,0 0-4 0,0 3-28 0,-1 1 27 15,1-1-26-15,0 8-1 0,-3-7-11 0,3 2-9 16,0 5-26-16,-1-5-28 0,1 5-30 0,0 0-1 16,0 0-1-16,0 0 8 0,0 17 3 0,1-4 1 15,-1 4 7-15,-1 1 4 0,1 6-3 0,1-6 3 16,-1 7 6-16,0-1 2 0,0-4 1 0,4 1 0 15,-3-4 3-15,1 1 5 0,-1-2-1 0,1-4-3 16,0-2 5-16,-2 2-4 0,1-6 3 0,0 0-7 16,1-1 14-16,-1 0 4 0,-1-1 0 0,0-1 2 15,1 1 2-15,-1-4 7 0,0 3 13 0,0-3 13 16,0 0-16-16,0 0 19 0,-1 4 0 0,1-4-11 16,0 0-34-16,0 0-37 0,0 0-23 0,0 0-29 15,4-11-46-15,-4 11-58 0,0-11-85 0,-1 5-220 16,2 0-539-16,0 0 239 0</inkml:trace>
  <inkml:trace contextRef="#ctx0" brushRef="#br0" timeOffset="-146477.83">2691 14045 273 0,'0'0'283'0,"0"0"-17"0,0 0-21 0,0 0-26 16,0-6-19-16,0 6-25 0,0 0-19 16,0 0-19-16,0 0-17 0,0 0-15 0,0 0-12 0,-20 6-11 15,13-1-9-15,-2 1-9 0,-1 4-11 0,1-3-2 16,-4 6-8-16,7-3-7 0,-6 2-5 16,3 2 0-16,-1 0-8 0,2 0-3 0,3-3-4 15,1 1-2-15,4-2-1 0,-5 2-2 0,9-3-3 16,-8-1-4-16,4 1 5 0,4-4-1 0,-3 3 2 15,3-3 1-15,0 0 3 0,1-1 0 0,7-1 0 16,-2-2 1-16,0-1 16 0,4-1 10 0,-3-2 22 16,1-4 29-16,-1 4 4 0,1-4 10 0,-3-1-11 15,1-1-3-15,-3-1 1 0,0-5-4 0,-3 5-16 16,1-6-11-16,0 4 13 0,-2 1-6 0,-3 0-10 16,-2 0-15-16,0-2-3 0,-2 4-28 0,-2-2-27 15,-3 1-28-15,0 4-11 0,-4 1-22 0,0 0-12 16,-4 0-18-16,0 3-13 0,-1 4-17 0,0 0-28 15,0 1-34-15,4 4-35 0,4-4-35 0,-2 5-181 16,1-2-485-16,5-3 215 0</inkml:trace>
  <inkml:trace contextRef="#ctx0" brushRef="#br0" timeOffset="-145962.46">2957 13991 287 0,'2'-2'287'0,"-2"2"-10"0,0 0-19 0,0-5-26 0,0 5-21 16,0 0-24-16,0 0-25 0,0 0-18 15,0 0-26-15,0 0-23 0,0 0-29 0,0 0-10 0,0 0-9 16,0 0-7-16,2 16-5 0,-2-7-3 0,-2 3-4 16,2 2 0-16,-5 3-2 0,2 2-3 0,-1 0-2 15,1 1-6-15,0-1 0 0,-1 1-3 0,2-5 3 16,-1 1-4-16,2-4 0 0,-2-3-2 0,3 2-1 16,-1-6 3-16,1 0 0 0,-1-1 4 15,1 1 23-15,-1-1 34 0,1-4 43 0,-2 4 34 16,2-4 29-16,0 0 3 0,0 0-16 0,5-10-17 0,2 0-12 15,-2 0-20-15,5-7-9 0,-1 1-11 0,2-6-12 16,1-3-11-16,2 4-11 0,-1-1-1 0,-3 7-9 16,-1 0-7-16,-4 9 0 0,-1-6-9 15,1 7-5-15,-1 0-1 0,-1-1-14 0,-2 2-9 16,-1 4-14-16,2-4-29 0,-2 4 5 0,0 0 2 16,0 0 3-16,16 11-3 0,-10-3 1 0,3-1-4 15,-4 3-1-15,1 2-14 0,1-1-1 0,-3 1-8 16,1-1-16-16,2 4-8 0,1-1-16 0,-3-2-12 15,0 0-17-15,4 2-19 0,-5-3-28 0,1-2-22 16,-2-1-37-16,-1 1-19 0,1-4-244 0,-2 2-535 16,-2-2 236-16</inkml:trace>
  <inkml:trace contextRef="#ctx0" brushRef="#br0" timeOffset="-145589.22">3361 14125 3 0,'-8'3'238'0,"8"-3"-17"16,0 0-18-16,0 0-22 0,0 0-17 0,0 0-16 15,0 0-15-15,0 0-12 0,0 0-13 0,0 0-9 16,0 0-10-16,0 0-7 0,10 1-6 0,-10-1-8 16,16-2-6-16,2 0-3 0,5 0-5 0,8-1-1 15,2 1-1-15,3-4-7 0,-4 2-1 0,4 1-2 16,-3 3-4-16,-4-3-3 0,-2-1-4 0,-5 4-5 16,-8-2-4-16,1 2 0 0,-5 0-2 0,-2-2 0 15,1 2-1-15,-3-1-4 0,-6 1-4 0,11-2 0 16,-11 2-11-16,5 2-5 0,-5-2-5 0,0 0-8 15,0 0-24-15,0 0-29 0,-9 12-42 0,4-9-48 16,0 0-206-16,-2 3-395 0,2-3 175 16</inkml:trace>
  <inkml:trace contextRef="#ctx0" brushRef="#br0" timeOffset="-144879.22">4087 14214 84 0,'0'0'143'0,"0"0"-7"0,0 0-4 15,0 0 7-15,0 0 7 0,0 0 8 0,0 0 4 16,0 0 13-16,0 0 14 0,0 0 4 0,0 0-19 16,8-10-14-16,-4 6 3 0,-3-3-4 0,4-3-4 15,2 1-8-15,-2-2-11 0,1-5-9 0,2 1-2 16,-1-4-10-16,5-5-4 0,-2 1-16 0,-1-6-7 16,2 3-7-16,-3-3-15 0,0-5 1 0,1 3-7 15,-4 2-5-15,0 2-24 0,-1 0 16 0,-3 8-1 16,-1 2-1-16,-1-2-7 0,1 4-6 0,-1 2-17 15,-2 2 13-15,2 1-9 0,-2 2 0 0,1 2-4 16,-1 1-2-16,2-1-6 0,-3 5-10 0,2-2-13 16,2 3-9-16,-11 0 4 0,11 0-3 0,-16 12 0 15,5-4 3-15,-4 5-1 0,0 7-1 0,2 5 2 16,-5 1 8-16,5 1-11 0,-1 0-1 0,4 2 6 16,-1 0-1-16,4 0-2 0,2-4 5 0,1 1-5 15,4-7 7-15,4 0 2 0,0 0 3 0,2-4 1 16,3 1 5-16,0-3 3 0,4 0-1 0,1-4 2 15,5-4 4-15,3-1-1 0,9-1 5 0,-10-3-1 16,10-3-1-16,-2-3 2 0,2-4 15 0,-4 2 6 16,-2-1 12-16,2-2 3 0,-4-3 7 0,-5 2 4 15,-2 3 7-15,-1-3 8 0,-2 0 0 0,-2 4 17 16,-2 2 13-16,-3-2 7 0,3 4-3 0,-5 0-11 16,-1 0-2-16,0 1-11 0,1 1-13 0,-1-1-11 15,-3 3-8-15,5-4-14 0,-5 4-31 0,0 0-42 16,0 0-9-16,0 0 4 0,0 0 5 0,5 10 1 15,-6-5 3-15,1 1 8 0,1 4-3 0,-2-3 4 16,1 5 6-16,0-3 2 0,-3 2 2 0,3 1-4 16,-1-3-1-16,1 0-21 0,0-3-6 0,0 2-9 15,0 0-8-15,0-2-15 0,0-1-4 0,0 1-5 16,0-2-4-16,0 1 2 0,0-5 8 0,0 5 1 16,0-5 15-16,-2 4 3 0,2-4-5 0,0 0-71 15,0 0-87-15,0 0-229 0,-2-24-496 0,2 14 220 16</inkml:trace>
  <inkml:trace contextRef="#ctx0" brushRef="#br0" timeOffset="-144689.99">4504 13810 92 0,'0'0'383'16,"0"-7"-7"-16,0 7-17 0,0 0-25 0,0-7-40 16,0 7-25-16,0 0-31 0,0-5-24 0,0 5-27 15,0 0-25-15,0 0-41 0,0 0-46 16,0 0-40-16,0 0-31 0,0 0-33 0,0 0-46 15,15 10-47-15,-12-6-52 0,-1 2-58 0,2 1-187 0,0-2-453 16,0 2 201-16</inkml:trace>
  <inkml:trace contextRef="#ctx0" brushRef="#br0" timeOffset="-144244.25">4789 14004 259 0,'0'0'387'16,"0"0"-14"-16,0 0-10 0,0 0-29 0,0 0-15 16,0 0-20-16,-4-10-28 0,4 10-27 0,0 0-30 15,0 0-22-15,0 0-18 0,0 0-25 0,0 0-15 0,0 0-24 16,0 0-46-16,0 0-19 0,0 0-19 15,0 0-17-15,0 12 12 0,0-5 1 0,0 4-7 16,-1 0 6-16,-3 5-9 0,4 1 4 0,0 1-4 16,0 1-5-16,-1-2 0 0,-2-2-1 0,3-1-5 15,-1-3 3-15,2 0 3 0,-2-4-2 0,0 0 3 16,1-2 1-16,0 0-3 0,0-1 7 0,0 0 24 16,0-4 36-16,0 0 29 0,0 7 39 0,0-7 34 15,0 0 12-15,0 0-16 0,0 0-18 0,6-12-16 16,1 1-15-16,0 1-14 0,-2-3-9 0,8-3-11 15,-6 0-11-15,2 1-4 0,2-1-13 0,-1 2-4 16,-4 4-7-16,2 0-5 0,-3 5-8 0,1-3-5 16,-2 3-3-16,-3 1-8 0,2 0-5 0,-2 1-13 15,2 1-27-15,-3 2-20 0,0 0-12 0,0 0-1 16,12-1-3-16,-12 1-3 0,8 5-9 0,-3 0-16 16,3 2-16-16,-1 3-22 0,-1-2-30 0,4 3-32 15,-1 2-30-15,0-1-33 0,0 2-35 0,-4-2-37 16,0-2-51-16,2 0-248 0,-2-2-674 0,1-4 298 15</inkml:trace>
  <inkml:trace contextRef="#ctx0" brushRef="#br0" timeOffset="-143592.04">5032 14174 75 0,'0'0'277'16,"0"0"1"-16,-4-3 0 0,4 3-7 0,0 0-12 15,0 0-20-15,0 0-19 0,0 0-21 0,0 0-13 16,0 0-19-16,0 0-20 0,0 0-15 0,0 0-11 15,0 0-11-15,1-5-15 0,-1 5-7 0,8-3-8 16,-2 2-15-16,4-2-4 0,0 0-4 0,2-2-9 16,2 3-9-16,3-5-9 0,-1 2-7 0,2-2-1 0,1 0-6 15,8-3-2-15,-9 2-2 0,3-1-2 16,3-6-2-16,-7 3 2 0,0 0 4 0,-4 2-3 16,1-2 15-16,-5 3 8 0,0-1 13 0,-3 3 9 15,2-1 3-15,-4 1 2 0,-1 0-8 0,-3 2-17 16,2-2-2-16,-2 2-6 0,-2-2-6 0,-4 4-15 15,-1 0-11-15,-6 1 0 0,-4 2-1 0,0 0-2 16,-3 3 1-16,-1 0 0 0,0 4 2 0,2 0-10 16,-3 1-8-16,4 1-11 0,3 3-3 0,-8 2-15 15,10 1-10-15,0-1-9 0,2-2 3 0,1 4 0 16,3-1 5-16,2 0 6 0,5 3 6 0,4-2 7 16,4-1 8-16,6-1 8 0,9 1-1 0,3-3 5 15,9-3 3-15,1-1 1 0,4-3 5 0,-2-4 1 16,3 0 5-16,-2-3-3 0,-3-3 2 0,0-1 0 15,-5-3 5-15,-3-3 6 0,-10 2 21 16,-1 1 29-16,-2-3 20 0,-4 4 16 0,-1-4 7 0,-1 3-9 16,-4 1 5-16,-1-4-2 0,0 3-16 0,1 2-9 15,-4 2-3-15,-1-2-15 0,0 1 0 16,0 2-13-16,-5-1-11 0,4 2-14 0,1 3-11 16,-8-2-12-16,8 2-2 0,-10 2-9 0,4 3-12 0,-4-1-4 15,1 2 3-15,-1 4-2 0,-2 0-7 16,0 1 0-16,5 1-2 0,-5-1-4 0,2 2-7 0,2-3 1 15,1 2 2-15,-1-4 1 0,3 1 5 0,1-4 3 16,1 2 11-16,-1-4 5 0,3 2 12 16,-1-3 25-16,-2 2 25 0,4-4 30 0,0 3 13 0,0-3-1 15,0 0-3-15,17-3-3 0,-8-1-10 16,2 2-7-16,-1-5 0 0,3 2-9 0,0 0-5 16,-2 0 0-16,3 0-7 0,-1 0-5 0,1 0 2 0,-4 1-2 15,3 2-6-15,1-1-1 0,-1 0 0 16,0 1-4-16,-3 0-5 0,-1 2 2 0,0-1-11 15,1 1-26-15,-2 0-27 0,0 1-36 0,-1 2-52 16,1-2-64-16,2 2-90 0,-5 0-252 0,-5-3-597 16,0 0 264-16</inkml:trace>
  <inkml:trace contextRef="#ctx0" brushRef="#br0" timeOffset="-143207.93">5842 13992 146 0,'6'-5'251'0,"-1"-2"-18"0,6 2-19 16,-5 3-17-16,4 1-21 0,-1-1-17 0,1 4-19 15,0-1-13-15,1 4-15 0,0 1-12 0,2 0-8 0,-4 0-5 16,4 6-8-16,-6-2-7 0,4 5-7 0,-4 2-4 16,2 0-7-16,-5-1-6 0,1 1-6 15,-4 1-6-15,2 0-1 0,-6 0-5 0,2-2-1 0,1-1-4 16,-2-3-1-16,-1 0-3 0,-1-4 0 15,4-1-2-15,-4 0 3 0,2-2 16 0,1-2 26 16,-2 2 39-16,3-2 60 0,0-3 36 0,0 0 16 0,0 0-2 16,0 0-3-16,0 0-11 0,-3-18-17 15,6 6-3-15,-3-4-14 0,4-2-9 0,2-6-17 16,1-1-21-16,0-1-9 0,2-1-11 0,4 0-9 16,-3 3-13-16,-1 6-5 0,4-5-8 0,-4 7-9 15,1 1-3-15,-5 7-4 0,3-4-13 0,-3 3-23 16,3 2-16-16,-2-1-18 0,-1 5-27 0,0-2-46 15,0 1-2-15,1 2-44 0,-6 2-41 0,11 0-28 16,-11 0-35-16,0 0-34 0,14 4-38 0,-9-2-46 16,-3 3-261-16,1-2-677 0,-3-3 301 0</inkml:trace>
  <inkml:trace contextRef="#ctx0" brushRef="#br0" timeOffset="-142910.46">6547 13857 326 0,'0'-8'392'15,"0"8"-22"-15,0 0-15 0,4-5-36 0,-4 5-37 16,0 0-29-16,0 0-23 0,0 0-46 0,0 0-68 15,0 0-48-15,0 0-63 0,0 0-31 0,0 0-25 16,0 0-28-16,0 0-55 0,-1 27-63 0,-3-18-206 16,1 0-435-16,3 2 193 0</inkml:trace>
  <inkml:trace contextRef="#ctx0" brushRef="#br0" timeOffset="-142770.15">6537 14189 194 0,'0'4'371'0,"0"-4"15"0,0 0 6 15,0 0-12-15,0 0-20 0,0 7-25 0,0-7-34 16,-3 2-33-16,3-2-23 0,0 0-31 0,0 0-42 16,0 0-56-16,6 4-75 0,-6-4-69 0,0 0-60 15,15-1-69-15,-15 1-88 0,20-5-299 0,-8 5-587 16,-1-5 260-16</inkml:trace>
  <inkml:trace contextRef="#ctx0" brushRef="#br0" timeOffset="-142459.13">6976 14064 45 0,'0'0'234'16,"0"0"-19"-16,0 0-9 0,0 0-15 0,-1-5-18 0,1 5-8 15,0 0-14-15,0 0-8 0,0 0-7 0,0 0-5 16,0 0-8-16,0 0-4 0,0 0-11 16,0 0-6-16,0 0-10 0,7-4-8 0,0 1-11 15,3 3-5-15,3-1-7 0,0 0-6 0,7-2-6 16,9-1-4-16,1 1-5 0,-2 2-3 0,2-3-4 16,-1 2-5-16,-7 2-1 0,-3-3-2 0,0 3-3 0,-6-1-4 15,1 1 0-15,-4-3 5 0,-1 2 18 16,0 0 17-16,0-1 16 0,-9 2 1 0,9 0 2 15,-9 0-10-15,0 0-5 0,10-1-20 0,-10 1-11 16,0 0-42-16,0 0-54 0,0 0-57 0,0 0-83 16,0 0-323-16,0 0-571 0,0 0 253 0</inkml:trace>
  <inkml:trace contextRef="#ctx0" brushRef="#br0" timeOffset="-134578.43">8350 13907 114 0,'0'-6'257'0,"3"2"-2"0,-2-3-7 0,0 0-7 0,3-3-9 16,-3 0-10-16,3 1-6 0,-1-3-5 0,-1 3-16 16,1 1-16-16,-2 3-7 0,0-3-25 0,1 3-9 15,-1 1-18-15,-1-1-16 0,1 1-19 0,-1 4-40 16,4-3-30-16,-4 3-6 0,0 0-2 0,-5 14-4 15,2 1 2-15,-2 10-1 0,-2 2-4 0,2 5 0 16,-2 2 2-16,1 1 1 0,-2 10-2 0,2-8-4 16,-2 9 5-16,3-13 2 0,1 1-3 0,1-2-3 15,1-3 1-15,1-3 1 0,1-6 3 0,0-4-5 16,0 0 1-16,1-5 2 0,-1 0 2 0,0-5 4 16,0 1-3-16,1-2 3 0,-2 0 5 0,1 1 7 15,0-2 11-15,1 0 9 0,-1-4 7 0,1 3 6 0,-1-3 2 16,3 4-2-16,-3-4 0 0,0 0 0 15,0 3-5-15,0-3-6 0,0 0-9 0,0 0-7 16,0 0-22-16,0 0-18 0,0 0-29 0,0 0-58 16,0 0-75-16,0 0-76 0,0 0-284 0,0 0-581 15,-3-14 257-15</inkml:trace>
  <inkml:trace contextRef="#ctx0" brushRef="#br0" timeOffset="-134195.49">8708 14223 53 0,'-8'-2'166'0,"8"2"-17"0,-19 9-15 0,6-3-14 15,-5 2-15-15,2 2-9 0,-3-1-10 0,0 3-12 16,-4 0-7-16,6 1-7 0,-1-4-5 0,3 3-4 15,-1-3-6-15,6-1-3 0,1-1-4 0,-1-2-7 16,4-1 1-16,2 0 2 0,0 0 15 0,0-2 37 16,0 1 24-16,-1-2 17 0,5-1 14 0,-5 3 14 15,5-3 4-15,0 0 2 0,0 0-14 0,0 0-12 16,0 0-15-16,0 0-20 0,0 0-7 0,0 0-7 16,0 0-9-16,19-9-12 0,-12 9-12 0,-1-3-2 15,4 6-7-15,0-3-1 0,-1 0-15 0,4 0-3 16,0 2-4-16,1 1-5 0,1-1-5 0,4 2-12 15,-1-1-17-15,1 3-22 0,2-3-28 0,-2 1-30 16,-1-2-29-16,0 4-33 0,1-2-38 16,0-2-37-16,-5 0-198 0,0-2-469 0,-3-1 208 0</inkml:trace>
  <inkml:trace contextRef="#ctx0" brushRef="#br0" timeOffset="-133865.85">8893 13901 206 0,'0'-5'333'0,"0"-2"-29"0,0 2-33 16,0 1-31-16,3 2-25 0,-3 2-33 0,0 0-33 16,0 0-19-16,0 0-12 0,-8 11-12 0,4 5-12 15,-2 5-9-15,1 5-7 0,-3 2-10 0,3 4-9 16,-3 1 0-16,2 1-11 0,2-2-6 0,-1 1-2 15,1-2-7-15,-1-1-4 0,2-1-1 0,2-6-3 16,-1-5-4-16,0-1-3 0,2-5-3 0,0 0 3 16,0-3-5-16,0-1 2 0,0-1-2 0,0-2 3 15,0 0 0-15,0 0 8 0,0-1 6 0,0 1 10 16,0-5 12-16,0 4 9 0,0-4 7 0,0 4 3 16,0-4-1-16,0 0-3 0,2 4-8 0,-2-4-4 15,0 0-8-15,0 0-4 0,0 0-16 0,0 0-21 16,0 0-48-16,0 0-77 0,0 0-84 0,6-8-106 15,-1 2-214-15,3-4-566 0,-3 3 251 0</inkml:trace>
  <inkml:trace contextRef="#ctx0" brushRef="#br0" timeOffset="-133012.41">9212 13911 11 0,'0'-6'261'0,"0"6"-29"0,0 0-22 0,0 0-26 16,0 0-24-16,0 0-16 0,0 0-16 0,0 21-14 16,-3-8-10-16,2 6-12 0,-3 5-12 0,-1 1-8 0,-2 5-7 15,-3 1-8-15,-1 3-6 0,-2-3-1 16,0 0-3-16,0 0-9 0,4-3-3 0,-1-1-5 15,5-9-4-15,0-2-2 0,1-1 2 0,0-3-5 16,-1-5 1-16,5 0 11 0,-1-2 17 0,-2 0 27 16,2 0 32-16,1-2 38 0,0-3 49 0,0 4 24 0,0-4 2 15,0 0-16-15,0 0-23 0,0 0-20 16,11-14-12-16,-3 6-17 0,0-1-27 0,7-6 0 16,-2 1-21-16,2-1-15 0,-1 0-16 0,-2 2-11 15,0 2 4-15,-4 1-17 0,-1 4-1 0,0 1-4 16,-3 0 1-16,0 0-28 0,0 3-22 0,-2 2-22 15,2-3-4-15,-4 3 3 0,0 0 3 0,14 5 3 16,-11 0 5-16,3 2-12 0,-2 0 9 0,5 2-4 16,-3 0-1-16,-1 0 1 0,3 0 1 0,0 2 3 15,-2-4 2-15,4 2-1 0,-2-2 6 0,0 2 3 0,-3-5 6 16,1 1-1-16,1 0 3 0,-1-1 4 16,-1-2 6-16,2 1 2 0,-1-2 8 0,-6-1-6 15,13-3 21-15,-7 0 19 0,2 1 15 0,1-3 3 16,-3-2 10-16,3 2-4 0,-2-3 0 0,1 1-3 0,-3 2 2 15,1-1-6-15,-3 2-1 0,1 0-2 0,1 0-6 16,-2 0-17-16,-1 2 8 0,2 0-5 0,-4 2-7 16,4-3-4-16,-4 3-5 0,1-4-4 0,-1 4-11 15,0 0-23-15,0 0-19 0,0 0-7 0,0 0 5 16,0 0 4-16,8 8 2 0,-8-5 3 0,1 2-4 16,-1 2 8-16,3-1-3 0,-3 1 6 0,0 0-1 15,0 1 9-15,0-1 4 0,2 1-1 0,2-2 3 16,-4 0-5-16,1 0 0 0,-1-2 8 15,3 2 0-15,-3-1 2 0,0-3 3 0,0 2 8 0,0 0-3 16,0-4-4-16,1 4 2 0,-1-4 9 0,0 5-3 16,0-5 14-16,3 4-11 0,-3-4 16 0,0 0-18 15,0 0-1-15,0 0 8 0,0 0 1 0,0 0-7 16,0 0-13-16,0 0-17 0,0 0-43 0,0 0-51 16,0 0-57-16,0 0-71 0,-4-16-71 0,4 9-211 15,0-4-575-15,0-2 255 0</inkml:trace>
  <inkml:trace contextRef="#ctx0" brushRef="#br0" timeOffset="-132781.59">9523 14050 286 0,'0'-8'379'16,"0"8"-3"-16,-1-4-5 0,1 4-20 0,0-5-32 16,0 5-26-16,0 0-47 0,0 0-9 0,0-5-29 15,0 5-25-15,0 0-14 0,0 0-28 0,-3-3-40 16,3 3-46-16,0 0-60 0,0 0-51 0,0 0-36 15,0 0-44-15,0 0-47 0,13 10-56 0,-8-6-262 0,2 0-543 16,-1 0 240-16</inkml:trace>
  <inkml:trace contextRef="#ctx0" brushRef="#br0" timeOffset="-132129.49">9845 14130 142 0,'0'0'227'0,"0"0"-8"16,0 0-10-16,0 0-4 0,0 0-33 0,0 0-17 15,0 0-17-15,0 0-13 0,0 0-11 0,0 0-7 16,0 0-16-16,0 0-7 0,0 0-9 0,0 0-4 0,0 0-5 16,0 0-8-16,0 0-8 0,17-2-4 15,-17 2 0-15,11-3-7 0,-4 0-3 0,2 1-7 16,-2 0 5-16,2-3-5 0,4 0-10 0,-8 2 2 15,4-1-4-15,-1-1 2 0,-2 0-2 0,-1 2 12 16,0 1 16-16,2 0 5 0,-2-1 3 0,0 2-4 0,-5 1-6 16,4-6-6-16,-4 6-7 0,4-2-9 15,-4 2-5-15,0 0-6 0,0 0 0 0,0 0-1 16,0 0-6-16,-22 8-2 0,13-2 2 0,-5-1-5 16,1 6 3-16,-1-3-3 0,0 4 2 0,1 0-2 0,1 1-4 15,-1 2 0-15,1-2-3 0,2 0-5 16,4-1-8-16,0 0 2 0,1-2-1 0,2 3 3 15,1-1 2-15,1-4-2 0,2 5 5 0,2-4 4 16,3 1 1-16,-1-3 3 0,3 0-1 0,2-1 2 16,4-4 2-16,4 2 1 0,5-4-2 0,-4 0 3 15,8-4 0-15,1-3 3 0,-2-1 0 0,2-6 2 16,-4 1 7-16,3-6 8 0,1 0 8 0,-2-3 0 0,0-2 3 16,0-3 8-16,-4 0 5 0,2-1 13 15,-4 0 21-15,-1 2 24 0,-3 0 30 0,-3 2 26 0,-2 6 15 16,-4 0 8-16,-1 3 11 0,-1 5-25 0,0 0-4 15,0 0-16-15,-1 3-14 0,-3-1-19 0,2 4-15 16,-2 0-12-16,1 0-32 0,0 0-56 16,-2 4-18-16,0 0-15 0,0 0 0 0,0 0 2 0,-2 19 4 15,-1-4-8-15,-3 5 14 0,-4 4 2 0,3 5 5 16,-2 1-4-16,-1 2 8 0,0 0-1 0,-1 2 7 16,-1-3-7-16,3 1 7 0,1-6 4 15,0 1-11-15,2-9 0 0,1-3 4 0,1-4-6 0,2-1 7 16,-1-3 6-16,2 0 1 0,-2-3 11 0,3 1 23 15,-1-2 23-15,1-3 36 0,0 0 0 0,0 0-12 16,0 0-4-16,20-9-10 0,-7 1-7 0,0-4-4 16,2 3-9-16,1-1-7 0,3-3-3 15,-4 5-3-15,-5 1-6 0,3 2-3 0,-4 0-8 0,1-1-3 16,-1 3-4-16,0 0-12 0,1 3-20 0,2 1-14 16,-2 3-19-16,1 2-28 0,5 1-45 0,-3-2-50 15,-2 8-60-15,-1 0-83 0,2-1-120 16,-6-1-248-16,1-1-746 0,-2-3 330 0</inkml:trace>
  <inkml:trace contextRef="#ctx0" brushRef="#br0" timeOffset="-131213.88">12168 14184 59 0,'3'-4'261'0,"-2"0"-28"0,-1-1-23 0,-1 0-23 0,1 0-17 16,-3 0-19-16,-3-2-17 0,-3 3-15 0,-4 0-10 16,-6-1-14-16,1 2-10 0,-11 2-8 0,-1 1-9 15,0 1-5-15,-4 2-12 0,1-2-2 0,4 4-7 16,-6 2-3-16,2 1-8 0,5-1-2 0,0 3-7 16,4 0 0-16,4 1 0 0,5-4-7 0,0 5-2 15,3-4-1-15,5 1-3 0,-1-1-2 16,4 3-3-16,0-3 1 0,4 3-2 0,0-2 6 0,3 0-2 15,2-1 5-15,5-1 0 0,2-1-2 0,3-2 10 16,4 0 5-16,0-4 6 0,2 0 6 0,2-3 9 16,4-3 8-16,-1-2 10 0,1-2 14 15,-1-2 3-15,-4-4-4 0,-2-4 10 0,2 2 3 0,-4-5 1 16,2-1-16-16,-2-5-5 0,-3 0-5 0,-1-3 0 16,-1-3 3-16,-3 0-4 0,0 3 13 0,-1-1 10 15,-1 3 20-15,-4 6-14 0,0 5-7 16,-3 3-5-16,-1 5-2 0,4 1-4 0,-3 3-17 0,-1 1-15 15,0 1-20-15,4 2-66 0,-4 3-12 0,0 0 3 16,0 0 8-16,-9 14 4 0,8-2 2 0,-4 8 8 16,1 6 3-16,-4 1 2 0,4 6 2 0,-1-1 2 15,2 0 0-15,0-1 4 0,-1 2 4 16,4-3-1-16,1-3 4 0,2 0-5 0,-2-8 7 0,4-2 5 16,-5 0-7-16,0-8 3 0,4 1 5 0,-4-2 0 15,0 0 4-15,1-5 0 0,2 4 3 0,-3-2 9 16,1-2-7-16,-1-3 1 0,0 5 0 0,0-5-9 15,1 4-9-15,-1-4-24 0,0 0-41 0,0 0-66 16,0 0-68-16,0 0-86 0,0 0-239 0,0 0-579 16,11-10 256-16</inkml:trace>
  <inkml:trace contextRef="#ctx0" brushRef="#br0" timeOffset="-130863.21">12512 14051 78 0,'-9'-1'192'15,"-1"1"-15"-15,-2 1-17 0,1 2-19 0,-3 0-11 16,-2 4-16-16,0 1-11 0,0 4-15 0,0-2-3 16,2 4-12-16,0-3-6 0,2-3-8 0,3 5-7 15,2-2-3-15,-1-1-5 0,4-1-3 0,0 1-8 16,3 1 2-16,1-1 2 0,0 1 26 0,5-4 2 15,3 0 10-15,-2 1 8 0,7-6-2 0,0 2 2 16,6-3-4-16,0-1-4 0,-1 0 2 0,0-2 10 16,-1-1 5-16,0-3 7 0,-1-2 2 0,-1-2-2 15,-1-1-8-15,-2-2-2 0,-1 0-8 0,2-3-11 16,-3-1-2-16,-2 2-10 0,-3 0-6 0,-4 4-5 0,2-2-7 16,-6 0-11-16,2 4-12 0,0-2-15 15,-7 3-18-15,0 0-23 0,-6 2-22 0,4 3-22 16,-6 1-36-16,-1 0-38 0,3 2-43 0,2 4-36 15,-2 0-206-15,1 1-478 0,4 3 211 0</inkml:trace>
  <inkml:trace contextRef="#ctx0" brushRef="#br0" timeOffset="-130242.36">12797 14195 53 0,'0'0'215'0,"0"0"-20"0,0 0-17 0,0 0-17 15,0 0-20-15,0 0-11 0,0 0-13 0,0 0-15 0,0 0-9 16,0 0-6-16,0 0-12 0,0 0-6 0,0 0 0 16,0 0-4-16,0 0 3 0,4 5 3 0,-4-5-3 15,9-3 1-15,-2 3-4 0,0-2-3 16,3 0-2-16,2-2 8 0,0 2-6 0,2-5 2 0,4 1-4 15,-1-2 6-15,-1 0-1 0,1-3 1 0,1 1 1 16,-4-2-3-16,0 4 2 0,-4-1 2 16,3 1-5-16,-5-2 2 0,-2 4 7 0,-2-1-3 15,1 2-6-15,-1 1-8 0,1 0-8 0,-2-1-12 16,-3 5-8-16,-3-4-5 0,3 4-6 0,-14-1-4 16,4-1-2-16,-3 5-4 0,-1 1 1 0,-4 3-3 0,1 0 1 15,2 3-3-15,0-2-1 0,0 4 0 16,3-2-5-16,-1 2-4 0,3 0-1 0,2-2-2 15,2 2 0-15,-2-1 0 0,4-1 5 0,2 2 2 0,-2-2-2 16,7 0 3-16,-2 0-3 0,3-1 3 16,2-1 4-16,0 0-1 0,2-2 2 0,2 1 7 0,4-4 0 15,-2 2 9-15,2-3 5 0,3 0 8 16,0-2 8-16,0-2 12 0,-2 2 3 0,2-3 12 16,2-3 7-16,-1 0 9 0,-1-2-4 0,-1-1-3 0,0 0 9 15,0-3-7-15,0-3-5 0,0 4-3 16,2-9-21-16,-3 6 14 0,-2-1-7 0,2 0-4 15,-3 1-3-15,-2 6-12 0,2-1-1 0,-6 1 3 0,-2 3-7 16,1-1-7-16,0 2-6 0,0 0 0 0,-1 2-9 16,0 1-1-16,-4 1-9 0,9 1-4 0,0 3-4 15,1 0-8-15,0 5 1 0,0-2 5 0,1 7-7 16,-4-4-2-16,3 3 1 0,-2 1-6 0,1 2-2 16,-4-3-15-16,1-1 4 0,-2 0-11 0,-1-3-23 15,2 3-20-15,-5-5-28 0,0 1-24 0,0-3-27 16,-2 0-12-16,-1 4-43 0,-1-6-94 0,-2-1-213 15,0-3-578-15,6 1 255 0</inkml:trace>
  <inkml:trace contextRef="#ctx0" brushRef="#br0" timeOffset="-128964.03">14655 13984 51 0,'0'-4'246'0,"0"4"-26"0,1-3-26 0,-1 3-24 15,0 0-17-15,0 0-13 0,0 0-19 0,0 0-13 16,7 10-14-16,-5-3-11 0,-1 3-3 0,-1 2-10 15,2 5-7-15,-4 0-10 0,2 0-7 0,0 2-4 16,-1 0-1-16,-1-2-4 0,-1 0 9 0,2 0-6 16,-2-5-3-16,3-1-4 0,0-2-2 0,-1 3 0 15,1-8 3-15,0 1 2 0,1-2 28 0,-1 2 30 16,1-3 28-16,-1-2 14 0,0 0 5 0,9-1 1 0,-1-1-6 16,4-5-8-16,3-2-1 0,0-3-17 15,-1 0-9-15,8-3-8 0,-3 3-18 0,-6-3 5 16,9-2-13-16,-8 3-8 0,1-1-2 0,-2 1-5 15,0 4-11-15,-4 1-17 0,-3 4 11 0,-1 0-8 16,-1-1-18-16,2 4-16 0,-2-2-25 0,-3 4-27 0,3-3 0 16,-4 3 1-16,8 5 8 0,-7 0 8 15,3 5 2-15,0-3 2 0,2 3-1 0,3 6 4 16,0-3-2-16,5 1-7 0,4 4-4 0,4 0-7 16,2-2-7-16,3 0-7 0,2-3-11 0,7-3 3 0,-3 1 6 15,6-4 5-15,-3-2 0 0,3 0 4 16,-2-1 2-16,-2-6 5 0,-1 0 2 0,-2-3 9 15,-4-1 2-15,-1-3 14 0,-8 1 19 0,-2-1 12 16,-1 0 8-16,-3-4 15 0,-1 1 8 0,-5 1 24 16,-2 1 16-16,1-2-8 0,-4 2-6 0,-2 0-7 15,0-1-1-15,0 2-10 0,-5-1 1 0,1 3-14 16,-5 1-4-16,-2 0-4 0,0 2-1 0,-2 2-5 16,-4 3-3-16,-1 0-2 0,0 2-3 0,0 4-2 15,-1 0 2-15,1 3-6 0,4-1-3 0,1 3 2 0,3-2-1 16,-4 2 1-16,6-2-3 0,4 0-1 15,1 2 3-15,1 0-3 0,2-2 3 0,4 1 4 16,1-1-2-16,4-3 5 0,7 1-3 0,0-2-1 16,3-1 1-16,2-3 2 0,-3-2 0 0,1-2-2 15,-2 1 4-15,-1-3-1 0,1-2-1 0,-5-1 8 0,-1 2 0 16,3-7 6-16,-4 0 4 0,-4 2-2 16,3-2-5-16,-5-1 2 0,-3 1-2 0,2 2-3 0,-6-4-8 15,2 5-1-15,-3-3-10 0,-2 1-11 16,-3 2-8-16,-1-1-4 0,-2 6-7 0,1-4-12 15,-3 4-9-15,1 0-21 0,1 3-18 0,-2 1-32 0,4-3-38 16,2 3-29-16,0 3-30 0,3-3-192 0,-2 4-450 16,7-4 200-16</inkml:trace>
  <inkml:trace contextRef="#ctx0" brushRef="#br0" timeOffset="-128701.75">15926 13774 38 0,'4'-10'331'0,"0"0"-20"0,-1 6-27 0,-1-3-35 0,2 1-26 15,-3 2-29-15,2 1-39 0,-3 3-24 0,0 0-12 16,0 0-15-16,4 16-11 0,-4-6-9 0,0 10-7 16,-3 5-9-16,2 4-4 0,-2 3-9 0,-1 2-3 15,2-1-6-15,-3 0-6 0,2 1-2 0,-2-1-1 16,1 0-9-16,1-4-18 0,0-1-11 0,0-3-19 15,2-8-21-15,-3-2-18 0,3-3-19 0,-2-3-26 16,2 0-13-16,0-3-5 0,1-1 6 0,-2-1 1 16,2-4-68-16,0 0-130 0,0 0-339 0,0 0 151 15</inkml:trace>
  <inkml:trace contextRef="#ctx0" brushRef="#br0" timeOffset="-128462.76">15759 14047 46 0,'-3'-2'237'0,"3"2"-9"0,0 0-13 16,0 0-21-16,0 0-17 0,0 0-11 0,18-5-9 15,0 3-12-15,18 1-16 0,16-2-13 0,3 2-9 16,4-3-10-16,4 0-2 0,2 0-5 0,0 1-9 16,-2-2-5-16,-4 0-5 0,-6 4-6 0,-16-2-6 15,-7-1-5-15,-9 1-7 0,-4 2-2 0,-3 0-2 16,-5 1-1-16,-4-1-5 0,4-1-4 0,-9 2-6 15,0 0-15-15,0 0-9 0,0 0-13 0,-41 0-31 16,21 3-35-16,-9 1-45 0,7-2-57 0,-5 6-234 16,4-5-445-16,5 1 196 0</inkml:trace>
  <inkml:trace contextRef="#ctx0" brushRef="#br0" timeOffset="-127180.03">17699 13822 106 0,'0'0'217'15,"-5"-4"-12"-15,5 4-18 0,-2-3-16 0,-2 0-17 0,4 3-20 16,0 0-13-16,0 0-15 0,0 0-12 15,0 0-11-15,0 0-11 0,0 0-8 0,0 0-2 16,0 0-8-16,0 0-4 0,0 0-6 0,0 0-6 16,0 0-1-16,15 9-5 0,-8-8-4 0,3 0 1 0,3-1-3 15,1-2-4-15,-1-1 1 0,6 2-5 0,-2-1 0 16,-3-3-3-16,3 2-4 0,0-3 0 16,-2-1 0-16,-3 2 4 0,0-1 4 0,-1-1 1 0,-1-1 5 15,-2 2 2-15,1-2 6 0,-1 1-2 0,-5 3 8 16,1-1 2-16,0 0-8 0,0 1-3 15,-4-2-5-15,-2 1-7 0,2 5-2 0,-7-4 1 16,-1 2-7-16,-3 2 0 0,-2 0-3 0,-5 2 2 16,0 2-6-16,-9 3 0 0,-2 1-1 0,1 5-2 0,1 2-2 15,-1 0 1-15,0 2 0 0,4 1-2 16,1 1 0-16,1 2-1 0,3 3 2 0,5 1-2 0,1-7 5 16,4 5-5-16,5-2 5 0,4-1 0 15,3-1-3-15,2 1 4 0,10-1 2 0,10 0-2 0,1-1 3 16,8-5 0-16,18-1-2 0,0-6 1 0,7-1-1 15,2-5 16-15,6-1-1 0,22-3-5 16,-29-1 1-16,0-2-1 0,-6-3 0 0,2-2-1 0,-10-3-1 16,-10 6-2-16,-4-8 0 0,-1 0 8 15,-7-2 3-15,0 4 11 0,-7-5 23 0,-4 8 14 0,-3-2 4 16,-5 1-7-16,0 2-10 0,-5-1-9 0,-4-1-7 16,-1 4-7-16,-4-1-1 0,-6 1-5 0,-3 1-4 15,-2 6-3-15,-7-1 0 0,-4 4-7 0,-1 1-2 16,0 3 0-16,3 2-2 0,-2 0-2 0,6 5-4 15,0-2-1-15,9 0-17 0,-1 1-15 0,4 0-3 16,4 3 7-16,4-2-3 0,0-2 5 0,5 2 3 16,2 0 3-16,5-2 3 0,6 2 4 0,3-3 1 15,5-1 3-15,7-3 0 0,4-1 0 0,-3-1 2 16,0-2 0-16,1-2 1 0,-3-3 2 0,-8 0-1 16,3 0 2-16,-4-3 2 0,-2 0 2 0,-2-3 9 15,-3 2-1-15,1-4 4 0,-5 4 5 0,-1-3 1 16,-1 1-5-16,-1-2-1 0,-3 2-5 0,-1 1-7 15,-1-4-4-15,-5 5-5 0,1-1-7 0,-3 2-11 16,0-1-15-16,-2 2-16 0,0 2-14 0,0 1-27 16,-2 2-35-16,2-3-25 0,2 4-29 0,-2 0-31 15,2 1-167-15,2-1-414 0,6 0 184 0</inkml:trace>
  <inkml:trace contextRef="#ctx0" brushRef="#br0" timeOffset="-126616.28">18776 13789 202 0,'2'-4'324'0,"2"2"-31"0,-4-2-25 16,0 4-31-16,3-3-24 0,-3 3-30 0,2-4-20 15,-2 4-22-15,0 0-14 0,0 0-7 0,4 12-21 16,-4-5-9-16,0 1-8 0,0 4-9 0,0 0-5 15,-4 4-11-15,3 0-4 0,0 2-6 0,-2-1-2 16,-2 4-6-16,2-3-3 0,-1-1-4 0,2-5-1 16,1-1-5-16,0-1-1 0,-2 0-2 0,3-4-2 15,-1 0 1-15,0-1 0 0,-1-2 18 0,2 1 28 16,0-4 5-16,0 0-5 0,0 0-2 0,17-7-5 0,-8 1-4 16,2-3 1-16,5-2-5 0,-1 0-3 15,3-3-4-15,1-5-4 0,3 1-4 0,0 0-8 16,-2-2 2-16,-5 8-3 0,4-5-7 0,-6 6 1 15,-2 3-8-15,-1 1-1 0,-3 0-5 0,-1 4 0 0,-1-1-6 16,2 1-6-16,-3 0 0 0,1 3-4 16,-5 0 0-16,9 2-1 0,-5 1 0 0,2 2-1 15,-1 3 5-15,2 2 2 0,-2 1-4 0,0-1 1 16,0 2 3-16,0 2 1 0,3 3 5 0,-3-7-11 16,-1 1 3-16,-1 2 3 0,-1-5 0 0,2-1-1 0,0 0 1 15,-2-2 6-15,-2-1 1 0,3 0 15 16,-2 0 25-16,2-3 33 0,-3-1-11 0,0 0-4 15,14-6-3-15,-4 1-4 0,0-3-4 0,2-3 1 16,3-1 0-16,-2 0-4 0,3-1-8 0,2-4-14 0,-2 3 7 16,-1 0-2-16,0 2-5 0,1 2-3 0,-5 1-4 15,-2 2 1-15,-1 1-1 0,2-1-8 16,-5 4-8-16,3-1-30 0,-2-1-38 0,4 5-23 16,1-2-22-16,-4 2-16 0,5 2-21 0,-2 1-24 0,0 3-18 15,-1 1-17-15,0 2-20 0,-1-1-9 0,3 0-9 16,-2 1-5-16,0-1-4 0,-5 1-178 0,1-1-465 15,1 1 205-15</inkml:trace>
  <inkml:trace contextRef="#ctx0" brushRef="#br0" timeOffset="-126232.57">19494 13914 575 0,'0'0'44'0,"0"3"31"0,0-3 20 0,0 0 17 0,1 5 19 15,-1-5 13-15,0 0 10 0,0 0 5 0,4 4 4 16,-4-4-2-16,0 0-6 0,0 0-6 0,0 0-14 16,0 0-13-16,0 0-11 0,14-7-14 0,-9 5-9 15,3-1-9-15,2 0-11 0,3-3-5 0,-1 2-7 16,4 0-7-16,1-6-2 0,2 3-2 0,-1-1-1 15,0 0-9-15,2-1-4 0,-4 0 6 0,1-3 2 16,1 3 6-16,-1-1-3 0,-2 0 12 0,-1-2 2 16,-6 4 12-16,2 0 5 0,-3 2 14 0,-2-1-9 15,-3 2-17-15,1-2-8 0,-3 5-9 0,-1-4-9 16,-3 1-2-16,-4 3-4 0,-6 2-6 0,-5 0-8 16,-8 3 6-16,-4 4-11 0,3-2-4 0,-1 7-8 15,2-2 3-15,10 0-2 0,-7 5 0 0,1 1-2 16,5 3 2-16,4 1 2 0,5-3 0 0,3 2 0 15,6 2 3-15,7 4 2 0,9-3-3 0,4-1 10 16,10-3-6-16,4-2-2 0,18 1 7 0,2 0-7 16,5-7 5-16,6-1 21 0,1-4-28 0,0-4 1 15,-4 0 2-15,-3-1 3 0,-7-1 4 0,-16 1-11 16,-4-3 35-16,-11 2 23 0,-3 0-6 0,-7 0 13 16,1-1 12-16,-6 2-18 0,2-2-13 0,-2 2-25 15,-2-3 3-15,-4 3-40 0,0 0-62 0,0 0-43 16,0 0-47-16,-19-3-50 0,6 4-67 0,-8 1-86 15,2 3-205-15,1-5-620 0,3 0 275 0</inkml:trace>
  <inkml:trace contextRef="#ctx0" brushRef="#br0" timeOffset="-124380.32">21067 13649 245 0,'0'-3'264'0,"0"0"-10"16,0 3-15-16,4-5-26 0,-4 5-24 0,3-3-22 16,-3 3-19-16,0-4-18 0,0 4-18 0,0 0-12 15,0 0-12-15,0 0-6 0,0 0-12 0,-4 15-9 16,1-6-2-16,-1 2-8 0,3 1-4 0,-3 0-8 16,3 3-4-16,1 2-5 0,-3-1-4 0,0-4-1 15,1 5-2-15,1-1 5 0,1-5-8 0,0 3 0 16,1-5-2-16,1-1 0 0,1 1-1 0,-3-2 3 0,4-2 15 15,4 0 17-15,-2-2 7 0,6-2 0 16,-1-1-1-16,6-1-5 0,2-2 6 0,-3-2 4 16,3-2 2-16,-2-2-8 0,0 0-5 0,2-1 0 15,-1 0-4-15,-4-2-5 0,1-1-7 0,2 1 1 0,-2-2-8 16,-2 1 16-16,-4 5-20 0,0-3 2 0,-3 5 7 16,1 0-3-16,-3 1-2 0,0 1-8 0,-1-1-6 15,2 3-3-15,-5-1-5 0,0 3-20 16,5-3-19-16,-5 3-7 0,0 0 3 0,0 0 1 0,3 8 3 15,-3-3 3-15,0-1-2 0,0 4 0 0,1 1 0 16,1 2 5-16,2-2-5 0,-1 3 0 0,3 0 6 16,4 2-14-16,1 1-6 0,3-1 2 0,-1-3-10 15,1 1-1-15,4-1 1 0,0-5 6 0,-3 0 2 16,3 0 2-16,-1-2 10 0,-2-3-1 0,-2-2 5 16,1-2 12-16,-1-1 21 0,3-3 22 0,-2-3 11 15,-5 3 17-15,5-3 11 0,-5 1 12 16,5-3 9-16,-6 2 0 0,2-3 3 0,-5 4 12 0,4 1-2 15,-4-1 3-15,-1 3 1 0,0-1-15 0,0 3 4 16,-3 1-20-16,2-2-8 0,-2 1-8 0,2 1-22 16,2 1-7-16,-5 2-24 0,0 0-13 0,0 0-2 15,0 0-3-15,2 10 6 0,-3-3-5 0,-2 3 3 16,0-1 0-16,0 7-1 0,-1 1 3 0,2 0 3 16,-2-1-2-16,1 3 5 0,2-5-2 0,-2 3-10 15,2-2 1-15,0-2 6 0,-2-7 0 0,3-1 1 16,0 2 5-16,3-3-7 0,-6 1 10 0,6-2 7 15,-1 0-3-15,-2-3-6 0,17-6 7 0,-7 2 3 16,2-1-1-16,-1-2-2 0,4 0-9 0,3-8 24 16,-5 3-17-16,3 1 2 0,0-4 1 0,-2 2-1 15,0-1-2-15,0-1-1 0,0 1 0 0,-1 2 5 16,-4 0-6-16,-1 4 4 0,-6 1-7 0,5 5 3 16,-3-4-5-16,-2 1-19 0,4 1-4 0,-3 2-34 15,-2-1-25-15,-1 3-10 0,0 0 6 0,0 0 10 16,0 0 5-16,0 0 1 0,4 10 4 0,-4-3 8 15,0-2 2-15,5 4 5 0,-1-3 5 0,4 4 6 16,2-1 2-16,4 4 4 0,10-1-1 0,4-1-2 16,4-1-5-16,3-2-6 0,2-1-1 0,14 1 5 15,-13-2-2-15,13-4 9 0,-11-2 3 0,1 0 4 16,9-1 2-16,-14-3 7 0,-1 0-2 0,-3-1 5 16,-4-4 1-16,-7 3 7 0,-3 0 7 0,-3-2 9 0,-3 1 1 15,-3 2 9-15,-3-1 3 0,-2 0 0 16,-2 0-5-16,-2 0 0 0,-2-1-4 0,-5-1-2 15,-2 3-3-15,-5 0 1 0,-1-2 2 0,-7 5-1 0,-6-1-5 16,0 2 2-16,1 5-1 0,2-4 2 16,3 1-3-16,-5 4-1 0,7 1 1 0,2-1 0 15,0 2-4-15,5 0-1 0,0 1 4 0,3-3-6 16,1 6 7-16,0-5-3 0,4 3 3 0,-1 0-3 0,3 1 1 16,-1-2 5-16,2 2-3 0,2-1 5 0,2-2-3 15,0 0 2-15,1-2 0 0,6 2 1 0,-1-2-1 16,2-2-3-16,2-1 4 0,2 0 2 15,0-4-1-15,0 1 2 0,-1 0 12 0,3-9 14 0,0 3-1 16,0-5 7-16,-3 0 8 0,1-2 10 0,0-2 4 16,0-6-4-16,2 0 3 0,-4-4 7 0,1 0 2 15,-4-1 8-15,1-2-7 0,0-2 5 0,1 1 0 16,-5-6-2-16,4 5-10 0,-1-2-3 0,-5 1 1 16,3 5-1-16,-2 0 2 0,-4 9 1 0,4 2-1 15,-5 4-5-15,1 3-7 0,2-1-5 0,-2 3-17 16,0 2-19-16,-1 0-38 0,2 3-39 0,-2 2 4 15,0 0 7-15,-4 11 4 0,1-2 5 0,-3 9 9 16,1 7 1-16,-3 0 3 0,3 6 6 0,-3-2 2 16,1 2 2-16,-1 0 6 0,4 2 1 0,0-3-3 15,-1 0 4-15,5-1-15 0,-1-3-9 0,1 0-10 16,0-6-16-16,1-2-26 0,0 0-19 0,2-1-13 16,-2-5-14-16,6-2-10 0,-5-1-2 0,5-4-25 15,0 0-17-15,1-3-17 0,0-1-155 0,-1 1-396 16,1-5 176-16</inkml:trace>
  <inkml:trace contextRef="#ctx0" brushRef="#br0" timeOffset="-124063.69">22644 13820 125 0,'4'-5'90'16,"-2"1"35"-16,0 1 8 0,-2 3-1 0,2-5 4 16,1 3 1-16,-3 2 1 0,1-7-4 0,-1 7-5 15,4-3-9-15,-4 3-7 0,0 0-2 0,2-5-12 16,-2 5-9-16,0 0-9 0,2-2-9 0,-2 2-5 16,0 0-8-16,0 0-5 0,0 0-8 0,5-1 2 15,-5 1-5-15,6-2 1 0,1 2 5 0,5-2-5 0,-1 0-2 16,1 1-2-16,2-1-3 0,4-1-8 15,0-1 2-15,5 1-2 0,-4-5-2 0,3 2 2 16,-2 2 1-16,1-5 4 0,3 1 3 0,-7-3 3 16,-2 4 3-16,0-3 18 0,-3 3-8 0,-2 0 7 0,-2-1 7 15,-2 2 12-15,1 1-14 0,-5-1-2 0,2 2-5 16,1 1-10-16,-2-3-10 0,-2 3-5 16,-1 3-3-16,0-5-7 0,0 5-10 0,0 0-6 0,-13 0 1 15,13 0-3-15,-13 5-5 0,4-1-5 0,2 3 2 16,-1-1-8-16,-3 1 11 0,4 1-15 0,-3 1-4 15,6 0-7-15,-3 1-5 0,0 2-7 0,4 0-6 16,0 1-11-16,0-2-16 0,3 4-10 16,0-3-17-16,4 0-23 0,0-2-32 0,2-1-30 15,-1 0-40-15,1-3-178 0,-1-3-433 0,2 1 192 0</inkml:trace>
  <inkml:trace contextRef="#ctx0" brushRef="#br0" timeOffset="-123765.59">23117 13646 166 0,'7'-10'259'0,"2"1"-19"0,-1 1-19 16,2 1-21-16,-1 2-22 0,-2-1-18 0,5 5-18 15,-3-2-10-15,3 3-20 0,-2 3-12 0,0-2-12 16,2 7-8-16,-1-3-10 0,-1 3-8 0,2 5-3 16,-3-2-10-16,0 1-5 0,-1 5 1 0,-2-3-11 15,-1 1-3-15,-3 2-3 0,-2 0-2 0,-1-5-1 16,0-1-2-16,-2 0-3 0,-2 0 2 0,3-3-2 15,-2-3 2-15,1 1 15 0,0-3 16 0,1 0 28 16,-2-3 24-16,4 0 15 0,0 0 15 0,-6-5-22 16,5-2-13-16,2-3 5 0,2 0-15 0,2-4-7 15,4-1-3-15,5-9-3 0,1 2-15 0,4 3-8 16,-1-3 0-16,5 2-16 0,0-1-11 0,0 4-37 16,-9 4-33-16,-1 4-38 0,-3 1-59 0,-1 2-75 15,0 3-81-15,-3 2-253 0,-2-2-593 0,-4 3 264 16</inkml:trace>
  <inkml:trace contextRef="#ctx0" brushRef="#br0">25233 13541 39 0,'2'-4'267'0,"0"0"-16"15,0 0-27-15,-2 4-23 0,-2-7-17 0,-1 3-24 16,-2 3-14-16,-5 1-18 0,-7 0-14 0,-11 4-13 16,1 0-11-16,0 4-10 0,-6 0-7 0,1 2-7 15,4 3-11-15,0-4-5 0,2 3-9 0,2 3-4 16,6-6-1-16,4 0-5 0,-1 4-4 0,3-4-1 15,3 0-3-15,3-1-4 0</inkml:trace>
  <inkml:trace contextRef="#ctx0" brushRef="#br0" timeOffset="-117682.76">26638 13496 162 0,'4'-3'301'0,"1"0"-8"15,-1 1-3-15,0-3-7 0,-3 3-30 0,3 0-26 0,-4 2-26 16,4-3-23-16,-4 3-22 0,5-2-10 0,-5 2-29 15,0 0-11-15,6 5-13 0,-2-1-11 0,-4 2-8 16,4 1-4-16,-1 0-10 0,-1 2-7 16,1 1-5-16,-2 1-3 0,2 0-4 0,-1-1-4 0,2 0-3 15,-3 2 0-15,2-4-7 0,-2 1-6 0,-1-2 3 16,0-3-1-16,3 1 2 0,-3-2-3 0,1 1 21 16,-1-4 33-16,1 3 44 0,-1-3 31 0,0 0-4 15,0 0-9-15,0 0-17 0,14-5-14 0,-5-2-4 16,0 0-12-16,0-1-9 0,1-1-5 0,3-3-12 15,2-3-13-15,-3 4-30 0,1-4-16 16,3 1-38-16,-3 1-18 0,1 1-31 0,-1 0-29 16,-2 4-34-16,-2 1-41 0,4 2-41 0,0-2-33 0,0 5-31 15,-3 2-63-15,4-3-181 0,-1 3-577 0,-2 3 257 16</inkml:trace>
  <inkml:trace contextRef="#ctx0" brushRef="#br0" timeOffset="-117384.3">27042 13594 35 0,'0'0'266'0,"0"0"11"0,0 0 12 0,1 6 9 16,-1-6-8-16,0 0-28 0,0 0-25 0,13-3-31 15,-4 1-16-15,4-1-21 0,0-4-19 0,3 2-11 16,6 1-16-16,-4-1-8 0,2-3-18 0,7-1-7 16,-9 1-12-16,3-1-1 0,-2 0-15 0,-1-1-15 15,-2 0 3-15,1-2-18 0,-3 2-5 0,-4 0-4 16,-1-1-4-16,-4 2-8 0,0 0 8 0,-1-1-13 15,-5 3-2-15,-3-2-7 0,-1 4 6 0,-8 1-6 16,-4-2-3-16,-3 5 1 0,-9 6 1 0,-1 1-4 16,2 0 0-16,1 2 0 0,3 6-1 0,1 1-2 15,5-1 1-15,-1 3-1 0,8 0 16 0,4 1-8 0,3-1-2 16,8 4 4-16,9 3-2 0,10 0 2 0,5-4-35 16,17 4-55-16,6-2-81 0,9-8-127 15,4-5-202-15,28-3-541 0,-27-7 241 0</inkml:trace>
  <inkml:trace contextRef="#ctx0" brushRef="#br0" timeOffset="-116004.2">25288 13568 37 0,'4'3'74'0,"-2"-1"2"0,3 2-9 16,2-1-10-16,0-3 6 0,2 4-12 15,3 0-1-15,-1 0 9 0,2-2 2 0,6 1 4 16,9-3-16-16,6 0 19 0,0 0-7 0,17 3-1 0,4-6-12 16,0 0 11-16,9-2 0 0,27 1-2 0,1 2-2 15,0-1-9-15,5 0-1 0,2-2 8 16,6 4-7-16,-1-2 2 0,7 1-2 0,3 2 11 16,5 0-4-16,-2-2-4 0,2 2 1 0,-3 2-5 0,-2-2 2 15,-5 0 9-15,-2 0-4 0,-4 2-4 0,-5-2-6 16,-8 3-5-16,-35-3 1 0,8 2-7 15,-6 1 2-15,-2 0-3 0,-4-2-7 0,-15-1 0 16,-1 3-3-16,-6-3-1 0,-7 1-5 0,-4-1 1 0,-4 1 3 16,-3-1 19-16,-2-1 13 0,-1 2 10 0,-2-2 8 15,-6 1 13-15,9 0-8 0,-9 0-2 16,8 0-6-16,-8 0-9 0,7 0-5 0,-7 0-6 0,0 0-12 16,0 0-18-16,7 1-22 0,-7-1-21 0,0 0-24 15,0 0-25-15,5 3-38 0,-5-3-43 0,0 0-45 16,0 0-185-16,0 0-420 0,5 1 186 0</inkml:trace>
  <inkml:trace contextRef="#ctx0" brushRef="#br0" timeOffset="-114568.3">29437 13326 50 0,'4'-4'265'0,"-2"-3"-7"0,2 1-12 16,-3-1-12-16,1 2-8 0,0 1-25 0,-2-4-19 16,0 3-17-16,0 2-21 0,-2-2-15 0,-1-1-11 15,1 3-18-15,-4 0-14 0,-6 2-8 0,-6 0-11 16,-9 3-5-16,-1 2-6 0,-4 5-8 0,1 1-4 16,1 1-10-16,1 2-3 0,1 3-3 0,2 1-6 15,3 0-2-15,3-2-3 0,1 4-3 0,6-4 1 16,2 0-5-16,1-2 3 0,-1 3-1 0,5-4-3 15,5 0 0-15,-2-3 2 0,3 1 1 0,3-3 1 16,4 1-1-16,1-4-2 0,4 0 2 0,4-2-3 16,5 0 25-16,-1-4-4 0,2 0 2 0,5-4 6 15,-6 1 6-15,-1-2 1 0,1 0-4 0,-3-1 0 0,1-1 10 16,-1 2 1-16,-1-3-5 0,1 3-4 16,-8-1 7-16,1 1 1 0,-2 2 5 0,-4 2-3 15,2-2-8-15,-1 1-2 0,1 2-17 0,-5 2 0 16,3-3-4-16,-5 3-10 0,5-1-18 0,-5 1-6 0,8 2-13 15,-3 2-13-15,0-1-17 0,0 3-17 0,1 1-14 16,1 2-21-16,-2-2-25 0,4 4-24 0,-1-1-56 16,2-2-52-16,-1-1-202 0,0 0-503 15,0-2 223-15</inkml:trace>
  <inkml:trace contextRef="#ctx0" brushRef="#br0" timeOffset="-113498.36">29699 13508 142 0,'0'0'270'0,"0"0"-14"15,0 0-18-15,0 0-18 0,0 0-19 0,0 0-17 0,0 0-17 16,0 0-14-16,0 0-20 0,0 0-14 0,0 0-10 16,11-12-1-16,-7 9 2 0,1-1-3 0,2-3 1 15,-1-1-7-15,3-1 6 0,3-5 5 0,0 0-19 16,-2-2-3-16,6-6-6 0,-1-2 0 0,-2 0-10 16,1-1-1-16,-1-3-4 0,1-2-17 0,-1-1 0 15,4-12 5-15,-5 13-19 0,3-4-6 0,-6-2-1 16,3 5-1-16,-2-1-1 0,-2 6-4 0,-1 1-5 15,-3 0 9-15,0 9 13 0,0-1-14 0,-2 6 13 16,-2 1-5-16,2 3-5 0,-1 2-5 0,0 0-12 16,-1 0-37-16,0 2-19 0,0 3 7 0,0 0-3 15,-11 12 5-15,-1 1-1 0,3 4 2 0,-6 8 3 16,-2 7 0-16,2 10 10 0,-3 2-5 0,3 0 4 16,-2-1 0-16,4 2 4 0,4-10 4 0,3-2-5 15,0 1 6-15,1-3 2 0,5-2-4 0,0-1 5 16,0-5 3-16,5-2 3 0,-1-4 1 0,4-2 0 15,-2-3 5-15,3-4 6 0,6 3 10 0,0-5 9 16,4 1 9-16,-1-3-3 0,4-3-1 0,0-1-1 16,-1-3 1-16,-1-1-2 0,-1-1 3 0,-1 0-2 15,1-3-3-15,-1 1-3 0,-2-5-4 0,-2-1-3 16,-1 1 1-16,-4-2-1 0,1 2-14 0,-5-2 8 16,2 2-5-16,-6 0-12 0,0-1 8 0,-3 2-12 15,-1 1 5-15,-5 0-5 0,-3 2-3 0,2-1-3 16,-4 6 1-16,-5-3 6 0,1 1-2 0,4 3-25 15,1 2-15-15,0 0-18 0,0 4-13 0,3-1-12 16,1-1-9-16,3 3 8 0,0-1 9 0,3 2 8 16,2 1 10-16,5 0 3 0,2 1 6 0,5 1-2 15,6-1-4-15,9 3-6 0,-1-3-2 0,6-1 0 16,3 0 2-16,2-5 4 0,3-1 5 0,-1-1 4 16,2-5 7-16,-3 2 7 0,2-4 1 0,-4-3 19 15,-3 3 16-15,-2-4 16 0,-2 1 18 0,-1-2 21 16,-9 2 17-16,-5-1 12 0,4-2 6 0,-6 3 13 15,-2 2 9-15,-4-4-9 0,1 5-9 0,-2 0-14 16,-4 0-8-16,-1 2-12 0,-4 0-2 0,-2-2-8 16,-2 2-6-16,-6 2 2 0,1 1-10 0,-6 2-6 15,0 1-4-15,-3 0-3 0,-1 2-2 0,4 2-2 16,-9 4-2-16,10 1-4 0,-1-1-2 0,2-1 2 0,2 6-11 16,2-4-11-16,-1 4-3 0,5-3 3 15,4 2 0-15,1-2 3 0,4 0 0 0,0 2 5 16,8-1 0-16,5 0 0 0,2-2 1 0,3-1 1 15,1 1 2-15,3-5-1 0,6 4 1 0,-9-9 1 16,2 4 3-16,-2-4 0 0,-2-1-1 0,3-2-1 16,-5-2 6-16,-1-4 10 0,2 2 1 0,-9-2 0 15,4 0 12-15,-4-2-1 0,-2-1-4 0,-1-2-4 16,-1-1-6-16,-1-1-6 0,-2 2-4 0,-1-1-8 16,-5 1-13-16,-1-3-9 0,0 8-11 0,-4-3-13 15,1 2-24-15,0 3-25 0,-2 0-38 0,2 2-41 16,0 2-41-16,-3 1-50 0,6 2-186 0,1 0-490 15,6 0 216-15</inkml:trace>
  <inkml:trace contextRef="#ctx0" brushRef="#br0" timeOffset="-113150.25">30763 13222 360 0,'4'-2'377'0,"-3"-2"-14"0,3 0-16 16,-3 2-26-16,3 0-22 0,-4 2-32 0,4-4-27 15,-4 4-33-15,1-3-26 0,-1 3-25 0,0 0-14 0,0 0-18 16,0 0-10-16,0 0-15 0,13 9-5 0,-9-4-12 16,-3 1-14-16,2 3 10 0,-1 0-27 15,2 3-1-15,-4-2-2 0,4 5-6 0,1 1-7 16,-2-1-2-16,-2-3-5 0,-1 0-3 0,5 0-1 0,-2-5 16 16,-2 1-13-16,-1-4-6 0,1 1 0 0,-1 0 2 15,0-2 6-15,0-3 42 0,4 4 31 0,-4-4 36 16,4 3-1-16,-4-3-14 0,8-7-14 15,-3 3-9-15,4-5-15 0,-2 0-4 0,4-4-12 16,3 1-6-16,-2-4-8 0,1 2-4 0,4-4-12 16,-6 1-24-16,3 3-23 0,-1-1-18 0,-1 1-19 0,-1 2-25 15,-2 2-28-15,1 2-48 0,-1 1-46 16,0 3-40-16,-1 1-39 0,-2 1-18 0,3 1-12 16,0 2-15-16,3 3-20 0,-7-1-218 0,4 2-601 0,-2 2 266 15</inkml:trace>
  <inkml:trace contextRef="#ctx0" brushRef="#br0" timeOffset="-112765.73">31143 13307 8 0,'0'0'170'16,"0"5"11"-16,0-5 11 0,2 0 7 0,-2 0 5 0,2 4 7 15,-2-4-1-15,0 0 0 0,1 5 4 0,-1-5-10 16,0 0-22-16,0 0-15 0,16-5-17 0,-8 3-14 16,6 0-11-16,0-1-16 0,4-2-6 0,1-1-15 15,2 0-3-15,6-3-9 0,-6-2-12 0,0 0 8 16,3-1-14-16,-7 0 5 0,4-3-20 0,2-2 4 15,-5 1-14-15,-4 3 6 0,-1 1 14 0,-3-4 9 16,-1 6 6-16,-1-3-6 0,-4-1-4 0,-3 4-11 16,2 2-3-16,-6 2-11 0,3-2-3 0,-5 1-7 15,-5 3-7-15,-4 3-6 0,-3 0 0 0,-5 3-3 16,1 5-2-16,-4 2-3 0,1 3-1 0,5 1 1 16,-3 4-4-16,7 2-1 0,-2 2-8 0,3 3 9 15,6-1 19-15,6 3-17 0,4 1-1 16,6-3 8-16,8 1 5 0,9-1-7 0,5-5 5 0,17 5 0 15,5-6-8-15,-2-2 0 0,7-4 4 0,5-3 0 16,3-2-3-16,-5-4-23 0,-1 0 6 0,-7-3 9 16,-19-3 10-16,-1-1 13 0,-5 0 17 0,-8 0 25 15,-5 2-12-15,-2-1 9 0,-1 1-10 16,-2 0-1-16,-3-2-7 0,-1 3-14 0,-4-2-51 0,-1 3-58 16,0 0-51-16,-12-4-54 0,-7 6-71 0,3 0-84 15,-5 1-246-15,2-2-640 0,-3 3 284 0</inkml:trace>
  <inkml:trace contextRef="#ctx0" brushRef="#br0" timeOffset="-111098.8">8748 15097 249 0,'2'-11'271'16,"2"0"-12"-16,2-5 3 0,-3 4-16 0,1 1-7 15,0-2-11-15,-2 3-17 0,-1 2-20 0,2 1-13 16,0 2-22-16,-1-2-13 0,-2 3-29 0,3-2-20 15,-3 6-41-15,1-1-8 0,-1 1-9 0,0 0-3 16,-3 23-7-16,-2 2-5 0,0 2-3 0,-1 6-2 16,-2 0 0-16,-3 15-4 0,0-1-1 0,0 0-2 0,2 3 2 15,0-4-5-15,1 3 5 0,2-14-3 16,2-3-1-16,2 0-21 0,-2-1-2 0,1-5-3 16,2-8-1-16,-2-1 7 0,3-6-2 0,0-1-5 15,0-2 2-15,0-1 3 0,0-3 2 0,-1 4 4 16,2-5 6-16,-1 1 2 0,0-4 4 0,0 0 0 15,-2 3-32-15,2-3-59 0,0 0-55 0,-4-9-54 16,1 2-229-16,-3-3-461 0,1-1 205 0</inkml:trace>
  <inkml:trace contextRef="#ctx0" brushRef="#br0" timeOffset="-110835.64">8258 15393 72 0,'-13'0'155'0,"13"0"-14"0,-7-1-14 16,7 1-12-16,0 0-14 0,0 0-4 0,0 0-15 16,0 0 10-16,47 8-4 0,-13-8-4 0,17-2-7 15,7-3-3-15,2 3 2 0,4-3-6 0,1-1-2 16,-2 4-4-16,-4-3-14 0,-6 1-3 0,-17 1-9 0,0 2-8 16,-8-2 9-16,-9 3-8 0,-5 0 1 15,-2 0-4-15,-1 0-4 0,-3 0-1 0,-2 0 0 16,-6 0-6-16,7 0-3 0,-7 0 0 0,0 0-14 15,0 0-3-15,-23 0-18 0,6 1-22 0,3 1-15 16,0-1-24-16,-3-1-36 0,2 3-38 0,-2-3-96 16,2 0-273-16,3-3 120 0</inkml:trace>
  <inkml:trace contextRef="#ctx0" brushRef="#br0" timeOffset="-110418.54">9204 15141 192 0,'1'-9'349'0,"0"2"-20"16,-1-1-26-16,2 3-24 0,-1 1-30 0,-1 4-21 16,0-6-33-16,0 6-26 0,0 0-24 0,0 0-18 15,0 0-13-15,0 0-17 0,0 0-12 0,5 24-6 16,-5-7-11-16,-4 6-6 0,-2 5-10 0,-2 4-3 15,0 1-8-15,-4 19 0 0,3-18-5 0,-4 11-3 16,1-10-4-16,6-2 2 0,-3-4-10 0,5-1-5 16,-1-7 4-16,3-5-7 0,-1-3-10 0,-1-2 1 15,4-4 1-15,0 3 4 0,-1-6 10 0,0 2 28 16,1-4 34-16,-3 1 35 0,3-3 8 16,0 0-10-16,0 0-11 0,13-8-14 0,-7 2-8 0,3-4-6 15,-1-4-8-15,12-4-11 0,-7 3-4 0,1 2-6 16,0-1-8-16,-1-1 0 0,0 4-5 0,-2 0-13 15,-2 4-1-15,0 0-14 0,-4 3-9 0,-1-2-14 16,1 3-22-16,1 0-11 0,1 1-14 0,-7 2-19 16,10 4-7-16,-2-1-22 0,-2 4-16 0,3 1-21 15,-5 2-25-15,5 0-39 0,-3 1-37 0,5 4-61 16,-6-5-189-16,0 0-541 0,3-1 241 0</inkml:trace>
  <inkml:trace contextRef="#ctx0" brushRef="#br0" timeOffset="-110084.06">9573 15424 51 0,'5'-12'329'0,"3"3"-18"0,-4 4-30 0,-2-1-31 16,2 1-30-16,-1 1-25 0,0 1-23 0,1 3-22 16,-4 0-16-16,12 6-4 0,-5 0-16 15,0 2-19-15,0 4-11 0,2 2-9 0,-2 1-8 0,-2 5-7 16,-1-1-6-16,-2 5-5 0,-2 2-7 0,3-6-1 15,-2 5 4-15,-2-9-10 0,-2 1-8 0,3-5 0 16,-1-1-3-16,1 0-5 0,0-5 7 0,-1 0 0 16,1 0 14-16,0-3 44 0,0-3 59 0,0 6 44 15,0-6 33-15,0 0-4 0,0 0-21 0,0 0-16 16,7-11-21-16,-3-2-17 0,5-1-14 0,0-2-17 16,6-5-9-16,1-2-21 0,3-3-38 0,0 0-23 15,2 1-21-15,-1-1-19 0,-1 2-31 0,-1 2-25 16,-4 7-19-16,-1 1-25 0,-4 4-31 0,1 3-41 15,-1 2-34-15,0 3-29 0,5 2-34 0,-5 1-17 16,0 3-257-16,1 2-610 0,0 0 269 16</inkml:trace>
  <inkml:trace contextRef="#ctx0" brushRef="#br0" timeOffset="-109768.44">10047 15577 272 0,'-4'2'293'15,"4"-2"-5"-15,0 0-4 0,-4 1-10 0,4-1-13 0,0 0-2 16,0 0-11-16,0 0-26 0,0 0-21 0,0 0-20 16,0 0-22-16,13-9-11 0,-5 4-20 0,3-2-12 15,2 2-19-15,5-4-3 0,0 0-15 0,1 0-3 16,0-2-12-16,-1-1-5 0,0 2-2 0,-4-3-12 16,4 4-4-16,-3-4-3 0,-3 5-5 15,-3 1-2-15,-1 1 2 0,-1-2-4 0,-2 4-12 0,-1 3-2 16,0-3-13-16,-4 4-2 0,0 0-9 0,0 0-4 15,0 0-1-15,0 0 2 0,-24 5-3 0,11 6 2 16,-5-1 1-16,-5 6 1 0,9-4 0 16,-4 3-3-16,5-3 3 0,-2 5-25 0,2-3-10 15,4 1-8-15,-1 2-13 0,1-3 3 0,5-2-12 16,-1 1-3-16,4-3-5 0,3 1-7 0,3-2-24 16,3 1-32-16,2-4-50 0,3 0-45 0,5-3-211 0,1-3-489 15,0 0 218-15</inkml:trace>
  <inkml:trace contextRef="#ctx0" brushRef="#br0" timeOffset="-109368.44">10392 15620 57 0,'0'0'185'0,"-6"-5"-4"0,6 5-13 16,0 0-12-16,0 0-11 0,0 0-8 0,0 0-6 16,0 0-2-16,0 0-3 0,0 0-13 15,0 0-1-15,0 0-11 0,0 0-7 0,10-2-1 16,0 0-5-16,6-1-7 0,0-2-8 0,2 0-5 15,1 0-9-15,3-2-7 0,-3 0 0 0,0-1-1 0,-1 2 3 16,1-5 3-16,-1 0 9 0,-4 1 10 0,-1-2-2 16,-3 1 0-16,1-5-4 0,-4 4 2 15,-3 2-2-15,0-3-5 0,-3 2-7 0,-1 1-8 16,0 1-5-16,-1 1-7 0,-7-1-9 0,-2 1-2 16,-7-1-9-16,-2 7-1 0,-4 4-6 0,-5 3 0 15,1 2-6-15,0 3-3 0,2 2 7 0,2 3-7 16,6-1-7-16,-2 4 2 0,5-1 2 0,4 0 2 15,3 1 1-15,6-1 1 0,1 3 1 0,5 3-1 16,7 1 5-16,7-6-1 0,5 0-1 0,5-4 2 16,7-3-2-16,3-5 2 0,17-2-2 0,0-1 0 15,-2-1 2-15,-15-4 4 0,12-1 8 0,-16 0 6 16,-7 0 18-16,-7 0 32 0,-4-2 31 0,-5 5 9 16,-2-3 23-16,-1 0 7 0,-2 2-14 0,-2 0-18 15,1 0-29-15,-6 1-35 0,2-6-55 0,0 4-71 16,-2 2-74-16,-8-4-100 0,-5 1-134 0,0 1-237 15,-4 1-671-15,0-4 297 0</inkml:trace>
  <inkml:trace contextRef="#ctx0" brushRef="#br0" timeOffset="-108684.13">11950 15204 7 0,'4'-10'291'0,"-2"2"-4"0,1-3-14 16,-2 5-17-16,2 0-16 0,-2 1-22 0,0 0-27 16,0 0-20-16,1 3-21 0,-2 2-24 0,1-3-21 15,-1 3-14-15,0 0-11 0,0 12-7 0,0 1-10 16,-3 6-8-16,-3 6-4 0,2 5-7 0,-2 4-4 16,0 1-4-16,-1 13-4 0,1-3-3 0,-1-11-4 15,2 3-1-15,0-1-1 0,0-4-6 0,0 1-16 16,2-5-3-16,-1-2 3 0,3-8-1 0,-3-1 1 15,4-4 0-15,-1-3 7 0,-2-3-8 0,3 1-5 16,-1-2-13-16,1 0-1 0,-4-2 0 0,3-1-5 16,1-3-6-16,0 5-11 0,0-5-45 0,0 0-109 15,0 0-234-15,-11-11-464 0,4 2 205 0</inkml:trace>
  <inkml:trace contextRef="#ctx0" brushRef="#br0" timeOffset="-108443.97">11597 15576 95 0,'-9'0'207'0,"9"0"-12"16,-5-1-5-16,5 1-16 0,0 0-16 0,0 0-17 15,0 0-14-15,0 0-9 0,42-3-15 0,-10 1-2 16,8-3-10-16,16-1-6 0,5 1-11 0,-1 1-2 16,3-1-4-16,-8 0-10 0,-3 2-7 0,-16 2-7 0,-3-5-4 15,-2 5-2-15,-8 0-2 0,-6 2 0 16,-5-2-6-16,0 1 0 0,-4 0 4 0,-1 0 3 15,-2-1-11-15,-5 1-6 0,0 0-22 0,0 0-17 16,0 0-17-16,-25-1-18 0,7 2-23 0,0 0-34 16,-2 1-31-16,-1-2-34 0,3 2-135 0,-1-1-336 15,6-1 149-15</inkml:trace>
  <inkml:trace contextRef="#ctx0" brushRef="#br0" timeOffset="-107684.36">12277 15429 295 0,'0'0'290'16,"0"0"-28"-16,0-7-29 0,0 7-29 0,0 0-33 16,1-3-35-16,-1 3-18 0,0 0-9 0,0 0-10 15,6 10-20-15,-4-5-21 0,4 2-15 16,-1 0-20-16,3 0-16 0,0 3-23 0,-1 0-6 0,1-3-25 15,1 2 1-15,0-2-10 0,-3 2-8 0,2-5-2 16,1 1-1-16,1-1-1 0,-3-1 8 0,-1-2 3 16,0-2 16-16,-6 1 2 0,13-4 25 0,-7-2 12 15,1 4-1-15,-1-7 22 0,2 0 18 16,0 0 14-16,-2 0 8 0,0-3 9 0,4-2 5 0,-2 3 5 16,-3 2 6-16,2-3 3 0,0 2 1 0,0 1 1 15,-3 1-5-15,-1 1-10 0,0 3-8 16,0 0-9-16,-1-1-9 0,-2 5-10 0,0 0-7 0,0 0-8 15,0 0 0-15,9 17-7 0,-6-6 6 16,-1 7-7-16,2 9-5 0,-3-1 2 0,-1 3-6 16,0 2 6-16,-1 2-3 0,-2 2-3 0,-2 0-2 0,-1 2-2 15,-2-2 5-15,1-1-2 0,0-4-2 16,-4 0 3-16,3-5-2 0,0-8-2 0,3-2-3 0,-2-4 2 16,2 0-2-16,-1-2 9 0,3-2 11 15,-3-2 8-15,1 0 14 0,-1-2 7 0,0-1 17 0,-1-4 14 16,7 2 5-16,-11-5 25 0,2-2-6 15,1-1-5-15,2-1-5 0,-1-6-2 0,1-2-18 0,1-12-16 16,6 6-21-16,7-8-25 0,2-2-27 16,4-15-14-16,6 5-14 0,3-1-4 0,7-2-5 15,-1 2 3-15,3 3 0 0,-1 3 14 0,-7 11-3 16,1 0 5-16,-1 0 7 0,-1 6 4 0,-2 0 8 16,0 3 6-16,-5 4 12 0,-3 1 6 0,3 3 11 0,-5 1 8 15,-1 3 10-15,-2-2 4 0,-3 3-1 0,0-2 0 16,2 3-7-16,-6 0-1 0,5 1-7 0,-3 0-6 15,-2 0-5-15,4 1-6 0,-5 2-7 16,0 0 0-16,0 0-3 0,0 0 0 0,4 14-3 16,-4-5 2-16,-4 11-2 0,-1 3-1 0,-5 9 2 15,-7 18 4-15,2-1-1 0,-2 2-7 0,-2 1 6 0,2 3-2 16,0-5 1-16,0 0 1 0,2-4-4 16,2-11 4-16,4-2-3 0,0-2 5 0,4-5-6 15,0 0 8-15,-1-9-7 0,4 0 7 0,0-8-9 0,-1 2 4 16,2-2 5-16,0-5 4 0,-1 2 3 15,0-1 5-15,-1-2 14 0,3-3 17 0,0 6 17 16,0-6 13-16,0 0-40 0,0 0-50 0,0 0-31 0,0 0-37 16,-6-16-62-16,3 5-74 0,3-6-94 0,0-1-209 15,3-8-565-15,-1-3 251 0</inkml:trace>
  <inkml:trace contextRef="#ctx0" brushRef="#br0" timeOffset="-107435.9">12665 15530 114 0,'4'-4'218'0,"4"-1"-21"0,1 0-18 0,1 0-15 16,4 3-13-16,4-3-17 0,1 5-5 0,0-2-16 16,2 8-9-16,-1-3-11 0,1 1-10 15,-6 5-7-15,4-1-11 0,-2 2-7 0,-1 0-5 16,-4 0-7-16,1 3-7 0,-6-4-1 0,0 2-9 16,-1-2-1-16,-6 0-1 0,0 1-11 0,-2-2 12 15,-2-1 1-15,-3 0 4 0,-2 0-4 0,-3 2 3 0,-4-5 2 16,-3 2-3-16,1-1-6 0,-1-3-2 15,1 0-3-15,0-1-3 0,0-1 5 0,5 0-5 16,2-1 0-16,2 1 2 0,-2-2 2 0,3 0-13 16,0 0-21-16,3-1-41 0,1 1-70 0,3-4-78 15,2 3-159-15,6-5-392 0,4-1 174 0</inkml:trace>
  <inkml:trace contextRef="#ctx0" brushRef="#br0" timeOffset="-106902.24">13134 15622 161 0,'-7'0'236'16,"7"0"-20"-16,-5 1-18 0,5-1-24 0,0 0-14 16,0 0-18-16,-7 2-13 0,7-2-14 0,0 0-8 15,0 0-10-15,0 0-10 0,24 0-8 0,-12-2-10 16,7-1-4-16,4 1-8 0,3-3-6 0,-6 3-3 15,11-6-8-15,2-1-2 0,-6-1-4 0,0 1 1 16,-8-1-10-16,-3-1 5 0,5 0-3 0,-7 1 7 16,1 0-1-16,-2-1 10 0,-3 3 9 0,-3-1 2 15,-2 1 8-15,-4 1-10 0,4 2-8 0,-3-2-8 16,-4 2-7-16,-3 3-2 0,0 0-4 0,-6 1-1 16,-1-2-2-16,-5 6-4 0,-2 2-1 0,0 2-3 15,0 0-5-15,0 3-2 0,1 1-1 0,1 2-4 16,2 0 2-16,1 1-3 0,0 2 0 0,4 1 1 15,0-1 0-15,4 1 0 0,0-3 0 0,2 2 1 16,4-3 0-16,0 2 0 0,4-3 4 0,5 2-2 16,-3-4 4-16,4 0-1 0,3-3 4 0,5 0 8 15,1 0 4-15,1-3 8 0,1-4 5 16,2 1 10-16,-3-2 10 0,1-3 6 0,2 1 15 0,-4-3 6 16,9-5 4-16,-10 4 5 0,1-1 17 0,-3-6-5 15,5-3-9-15,0 1-7 0,-2-2-11 0,0-2 6 16,-6 6-4-16,-2 3-4 0,2-2-6 0,-4 4-9 15,0-1-5-15,-3 3-4 0,0-1-6 0,-1 3-10 16,0 1-9-16,0 2-5 0,-3-1-8 0,-2 3-8 16,7 0 1-16,-7 0-8 0,9 7 5 0,-2 1 4 15,-2-1-27-15,2 3-16 0,-3 0-12 0,1 2-24 16,0-1-22-16,1 4-41 0,-3-3-51 0,-2-1-69 16,0 1-92-16,-2-2-240 0,-1-2-636 0,-1-3 281 15</inkml:trace>
  <inkml:trace contextRef="#ctx0" brushRef="#br0" timeOffset="-105853.35">14348 15455 206 0,'1'-2'224'0,"-1"-3"-13"16,0 5-11-16,2-7-14 0,-1 4-17 0,-1 3-17 15,3-4-14-15,-3 4-18 0,1-4-11 0,-1 4-20 16,0 0-35-16,2-4-29 0,-2 4-35 0,0 0-37 15,0 0-31-15,8 10-43 0,-5-5-151 0,-2-1-294 16,-1 0 131-16</inkml:trace>
  <inkml:trace contextRef="#ctx0" brushRef="#br0" timeOffset="-105588.33">14320 15826 146 0,'-1'5'193'0,"1"-5"-16"15,0 0-16-15,1 2-15 0,-1-2-16 0,3 5-15 16,2-3-28-16,-5-2-23 0,10 1-48 0,0 1-52 16,2-1-53-16,-1-1-96 0,1-1-201 0,-2-2 88 15</inkml:trace>
  <inkml:trace contextRef="#ctx0" brushRef="#br0" timeOffset="-104633.57">16505 15444 54 0,'-1'-12'238'0,"2"-7"-6"16,-1 8-4-16,3-5-5 0,-2-1-9 0,4 5-3 16,-2 2-18-16,-2 3-7 0,2-3-13 0,-2 5-12 15,0-2-16-15,1 3-21 0,-1 1-12 0,-1 0-19 16,0 3-6-16,2-4-36 0,-2 4-4 0,0 0-8 15,0 0-6-15,-1 21-4 0,-1-2-3 0,-5 6-1 16,3 1-6-16,-1 4-1 0,-1 0-2 0,-2-1 0 16,2 2-3-16,-1-3 0 0,-2 0-5 0,3-3 1 15,1 1 0-15,-2-8-1 0,5 0-1 0,-1-7 1 16,-1 0 1-16,1 1-3 0,1-4 5 0,2-3-2 16,0 2 7-16,-1-3 41 0,1 0 41 0,-4-2 43 15,4-2 41-15,0 0-8 0,0 0-11 0,0 0-15 16,-1-19-17-16,-2 6-13 0,6-4-12 0,-3 0-13 15,5-9-5-15,-4-1-15 0,4-2-6 0,-1 0-6 16,4-4-9-16,0 1-2 0,-1-2-8 0,5 1 4 16,-3 6-10-16,1 1-7 0,0 0-10 0,-3 12 4 15,-1-1-4-15,-1 5-1 0,0 1-9 0,2-1-28 16,-2 6-28-16,4-1-26 0,5 1-24 0,-1 3-15 16,6 1-23-16,2 4-23 0,-4 1-24 0,3 3-32 15,6 4-34-15,-2 1-48 0,-2 1-56 0,-3-1-187 16,-3 1-583-16,-1 0 259 0</inkml:trace>
  <inkml:trace contextRef="#ctx0" brushRef="#br0" timeOffset="-104375.52">16525 15762 32 0,'-4'3'201'0,"0"0"2"0,0-1 0 0,0 3-9 16,3-4-10-16,1-1-4 0,0 0-2 0,7 4-16 15,5-3-11-15,6 0-15 0,5-2-16 0,6 1-9 16,4-1-12-16,2 1-12 0,1-2-25 0,-3 1-47 16,-4 0-39-16,0 0-43 0,-3-6-69 0,-8 6-213 15,0-5-378-15,-8 1 168 0</inkml:trace>
  <inkml:trace contextRef="#ctx0" brushRef="#br0" timeOffset="-104209.73">16541 15645 185 0,'-6'0'278'0,"6"0"-13"16,-9 0-12-16,9 0-15 0,-8-1-24 0,8 1-23 15,0 0-20-15,0 0-16 0,0 0-16 0,20-2-13 16,-2 0-15-16,4 0-10 0,9 1-34 0,-1 0-40 16,1-2-31-16,0 2-49 0,-2-1-49 0,-1 1-64 15,-6-1-200-15,6 0-397 0,-1-3 175 0</inkml:trace>
  <inkml:trace contextRef="#ctx0" brushRef="#br0" timeOffset="-103834.83">17314 15530 300 0,'2'-6'290'0,"1"3"-18"0,-3 3-23 0,1-5-29 0,-1 5-27 15,0 0-17-15,3-3-21 0,-3 3-18 0,0 0-19 16,0 0-15-16,0 0-10 0,0 0-8 0,-13 16-8 16,8-8-11-16,-6 5-5 0,-1 2-7 15,-5 3-5-15,4-3-5 0,0 1 1 0,-5 6-10 16,0 0-3-16,-1-2-3 0,2 0-2 0,3-6-1 0,4 1-9 16,-4-4-4-16,2 4-6 0,6-6-12 0,-5 1-5 15,8-2-12-15,-5-1-2 0,3-1-9 16,-1-2-2-16,2 1-1 0,0-2 1 0,0 1 3 15,-1-1 7-15,3-3 4 0,2 0 3 0,-6 1 4 16,6-1-6-16,0 0 2 0,-5-9 2 0,3 3 3 16,-2-2-1-16,4-4 2 0,0 2 1 0,0-2 4 0,0-1 3 15,4-1 12-15,-2 0 9 0,-1 2 13 0,2 1 9 16,-3-1 10-16,3 3 5 0,-1 3 0 0,0 1 8 16,0-3-6-16,-2 4-14 0,1 0-3 15,-1 4-8-15,4-6-3 0,0 5-5 0,-4 1-2 16,0 0-3-16,19 6 2 0,-6-2-10 0,5 1-1 15,2 5-11-15,7-1-10 0,1 3-32 0,3 3-44 16,2-4-55-16,0 1-94 0,-6-2-202 0,4 0-475 16,-5-4 209-16</inkml:trace>
  <inkml:trace contextRef="#ctx0" brushRef="#br0" timeOffset="-101203.33">18787 15187 137 0,'-1'-7'228'0,"1"2"-11"0,0 0-14 0,1 1-17 0,1 0-22 15,-2 4-21-15,0-4-17 0,0 4-16 0,0 0-14 16,0 0-11-16,0 0-13 0,0 0-8 0,-3 19-9 15,1-2-4-15,-5 9-9 0,0 1-4 16,1 5-5-16,-4 14-3 0,0 0-4 0,0 2 1 16,1-3-6-16,-5 0-3 0,2 1-1 0,7-13-24 0,-1 4 7 15,-2-2-2-15,3 0 5 0,-1-3-4 0,-1-1-2 16,3-6 3-16,-2 2-4 0,5-8 10 0,-3 0-8 16,0-5 2-16,3-2 2 0,-2-2 0 15,-1 0-3-15,3-4 6 0,1 0-3 0,-3 0 4 16,2-1 0-16,1-2 1 0,-1 0 4 0,1-3-4 15,-3 5 4-15,2-2-4 0,1-3-7 0,0 3 0 0,0-3-9 16,0 0-2-16,0 0-26 0,0 0-107 16,0 0-197-16,0-12-369 0,4 2 164 0</inkml:trace>
  <inkml:trace contextRef="#ctx0" brushRef="#br0" timeOffset="-100919.64">18704 15519 76 0,'-1'-7'275'0,"1"3"-17"0,0-4-20 0,-1 5-29 16,0-1-23-16,1 4-21 0,0-3-21 0,0 3-15 16,2-6-13-16,-2 6-12 0,9 2-10 0,0 3-2 15,0-2-17-15,3 5-6 0,3 2-10 16,-1 1-2-16,6-1-7 0,-7 5-8 0,2-4-2 16,3 5-9-16,-5-3-4 0,-4 0-10 0,-4-2-5 0,5 3-6 15,-6-4-5-15,-1 1-9 0,-6 0-3 0,-1-3 4 16,-1 2 0-16,-6 1-4 0,-5-3 6 15,-3 0 3-15,0 1-2 0,1-4 1 0,-1 0 1 16,0-1 2-16,-2-1 1 0,2 0 0 0,1-2 2 16,-1 0-12-16,0-3-2 0,9 2-11 0,-2 0-10 0,2-3-24 15,2 1-53-15,3-1-61 0,4-4-182 0,2-1-380 16,3-1 168-16</inkml:trace>
  <inkml:trace contextRef="#ctx0" brushRef="#br0" timeOffset="-100519.66">19061 15164 67 0,'1'-6'280'0,"-1"0"-25"0,4 1-22 0,-4 2-24 16,1-3-25-16,3 6-22 0,-1-3-16 0,-3 3-18 15,11 0-13-15,-11 0-17 0,14 3-10 0,-2 4-6 16,-3-1-9-16,1 2-11 0,0 1-6 0,-1 5-5 16,0-1-6-16,-3 3-3 0,1 2-7 0,-3 0 0 15,-3-2-8-15,-1 3 2 0,-4 4 0 0,0-3-10 16,-2-1-1-16,-2-1 1 0,-1 0-2 0,0-3-1 16,-1-1-1-16,4-4 1 0,-1-3-7 0,1 3 1 15,1-5 0-15,2 1 3 0,1-2 10 0,-1 0 17 16,-1-1 22-16,4 0 11 0,0-3 20 0,0 0-10 15,0 0-8-15,12 0-10 0,-1-3-3 0,7-2-13 16,0-1 0-16,1 3-8 0,0-3-3 0,2 4-2 16,-2-2-9-16,4 1 0 0,-4 0 6 0,-1 1-10 15,-4 0-4-15,-1 0-4 0,-2 3-13 0,-3-2-23 16,-2 1-22-16,1 0-33 0,-2-1-36 0,-5 1-26 16,9 1-11-16,-9-1-14 0,5 5-29 0,-6-1-25 15,1-4-203-15,-5 7-454 0,2-5 200 0</inkml:trace>
  <inkml:trace contextRef="#ctx0" brushRef="#br0" timeOffset="-100169.71">19669 15702 10 0,'-8'1'116'0,"8"-1"-13"15,0 0-12-15,-5 1-14 0,5-1 1 0,0 0-5 16,-6 1 3-16,6-1 10 0,0 0 14 0,-4 3 5 16,4-3-2-16,0 0 13 0,0 0 3 0,0 0-2 15,0 0-5-15,0 0-10 0,32-5-11 0,-13 2-7 16,9 1-9-16,3-1-9 0,2-2-7 0,6 1-2 15,14-2-6-15,1 3 1 0,-14-1-6 0,11-3-4 0,-16 4-3 16,1 2-4-16,-8 1-6 0,-5-1-5 16,-5 0-13-16,-4 0-14 0,-1 1-10 0,-5-1-31 15,-2 1-23-15,-6 0-48 0,3-4-48 0,-3 4-161 16,0 0-350-16,-23-6 155 0</inkml:trace>
  <inkml:trace contextRef="#ctx0" brushRef="#br0" timeOffset="-99947.68">19909 15576 13 0,'-1'-5'310'15,"1"0"5"-15,3 1-3 0,-3-3-6 0,-2 4-14 16,2-1-7-16,0-2-15 0,-1 2-34 0,1 4-25 16,1-5-22-16,-1 5-26 0,0 0-30 0,0 0-15 15,0 0-19-15,0 0-11 0,0 0-14 0,-4 15-7 16,3-4-8-16,-3 6 1 0,-2 0-11 15,2 2-3-15,0 5-6 0,1 3-24 0,-1 0-13 16,-1-1-26-16,1-1-34 0,1-4-28 0,1-2-34 0,0 0-40 16,1 0-46-16,4-2-45 0,-2 0-226 15,5-8-516-15,-1 0 228 0</inkml:trace>
  <inkml:trace contextRef="#ctx0" brushRef="#br0" timeOffset="-99266.26">20745 15540 174 0,'0'-8'294'0,"1"3"-9"15,2-3-15-15,-3 2-16 0,0 2-25 0,1-3-24 0,-5 2-21 16,3 1-26-16,-3 1-15 0,-2-4-17 0,-2 7-11 16,-6 3-18-16,-1 1-7 0,-6-1-10 15,2 4-9-15,-5 5-2 0,-2 2-16 0,2-2-9 0,-3 3-4 16,7 2-6-16,4-4 5 0,2 2-7 15,-3 3-3-15,4-2-3 0,0-1-3 0,5-1-2 16,2-2-4-16,0-5-1 0,2 3 0 0,1-2-2 0,2-3 1 16,0 0 0-16,2-1 9 0,1-1 7 15,4-2 0-15,2 0 5 0,0-2 10 0,4 0 3 16,0-5 20-16,1 2-4 0,2-3-2 0,2-1-1 16,-3-2-9-16,4 1-3 0,1 0-1 0,-6 1-9 15,1 2-7-15,-5 1 0 0,4 0-11 0,-7 0-4 16,3 3 2-16,-4 0-7 0,2-2-5 0,-1 4-5 15,-1 0 0-15,-5 0-8 0,9 4-1 0,-4-1 4 16,0 3-5-16,0 3-2 0,0 3 10 0,-1-2-7 16,-1 2 3-16,2 5-7 0,-2 0 7 0,-2-1-1 15,2 0-2-15,-2 0 2 0,-1-4 3 0,1 0-3 16,1-2-1-16,-2 2 3 0,2-5-1 0,-2 3 3 16,0-5-4-16,0 0 7 0,0 2 1 0,0-5 13 15,0 3 35-15,0-5 48 0,-2 3 41 0,2-3 48 16,2 4 30-16,-2-4 24 0,0 0 1 0,0 0-21 15,0 0-17-15,5-13-21 0,-1 2-16 0,3-3-21 16,1-1-19-16,7-8-13 0,-2-3-16 0,5 2-10 16,-1-3-23-16,-1 3-16 0,2 0-9 0,-2 4-19 15,0-2-16-15,-6 9-21 0,1-1-27 0,-3 3-32 16,0 2-32-16,0 1-24 0,-2-1-46 0,3 2-39 16,-4 0-30-16,0 3-33 0,1 0-43 0,-1 0-37 15,2 1-52-15,-4 1-329 0,3-1-799 0,-2-1 353 16</inkml:trace>
  <inkml:trace contextRef="#ctx0" brushRef="#br0" timeOffset="-98903.72">21022 15216 6 0,'4'-5'318'0,"-4"-2"-16"0,1 2-13 0,-1 1-33 16,3 1-25-16,-2-2-23 0,3 1-23 0,0 3-18 16,1 0-22-16,0 0-15 0,-5 1-14 0,14 2-14 15,-10 2-13-15,5 0-3 0,4 3-17 0,-7 0-9 16,-1 2-4-16,2 3-10 0,-3 0-2 0,-1 5-7 16,-1 0-1-16,-1 0-5 0,-2 3-2 0,-3 4-4 15,0-4 1-15,0-2-7 0,-2-2-1 0,2-4-2 16,4-1-2-16,-4-1 11 0,0-4-9 0,2-1-5 15,-2 2 5-15,0-3 19 0,4 0 22 0,-1-1 24 0,-2 0 19 16,3-3 11-16,0 0-5 0,9 3-12 16,-9-3-3-16,22-7-8 0,-4 5-5 0,-2-5-18 15,5 5-2-15,6-8-8 0,-1-1-44 0,1 5-30 16,-5 1-41-16,-3 1-41 0,2-1-46 0,-3 2-59 16,-2-3-66-16,-4 3-290 0,-2-2-613 0,-3-2 271 15</inkml:trace>
  <inkml:trace contextRef="#ctx0" brushRef="#br0" timeOffset="-98551.74">21459 15733 138 0,'0'0'274'0,"0"0"-1"0,-2 3-3 16,2-3-1-16,0 0-3 0,0 0 6 0,0 0-30 15,0 0-27-15,0 0-22 0,0 0-18 0,15-7-20 16,-1 4-20-16,4-1-19 0,3 1-30 16,8 1-32-16,2 0-27 0,-1-4-34 0,1 4-34 15,-2 0-38-15,1 0-49 0,-2 1-43 0,-1-1-63 16,-11 2-183-16,5-2-452 0,-8-1 200 0</inkml:trace>
  <inkml:trace contextRef="#ctx0" brushRef="#br0" timeOffset="-98303.93">21586 15848 211 0,'-4'2'229'15,"0"1"3"-15,0-1 5 0,4-2-6 0,-4 3-11 0,4-3-18 16,0 0-16-16,0 0-21 0,26-1-15 0,-7 1-14 16,4-3-18-16,9 3-25 0,0-4-36 15,3 4-49-15,-1 0-66 0,2 0-76 0,0-2-247 16,-2-1-412-16,-2-6 182 0</inkml:trace>
  <inkml:trace contextRef="#ctx0" brushRef="#br0" timeOffset="-97882.68">22553 15344 166 0,'0'-2'277'0,"0"-4"0"0,3 2-12 0,-2 1-16 0,-1 3-21 16,1-4-19-16,-1-1-22 0,0 5-23 0,0 0-20 16,3-4-21-16,-3 4-13 0,0 0-15 0,0 0-13 15,0 0-9-15,0 15-8 0,-4-3-6 0,4 5-6 16,-4 6-8-16,0 3-5 0,-1 2-1 0,1 0-10 16,-2 2 2-16,2 2-5 0,-1-2-2 0,3 0-4 15,-1-3-3-15,3 2 0 0,-4-3-6 0,1 0-3 16,3-9 1-16,-1 0-2 0,1-5 2 0,0 0 0 15,-2-3-1-15,-1-1-1 0,3-1 2 0,0-2 1 16,0 0-1-16,0 1 1 0,0-6-3 16,0 5 3-16,0-5-2 0,0 4 4 0,0-4-2 0,-1 3 1 15,1-3-4-15,0 0 5 0,1 6-4 0,-1-6 4 16,0 0-2-16,0 0 1 0,0 2 1 0,0-2-4 16,0 0-5-16,0 0-12 0,0 0-18 0,0 0-42 15,0 0-57-15,0 0-76 0,0 0-85 0,-1-15-154 16,-2 8-476-16,6-3 210 0</inkml:trace>
  <inkml:trace contextRef="#ctx0" brushRef="#br0" timeOffset="-97581.27">22583 15337 266 0,'1'-4'289'16,"-1"1"-11"-16,0 3-16 0,0-5-14 0,1-1-37 16,-1 6-22-16,0-4-22 0,0 4-22 0,0 0-20 15,0 0-11-15,0 0-15 0,0 0-12 16,-13 17-8-16,3-1-6 0,-4 5-7 0,-5 2-5 0,-3 4-6 16,0-1-24-16,-3 1-30 0,-7 9-32 15,8-8-40-15,2 1-42 0,0-1-56 0,-2 1-242 0,2-4-445 16,3-6 198-16</inkml:trace>
  <inkml:trace contextRef="#ctx0" brushRef="#br0" timeOffset="-97343.48">22307 15901 290 0,'0'0'372'0,"-6"2"-5"0,6-2-19 0,0 0-17 16,0 0-35-16,0 0-11 0,0 0-32 0,0 0-60 15,36-3-35-15,-1 1-57 0,4 0-72 0,15 4-91 16,4-4-115-16,-5-1-287 0,3-2-503 0,-17 1 222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4:02:30.72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3318 1438 88 0,'0'0'300'0,"0"-4"-10"0,0 4-6 0,0-5-19 15,0 5 0-15,0-7-10 0,0 7-7 0,-1-5-8 16,1 5-3-16,0-5-13 0,0 5-10 0,0-6-19 15,0 6-21-15,-1-4-16 0,1 4-11 0,0 0-26 16,0 0-11-16,0 0-41 0,0 0-30 0,0 0-55 16,0 0-48-16,0 0-20 0,-3 15 6 0,4-1 11 15,-2 15 6-15,0 0 7 0,-3 5 11 0,0-1 2 16,-3 12 7-16,1-10 2 0,4 2 7 0,0-2 1 16,0-4 2-16,2 2 8 0,0-4 2 0,0-4-3 15,0 1-4-15,1-9-4 0,0-1 3 0,-1 0-1 16,2-4-3-16,-1-3 3 0,0-1-2 0,-1-3 2 15,2 1 1-15,-2-2 4 0,0 2 5 16,0-6 6-16,-2 3 8 0,2-3 5 0,0 0 14 16,0 0-11-16,0 0-50 0,0 0-48 0,0 0-37 0,-6-22-53 15,1 4-59-15,1 2-163 0,0-13-433 0,3-2 191 16</inkml:trace>
  <inkml:trace contextRef="#ctx0" brushRef="#br0" timeOffset="169.94">3295 1279 25 0,'-4'-10'336'0,"4"-2"-18"0,2 5-15 16,-2-1-11-16,0 1-11 0,2 1-30 0,-2 0-33 15,0 1-12-15,5-1-25 0,-2 2-24 0,4-3-11 16,2 1-13-16,4 2-19 0,2-4-25 0,7 5-22 16,4 0-32-16,3 0-30 0,3 1-40 0,-1 3-51 15,-3-1-65-15,1 4-77 0,-8-3-216 0,-2 1-479 16,-1 1 213-16</inkml:trace>
  <inkml:trace contextRef="#ctx0" brushRef="#br0" timeOffset="630.51">3297 1659 90 0,'-2'3'241'0,"2"-3"-9"0,0 0-9 16,0 0-4-16,0 0-3 0,-4 6-5 0,4-6-9 15,0 0-16-15,0 0-10 0,0 0-33 0,-4 5 3 16,4-5-21-16,0 0-6 0,0 0-10 0,0 0-11 16,0 0-12-16,0 0-7 0,0 0-10 0,0 0-4 15,0 0 2-15,0 0 1 0,0 0-7 0,0 0-4 16,0 0 2-16,0 0-9 0,0 0-9 0,0 0-11 15,0 0 13-15,0 0-8 0,0 0-6 16,0 0-4-16,0 0-1 0,0 0 3 0,-2 3-14 16,2-3 0-16,0 0 1 0,0 0-1 0,0 0-13 15,0 0 9-15,0 0-1 0,0 0 2 0,0 0-6 16,0 0 0-16,0 0 5 0,0 0 0 0,0 0 2 16,16 0 1-16,-16 0-3 0,30-3 1 0,-8 0-5 0,8-1 3 15,6 0-3-15,-3 0-1 0,-1-2-7 16,4 4 5-16,-8-2 2 0,1-1 3 0,-1 3-4 15,-11 0 0-15,-3 1-5 0,-1 1 2 0,-3-1 2 16,-2-2-1-16,-8 3 4 0,10 2-8 0,-10-2 1 16,9-2-28-16,-9 2-22 0,5-2-7 0,-5 2-15 15,0 0-30-15,0 0-39 0,-19 11-46 0,7-8-56 16,1 2-246-16,-1-2-531 0,6-1 235 0</inkml:trace>
  <inkml:trace contextRef="#ctx0" brushRef="#br0" timeOffset="1015.02">4131 1555 91 0,'0'0'390'15,"0"0"-22"-15,1-7-21 0,-1 7-29 0,0 0-31 16,0 0-30-16,0 0-29 0,0 0-19 0,0 0-35 15,0 0-27-15,0 0-9 0,0 0-17 0,0 0-15 16,-23 15-11-16,17-7-15 0,-2 2-12 0,-6 5-14 16,1-1-6-16,4 3 4 0,-4 0-21 0,7-2-20 15,-4 2-22-15,3-2-15 0,2-4-5 0,2 6-9 16,0-5 1-16,2 0 2 0,2 0 6 0,2-3 4 16,0 0 8-16,6-1 7 0,-4 0 10 0,3-5 6 15,2 0 1-15,4-2 3 0,-1-1 3 0,1-1 7 16,-2-2 8-16,-1 0 23 0,-2-2 8 15,0 1 8-15,0-4 10 0,0 0-5 0,-4-1-3 16,1-3-21-16,0 0 12 0,-4 0-10 0,1 1-23 16,-2 0 7-16,-1-2-2 0,-1 2-9 0,-2-1-14 15,-1-2-14-15,-2 3-20 0,-7-1-39 0,3 2-41 16,-3-1-48-16,4 4-39 0,-2 1-75 0,-2 1-272 16,0 1-585-16,2-3 259 0</inkml:trace>
  <inkml:trace contextRef="#ctx0" brushRef="#br0" timeOffset="1357.28">4303 1499 144 0,'0'0'224'0,"5"2"-27"0,-5-2-10 15,11 7-16-15,-6-4-12 0,2 3-10 0,1 0-18 0,0-1-10 16,-1 5-8-16,1-2-11 0,-2 1-12 0,1 0-5 15,-2 4-9-15,0 3-4 0,0-1-6 0,-1 1-5 16,-3 2-6-16,0-2-3 0,-1-4-6 16,0-1-2-16,-1-1-7 0,1 0-7 0,0-3 6 15,-1-2-4-15,1 1 6 0,0-6 7 0,-3 4 24 16,3-4 41-16,-1 8 37 0,1-8 38 0,0 0 39 16,0 0 21-16,0 0-21 0,0 0-28 0,0 0-24 15,8-24-21-15,-3 8-17 0,3 1-14 0,3-11-22 16,-3 6-12-16,3 4-8 0,1 0-15 0,-2 2-4 15,0-1-11-15,2 1-7 0,-5 6-22 0,-1-1-22 16,0 1-20-16,-1 2-44 0,-3 0-51 16,1 1-55-16,-3 5-62 0,8-4-69 0,-8 4-31 15,0 0-294-15,0 0-682 0,0 0 301 0</inkml:trace>
  <inkml:trace contextRef="#ctx0" brushRef="#br0" timeOffset="1967.57">4770 1552 3707 0,'1'-6'296'0,"-1"6"-157"0,3-8-30 16,-3 8 7-16,1-8-5 0,-1 8-2 0,4-6-22 16,-4 6-6-16,0 0-18 0,0 0-10 0,0 0-16 15,1-5-4-15,-1 5-5 0,0 0-35 0,0 0-25 16,0 0-20-16,0 0-1 0,0 0-3 0,6 16 6 15,-5-9-12-15,2 3 4 0,-3 7 11 0,0-2-3 16,-1 3-4-16,1 2 18 0,-3-1-1 0,3 6 9 16,-1-8 6-16,0 1-9 0,-3-2 6 15,4-4-1-15,-1-3 0 0,1-1-2 0,-3-2-4 16,3-6 15-16,3 11 12 0,-3-11 22 0,1 6 42 16,-1-6 48-16,0 0 33 0,0 4 39 0,0-4 24 15,0 0-15-15,0 0-18 0,0 0-10 0,13-22-4 0,-8 12-8 16,0 0-15-16,0-7-14 0,6 3-11 15,0-1-15-15,-2 0-9 0,-2 4-7 0,0 2-10 16,-2 3-9-16,0-2-9 0,-2 2-7 0,-1 3-11 16,3-4-15-16,-5 7-29 0,0 0-32 0,5-6-35 15,-5 6-33-15,0 0 3 0,0 0 3 0,0 0 16 16,18 13 4-16,-10-8-7 0,-2 7 16 0,1-3-4 16,3 4 2-16,-3-3 17 0,1 2 1 0,0-2-6 15,-2 0 12-15,3-1 7 0,-4-2 3 0,3 0 6 16,-4-2 9-16,-3-1 12 0,-1-4 16 0,8 6 35 15,-7-4 43-15,-1-2 40 0,0 0 4 0,0 0-7 16,0 0-5-16,14-10 6 0,-8 6-6 0,0-6-6 16,2 3-8-16,-1-3-6 0,-1-2-11 0,2-4-9 15,1 0-4-15,-3 6-4 0,-1 1-3 0,2 1-8 16,-5 2-11-16,1 3-2 0,0-4-12 0,-2 2-9 16,2 2-19-16,-3 3-22 0,3-6-38 0,-3 6-33 15,0 0-47-15,0 0-30 0,5-5-47 0,-5 5 2 16,0 0 17-16,0 0 12 0,8 14 5 0,-2-5-3 15,6-1 1-15,1 4 3 0,3-2-10 16,12 3-21-16,-2-2-22 0,2-1-32 0,4-6-23 16,4 1-266-16,-5-2-605 0,0-5 268 0</inkml:trace>
  <inkml:trace contextRef="#ctx0" brushRef="#br0" timeOffset="2501.31">5544 1658 284 0,'10'-8'217'0,"-1"0"22"16,-4-4 14-16,2 4 6 0,-4-1 1 0,0-3 8 15,-2 2-4-15,-1 0-13 0,-1 1-18 0,-2 1-12 16,2 1-23-16,-1 2-35 0,-1 0 1 0,3 5-30 15,-10-7-20-15,4 5-11 0,6 2-7 0,-22 4-16 16,9 2-9-16,-4 2-13 0,1 0-5 0,-2 7 0 16,0 2-5-16,-2 0-14 0,-1 4 6 0,6-2-16 15,2-2-15-15,1-2-19 0,2-2-10 0,1 2-5 16,3-5-13-16,0 1 1 0,3-2 0 0,-1-4 8 16,3 0 0-16,-2-1 15 0,0-1 23 0,3-3 31 15,0 0 41-15,0 0 18 0,0 0-9 16,0 0 6-16,0 0 5 0,20-9 0 0,-11 2-8 15,2-1-5-15,2-2-4 0,1-3-11 0,4-5-3 16,-4 4-8-16,-1 3-5 0,1-1-12 0,-5 3-8 16,0 2 0-16,-1 0 1 0,-2 2-9 0,0 2-6 15,-6 3-14-15,7-7-26 0,-7 7-15 0,9-2-13 16,-9 2-6-16,0 0-5 0,18 6 3 0,-9 0-7 16,1 0-5-16,0 3 8 0,4 2-2 0,0 0 2 0,-1 2-18 15,6-2-7-15,-5 0-13 0,7 1-9 16,-2-3-14-16,-3-1-12 0,5-1-8 0,-5-4-2 15,2 2 1-15,0-5 3 0,-6-2 18 0,-1-3 9 16,3 0 12-16,-5-2 28 0,1-3 23 0,2-2 22 16,-3-2 23-16,-4-1 17 0,1-3 18 0,2-1 17 15,-3-6 1-15,-1 0 27 0,1-1 0 0,2-3 22 16,-1-1 8-16,0-2 17 0,-2 4-1 0,2 3 6 16,-2 8 9-16,-1 4 15 0,-3 4 2 0,4 0-16 15,-3 1-16-15,-2 4-17 0,2-1-29 0,-1 5-42 16,1-8-54-16,-1 8-56 0,0 0-19 0,0 0 10 15,0 0 8-15,0 0 10 0,-6 37-5 0,3-18 14 16,-1 8-24-16,-2-1 12 0,3-1-15 16,1 4-16-16,-2 0-6 0,0-3-15 0,3-6-17 15,-4 3-12-15,1-6-19 0,2-2-23 0,2-4-42 0,-3-2-47 16,3-1-182-16,-4-2-497 0,4-6 221 16</inkml:trace>
  <inkml:trace contextRef="#ctx0" brushRef="#br0" timeOffset="2929.42">5738 1491 141 0,'0'0'143'0,"-6"3"-19"0,6-3 8 0,0 0-5 16,0 0-13-16,0 0 12 0,4 10 14 0,-4-10 1 15,14 2 0-15,0 1-1 0,7-3-11 0,10 0-6 16,4-1-6-16,0-1-4 0,5 0-9 0,11-5-2 15,-12 6-10-15,-1-3 10 0,0-2 2 0,-5 0 8 16,-5 3 7-16,-7-4 15 0,-2 2 15 0,-6 3 5 16,0-4 15-16,-3 2 7 0,-4 3-1 15,-6 1 0-15,13-4-11 0,-13 4-3 0,9-2-11 16,-9 2-15-16,0 0-7 0,0 0-11 0,0 0-9 16,13 0-14-16,-13 0-10 0,0 0-12 0,0 0-4 15,0 0-14-15,0 0-10 0,0 0-10 0,0 0-12 16,0 0-13-16,0 0-17 0,10 5-6 0,-10-5-27 15,0 0 2-15,1 6-8 0,-1 0 10 0,0 1-8 16,4 1 15-16,-4 3 8 0,0 0-3 0,4 1-1 16,-4 4 14-16,4-1-11 0,-3-1 14 0,2 5-8 15,-2-4-21-15,3 2-5 0,-3-1-10 0,-1-5-15 16,5 3-7-16,-5-4-13 0,0-1-31 0,0 1-1 16,0-4-12-16,0-2-2 0,0-4-2 0,0 8 3 15,0-8 17-15,0 0-21 0,0 0-74 0,0 0-102 16,0 0-180-16,-16-18-532 0,12 6 236 15</inkml:trace>
  <inkml:trace contextRef="#ctx0" brushRef="#br0" timeOffset="3073.74">6303 1349 94 0,'0'-5'407'0,"0"0"-4"0,0-4-16 0,0 9-28 16,0-6-33-16,0 6-33 0,0 0-21 0,0 0-31 0,0-9-34 15,0 9-46-15,3-2-39 0,-3 2-50 16,0 0-47-16,0 0-49 0,6-3-27 0,-6 3-55 15,0 0-47-15,19 6-74 0,-14 1-241 0,2-3-507 16,3-1 224-16</inkml:trace>
  <inkml:trace contextRef="#ctx0" brushRef="#br0" timeOffset="3430.92">6731 1398 98 0,'0'0'238'0,"0"0"-19"0,0 0-15 16,-31 4-16-16,21 1-21 0,-3 0-21 0,3 2-10 16,0 0-16-16,-7 5-11 0,0 1-13 0,1-1-12 15,2 3-6-15,1-1-8 0,1 0-10 0,1 1-1 16,1-2-4-16,3 3 3 0,1-4-5 0,0-3-5 16,5 1 3-16,-2-1-1 0,3-1 4 0,4 2 2 15,0-4 18-15,1 0 10 0,8 1 6 0,-3-4 7 0,5-3-5 16,2 0 4-16,1 0 16 0,-2-3 6 15,-2-2 17-15,1-3 7 0,-3 1-2 0,1-4-8 16,-4 1-9-16,2 3-9 0,0-8-6 0,-5 2-8 16,2-3-6-16,-2 0 4 0,-3 1-3 0,0 0-9 15,-1 3-6-15,-1 0-11 0,-2 0-5 0,-1 3-13 16,-1 0-7-16,-1 4-7 0,-1-2-19 0,-4 1-15 16,0 2-8-16,-4-2-18 0,0 4-23 0,0 2-50 15,0 0-40-15,2 0-46 0,-4 2-38 0,2 4-53 16,4-2-60-16,-7 3-281 0,8 0-664 15,3-2 294-15</inkml:trace>
  <inkml:trace contextRef="#ctx0" brushRef="#br0" timeOffset="3765.2">6864 1423 270 0,'9'-1'387'0,"-9"1"-23"15,0 0-42-15,0 0-38 0,0 0-21 0,0 0-34 16,0 0-18-16,0 0-29 0,0 0-19 0,8 7-20 16,-8-7-19-16,-3 11-9 0,3 0-10 0,-4 0-10 15,3-1-10-15,-3 5-4 0,0-2-12 0,3 4-14 16,-2-5-12-16,2-3-8 0,-1 1-7 0,0-3-12 16,1-2 6-16,1-5 7 0,-1 9 25 0,1-9 37 15,-2 5 42-15,2-5 42 0,0 0 25 0,0 0 2 16,0 0-6-16,0 0-3 0,26-15-3 15,-17 7-20-15,4-2-8 0,-3 2-7 0,-1 1-15 16,0 2-11-16,1 0-9 0,-5 2-18 0,3-1-14 16,-3 1-13-16,-1-2-15 0,-4 5-45 0,13-1-54 15,-13 1-18-15,14 8-20 0,-5-3-22 0,7 5-28 16,-2 0-47-16,0 0-50 0,1 3-70 0,0 0-99 16,-2-1-422-16,-2-5-882 0,3-4 390 0</inkml:trace>
  <inkml:trace contextRef="#ctx0" brushRef="#br0" timeOffset="4449.42">7811 1523 62 0,'0'0'304'0,"-4"-4"-28"0,4 4-30 15,0 0-26-15,-5-1-30 0,5 1-27 16,0 0-17-16,-9 6-14 0,4-2-19 0,-7 2-9 0,6 0-10 16,-3 2-11-16,-1 0-8 0,2 0-6 0,-1 4-15 15,0-4-29-15,3 4-11 0,2-3-12 16,0 0-2-16,2-3-4 0,2 4 9 0,2-4 1 15,1 2 6-15,1-3 15 0,2-2-1 0,5-1 5 16,2 2 5-16,3-4 4 0,0-2 2 0,5-1 6 16,-6-1 12-16,7-1 15 0,-7-3 6 0,-2-1 15 15,-3 1 13-15,3-4-2 0,-5 3-2 0,-1-1-3 16,2-5-7-16,-5 5-4 0,0-7-4 0,-4 5-13 16,0-1-8-16,0-2-16 0,-4 3-13 0,1 0-9 15,-4 4-19-15,0-2-20 0,0 3-23 16,-5 2-11-16,-1 1-17 0,2 0-17 0,-3 1-28 0,1 1-30 15,-1 3-41-15,14-1-47 0,-19 5-48 0,11-2-188 16,8-3-498-16,-9 4 220 0</inkml:trace>
  <inkml:trace contextRef="#ctx0" brushRef="#br0" timeOffset="4811.89">8175 1250 212 0,'4'-3'367'0,"-4"3"-38"0,4-4-39 0,-4 4-36 16,0 0-33-16,0 0-36 0,0 0-22 0,0 0-19 15,2 20-15-15,-2-5-13 0,-2 12-11 0,-6 2-12 16,2 6 0-16,-3 13-11 0,2-14-8 0,-2 15-2 16,3-11-13-16,1-7-6 0,1 2 3 0,3-5-8 15,1 1-12-15,0-10 1 0,-2-1-3 0,2-6-6 16,0 3 1-16,0-7 1 0,0 0-1 0,0-3 1 15,2 2 6-15,-2-7 23 0,1 6 32 0,-1-6 39 16,1 3 27-16,-1-3 25 0,0 0-19 0,0 0-14 16,0 0-29-16,-16-14-27 0,7 2-4 0,0 0-18 15,-4-1-2-15,2 0-10 0,-1 1-9 0,3 2 2 16,3 0-5-16,-2 2 12 0,4 1-13 0,2 2 19 16,-3-2 1-16,2 4-19 0,3 3-34 0,0 0-39 15,10-15-31-15,8 4-32 0,9 1-21 16,9 1-45-16,17-3-82 0,1-1-81 0,5-4-403 15,1 4-779-15,1-2 345 0</inkml:trace>
  <inkml:trace contextRef="#ctx0" brushRef="#br0" timeOffset="5295.06">9311 1312 389 0,'0'0'382'15,"0"0"-19"-15,4-14-28 0,-4 14-23 0,0 0-43 16,0 0-27-16,0 0-29 0,0 0-24 0,0 0-34 15,0 0-39-15,0 0-43 0,0 0-21 0,0 0-8 16,0 15-2-16,-3-4-6 0,3 6-2 0,-1 1-4 16,-3 11-1-16,-1 0-4 0,0 2 2 0,-3 1 2 15,3-3-8-15,0 0-10 0,-4-3-14 0,2 1-23 16,0-1-18-16,3-7-15 0,-1-1-11 0,0-2-16 16,1-5-16-16,2-1-29 0,-1-1-18 15,-1-4 1-15,3 2 8 0,0-5 8 0,1-2-69 0,0 0-154 16,0 0-384-16,-9-18 170 0</inkml:trace>
  <inkml:trace contextRef="#ctx0" brushRef="#br0" timeOffset="5599.88">9136 1242 259 0,'-4'-9'282'0,"2"2"13"0,-2 2-38 16,4 0-30-16,-3-1-22 0,1 2-37 15,2 4-37-15,-3-4-5 0,3 4-18 0,0 0-7 16,0 0-13-16,13 11-8 0,-4-3-3 0,7 5-9 15,-1-2-5-15,9 4-5 0,1 2-8 0,5 0-7 16,0-1 2-16,0-1-8 0,-1 4-3 0,-2-7-9 16,-5 1 0-16,-6-2-1 0,-3-3-10 0,0 5 1 15,-5-7-12-15,-3 4 0 0,-1-5-7 0,-2 2 2 16,-1-1 24-16,-2 0 4 0,-4-1 0 0,-4 0 2 16,-8 4-2-16,1-5-4 0,-5 2-1 0,1-1-7 15,-9 0 6-15,-1 0-2 0,8-3-7 0,-4 3 6 16,5-3-3-16,3-2-3 0,0 0-1 0,8 0-3 15,1 1 3-15,9-1-15 0,-13 0-14 0,13 0-12 16,-5 1-33-16,5-1-48 0,0 0-32 16,22-11-42-16,-2 3-29 0,11-5-191 0,1 2-439 0,4 2 195 15</inkml:trace>
  <inkml:trace contextRef="#ctx0" brushRef="#br0" timeOffset="6015.86">9868 1279 241 0,'7'-6'347'0,"0"0"5"0,-3-1-3 15,1 2-7-15,-1 0-9 0,-3-2-1 0,1 2-13 16,-2 2-14-16,2-1-13 0,-2 1-29 0,0 3-19 0,4-5-25 16,-4 5-29-16,0-4-18 0,0 4-23 15,0 0-18-15,3-3-9 0,-3 3-17 0,0 0-10 16,0 0-20-16,0 0-17 0,0 0-10 0,0 0-15 16,0 0-19-16,0 0-6 0,0 0-11 0,0 0-3 15,0 0-19-15,0 0 3 0,0 0-10 0,7-2-2 16,-7 2-2-16,0 0-3 0,0 0-27 0,0 0 9 15,0 0-5-15,0 0 7 0,0 0-5 0,0 12 20 16,-4-4 0-16,4 0 1 0,-1 2 6 0,-3 5 1 16,0 2 6-16,-1 1 0 0,-4 7 7 15,1 4-5-15,0-2 12 0,1 2 1 0,-2 0 4 16,-2 0 1-16,3 0-7 0,1-5 0 0,3-5-3 0,-3 3 14 16,2-5-3-16,1-5 1 0,1-3 0 0,0 2 5 15,0-5 3-15,2-1 0 0,0 1 4 0,-3-4-4 16,4-2 25-16,0 9 26 0,0-9 15 15,0 4 13-15,0-4 2 0,0 2 15 0,0-2 1 16,0 0 2-16,0 0-5 0,0 0-5 0,0 0-3 16,0 0-12-16,0 0-3 0,0 0-7 0,0 0-24 15,0 0-41-15,0 0-40 0,0 0-46 0,-1-17-55 16,2 11-58-16,2-5-65 0,-1-1-57 0,2-3-86 16,0-4-268-16,-2-1-727 0,2-4 322 0</inkml:trace>
  <inkml:trace contextRef="#ctx0" brushRef="#br0" timeOffset="6329.51">9845 1192 28 0,'-1'-3'307'0,"1"3"-14"0,0-7-36 16,0 7-23-16,0 0-26 0,-1-4-25 0,1 4-23 16,0 0-18-16,0 0-17 0,0 0-17 0,0 0-3 15,20 16-14-15,-7-6-3 0,2 2-13 0,8 5-5 16,-5 0-7-16,5 2-7 0,0-2-5 15,-2 7-4-15,-1-4-7 0,-1-1-6 0,-7-4 2 0,-1 9-6 16,-2-10-6-16,-4 6-7 0,0-2-17 16,-3-2 8-16,-6 5 3 0,0-6-2 0,-4 2 5 15,-11 2 3-15,3-7 0 0,-6 3 1 0,-4-1-2 16,-2-3-2-16,3-1 0 0,-1-2-3 0,7-3 3 16,-2 0 0-16,2 0-6 0,4 0 2 0,1-1-2 15,4-2 0-15,2 1-1 0,-1-3 0 0,9 0-5 16,-10 1-13-16,10-1-6 0,0 0-27 0,0 0-52 15,0 0-42-15,0 0-45 0,33-15-61 0,-14 4-151 16,10 0-427-16,2-1 189 0</inkml:trace>
  <inkml:trace contextRef="#ctx0" brushRef="#br0" timeOffset="6728.32">10351 1281 331 0,'5'-10'400'0,"-1"2"-5"0,0 0-2 16,-3 1-16-16,3 2-12 0,-4 0-26 0,0 5-29 15,4-8-41-15,-3 6-21 0,-1 2-27 0,1-5-32 16,-1 5-39-16,0 0-46 0,0 0-43 16,0 0-23-16,0 0-13 0,0 0 1 0,0 0-6 15,-5 22 3-15,4-8-5 0,-4-1-7 0,3 4 9 16,-1 4-9-16,-1-4 0 0,0 8 2 0,-1-1-4 16,1 2 9-16,0 2-3 0,1-10-3 0,-2 9-4 15,2-10 10-15,0-5-12 0,2 3 0 0,-1-6 2 16,0-3 3-16,-2 1 2 0,4-7-7 0,-1 10 9 15,0-6 8-15,1-4 20 0,0 5 32 0,0-5 32 16,-1 4 22-16,1-4 21 0,0 0-8 0,0 0-10 16,0 0-12-16,-8-18-10 0,7 7-12 0,-2-6-3 15,-2-1 7-15,4-7 3 0,1-5-3 0,0-1-5 16,1 1 1-16,-1 0-15 0,3-4-10 0,2 7-3 16,-3-2 1-16,6 5-9 0,-6 5 5 15,1 4-5-15,0 3-6 0,-1 0-10 0,1 4-8 16,-1 0-9-16,0 2-32 0,1 2-39 0,6-1-45 15,0 2-33-15,4 0-36 0,6 2-20 0,4 1-33 16,5 2-40-16,-7 3-38 0,6 2-45 0,-8-1-37 16,1 4-73-16,-8-4-296 0,-1 3-799 0,-1-3 353 0</inkml:trace>
  <inkml:trace contextRef="#ctx0" brushRef="#br0" timeOffset="6920.59">10282 1642 108 0,'-5'3'336'0,"0"1"9"0,5-4-11 16,-5 4-8-16,5-4-15 0,0 0-9 0,-4 6-12 15,4-6-11-15,0 0-24 0,0 0-20 0,0 0-28 16,31-6-25-16,-12 6-15 0,3-3-42 0,7-2-55 16,-2 1-41-16,1-5-62 0,0 4-71 0,-2-5-82 15,2 1-106-15,-3-3-256 0,-11 0-594 0,-1-1 264 16</inkml:trace>
  <inkml:trace contextRef="#ctx0" brushRef="#br0" timeOffset="7103.2">10317 1445 138 0,'-12'3'387'0,"8"0"-16"16,4-3-12-16,0 0-40 0,0 0-24 0,0 0-24 15,0 0-35-15,0 0-22 0,32-6-41 0,4 0-45 16,-3 2-56-16,6-2-62 0,13 0-78 0,-15 2-84 16,1-1-117-16,1-3-145 0,-5 0-449 0,1-1 198 15</inkml:trace>
  <inkml:trace contextRef="#ctx0" brushRef="#br0" timeOffset="7447.37">10924 1359 289 0,'0'0'341'0,"0"0"-30"16,0 0-24-16,-12 3-37 0,12-3-24 0,0 0-19 16,0 0-30-16,0 0-19 0,0 0-14 0,-5 6-16 15,5-6-17-15,-4 6-10 0,4-6-11 0,-7 9-8 16,3-3-7-16,0 0-11 0,0 1-7 0,-2 5-6 15,2 0 2-15,3-3-7 0,-2 4-6 0,2 2 0 16,2-1-8-16,2-5 0 0,3 9-3 0,4-4-2 16,-1 2-2-16,1-2 1 0,2 0-7 0,-1-2-4 15,0 0 6-15,-1-2-9 0,-3-3-2 0,-1 0-5 16,-3-2 4-16,1 0-6 0,1 2-6 0,-1-4-3 16,-4 2 1-16,0 1 2 0,-6-1 6 0,-4 1-4 15,-7 1-9-15,-13 4-40 0,-6-2-98 0,-3-3-165 16,-17-3-197-16,7-3-552 0,-2-5 245 15</inkml:trace>
  <inkml:trace contextRef="#ctx0" brushRef="#br0" timeOffset="9262.42">3389 2469 126 0,'0'0'126'16,"0"0"-10"-16,7-5-9 0,-7 5-14 0,6 0-1 16,-6 0 0-16,9-1-1 0,0 0-12 0,-1-1-6 15,1 0 1-15,2 1-4 0,2 1-2 0,5-2-8 16,3 2 4-16,5-3 2 0,2 2-10 0,2 0-6 16,3 0 4-16,0-1-7 0,3 2 1 15,0 0-3-15,1-4 1 0,0 4-7 0,1-1 0 16,15 2-5-16,-15-2 2 0,18 0-4 0,-5 0-8 15,3 1-2-15,-4-2-1 0,7 2-3 0,0-1 2 16,-4-1-2-16,5-1-2 0,-3-1-3 0,0 0 5 16,-3 4 0-16,5-3 0 0,0 2 4 0,-6-1 0 0,5 0 4 15,-1-3 0-15,0-2-2 0,1 5 4 16,-2-2-1-16,-3 0 0 0,3-3-2 0,-2 4 2 16,-2-1-5-16,4 0 0 0,-15 4-2 0,2-1 2 15,13-4-5-15,-15 3 2 0,14-2-4 0,-15 3 1 16,12-4-1-16,-11 0-1 0,15 3 0 0,-14-3 0 15,13 5 0-15,-3-3 0 0,-9 2-3 0,9-6 3 16,-9 3 0-16,9-1-3 0,2 1-1 0,-12 1 3 16,11 1-4-16,1 2 5 0,-2-5-4 0,-9 2-3 15,10 1 0-15,2-3-1 0,-1 4-2 0,-1-4 1 16,3 2-2-16,-2-2-1 0,3 5 6 0,-4-3-1 16,3 1-4-16,-3-5 2 0,-1 5-4 0,2-1 3 15,-11 2 0-15,9-1 7 0,1-5 4 0,-15 5-7 16,16-1-1-16,-12 0-1 0,12 1-1 0,-15-2-1 15,14 3 1-15,3 2-2 0,-16-1 2 0,17-5 0 16,-5-3 1-16,-10 4 1 0,-2 1-4 16,3 1 11-16,-3-3-10 0,13-2-2 0,-13 4 1 15,1-4-1-15,-2 5-1 0,4-3 3 0,0 3 0 0,9-1-2 16,-11-2-2-16,-2 0 2 0,15-1 6 0,-16 1-4 16,3 4 5-16,-2-4-2 0,0 3 2 0,4-1-2 15,-1 1 0-15,-5-2 0 0,4 2-1 0,0-1 2 16,2 2-1-16,-5-1-3 0,5 2 5 15,-3-7-3-15,3 7-1 0,-4 0 2 0,3-1-5 0,-2-1 2 16,-1 0 0-16,0-1-1 0,-2 2 2 16,-1 0-5-16,3-1 5 0,-5 0 0 0,0 1 7 0,0-1-11 15,-1 2 0-15,-1 0 4 0,1-1-3 0,1 1 6 16,-4-4-5-16,3 4-1 0,-10 0-1 16,8-1 3-16,-1-5 0 0,-8 6 2 0,8-3-1 15,-6 1-3-15,6 1 3 0,-6 0 1 0,-2 0-1 16,8 1 3-16,-7-2-1 0,8 2-3 0,-8-2 2 15,-1-1 0-15,8 1 6 0,-5 2-5 0,-1 0 2 16,0 0-4-16,6 0 0 0,-8-1 3 0,3-1-2 16,-5 2 0-16,4-2-2 0,-3 0 2 0,-1 2 5 15,1-1-9-15,-2 1 3 0,-2-2-3 0,0 1-1 16,1 1 2-16,-3 0-1 0,0-1 1 0,-1-2-2 16,3 3 5-16,2 0-6 0,-2 0 2 0,-2-3-1 15,6 3 1-15,-1-1 0 0,0 0 5 0,1-2-4 16,-1 2 0-16,2-2-1 0,0 2 5 0,-2 0-2 15,3-2-4-15,7 3 5 0,-7 3-2 0,2-6 1 16,-3 3-2-16,3-2-2 0,-2 2 0 0,-1 0 3 16,2-2-4-16,-4 2 5 0,0-1 7 0,0-2-8 15,-4 2-1-15,2 1 2 0,-2 0-5 0,3-3 3 16,2 3-2-16,-1-2 1 0,0 2-4 0,2-3 2 16,-2 2-1-16,-1-2 4 0,3 2-5 0,-4-1 6 15,-2 1-5-15,2 1 7 0,3-1-6 0,-2-2 1 16,2 3 2-16,-5 0 0 0,5 0-4 0,-2 0-1 15,2-1 1-15,0 0 1 0,-1-1 1 0,-6 1-4 16,2 1 1-16,1-2 1 0,-2 0 3 0,-2 1-2 16,2 1 3-16,-4-2-5 0,4 2 0 0,0 0 2 15,-2-2 5-15,-2 2 1 0,0-3 2 0,0 3-8 16,-3 0 1-16,1-1-4 0,1 2 6 0,-2-2-7 16,3 1 8-16,-3-1-5 0,2 2 3 0,-2-1-3 15,3 0 0-15,-1-1 0 0,0 1 4 0,-1-2-4 16,2 2 4-16,-9 0-2 0,10 0 15 0,-4-1 19 15,-6 1 5-15,6 0 9 0,-6 0-1 0,7 1-1 16,-7-1 11-16,0 0-1 0,8-2 9 0,-8 2-14 16,0 0-5-16,0 0-2 0,0 0-7 0,0 0-3 15,0 0-7-15,0 0-24 0,8 0-36 0,-8 0-50 16,0 0-50-16,0 0-92 0,0 0-90 0,0 0-232 16,-23-8-590-16,11 4 261 0</inkml:trace>
  <inkml:trace contextRef="#ctx0" brushRef="#br0" timeOffset="10278.16">3608 3430 276 0,'0'-5'318'0,"0"5"-9"0,0 0-16 0,0 0-9 0,0 0-37 15,0-4-21-15,0 4-20 0,0 0-28 16,0 0-21-16,0 0-16 0,0 0-21 0,0 0-11 0,0 0-31 15,0 0-18-15,0 0-3 0,0 0-8 0,-6 16-9 16,4-6-7-16,0 6 3 0,-2-1-6 0,0 3-3 16,-1 2-3-16,0 5-1 0,0-6-2 0,1-2-4 15,3 3-3-15,-1-3-3 0,0 0 1 16,1-4 0-16,-1-1-3 0,1-1-15 0,1 0 15 16,-2-5-5-16,3 5 11 0,-1-7-10 0,0 3 7 15,0-7 0-15,-1 7 10 0,1-7 12 0,-3 8 15 16,3-8 15-16,-1 4 12 0,1-4 12 0,0 0 16 15,0 0 7-15,0 0-5 0,0 0 1 0,0 0-9 16,0 0-10-16,0 0-7 0,0 0-10 0,2 5-8 16,-2-5-2-16,0 0-10 0,0 0-1 0,0 0-5 15,0 0-5-15,0 0-14 0,0 0-13 0,0 0-16 16,0 0-34-16,0 0-92 0,0 0-47 0,0 0-38 16,0 0-47-16,-5-20-46 0,3 13-325 0,-2-1-684 15,1-3 303-15</inkml:trace>
  <inkml:trace contextRef="#ctx0" brushRef="#br0" timeOffset="10509.18">3497 3304 58 0,'0'0'411'0,"-1"-5"-17"15,1 5-13-15,-2-3-14 0,2 3-16 0,-1-4-38 16,1 4-16-16,0 0-33 0,0 0-21 0,0 0-28 16,-1-4-20-16,1 4-38 0,0 0-39 0,0 0-50 15,0 0-68-15,-1-4-61 0,1 4-73 0,0 0-68 16,0 0-55-16,0 0-273 0,0 0-574 0,0 0 254 16</inkml:trace>
  <inkml:trace contextRef="#ctx0" brushRef="#br0" timeOffset="11129.59">3408 3183 87 0,'-11'8'138'16,"-5"1"-15"-16,0 2-11 0,1 4-12 0,-4 5-8 15,1 4-10-15,-5 2-6 0,5 3 0 0,-1 1-7 16,1-1-9-16,-4 14 11 0,1 1 12 16,5-13 3-16,2 4-13 0,3-1-8 0,-3 9 3 15,7-8 5-15,2-2-2 0,0 2 2 0,4 0 0 16,-1-2-3-16,5-1 0 0,3-3-2 0,2 0-3 16,2 0 0-16,-1-5-4 0,4 1-4 0,-3-3-1 15,8-1 4-15,-4-4 3 0,4 0 3 0,5 2 0 0,0-6-3 16,4 0 2-16,-8-5-2 0,8 0-4 0,2-4 0 15,2 1-5-15,1-5-2 0,4 0-6 16,1-2-6-16,-3-2-2 0,2-1 4 0,1 0 3 16,-4-3 8-16,3-1 9 0,1-1 19 0,-6-2 8 15,-1 0 9-15,1-1 11 0,-2-3 11 0,-2-1-4 16,-1 1 4-16,-3-3-4 0,4-3 10 0,-6-2 4 16,-3-2-13-16,3-3-6 0,-7-2 9 0,2 2-12 15,-4-6-3-15,3-9-12 0,-3-4-5 0,-7 0-11 16,-4-2-11-16,-1-3-7 0,-1 0-9 0,-8 2-5 15,-4 1 3-15,-1 1 0 0,-4 7-11 0,-5 0-17 16,2 13-15-16,-14-8-17 0,-6 8-19 0,-5 4-10 16,-4 10-13-16,-10 1-13 0,-7 8-35 0,-28 9-38 15,3 7-29-15,27 0-43 0,0 6-40 0,7-1-86 16,6 4-353-16,17-4-748 0,7-1 331 0</inkml:trace>
  <inkml:trace contextRef="#ctx0" brushRef="#br0" timeOffset="13761.71">5180 3353 329 0,'0'-5'361'0,"1"0"-17"16,-2-1-17-16,1 2-13 0,1 1-27 0,-1 3-26 16,0-7-31-16,0 7-32 0,0-6-12 0,0 6-21 15,0-3-36-15,0 3-34 0,0 0-33 0,0 0-15 0,0 0-8 16,-1 13-4-16,-2-2-5 0,3 4-5 16,-5 2-1-16,1 4-1 0,3 4-1 0,-4 1-1 15,1-2-5-15,0 2 2 0,0-7 0 0,0 7 2 16,2-8-6-16,-3 2 2 0,5-3-4 0,-4 0 4 15,0-5-8-15,3-1 2 0,0 1 1 0,1-3-2 16,-2-2-6-16,1-1-9 0,1-2-11 0,0 3-8 16,-2-5 0-16,2 3-4 0,0-5-3 0,0 4-2 15,0-4-8-15,0 0-9 0,0 0-74 0,0 0-77 16,0 0-58-16,0 0-220 0,-12-11-519 0,11 0 229 16</inkml:trace>
  <inkml:trace contextRef="#ctx0" brushRef="#br0" timeOffset="14293.32">5078 3299 66 0,'0'-5'280'0,"-2"3"-14"0,1-3-20 16,1-1-12-16,-1 0-14 0,1 6-15 0,0-5-21 15,1 2-24-15,0-1-16 0,-1 4-14 0,8-4-21 16,0 1-6-16,3 0-10 0,3 3-13 0,-2-2-6 15,5 4-9-15,3-1-10 0,0 1 1 16,-3 2-10-16,6 2-7 0,-4 0-5 0,-1 2-6 16,0 0-4-16,-3 1-6 0,-1 3-6 0,-4-1-3 15,-1-1-4-15,-1 4-3 0,-3-1-2 0,-5 0-3 0,-4 4 0 16,-1-1 1-16,-6 1-3 0,2-2 4 0,-4-2-4 16,-4 2 3-16,-3 2-3 0,5-3 3 15,-2-3-1-15,-1 0 2 0,4 0 2 0,0-1-1 16,1-2 0-16,7-5 0 0,-2 3-2 0,3-2-2 15,1 0 0-15,-3 0-4 0,7-4-3 0,-3 5 2 16,3-5 5-16,3 6 3 0,8-3 1 0,-5-1 0 16,10 0-1-16,2 3-3 0,2-2 1 0,8 2 4 15,0 0-2-15,2 2 0 0,-3-2-3 0,2 4 2 16,-5-2-2-16,3 2 2 0,-9 0-3 0,-4-2 3 16,2 1-1-16,-3 3-1 0,-5-3 3 0,-2 2-4 15,-1-2 0-15,-3 5 5 0,-4-4 6 0,-3 2 6 16,-3-2 1-16,-4 3 0 0,-3 0 3 0,1-2-4 15,-12 3 2-15,3-2 0 0,2-4 1 0,-5 0 4 16,-1 1 12-16,5-5 11 0,1 1 9 0,3-1 10 16,0-1 3-16,6-2 2 0,3 0-6 0,2 0-2 15,0 3-10-15,7-3 4 0,-10 1-8 0,10-1 10 16,-8 2-5-16,8-2-5 0,0 0-25 0,0 0-34 16,0 0-32-16,0 0-27 0,9-16-41 0,0 12-50 15,4-4-73-15,-4 1-277 0,2 0-559 0,1-2 248 16</inkml:trace>
  <inkml:trace contextRef="#ctx0" brushRef="#br0" timeOffset="14891.39">5727 3489 111 0,'0'0'379'0,"-4"-5"-33"0,4 5-27 0,0 0-36 16,0 0-32-16,-4-6-29 0,4 6-22 16,0 0-31-16,0 0-27 0,0 0-20 0,0 0-12 15,0 0-11-15,5 16-12 0,-5-10-8 0,5 3-31 16,-2-1-19-16,1 2-15 0,0 0-16 0,1-1-8 16,-1 3-8-16,2-4-6 0,0 1 0 0,1 0-1 0,-3-4-5 15,-1 2 8-15,1-3-1 0,2 1 3 16,-2-1 6-16,1-4 6 0,-5 0 3 0,0 0 10 15,16 0 15-15,-16 0 13 0,10-8 15 0,-4 4 9 16,1-1 9-16,-3 0 6 0,1 0-2 0,1 0 14 16,-1 0 6-16,-1-1-22 0,0 3 13 0,1 0-14 15,-5 3-7-15,4-5-16 0,-4 5-4 0,0 0-13 16,10-1-7-16,-10 1-10 0,9 8 2 0,-1-3-1 16,1 10-6-16,-3-1 1 0,2 4 0 0,1 6-5 15,-1 4 3-15,-2 1 2 0,-3 3-3 0,0 1 2 16,-4 13 3-16,-1-12-5 0,-3 1 0 0,-2 0 6 15,-1-2-5-15,2-2-3 0,-3-2 0 0,0-4-1 16,0-7-4-16,1-4 4 0,2-1 9 0,0-5 11 16,-1 0 28-16,5-3 39 0,-5-1 34 0,7-4-1 15,-9-2 0-15,9 2 12 0,-10-13 13 0,6 1 1 16,0-7-15-16,4-5-20 0,3-5-7 0,2 0-15 16,9-6-12-16,0-11-13 0,12 2-5 0,-1-3-13 15,4 5-6-15,2 2-6 0,1 3-1 0,-8 13-8 16,3 1-3-16,-6 3 3 0,-6 7 1 0,0 2-3 15,-3 3-1-15,-4 1-2 0,-1 1-1 0,0 5-5 16,-2-3-2-16,0 1-7 0,-1-1-2 0,-2 0-10 16,-2 4-5-16,0 0-14 0,7-3-19 15,-7 3-46-15,0 0-22 0,0 0-19 0,0 0-5 0,0 0 1 16,0 0-46-16,0 0-30 0,-6 15-43 0,4-8-89 16,-3-5-339-16,5-2-737 0,0 0 326 0</inkml:trace>
  <inkml:trace contextRef="#ctx0" brushRef="#br0" timeOffset="20693.8">7116 3560 6 0,'-7'2'191'0,"7"-2"-20"0,0 0-17 16,0 0-15-16,0 0-12 0,-9 0-16 0,9 0 3 15,0 0-16-15,0 0 1 0,-3 1-9 0,3-1-3 16,0 0-8-16,0 0-5 0,0 0-1 16,0 0 0-16,0 0-14 0,0 0 0 0,0 0-8 15,19-4-1-15,-13 1-7 0,4 1-5 0,2-3-3 0,6 1-5 16,-3-2-4-16,-1 1 3 0,3-2-7 0,-1 0 1 16,1 0-4-16,-3-1 1 0,0 1-3 0,-2 0 8 15,-1-2 13-15,-4 3 9 0,3-3 15 16,-4 1 6-16,1 1 2 0,-1 1 6 0,-5-1 3 15,3 2 5-15,-3-2-4 0,-1 2-9 0,0-1-8 16,0 3-12-16,-6-1-9 0,0 1-4 0,-4 1-6 16,-3 3-6-16,0 2-5 0,-6-1-2 0,-11 6-3 15,2 4-4-15,1 0 6 0,-5 2-9 0,5 1-2 16,3-1-2-16,1 4 4 0,0 0-7 0,9-2-8 16,0-2-3-16,4 5-1 0,5-4-1 0,1 1-2 15,2-4 5-15,6 0 3 0,7 1 0 0,10 2 4 16,6-1 2-16,5-4-1 0,9-7-40 0,14 1-41 15,1-6-83-15,-1 0-106 0,-4-5-173 0,0-4-479 16,-15 1 212-16</inkml:trace>
  <inkml:trace contextRef="#ctx0" brushRef="#br0" timeOffset="21778.19">7577 3635 165 0,'0'0'175'0,"0"0"-4"0,0 0-9 0,0 0-2 0,0 0-6 16,0 0 1-16,0 0-12 0,0 0-13 15,0 0-6-15,0 0-15 0,13-5-8 0,-8 1-6 16,-1 1 1-16,6-4-1 0,-1 4 2 0,-1-4-2 16,2 1-3-16,0-2-3 0,0-1 4 0,0-1-5 15,2-4 6-15,-2-3-4 0,5-5 10 0,-3 1-12 16,-3-2 2-16,2-4-5 0,1 0-10 0,-2-3-3 16,-5-2 9-16,3 0-10 0,-3 3 2 0,-1 1-8 15,1-2 0-15,-5 2-4 0,0 3-1 0,0 10 10 16,0-2 0-16,-1 5-4 0,1 0 1 0,-3 7-8 15,3-5 6-15,-1 3-20 0,1 5-2 0,0-3-19 16,0 5-21-16,0-7-25 0,-3 5-28 0,3 2 3 16,0 0 2-16,-12 15 5 0,1-2 2 0,1 4 11 15,-4 9-2-15,-2 3-2 0,1 5 4 0,-4 10 3 16,8-11-1-16,-1 0-4 0,3-1 3 0,-1 1-1 16,9-3 12-16,-2-3-9 0,6-2 1 0,1-5 1 15,-1 1 5-15,6-6 3 0,3 0 15 0,2 0-4 16,4-2 4-16,5-2 8 0,5-4-4 0,0-3 4 15,4-4-1-15,0 0 2 0,0-5-3 0,0 0 1 16,-3-2-4-16,-1-2 19 0,2-1 9 0,-6-1-6 16,-5 0 4-16,-1 2 15 0,-1-3 7 0,-2 1 4 15,0 1 19-15,-2 0 11 0,-5 2 10 0,1 1 11 16,-4 2 8-16,-3 2-5 0,2-2-9 0,0 3-5 16,-1 0-15-16,-1 0-13 0,-2 2-12 0,7-3-12 15,-7 3-29-15,3 0-27 0,-3 0-24 16,0 0-12-16,0 0 3 0,-1 7 7 0,1 0 8 0,-2-2 2 15,0 5 3-15,1-2 1 0,-1 2 4 0,2 1 3 16,-2-1-3-16,4 0 18 0,-2 1-11 0,2-1-7 16,-2-2-8-16,0 1-10 0,1-2-14 15,1-2-25-15,0 0-7 0,-2-1-16 0,0 0-1 0,0 0 0 16,0-4 7-16,0 0 4 0,1 2-13 0,-1-2-68 16,0 0-78-16,0 0-45 0,-3-17-220 0,0 8-556 15,-1-5 245-15</inkml:trace>
  <inkml:trace contextRef="#ctx0" brushRef="#br0" timeOffset="21922.78">8133 3237 223 0,'-1'-11'314'16,"-1"5"13"-16,0-2-2 0,0 3-22 0,1 0-30 15,0 1-20-15,1 0-30 0,0 4-26 0,-1-6-20 16,1 6-24-16,-2-5-34 0,2 5-29 0,0 0-18 16,0 0-24-16,0 0-34 0,0 0-31 0,13 11-42 15,-10-5-48-15,1 4-51 0,-2-3-47 0,-2 4-223 16,3-2-463-16,-2-2 205 0</inkml:trace>
  <inkml:trace contextRef="#ctx0" brushRef="#br0" timeOffset="22762.21">8377 3378 290 0,'0'0'353'16,"0"0"-36"-16,0 3-39 0,0-3-27 0,0 0-21 16,0 0-40-16,1 7-21 0,-1-3-14 0,0 0-17 0,-1 3-15 15,2 0-14-15,-1 4-12 0,0-2-7 16,-1 3-10-16,0 2-6 0,-2 3-10 0,2 1-5 16,-2-2-6-16,1-3-6 0,-1-1-7 0,3 1-6 15,-2-4-4-15,2 0 1 0,-2-5-9 0,4 4-1 16,-4-3 2-16,2-1 4 0,0 0 13 0,-1 0 26 15,1-4 52-15,0 0 30 0,0 5 43 0,0-5 26 16,0 0-25-16,0 0-17 0,11-15-21 0,-3 6-13 16,-1-1-14-16,5-5-14 0,1 1-12 0,0-3-9 15,0 2-11-15,-4 2-7 0,1 1-14 0,-4 2-4 16,1 3-5-16,-3 3-12 0,1-3-2 0,-1 4-8 16,0 0-12-16,-1-1-17 0,-3 4-30 0,4-1-27 15,-4 1 7-15,0 0 3 0,10 5 2 0,-6 0 2 16,0 3 3-16,2 0-3 0,-1 3-3 0,0-1 6 15,-1 3 8-15,1 2-9 0,1 1-1 0,0 0 3 16,-2-6-1-16,0-2 9 0,-1 1-5 0,0-4 7 16,0 2 0-16,-1-2 6 0,1-2 8 0,-2 0 8 15,2-1 22-15,-3-2 35 0,2 5 33 0,-2-5-9 16,0 0-8-16,10-7-5 0,-3 0-8 0,0-1-6 16,2 0-5-16,0-1-5 0,4-5-5 0,-2 2-2 15,1-1-3-15,-2-1-5 0,-1 4-4 0,0 2-3 16,-2 0 1-16,-2 2 1 0,1 1-2 0,-2 3-5 15,0-3-5-15,-1 2-5 0,0 0-16 0,-3 3-12 16,5-1-22-16,-5 1-13 0,0 0 10 0,0 0 3 16,15 4-1-16,-9 0-12 0,0 2 3 0,0 1-5 15,4 0-2-15,0 1-16 0,-1 0-10 0,6 1-12 16,-2 3-7-16,3-5-2 0,-2 1-2 0,0-2-1 16,-2-1 6-16,-2 0 7 0,4-1 4 0,-1 0 7 15,0-4 9-15,-2 0 8 0,-1-3 11 0,2 1 12 16,-3-5 28-16,0 2 21 0,3 0 18 0,-3-4 15 15,-1 3 21-15,1-6 19 0,-1 1 25 0,-1 2 14 16,1-1 13-16,-4-1 13 0,2 3 14 0,-1 2 7 16,-1-2 7-16,0 3-7 0,-3 1-13 0,2 1-13 15,-2-1-17-15,-1 4-14 0,4-5-18 0,-4 5-11 16,1-3-20-16,-1 3-18 0,0 0-24 0,0 0-28 16,0 0-7-16,0 0-2 0,8 8 6 0,-7-1-1 15,-1-1 5-15,1 5 5 0,2-2 4 16,-3 4-10-16,0-1 9 0,0 0 1 0,0 0 1 0,1 1 5 15,2-1-4-15,-2 0-5 0,-1-3-6 0,0 0-16 16,3-1-25-16,-2-3-28 0,-1-1-8 0,0 0 0 16,0-4 9-16,1 7-3 0,-1-7 15 0,3 5 5 15,-3-5-2-15,0 0-54 0,0 0-53 0,0 0-36 16,-13-16-26-16,10 7-38 0,1-1-34 16,-7-6-214-16,1-9-571 0,2-1 252 0</inkml:trace>
  <inkml:trace contextRef="#ctx0" brushRef="#br0" timeOffset="22907.23">9030 3260 23 0,'-3'-14'254'0,"3"5"23"0,-1-2 26 0,1 5 20 16,0-1 9-16,0 2-3 0,-4 0-14 0,4 1-30 16,2 0-24-16,-2 4-32 0,0-4-21 0,2 1-26 15,-2 3-25-15,0 0-20 0,0 0-55 16,0 0-37-16,0-6-14 0,0 6-34 0,0 0-38 0,9 6-42 16,-4 0-50-16,-1 0-57 0,-1-1-74 0,-1 1-247 15,2 0-551-15,-4 1 244 0</inkml:trace>
  <inkml:trace contextRef="#ctx0" brushRef="#br0" timeOffset="24243.94">9218 3410 270 0,'-4'3'338'16,"4"-3"-32"-16,-2 3-29 0,2-3-32 0,-2 4-29 16,2-4-24-16,0 0-23 0,-1 3-19 0,1-3-13 0,0 4-14 15,0 2-12-15,-1-1-14 0,1 2-7 0,-2 3-9 16,0-1-9-16,0 0-8 0,0 2-4 16,2 1-7-16,0 1-4 0,-1-5-5 0,-1 4-5 15,4-2-4-15,-2-3-1 0,0 1-4 0,0-3-6 16,1-1-2-16,0 3 0 0,0-4 6 0,1-1 12 15,-2-2 23-15,0 5 43 0,0-5 17 0,0 0-6 16,0 0-14-16,18-9-6 0,-11 1-8 0,2 0-7 16,5-2-6-16,-3-6-9 0,5 3-4 0,-6-4-8 15,8-4-14-15,-5 7 5 0,-1-1-12 0,-1 1 3 16,-3 4-3-16,-1 3-5 0,-1 2 0 0,-2 0 3 16,2 1-14-16,-3-2-14 0,0 4-18 0,0-1-30 15,-3 3-31-15,4-1 6 0,-4 1 10 0,0 0 4 16,3 12 4-16,-3-6 11 0,3 4 3 0,-3 0 3 15,4-1 5-15,-2 3-8 0,3 0-4 0,2 2-4 16,2-2-3-16,5 1-2 0,4-3-7 0,6 5-6 16,4-5-13-16,3-2-13 0,1-4-12 0,0 1-3 15,1-4 2-15,-4-5 4 0,3 3 12 0,-4-3 8 16,2-1 13-16,-5-4 16 0,-4 4 28 0,-5-5 24 16,0 0 23-16,-4-2 13 0,1 0 14 0,-5 2 15 15,-2-1 27-15,-2 0 15 0,0-1 17 0,0 3 1 16,-2 2-3-16,-2 0-23 0,1 1 0 0,-1 0-18 15,-3 0-8-15,0 3-6 0,-3-1-17 0,-3 1-7 16,-2 2-9-16,-2 3-5 0,-4 4 3 0,-2-2-10 16,1 5 0-16,0-1-7 0,0 1 6 0,0 3-9 15,-1-2-15-15,5 2-20 0,-1 0-8 0,3-2-13 16,2 0-3-16,2-2 5 0,2 0-4 0,1-2-4 16,1-2 2-16,0 3 6 0,3-4 8 0,-2-1 14 15,3-2 11-15,0 0 9 0,8 3-4 0,-8-3 24 16,18-4 5-16,-7 2-1 0,5-7 8 0,-1 1 13 15,0-1-3-15,3 1 11 0,-4-3 1 0,4 1-7 16,-4-2-13-16,3 0 4 0,-4 3-2 0,-3 1 0 16,0 0-1-16,-1-1-3 0,-3 6-2 0,1-1-6 15,-1 2-3-15,-1-3-1 0,-2 4-11 0,-1-1-13 16,-2 2-12-16,7-1-12 0,-7 1-5 0,0 0 1 16,11 3-2-16,-6-2-1 0,0 5 0 0,1-2-4 15,1 0 4-15,3 3-12 0,2-2-12 0,1 0-5 16,2 3-8-16,4-3-4 0,-6-1-6 0,6 0-6 15,-1-1 12-15,-4-2-7 0,4-1 8 0,0-3 3 16,-5-1 10-16,1-1 4 0,-5 0 2 0,2-3 10 16,-2 0 14-16,1-1 14 0,-1-8 16 0,1 2 8 15,1 0 6-15,-5-9 10 0,4-1 6 0,-1 0 3 16,-1-4-7-16,0 3 11 0,2-4 12 0,-2 0 0 16,-2 1 8-16,5 6 17 0,-4-2 17 0,-2 9 12 15,-3 4 9-15,1 4-12 0,-2 1-12 0,1 3-2 16,-1-1-22-16,0 2-22 0,-1 3-34 0,4-4-42 15,-4 4-33-15,0 0 6 0,0 0 1 0,0 16 19 16,-1-4-6-16,-2 3 5 0,-1 11 7 0,0 2 5 16,2 0 2-16,-2 4 4 0,0-2 2 0,2 1 0 15,0-2 14-15,0-2 0 0,1-1-6 0,1-7-4 16,0 0-4-16,-2-3 2 0,2-3-12 0,0-4-3 16,0 1 0-16,0-4 3 0,0-1 4 0,-1-1 6 15,1 1 8-15,0-5 26 0,0 7 16 0,0-7 24 16,0 0-11-16,-6 0 0 0,6 0-4 0,-12-8 3 15,2 1-16-15,-3 2-2 0,-1-4-7 0,4 4 3 16,-2-2-6-16,1-1 4 0,-2 1-1 0,4 2-10 16,-1 0 6-16,1-1-2 0,3 3-7 0,0 1-2 15,3-1-3-15,-2 1-6 0,1 0-1 0,4 2-8 16,-3-4-5-16,3 4-16 0,0 0-7 0,12-7 1 16,-1 5 1-16,8-3 0 0,-1 2 1 0,14-2 0 15,0-1 3-15,3 1 13 0,0-1-5 0,0 2 0 16,-1-2 3-16,2 1 5 0,-4-1 1 0,-4-1 5 15,-1 2 2-15,-7-1 18 0,-2 0 28 0,-6 4 21 16,-2-1 36-16,-1-1 14 0,0 2 14 0,-5-1 8 16,2 2-3-16,-2 0 1 0,-4 1-4 0,5-3-8 15,-5 3-12-15,8 0-14 0,-8 0-19 0,6 0-8 16,-6 0-11-16,0 0-19 0,0 0-21 0,0 0-22 16,8 3-16-16,-8 1 8 0,1 1 3 0,-5 0-4 15,4 3 1-15,0 1 5 0,0 3-6 16,0-4 15-16,-1 3 3 0,1-1-25 0,0 2-16 0,0-2-20 15,1 2-14-15,-1-3-15 0,0 2-13 0,0-3-23 16,0 2-15-16,0-4-26 0,0-1-32 0,3-1-22 16,-3 1-2-16,0-5-13 0,0 0-57 0,0 0-175 15,0 0-514-15,-14-10 227 0</inkml:trace>
  <inkml:trace contextRef="#ctx0" brushRef="#br0" timeOffset="24401.97">10571 3081 340 0,'0'-6'368'0,"0"0"-12"0,0-1-20 0,0 2-29 16,0 5-32-16,4-9-24 0,-3 6-31 0,-1 3-27 16,0 0-35-16,0-7-42 0,0 7-39 0,0 0-28 15,5 0-12-15,-5 0-27 0,5 7-29 16,0-2-37-16,3 2-37 0,0-1-50 0,2 3-54 16,0 3-61-16,1-5-131 0,2 2-419 0,-1 1 186 15</inkml:trace>
  <inkml:trace contextRef="#ctx0" brushRef="#br0" timeOffset="24759.95">11003 3250 122 0,'0'0'286'0,"0"0"-29"0,0 0-21 16,6 4-25-16,-6-4-23 0,0 0-21 0,0 0-20 15,-14 9-11-15,9-4-17 0,-4 0-14 0,-1 4-9 16,-3 3-10-16,0 0-10 0,2-1-6 0,-1 5-7 15,2-2-7-15,4-4-3 0,1 3-7 0,-3-1-2 16,4-1 2-16,-1 0-3 0,0-2-2 0,5-1-2 16,0-2-1-16,3 2 4 0,0-1 1 0,1-2 6 15,4 2 0-15,1-5 1 0,5 1-9 0,-1 0-2 16,4-3 0-16,-4-2 8 0,5-2 14 0,-2 0 19 16,-3-1-1-16,3-3-1 0,-2-1 1 0,-4-4-3 15,2 1 0-15,-1-4-11 0,-3 1-2 0,-3-2-10 16,0-1 4-16,0 2-13 0,-1 3 21 0,-5-3-15 15,2 4-3-15,-5 3-13 0,0-1-2 0,-2 0-6 16,0 1-10-16,-6 4-3 0,2-2-1 0,-2 4-11 16,-2 0-15-16,2 3-26 0,-1 2-17 0,-3-1-27 15,4 2-29-15,0 3-23 0,-1 0-24 0,-2 1-27 16,4 2-30-16,4-1-40 0,2 1-245 0,1-4-545 16,4 2 241-16</inkml:trace>
  <inkml:trace contextRef="#ctx0" brushRef="#br0" timeOffset="25075.4">11266 3294 185 0,'0'0'407'16,"4"0"-30"-16,-4 0-24 0,0 0-28 0,9 0-35 16,-9 0-31-16,4 2-25 0,-4-2-31 0,0 0-22 15,0 0-22-15,2 3-30 0,-2-3-12 0,-1 10-8 16,0-6-12-16,-2 6-8 0,2-1-13 0,-4 1 0 15,1 0-9-15,0 1-19 0,0 0-2 0,2-3-15 16,-1-1-5-16,-1-1-5 0,3-3 3 0,-2 2 2 16,2-2 8-16,1-3 24 0,0 4 31 0,0-4 42 15,0 0 36-15,4 3 3 0,-4-3-23 0,13-8-9 16,-4 1-18-16,1 4-13 0,-1-5-11 0,0 2-9 16,4 2-9-16,-4-1-7 0,0 0-7 0,-2 2-11 15,1 2-8-15,0 0-8 0,-2 0-22 16,7 2-19-16,-2 1-23 0,3 4-32 0,2-1-37 0,0 1-50 15,2 2-58-15,-4-1-70 0,3 3-101 0,-6-6-372 16,1 2-808-16,-2-4 358 0</inkml:trace>
  <inkml:trace contextRef="#ctx0" brushRef="#br0" timeOffset="26109.86">12627 3306 204 0,'0'0'243'0,"0"0"-20"0,3-4-18 15,-3 4-22-15,0 0-14 0,0 0-22 0,0 0-18 16,0 0-30-16,0 0-3 0,0 0-8 0,-12 8-8 16,3-1-12-16,-1 2-3 0,-3 3-9 0,-2 0-10 15,-3 8-4-15,-4-2-3 0,10-1 4 0,1-1-8 16,0 0-3-16,1 2 3 0,2-2-4 0,0-2-2 15,5-1 6-15,1-1-4 0,-1-2-4 0,5 1 3 16,-2-3 5-16,2-1 18 0,1 1 8 0,3-2 14 16,1-3 15-16,4-3-3 0,3 0-1 0,4 0-3 15,-3-4 1-15,7-5 9 0,-4 4 3 0,-1-6-2 16,-1 3 1-16,-3-5-5 0,1 0-9 0,-1 1-7 16,-4-1-3-16,-1 0-8 0,-4 0-6 0,2-2-9 15,-5 4-8-15,0-2-17 0,-1-1-10 0,-4 2-1 16,0 3-13-16,0 0-10 0,-2 0-6 0,-3 2-11 15,2 2-6-15,-6 2-8 0,3 0-9 0,-2 1-9 16,-2 2-18-16,0 0-18 0,4 1-10 16,2 0-24-16,-1 3-25 0,-1 0-25 0,2-1-20 0,7 2-36 15,0-1-213-15,-2-1-485 0,3-3 215 0</inkml:trace>
  <inkml:trace contextRef="#ctx0" brushRef="#br0" timeOffset="26479.75">12898 3067 160 0,'2'-9'311'0,"2"1"-23"15,-2 5-34-15,0-3-31 0,1 3-29 0,-2 3-34 0,-1 0-20 16,0 0-17-16,1 9-14 0,-2 1-12 0,-1 9-11 16,-2 6-10-16,-4 5-8 0,0 4 5 0,-6 15-16 15,1 0-1-15,-1 0-8 0,7-13-4 16,-1-2-3-16,2 2-6 0,1-6 4 0,2 0-9 15,2-3 3-15,1-2-5 0,1-7 1 0,2 0-1 16,0-7 2-16,0 0 11 0,-2-2 14 0,2-4 15 0,-2 2 27 16,2-4 29-16,-2 0 37 0,0 0 39 0,-1-3-11 15,0 0-18-15,0 0-13 0,13-9-17 16,-8 4-11-16,-1-3-15 0,0-1-18 0,-2-3-25 16,0-3-30-16,-4-3-19 0,1 0-25 0,-3 0-5 15,-3 0-11-15,-1 1 0 0,-1 0 5 0,0 2-2 16,0 3 7-16,5 5 3 0,-2-3-1 0,2 6 1 15,0-3-4-15,3 4-10 0,-2-1-5 0,3 1-4 16,4-2-2-16,8 2-5 0,17-1-8 0,23-3-60 16,8 3-61-16,7-1-89 0,29-3-108 0,-3-4-249 15,-30 4-659-15,27-9 291 0</inkml:trace>
  <inkml:trace contextRef="#ctx0" brushRef="#br0" timeOffset="27341.55">14728 3127 67 0,'1'-7'261'16,"-1"0"-5"-16,1 0-5 0,2 2-14 0,-3 0-10 15,0 1-12-15,0-1-24 0,0 5-21 0,0-7-28 16,0 7-22-16,-13 0-16 0,-1 7-10 0,-4 0-9 16,-11 12-7-16,1-2-10 0,1 1-7 0,0 2-6 15,2 0-6-15,0 4-9 0,2 1-6 0,0-3-10 16,4 0 0-16,2 1 2 0,5-6-10 0,3 0-3 15,5 0 2-15,-1-6 0 0,1 1-5 0,1-2 2 16,3-2 2-16,0 0 10 0,2-2 12 0,0-3 10 16,5 0 12-16,-1-3 6 0,7-3 1 0,-2 0-1 15,6-1 5-15,-2-4 2 0,4 3 1 0,-2-4-7 16,-2 2-5-16,1-3-5 0,-1 4 0 16,-4-2-4-16,0 4-12 0,0-2-9 0,-2 1 6 15,-4 0-9-15,4 3 14 0,-3-2-11 0,2 2-8 0,-1 0-7 16,-1 0-6-16,2 0-13 0,-2 0-12 0,0 2-24 15,7 0-23-15,-6 0-32 0,0 2-37 0,5-2-41 16,-6 1-57-16,7 0-63 0,-8-1-213 16,3 0-547-16,-2 0 242 0</inkml:trace>
  <inkml:trace contextRef="#ctx0" brushRef="#br0" timeOffset="27691.26">14856 3155 1873 0,'7'-13'154'0,"2"3"11"16,-5 3-6-16,1-1-49 0,-2 1-26 0,1 3-17 16,-1 1-20-16,2-4-14 0,-1 5-8 15,-4 2-8-15,14 2-1 0,-5 3-1 0,0 3-4 16,0 0 1-16,4 5-2 0,-3 1-1 0,-1 2 0 16,1 6-4-16,2 3 3 0,-3-1-1 0,0 3 3 15,-3-3-4-15,-2 3 1 0,-3-1-1 0,-1 0 3 16,-1-8-1-16,0-1 2 0,-3 0 3 0,2-5-4 15,0-2-4-15,1 0 7 0,-3-4 6 0,4-1 18 16,-3 1 26-16,2-3 41 0,1-3 42 0,-2 6 48 16,2-6 40-16,-3 2 29 0,3-2-33 0,0 0-47 15,4-13-26-15,-2 2-13 0,5 1-17 0,-2-6-21 0,1-2-17 16,3-9-20-16,4-1-15 0,0 1-25 16,2-2-23-16,0 1-19 0,3 4-15 0,-5-1-32 15,-4 8-15-15,1 2-18 0,-2 5-20 0,-3 1-30 16,3 2-38-16,-7 3-50 0,4 0-71 0,0 2-33 15,-5 2-262-15,0 0-646 0,0 0 286 0</inkml:trace>
  <inkml:trace contextRef="#ctx0" brushRef="#br0" timeOffset="28475.71">15353 3339 97 0,'0'0'332'16,"0"0"-18"-16,-3 4-24 0,3-4-19 0,0 0-19 15,-3 2-20-15,3-2-19 0,0 0-18 0,0 0-14 16,0 0-18-16,0 0-17 0,0 0-18 0,16-8-5 16,-11 3-16-16,0 0-12 0,5-2 2 0,-2 0 12 15,1-1-10-15,1-3 14 0,3-2 12 0,-3 0 11 16,3-2-15-16,-3-1-1 0,4-8 5 0,0 3-8 15,-2-5-12-15,2-1-14 0,-3 1-10 0,2-6-9 16,1 1-5-16,-4 2-6 0,1-3-9 16,-1 3-6-16,-4 3 2 0,0 9-3 0,1-2-5 0,-6 2 2 15,2 6 3-15,-2 0 6 0,-1 4 0 0,0 1 14 16,1-1-21-16,-2 4-27 0,2-2-35 0,-1 5-46 16,0 0-3-16,0 0 6 0,0 0-2 15,-19 17 12-15,6-2-2 0,-1 5 4 0,-2 5 5 16,2 8 8-16,-2-1 4 0,5-1-8 0,-3 3 5 0,6-3 3 15,0 0 4-15,2-1-3 0,4-1 8 0,2-3-2 16,1-1 12-16,4-7-9 0,1-2 5 16,3 0 8-16,-1-5 0 0,6-2 8 0,3 0 3 15,12-6 2-15,-1-1-2 0,3-2-8 0,1-5 7 16,0 0 0-16,-2-4 2 0,0-3-6 0,-3 3 2 16,-4-4 6-16,-1-2-1 0,-5 1 2 0,-3 0-1 0,-5-1-2 15,3 2 3-15,-2-1 16 0,-5 4 4 0,-2-1-6 16,-2 1-6-16,-4 2-12 0,1 1-7 15,-5 1-4-15,-5 1 0 0,-5 2 1 0,-1 1 2 16,-4 2 7-16,3 5-11 0,-3-3-1 0,3 5-19 16,0-2-26-16,3 2-26 0,0 0-13 0,3 1-13 15,4 1-4-15,0-1 6 0,6 2 1 0,1-2 11 16,4 3 10-16,0-4 8 0,10-1 6 0,-1 0 5 16,8 1 6-16,2-3 5 0,7-1 6 0,1-1 2 0,-1-2 10 15,4-3-2-15,-1 1 8 0,-4-2 0 16,-7-3 15-16,-1 2 20 0,1-2 25 0,-4 2 22 15,2-2 30-15,-8 0 18 0,2 1 16 0,-1-2 13 16,-2 1 22-16,0 1 14 0,0-1 8 0,-1-1 11 16,-4 6-1-16,0-1-12 0,-4 3-21 0,2-5-12 15,5 2-15-15,-7 3-23 0,0 0-7 0,6-1-19 16,-6 1-20-16,0 0-26 0,0 0-22 0,0 0-39 16,0 0 13-16,0 0 0 0,4 12 0 0,-7-6 5 15,3 5 1-15,0-2-5 0,0 3 10 0,-5 0 4 16,5 0-2-16,-2 1-16 0,-1-1-22 0,2 1-18 15,-2-1-27-15,1-3-19 0,2 1-21 0,-3-3-42 16,3 0-22-16,-1-2-23 0,-2-3-12 0,3-2-31 16,-4 4-106-16,4-4-196 0,0 0-608 0,-19-15 270 15</inkml:trace>
  <inkml:trace contextRef="#ctx0" brushRef="#br0" timeOffset="28632.78">16027 2924 3462 0,'3'-12'308'0,"1"2"-13"0,-4-2-14 0,0 5-25 15,0 1-31-15,0 0-45 0,-3 3-46 0,6-2-32 16,-6 1-24-16,3 4-15 0,0-6-36 0,0 6-45 16,0 0-51-16,0 0-15 0,0 0-37 0,0 0-20 15,8 11-45-15,-2-4-53 0,2 4-66 0,-3-2-83 16,0 3-256-16,-2-7-696 0,1 1 308 0</inkml:trace>
  <inkml:trace contextRef="#ctx0" brushRef="#br0" timeOffset="29473.94">16537 2782 45 0,'1'-10'374'0,"1"4"-13"0,-2-2-12 0,1 5-42 16,0-2-22-16,-1 0-33 0,0 5-45 0,2-7-7 15,-2 7-35-15,0 0-36 0,0 0-14 0,0 0-13 16,3 17-10-16,-3-2-13 0,-1 3-8 0,0 8-9 16,-3 6-4-16,-1 12-2 0,-3 4-7 0,1 1-11 15,-2-1 8-15,-4 4-9 0,3-4-4 0,-1-2-2 16,6-11 4-16,-2-1 1 0,0-2-9 0,3-2-4 15,-1-5 1-15,4-5 4 0,-3-3-10 16,2-7 1-16,0 1-1 0,2-3 0 0,0-2-15 0,0-2 24 16,-1 1 1-16,1-5 26 0,0 7 19 0,0-7 21 15,0 0 8-15,0 0-26 0,0 0-51 0,0 0-22 16,0 0-17-16,-5-20-17 0,5 10-42 0,-3-4-35 16,2-1-29-16,-4-3-15 0,1 0 2 0,-4 1 10 15,3 0 14-15,-5 1 12 0,1-1 8 0,-1 4 16 16,-3 0 16-16,2 1 18 0,-5 0 12 0,1 1 16 15,2 6 15-15,2-1 7 0,-1-1 15 0,2 1 7 16,4 4 10-16,-1-1 2 0,1-1-4 0,-2 1-5 16,8 3-5-16,-9-3 2 0,9 3-3 0,-5-3-1 15,5 3 3-15,0 0 7 0,0 0 4 0,0 0 3 16,40 0-5-16,-8-1 4 0,2-2 0 0,6 3-10 16,16-5 5-16,-5 2 1 0,-11 1-7 0,-5 0 0 15,0-3 1-15,-2 4-1 0,-1-3-5 0,-13 2 0 16,-2 1-17-16,-4 0-10 0,-3 1-13 0,-2 0-14 15,-3-3-8-15,-5 3-26 0,0 0-34 0,0 0-28 16,0 0-37-16,0 0-34 0,-36-2-204 0,14 0-445 16,3-1 198-16</inkml:trace>
  <inkml:trace contextRef="#ctx0" brushRef="#br0" timeOffset="29824">16914 2988 2826 0,'4'-4'219'0,"2"0"-93"0,-6 4-19 0,8-5-19 15,-8 5-34-15,4-3-20 0,-4 3-13 0,0 0-4 16,9-2-15-16,-9 2 7 0,15 5-1 0,-6 2-5 16,0 0 2-16,5 3 2 0,-5 5-1 0,3-1-2 15,-2 3 5-15,-1-1-4 0,-2 2 4 0,-3 2-1 16,1-3 3-16,-1 2-7 0,-4-2 3 0,0 1-2 15,-3 0 2-15,2-4-2 0,-4-2-1 0,1 0 4 16,2-4 1-16,1-1 1 0,-2-2 2 0,2 2 10 16,1-4 12-16,0-3 17 0,-3 4 33 0,3-4 26 15,0 0 28-15,-1 7 31 0,1-7 25 0,0 0-2 16,0 0-49-16,0 0-24 0,0-19-17 0,1 10-10 16,2-2-13-16,2-6-10 0,1 0-14 0,0-1-23 15,2 1-5-15,1-3-19 0,-1 3-34 0,-1 3-15 16,1-2-30-16,0 4-50 0,-3 2-37 0,4 1-48 15,-3 3-49-15,-2-1-69 0,0 3-74 0,0-2-231 16,-4 6-680-16,5-5 301 0</inkml:trace>
  <inkml:trace contextRef="#ctx0" brushRef="#br0" timeOffset="31042.46">17605 3010 65 0,'2'-7'323'0,"-1"3"-17"16,-1 1-24-16,0-1-25 0,3 1-29 15,-3 3-25-15,0-7-26 0,0 7-22 0,-12 0-18 16,12 0-17-16,-24 12-8 0,6-2-16 0,1 2-9 16,-4 5-11-16,-2 3-5 0,2 1-10 0,1-2-7 0,-2 1-6 15,4 2-2-15,5-6-5 0,0-1-7 16,0 7-2-16,2-8-6 0,6 1-1 0,0-4-10 16,0-1 4-16,1-4 2 0,-1 0 4 0,5-1 14 15,-4 0 14-15,4-2 22 0,0 0 21 0,0-3 2 16,0 0-3-16,14-3 5 0,-1 0-8 0,-1-1 20 15,4-2-16-15,-3 0-5 0,3 0-2 0,0 0-8 16,0 0-5-16,-3 1-14 0,-3 1 3 0,1-1-13 16,0 1-7-16,-1 3-11 0,-1-3-6 0,3 1-1 15,-1 3 1-15,-6-1-5 0,3 1-29 0,1 0 11 16,-3 1-14-16,2-1-18 0,1 3-33 0,1 1-28 16,2 0-50-16,-3-1-57 0,-2 0-64 0,4 4-93 15,-6-5-243-15,0 1-646 0,-5-3 286 0</inkml:trace>
  <inkml:trace contextRef="#ctx0" brushRef="#br0" timeOffset="31342.17">17779 3081 2199 0,'8'-15'141'0,"-3"-1"25"0,3 1 1 16,1 1-8-16,-7 3-23 0,5 2-19 0,-5 2-24 15,5 2-26-15,-2 0-19 0,1 1-2 0,0 4-13 16,2 0-4-16,1 0-1 0,2 7-3 0,-2 0 1 15,4 5-2-15,-3 0 2 0,-1 2-6 0,0 2 0 16,0 2-3-16,-4-3 2 0,1 4-4 0,-3-1 1 16,1 2-6-16,-4-2 3 0,0 1 1 0,-1-2-1 15,1-1 0-15,-4-3 1 0,4-3 0 0,-4 0 0 16,4-5-3-16,-2 2 9 0,0-2 24 16,2-3 37-16,-1 1 37 0,1 2 36 0,0-5 34 15,0 4 29-15,0-4 0 0,0 0-51 0,0-12-26 16,1 3-17-16,3-1-10 0,-2-2-16 0,5-6-30 0,-2 0-32 15,5-5-36-15,-1-3-48 0,3 0-45 0,3 1-51 16,-2-1-64-16,1 3-62 0,-5 6-81 16,1 4-384-16,2 0-796 0,-4 1 352 0</inkml:trace>
  <inkml:trace contextRef="#ctx0" brushRef="#br0" timeOffset="31875.68">18115 3035 413 0,'0'0'421'0,"-1"3"-25"16,1-3-50-16,0 0-18 0,0 0-31 16,0 0-32-16,0 0-30 0,0 0-31 0,0 0-17 15,4 6-31-15,2-2-20 0,-2-2-32 0,5 5-27 16,2-2-33-16,-1 2-16 0,2-1-16 0,-3-2-15 16,4 4-11-16,-3-4-11 0,2 1-4 0,-2 2-2 15,0-4 3-15,-1 0 2 0,0-2 2 0,1 2 7 16,-3-3 6-16,0-3 13 0,-7 3 12 0,12-1 13 15,-5-4-3-15,1-3 26 0,-1 3 12 0,0-5 10 16,-1 5 3-16,-3-1 11 0,4-2 11 0,0 1 2 16,-4 2 8-16,-1 2-2 0,2-1-14 0,-4 4-6 15,5-5-12-15,-5 5-15 0,0 0-4 0,4-3-29 16,-4 3-18-16,0 0-7 0,9 8-3 0,-4 4 2 16,-1 3-4-16,2 3 2 0,-2 8-6 0,-3 6 7 15,2 2-9-15,-3 0 8 0,-8 15-5 0,-2-2-3 16,-3 0 4-16,-4-5 4 0,4-8-10 0,-4-2 13 15,0-3-3-15,-2 3 0 0,3-10 2 0,-5 1-6 16,5-5-2-16,4-2-13 0,2-8 22 0,1 0 12 16,1-2 21-16,3-2 38 0,0-2 41 0,-2-3-9 15,7 1-6-15,-11-8 17 0,7-1 17 0,3-1-6 16,2-8-13-16,5-3-16 0,10-6-15 0,2-5-8 16,20-10-11-16,3-2-8 0,19-20-12 0,4 3-15 15,-1 2-9-15,2 2-5 0,-19 19 2 0,4 1-6 16,2 3 2-16,-6 4 2 0,-13 10-1 0,-1 3 5 15,-4 5 5-15,-6-3-3 0,-4 9-1 0,-9 0-3 16,-4 4-3-16,5-2-8 0,-6 4-35 0,3-3-52 16,-5 2-73-16,-2 1-25 0,0 0 12 0,-6 9-46 15,-12 4-70-15,-7 4-98 0,1-2-379 0,-3-1-825 16,8-3 365-16</inkml:trace>
  <inkml:trace contextRef="#ctx0" brushRef="#br0" timeOffset="35159.5">20376 2920 90 0,'0'0'185'0,"-7"-3"-22"16,7 3-21-16,0 0-12 0,0 0-25 0,0 0 1 15,0 0-14-15,-5 4-5 0,5-4-14 0,-4 3-5 16,4-3-3-16,0 0-11 0,0 0-7 0,-5 2-4 16,5-2-6-16,0 0-1 0,0 0-2 0,0 4 6 15,0-4-10-15,0 0 7 0,0 0 0 0,0 0-1 16,0 0-5-16,0 0 1 0,0 0-1 0,0 0-7 16,21-5 1-16,-16 1 5 0,0 2 15 0,0 0 11 15,0-1 12-15,-1-1 12 0,0 3 13 0,-4 1 12 16,1-2 4-16,-1 2 1 0,4-2-4 0,-4 2 2 15,4-5-7-15,-4 5-12 0,0 0-11 0,4-1-11 16,-4 1-18-16,0 0-7 0,0 0-17 0,-21-1-6 16,7 5-4-16,-1-1 0 0,-6 0-4 0,2 3-2 15,-3 2-2-15,-6 0 2 0,-1 4-4 0,0 1 4 16,-1 4-6-16,2-1 1 0,0 5-1 0,1-3 1 16,3 4-3-16,0-1 0 0,3 1 1 0,3-1-19 15,7 1-9-15,2-3 29 0,1 0-5 0,7 0-4 16,5-1-2-16,2-2 5 0,7 2-1 0,9-2 3 15,6 1 0-15,6-6 0 0,20 0 1 0,-2-4 5 16,9-4-3-16,7-3 1 0,26-4-1 0,-30 0-6 16,31-8-16-16,-31 3-6 0,-2 0-12 0,-5-2 3 15,3-3-5-15,-5-3 2 0,-3 0 1 0,-16 2 2 16,-3-2 2-16,2-3 4 0,-7-1 3 0,-1 3 19 16,-7 0 32-16,-7 3 15 0,-5 2 16 0,1-3 6 15,-7 5 2-15,-1-5-5 0,-2 5-6 0,-5 3-7 16,-2-3-11-16,-2 3-5 0,-5 2 0 0,-5 2-7 15,-9 2 6-15,-2 4-13 0,-1 3 0 16,-1 8-3-16,-2 0 2 0,1 2-4 0,5 0-3 0,-3 4 0 16,5 1 2-16,4-1-11 0,0 0-11 0,9-3-10 15,3 1-8-15,3-1 1 0,5 1 1 0,3 0 3 16,7 0 5-16,8 4 1 0,4-9 6 0,8-1 2 16,5-2 3-16,4-2 0 0,2-4-1 15,15-1 1-15,-19-5 2 0,4-1-2 0,-2-1-1 16,0-2 1-16,-7-3-3 0,-5-2 5 0,0 0-1 15,-8 3 5-15,-2-5 2 0,0 1 2 0,-5-1 1 0,-1-1-2 16,-2-2 1-16,-6 7 0 0,-1-7 2 16,-7 6-1-16,3-3-3 0,-5 1 0 0,-3 0-3 15,-1 1 3-15,-2 3-1 0,-1 3-9 0,-2-1-9 16,1 5-10-16,-3-2-16 0,1 4-19 0,1 1-32 16,0 2-17-16,6-1-52 0,0 2-39 0,2 1-222 15,4 1-461-15,1-3 205 0</inkml:trace>
  <inkml:trace contextRef="#ctx0" brushRef="#br0" timeOffset="35575.6">21462 3004 386 0,'1'-3'414'0,"2"-2"-27"0,-3 5-62 0,1-7-15 15,-1 7-30-15,4-5-34 0,-4 5-18 0,1-4-58 16,-1 4-44-16,0 0-11 0,0 0-14 0,0 19-11 16,0-8-5-16,-1 5 1 0,-3 1-20 0,3 1-10 15,-7 8-2-15,3 0-6 0,-4 0-6 0,0-1-9 16,1 2 4-16,-1-5-14 0,5-1-7 0,-2-5-7 16,4-3-9-16,-1-4 3 0,-1-1-2 0,4-1 6 15,-4-2 23-15,3 0 22 0,1-5 46 0,0 7 29 16,0-5 37-16,0-2 7 0,0 0-29 0,12-14-13 15,-1 6-11-15,-2-4-12 0,8-1-10 0,-1-7-21 16,1 1-2-16,2-2-9 0,2 3-5 0,-5-1-8 16,-2 4-8-16,-1 2 1 0,-5 4-9 0,3 0 0 15,-4 1-2-15,-2 1-7 0,1 2-6 0,-2 1-1 16,-2 1-15-16,2 1-14 0,-1-1-15 0,-3 3-30 16,6-3 4-16,-6 3 2 0,7 7 4 15,-1-1-5-15,-1 1-5 0,2 1-19 0,0 1-19 0,1 0-27 16,3 6-28-16,-3-1-32 0,1-1-34 0,4 1-43 15,-2-3-60-15,0 2-320 0,-4-8-688 0,2 0 305 16</inkml:trace>
  <inkml:trace contextRef="#ctx0" brushRef="#br0" timeOffset="35908.33">22024 2922 262 0,'4'-2'373'0,"-3"-1"-30"0,-1 3-32 0,4-9-32 16,-3 8-32-16,-1 1-46 0,0-2-32 0,0 2-30 16,0 0-14-16,0 0-10 0,-6 9-12 15,-2-1-10-15,-2 2-9 0,2 0-8 0,-5 6-6 16,1 1-3-16,0 0-14 0,1-3-8 0,-2 8-2 16,5-6-4-16,-2-2-2 0,4 3-5 0,2-5-11 15,3 0-4-15,1-1 0 0,0 4-4 0,1-5 5 16,4 4-3-16,7 0-5 0,-2-1 0 0,0-1 1 15,5-2-3-15,1-1 2 0,-6-2-2 0,3 1 2 16,-6-2-5-16,4 0-1 0,-5-1-11 0,-2 0 0 16,0-3-2-16,1 0-2 0,-3 1 1 0,-2-3 3 15,-2 7 0-15,-1-5 3 0,-7 1 3 0,-3 2 2 16,-5 0-4-16,-2-1-3 0,0 0-14 0,0-3-25 16,-3 2-34-16,3-1-45 0,-1-1-48 0,-2-1-59 15,2-3-227-15,0-5-494 0,6 6 219 0</inkml:trace>
  <inkml:trace contextRef="#ctx0" brushRef="#br0" timeOffset="37589.46">22391 2842 2721 0,'0'-12'190'0,"0"2"-8"0,0 0 19 15,0 0 2-15,1 3-23 0,0 1-28 0,-1 0-27 16,0 1-36-16,0 1-20 0,0 4-17 0,0-5-18 16,0 5-44-16,0 0 5 0,0 0 3 0,0 0-16 15,3 17 16-15,-2-5 3 0,1 5-3 16,-5 7-1-16,3 2 7 0,-1 2-1 0,-1 7-3 16,1-1 7-16,0 0-3 0,-2-5-4 0,1 5-2 15,2-4-5-15,-1-3-6 0,-2 1-5 0,3-11-5 16,0 1 3-16,0-7-1 0,0 1 4 0,0-1-11 0,0-5 8 15,-1 2 5-15,1-4 8 0,0-1 7 16,0 2 23-16,-2-1 14 0,2-4-2 0,0 0-13 16,0 0-5-16,-16-9-4 0,7 3-4 0,-3 0 3 15,2-3 4-15,-4-2-14 0,-3-1-11 0,2 2 4 16,-8-3 2-16,5 4-6 0,-6-3 6 0,5 6-1 16,-2-2-5-16,5 0 0 0,0 2-11 0,6 3 19 0,1-1 2 15,3 1 11-15,-2 1 13 0,3-1-22 16,5 3-1-16,0 0-5 0,-1-5-8 0,1 5 7 15,20-3-5-15,1-1-3 0,9 2-10 0,5-1-11 16,5-1-9-16,13-1-2 0,5-1-2 0,-2 4-1 16,1-3 2-16,-2 1 0 0,-1 1 5 0,-14-3 5 15,-2 4 3-15,-4-2 3 0,1-1 5 0,-15 2 0 16,1 1 17-16,-3-3 32 0,-8 3 31 0,0-3 35 16,-2 4 21-16,-2-3 6 0,-1 4-5 0,-5 0-15 15,6-4-11-15,-6 4-14 0,1-6-18 0,-1 6-5 16,0 0-11-16,-10-7 0 0,3 5-12 0,7 2-5 15,-18 1-4-15,7 3 1 0,-1 0-1 0,1 2-4 16,-6 1 1-16,-1 0-1 0,4 5-6 0,-2-5-4 16,-1 5 2-16,4 0 5 0,4-5-17 0,-3 6-28 15,2-1-7-15,3-3-11 0,3 2 3 0,0-5 2 16,0 1 0-16,3-2 6 0,0 0 1 0,0 2 19 16,2-2 0-16,0-2 15 0,4-2 0 0,-1 1 14 15,2-2 2-15,-6 0 11 0,15-3 13 0,-5-1 3 16,-1-2 6-16,1-1 3 0,1 0-3 0,-2-3-4 15,2-2 3-15,-1 4-2 0,0-4 5 0,0-2-3 16,-5 5-2-16,3 0 3 0,-2 1 4 0,-2 2 3 16,-1 0 1-16,-2 0-7 0,3 3-9 0,-3-1 1 15,-1 4-11-15,5-7-24 0,-2 5-21 0,-3 2-25 16,0 0-51-16,0 0-25 0,2-3 13 0,-2 3 15 16,0 0 8-16,7 10-1 0,-5-5-3 0,1 2 1 15,3 0-4-15,2 1-2 0,-1 0 1 0,4 0-10 16,4-1-10-16,-3 1 0 0,4 0 5 0,0-4 2 15,1-1 14-15,-4-2 8 0,1-1 9 0,0-1 16 16,-5-2 28-16,4 1 31 0,-3 1 30 0,-1-5 28 16,0-4 29-16,0 3 20 0,0-4 19 0,1 1 6 15,-2-5 4-15,1 0 10 0,-3 5 10 0,-2-1 7 16,2 2 11-16,0 1 12 0,-5 2-6 0,3 3-17 16,-3-2-14-16,0 2-16 0,-1 3-17 0,3-5-13 15,-2 2-15-15,-1 3-31 0,3-3-27 0,-3 3-44 16,0 0-25-16,0 0-11 0,0 0 9 0,0 0-1 15,-3 22 8-15,-2-8 4 0,1-1 6 0,0 4 6 16,-1 2-20-16,-2 5-16 0,3-6-9 0,0 1-19 16,0-5 1-16,1 0 0 0,1-3-2 15,1-2 7-15,1 0 0 0,-2-3 9 0,1 0 24 0,1-1 17 16,0-5 38-16,-1 4 26 0,1-4 34 0,0 0-9 16,0 0-7-16,15-8 2 0,-7 1-2 0,1 0-4 15,-2-2-1-15,5-5-1 0,2 4-5 16,-4-3-5-16,3-2-5 0,-2 5-2 0,1-4-3 15,1 1-7-15,-3 4-2 0,-5 2-6 0,-1 1-7 16,4 3 3-16,-5-1-6 0,1 1-12 0,1-1-24 0,-5 4-16 16,11 0 3-16,-11 0-3 0,14 2-14 0,-4 1-19 15,1 3-10-15,1 0-15 0,-2-3-9 0,4 4-6 16,0 0-5-16,3-1-7 0,-2 0-10 16,0 3-4-16,-2-8 6 0,1 1-3 0,-1-2 6 15,1-2 11-15,-4 0 15 0,2-2 12 0,-1-1 10 16,-2-3 22-16,-1 0 26 0,0 1 26 0,-2-5 23 15,2-5 17-15,-2 6 31 0,1-5 15 0,0-1 12 0,0-2 14 16,-2 2 19-16,1 0 4 0,-1-3 4 0,4 0-5 16,-3 2 12-16,-2 3 4 0,-1 3 7 15,1 3-1-15,-2 1-12 0,0 2-11 0,0 1-26 16,0 1-9-16,-1 0-42 0,1 2-34 0,-2 2-53 16,0 0 2-16,0 0 4 0,0 0 6 0,3 14 13 15,-3-4-5-15,-2 8 0 0,1-1 4 0,-2 3 8 0,1 7-3 16,0-1 18-16,0 3-18 0,1 0-10 15,0-3-13-15,0-1-5 0,-2 1-7 0,2-11-2 16,-2 3-6-16,2-6 8 0,-2-1 6 0,3-3 4 16,-1-3 7-16,0 0 11 0,1 2 13 0,-3-5 15 15,3-2 15-15,-6 0-2 0,6 0-7 0,-13-5 0 16,4 1-15-16,-1-4 12 0,0 2 1 0,-3-5-1 16,-4 0-6-16,4 0 5 0,-1-1 2 0,4 2-6 15,1 1 1-15,0 1 10 0,4 0 21 0,1 2 1 16,-1 1-8-16,5-4-17 0,0 3-18 0,5-3 1 15,6 0 0-15,6 0-8 0,5 1-13 0,5-2-5 16,7-1 1-16,2 2 0 0,3 1 1 0,10-5-1 16,3 3-3-16,-13 5-3 0,1-1 1 0,12-3 2 15,-14 2 3-15,1 3 1 0,-6-4 8 0,0-2 4 16,-3 4 3-16,-10 1 20 0,-1 0 16 0,-6 2 18 16,-3-1 21-16,3 1 10 0,-8-2 6 0,3 2 16 15,-6-1-7-15,3 2-20 0,-2-1-2 0,-3 3-22 16,-3-4-5-16,3 4-8 0,-10-3 2 0,0 3-5 15,-4 0-5-15,5 2-8 0,-6 1 5 0,-2-1-12 16,-1 5-1-16,2-2 1 0,0 4 5 0,1-2-12 16,1 4 2-16,1 0 1 0,4 2 4 0,0-1-14 15,4 3 3-15,1 0 6 0,4 3-3 0,0 3 7 16,8 2-4-16,2 1-18 0,2-8 27 0,5 8 1 16,0-2-5-16,5 1 2 0,-2-5-2 0,-6-4 4 15,2-1-7-15,-7-2-5 0,-3-1 5 0,1-3-8 16,1 1-25-16,-6-4-21 0,0 3 6 0,-6-2 11 15,-6 2 9-15,-5-1-14 0,-11 1-34 0,-7-1-77 16,-4-4-105-16,-18-2-399 0,0-3-711 0,3-6 314 16</inkml:trace>
  <inkml:trace contextRef="#ctx0" brushRef="#br0" timeOffset="39408.51">3376 5020 31 0,'2'-3'318'0,"-2"0"-21"0,0 3-18 16,-2-7-19-16,2 7-11 0,-2-3-29 0,2 3-20 15,0 0-22-15,-1-4-17 0,1 4-23 0,0 0-16 16,0 0-24-16,0 0-28 0,0 0-15 0,0 0-7 15,0 0-5-15,-3 18-3 0,2-7-7 0,1 1-2 16,0 1-2-16,-2 2-5 0,0 2-1 0,1-1-4 16,0 2 2-16,-1-3-7 0,1 4 2 0,0-6-1 15,1-1-1-15,0 0-3 0,0-1 0 0,0-2 1 16,-1-2-6-16,1-1 1 0,0-1 2 0,0 1 1 16,1-1-2-16,-1-3 0 0,0-2 0 0,1 5 1 15,-1-5 1-15,5 2-2 0,-5-2 2 0,17-7-5 16,0 0 4-16,0-3 0 0,5-4-4 0,1-1-2 15,-1-2 2-15,0 0 0 0,-2-3-1 0,2 2-4 16,-6-2 4-16,4 2 0 0,-5 3 14 0,-4 2 17 16,1 0 14-16,-6 4 17 0,3 0 20 0,-4 2 7 15,-1 1 19-15,0 1 2 0,0 1-6 0,2 1-16 16,-5-1-9-16,2 1-12 0,-3 3-12 0,5-4-14 16,-5 4-19-16,3 0-27 0,-3 0-19 0,0 0-1 15,1 7 3-15,0-1 4 0,-1 0-5 0,0 6 6 16,0 0-3-16,0 3 3 0,0 0 3 0,3 0 3 15,-3-2 0-15,0 4 2 0,0-5-4 0,1 5 1 16,-1-5 3-16,0 0 4 0,0-2 3 0,0 0-2 16,0-5 3-16,3 2-8 0,-3-2 5 0,1 0-13 15,-1-1 6-15,0-1-5 0,0-3 0 0,0 5 6 16,0-5-6-16,0 4 5 0,0-4 1 0,0 0-17 16,0 0-49-16,0 0-59 0,0 0-58 0,3-16-73 15,-3 11-296-15,-3-5-604 0,3-2 268 16</inkml:trace>
  <inkml:trace contextRef="#ctx0" brushRef="#br0" timeOffset="39591.5">3717 4763 346 0,'-4'-2'392'0,"4"2"-27"15,-1-4-27-15,-2 1-36 0,3 3-27 0,0 0-29 16,0 0-35-16,-2-3-43 0,2 3-32 0,0 0-48 15,0 0-47-15,0 0-58 0,0 0-65 0,0 0-37 16,0 0-35-16,0 0-45 0,0 0-191 0,5 10-422 16,-5-5 187-16</inkml:trace>
  <inkml:trace contextRef="#ctx0" brushRef="#br0" timeOffset="39921.86">3474 4801 179 0,'0'0'344'0,"-5"-1"-10"0,5 1-15 16,0 0-36-16,-4-4-26 0,4 4-29 0,0 0-29 16,0 0-29-16,0 0-38 0,0 0-36 0,0 0-44 15,0 0-58-15,0 0-52 0,0 0-42 0,0 0-55 16,0 0-224-16,0 0-412 0,0 0 183 0</inkml:trace>
  <inkml:trace contextRef="#ctx0" brushRef="#br0" timeOffset="40591.54">3221 4746 95 0,'-22'17'117'15,"2"4"-6"-15,2 4-4 0,-4 2-15 0,3 4-3 16,-5 10 4-16,2 2 5 0,3 3-6 0,2-12-7 16,3 13-9-16,-4-4-6 0,8 4-6 0,0 1-9 15,6-12 1-15,1 9-6 0,2-8 8 0,2-3 3 16,3-3 2-16,5 3 5 0,0-4 10 0,4-1-3 16,2-3 2-16,2-3 4 0,5-2 1 0,2-2 2 15,4-4 1-15,5-3 5 0,3-3-3 0,14 0-2 16,2-8-3-16,3-4-6 0,1-4-6 0,3-3-2 15,0-5 5-15,0-2 2 0,-6 1 3 16,1-3 3-16,-4-5 5 0,0 2 10 0,-6-8 5 0,-3 2 7 16,-12 1 7-16,10-4 7 0,-3-4-3 0,-4 0-2 15,-3-6-5-15,-6-1-10 0,-4-1-6 0,-5-4-13 16,-3-3-12-16,-5-1 5 0,-7 1-19 0,-7-2 1 16,-1 4 8-16,-10 3 6 0,2 13-4 0,-8-7-8 15,0 11-7-15,0 5-3 0,-4 2-24 0,-6 5-13 16,-12 0-22-16,-10 6-29 0,-5 11-27 0,-29 10-34 15,-2 7-25-15,6 3-38 0,27-1-38 0,-27 13-42 16,35-11-73-16,-2 3-302 0,22-5-669 0,7 1 297 16</inkml:trace>
  <inkml:trace contextRef="#ctx0" brushRef="#br0" timeOffset="41110.46">5415 4816 208 0,'-4'-7'343'0,"0"3"-18"0,3 0-14 0,-3-1-18 15,4 5-23-15,-4-4-24 0,4 4-30 0,-1-5-23 16,1 5-20-16,0 0-29 0,-4-3-30 0,4 3-36 16,0 0-9-16,-1 11-10 0,-4-1-5 0,2 6-5 15,-2 2-6-15,0 8 5 0,1 0-6 0,-1 1 1 16,-4 1-17-16,4 0 0 0,-1 2-4 0,1 0 0 15,-1-5-1-15,1 2-5 0,0-2-1 0,3-6-13 16,-1 1-24-16,-1-3-23 0,2-3-25 0,-2-1-31 16,1-3-28-16,-1 2-36 0,2-8-45 15,-3 1-60-15,1-2-141 0,-1 0-443 0,1-3 196 16</inkml:trace>
  <inkml:trace contextRef="#ctx0" brushRef="#br0" timeOffset="41524.21">5242 4769 16 0,'0'-12'284'0,"3"1"-21"16,0 1-24-16,-1 1-23 0,3-1-23 0,2 3-18 15,0-1-19-15,2 2-18 0,8-2-14 0,1 6-13 16,1-1-4-16,0 1-16 0,13 4-9 0,-10 0-5 16,-2 1-15-16,1 4-11 0,-2 0-10 0,0 1-10 15,-4 2-13-15,-1 2-7 0,-1-1-5 0,-5 0-4 16,-4 6-3-16,-1 0 1 0,-3 2-4 0,-6-1 1 15,-4 7 1-15,-2-3-2 0,-4-2-2 0,-1 1 2 16,-3-4 4-16,-2-1-1 0,5-3 4 0,2 2 1 16,-2-3 0-16,3-1 4 0,4-3-5 15,0 1 6-15,2-3-8 0,3 3 0 0,0-4 0 16,4 1-1-16,1-2 11 0,2 1-2 0,3-1-1 16,7 1 0-16,-1 0 2 0,6 1 0 0,5 0 1 0,-2-1-3 15,9 2 1-15,0 1-1 0,-10-3-2 16,1 2-2-16,2-1 0 0,-3 2-9 0,-1 0 9 15,0 1-3-15,-7-2 4 0,1 2 2 0,-4-3 0 16,-2 4 3-16,-1-1 9 0,-2-2 4 0,-3 1 9 16,-4 1 2-16,-4 1-1 0,2 0-3 0,-7 2 4 0,-1-2-8 15,0 2-4-15,-4-5-4 0,1 3-3 0,0-1-20 16,-1-1-35-16,-2-6-45 0,1 2-46 0,7-1-53 16,0 0-230-16,-2-4-447 0,9-3 198 15</inkml:trace>
  <inkml:trace contextRef="#ctx0" brushRef="#br0" timeOffset="42044.01">5791 4920 152 0,'2'-2'363'0,"-2"2"-38"0,4-2-34 16,-3-3-28-16,-1 5-26 0,0 0-36 15,0 0-22-15,0 0-25 0,0 0-19 0,9 5-10 0,-6 0-13 16,3 4-11-16,-2-1-15 0,2 3-17 0,2-1-17 15,2 2-24-15,2 3-10 0,-2-1-13 16,4-4-13-16,-5 0-7 0,1-1-9 0,2-1-7 16,-2-1-3-16,0-1-1 0,0-3 3 0,-1 0 3 15,-1-2 1-15,1-1 9 0,-4-3 1 0,3 1 14 0,-2-1 20 16,2-5 18-16,-1 1 9 0,-1 0 12 0,0-2 9 16,-1-2 10-16,0 4 11 0,1-2 11 0,-2 3 8 15,0 0 5-15,0 1 1 0,-4 2-25 0,4-1-12 16,-4 0-8-16,4 0-15 0,-4 4-13 15,0 0-17-15,0 0-9 0,15 12-2 0,-10-4-4 16,3 5-5-16,0 4 6 0,-1 3-6 0,2 4 3 16,-2 1-3-16,-4 4 4 0,0 5-1 0,-4-5 0 15,-2 7 3-15,-3-1-6 0,1-2-5 0,-7 2-6 16,2-1-1-16,-3-4 1 0,-1-3 1 0,5-10 0 16,-3-1 7-16,2-7 3 0,4-1 15 0,-3 0 9 0,-1-6 14 15,3-2 13-15,7 0 24 0,-9-10 2 16,6 1-1-16,0-8-7 0,6-3-1 0,6-6 2 0,1-3-5 15,6-2-17-15,10-11 3 0,5-2-9 16,3-2-1-16,2 1-7 0,1-1 1 0,8 5 10 16,-8 4 10-16,-4 3 7 0,-7 10 10 0,-5 5-5 0,-7 4-2 15,0 3 6-15,-6 5-4 0,0 0-4 0,-1 0-8 16,-2 4-11-16,-1-1-10 0,0 1-34 16,-1 1-44-16,1-1-67 0,-4 3-82 0,0 0 13 15,0 0-20-15,2 12-51 0,-2-6-75 0,-8 2-342 16,5 0-721-16,-1-1 319 0</inkml:trace>
  <inkml:trace contextRef="#ctx0" brushRef="#br0" timeOffset="43061.62">7026 5050 30 0,'0'0'220'0,"-2"2"-23"16,2-2-14-16,0 0-19 0,0 0-12 0,-4 2-9 16,4-2-12-16,0 0-9 0,0 0-11 0,0 0-8 0,0 0-9 15,0 0-7-15,22-6-11 0,-11 0-7 16,6-2-3-16,3-2-7 0,2-4-5 0,2 2-7 16,-1-3-6-16,0-1-3 0,-1-5-4 0,0 3 0 15,-3-2 5-15,-3-1 8 0,0 1 7 0,-3-5 11 16,-4 7 9-16,-1 1 3 0,0-2 9 0,-4 4 12 15,1-1 4-15,-4 5 9 0,2 1 0 0,-3 3-6 16,0 1-13-16,-4 0-12 0,-1 2-20 0,-2-1-8 16,1 7-4-16,-8 1-8 0,-4 4-5 0,-9 7-9 15,0 3 2-15,1 1 0 0,-1 5 1 0,0 4-13 16,4 0-3-16,5-2-5 0,-1 2 6 0,6-1 13 16,-1 1-20-16,8-3-3 0,1-4-9 0,6 2 2 15,4 1 0-15,3-6-7 0,10 1 4 0,5-2-11 16,6-5-29-16,0-4-43 0,8-3-64 0,16-3-94 15,-15-4-295-15,12-4-588 0,-13 0 261 0</inkml:trace>
  <inkml:trace contextRef="#ctx0" brushRef="#br0" timeOffset="43723.46">7577 5141 121 0,'-5'0'242'16,"4"4"-18"-16,1-4-10 0,-7 2-9 0,7-2-4 0,0 0-12 15,0 0-17-15,0 0-17 0,0 0-12 16,0 0-16-16,18-11-14 0,-9 1-9 0,0 2-13 15,1-3 2-15,3-4 7 0,0 1-5 0,1-7-2 16,0-2 9-16,0-4-6 0,0 4 0 0,-1-4-6 0,-2-5-1 16,1 2 0-16,-2-2-14 0,0-5 2 15,3-9-12-15,-8 12 2 0,-1-1-11 0,0 3 0 0,-3-2 8 16,-1 2 0-16,-1 8 13 0,-3 5 7 16,1 4 6-16,2 2 1 0,-1 2-5 0,-4 1-8 15,5 6-5-15,-4-2-17 0,5 0-18 0,-5 3-15 0,5 3 0 16,-13 4-13-16,1 6 6 0,-1 4-14 15,-5 9 5-15,0 3-5 0,-1 4-2 0,-4 12 12 16,1 5-21-16,-1 0 2 0,1 3-2 0,8-4-12 16,-5-2-1-16,11-9-5 0,3-1-5 0,1-4-2 15,4-1 0-15,4-3 6 0,0-1 1 0,5-9 4 0,0 1 7 16,5-5 3-16,3 0 22 0,7-3-12 0,5-1 0 16,3-5 2-16,3-3 4 0,4-5-2 0,1-2 4 15,0-1-4-15,-2-6 2 0,-4 2-1 16,0-1 0-16,-6-1 2 0,1-2 10 0,-6 0 11 15,0-3 18-15,-2 2 6 0,-7 2 12 0,-2 1 14 0,-4-3 13 16,-1 8 9-16,-2 0 12 0,2 1 8 0,-4 1-3 16,-1 4-11-16,2-2-10 0,-1 1-17 0,-1 1-14 15,-2 3-17-15,4-2-28 0,-4 2-30 16,0 0-18-16,0 0 2 0,2 9 1 0,-4-2 2 16,1 3 10-16,0 0-1 0,-1 1 0 0,0-1 3 0,0 3 0 15,1 1 0-15,0-2-12 0,1 1 15 16,1-2-12-16,-2 0-15 0,2 0-33 0,-1-1-10 15,0-3-28-15,0-1-20 0,0-1-26 0,0-1-21 16,0 0-17-16,-1 1-13 0,1-5-39 0,-3 3-85 16,3-3-243-16,-6-10-619 0,0 5 274 0</inkml:trace>
  <inkml:trace contextRef="#ctx0" brushRef="#br0" timeOffset="43862.21">8077 4625 3028 0,'0'-16'210'0,"0"3"-24"0,0 3-18 0,0 2-4 15,1 1-29-15,0 1-32 0,1-1-28 0,-2 4-20 0,1 0-42 16,-1 3-39-16,0 0-42 0,0-5-10 0,0 5-14 16,0 0-31-16,5 11-37 0,-1-1-49 0,-2 0-63 15,-2 5-247-15,1-4-561 0,1 1 249 0</inkml:trace>
  <inkml:trace contextRef="#ctx0" brushRef="#br0" timeOffset="44617.58">8359 4788 3173 0,'5'2'287'0,"0"-1"-126"0,-1 0-66 0,-4-1-46 16,5 3-19-16,-5-3 1 0,7 1-22 0,-7-1-5 16,4 5-3-16,-2-2-5 0,-2 2 3 0,5 5 3 15,-5 2 0-15,1 4 1 0,-1 0-3 16,0 2 3-16,0 7-3 0,0-1 5 0,-1-3 15 15,-3-1-22-15,3-3 6 0,1 0-4 0,0 0-9 0,-2-5-2 16,4-1-6-16,-2-2-1 0,0-2 5 0,0-2 8 16,0 0 23-16,1-1 48 0,-1 0 37 0,0-4 22 15,0 0-7-15,0 0-11 0,17-9 3 16,-12 0-7-16,4 0-5 0,5-4-6 0,-6-2-7 16,7-6-12-16,2 2-8 0,-1-4-6 0,0 3-5 0,-4 4-19 15,0 2 10-15,-2 2-7 0,-1 3-2 0,-3 3-5 16,-2 0-7-16,0 1-3 0,-1 2-8 0,-1-2-10 15,1 3-16-15,-3 2-23 0,6 0 2 0,-6 0 2 16,5 5 2-16,0 0 1 0,1 2 5 16,-1 2 4-16,2 1 7 0,-2 0-4 0,3 5 0 0,-2-4-2 15,2 3-18-15,1-4-11 0,-4 2 0 0,3 0-2 16,-3-4 9-16,-1-2-10 0,1 0 6 16,-1-2 5-16,-2-1 14 0,-2 2 23 0,4-3 34 0,-4-2 8 15,0 0 1-15,0 0 4 0,18-10 13 16,-13 7 12-16,3-6 4 0,-2 2-1 0,2-6-7 0,1 2-8 15,0-2-14-15,0-3-2 0,1 1 3 16,-1 1-8-16,0 0-1 0,-4 6-6 0,2-3-1 0,-4 5-3 16,2 1-4-16,-4-1 0 0,2 2-2 0,0 0-7 15,-1 1-7-15,2 0-15 0,-4 3-24 0,3-3-16 16,-3 3 9-16,0 0-10 0,14 8 7 0,-8-3-9 16,3 0-17-16,1 2-15 0,-1 0-15 0,3-1-12 15,-1 2-13-15,1-2-12 0,-1 1-9 16,1-2-1-16,-2 0 1 0,3-2 9 0,-3 2 13 15,-1-3 14-15,0-1 11 0,-4-1 9 0,2-1 21 0,0-1 21 16,-2-3 28-16,3 2 22 0,-3-3 20 0,-1 0 20 16,-1-4 12-16,3 2 17 0,0 0 17 0,-2-2 16 15,-2 2 2-15,2 2 1 0,-3-1 24 0,2 3-1 16,-2-1-8-16,3 0-18 0,-4 1-11 0,0 4-9 16,1-3-21-16,-1 3-18 0,4-1-23 0,-4 1-30 15,0 0-7-15,0 0 7 0,0 11-3 0,-1-1 5 16,1 0 1-16,0-1-4 0,0 4 3 0,0 1 5 15,0-3 0-15,-3 2 1 0,6 3 9 0,-3-4-30 16,1-1-22-16,1 1-23 0,-2 0-11 0,0-4-29 16,0 4-29-16,-2-8-24 0,1 1-22 0,1 0-17 15,0-3-33-15,0-2-74 0,0 0-248 0,0 0-597 16,-12-5 264-16</inkml:trace>
  <inkml:trace contextRef="#ctx0" brushRef="#br0" timeOffset="44777.88">9026 4595 3265 0,'4'-16'340'16,"-4"4"-23"-16,0 2-27 0,0 1-56 0,0 2-23 16,0 2-64-16,0-1-31 0,0 0-29 0,0 3-21 15,0-1-37-15,0 4-49 0,0-6-65 0,0 6-41 16,6-2-18-16,-6 2-25 0,4 9-31 0,0-1-70 16,1 1-64-16,-4 2-292 0,2-2-678 0,0 1 300 15</inkml:trace>
  <inkml:trace contextRef="#ctx0" brushRef="#br0" timeOffset="46005.92">9288 4761 343 0,'0'0'501'15,"0"0"-31"-15,0 0-43 0,0 0-40 0,0 0-43 16,0 0-39-16,-9-2-40 0,9 2-25 0,0 0-40 15,-3 4-61-15,3 1 4 0,3 2-14 0,-3 2-11 16,5 2-13-16,-5 6-10 0,1 2-12 0,2 0-7 16,-2-1-17-16,-1 0-18 0,4 7-20 0,-4-11-4 15,3 3-6-15,-3-6 4 0,1-3-36 0,-1 2-2 16,4-6 11-16,-4 4-10 0,0-3 14 0,0-2 23 16,1-1 46-16,3 2 15 0,-4-4 25 0,0 0-9 15,10-6-12-15,-5 1-9 0,6-6-3 0,-4 0-9 16,2-2 5-16,3-5-10 0,2-4-4 0,0 1-4 15,0-2-13-15,-3 6 8 0,2 2-3 0,-5 1-3 16,-2 2 2-16,1 5-3 0,-4 1-4 0,1 2-1 16,1-1-6-16,-4 1-17 0,2 1-24 0,0 1-34 15,-1-1-32-15,-2 3-5 0,0 0 3 0,5 11 7 16,-2-5 17-16,-2 3 3 0,3 1 8 0,0 0-10 16,2 4-12-16,2 1-3 0,2 0-12 0,3 0-15 15,1-3-16-15,9 5-18 0,2-3-21 0,4-4-18 16,0-1-18-16,2 0-10 0,1-6-9 0,-2 0 12 15,2-6 15-15,3 3 24 0,-3-7 13 0,-4 2 22 16,-1-7 34-16,-2 2 39 0,-7-1 38 0,4-4 43 16,-8 2 27-16,0 0 25 0,-5 0 20 0,-1-4 21 15,-3 5 22-15,0 3 24 0,-1-3 9 0,-3 2-10 16,-2 2-6-16,-2 1-15 0,3 2-19 0,-5 0-20 16,-4 3-13-16,3 0-14 0,-6 4-8 0,1 0-4 15,-6 6-11-15,-1 0-4 0,0 3-29 0,-5 6 22 16,3 2-6-16,0-2-6 0,0 1-14 0,0 0-7 15,7-2-15-15,-2 0-6 0,3-2-15 0,-2-1-4 16,8-1-7-16,-2-1-7 0,4-5-4 0,0 1 7 16,0-2 14-16,3 0 4 0,-4-4 40 0,5-1-5 15,0 0-1-15,14 1 25 0,-5-3 3 0,0-5 9 16,9-3 3-16,-4 0 7 0,6 0 0 0,-3-2 0 16,-2 0-5-16,8-5-1 0,-7 4-8 0,-1 0 11 15,-1 3-20-15,1 0 2 0,-3 0-5 0,-5 5-16 16,1 0 11-16,-4 3 0 0,1-4-17 0,-1 5-10 15,0-2-18-15,2 2-23 0,-6 1 9 0,9 4 3 16,-5-3-13-16,1 6 0 0,7 0-14 0,-3 0 17 16,-3 1-12-16,4 1-19 0,2-1-17 0,2 2-13 15,-3-2-15-15,2 2-9 0,-1-4-9 0,4 0-11 16,-6-1-8-16,3 0-6 0,-3-2 0 0,2-1 2 16,-2-4 3-16,3-3 14 0,-3 0 18 0,-1 0 12 15,0-5 30-15,0-2 24 0,1-2 34 0,-1-1 32 16,-2-2 23-16,-2-2 31 0,0 0 13 0,2-8 31 15,-2 0 5-15,1 0 26 0,-1-4-6 0,1 0 5 16,-2 2-4-16,2 0 17 0,-2 9-14 0,0 2 10 16,-1 2-4-16,0 7-12 0,-1-2-10 0,-1 5-19 15,0 0-14-15,4 0-34 0,-5 3-37 0,0 3-52 16,0 0 2-16,0 0-3 0,0 0 7 0,-5 25 1 16,1-7 6-16,2 7 20 0,-1 2 9 0,-2 2-22 15,0 1 9-15,2 2-9 0,-2-2 2 0,0-1-13 16,3 0-3-16,-1-3-15 0,2-8-3 0,0-1-4 15,-1-5-2-15,0 1-7 0,2-4 0 0,0-1-3 16,0-3 16-16,-2 0 5 0,2 0 15 0,-1-2 26 16,1-3-6-16,0 0 0 0,0 0 2 0,-16-8-7 15,8 2 8-15,0-2-3 0,-2-4 3 0,-4 0 3 16,1-1-8-16,-1-2 10 0,0 4-11 0,-2-1 0 16,5 0 7-16,2 5-2 0,-1-1 2 0,4 3-2 0,-1 1 7 15,3-1 3-15,1 2-5 0,1 1-2 0,2 2-7 16,0-7 2-16,8 4 2 0,4-2-2 15,7 1-1-15,10 0 0 0,2-1 6 0,2 0-10 16,5 2 4-16,16 0-5 0,-3-3 5 0,-10 5-1 16,10-3-3-16,-16 1 9 0,-2 1-6 0,1-2 4 0,-6 1 6 15,-6-1 11-15,-5 2 19 0,-3 2 15 16,-4-3 11-16,2 1 31 0,-5 2 18 0,-3-2 4 16,2 1-5-16,-2 0-3 0,-4 1-12 0,12 0-6 15,-12 0-10-15,0 0-11 0,7 0-19 0,-7 0-15 16,0 0-39-16,3 6 18 0,-3-2 1 0,0 1-3 0,-1 2-5 15,1 2 5-15,-2 1-1 0,2-1 5 16,2 3-2-16,-4 0-9 0,0-2-18 0,-1 2-20 16,1-2-22-16,-1 0-26 0,2-1-25 0,0 1-23 15,-1-3-27-15,1-3-29 0,0 2-28 0,1-1-33 16,-1-3-21-16,1-2-313 0,-4 2-632 0,4-2 280 0</inkml:trace>
  <inkml:trace contextRef="#ctx0" brushRef="#br0" timeOffset="46149.77">10683 4556 268 0,'-1'-8'373'0,"1"2"-29"0,0 2-34 0,0 0-29 0,0 4-30 15,0 0-34-15,1-8-46 0,-1 8-44 0,0 0-49 16,2-2-29-16,-2 2-43 0,0 0-59 16,0 0-73-16,17 14-94 0,-11-10-126 0,0-3-376 15,1 4 167-15</inkml:trace>
  <inkml:trace contextRef="#ctx0" brushRef="#br0" timeOffset="46490.66">11022 4630 204 0,'0'0'250'0,"-23"3"-17"0,14-1-17 0,0 3-23 15,-4 2-17-15,2 3-18 0,-4 1-14 0,1 2-13 16,2 1-15-16,-7 6-9 0,7-4-11 15,1 2-6-15,3-1 3 0,-1 0-6 0,2 0-3 16,0-1-4-16,6-6-4 0,0 3 1 0,2-2-5 16,0-1 7-16,3 0-5 0,5-2 2 0,1-2-9 0,2-1-6 15,7-5-7-15,0 1 2 0,2-4-10 16,0 0-3-16,-2-3 0 0,-1 1 16 0,0-1 6 16,-4-5 11-16,0 3 6 0,-1-4-2 0,1-3-7 15,-6 6-3-15,-2-7 2 0,1 0-15 0,-4 2-8 16,-3-2-7-16,0 0-5 0,-1 4 5 0,-1-4-11 0,-5 6-18 15,2-2 10-15,-3 1-22 0,1 4-7 16,-5 0-23-16,2 2-22 0,-4 2-19 0,-3 1-26 16,3 0-20-16,1 5-41 0,2-2-34 0,1 3-38 15,-2 0-53-15,-2 1-207 0,10-1-528 0,2-1 235 16</inkml:trace>
  <inkml:trace contextRef="#ctx0" brushRef="#br0" timeOffset="46771.46">11269 4671 217 0,'0'0'374'0,"5"2"-28"0,-5-2-35 0,0 0-36 15,6 1-28-15,-6-1-33 0,0 0-16 0,5 4-24 16,-5-1-15-16,0 2-16 0,-2 0-19 0,-2 4-7 16,0-2-6-16,0 3-9 0,3-3-16 15,-3 1-4-15,4-1-25 0,-4-3-13 0,3 3-8 16,1-4-7-16,-1 2 13 0,1-5-3 0,0 5 24 0,0-5 32 15,0 5 39-15,0-5 8 0,0 0-18 16,0 0-13-16,20-10 8 0,-8 5-6 0,-2 2-14 16,3-1-9-16,-2 0-11 0,2 2-12 0,-3-1-7 15,2 2-19-15,0 1-23 0,1 1-28 0,1 3-34 16,0 1-37-16,4 6-49 0,-4 0-61 0,0 1-103 0,-2 0-395 16,-2-3-747-16,-1-3 331 0</inkml:trace>
  <inkml:trace contextRef="#ctx0" brushRef="#br0" timeOffset="47539.25">12398 4652 135 0,'0'0'296'0,"0"0"-15"15,0 0-18-15,0-3-22 0,0 3-21 0,0 0-21 16,0 0-23-16,0 0-17 0,0 0-24 0,0 0-20 15,0 0-12-15,0 0-11 0,-12 15-10 0,4-6-8 16,-5 6-7-16,-5 4-9 0,0 2-6 0,4 0-3 16,-4 1-7-16,5-1-4 0,2-2 4 0,2-2-2 15,3 1 0-15,-2-2 4 0,0 0-6 0,6-2-3 16,-1-3 0-16,3 2 4 0,0-6-3 0,3 0 9 16,1 1 7-16,0-4 10 0,7 0 5 0,1-4-5 15,7-1 2-15,1-4-5 0,-1-2 0 0,7-5-5 16,-7 2 23-16,-5-1 13 0,9-5-14 0,-9 2-6 15,0-1 0-15,-5-2 13 0,0 0-10 0,0-2-5 16,-5 1-7-16,-3 2-11 0,-1-1-8 0,-3 1 1 16,1 1-9-16,-4 2-7 0,-1 3-7 0,0 1-9 15,-2 1-9-15,-3 2-1 0,-1 3-34 0,-3-1-10 16,-5 3-21-16,2 1-34 0,1 1-21 0,4 0-24 16,3 2-32-16,-1-1-30 0,3 4-24 0,3-2-37 15,3-1-280-15,3-1-591 0,0-2 262 0</inkml:trace>
  <inkml:trace contextRef="#ctx0" brushRef="#br0" timeOffset="47875.17">12748 4446 122 0,'0'-5'417'0,"3"-1"-15"0,-2 1-30 0,2 2-50 15,-2-1-34-15,-1 4-39 0,0-5-41 0,0 5-35 16,0 0-20-16,-1 16-15 0,-3-1-10 0,-4 11-17 15,1 4-8-15,-1 6-2 0,-5 12-17 0,-1 0-12 16,3 3 12-16,-4-3-14 0,4-1-3 0,3 0-6 16,5-14-14-16,0-4 7 0,4-1-17 0,2-2-6 15,-2-5 0-15,2-3-3 0,1-3 0 0,-2-8 11 16,2 6-9-16,0-4-2 0,-1-4 7 0,0-2 22 16,0 1 5-16,-2-1 67 0,-1-3-2 0,0 0-25 15,0 0-24-15,4-15-15 0,-7 6-19 0,-1-4 0 16,-6-2-11-16,-1-2-9 0,-7-4-8 0,0 2 1 15,0 0 4-15,5 3 6 0,-2 2 13 0,3 6 3 16,7 0 10-16,0 3-16 0,-1-3-15 0,2 6 2 16,4-3-22-16,1 1-20 0,9-3-21 0,16-1-26 15,11-2-36-15,22 0-63 0,34-6-79 0,2 1-106 16,-5 1-352-16,8-1-757 0,-8-5 336 0</inkml:trace>
  <inkml:trace contextRef="#ctx0" brushRef="#br0" timeOffset="48673.37">14716 4734 138 0,'-1'-9'299'15,"1"4"-8"-15,-3-1-4 0,2-2-4 0,1 4-10 16,0 0-21-16,0 4-27 0,-3-9-10 0,1 8-36 15,2 1-26-15,-9 0-20 0,-4 3-15 0,-5 6-11 16,-6 2-12-16,-5 3-11 0,0 4-7 16,-2 2-12-16,0 0-6 0,3 4-5 0,0 0-7 0,2 0-5 15,1-4-5-15,6 1-8 0,4-6-3 0,3-1-3 16,0 2-9-16,4-3-3 0,1-3-2 0,3 0-1 16,4-5 13-16,0 1 3 0,4-3 4 0,6 0 5 15,2-6 12-15,5 0-11 0,4-3 0 16,5-2 10-16,-5-1 6 0,3-2 9 0,-6 1-13 15,8-6 9-15,-8 4 18 0,-1 2 4 0,-1-2 1 0,0 2-6 16,-1 0-5-16,-5 4 1 0,-1-2-7 0,-4 6-3 16,1-3-5-16,0 3-8 0,-1-1-5 0,-1-1-7 15,-2 2-8-15,-2 2-13 0,6-1-15 0,-6 1-28 16,0 0 7-16,9 0-3 0,-5 3 2 0,1 1-35 16,5 1-29-16,-2 1-44 0,2 1-54 0,8 1-66 15,-1-1-92-15,-2-1-271 0,6-3-666 0,-6 1 295 16</inkml:trace>
  <inkml:trace contextRef="#ctx0" brushRef="#br0" timeOffset="48989.25">14996 4834 127 0,'0'0'364'16,"0"0"-44"-16,0 0-36 0,0 0-37 0,0 0-39 15,0 0-18-15,0 0-19 0,-1 11-17 0,2-6-21 16,2 1-14-16,-2 2-10 0,3 1-7 0,-3 2-16 16,3-1-6-16,0-1-6 0,-2 1-7 0,1 5-8 15,-2-5-8-15,0 3-1 0,1-3-7 0,-2 0-2 16,1 0-3-16,-1-3-7 0,0-3-1 0,0 2 0 16,1-2 12-16,-1-1 31 0,2-1 17 0,-2-2 31 15,0 0 22-15,0 0 16 0,0 0-28 0,0 0-38 16,12-16-17-16,-3 6-18 0,1-8 10 0,6-3-16 15,-1-1-23-15,5-3-27 0,1-2-32 0,-2 0-33 16,0 3-32-16,-1-3-20 0,5 3-21 0,-1 1-28 16,-8 11-40-16,3-1-49 0,-7 5-295 0,-2 1-593 15,0 1 263-15</inkml:trace>
  <inkml:trace contextRef="#ctx0" brushRef="#br0" timeOffset="49764.2">15499 4969 114 0,'0'0'271'0,"-4"2"-29"0,4-2-11 0,0 0-8 15,-2 3-9-15,2-3-4 0,0 0-12 0,0 0-6 16,0 0 2-16,0 0-3 0,0 0-3 0,0 0-23 16,0 0-11-16,15-12-13 0,-7 4-4 0,1-1 6 15,1-4 7-15,3 0-9 0,-3-3-3 0,4-5-2 16,3-1-7-16,-4 0-11 0,-3-4-11 0,4 2-10 16,4-3-7-16,-9 0-11 0,4-2-1 0,1-5-10 15,-5 5-9-15,2-2 5 0,1 2-10 0,-2 0-4 16,-4 4 4-16,-3 8 8 0,1 2 6 0,-3 3 13 15,3 2-2-15,-4 3-3 0,2 1-8 16,-2 2-28-16,0 0-21 0,0 0-32 0,0 4-37 16,0 0-5-16,0 0 10 0,-15 12 2 0,5 5 2 0,-9 6 6 15,3 6 7-15,-2 1-3 0,-2 12-2 0,-2 1 15 16,3 0-4-16,5-9 6 0,4-3-5 0,2 2-3 16,4-1 2-16,3-3-4 0,1-2-4 0,1 0 14 15,3-9-1-15,1-1 11 0,4-2 4 0,5-3 7 16,-1-1 6-16,4-2-1 0,1-4 2 0,2-2 14 15,2-3-10-15,-1 0-4 0,0-5 11 0,-2 0 8 16,0-2 1-16,-1 0 6 0,-4-3 6 0,-5-1 0 16,4 1-5-16,-2-5 5 0,-3 1-4 0,-3-1-10 15,3 1-3-15,-4 3-7 0,-3-1-3 0,-1 3-1 16,-1-1-1-16,-1 2-12 0,0 1-14 0,-2 3-11 16,-2-4-8-16,-1 4-3 0,-3 1-6 0,5 2-20 15,-3 0-11-15,8 1-44 0,-9-3-18 0,9 3-5 16,-10 4 2-16,8 0 10 0,2 0 14 0,0-4 5 15,7 7 8-15,-1-4 16 0,6-1 3 0,7 1 9 16,0-2 4-16,4 0 8 0,-1-2 10 0,10 0 2 16,-1-2 2-16,-10 3 10 0,7-4-1 0,-2-2 13 15,-5 2 16-15,-5-2 21 0,2 0 30 0,-4 2 28 16,-4-1 29-16,1-1 33 0,0 1 16 0,-3-1 3 16,-2 3 36-16,-1-2 3 0,-2 2 11 0,3 1-9 15,-1-1-12-15,-2 2-21 0,-3 1-15 0,4-3-21 16,-4 3-18-16,0 0-18 0,6-3-25 0,-6 3-30 15,0 0-28-15,0 0-27 0,0 0 4 0,1 11 1 16,-2-5 5-16,1 5 1 0,-4-2-1 0,2 3 6 16,-1 4-16-16,-1-3-30 0,0 1-46 0,0 0-4 15,1-2-27-15,2-1-24 0,-2 0-28 0,0-1-22 16,1 0-24-16,-1-3-29 0,1 0-35 0,-1-3-52 16,-2-3-281-16,5-1-672 0,0 0 298 0</inkml:trace>
  <inkml:trace contextRef="#ctx0" brushRef="#br0" timeOffset="49909.08">16197 4568 33 0,'0'-16'409'0,"1"2"-8"0,-1 4-18 15,2 0-9-15,-2 3-33 0,1 1-41 0,-1 2-44 16,0-1-41-16,0 0-63 0,1 2-75 0,-1 3-66 16,0 0-8-16,0 0-27 0,0 0-43 0,11 9-55 0,-5-5-65 15,2 2-240-15,-1 1-460 0,1 0 204 16</inkml:trace>
  <inkml:trace contextRef="#ctx0" brushRef="#br0" timeOffset="50356.18">16596 4428 2418 0,'8'-18'207'0,"-1"0"-88"16,0 1 75-16,0 1 40 0,-3 4-7 0,-1 0-5 15,-1 5-23-15,0 2-32 0,0-2-46 0,-1 2-17 16,-1 1-16-16,3 0-54 0,-3 4-44 0,0 0 0 15,0 0 1-15,-4 17 9 0,-1 0-7 0,-3 9 1 16,0 4 0-16,-2 4 5 0,-1 14-7 0,-3 0 3 16,1 2 10-16,0 0-4 0,4-2 4 0,0-4-2 15,3-13-4-15,0 1-2 0,3-3-10 0,5-2-1 16,-4-6 0-16,2-4-5 0,0-4-1 0,2-2-10 16,-2 0 0-16,0-5 1 0,0 0 12 0,1-1 6 15,0-1 21-15,-1-2 39 0,0-2 2 0,0 0-27 16,0 0-13-16,0 0 0 0,-19-14-10 0,10 4 0 15,-5-5-6-15,1 2-1 0,-4-2 0 0,3-6 1 16,-1 7-3-16,2 2-4 0,-1-3 15 0,0 4-12 16,4 3 13-16,1 1 8 0,1 1 3 0,3 0 13 15,1 2 17-15,-1 2-2 0,1-2-1 0,2 2-4 16,2 2-3-16,1-5-8 0,3 0-6 0,7 3 1 16,5-2-16-16,11-3 7 0,3 3-1 0,6 0 4 15,1 1-10-15,1-3-2 0,1 2 0 0,-5 2-19 16,-2-1-9-16,0 1-4 0,-10-1-2 0,-4-1 0 15,-5 2-3-15,-3 2-6 0,1-2-6 0,-4 1-6 16,-2 1-16-16,0-2-35 0,-4 0-61 0,-1 2-49 16,0 0-32-16,-14-4-37 0,5 2-257 0,-4-1-582 15,3-1 258-15</inkml:trace>
  <inkml:trace contextRef="#ctx0" brushRef="#br0" timeOffset="51005.16">16896 4590 192 0,'4'-3'332'0,"1"1"-41"0,0 1-33 0,2 1-28 16,-7 0-21-16,11 1-26 0,-4 0-13 0,0 3-15 16,1 1-18-16,1 2-11 0,-1 2-8 0,3 4-12 15,-6-2-11-15,3 5-7 0,-2 1-12 0,-2 0-5 16,-3 0-8-16,2-1-7 0,-3 3-5 0,-1 0-3 15,-2-1-7-15,-1-1 0 0,2-7-7 0,-2 3-1 16,0-3-3-16,0 1-2 0,2-5-1 0,-1 1 0 16,2-3 19-16,-2 0 24 0,2-3 33 0,-2 4 42 15,3-5 44-15,0 0 3 0,0 0-36 0,0 0-16 16,2-14-18-16,3 5-9 0,0-2-18 0,6-5-15 16,-2 0-18-16,7-5-21 0,0 0-29 0,5 1-40 15,0-3-27-15,3 0-23 0,1 3-26 0,-2 4-21 16,-4 6-28-16,4-4-19 0,-4 2-14 0,-2 4-11 15,0-1-14-15,-1 2-6 0,0 4 5 0,-4-1 18 16,6 1 10-16,1 0 11 0,-2-1 16 0,2 2 6 16,-2 1 21-16,-3-1 19 0,-4-1 21 0,1 1 25 15,-2-1 45-15,0 1 46 0,-2 0 44 0,-1 0 24 16,-2 1 18-16,0-2 16 0,0 1 22 0,-4 2 16 16,7-2 9-16,-7 2 2 0,4-1-1 0,-4 1-22 15,5-2-5-15,-5 2-16 0,0 0-24 0,0 0-14 16,0 0-17-16,0 0-26 0,0 0-12 0,0 0-6 15,-9 11 0-15,2-3-11 0,-1 1 0 0,-5 3 0 16,-2 2 14-16,0 0-16 0,-5 3-6 0,1 4-3 16,5-6 0-16,0 0-1 0,4 1-8 0,-4 1-11 15,2 0-4-15,3-3-6 0,1-3-9 0,2-1-1 16,1-1-2-16,3-2 3 0,-1-2-2 0,2 0 9 16,-1-1 14-16,2-4 21 0,3 5 8 0,-3-5 21 15,9 0-4-15,-9 0 6 0,19-5-3 16,-10 4 12-16,2-6-8 0,1 2 11 0,0 0-7 0,-1 0-4 15,2-2-5-15,-1 2-12 0,0 0 2 0,-3-1 1 16,2 2-12-16,-1 0 8 0,-4 2-7 0,2-1-8 16,-2 1-6-16,2 1-12 0,-1 1-28 0,4-2-30 15,-4 1-26-15,2 1-35 0,-2 0-44 0,0 0-55 16,7 0-74-16,-6 1-321 0,-2-2-669 0,2-1 295 16</inkml:trace>
  <inkml:trace contextRef="#ctx0" brushRef="#br0" timeOffset="51309.55">17705 4557 190 0,'3'-4'353'0,"-1"1"-29"16,3-1-31-16,-1 0-32 0,-4 4-32 0,3-4-30 16,-3 4-17-16,7 7-20 0,-3-2-14 0,0 0-10 15,1 4-13-15,4 5-15 0,-4-3-9 0,-3 6-10 16,1 0-8-16,1 1-7 0,-5 2-8 0,2-2-6 15,-5 3-4-15,3-4-11 0,-3 2-1 0,-4 1-6 16,1-3 0-16,3-6-2 0,-4 0 3 0,5-4-9 16,-1 2-5-16,1-2-1 0,-1-4 2 0,1 1 36 15,0 1 30-15,3-5 52 0,0 5 43 0,0-5-22 16,0 0-23-16,0 0-22 0,0-18-8 0,0 8-15 16,6-2-11-16,-2-3-23 0,5-2-29 0,0-6-38 15,5 0-41-15,3-6-49 0,-1 2-48 0,7 0-50 16,-5 2-51-16,1 1-46 0,4 1-68 0,-3 4-245 15,-1-1-649-15,-4 10 287 0</inkml:trace>
  <inkml:trace contextRef="#ctx0" brushRef="#br0" timeOffset="51823.09">18053 4487 5 0,'0'0'397'0,"3"1"-28"0,-3-1-17 16,0 0-34-16,0 0-23 0,0 0-34 0,0 0-29 15,0 0-21-15,4 3-27 0,-4-3-23 0,0 0-15 16,3 4-15-16,-2 0-16 0,3-2-9 0,0 3-12 16,3 2-5-16,1-2-12 0,0 3-5 0,1 0-2 15,1-4-8-15,-2 3-29 0,-1-2-1 0,3 0-1 16,-2-2-3-16,-4 0 4 0,5-2 8 0,-4 1-18 16,5-1 2-16,-5-2-4 0,3 1 0 0,-3-3 1 15,4 0 9-15,-1 1 6 0,1-1 9 0,0 0-13 16,-3-1 16-16,3-1-2 0,-4 2 7 0,-1-1-6 15,1 0-13-15,0 2-1 0,-2-2-8 0,1 1-6 16,-4 3-23-16,0 0-7 0,10 5-8 0,-6-1 3 16,3 4-4-16,0 4-2 0,-2 5 1 0,0 2 1 15,-1 6-4-15,-3 5 8 0,-1 0-1 0,-1 2-1 16,-3 1 3-16,-6 13 8 0,-3-3-1 0,-1-8 0 16,-4-4 4-16,0 1 8 0,-1-1-8 0,-4-1 13 15,2-7-18-15,-3 1 8 0,4-5-1 0,6-8 5 16,0 2-2-16,5-7 25 0,0 1 14 0,0-2 23 15,3-2 24-15,0-6 1 0,6 3-4 0,-6-7 6 16,6-3-10-16,1-1-11 0,6-7-10 0,7-6-3 16,6-5-13-16,12-10-3 0,5 1-13 0,5-1-5 15,2-4-1-15,17-18-17 0,-18 17-8 0,2 3 1 16,5 0-5-16,-6 5 5 0,-5 3 0 0,-13 11-2 16,-2 4 6-16,-1 1 4 0,-9 5-4 0,-4 5 1 15,-1 1-3-15,-1-1-7 0,-3 3-48 0,0 2-72 16,-1 1-57-16,-4 1-19 0,0 0-35 0,0 0-81 15,-27 10-345-15,9-1-721 0,0 2 318 0</inkml:trace>
  <inkml:trace contextRef="#ctx0" brushRef="#br0" timeOffset="52721.55">20120 4200 91 0,'4'-12'314'0,"-3"4"9"0,1-4-18 0,0 7-21 16,-2 0-32-16,0 0-32 0,0 1-40 0,0 4-45 16,0 0-22-16,0 0-12 0,-5 14-9 0,-1 5-17 15,-4 8-4-15,-1 6-6 0,-4 13-8 0,-2-1-3 16,1 8-5-16,4 3 0 0,-1 1-7 0,-2-1-1 15,2 2-5-15,2 0-1 0,1-2 0 0,3-3 0 16,1-3-3-16,1-15-2 0,2-1-1 0,-2-3 0 16,1-4-5-16,4-6 2 0,-4-6-6 0,3-3 0 15,-3 0 0-15,4-6 0 0,-1 0 22 0,-2-1 23 16,3-2 18-16,-1 1 28 0,-6-3-14 0,7-1-11 16,-16-7-8-16,0-1-8 0,1-2-5 0,-1-1-15 15,0-3-1-15,0 3-11 0,0-3-10 0,1-2-11 16,1 2-2-16,0 1-8 0,0 0-20 0,0 2-6 15,5-2-18-15,-3 6-13 0,2-1-12 0,5 0-16 16,0 1-24-16,1 5-39 0,0-5-50 0,3 0-66 16,1 2-286-16,4-1-587 0,1-3 259 0</inkml:trace>
  <inkml:trace contextRef="#ctx0" brushRef="#br0" timeOffset="53013">19848 4671 17 0,'0'0'328'0,"-9"0"-25"0,9 0-19 16,-6 0-14-16,6 0-25 0,0 0-23 0,-5 2-20 16,5-2-16-16,0 0-24 0,29-2-16 0,0-2-13 15,7 0-15-15,19 0-12 0,-4 2-14 0,0 0 4 16,-10-1-17-16,-4 2-13 0,-5 0-7 0,1 1-9 15,-3-3 2-15,-8 3-7 0,-10 0-6 0,1-2-4 16,-3 2 3-16,-2-3-9 0,0 3-5 0,-8 0-4 16,9 0-8-16,-7-2-12 0,-2 2-30 0,0 0-20 15,0 0-22-15,0 0-17 0,-27-2-13 0,14 1-26 16,1 1-17-16,4 1-31 0,-2-2-59 0,-3-1-171 16,3 0-438-16,3 2 194 0</inkml:trace>
  <inkml:trace contextRef="#ctx0" brushRef="#br0" timeOffset="53721.36">20552 4495 182 0,'0'-3'399'0,"0"3"-36"0,4-4-35 15,-4 4-39-15,1-4-31 0,-1 4-33 0,0 0-29 16,0 0-23-16,0 0-13 0,0 12-22 0,-1-4 3 15,1 5-29-15,-3 3-16 0,7 1-8 0,-8 3-4 16,3-1-11-16,1 0 0 0,-2 1-7 0,2-1-18 16,-2 0-8-16,4-2-5 0,0-2-2 0,-1-3-5 15,3-1-2-15,-4-4-6 0,2 0 0 0,0-1 5 16,-2-1 8-16,1 0 13 0,2-4 10 0,3 0-4 16,-6-1 11-16,13-4 11 0,-4 0 8 0,1-4-2 15,2 2 1-15,2-5 3 0,-3-3-3 0,2 3-8 16,-2-3-6-16,2-1-2 0,1 0-6 0,-1-3-2 15,-2 4-15-15,0 2-2 0,-2 1-1 16,-1 5 1-16,-2 0-12 0,0 0-3 0,-4 1-5 0,0 2-12 16,1 0-33-16,-1 1-23 0,-2 2-29 0,0 0-24 15,0 0 8-15,0 0 8 0,9 6 8 0,-5-2 7 16,1 5 1-16,0-2-7 0,3 3 1 0,1-2 1 16,2 4-3-16,2-3-6 0,4 1-8 0,-2-1-7 15,3-1-5-15,-1-4 2 0,2 3 1 0,0-4 9 16,-1-1 8-16,2-1 9 0,-2-2 9 0,0-1 11 15,-5-1 19-15,-2 1 26 0,6-7 26 0,-2 2 19 16,-4-1 24-16,1-1 20 0,-4 1 20 0,1-4 19 16,0 0 18-16,0-2 8 0,-3 7 20 0,-2-1 5 15,0 3 12-15,0-1 3 0,1 1-13 0,-3-1-22 16,-1 3-18-16,2-1-14 0,0 2-20 0,-3 2-13 16,2-3-34-16,-2 3-37 0,0 0-30 0,0 0-25 15,0 0 5-15,4 8 2 0,-4-1 9 0,-1 2 0 16,-3 2 1-16,1 1 5 0,-1-1 5 0,1 6-6 15,-1-5-10-15,1 4-7 0,2-5-6 0,-1 3 1 16,2-5 6-16,-2 2-4 0,1-4-10 0,0 0 0 16,2-2 12-16,0 0 9 0,-1-1 11 0,0-1 19 15,-1 1 28-15,1-4 30 0,0 0 18 0,0 0-10 16,0 0-8-16,18-7-7 0,-8 1-5 0,-1 1-5 16,4-1-2-16,-3-2-7 0,2 4 0 0,0-2-6 15,5-2-8-15,-3 4-6 0,-4-2-6 0,3 2-12 16,-4 2-14-16,1-1-16 0,2 2-28 0,0 0-32 15,2 0-22-15,-1 1-38 0,-1 0-38 0,6 1-42 16,-5 0-61-16,8-1-73 0,-10 0-240 0,5-1-660 16,-1 1 292-16</inkml:trace>
  <inkml:trace contextRef="#ctx0" brushRef="#br0" timeOffset="54600.49">21630 4561 64 0,'0'0'281'0,"-2"-5"-24"16,2 5-21-16,0 0-26 0,0 0-21 0,0-3-19 16,0 3-20-16,0 0-16 0,0 0-18 0,0 0-14 15,5-3-10-15,-5 3-10 0,10 0-6 0,-2 0-13 16,3 0-10-16,1 0-9 0,-3 0-7 0,10 0-8 16,-7-2-3-16,-1 1-5 0,2-1-1 0,0-5-3 15,-2 5-1-15,0 0-2 0,-1-4 2 0,-1-1 6 16,0 2 5-16,0-2 3 0,-2-1 4 0,-2 2 5 15,-1-1 5-15,1 2 5 0,-3 0 5 0,0 1 2 16,-1-2-6-16,1 4-8 0,-2 2-9 0,-3-7-4 16,-1 5-4-16,-5 2-3 0,-3 0-2 0,1 1-3 15,-9 2-5-15,2 2-1 0,-9 2-5 0,0 3 3 16,3 2-5-16,1-1 2 0,-1 4-6 0,7-2 5 16,0-1 6-16,3 0-9 0,2 4-1 0,2-3 2 15,2 3 0-15,4-3-2 0,1 1 4 0,5 5 3 16,3-5 3-16,7 1 4 0,3-4-7 0,10 5-1 15,5-6-5-15,0 0-5 0,6-1-5 0,0-6-1 16,3 0-2-16,2-3 2 0,-4-3 2 0,17-3-2 16,-17-2 3-16,0-1 1 0,-2-3 10 0,-2-2-4 15,-5-3 15-15,4-3 19 0,-9-3 15 0,0-3 7 16,-1-1 12-16,-6-1 11 0,3-2 17 0,4-13 11 16,-10 10 11-16,6-10 17 0,-6 9 8 0,-4 2 11 15,3-1 10-15,-1 5 7 0,-3 2 7 0,-3 9 6 16,-4 6-2-16,4-1-15 0,-5 6-18 0,0-4-21 15,3 5-34-15,-2 3-45 0,-1-2-57 0,0 0-67 16,0 4-30-16,0 0 9 0,-1 15 8 0,-3 1 13 16,-4 3 10-16,2 7 0 0,-2 2 5 0,3 2 25 15,-4 0-6-15,0 3 7 0,4 1 0 0,-1 0 17 16,-1 0-20-16,2-1-7 0,-2-1 7 0,2-3 1 16,5-3-7-16,-4 0 5 0,2-7-9 0,1-2 6 15,0-4 4-15,-1-2 4 0,2-2-3 0,-1-1 13 16,1-2-4-16,0-2 13 0,-1 1 26 0,1-1 15 15,0-4 17-15,-1 3 6 0,1-3-8 0,0 0-8 16,-16-7-5-16,9 1-9 0,-4-1-4 0,-3-3-3 16,0 0-14-16,-1-1-2 0,1-1-4 0,1-1-1 15,-1 5 3-15,6 2-3 0,-2-3-3 0,4 1-6 16,2 3-14-16,0-2-5 0,4 1-12 0,0 6-15 16,5-13 0-16,3 5-3 0,3 3 4 0,6-4-7 15,5 3 0-15,8-3 3 0,5 0 1 0,0 3 6 16,2-1 3-16,2-3 5 0,-2 3 5 0,3 0 7 15,-4-1 14-15,1 2-10 0,-3-2 6 0,-5-1 19 16,-2 2 13-16,-10 2 15 0,-4 0 29 0,-2 2 30 16,-2-1 36-16,-2 2 3 0,1-1 4 0,-2 1-5 15,-1 1-11-15,-5 1-21 0,8 0 1 0,-5-2-20 16,-3 2-16-16,7 0-41 0,-7 0-11 0,0 0-9 16,1 5 5-16,-4 1-1 0,2 1 7 0,-3 2-4 15,2 0 1-15,-2 5 4 0,1-4 0 0,-1 2 1 16,-1 5-4-16,1-3 5 0,-1 1-24 0,2-4-9 15,0 0-22-15,2-1-20 0,-2 0-13 0,2-1-13 16,0-2-33-16,1-2-31 0,-2 1-23 0,2-1-15 16,-1-4-12-16,1-1-48 0,0 0-270 0,0 0-576 15,0 0 255-15</inkml:trace>
  <inkml:trace contextRef="#ctx0" brushRef="#br0" timeOffset="54739.95">22635 4323 206 0,'1'-7'330'0,"-1"2"-19"0,1 1-23 0,-1-2-33 16,0 4-24-16,0 2-31 0,2-6-40 0,-2 6-56 16,1-3-57-16,-1 3-37 0,0 0-41 0,0 0-55 15,18 6-71-15,-10-3-155 0,1-1-337 0,1 3 149 16</inkml:trace>
  <inkml:trace contextRef="#ctx0" brushRef="#br0" timeOffset="55104.27">23080 4374 297 0,'-3'-3'279'0,"-2"0"-27"0,1 2-16 16,-2 0-32-16,-3-1-21 0,-1 4-20 0,-1 0-15 16,-1 1-16-16,-4 5-13 0,0 1-14 0,-1 0-13 15,-1 2 0-15,1 4-17 0,-3 1 0 0,6-2 0 16,1-1 0-16,2 4 0 0,-1-3-7 0,3 0-1 15,2-1-5-15,4 1-4 0,2-2 0 16,-1-1-2-16,5 0 1 0,2-3 2 0,4-1-6 16,2 1-4-16,5-1-2 0,2-2-8 0,-1-3 0 0,4 0-4 15,-4-4 2-15,2 2 9 0,-6-5 14 16,1 3 5-16,0-5 6 0,-3 1 8 0,0-3-15 16,-2 0 1-16,2-6-1 0,-3 2-11 0,-2-2-10 15,-2-1-9-15,0-1-9 0,-4 0 1 0,0 2-8 16,-1-2-5-16,-3 5-1 0,1 2-2 0,-2-1-28 0,-1 3-2 15,-3-3-18-15,-3 3-7 0,1 3-18 0,-7-2-23 16,5 4-22-16,-1-1-26 0,-4 4-38 16,0 1-32-16,5-1-48 0,-1 3-260 0,9 0-554 15,5-3 245-15</inkml:trace>
  <inkml:trace contextRef="#ctx0" brushRef="#br0" timeOffset="55423.51">23274 4388 308 0,'0'0'443'0,"5"-3"-24"15,-5 3-41-15,0 0-40 0,6 0-32 0,-6 0-35 16,0 0-34-16,0 0-36 0,0 0-27 0,7 3-15 0,-8 0-27 16,-1 1-7-16,0 6-13 0,-2-2-9 0,1 3-8 15,-1-1-11-15,1 2-36 0,-1 1-13 16,-1 3-16-16,1-6-14 0,1 4-13 0,1-7-12 15,-1 1 3-15,2-1-3 0,0-2 4 0,-1 0 10 16,2-1 22-16,0-4 33 0,-2 6 41 0,2-6 20 0,6 1-18 16,-6-1-6-16,18-6 2 0,-8 1-2 0,1-2 4 15,2 4-6-15,-1-4-5 0,1-1-6 0,0 3-12 16,-2 3-6-16,1-2-5 0,-1 1-13 16,-4 2-6-16,4-2-20 0,-1 3-21 0,-1 1-33 15,0 1-37-15,1 2-50 0,-2 2-52 0,1-1-75 16,0 5-102-16,0-5-313 0,-3 4-728 0,2-5 322 15</inkml:trace>
  <inkml:trace contextRef="#ctx0" brushRef="#br0" timeOffset="55693.8">23895 4587 211 0,'-4'3'531'0,"4"-3"-47"0,0 0-47 16,-2 3-42-16,2-3-60 0,0 0-90 0,0 0-109 15,0 0-202-15,0 0-386 0,0 0-488 0,0 0 216 16</inkml:trace>
  <inkml:trace contextRef="#ctx0" brushRef="#br0" timeOffset="88091.27">2426 7250 10 0,'0'0'43'15,"-10"0"-7"-15,4 3-5 0,-1 0-1 0,-2-1-3 16,4 3-1-16,-5-1-7 0,2 1-28 0,2 2-27 16,-2-1-38-16,-2 1 16 0</inkml:trace>
  <inkml:trace contextRef="#ctx0" brushRef="#br0" timeOffset="89233.7">2692 7009 203 0,'0'-5'295'0,"1"0"-11"16,-1-2-2-16,1 1-13 0,-1-1-2 0,0 3-3 15,0-1-16-15,0 0-15 0,0 5-13 0,0-7-20 16,2 5-24-16,-2 2-24 0,0-6-23 0,0 6-22 16,0 0-32-16,0 0-50 0,0 0-49 0,0 0-1 15,-7 13 1-15,0 3 4 0,-5 14 0 0,-4 1 6 16,-6 19 0-16,-5-1-1 0,0 2 1 0,0 3 4 16,4-6-1-16,3-2 2 0,-2-1-1 0,7-15-1 15,1 1 8-15,2-2 2 0,-3-2 0 0,6-3 2 16,2-5 6-16,0-4-6 0,2 0 1 0,4-6 2 15,-2 0 7-15,-1-1 8 0,3-4 6 0,-3 1 43 16,4-2 27-16,0-3 50 0,-1 4 55 0,1-4 35 16,0 0-11-16,0 0-28 0,-3-15-20 0,3 2-21 15,3-4-23-15,-2-13-22 0,2 0-34 16,6-6-34-16,7-13-24 0,0-5-10 0,3 0-19 0,1 2 1 16,1 1-1-16,-1 5-7 0,-6 15 11 0,-4 2 3 15,3 5 13-15,-8 9 6 0,0 3 5 0,3 2-7 16,-7 1-1-16,3 3-11 0,-3-2-5 0,3 5-20 15,-1-2-38-15,-2 4-29 0,-1 1 3 0,8 6 10 16,-2 1 1-16,-1 8 14 0,4 11 2 0,3 1 4 16,-1 5 9-16,-2 3-1 0,1 9 4 0,3 2 8 15,-4-12 11-15,-1 2 7 0,2-2 6 0,-1-1-12 16,-3 0 3-16,-2-6 7 0,4 1-1 0,-3-4 3 16,-3-6 1-16,0-2 4 0,0-8 1 0,0 4 0 15,0-3 4-15,-2-4 5 0,0 0 2 0,1-1 3 16,1-1 4-16,-2-3 5 0,0 5 9 0,0-5 7 15,1 4 1-15,-1-4-10 0,0 0-38 0,0 0-36 16,0 0-41-16,0 0-45 0,-9-16-46 0,5 11-41 16,0-2-58-16,2 0-279 0,-5-4-606 0,4 2 268 15</inkml:trace>
  <inkml:trace contextRef="#ctx0" brushRef="#br0" timeOffset="89509.98">2446 7468 70 0,'-13'4'256'0,"4"-3"-3"0,-1 4-1 0,3-4-5 15,1-1-19-15,-1 2-17 0,7-2-8 0,-5 1-19 16,5-1-13-16,-5 1-13 0,5-1-20 0,0 0-12 16,0 0-8-16,0 0-11 0,46-9-8 0,-10 2-17 15,19-5 1-15,5 3-9 0,0-2-16 0,-3 3-7 16,-2-2-2-16,-19 4-4 0,-4 1-2 0,0-1-4 15,-10 2-5-15,-4 1-3 0,-1 0 2 0,-6 2-6 16,0 1-14-16,-5-3-7 0,0 3-13 0,0 0-9 16,-2-1-20-16,-4 1-9 0,0 0 2 0,0 0-5 15,0 0-18-15,-14 11-12 0,1-5-14 0,-2 0-11 16,-4 1-27-16,2 2-32 0,-1-1-28 0,3-1-223 16,-3-2-446-16,5 0 198 0</inkml:trace>
  <inkml:trace contextRef="#ctx0" brushRef="#br0" timeOffset="89897.49">3009 7378 71 0,'1'-4'354'15,"2"2"-24"-15,-3 2-28 0,2-2-30 0,2 0-36 16,-4 2-19-16,0 0-27 0,0 0-21 0,10-1-21 15,-3 1-16-15,-7 0-14 0,14 4-11 0,-4-1-6 16,1 4-21-16,-2-2-10 0,7 3-7 0,-6 1-5 16,1 0-9-16,1 2-5 0,-4-1-5 0,3 3-2 15,-2-1-8-15,-4 1-4 0,0 2-5 0,-1-2 2 16,1-2-6-16,-5-1 3 0,0-2-6 0,0 3-8 16,1-9 0-16,-1 7 2 0,0-3 6 0,0-4 16 15,2 1 26-15,-2 1 39 0,0-4 47 0,0 0 0 16,0 0-7-16,0 0-14 0,-5-12-11 0,5 2-11 15,0 0-8-15,2-5-6 0,-1-1-7 0,5-2-12 16,-3 0-9-16,6-2-8 0,1 3-3 0,1 1-9 16,-2 3-7-16,-4 3-1 0,1-2-23 0,-1 5-22 15,3-2-44-15,-4 4-50 0,0 2-63 0,-3 1-45 16,-1 2-16-16,0 0-25 0,10 5-28 0,-10-2-292 16,4 5-629-16,-4-4 278 0</inkml:trace>
  <inkml:trace contextRef="#ctx0" brushRef="#br0" timeOffset="90682.78">3570 7500 39 0,'-7'2'297'0,"7"-2"-31"0,0 0-29 0,0 0-24 15,0 0-24-15,0 0-19 0,-2 2-19 0,2-2-16 16,0 0-14-16,0 0-11 0,0 0-10 0,0 0-11 16,0 0-7-16,0 0-6 0,0 0-3 0,0 0-3 15,0 0-1-15,0 0 3 0,0 0 13 0,0 0 25 16,0 0 32-16,0 0 38 0,0 0 31 0,0 0-8 0,0 0-29 16,4-14 1-16,1 7-1 0,0-4-4 15,3-3-3-15,-1-2-9 0,1-3-14 0,2-6-11 16,0-3-16-16,3-3-18 0,-3-3-6 0,2 2-9 15,-2-2-11-15,-1-1-5 0,0 6 2 0,0 3 2 16,-4 6 8-16,-1 3 12 0,0 1 5 0,-3 6 10 16,2-2 1-16,-2 6-3 0,0-3-12 0,0 6-17 15,-1-1-17-15,2 2-35 0,-2 2-41 0,0-7-51 16,0 7-34-16,0 0 1 0,-8 13 11 0,1 1 9 16,-4 7 9-16,-3 3 6 0,2 5 10 0,1-1-4 0,-1 2-15 15,1-1-6-15,2 0 2 0,1-2-10 0,4-1 7 16,-1-1 0-16,3-6-7 0,2 1 6 15,2-4 7-15,1-3 8 0,-1-2 14 0,2-1-1 16,4-2 17-16,-3-1-2 0,5 0 6 0,2-4 17 0,3-2 9 16,3-2 4-16,5-5 13 0,-3 1 1 0,0 0 2 15,0-4 6-15,-3-1 6 0,2-1 4 16,-3-1 1-16,-1 3-1 0,-4-2 4 0,-1 4 10 16,-1-3 2-16,-4 5 6 0,-1-2 22 0,4 2-5 15,-7 1-5-15,0 1-13 0,2-1-13 0,-3 0-11 0,0 4-23 16,0 0-43-16,-8-4-13 0,8 4-33 0,-9 1-35 15,9-1-27-15,-9 6-20 0,4-2-12 0,4 0 1 16,-3 2 4-16,2-1 7 0,4 1 13 16,2 1 12-16,1 0 5 0,4-3 0 0,4 2 2 0,0-5 3 15,6 4 9-15,0-3 7 0,9-4 18 0,-7 2 6 16,-1-1 13-16,-1-3 16 0,0 0 29 0,-2 1 31 16,0 0 36-16,-6-3 32 0,-1 1 29 0,2 1 45 15,-2-2 15-15,-2-1 20 0,-2 1 24 16,-1 1 7-16,-1-1 10 0,2 3 11 0,-3-2-4 0,2 3 0 15,-2-3-14-15,-1 3-15 0,1 0-25 0,-3 2-25 16,1-4-15-16,-1 4-16 0,0 0-27 0,4-4-24 16,-4 4-32-16,0 0-31 0,0 0-31 0,0 0-2 15,0 0 1-15,2 12 6 0,0-7-1 0,-4 2 5 16,4 1 4-16,-4 2-9 0,4-1-25 0,-1 1-15 16,-2 1-21-16,-2-2-11 0,2 0-14 0,1 1-10 15,-4 0-11-15,4-3-12 0,-1 0-20 0,-2 0-19 16,-2-2-22-16,4-1-38 0,-6-3-89 15,1-1-186-15,6 0-568 0,-13-5 252 0</inkml:trace>
  <inkml:trace contextRef="#ctx0" brushRef="#br0" timeOffset="90832.33">4126 7066 47 0,'0'-9'394'0,"1"4"-16"0,-1 1-40 15,1-1-37-15,-1 1-27 0,0 4-34 0,0-5-47 16,0 5-65-16,0-6-49 0,0 6-13 0,0 0-35 15,7 10-30-15,-4-3-47 0,5 1-44 0,-2 3-57 16,1-3-218-16,1 3-395 0,-2-4 175 0</inkml:trace>
  <inkml:trace contextRef="#ctx0" brushRef="#br0" timeOffset="91332.13">4586 6890 2807 0,'1'-15'259'0,"2"5"-16"16,-3-2-10-16,2 3 13 0,-2 2-42 0,1 2-37 16,-1 0-37-16,0-1-33 0,0 2-23 0,0 2-15 15,0 2-21-15,0 0-32 0,0 0-8 0,0 0 13 16,-3 17-16-16,-4 9 3 0,1 5 16 0,-7 14-21 16,0 3 3-16,-1 4 1 0,0-4 3 0,2-1-5 15,1-1-2-15,3-11-18 0,2-5 1 0,2 5-3 16,-3-7-10-16,5-2 2 0,0-4 2 0,2-4-6 15,0-5 5-15,0-4-5 0,-2 3 10 0,1-4 3 16,1-2 8-16,-2 1 11 0,2-2 31 0,0-2 44 16,0-3 24-16,-2 4 22 0,2-4-14 0,0 0-19 15,0 0-19-15,-6-12-23 0,3 5-7 0,-2-2-14 16,-1 1-1-16,-1-3-13 0,1 0-10 0,0 3 0 16,-6-6 4-16,2 5-6 0,-3 0-8 0,-2 0-2 15,-2 1 10-15,1 0-7 0,-1 3 5 0,3 1 3 16,2 2-20-16,1-1 19 0,2 0-13 0,1 1 13 15,3-1 13-15,0 2-22 0,5 1-16 0,-9-2-12 16,9 2-9-16,-4-1 7 0,4 1 3 0,0 0 9 16,0 0 6-16,0 0 4 0,31 3-1 0,-11-3 17 15,12 0-14-15,2 0 6 0,0-3 6 0,1 2 4 16,-1-2 0-16,-6 2-2 0,-5 1 8 0,-5-3 1 16,-4 2 10-16,-1-2 3 0,-3 3-1 0,-4-1 9 15,1 1 2-15,-1 0-15 0,1-1-20 0,-7 1-4 16,6-1-17-16,-6 1-30 0,0 0-49 0,0 0-56 15,0 0-55-15,0 0-49 0,-24 1-300 0,13-1-617 16,-1 0 273-16</inkml:trace>
  <inkml:trace contextRef="#ctx0" brushRef="#br0" timeOffset="91973.01">4744 7228 123 0,'9'-4'365'0,"-4"1"-6"0,-1 1 1 0,1 0-27 16,3-1-15-16,-4-1-25 0,-4 4-21 0,7-3-43 0,-4 2-42 16,-3 1-2-16,0 0-22 0,9 0-34 15,-9 0-2-15,5 4-15 0,0-3-15 0,0 5-16 16,0-3-10-16,0 1-16 0,-2 4-1 0,-1 0-20 16,2 2 0-16,-1 1-7 0,-2 0-3 0,0 0-5 15,-1 1-4-15,-1-1-11 0,1-1-5 0,-2-1 5 16,0 1 0-16,2-5-3 0,-1 2-2 0,0-2 6 15,1-3 6-15,-2 1 4 0,2-3 34 0,0 5 41 16,0-5 31-16,0 6 33 0,0-6 18 0,0 0-11 16,0 0-19-16,0 0-13 0,6-16-15 0,-4 10-13 15,3-4-13-15,5-3-19 0,1-2-23 0,1 3-10 16,1-2-19-16,1 2-22 0,8-5-25 0,-3 4-16 16,4-3-16-16,2 6-28 0,-5 2-13 0,11 1-23 15,-2 0 0-15,0 3-16 0,1 1 0 0,-1 2 0 16,3-1-2-16,-4 2 2 0,-1 0 6 0,-6 2 4 15,0-2 10-15,-4 0 11 0,-4-2 14 0,-1 2 12 0,-1 2 27 16,-5-2 37-16,0 0 42 0,1-3 19 16,-7 3-5-16,6-4 11 0,-5 1-12 0,-1 3-1 15,-1-7-1-15,-2 3-1 0,3 4-3 0,-7-7-1 16,4 4-1-16,-2 2-3 0,1-2-8 0,-1 3-7 0,5 0-9 16,-15 0 5-16,5 3-2 0,-1 0-5 0,-1 3 3 15,1 0-6-15,-5 5-2 0,2 0-1 16,-4 2 6-16,5-1-2 0,-2 3 0 0,2 0 2 15,0 1 1-15,2-2 3 0,3 0-3 0,-1-2-8 0,4-1-1 16,0-1 4-16,1-3-13 0,2-1 6 0,-1 0 6 16,0-3 3-16,3 3 12 0,0-3 19 15,0-3 23-15,6 4 9 0,0-4 24 0,-6 0 4 16,14-4 9-16,-5 3 5 0,-4-4 11 0,8-1-7 0,-3 1-8 16,2-1 1-16,-1 0-12 0,-2 0-1 0,3 2-16 15,-2-3 13-15,-5 4-8 0,1 0-3 0,-1-1-10 16,-1 4-6-16,1-2-4 0,-5 2-8 15,5-2-6-15,-2 0-35 0,-3 2-37 0,0 0-45 16,10 0-27-16,-10 0-36 0,12 1-42 0,-6 3-51 0,2-3-68 16,-2 2-80-16,1 0-274 0,0-2-714 0,-2 1 317 15</inkml:trace>
  <inkml:trace contextRef="#ctx0" brushRef="#br0" timeOffset="92285.82">5562 7146 278 0,'5'-8'414'0,"0"4"-6"0,0-2-32 16,-4 2-37-16,2 0-34 0,-2 1-40 0,3 1-34 15,-4 2-24-15,0 0-26 0,0 0-18 0,13 5-22 16,-8-1-17-16,0 1-13 0,-1 4-17 0,1 2-14 16,-1 1 9-16,1 1-28 0,0 3-4 0,-1 1-6 15,-3 0-11-15,3-1-1 0,-4 2 4 0,0-2-4 16,0-3-12-16,0-1 0 0,0-3-6 15,0-1-9-15,0-2-1 0,0 0 3 0,0-2 6 0,0-2 22 16,0 2 37-16,0-4 45 0,0 0 46 0,0 0 35 16,0 0-20-16,0 0-18 0,0 0-20 0,9-10-13 15,-6 2-13-15,2-4-14 0,1-2-15 0,3-5-22 16,-1 0-32-16,2-5-38 0,7-1-40 0,-8 8-45 16,7-5-46-16,-4 7-61 0,2 0-55 0,-1 5-58 15,-1-1-94-15,-3 4-360 0,0 0-822 0,-1 2 365 16</inkml:trace>
  <inkml:trace contextRef="#ctx0" brushRef="#br0" timeOffset="92850.16">5906 7199 2541 0,'0'0'256'0,"0"0"-30"16,0 0-8-16,0 0-24 0,1-12 33 0,0 9-17 15,-1 3-8-15,0-6-30 0,0 6-26 0,1-4-19 16,-1 4-15-16,0 0-18 0,0 0-17 0,0 0-29 15,0 0-40-15,0 0-21 0,0 0 5 0,0 0-6 16,9 10-6-16,-3-4-16 0,0-1-10 0,3 2-3 16,-2 1-8-16,0 0-5 0,-2-5-1 0,0 4 1 15,1-3 12-15,0 0-1 0,-3 0 3 0,0 0 7 16,1-2 3-16,-4-2 13 0,5 4 42 0,-5-4 12 16,4 3 44-16,-4-3 21 0,0 0-3 0,0 0-17 15,11-7 5-15,-7 2 0 0,0 2 2 0,1-2-8 16,0-4-9-16,1 5-2 0,1-2-5 0,-2 2-4 15,-1-2-5-15,1 4-5 0,-1-1-4 0,-3-1-11 16,4 1-4-16,-5 3-7 0,7-2-6 0,-7 2-23 16,0 0-7-16,0 0-3 0,14 9-6 0,-10-5 1 15,3 7-38-15,-3-1 39 0,4 6-17 0,-3 2-1 16,-1 2-9-16,-2 6 11 0,1 1 5 0,-6 2-5 16,-3 0 10-16,-1 2 2 0,-3 1 2 0,-4 0-9 15,3-3 20-15,-6-1-14 0,3-1 1 0,-4-4 8 16,5-7 2-16,-1-2 2 0,4-6 20 0,1 2 22 15,0-4 35-15,3-1 59 0,-1-3 59 0,2-1 16 16,5-1 6-16,-9-6 11 0,6-2-12 0,3-3-19 16,3-4-13-16,4-4-14 0,6-8-20 0,8-4-12 15,11-10-16-15,9-5-11 0,27-17-9 0,-3 2-14 16,0 1-8-16,-16 22-5 0,-2 0-4 0,-2 2-9 16,-16 12-3-16,1 1 3 0,-5 3 7 0,-2 5 24 15,-5 3 26-15,-8 5-4 0,-1 0-1 0,-2 2-13 16,0 0-12-16,-2 4-15 0,2-5-17 0,-4 6-36 15,0-3-50-15,-3 3-85 0,5-1-78 0,-5 1-27 16,0 0 0-16,-11 16-31 0,-4 1-57 0,-6 4-63 0,-6 1-83 16,5-2-450-16,8-8-998 0,4-2 442 0</inkml:trace>
  <inkml:trace contextRef="#ctx0" brushRef="#br0" timeOffset="94099.58">7508 6948 34 0,'-2'-3'280'16,"2"3"-11"-16,-4-6-13 0,4 6-23 0,-2-3-19 16,2 3-22-16,-2-3-20 0,2 3-15 0,0 0-23 0,0 0-13 15,-3-4-15-15,3 4-12 0,0 0-12 0,0 0-20 16,0 0-15-16,0 0-10 0,0 0-7 15,0 0-4-15,0 0-2 0,0 0 0 0,0 0-1 16,0 0-2-16,21 2-4 0,-14-4 0 0,5 0 0 0,-2 2-3 16,4-5-2-16,-1 3-1 0,0-3-1 0,2-3 4 15,-1 2-3-15,-1 0 6 0,-3-2 9 16,0 1 12-16,-2-1 11 0,0 2-2 0,-2-4 8 0,0 4 6 16,-2 0 7-16,-1 0 0 0,-1 0-9 0,-2 1-8 15,-1-1-7-15,-1 2-9 0,-5 2-5 0,-3-2-7 16,-2 1-7-16,-3 0 0 0,-5 3 4 15,-10 2-12-15,1 3 2 0,-2 3-3 0,-1 1 0 0,0 5-4 16,0 2-3-16,2 0 3 0,-1 6-2 0,4 1 1 16,-1 0-5-16,5 1 0 0,0 5 1 0,4-3-8 15,2 3-8-15,4-1 0 0,6 0-2 0,-1 1 0 16,10-2 3-16,5 0-2 0,6 0 4 0,6-4 1 16,9 0 4-16,17 1-1 0,2-4-1 0,12-5 7 15,2-4-1-15,3-4-4 0,0-5-2 0,29-1 2 16,-33-4-4-16,2 1-2 0,-6-3-2 0,-5-4 1 15,0 0 8-15,-15 0-4 0,-7-1 1 0,0-3 2 16,-10 4 12-16,-1 0 23 0,-4 0 13 0,-7-1 13 16,1 0 0-16,-3 1 15 0,0 0-14 0,-5-2-5 15,-4 6-9-15,-2-4-5 0,-3 4-2 0,-4 1-10 16,-7-2 2-16,-8 3 3 0,-4 5-17 0,-3 0 0 16,2 3 2-16,-2 4-2 0,2 0-4 0,2 3-2 15,6-2 7-15,6 1-10 0,1-2-24 0,4 3-6 16,6-5-6-16,-2 4 0 0,5-3 2 0,1 4 3 15,4-4 1-15,4 1 6 0,6-2-1 0,3 0 11 16,6 0-1-16,12-3 3 0,-1 0 3 0,5-4-2 16,2 0 5-16,-1-1 0 0,-3-4 10 0,-1 2-8 15,-3-5-1-15,-8 2 4 0,-1 0 8 0,-1-2 19 16,-3 0 25-16,-6 0 0 0,-1 0 14 0,1 1-2 0,-5-3-13 16,0 1 10-16,-1-3 2 0,-1 3 2 15,-3-2-25-15,-3 1 5 0,-1 2 1 0,-1-2-21 16,0 4-11-16,-5-3-5 0,0 3-19 0,-2 1-15 15,-1 1-23-15,2 2-22 0,-3-2-21 0,2 3-36 16,-2 0-26-16,2 1-21 0,0 1-30 0,3 0-26 0,0 3-256 16,4-2-529-16,5-2 234 0</inkml:trace>
  <inkml:trace contextRef="#ctx0" brushRef="#br0" timeOffset="94483.07">8336 7123 125 0,'4'-3'358'0,"0"-2"-9"0,0 1-10 16,-1-1 8-16,-1 2-4 0,2 0-22 0,-2-1-26 16,-2 4-24-16,0 0-36 0,5-2-17 0,-5 2-38 15,1-4-22-15,-1 4-11 0,0 0-35 0,0 0-39 16,0 0-14-16,5 8-5 0,-5-3-11 0,0 0 11 16,-1 7-11-16,1 0-13 0,0 5-12 0,-4-1-8 15,-1 3-6-15,2-1-5 0,-1-1-5 0,1-1-7 16,1-5 3-16,2 1 12 0,-4-3-10 0,2-2 3 15,1-2-1-15,1 2 1 0,0-3 14 0,-1 1 19 16,1-5 40-16,1 4 35 0,-1-4-8 0,0 0-6 16,0 0-8-16,13-8 3 0,-3 2-4 0,-1-2 5 15,3-4-6-15,2 0-2 0,-2-2-2 0,0 2-2 16,1 3 0-16,-3-3-1 0,0 6 6 0,-2-4-1 16,0 4-2-16,-6 3-5 0,5-3-7 0,-3 3-12 15,-1 2-6-15,2-2-11 0,-2 1-24 0,-3 2-21 16,4-3-23-16,-4 3-11 0,0 0-6 0,9 5-13 15,-4 0 0-15,2 3-5 0,1 0-22 0,1 2-27 16,1 1-10-16,0 1-18 0,1 2-18 0,-1-4-25 16,-3 0-24-16,5 1-36 0,-5 0-44 0,3-4-75 15,-3-2-218-15,1-3-633 0,2 0 280 0</inkml:trace>
  <inkml:trace contextRef="#ctx0" brushRef="#br0" timeOffset="94851.9">8853 7066 261 0,'4'-4'328'0,"0"-1"-9"16,0 2-22-16,-3 1-23 0,-1 2-19 0,3-5-37 0,-3 5-19 15,4-2-22-15,-4 2-23 0,0 0-26 0,1-5-18 16,-1 5-28-16,0 0-7 0,0 0-10 16,0 0-6-16,0 12-15 0,0-12-6 0,-1 9-9 15,-2-2 0-15,2-1-3 0,-2 3-8 0,2 1 2 0,-3 0-4 16,3 2 0-16,-2-3-7 0,2 1 4 0,1 2-3 15,0-1 2-15,-3-2-1 0,6 2-1 16,-3-1-3-16,4 2 2 0,1-5-2 0,3 4-1 0,-3-4 2 16,8 2-2-16,-3 2 0 0,5-2 0 15,-2-2-1-15,-4 0 1 0,1 3-1 0,-1-5-2 0,-2-1-3 16,-2 0-3-16,1-2 0 0,-2 2-6 16,-2-1-2-16,0 0 5 0,-4 0 2 0,-2 0 7 15,-1 0-3-15,-7 1 4 0,-4-1 1 0,-3 2-2 0,0 0 2 16,1-4-5-16,-5 2 5 0,4-1-4 0,2 0 4 15,-2 0-1-15,5-1-10 0,1 0-15 0,3-1-21 16,2 0-25-16,3 2-22 0,-1-2-32 16,6 0-42-16,0 0-41 0,10-9-51 0,3 4-147 0,5-3-434 15,9-4 192-15</inkml:trace>
  <inkml:trace contextRef="#ctx0" brushRef="#br0" timeOffset="96516.59">9368 6927 184 0,'6'-25'321'0,"-3"7"8"16,1 0 13-16,-2 6 16 0,0 0-6 0,0 2 3 16,0-1-4-16,-2 5-20 0,0 1-33 0,1-2-28 15,-1 4-37-15,2-1-28 0,-2 4-36 0,0-5-55 16,0 5-62-16,0 0-55 0,0 0-10 0,0 0-2 16,0 0-1-16,0 24 7 0,-2 2-4 0,0 0 20 15,-2 4-10-15,1 1-4 0,-1-1 4 0,3 1-4 16,0 0 6-16,-2-3-3 0,2-2 0 0,1 0-11 15,0-2-6-15,-1-6-11 0,1-3 6 0,0-2-3 16,-2-2-3-16,2-2 1 0,0 0 0 0,2-6 9 16,-2 2 4-16,0 2 20 0,0-4 29 0,0-3 20 15,0 0 26-15,0 0-6 0,-3 3-8 0,3-3-12 0,0 0-14 16,-15-16-17-16,9 7-3 0,-5 2-39 16,-5-4 2-16,4 4 1 0,-2-2-1 0,-3-2 1 15,1 5 1-15,0-2 8 0,5 4-3 0,1-1 2 16,1 1-1-16,3 1-1 0,2 0 1 0,-1 3-18 0,1-2-15 15,4 2-9-15,-8-3-11 0,8 3 10 16,0 0-4-16,0 0 6 0,0 0-5 0,22 1 2 16,0 1-8-16,10 0-11 0,3 1-6 0,18 0-5 15,-14-3-6-15,15 0 6 0,1-2 6 0,-3 1 4 0,-13-2 9 16,-1 1 6-16,-2-1 5 0,-3-2 6 16,0-2 14-16,-6 3 16 0,-9-2 36 0,0 2 36 15,-8 0 18-15,0-1 21 0,-1-2 21 0,-2 1 0 16,-4-1 12-16,1 2-14 0,-1 1-8 0,-3-4-10 0,1 3-14 15,-3 2-7-15,-2-5-8 0,-1 5-15 0,-3 0-2 16,-1 2-9-16,0 0-5 0,-5 2-10 0,4 2 13 16,-7 1-18-16,3 0-4 0,0 5-16 0,-4 1-9 15,4-1 6-15,-3 1-6 0,7 2-6 0,-4 0-12 16,5-2-4-16,3 0-8 0,-1 0 0 0,0-1-2 16,4-2 10-16,1 1-2 0,-2-3 4 15,1-1 3-15,2 0 8 0,1 0 14 0,0-4 12 0,-1 5 22 16,1-5 12-16,5 4 15 0,-5-4 20 0,0 0 3 15,14-7 1-15,-7 5 5 0,1-4 11 0,-1 1-8 16,3 0 4-16,-1-3-3 0,-3 3-3 0,-1 0 0 16,1-2-4-16,1 4 1 0,-4-1-5 0,0 1-5 15,0-1-11-15,1 1-5 0,-4 3-10 0,2-3-13 16,-2 3-16-16,3-2-34 0,-3 2-26 0,5-3-33 16,-5 3-35-16,0 0-26 0,0 0-8 0,0 0 12 15,10 5 14-15,-6 1 5 0,1-4-3 0,4 3 4 16,3 2-6-16,0-4-12 0,8 3-12 0,-2-1-11 15,2 0 2-15,-1 0 2 0,-1-3 14 0,1 1 0 16,-5-6 12-16,0 3 16 0,-1-1 34 0,1-2 22 16,-4-1 33-16,2 0 34 0,-2-2 26 0,-1 1 30 15,0-1 34-15,1-1 19 0,-2 0 19 0,0-1 27 16,-3 4 26-16,0-1 9 0,0 0 15 0,-1-2 3 16,-2 4-4-16,1 0-15 0,1 0-19 0,-2 0-19 15,-2 3-23-15,4-5-19 0,-4 5-14 0,0 0-31 16,5 0-27-16,-5 0-27 0,0 0-38 0,0 0-34 15,0 0-3-15,0 0 2 0,3 11-1 0,-6-7 12 16,1 6-11-16,-1 1-1 0,-1 2-12 0,-2 1-9 16,-1 0 1-16,3-2 8 0,-2 5-4 0,2-7 0 15,1-2 1-15,3-2 11 0,-3-1 4 0,2 2 12 0,-2-4 8 16,3 1 35-16,-2-3 38 0,-1 3 39 16,3-4 31-16,0 0 37 0,0 0-5 0,0 0-11 0,0 0-8 15,0 0-9-15,12-12-8 0,-7 3-4 16,-3 4-15-16,6-3-8 0,-1-1-9 0,3 2-11 0,-3-2-6 15,2 1-8-15,-3 1-4 0,0 2-5 0,-1 1-7 16,-1 0-6-16,2 0-3 0,-2 1-35 0,2 1-13 16,-3 2-14-16,-3 0-12 0,10 0-17 0,0 0-8 15,-1 2-16-15,0 2 1 0,5 0-10 0,-1 0-19 16,2 4-10-16,3 0-6 0,-1 0-7 0,1 0 2 16,-1-1-5-16,-4-3 5 0,1 1 7 0,-2-3 13 15,1 1 13-15,-2-3 14 0,-2-1 4 0,-1-2 13 16,3-1 16-16,-3 0 12 0,2-3 15 0,-1-1 23 15,-4 2 24-15,3-6 30 0,-3 2 18 0,4-2 16 16,-3-3 36-16,2 1 24 0,-3-2 9 0,4-2 17 16,-4 0 4-16,3-3-4 0,0-4-8 0,-1 2-17 15,1-2-5-15,-3 6-9 0,0 2 3 0,-1 8-7 16,0-1-12-16,-1 2-14 0,-1 2-13 0,-1 1-30 16,0 0-42-16,-1 3-49 0,0 2-51 0,2-5-53 15,-2 5 19-15,0 0-3 0,0 0 13 0,2 20 12 16,-3-4 16-16,0 4 2 0,-1-1 12 0,-2 9 10 15,-1 1 8-15,2-2 4 0,0-2-5 0,0 1 6 16,0-7-11-16,0 1-4 0,2-3 1 0,-2-1-1 16,2-3 4-16,0-1 0 0,-2-5 1 0,3 0 21 15,0 0-5-15,0-2 6 0,-1-2 11 0,1 2 25 16,0-5 33-16,-4 6 31 0,4-6 3 0,0 0-6 16,0 0-5-16,0 0-6 0,-18-13-14 0,8 4-14 15,-7 0-14-15,2 0-6 0,2-2 1 0,-6 2-5 16,4 0 4-16,3 2-1 0,1-1-4 0,3 3 7 15,0-1 0-15,2 0 2 0,1 5-18 0,1-3-7 16,1 2 2-16,1-1-17 0,1-1-23 0,1 4-9 16,10-5-1-16,3 2 0 0,5-3-2 0,8 3 0 0,5-2-1 15,1 0 2-15,4 5 4 0,1-3 2 16,1-3 7-16,0-1 5 0,-2 3 6 0,5-1 7 16,-6 3 8-16,-1-5 10 0,-2 3 16 0,-4-1 18 15,-5 2 19-15,-5-1 30 0,-5 1 25 0,-3 0 9 16,-1 0 21-16,-1 2 0 0,-2-2 7 0,-1 3-9 0,2-2-8 15,-7 2-2-15,6-3-18 0,-3 1-9 0,-3 2-15 16,0 0-10-16,0-5-11 0,0 5-17 16,0 0-9-16,-12 0-6 0,12 0-14 0,-10 0 2 0,1 2-8 15,1-1 4-15,3 1-14 0,0 1-10 0,-3 1 1 16,-1 0-2-16,3 1-8 0,-2 0 0 0,3 1 6 16,-4 1-20-16,4-2 0 0,1 5-1 0,0 2 7 15,3-3 3-15,-1 3 3 0,4 0 5 0,-1 0 5 16,3 1 8-16,4 3-1 0,2-1-1 0,-1 1 6 15,0 0 0-15,1-2 5 0,-1-4-1 0,-2 2 6 16,-1 0-1-16,3-4-2 0,-5-2 1 0,-3 0 0 16,3-1 0-16,-3 0 1 0,-1-1-11 0,-1 0 0 15,-4 1 8-15,-8-2 5 0,-5 2-25 0,-10-3-50 16,-10 0-97-16,-16-1-137 0,-2-6-239 0,-2-4-600 16,3-3 266-16</inkml:trace>
  <inkml:trace contextRef="#ctx0" brushRef="#br0" timeOffset="98298.29">2643 8006 134 0,'0'0'166'16,"0"0"-13"-16,0 0-12 0,-2-6-20 0,2 6-14 15,0 0-14-15,0 0-9 0,0 0-11 0,0 0-5 16,0 0-6-16,0 0-7 0,11-1-5 0,-11 1-7 16,14 0-1-16,-2-1-4 0,3 1 0 0,3-1 1 15,5 0 4-15,5-4-1 0,4 4 4 0,0 0-1 16,4-2 7-16,2-1-2 0,0 2-2 0,12-4 6 15,3 2-5-15,-1 1 0 0,2 1-3 0,-3-3-5 16,4 3-2-16,0-2-4 0,1 0-4 0,0 4-5 16,2-3 0-16,-1 2 1 0,2 1-8 0,0 0 1 15,-2 0-1-15,0 0 1 0,0 3-6 0,-2-2-1 16,4 1 2-16,-4-1-1 0,2 2-3 0,2 1-2 16,1-3 0-16,-2 0-3 0,3 0 1 0,-1 0 2 15,3 0-1-15,-6 1 4 0,2-1-3 0,-4-1 6 16,-2 0-2-16,-1 1 6 0,-13 0-1 0,15-1 6 15,-15 0-1-15,1-1 2 0,-1 2 0 0,1-1-2 16,12 2-3-16,-13-2-4 0,14 0 0 0,-2-2-3 16,-13 2 2-16,17-1-2 0,-4 2-2 0,-15-1-2 15,3 0-1-15,2-1 1 0,-1 0 3 0,-4 1-5 16,2-1 5-16,14 1 1 0,-16 0 1 0,4-2 4 16,-2 1 2-16,16 1-1 0,-4-1 0 0,-11-1-4 15,14-1 0-15,-2 2-1 0,0-3 1 0,-13 3 0 16,13-2-2-16,0-1 1 0,-11 4-2 0,-2-5-3 15,2 5 2-15,11-4 1 0,-14 2-5 0,0 1 5 16,1 1-3-16,2 0 2 0,-3-1-5 0,-1 0 1 16,3-1 1-16,0 1 2 0,-3-2-2 0,2 3 0 15,0 0-1-15,1-1 1 0,-2 0 1 0,1-3 6 16,4 3-11-16,-5-1 0 0,16-3 3 0,-15 5 3 16,-1 0 2-16,3-3 2 0,-3 3-2 0,0 0-1 15,-1-1-4-15,-2 0 3 0,1-1 1 0,-2 0-2 16,1 2-3-16,2-3 1 0,-3 1-1 0,4 0 2 15,-1 1-2-15,1-1 4 0,4 1-5 0,-4-1-2 16,15 0 0-16,-12 1 2 0,11-3-1 0,-1 1-2 16,-13 2 5-16,4 1-6 0,10-1 10 0,-13-1-8 15,2 1-2-15,11 0 1 0,-11 1-1 0,-2 0 5 16,13-3 1-16,-11 1-2 0,11 2 1 0,-13-3 2 16,13 0 4-16,-15-1-1 0,5 2 1 0,10-2 2 15,2-1-3-15,-15 1 1 0,13 0 1 0,-13-2-3 16,16 2 3-16,-16-1-5 0,15 2 3 0,-1-1-2 15,-16 1-2-15,1 1-1 0,15 0-1 0,-16-1-4 16,1 3 3-16,0-3 12 0,3 3-17 0,-4-3 2 16,-2 3-1-16,2-1 0 0,1 0 3 0,-4-2-2 15,3 2 1-15,-4-1 2 0,4 2 9 0,-2 0-5 16,2-3-10-16,-4 2 3 0,1 0-2 0,3-4-1 16,-4 4 0-16,1 1 1 0,-1 0-3 0,-1-3 3 15,2 2 3-15,-1-2 5 0,0 2-10 0,2-2 1 16,1 1-1-16,-4 0 3 0,3-1-3 0,0 0-1 15,4 0 2-15,-5 2-3 0,1-2 5 0,1-1-3 16,-1 3 2-16,2 1 1 0,1-3-1 0,-1 3 0 0,-2 0-1 16,4-1 1-16,-3 0-1 0,15-3 6 15,-14 4-10-15,2-3 1 0,3 1 12 0,-2-1-10 16,14-1 2-16,-17 3 0 0,-2-2 3 0,2-1 0 16,2 2-2-16,-6-1 3 0,-1-1 1 0,-3 1-1 15,-2 2 2-15,-4 0 7 0,-2-2-9 0,-1 3-2 0,-1-1-1 16,0-3 8-16,-5 2 4 0,1 1 1 15,-4 0 5-15,2 1 10 0,0-3 6 0,-4 2 7 16,-2 1 3-16,2 0 12 0,-8 0 3 0,10-1 0 16,-10 1 7-16,9-3-1 0,-5 3-4 0,-4 0 0 15,0 0 0-15,8 0-10 0,-8 0-6 0,0 0-3 16,6-4-7-16,-6 4-1 0,0 0-9 0,0 0 3 16,0 0-8-16,0 0-24 0,0 0-23 0,8 0-35 15,-8 0-36-15,0 0-46 0,0 0-51 0,0 0-54 16,0 0-79-16,0 0-253 0,0 0-628 0,-35 4 278 15</inkml:trace>
  <inkml:trace contextRef="#ctx0" brushRef="#br0" timeOffset="107479.77">2167 8926 25 0,'0'0'175'16,"1"-6"-1"-16,-1 4 0 0,0 2-4 0,0-7-6 15,0 5-9-15,0 2-7 0,0-6-4 0,0 6-4 0,4-5-15 16,-4 5-8-16,1-4-3 0,-1 4-11 15,0-3-8-15,0 3-9 0,3-3-13 0,-3 3-11 16,0 0-12-16,0 0-17 0,0 0-34 0,0 0-19 16,0 0 6-16,0 0-4 0,-12 15 1 0,11-3 1 15,-7 5 2-15,-1 7 0 0,-1 5 2 0,-3-1-1 0,-1 2 1 16,4 2 5-16,-2 0-3 0,1-1 3 16,1 0 1-16,2-1 3 0,-2-2-2 0,2-1 1 15,3-8-1-15,0-2 2 0,2 0 0 0,-1-5-2 16,2-2 1-16,-2-3 6 0,4-2 10 0,-1 1 28 15,1 0 22-15,-3-3 35 0,3 0 39 0,0-3 38 16,0 0 35-16,-1 4 1 0,1-4-3 0,0 0-56 16,0 0-13-16,1-20-2 0,3 10-14 0,1-4-11 15,-1-3-16-15,0-2-16 0,2-11-20 0,2 2-21 16,2 2-11-16,-2 1-7 0,0-1-8 0,2 1-2 16,1 1-4-16,-6 5-1 0,1 3 2 0,0-1-2 15,-1 6-1-15,0-1-3 0,-1 1 2 0,0 1 4 16,-3 1-4-16,0 2-7 0,2 2 2 0,-2 1-4 15,3 1-3-15,-4-2-4 0,0 5-6 0,9 0-2 16,-9 0-4-16,9 8 2 0,-4-1 5 0,0 2-1 0,8 4-6 16,-4 1 5-16,-1 3-1 0,0-1 3 15,3 2 5-15,-2 7-4 0,2-1 1 0,-3 5 19 16,-3-10-4-16,4 5-10 0,-4-4 3 0,0-3 1 16,-1-4 0-16,-2-2 2 0,0 0-2 0,0 0 2 15,0-2-1-15,-1-2 1 0,0-1 0 0,2-1 0 16,-3-1 0-16,0 1 1 0,1-2-5 0,-1 1 4 15,0-4 0-15,0 0-8 0,0 3-8 0,0-3-5 0,0 4-8 16,0-4-9-16,0 0-17 0,0 0-106 16,0 0-54-16,-12-7-45 0,6 3-247 0,0-3-553 15,-3 1 244-15</inkml:trace>
  <inkml:trace contextRef="#ctx0" brushRef="#br0" timeOffset="107730.93">2012 9232 165 0,'0'0'203'16,"-5"3"-8"-16,5-3-2 0,0 0-6 0,-1 4-5 15,1-4-9-15,0 0-5 0,0 0-4 0,23-4-4 16,-5 1-7-16,11-6-13 0,-2-1-7 0,2-2-14 16,2 2-12-16,-12 5-10 0,4-1-9 15,-6 0-11-15,0 4-8 0,-4-1-5 0,-1 0-9 0,-3 1 1 16,-2-2-12-16,-1 4-7 0,-3-2-5 0,2-1-9 15,-5 3-14-15,8-2-16 0,-8 2-22 16,0 0-13-16,0 0-17 0,5 0-23 0,-5 0-28 16,0 0-30-16,-11 7-28 0,4-5-53 0,0 1-152 0,-1-2-404 15,8-1 180-15</inkml:trace>
  <inkml:trace contextRef="#ctx0" brushRef="#br0" timeOffset="108161.55">2205 8738 106 0,'-17'1'133'0,"-3"3"-13"0,2 2-2 0,-6 6-2 15,-3 3-16-15,-1 3-10 0,1 2-3 0,-1 2-4 16,1 5-7-16,-10 8 0 0,8 4 2 0,-2 5-1 16,3-1-6-16,2 1-2 0,2 4-8 0,5 0-8 15,3-1-1-15,4-2-8 0,7-11 7 0,2 0-13 16,3-2-3-16,4 1-2 0,4-3 2 0,3 0 19 16,6-3 14-16,2-3 0 0,8-2 20 15,3-4 14-15,6-4 17 0,15-4 4 0,4-2 3 0,4-7-4 16,0-6-4-16,32-8 0 0,-33-2 6 0,2-3 5 15,26-15-10-15,-30 11 1 0,-4-5 5 0,-4-3-23 16,-4-4-5-16,-6-3-17 0,-8-3-2 0,-7-6-14 16,-7 1-30-16,-12-3-41 0,-7 2-19 0,-11-5-8 15,-14 5 5-15,-8 4-6 0,-11 2-3 16,-7 6-9-16,-5 8-6 0,-34 0-15 0,-3 10-23 0,-1 14-17 16,-9 11-25-16,-1 6-50 0,-5 7-64 0,10 7-234 15,10 0-519-15,30-10 230 0</inkml:trace>
  <inkml:trace contextRef="#ctx0" brushRef="#br0" timeOffset="115745.06">4159 8990 115 0,'2'-4'248'0,"-2"0"-9"16,2 0-14-16,-1 1-28 0,-1 3-20 0,1-6-24 15,-1 6-24-15,2-4-44 0,-2 4-8 0,0 0-8 16,0 0-16-16,-3 17-2 0,0-5-2 0,-3 2-9 16,0 4-3-16,-3 9-6 0,0-2-3 0,0 6-3 15,1-2-4-15,-2 4 1 0,-2-5-3 0,6 3-3 16,-3-2-2-16,0-2 0 0,1 1-4 0,3-1 6 16,0-8-5-16,1-2-1 0,2-1 1 0,-1-3 1 15,2-3-1-15,-3 0-5 0,4-1 0 0,-2-6 2 16,-1 4 3-16,2-3 6 0,-1 0 18 0,2-4 11 15,0 4 11-15,-1 0 6 0,1-4 2 0,0 0-1 16,0 5-3-16,0-5-33 0,0 0-42 0,0 0-26 16,0 0-32-16,3-19-29 0,-2 8-29 0,2 1-25 15,-1-7-50-15,-1-2-123 0,2 0-355 0,1-6 157 16</inkml:trace>
  <inkml:trace contextRef="#ctx0" brushRef="#br0" timeOffset="116226.78">4055 9249 174 0,'4'-26'138'0,"0"1"17"0,-4 6 38 0,5 0 2 15,-7-3 16-15,4 5 12 0,-1-1 0 0,2 2 7 0,-2 5-8 16,3-1 8-16,-4 1 2 0,4 0-2 15,-4 3-17-15,1 0-20 0,3 4-22 0,-4-1-23 16,1 1-4-16,-1-1-34 0,3 4-40 0,-3 1-11 16,0 0-9-16,0 0-7 0,15 9-9 0,-3-1-11 0,-1 6-4 15,10 4-3-15,-1 3-5 0,3 1 2 16,4 3 1-16,-2 1-6 0,1-1-2 0,-2 1-10 16,3-2 0-16,0 0-7 0,0 0-7 0,-2-3-16 15,2-1-13-15,-3-2-11 0,-4-2-9 0,4-1-6 0,-8-6-5 16,1 0 3-16,-4-3 0 0,-3-1 8 0,2-3 5 15,-4-3 9-15,1-2 9 0,1 0-2 0,-4-4 9 16,1-3 12-16,1-6 6 0,-1 1 8 16,-2-2 13-16,0-8 11 0,-1-2 10 0,-1 1 15 15,0-3 14-15,1 3 21 0,-4 2 0 0,2 3 6 0,1 1 0 16,-2 2 31-16,1 2 1 0,0 1 15 0,-2 4 8 16,1 1-1-16,-1 3-1 0,0 1-11 15,2 1-12-15,-2 0-12 0,0 0-17 0,0 5-11 16,1-4-18-16,-1 1-40 0,0 3-35 0,0 0-28 0,0 0 6 15,0 0 8-15,0 0 15 0,3 17-13 0,-3-5 3 16,2 4 0-16,-2 2 5 0,0 9 7 0,1-1-3 16,-2 1 7-16,-1 0 2 0,2-1-1 0,2-1 19 15,-2-5-17-15,-2 1 2 0,4-4-4 0,-2 0 7 16,0-6 0-16,0 2 3 0,1-4 0 0,-2-1-3 16,1-3 10-16,1 2-3 0,-1-3 2 0,0 0 0 15,0 0 3-15,1-2-3 0,-1-2 10 0,0 7 5 16,0-7 3-16,2 4 1 0,-2-4 2 0,0 0 0 15,0 0 3-15,0 0-3 0,-3 4-7 0,3-4-60 16,0 0-62-16,0 0-47 0,-6-12-58 0,5 7-58 16,-2-2-74-16,1 2-214 0,0-5-605 0,2 0 267 15</inkml:trace>
  <inkml:trace contextRef="#ctx0" brushRef="#br0" timeOffset="116595.88">5021 9153 153 0,'0'-4'263'0,"0"4"-19"15,-2-5-21-15,2 1-23 0,-4 0-22 0,4 4-17 16,0 0-19-16,-6-3-18 0,-1 5-9 0,7-2-20 0,-19 7-11 16,6-1-12-16,-2 1 2 0,0 5-12 15,1 2-6-15,-1-1-6 0,4 3-4 0,-2 1-9 16,2-2-4-16,-1 2-1 0,5 0-1 0,-1-1-7 15,3-4-3-15,0 5 0 0,2-4 2 0,1-4-3 0,2 4-6 16,-2-5 3-16,4-1 0 0,0 0 1 16,1 0 3-16,3-4 5 0,0 1 9 0,2-2 3 15,0-2 9-15,4 0 9 0,0-2-2 0,1-3 11 16,-2-1-5-16,0-2-3 0,3-1 9 0,-3-4-6 16,-2 0-7-16,1-1-7 0,-2-3 1 0,0 4-7 15,-4-5-2-15,-2 3-5 0,3 1 0 0,-5-1-4 16,0 5-4-16,0-1-2 0,0 3-7 0,0-2-7 15,-1 5-19-15,-3-2-23 0,3 1-46 0,-3 5-48 0,0-1-39 16,4 2-39-16,-9-1-26 0,9 1-232 16,0 0-501-16,-8 4 221 0</inkml:trace>
  <inkml:trace contextRef="#ctx0" brushRef="#br0" timeOffset="116760.23">5289 9350 90 0,'3'1'399'0,"1"1"35"0,-4-2 22 0,6 0 15 16,-6 0 13-16,0 0-15 0,0 0-32 0,8 1-43 16,-8-1-40-16,0 0-37 0,0 0-51 0,7-1-80 15,-7 1-89-15,2-5-88 0,1 1-92 0,-3 4-108 16,4-3-137-16,0 0-383 0,0-1-769 0,-1-1 341 16</inkml:trace>
  <inkml:trace contextRef="#ctx0" brushRef="#br0" timeOffset="117463.17">6180 9144 61 0,'0'0'327'0,"2"-7"-23"0,-2 5-9 16,0 2-21-16,2-3-18 0,-2 3-31 15,0 0-18-15,0 0-28 0,0-7-17 0,0 7-24 0,0 0-15 16,0 0-17-16,0 0-13 0,0 0-8 0,-20 10-11 16,11-1-13-16,-1 0-2 0,-2 5-8 0,2-1-6 15,0 3-9-15,2-2-2 0,-1 1-5 16,5-5-18-16,-1 2-3 0,0 1-3 0,5-2 5 0,-1 1-5 15,2-3 5-15,-1 2 0 0,5-4 0 0,0-2 2 16,-1-1 4-16,5-1-2 0,5 0 4 0,-2-3 12 16,0 0-6-16,2-1 21 0,-2-4 14 0,2 1 11 15,-4-3 11-15,-1 1 2 0,3-4-7 0,-5 1 6 16,1-6-10-16,-2 1-4 0,2-1 2 0,-6-2-23 16,-2 1-4-16,0 1-16 0,-1 3-3 0,-4-2-14 15,-2 2-20-15,1 4-14 0,-1-1-11 0,-2 4-21 16,-1-3-16-16,-1 1-23 0,0 5-22 0,-2 2-24 15,1-3-34-15,0 3-15 0,2 3-36 0,2-3-38 16,0 1-213-16,3 2-516 0,5-3 228 16</inkml:trace>
  <inkml:trace contextRef="#ctx0" brushRef="#br0" timeOffset="117828.64">6501 8954 313 0,'3'-3'338'16,"-2"-1"-22"-16,2 4-33 0,-1-4-34 0,-2 4-22 16,4-4-21-16,-4 4-42 0,0 0-35 0,0 0-15 0,0 0-15 15,1 13-9-15,-2 0-11 0,-3 5-7 0,-1 7-9 16,1 5-7-16,-1 0 3 0,0 4-11 0,-2 1-6 16,1-1 5-16,1-1-13 0,4-2-4 15,-2-1-2-15,-2-1 11 0,5-4-15 0,0-5-2 0,4-3-2 16,-3-2-2-16,-1-1 0 0,3-5-2 0,-2-2 1 15,-1-1 3-15,0 1 2 0,1-5 14 0,2 3 37 16,-3-2 27-16,0-3 41 0,1 4 11 16,-1-4-15-16,0 0-15 0,5-10-16 0,-5 3-6 0,0-2-19 15,-1-1-33-15,-4-7-21 0,-3-2-1 0,0 2-17 16,-1-1-3-16,-2-5-3 0,-1 6-1 0,1 1 9 16,2 0 1-16,1 2-5 0,3 4-4 0,1 0 4 15,-1 3 11-15,3 2-22 0,-1 0-25 0,5 0-36 16,5 1-32-16,9 1-25 0,14 0-31 0,10 3-64 15,19-2-83-15,-2 0-291 0,2-3-640 0,1 0 285 16</inkml:trace>
  <inkml:trace contextRef="#ctx0" brushRef="#br0" timeOffset="118580.07">8119 8970 6 0,'4'-5'270'0,"-4"-2"-22"0,1 2-24 0,-1-1-26 16,-3 2-15-16,0 0-25 0,-1 0-15 0,-3 1-16 15,1 2-14-15,-7 2-12 0,0-1-14 0,-8 5-10 0,-6 5-8 16,1 1-5-16,-2 1-9 0,-1 3-5 16,3-1-7-16,-1 3-8 0,4-1-2 0,3 3-3 15,-1-2-3-15,5-3-5 0,3 1-1 0,4 2-1 16,-1-3 0-16,6-4-5 0,-1 0 2 0,1-1-1 0,2-2-1 15,0-2-5-15,2 1 18 0,2-1 25 16,0-1 17-16,6-4 7 0,2-1 9 0,0-2 8 16,10-3-2-16,-4-2 1 0,2-3 3 0,-1 3-6 15,0-4-7-15,0 1-4 0,0 1-11 0,-1-2-7 16,2 3-7-16,-8 1-7 0,3 1-7 0,-3 0-4 0,2 1-4 16,-2 1-3-16,-1 3-2 0,0-3-3 15,1 3-1-15,-1-1-11 0,1 3 1 0,0-2-6 16,0 3-19-16,1 3-14 0,0-1-14 0,1 3-23 0,0-1-25 15,2 7-41-15,-3-4-44 0,-1 1-51 0,-2-1-90 16,0 1-160-16,-2-1-513 0,-1 1 227 16</inkml:trace>
  <inkml:trace contextRef="#ctx0" brushRef="#br0" timeOffset="118927.26">8391 9027 264 0,'8'-3'292'16,"-2"-2"-23"-16,-1 0-26 0,-1 1-26 0,4 2-26 16,-2 2-21-16,2 0-13 0,-2 2-23 0,2 2-14 15,1 1-14-15,0 2-10 0,-3 3-9 0,2-2-10 0,1 4-8 16,-6-3-9-16,4 8-6 0,-3 0-8 16,-2 2-3-16,0-1-4 0,-1 0-2 0,-2-1-6 15,1-4-1-15,-2-1-5 0,0-2 0 0,1-1-2 16,-1-1-1-16,2-3 18 0,-1 2 17 0,1-2 33 15,-1-1 48-15,1-1 52 0,0-3 47 0,0 0-1 16,0 0-17-16,0 0-13 0,2-12-19 0,2 0-18 16,0-5-20-16,6 0-19 0,-1-1-16 0,6-6-20 15,1-4-26-15,4 3-20 0,-1 0-26 0,3 2-20 0,-3 3-10 16,-6 4-11-16,2 4-8 0,-6 1-13 16,-1 5-42-16,-3-4-49 0,3 5-53 0,-5 4-66 15,0 0-27-15,-3 1-5 0,0 0-33 0,4 6-303 0,-8 0-670 16,4 0 296-16</inkml:trace>
  <inkml:trace contextRef="#ctx0" brushRef="#br0" timeOffset="119761.7">8910 9208 45 0,'0'0'233'16,"0"0"-16"-16,0 0-11 0,0 0-17 0,-9 0-10 16,9 0-17-16,0 0-5 0,0 0-3 0,0 0-4 15,0 0 10-15,0 0 2 0,0 0 11 0,0 0 14 16,0 0 1-16,0 0-16 0,5-10-9 0,3 5 1 15,-3-2-2-15,1-3-1 0,2 0 0 0,3-3-7 16,0-3-7-16,0-1-11 0,6-6-10 0,-6-1-16 16,4-1-7-16,2-2-15 0,1-1-6 0,-3-1-12 15,3-3-7-15,-5 1-7 0,1 2-9 0,-2 2 0 16,-2 1-6-16,-4 6-3 0,-2 6-8 0,1 1-2 16,-2 2-2-16,1 1-6 0,-2 2-5 0,-1 3-12 15,2-1-9-15,-3 3-11 0,0 3-21 0,0 0 1 0,-18 9 17 16,9-1-19-16,-5 6 7 0,-4 6-2 0,0 1 6 15,-1 3 0-15,2 1 3 0,-2 0 5 0,4 1-7 16,1 1 12-16,2-1-7 0,0-2 1 16,5 1-1-16,2-6 7 0,1 0-5 0,4-1-2 0,0 0 5 15,4-2 4-15,3-2 5 0,3 2 6 0,4-4-8 16,2-3 7-16,12-1-3 0,-1-5 4 0,4-3 5 16,5 0-6-16,-3-3 6 0,0-4-2 0,-1-2 5 15,0 1-2-15,-4-5-5 0,3 0 1 0,-3 3 15 16,-4-4-9-16,-7 4-2 0,-1-2 16 0,-3 0 14 15,-2 6 1-15,-3-3 9 0,0 2-2 0,-3 1-1 16,-1 0-6-16,-1 1-8 0,-1 0-5 0,-2 2 4 16,0-1-22-16,0 4-7 0,-4-6-13 0,4 6-23 15,-7-1-7-15,7 1-17 0,-11 4-14 0,7-1-8 16,-2 2-4-16,1 0-7 0,0 0 5 0,2 1 8 16,0 4 7-16,0-2 5 0,3 1 4 0,1-1 7 15,2 2 6-15,2-4 9 0,3 4 5 0,2-5 3 16,1 0 5-16,2-3 2 0,1 1 4 0,3-1 3 15,2-2 3-15,0-3 4 0,-1 0 7 0,0-1 14 16,-4-3 30-16,-1 0 20 0,-3 2 13 0,5-4 16 0,-6 1 29 16,0 1 14-16,-1-1 2 0,1 1 1 15,-3 2-1-15,-2-1-1 0,0 1-24 0,1 2 0 16,0 1-13-16,0-2-12 0,-4 0-7 0,-1 4-14 16,3-3-7-16,-3 3-16 0,5-4-18 0,-5 4-34 0,0 0-21 15,0 0 2-15,0 0-4 0,4 9 3 16,-4-9 6-16,0 10 12 0,0-5-9 0,0 4 3 0,0-1 2 15,0 2-5-15,0-1-9 0,0-1-6 16,0 1-3-16,0-1-5 0,-3 0-6 0,3-2-11 0,-1 1-21 16,1-2-10-16,0 2-14 0,-2 1-12 0,-1-4-14 15,0 2-8-15,2 1-16 0,-5-2-36 0,0-1-38 16,-2 1-294-16,0-2-573 0,2-2 254 0</inkml:trace>
  <inkml:trace contextRef="#ctx0" brushRef="#br0" timeOffset="120712.77">9776 8872 59 0,'0'0'371'0,"-2"-8"15"0,2 4 5 16,-3 1 16-16,3 3-14 0,0-5-16 0,0 5-19 16,0-4-24-16,0 4-32 0,-1-5-28 0,1 5-25 15,0 0-34-15,0 0-19 0,-3-5-21 0,3 5-27 16,0 0-32-16,0 0-51 0,0 0-48 0,0 0-52 0,0-3-64 15,0 3-48-15,0 0-58 0,0 0-71 16,0 0-18-16,0 0-15 0,-5 9-269 0,0-7-627 16,5-2 278-16</inkml:trace>
  <inkml:trace contextRef="#ctx0" brushRef="#br0" timeOffset="121744.01">7927 9118 59 0,'0'0'126'16,"-8"0"-7"-16,8 0 1 0,0 0-9 0,0 0-1 16,0 0-4-16,0 0-3 0,-5 1 2 0,5-1-4 0,0 0 1 15,0 0 3-15,0 0-5 0,0 0-3 16,0 0-6-16,0 0-5 0,0 0-6 0,0 0-5 15,0 0-5-15,0 0-8 0,0 0-7 0,0 0-4 16,0 0-5-16,0 0-6 0,22-3-4 0,1 2-4 0,10 0 0 16,20-6 4-16,7 2 0 0,33-3 3 15,3 0 13-15,6 4-1 0,7-5 9 0,8-1-3 0,6 3 1 16,-7-1 0-16,-2-1-5 0,-8 4-2 0,-7-4-5 16,-35 5 2-16,-1-1-22 0,-4-3-2 0,-7 3 3 15,-13 1 6-15,-5 2 3 0,-3-2 0 0,-12-1 11 16,0 4 9-16,-7-1 10 0,-2 0 8 15,-2 1-1-15,-2 0-1 0,-1 1-5 0,3 0-7 0,-8 0-10 16,7-3-14-16,-7 3-25 0,7 0-51 0,-7 0-51 16,0 0-78-16,6 3-23 0,-6-1-8 0,2 2-82 15,-1 2-166-15,0-4-485 0,2 2 215 0</inkml:trace>
  <inkml:trace contextRef="#ctx0" brushRef="#br0" timeOffset="122509.36">10847 8953 306 0,'4'-4'304'0,"0"-2"-3"0,-2-2 0 15,1 3-13-15,-2-2 1 0,3 2-12 0,-3-4-6 16,-1 3-12-16,0 0-28 0,3 1-19 0,-3-1-16 16,0 2-27-16,1 1-21 0,-2-2-25 0,1 5-27 15,0 0-32-15,-4-5-16 0,-4 5-12 0,-3 2-3 16,-6 2-12-16,-2 3 2 0,-3 1-9 0,-1 3 0 15,-2 3-9-15,2 1 3 0,0-1-5 0,2 3-19 16,2-7-5-16,6 4-6 0,-2 0-10 0,2 0-4 16,3-1 0-16,1 0 0 0,1-1 1 15,3-5 7-15,2 0 5 0,0-1 2 0,0-1 6 0,2 0 16 16,1-1 20-16,0-4 15 0,5 2 11 0,-5-2 13 16,13-2 7-16,-3-1 17 0,-1-1 23 0,1 1-7 15,-1-4-3-15,3 3-6 0,-1-4 5 0,-1 5-22 16,1-4-4-16,-2 2-12 0,-3 2-5 0,-1-1-8 15,2 0 1-15,0 1-11 0,-3 1-2 0,1 1-7 16,-1-1-14-16,-4 2-25 0,6-3-30 0,-6 3-11 16,6 0-14-16,-6 0-15 0,12 3-19 0,-5-1-21 15,-1 1-39-15,4 2-41 0,-3 2-41 0,2-3-43 16,-2 2-272-16,-1-2-610 0,1-1 269 0</inkml:trace>
  <inkml:trace contextRef="#ctx0" brushRef="#br0" timeOffset="122862.37">11009 8910 121 0,'4'-7'341'0,"1"-2"-18"0,-1 6-22 16,1-2-22-16,-1 0-31 0,2 1-29 0,1 1-29 16,-2 3-23-16,0 0-17 0,3 0-20 0,-8 0-11 15,18 5-16-15,-9 0-17 0,1 2-9 0,-3 1-8 16,2 4-6-16,-2-1-13 0,0-1-3 0,-3 5-7 15,1-1-4-15,0 3-1 0,-3-1-6 0,0 0 0 16,-2 0-4-16,-1 1-5 0,0-4-2 0,-1-4 3 16,1 3-3-16,1-4 1 0,-1-3-1 0,-2 2-2 15,2-3 4-15,1 1 15 0,-1-1 30 0,1-4 40 16,0 4 46-16,0-4 36 0,0 0 18 0,0 0-12 16,0 0-8-16,0 0-1 0,0-17-16 0,4 6-15 15,-1-3-23-15,4-4-18 0,0 0-28 0,5-6-17 16,2 0-17-16,-4 7-19 0,-1 0-2 0,2 2-1 15,-3 2-9-15,0 2-8 0,-3 2-14 0,-1 1-27 16,0 4-17-16,0-1-64 0,-2 2-72 0,-1-1-81 16,-1 4-61-16,0 0 10 0,0 0-35 0,0 0-316 0,-7 16-720 15,3-10 318-15</inkml:trace>
  <inkml:trace contextRef="#ctx0" brushRef="#br0" timeOffset="123425.53">11379 9051 208 0,'0'0'234'0,"0"0"-14"15,0 0-8-15,0 0-8 0,0 0-11 0,0 0-10 16,0 0 2-16,0 0-4 0,0 0 9 0,0 0-8 16,0 0-8-16,0 0-9 0,0 0 1 0,12-12-4 15,-3 7-11-15,0-4 3 0,-2 1 4 0,7-6-6 16,-3-1 13-16,2 0-23 0,5-6-11 0,-4 0-4 16,1-2-13-16,2-3-10 0,1 1-12 0,-2-4-10 15,0-2-8-15,-1-1-5 0,-1 3-4 0,-4 1-5 16,2 3-1-16,-6 6 12 0,1 2-3 0,-1 0 4 15,0 5-9-15,-2 0-5 0,-3 7-4 0,2-3 0 0,-3 4-22 16,1-3-14-16,-1 4-40 0,0 3-46 0,0 0-2 16,0 0 3-16,0 0 7 0,-14 18 7 15,5-2-1-15,-5 6 5 0,-1 7 8 0,2-1 1 0,-3 2 6 16,1 1-2-16,2 1 11 0,0-3 2 0,0 0 0 16,4-3 7-16,4-1 0 0,1-6-4 0,0-1 8 15,4 0 1-15,3-2 0 0,-1 0 6 16,2-4 3-16,3-2 9 0,3-1-4 0,0-2 5 0,5 0 6 15,3-3-7-15,2-2 7 0,-1 0 1 0,2-4 16 16,-3 0 1-16,0-3 12 0,1 1 11 0,-1-3 0 16,-5 1-5-16,2-3-11 0,-3 0-2 0,-6 0 1 15,3-2-8-15,-4 5-3 0,1-5-6 0,-2 2-18 16,-4 0-36-16,-2 0-36 0,-5 1-35 0,-4 3-16 16,-7 0-8-16,0 1-5 0,-13 3-23 0,2 1-12 15,-4 3-22-15,3 1-25 0,2 1-29 0,8 3-29 16,3 0-259-16,1-3-575 0,4 2 255 0</inkml:trace>
  <inkml:trace contextRef="#ctx0" brushRef="#br0" timeOffset="123760.37">12002 8915 398 0,'0'-2'443'0,"2"-3"-1"0,-1 0-19 16,1 0-17-16,-2 3-29 0,0 2-29 0,1-7-28 16,-1 7-34-16,0-5-31 0,2 2-23 0,-2 3-30 0,0 0-24 15,0-5-21-15,0 5-22 0,0 0-18 0,0 0-31 16,0 0-38-16,0 0-30 0,0 0-24 16,0 0-4-16,0 0 0 0,0 0-1 0,-6 15 3 15,4-9-8-15,1 1 1 0,1 3 8 0,-3-1-4 0,2 3 3 16,-1 0 6-16,-1-3-3 0,2 0-1 0,-1-1-3 15,4 1-10-15,-6-3-15 0,4 0-3 0,0 0-3 16,-1-1-11-16,1-2 7 0,-2 1-7 16,2-4 1-16,0 7-3 0,0-7 1 0,0 3 6 0,0-3-2 15,-2 3 1-15,2-3-12 0,0 0-68 0,0 0-87 16,-10-9-94-16,3-2-271 0,2-4-625 16,-1-2 277-16</inkml:trace>
  <inkml:trace contextRef="#ctx0" brushRef="#br0" timeOffset="123899.14">12001 8592 121 0,'3'-3'319'0,"0"-2"-19"16,-2 1-21-16,1 0-21 0,-1 2-39 0,-1 2-22 15,3-5-44-15,-3 5-51 0,0 0-28 0,0 0-27 16,0 0-34-16,11 8-38 0,-6-1-50 0,2 1-52 16,-5-2-183-16,2 2-334 0,-1-3 148 0</inkml:trace>
  <inkml:trace contextRef="#ctx0" brushRef="#br0" timeOffset="124376.26">12462 8432 56 0,'3'-8'363'0,"-1"2"-28"15,1 1-16-15,-2-1-32 0,2 3-40 0,-1-3-28 16,-2 6-30-16,0 0-28 0,0 0-15 0,0 14-15 0,-4 3-12 15,0 7-11-15,-2 5-12 0,-4 4-8 16,-3 13-10-16,-1 2-5 0,-5 2-8 0,-1-2-10 16,-1-4-5-16,7-10-4 0,6-4-6 0,-7 3-5 15,3-6-1-15,2-1-4 0,3-1-5 0,0-8-5 0,3 1-9 16,2-9-10-16,-1 2-5 0,-2-6 2 16,5 1 0-16,-2 0 12 0,0-1-4 0,1-1 2 15,1-1 12-15,0-3 24 0,0 0-8 0,0 0-6 16,0 0-2-16,0 0-3 0,-9-8-23 0,7 1-11 0,-2-3-21 15,0 1-9-15,-4-2-11 0,-1-3 4 0,0-1-1 16,-3 2 14-16,0 1-4 0,4 2 3 16,-4-2 5-16,0 3 15 0,3 3-1 0,-1-1 13 15,4 0 17-15,-1 2 17 0,2 0 17 0,1 1-2 0,-2 2-1 16,2-2-10-16,3 2 0 0,1 2-7 16,-3-3-5-16,3 3-6 0,0 0 1 0,0 0-4 15,18-2-1-15,-5 2-2 0,15 0-4 0,7 0 3 16,-2 0-1-16,1-1 1 0,3 4-3 0,-2-3-3 0,-6 0 8 15,2 1-3-15,-12-1-8 0,1-1-8 0,-2 1-6 16,-7 0-5-16,-1-2-2 0,-3 2 1 16,0-1-12-16,-3 0-14 0,-4 1-26 0,0 0-48 0,0-5-34 15,0 5-38-15,-18-7-31 0,6 4-249 16,-6 1-508-16,2-3 225 0</inkml:trace>
  <inkml:trace contextRef="#ctx0" brushRef="#br0" timeOffset="124725.37">12667 8739 157 0,'4'-1'383'0,"2"-1"-30"16,-6 2-32-16,6-2-27 0,-6 2-36 0,7 0-26 15,-1 1-29-15,-1 2-27 0,1 0-14 0,0 2-24 16,-1 0-17-16,1 3-12 0,1 1-9 0,0 1-12 15,-2 1-10-15,-3-1-10 0,0 5-8 0,2-1-8 16,-4-2-7-16,-3 1-4 0,2-2-2 0,-1 5-4 16,2-6-4-16,-3-1-5 0,-1 1-6 0,4-4-1 15,-5-3 5-15,5 1-8 0,-2 1 3 0,0-2 17 16,1-1 26-16,1 2 34 0,0-4 40 0,-4 4 41 16,4-4 32-16,0 0 19 0,0 0-8 0,0 0-19 15,0 0-28-15,5-12-22 0,2 2-21 0,-1 1-28 16,0-6-36-16,7 1-45 0,5-6-41 0,1 0-31 15,0-1-16-15,-2 3-37 0,0 4-21 0,-3 3-26 16,0 0-32-16,-3 4-25 0,-2 0-31 0,0 3-50 16,1-2-41-16,-3 4-322 0,0-2-706 0,-1 3 312 15</inkml:trace>
  <inkml:trace contextRef="#ctx0" brushRef="#br0" timeOffset="125078.19">13248 8741 7 0,'4'-5'342'0,"-3"1"-11"0,-1-1-17 16,3 2-28-16,-2 0-28 0,0-1-26 0,-1 4-29 15,-2-6-25-15,2 6-21 0,-8-3-20 0,8 3-12 16,-10 3-17-16,-2-1-12 0,2 5-8 0,-7-1-10 16,2 4-11-16,-2 1-5 0,0 1-7 0,-6 4-11 15,1-2 3-15,5-1-7 0,-2 4-1 0,3-3-13 16,3-3-11-16,0 2-11 0,4-6 0 0,1 1 0 15,2-3-3-15,2 2 3 0,-1-3-2 0,1-1 10 16,4 0 0-16,0-3 17 0,3 5 10 0,2-3 6 16,-5-2 1-16,18-2 13 0,-8 0 14 0,3-1 0 15,1-3 3-15,-1 4-3 0,1-4-13 0,-3 2 0 16,3 2-1-16,-4-1 3 0,1 1 1 16,0-3-4-16,-2 4 3 0,-2-2 4 0,0 1-19 0,-1 1-7 15,2 1-4-15,-4-2-7 0,-4 2-24 0,9 0-25 16,0 2-29-16,-4-2-30 0,0 3-37 0,0 1-49 15,2 1-57-15,0 1-79 0,-3-1-298 0,-1 1-646 16,-2-3 285-16</inkml:trace>
  <inkml:trace contextRef="#ctx0" brushRef="#br0" timeOffset="125410.95">13403 8748 223 0,'10'-8'410'15,"-4"-1"-13"-15,3 2-22 0,0 0-22 0,-4 2-38 16,-1 1-36-16,1 1-24 0,3 1-30 0,-2 3-29 0,3-1-33 16,0 3-10-16,0 2-16 0,3 3-26 15,-3 1-6-15,1 3-21 0,-1 3-10 0,-2 1-9 16,0 1-7-16,-3 2-8 0,-2-1-10 0,-3 1-17 16,1-2-4-16,0 1-7 0,-4-2-6 0,3-1-10 0,-2-3 5 15,1-3-7-15,-1-1 4 0,1-1 9 16,-2-2-6-16,4 0 4 0,-2 2 11 0,2-6 32 15,0-1 49-15,0 0 42 0,-1 4 52 0,1-4 26 16,0 0 2-16,0 0-7 0,0 0-18 0,0 0-14 0,4-20-19 16,0 8-14-16,2-5-20 0,3 0-23 0,5-7-24 15,-2-2-30-15,6 1-44 0,-3-1-43 16,0 2-39-16,-1 2-25 0,3 1-45 0,-7 8-53 16,2-1-53-16,-6 6-64 0,3 1-83 0,-1 1-400 0,-2 2-865 15,0 0 382-15</inkml:trace>
  <inkml:trace contextRef="#ctx0" brushRef="#br0" timeOffset="125944.43">13785 8703 385 0,'1'-6'393'0,"0"4"-11"0,1-3-33 0,-2 5-24 15,2-8-31-15,-2 5-35 0,3 2-28 0,2-2-51 16,-5 3-32-16,11 1-46 0,-3 1-31 0,2 2-37 15,0-1-31-15,2 2-21 0,-2 2-21 0,0 1-23 16,2-1-30-16,-2 1-23 0,-1-2-2 0,-1 2-14 16,-1-1 0-16,1-1-2 0,-4-2 15 0,1-2 17 15,-1 1 10-15,1-3 15 0,-5 0 27 0,9 0 31 16,-9 0 38-16,6-7 19 0,-2 2 11 0,-1 1 17 16,1-2 14-16,-1-2 7 0,1 1 8 0,2-2 10 0,1-1 7 15,-1 2 11-15,-1-1 0 0,3 2 9 16,-3 0-16-16,0 2-9 0,-1-1-11 0,1 1-17 15,-1 3-12-15,0 0-9 0,-4 2-21 0,10 0-7 16,-5 5-12-16,0 2-7 0,3 3-5 0,-3 6-2 16,4 4-1-16,-1 7-4 0,-2-2-4 0,-2 3 5 15,-4 3-6-15,3 1 1 0,-6 0-2 0,-2 1-2 16,-4 1 4-16,-4-1 2 0,0-1-1 0,-2-2 0 16,0 2 3-16,-2-4 2 0,0 1-3 0,1-5 6 15,3-7-4-15,0-2 9 0,4-6 6 0,-5-1 8 16,3 0 15-16,-2-4 29 0,3-4 56 0,-3 2 39 15,5-4 37-15,3-1 15 0,-4 1-6 0,3-7 3 16,3-3 27-16,2-1-7 0,2-6-22 0,8-8-21 16,9-3-35-16,14-12-23 0,5 0-22 0,9-1-24 0,22-18-38 15,-21 21-18-15,3 0-12 0,-3 4-3 16,-2 2-5-16,-2 5-1 0,-13 8 1 0,-2 3-2 16,-5 6-2-16,-6 1 7 0,-6 3-9 0,1 3-4 0,-6 1-23 15,-1-2-59-15,0 4-72 0,-2 0-61 0,-3 2 5 16,0 0-10-16,-17 10-39 0,-7-1-52 0,-6 7-83 15,-5-1-344-15,-1 1-800 0,3-3 354 0</inkml:trace>
  <inkml:trace contextRef="#ctx0" brushRef="#br0" timeOffset="127143.16">15687 8569 217 0,'0'0'201'16,"0"0"-20"-16,-2-4-22 0,2 4-14 0,0 0-16 16,0 0-17-16,0 0-12 0,0 0-12 0,0 0-10 15,0 0-3-15,0 0-12 0,0 0-2 0,-9 9-12 16,9-9-1-16,-1 5-3 0,2-2-8 0,-1-3 2 16,5 7-6-16,1-5 1 0,1 1-7 0,4 0 0 15,7-1-3-15,1 0-2 0,-1-2-3 0,5-2-2 16,-1 1 2-16,-3-3-2 0,2 2-3 0,-2-1 0 15,-3-1 2-15,-3-1 7 0,-1 0 14 0,-3 2 10 16,-3-1 12-16,2 1 13 0,-3 0 0 0,-1-1-12 16,-2 1-8-16,-2 3-8 0,-5-8-7 0,-3 6-7 15,-4 2-1-15,-5 0-2 0,-3 0-6 0,-7 1-2 16,-4 5-5-16,-1-3-1 0,1 4 0 0,-2 2-13 16,1 2-1-16,0 3 0 0,2 1 0 0,0 2 1 0,3 2-4 15,3-2-1-15,6 4 3 0,2 2-1 0,3-1 0 16,3 1 4-16,7-3 1 0,3 4 0 15,10 0 1-15,8 0 2 0,9-4-1 0,20 4 2 16,3-5 1-16,9-5-1 0,33 4-1 0,-28-9-1 0,1-2-6 16,32-5 3-16,-34 1-1 0,-1-3-5 0,-2-3 2 15,-1-2-6-15,-1 1 4 0,-20-2 1 0,-1-2-1 16,-4-1 3-16,-2-2 8 0,-7-3 11 0,-6 3 10 16,-4-3 6-16,-3-2 5 0,-3-1-4 0,-3-2-1 15,-5-1 7-15,-2 1-8 0,-3 2-1 0,-5 0-4 16,-2 2 4-16,-7-2-13 0,1 5-8 0,-8 0 4 15,0 2-5-15,-8 4-3 0,4 5 0 0,-1 1 1 16,-1 1-5-16,5 5-2 0,4-1-1 0,-3 5 4 16,7-3-3-16,4 3-5 0,0 0-8 0,2 3-3 15,4 0 0-15,4-1 3 0,1 1 1 0,3-1-4 16,5-1 9-16,2 2 3 0,7-3 1 0,6-1 3 16,9 1-1-16,0-4 2 0,3-1-2 0,0-2 1 15,-1-3 2-15,0-2-3 0,-4-1 3 0,-5-3 1 16,-1 2 16-16,-2-3 9 0,-1-2 11 0,-2-2 3 15,1-2-6-15,-2 0 4 0,-4 0 0 0,0-2 5 16,-2 0-15-16,-3 0 4 0,-1-1-4 0,-3 5-9 16,-1-1-3-16,0 1-2 0,-4-1-8 0,0 4-14 15,-2-2-13-15,0 4-21 0,-2-2-26 0,-2 3-15 16,-3 3-29-16,0 0-23 0,-2 4-46 0,2-1-41 16,-1 0-228-16,2 2-485 0,2-2 215 0</inkml:trace>
  <inkml:trace contextRef="#ctx0" brushRef="#br0" timeOffset="127543.74">16846 8590 196 0,'4'-4'397'15,"0"0"-19"-15,0 2-46 0,-1-2-42 0,-3 4-35 0,4-2-30 16,-4 2-32-16,0 0-29 0,0 0-18 15,0 0-22-15,4 12 0 0,-5-1-27 0,1 1-6 16,-4 7-15-16,-2 0-4 0,-2 8-6 0,-1 1-5 16,-1-4-7-16,0 3-10 0,2-2-2 0,0-9-4 0,2 1-3 15,4-4-2-15,-2-4 1 0,0 1-6 0,1-4-2 16,1 0 3-16,-1-1 3 0,2-3 24 16,1 1 32-16,0-3 38 0,0 6 19 0,0-6-25 15,0 0-6-15,13-9-15 0,-3 4-7 0,4-4-11 0,0-1-8 16,1 0-3-16,3-4-2 0,4-3-17 0,-4 5-7 15,5-5-4-15,-6 7-3 0,-1-1-6 16,-2 2-6-16,-2 1 3 0,-3 2-3 0,-3 3-7 16,1-1 7-16,-2 0-19 0,1 2-15 0,-1 1-7 0,1 1-4 15,-6 0-9-15,12 3-13 0,-6 3-7 16,-1-1-15-16,3 2-15 0,-3 2-19 0,-1 2-19 16,4-2-33-16,-2 1-23 0,-1 2-32 0,-1 0-20 15,1 0-38-15,-1-3-45 0,2 0-242 0,-3-2-596 0,-2-3 265 16</inkml:trace>
  <inkml:trace contextRef="#ctx0" brushRef="#br0" timeOffset="127845.93">17369 8591 10 0,'7'-10'354'0,"-1"3"-5"0,-4 0-10 0,1 2-25 15,-1 1-30-15,1 1-25 0,0 0-35 0,-2-2-25 16,1 3-30-16,-2 2-39 0,0 0-16 0,0 0-16 15,0 0-10-15,0 0-7 0,-20 12-12 0,10-7 3 16,-2 4-17-16,2 1-8 0,-3 1-12 0,4 0-9 16,-2 1-7-16,3 0-1 0,3 2-4 0,1-3 0 15,2 2-2-15,0 0-3 0,4 4-2 0,1-1 10 16,5-1-8-16,1 2-1 0,5-2-1 0,3-1-3 16,-2-1 1-16,1-1 12 0,-3 0-11 0,-2-5-3 15,1 3 2-15,-4-3-12 0,0 0 4 0,-3-3 0 16,-1 0-3-16,-1 0-3 0,-1-1 3 0,-2-3 3 15,-9 5-2-15,-3-2 3 0,-8 1 1 0,-8 0-6 16,-4-4-18-16,0 3-38 0,-4-2-55 0,-2-1-85 16,1-1-303-16,0-2-546 0,6-4 242 0</inkml:trace>
  <inkml:trace contextRef="#ctx0" brushRef="#br0" timeOffset="129991.57">17967 8258 90 0,'1'-6'308'15,"3"0"-19"-15,-3 0-16 0,2 3-23 0,1-2-27 16,-3 2-27-16,-1 0-25 0,0 3-17 0,3-3-21 16,-3 3-18-16,0 0-13 0,0 0-10 0,3 12-12 15,0 0-11-15,-3 6-4 0,-5 9-10 0,4 4 0 16,-3 4-9-16,-3 14-2 0,1-5-8 0,-3 2-3 16,0-8-4-16,4 6-1 0,1-10 5 0,-1 0-11 15,1-5-1-15,-1-3-2 0,0-2-3 0,1-7 0 0,3-4 0 16,-2-1-4-16,3-2 1 0,-2-6 4 15,2 3 4-15,0-2 23 0,-1 0 26 0,1-2 37 16,0-3 35-16,0 6 19 0,0-6 10 0,0 0-23 16,0 0-9-16,0 0-26 0,0 0-31 0,-12-14-25 0,7 5-44 15,-3-3-24-15,-2 0-12 0,-4-1-10 16,1 0 2-16,-5 2-3 0,-1-1 0 0,-5-2 3 16,-7 3 5-16,7 0-2 0,-3 4 4 0,7 2 3 15,-2 2 3-15,4-1 0 0,5 0 0 0,1 3-2 16,0-2-10-16,6 1-23 0,-1 4-15 0,7-2 0 15,0 0 8-15,-6 2 5 0,6-2 7 0,19 6 2 16,8 1-7-16,6-6-1 0,5 3 0 0,20 0-3 16,-4-2 2-16,6-1-5 0,0 1-9 0,2-2 5 0,-3-3-4 15,-1 1-5-15,-19 0-3 0,1-1 10 0,-3 0 5 16,-5-1 7-16,-7-3 25 0,-7 4 30 16,-4 1 36-16,-2 0 25 0,-2-4 15 0,0 1-1 15,-5 1-6-15,0 0-9 0,-3-4-10 0,-1 3-3 0,-4 0-10 16,0 1-7-16,-6-1 0 0,-3 1-7 0,-6 1-2 15,-1 2-1-15,0 1-6 0,-9 1-2 0,0 2-2 16,2 1-6-16,3 3 4 0,-4 0-4 16,8-2 0-16,1 5-1 0,3-3-3 0,0 3-20 0,3-3-4 15,6 3-1-15,-2-1-2 0,3-1 4 0,1-2 2 16,0 0 4-16,3 1 3 0,5 0-2 0,1-3 9 16,4-1 0-16,1 2 6 0,3-4 0 0,4-1-2 15,0 0 10-15,0-3 2 0,2-2 14 0,-1 0 12 16,-5 1-2-16,3-4 0 0,0 1 14 0,-1-3 6 15,-1 1-4-15,0 1-8 0,-5-2 0 0,0 3 6 16,-1-2 2-16,1 2 4 0,-3 1 5 0,-2 2-2 16,0-1-11-16,0 0-10 0,0 3 0 0,-1-3-13 15,0 3-8-15,-3 2-24 0,2-3-17 0,-2 3-25 16,3-4-35-16,-3 4-16 0,0 0-1 0,0 0 0 16,0 0-9-16,0 0-4 0,0 0 11 0,-3 17 2 15,5-11 8-15,0 1 11 0,2-1 7 0,4 1 0 16,3 2-3-16,1-4 0 0,4 0 6 0,2 2 7 15,1-4 12-15,1-2 8 0,0-1 3 0,-1 0 6 16,-2-1 18-16,1-4 19 0,-5-1 26 0,3 0 26 16,0 1 27-16,1-5 20 0,-8 6 21 0,3-2 19 0,-1-2 14 15,-2 0 19-15,-5 3 24 0,5-3 9 16,-4 5-7-16,0-1-12 0,-1 0-13 0,1 2-26 16,-1-2-11-16,-4 4-22 0,6-2-20 0,-3 2-14 15,-3 0-39-15,0 0-40 0,0 0-35 0,0 0-1 0,0 0 3 16,5 6 1-16,-6-1 4 0,1 2-6 0,-3 2 3 15,-1 3 1-15,-2-2-5 0,2 3 1 0,-1 2-7 16,1-1-2-16,-1-1 7 0,1-1-4 16,4-4 3-16,-1 1 4 0,-3-4 2 0,0 0 5 0,3 2 9 15,0-5 16-15,1-2 42 0,1 5 30 0,-1-5 17 16,0 0 3-16,0 0-3 0,0 0-7 0,10-10-7 16,-1 3-6-16,-1 0-9 0,1-2-8 15,0 1-3-15,0 0-4 0,0 1-7 0,1-3-3 0,-2 6-7 16,-1-5-3-16,-2 4 4 0,2 3-14 0,-2-2 0 15,0-1-14-15,-1 4-3 0,-2-2-30 0,-2 3-16 16,8-1-12-16,-8 1 21 0,11 4-23 0,-5 0 4 16,-1 2-11-16,3-2 8 0,2 5-11 0,-1-1 0 15,0 1-16-15,3-2-1 0,-3 1-3 0,2-2-5 16,0 0 7-16,-2-1 4 0,1-1 6 0,0-1 8 16,-2-2 12-16,0-1 5 0,0 0 3 0,-1-2 8 15,2-3 7-15,-1-1 6 0,2-3 8 0,-3-1 13 16,3-2 17-16,-4 2 16 0,3-6 22 0,-2 1 7 15,2-2 22-15,2-6 5 0,-1 0 13 0,0-1 0 16,1-6-9-16,1 2-2 0,3-1-14 0,-2 0-5 16,0 3-14-16,1 3 0 0,-5 6-1 0,0 3 7 15,-3 2-6-15,-2 5 1 0,1-3-10 0,-2 6-13 16,1-2-10-16,-3 4-50 0,0-1-36 0,-1 3 0 16,0 0 7-16,0 0 7 0,4 12 7 0,-5 1 5 15,0 3 3-15,-3 9 8 0,0 1 5 0,-1 1 1 16,-2 4 3-16,1-2 1 0,2 2 6 0,2-4 3 15,-1-2-1-15,-1-6 2 0,3-4 1 0,-2-3-11 16,3-1 1-16,-1-1 1 0,0-3 11 0,-2 1-1 16,3-6 9-16,0 3 16 0,0 0 30 0,0 0 37 15,0-5 13-15,0 0-10 0,0 0 3 0,0 0-12 16,-11-10-10-16,3 3-1 0,0-1-27 0,-6-3-17 16,1-2-19-16,-7-1-16 0,-5-1-10 0,-1 0 1 15,3 1 0-15,-4 0 2 0,4 2 3 0,5 4 0 16,0-2 9-16,8 4-3 0,-4-2 3 0,5 4-1 0,0-1 7 15,4 0 4-15,-1 2 0 0,3 2-7 0,3-2-5 16,0 3-10-16,9-8-2 0,5 8-9 16,6-5-11-16,11 5-9 0,4-2 1 0,3 0 0 15,18 2 1-15,0-2 2 0,3 2 8 0,3 0 10 0,-4-3-8 16,1 0 4-16,-4 1 4 0,-15-1 2 16,-2 1 3-16,-3-2 8 0,-6 1-3 0,-9 3 17 15,0-3 31-15,-8 0 21 0,-4 2 27 0,1-2 16 16,-1 1 1-16,-3-1-15 0,-1-2-3 0,-2 0-22 0,-3 1-2 15,-2-1-8-15,-1 2-10 0,-3 1-8 0,-2-2 2 16,-1 3 5-16,-4 1-19 0,-6 1 1 16,1-1 3-16,0 5-6 0,1 2-7 0,-1 2 3 0,4-2-12 15,1 2-15-15,1 0-5 0,1 0-2 0,3 4 0 16,3-2 5-16,0 4-3 0,2-4 15 0,2 6-10 16,4 0 10-16,3 0-5 0,1-1 4 0,1 1 2 15,8 4 0-15,3 0 5 0,4-1 3 0,-1-3 3 16,-4-6-6-16,3 6 2 0,-7-6 2 0,1-4-1 15,-5-2-3-15,-2 1 3 0,-1-2-5 0,-1 0-6 16,-1-1-3-16,-3 1-2 0,-2 1 6 0,-4-2 0 16,-8 4 7-16,-5-2-11 0,-10-1-22 0,-8 1-42 15,-2-2-63-15,-12-1-115 0,-6-2-304 0,2-5-610 16,18 0 271-16</inkml:trace>
  <inkml:trace contextRef="#ctx0" brushRef="#br0" timeOffset="131010.08">20712 8082 20 0,'5'-4'238'0,"-1"1"-9"0,1-1-6 0,-1 0-10 15,0 3-15-15,-2-1-22 0,1-1-18 0,-3 3-20 16,6-3-14-16,-6 3-13 0,0 0-19 0,0 0-12 16,0 9-9-16,-6 2-6 0,-5 3-7 0,-8 6-5 15,-4 3-5-15,-5 2-6 0,-9 10-6 0,-1 1 3 16,-4-2-9-16,2 2-3 0,3-2-2 0,1 2-3 16,7-11-5-16,-1 1 3 0,6-4-4 0,-1 2-1 15,5-7-3-15,1 4-1 0,5-9-1 0,4-2-2 16,2-1 2-16,-1-1-2 0,4-5 2 0,-1 3 3 15,3-3 16-15,1 2 15 0,-2-3 10 0,0-1 18 16,4-1 1-16,-1 4 0 0,1-4 2 0,0 0 0 16,0 0-15-16,4 6-3 0,-1-5-7 0,3 2-5 15,5 0-8-15,-1 1-7 0,7 4-2 0,0 1-5 16,2 2 3-16,6 3-5 0,-2 2-6 0,4 4 4 16,1-2-3-16,3 0-2 0,1 3 0 0,-1-3-2 15,0 2-1-15,0-1-2 0,-3-3-5 0,-5 1 7 16,-4-7-3-16,-3 1-4 0,-7-3 0 0,2-3-2 15,-2 2 0-15,-4-4 0 0,0-1 7 0,2 1-3 16,-4-1 26-16,1-1 11 0,-4-1 13 0,5 2 7 16,-5-2 5-16,4 2-11 0,-4-2-4 0,4 2-5 15,-4-2-9-15,4 2-6 0,-4-2-53 0,0 0-40 16,0 0-51-16,4 3-69 0,-4-3-89 0,0 0-323 16,0 0-642-16,0 0 284 0</inkml:trace>
  <inkml:trace contextRef="#ctx0" brushRef="#br0" timeOffset="134758.54">21397 8219 205 0,'0'-8'277'0,"-2"4"-4"0,2-2-19 0,2 2-26 0,-2 4-24 16,-2-6-28-16,2 6-28 0,-1-4-29 0,1 4-14 15,0 0-13-15,0 0-8 0,0 21-13 0,-2-11-7 16,0 5-5-16,-3 0-8 0,2 4-5 0,-1-3-4 16,0 2-6-16,0 8-2 0,-1-2-1 0,1 3-2 15,-1-4-4-15,0-5-6 0,1-2-1 0,0 0-5 16,2-6 3-16,0-3-2 0,0 0 0 0,0 0 13 16,2-3 17-16,0 2 25 0,-1-1 36 0,0-3 52 15,1-2 45-15,0 0-23 0,0 0-8 0,0 0-23 16,13-17-13-16,-3 3-15 0,-3-1-11 0,4-2-12 15,5-5-17-15,-3 1-16 0,6-1-21 0,-5 0 1 16,4 1-10-16,-5 6-5 0,0 1-6 0,-2 1 0 16,-4 6-1-16,-3 2-7 0,2-1 1 0,-2 1-15 15,-2 2-37-15,2 0-30 0,-1 0-28 0,-3 3 5 16,0 0 9-16,9 7 7 0,-7-3 3 0,2 3 7 16,2 2 8-16,1 6 8 0,-1-3-1 0,6 10 2 15,-1-6 4-15,5 6 0 0,5 0-4 0,0-4-10 16,4-2-3-16,2 1-5 0,6-2-3 0,-2-3-1 15,3-2 1-15,2-3 1 0,0-5 1 0,4 3-1 16,-3-5 0-16,-3-2 5 0,-3-3 7 0,1-2 3 16,-3-3 6-16,-2 1 8 0,-4-6 13 0,-4 3 14 15,-6-2 13-15,4-2 14 0,-7 1 13 0,3-2 9 16,-4 3 14-16,-2-1 14 0,1 1 19 0,-4 2 11 16,-3 3-5-16,3-1-14 0,-4 3-7 0,2-1-11 0,-3 1-10 15,-1 1-5-15,-4 1-11 0,-2-1-7 16,-3 2-7-16,0 3-1 0,-8 1-3 0,-2 2-5 15,3 2-6-15,-1 1 16 0,0 1-27 0,2 1-12 16,0 2-12-16,2-1-11 0,0 2-4 0,5 2 3 16,3-2 4-16,2 0 0 0,3 1 8 0,-2 0 2 15,9 1 7-15,0-2 2 0,3 1 3 0,8-1 3 16,4-2 3-16,0-1 11 0,8-4-10 0,0 1 1 16,2-7 10-16,-10 2-9 0,8-4 2 0,-7 0 0 0,-2-2 3 15,-4-1 5-15,-1 0 9 0,-4 1 14 0,-1-2-3 16,-1-2 0-16,2 0 0 0,-5-4 0 0,-1 5 5 15,0-4-6-15,-4 2-1 0,0 1-3 0,0 0-5 16,-4 1-1-16,-1 3-3 0,1-4-6 0,-3 5-5 16,-1 0-6-16,-2 1-11 0,3 2-21 0,-3 1-25 15,1 1-37-15,-1 2-34 0,1 0-29 0,0 2-18 16,1 3-29-16,3 0-21 0,0-1-230 0,4 1-498 16,2 0 220-16</inkml:trace>
  <inkml:trace contextRef="#ctx0" brushRef="#br0" timeOffset="134928.57">22521 8424 427 0,'4'0'485'0,"-4"0"-8"0,4 5-17 16,-4-5-24-16,0 0-38 0,0 0-42 0,0 0-34 0,0 0-34 16,6-2-48-16,-3 5-52 0,-3-3-59 15,0 0-63-15,0 0-70 0,0 0-67 0,0 0-95 16,6-8-129-16,-2 5-328 0,0-1-675 0,0 0 299 15</inkml:trace>
  <inkml:trace contextRef="#ctx0" brushRef="#br0" timeOffset="135375.99">23353 8224 132 0,'2'-4'315'0,"-2"4"-17"0,2-6-26 0,-1 3-22 16,-1 3-26-16,3-3-25 0,-3 3-23 0,0 0-18 0,0 0-20 15,0 0-14-15,-14 0-18 0,3 3-5 0,-6 4-17 16,-1 0-9-16,-1 1-7 0,-6 4-8 0,6-3-11 15,-4 6-2-15,5-4-8 0,4 3-4 16,-2-1 1-16,3 2-10 0,0-5-3 0,5 3-1 0,1 0-4 16,0-2 1-16,2-1-2 0,1 1-3 0,2-3 5 15,3 2-2-15,2-3 2 0,2-2 4 0,4 0 24 16,0 0-2-16,0-4 7 0,3 0 19 0,1-2 14 16,-3-3 10-16,-1 1 12 0,4-4-4 0,-3 0 5 15,-1-3-8-15,0 2-8 0,1-2-13 0,-1-4-5 16,-2 3-8-16,-1-4-4 0,2 0-14 0,-4-1-14 15,-2 4-7-15,-1-1-21 0,-1 3-19 0,0-2-16 16,-2 1-19-16,-2 3-33 0,-1-3-32 0,-1 3-21 16,-1 1-31-16,-2 2-28 0,2 2-36 0,0-1-32 15,2 1-46-15,1 1-182 0,2-3-529 0,2 5 234 16</inkml:trace>
  <inkml:trace contextRef="#ctx0" brushRef="#br0" timeOffset="135727.62">23635 8024 25 0,'4'-6'371'0,"-1"-1"-8"0,-2 4-28 15,3-2-36-15,-3 1-20 0,2 1-48 0,-3 3-31 16,0 0-35-16,0 0-20 0,0 0-13 0,-9 19-12 16,-8 2-15-16,2 4-15 0,-3 4-1 0,-4 3-15 0,2 9-8 15,2-9-7-15,4-1-6 0,0 3-3 0,4-5-10 16,1 4 3-16,2-1-6 0,5-3 11 15,1 0-17-15,1-5-1 0,1-7-7 0,4 0 4 16,-3-5 1-16,4 1-4 0,-1-4 5 0,-1-2 14 0,-1-3 18 16,3-1 30-16,-3 2 24 0,4-5 14 0,-7 0-1 15,0 0 4-15,10-5 7 0,-7 2-6 0,-1-4-9 16,2-2-14-16,-3 1-19 0,-1-5-15 16,-2-12-14-16,-2 5-27 0,-4-3-13 0,-5-1-10 0,3 1 0 15,-1 6-3-15,-5-4-9 0,6 7 20 16,0 1-11-16,1 4-4 0,1 1 11 0,4 2-14 0,-1 1 1 15,4 2-1-15,-2-1-11 0,3 1-2 0,4 0-41 16,14 0-26-16,13 0-37 0,23 3-39 0,4 2-58 16,5-1-70-16,33 2-96 0,-34-6-273 0,6 0-704 15,-5-3 312-15</inkml:trace>
  <inkml:trace contextRef="#ctx0" brushRef="#br0" timeOffset="136609.76">25042 8090 68 0,'-5'-5'265'0,"5"5"-12"16,-4-3-5-16,4-1-13 0,0 4-11 15,-1-3-10-15,1 3-13 0,0 0-9 0,-1-5-14 0,1 5-10 16,0 0-10-16,0 0-14 0,-1-4-15 0,1 4-14 15,0 0-10-15,0 0-18 0,0 0-15 16,0 0-13-16,0 0-7 0,0 0-11 0,0 0-4 16,-7 12-5-16,5-7-4 0,-1 5-5 0,-1-1-3 0,0 2 1 15,-1 5-3-15,0-2-4 0,-2 1-3 0,3 2 3 16,-3-2-2-16,2-1 0 0,3-2 1 16,-1 0-4-16,-2 0 3 0,4-2-3 0,-2 0-1 15,1-2 4-15,-1-1-8 0,3-2 1 0,-1 0-6 0,1-1 1 16,-3 0 1-16,3-4 2 0,-1 6-2 0,1-6 1 15,-1 4 8-15,-2-1 0 0,3-3 4 0,0 0-6 16,0 0-28-16,0 0-33 0,-8-10-43 16,2 3-63-16,5-5-73 0,-7-3-270 0,4-4-543 0,4-8 239 15</inkml:trace>
  <inkml:trace contextRef="#ctx0" brushRef="#br0" timeOffset="136743.34">25032 7872 226 0,'5'-14'308'0,"0"5"-2"16,-2 0-9-16,0 2-12 0,-1 1-22 0,2 0-21 15,-3 0-23-15,1 2-25 0,-1-1-11 0,1 2-43 16,-1 0-39-16,-1 3-50 0,4-5-51 0,-4 5-20 16,0 0-22-16,0 0-25 0,8 7-24 0,-3-2-32 15,-2 1-27-15,1 2-62 0,-2-2-140 0,1 2-381 16,-1-2 169-16</inkml:trace>
  <inkml:trace contextRef="#ctx0" brushRef="#br0" timeOffset="137653.37">25368 8058 211 0,'0'0'358'0,"0"0"-49"16,0 0-34-16,5 3-30 0,-5-3-33 15,0 0-25-15,0 4-25 0,0 0-20 0,-1 1-16 16,1 0-11-16,-4 2-11 0,3 3-11 0,-3 2-9 15,-1-1-11-15,1 1-5 0,-1 4-6 0,1-5-7 0,-1-1-8 16,1 0 0-16,2 1-6 0,-1-5-2 16,-1 0 5-16,3 0-12 0,1-2-4 0,0 0-1 15,0 0 6-15,0-4 25 0,0 6 7 0,0-6 36 16,0 0 19-16,0 0 11 0,0 0-20 0,0 0-11 0,10-9-13 16,-1 4-8-16,0-3-12 0,1 0 1 0,-1-1-11 15,3 1-12-15,2-5-5 0,-4 6-6 0,-1 0-5 16,0 0 6-16,-3 3-15 0,1 0-7 15,-2 0-17-15,-1 2-17 0,2-2-17 0,-3 2-22 0,-1 0-24 16,3 0-6-16,-5 2 1 0,0 0 5 16,11 5 2-16,-6-1 5 0,2 2 0 0,2-1 2 0,2 3 9 15,4 1-1-15,2-1-7 0,3 4-6 16,5 0-5-16,5-2 4 0,2-1-1 0,1 1 2 0,3-3 4 16,0-3-2-16,3 1 8 0,-3-2 5 0,1 0 5 15,-2-1 6-15,-2-4 6 0,-4 2 6 16,-8-3 17-16,0 1 31 0,-9 0 30 0,1-3 15 15,-2 2 26-15,-2-2-2 0,0 1 6 0,-1-1-4 0,-3 1 1 16,-3-1-13-16,1-1-4 0,-2 1-10 0,-1 0-8 16,-4-3-12-16,-1 4-9 0,-5-2-5 0,-3 2-4 15,-3 0-1-15,-5 1-4 0,-6 2-1 0,-1 1-6 16,0 1-2-16,-1 2 2 0,2 2-7 0,5 0-1 16,3 0-7-16,1 1-11 0,0 2-14 0,4-3-12 15,3 2-6-15,1 0 1 0,1 1 1 0,2 1-2 16,3-2 10-16,4 1 6 0,0-2 7 0,4 1 6 15,3 2 6-15,5-3 1 0,-2 0 2 0,10-1 2 16,0-3 3-16,-1-1 3 0,4-1 3 0,-2-1 4 16,-2-1 12-16,0-3 16 0,-1 0 16 0,-2 0 9 15,-1-2 14-15,1-3 7 0,-6 0 0 0,-1 1 10 16,4-6-2-16,1-6 4 0,-1-3-21 0,-4 0-8 16,-1-3-4-16,-2-2-5 0,3-3-5 0,-3-2-6 15,-1 1-8-15,2-3-6 0,-2 2 2 0,0 1 2 16,-2 3-1-16,-2-2 1 0,1 5 4 0,-2 8 2 15,0-1 5-15,2 3-3 0,-2 1 2 0,1 6 0 16,-1 1-14-16,-1-1 10 0,1 4-10 0,1 5-4 16,-1-7-3-16,0 4-10 0,0 1-12 0,0 3-29 15,0 0-14-15,0 0 3 0,0 0 5 0,0 0 4 16,-5 15 6-16,2-6 1 0,-2 8 0 0,2 0 3 16,-1 9 9-16,0 2-5 0,-1 1 5 0,1 1 4 15,-1 3 1-15,0-3 3 0,2 2-1 0,-1-2-1 16,4-1 4-16,-1 0 0 0,0-3-1 0,1-6 6 15,1-2 9-15,-1 0-10 0,-1-2 2 0,1-3 2 0,1-4-1 16,-1 1 2-16,0-3-2 0,0 0 3 16,-1-1-1-16,2-2 2 0,-2 0-1 0,2 0 1 0,-1-4-3 15,0 6 4-15,0-3 1 0,0-3-5 16,0 4-12-16,0-4-19 0,0 4-22 0,0-4-23 0,0 0-34 16,-4 4-22-16,4-4-26 0,0 0-32 0,8 0-240 15,-8 0-468-15,0 0 208 0</inkml:trace>
  <inkml:trace contextRef="#ctx0" brushRef="#br0" timeOffset="137991.5">26183 8206 150 0,'0'0'241'0,"0"0"-9"15,0 0-13-15,0 0-14 0,0 0-15 0,0 0-12 16,0 0-17-16,0 0-13 0,13-2-16 0,-2 0-12 15,1-1-12-15,5-1-7 0,2-1-14 0,0 0-10 16,7-5-8-16,-8 0-6 0,1 2 3 0,-2-1-3 16,0 0 6-16,-3-2 5 0,2-2-1 0,-5 2 1 15,-2 2 10-15,0-2 10 0,-4 2 12 0,0 1-1 16,-1-1 7-16,0 4-13 0,-4-2-8 0,1 0-22 16,-2 0 3-16,0 3-27 0,-6 0-4 0,-2 3-7 15,-5 1-4-15,0 1-7 0,-5 3-1 0,2 3-7 16,1 0-3-16,0 2-8 0,3 1-16 0,0 3-5 15,3-1-2-15,2 4 0 0,4 1 3 0,5-1 12 16,7 0-10-16,6-2-9 0,9 7-19 0,7-3-36 16,5-2-52-16,15 2-79 0,6-5-117 0,3-7-183 15,2-3-550-15,2-6 244 0</inkml:trace>
  <inkml:trace contextRef="#ctx0" brushRef="#br0" timeOffset="138683.59">26793 7894 292 0,'1'-9'306'0,"-1"2"-18"0,-1-1-20 16,2 1-17-16,-1 2-18 0,0 0-27 0,2 1-21 15,-1 0-24-15,-1 4-18 0,1-5-16 0,-1 5-36 16,0 0-32-16,0 0-9 0,0 0-7 0,0 0-6 15,-1 22-4-15,0-5-2 0,-2 11-11 0,-3-1 4 16,-1 4-6-16,0 1 1 0,-2 0-7 0,-1 4 5 16,2-5-5-16,-1 1-2 0,-1-2-3 0,3 3 3 15,1-6-1-15,-2-3-1 0,4-6-2 16,-1-1 2-16,3-4 1 0,-1 0-5 0,-1-3 1 0,4 1 8 16,-1-3-7-16,0 0-6 0,-2-2-24 0,2-3-11 15,1 2-5-15,0-1-9 0,-3 1-8 0,3-5-3 16,-1 5-13-16,1-5-3 0,0 0-6 0,-5 1-340 15,5-1-455-15,-8-11 202 0</inkml:trace>
  <inkml:trace contextRef="#ctx0" brushRef="#br0" timeOffset="138958.57">26776 8040 177 0,'2'-5'310'0,"0"-2"-29"15,0 4-28-15,-1 0-27 0,0-1-24 0,-1 4-24 16,3-4-29-16,0 1-23 0,-3 3-14 0,11 1-14 15,-5 1-9-15,4 2-11 0,2 2-8 0,-1-1-8 16,5 5-19-16,-1-2-10 0,0 2-6 0,-6-2-18 16,4 2-7-16,-4-1-5 0,-1 2 0 0,-2-4-5 15,1 2-3-15,-5-3 2 0,3-1-7 0,-2 2 4 0,-3-3 5 16,0 3 3-16,-3-3 1 0,-3 1 0 16,-2-1 4-16,0 1-1 0,-2 1 1 0,-4-5 1 15,-3 6-1-15,-2-4 0 0,2 0 0 0,-2-3 4 16,0 4-7-16,3-4 1 0,2 3-8 0,1-2-21 15,2 2-33-15,-1-3-49 0,5 0-73 0,1-2-158 0,1-3-371 16,4 2 163-16</inkml:trace>
  <inkml:trace contextRef="#ctx0" brushRef="#br0" timeOffset="140090.54">27134 8133 234 0,'0'0'255'0,"0"0"-18"16,0 0-20-16,0 0-26 0,0 0-22 0,0 0-21 15,0 0-24-15,0 0-23 0,0 0-12 0,0 0-17 16,23-1-15-16,-10 1-13 0,6-2-14 16,0 2-11-16,4-4-13 0,4 0-1 0,-6 0-4 0,-1-2-1 15,-1 1 2-15,0-1 6 0,-1 0 6 0,-1-4 13 16,-7 3 16-16,5-4 11 0,-6 2 5 0,-1 2 7 15,1-2 12-15,-3 2 7 0,-2 0 7 0,0 1-6 16,-1-1-2-16,-1 0-9 0,-2 5-13 0,0-5-8 16,-2 2-11-16,-2 1-11 0,-4 3-5 0,-3-2-3 15,-1 2-3-15,-3 2-4 0,-2 2-1 0,-2-1-4 16,2 4 0-16,-2 3-3 0,0-3-9 0,1 6-21 16,0-1-14-16,4-1-15 0,-1 1-10 0,5 3-9 15,3-3-4-15,2 0 8 0,3 0 0 0,2 0 13 16,6 0 3-16,5 0 5 0,7 2 9 0,0-4 2 15,10-2 1-15,4 1 4 0,4-3 4 0,2-4 3 16,2 2 2-16,-3-4 4 0,0-2 3 0,-1 0 4 16,-3-4 22-16,-5 2 29 0,-1-2 23 0,-6-1 31 15,-4 1 26-15,-1-1 13 0,0-1 22 0,-3 0 22 16,-4 1 6-16,1-2 7 0,-2 3 5 0,-3-2 3 16,0 3-1-16,-1 1-18 0,2 2-18 0,-2 0-18 15,-1 0-17-15,-2-1-16 0,-1 4-19 0,5-4-34 16,-5 4-20-16,3-2-40 0,-3 2-40 0,0 0-24 15,0 0-3-15,0 0 10 0,0 0-10 0,-3 14 23 16,2-8 2-16,-4 5-1 0,-2 0 6 0,5-1-8 16,-6 5 1-16,3-4-2 0,4 0 12 0,-3-3-20 15,0 1 0-15,0-2 4 0,3-1 4 0,-2-1 6 16,2-1 5-16,-2-1 21 0,1 1 12 0,2-4 25 16,0 5 35-16,0-5 40 0,0 0 24 0,0 0-2 15,0 0-16-15,0 0-4 0,0 0-12 0,14-13-7 16,-5 7-12-16,-1-3-2 0,-1 2-10 0,5-5-4 15,-4 4-13-15,2-2-11 0,0-2 5 0,-3 2-10 16,0 3-1-16,-1 3-5 0,0-1 1 0,-3 0-7 16,0 1-9-16,0 3-15 0,-1-3-17 0,-1 1-27 15,-1 3-32-15,6-4-41 0,-6 4-24 0,5-1-15 16,-5 1 12-16,0 0 27 0,5 9 5 0,-1-3 12 16,1-1 7-16,2 4 5 0,5-2 2 0,-1 2-1 15,5 0-9-15,4 0 0 0,3 1 9 0,4-1 1 16,1-1 7-16,1-3 4 0,1 2-1 0,-1-5 9 15,-8 2 6-15,8-4 3 0,-6-1 8 0,0-2 12 16,-5 1 24-16,-1-1 31 0,-4-1 18 0,-1 1 19 16,-2-2 28-16,-1 0 6 0,-1-3 0 0,-2 3 16 15,-2 0-7-15,1-1 5 0,-1 0-6 0,-1 0-6 0,-2 1-10 16,1-1-13-16,-2 0-10 0,-3 1-14 0,0 0-12 16,-2 1-10-16,-4 1 3 0,-1-1-18 15,-3 1 15-15,0 2-12 0,-6 0-1 0,4 2 2 16,-3 3-9-16,-1 0-3 0,2-1-12 0,-1 1 1 15,5 1-23-15,1 1-2 0,0 0-8 0,2 3 0 0,0-2-1 16,1 1 5-16,1 1 2 0,3-1 6 0,1 2 0 16,3-2 6-16,5-1 6 0,0 2 2 15,1-5 7-15,4 4 3 0,3-3 5 0,-1-2-2 16,0-1 5-16,1 0 1 0,0-1 9 0,2-2 11 0,-1-3 22 16,-4 1 9-16,4-2 10 0,-3-3 8 0,-1 0 6 15,4-5 8-15,-4 0-3 0,0-3 12 0,0-1-18 16,0-1-5-16,1-7-1 0,0-2-8 15,0-5 2-15,-1 1-14 0,-1-3-1 0,2-11 7 0,-5 11-1 16,0-4 6-16,1 4 15 0,-2 2 7 0,2 5 9 16,-4 1 6-16,0 8 0 0,0 2-9 0,-2 6-7 15,0 0-14-15,0 4-5 0,0 1-42 0,0-1-49 16,0 6-28-16,0 0 6 0,0 0 17 16,-6 14-2-16,0-1 2 0,0 5 3 0,-3 5 8 0,0 4 2 15,1 2 4-15,-1 2 3 0,1 1 3 0,1 1 5 16,0 1-13-16,2-3-14 0,1 0-10 0,3-2-9 15,-2-3-19-15,2 2-21 0,-1-9-20 0,4-2-23 16,-2 1-36-16,1-7-32 0,0 2-257 0,2-4-514 16,1-3 227-16</inkml:trace>
  <inkml:trace contextRef="#ctx0" brushRef="#br0" timeOffset="140945.37">28404 8103 280 0,'0'0'280'16,"-5"-2"-20"-16,5 2-25 0,0 0-24 0,0 0-22 16,0 0-18-16,0 0-20 0,0 0-19 0,0 0-18 0,0 0-13 15,0 0-7-15,0 0-11 0,21 3-11 16,-10 0-11-16,3-6-11 0,5 3-9 0,-2-2-3 16,1 0-11-16,-1-2 1 0,2 1 0 0,-1 0 0 15,-2-4 1-15,-4 2 10 0,0 0 5 0,0-3 12 16,-1 1 4-16,1 0 1 0,-4 0 11 0,-1-2 13 15,2 1-7-15,-1-1 2 0,-3 1 1 0,-1 4 10 16,1-2 4-16,-3 2-8 0,0-1-8 0,-1 3-19 16,0-2-13-16,-1 4-13 0,-6-6-11 0,-3 5-8 15,0 0 2-15,-4 2-2 0,-1 0-12 0,-4 2 16 16,-1 1-27-16,1 0-6 0,2 3-14 0,-1-1-10 16,6-1-9-16,-1 2-13 0,2 2-4 0,1-1-5 15,0 1 0-15,3 2-1 0,2-2 5 0,4 3 3 16,2-2 5-16,4-1 1 0,5 3-5 0,1-4-5 0,4-1-8 15,1-1 0-15,4-1 3 0,1 0 2 16,-3-4 5-16,4-1 3 0,-4-3 16 0,1 2 19 16,-2-3 30-16,1-2 24 0,-4-1 30 0,0-1 19 15,-2-3 20-15,-3 5 20 0,4-2 21 0,-5-1 16 16,-3 0 28-16,2 2 1 0,-3 1-1 0,3 0 6 0,-3 1-15 16,-1 2-16-16,-2 1-20 0,1-1-21 15,2 0-11-15,-5 3-15 0,0-2-32 0,0 2-29 16,0 0-41-16,0 0-30 0,0 0-27 0,0 0 0 15,0 0 5-15,5 8 7 0,-6-3 4 0,1 0 8 0,-2 3 0 16,2 0-9-16,-2 2 1 0,-3 0-3 0,5-1 6 16,-3-3 7-16,1 0-1 0,2 0 3 15,0 0 11-15,-4-1 3 0,4 0 2 0,0-1 14 16,0-4 22-16,0 4 29 0,0-4 17 0,0 0 5 0,0 0-12 16,0 0-2-16,18-8-3 0,-9 4 0 0,0-1-6 15,4 0 1-15,-4-2-7 0,1 2-5 0,0 0-11 16,-1 0 4-16,0 1-2 0,-1 1-2 15,-3 0 8-15,0 0-3 0,0 1-4 0,0 0-5 0,-1 0-15 16,-4 2-16-16,10 0-15 0,-10 0-1 0,14 2-10 16,-7 0-8-16,0 0-5 0,2 4-11 0,0-3-9 15,1 3-10-15,-1 0-13 0,3-1-5 0,-2 1-4 16,-1-2 0-16,0-2-2 0,-1 2 14 16,-1-3 9-16,1-1 13 0,-3 0 4 0,2-3 7 0,0 1 11 15,-2-1 15-15,-1-4 19 0,1 1 30 0,0-3 7 16,1-1 4-16,0-2 9 0,0-3 12 15,1-1 2-15,-3-4 9 0,1 2 3 0,2-1 11 0,1-7 6 16,-2 2-6-16,2-1 4 0,0 0-8 0,-1 7-3 16,-3-1 6-16,1 5 3 0,-3 5 11 0,0 1-12 15,-1 1-11-15,3 0-18 0,-4 6-38 0,2-5-50 16,-2 6-9-16,0 0 5 0,0 0 4 0,-2 14 3 16,-2-2 6-16,-1 5 8 0,0 4-1 0,-3 4-8 15,-2 4-16-15,3-1-5 0,-2 0-23 0,0-1-20 16,2 3-13-16,0-5-23 0,2-7-25 0,1 1-21 15,-1-4-13-15,1-5-43 0,1 1-172 0,1-5-447 16,-1 0 199-16</inkml:trace>
  <inkml:trace contextRef="#ctx0" brushRef="#br0" timeOffset="141173.76">28990 7985 5 0,'-7'-6'293'15,"3"1"0"-15,-2 0-5 0,2 0-13 0,2 3-22 0,-1 0-19 16,2-2-14-16,1 4-33 0,-1-4-14 15,1 4-16-15,15-5-17 0,3 3-19 0,11 2-13 16,4-2-9-16,8 1-7 0,10-1-9 0,6 0-8 16,1 2-11-16,1-3 6 0,-3 1-15 0,-3 0 0 0,-19-1-5 15,-6 0-14-15,-7 2 4 0,-7 0-2 0,-4-1 4 16,0 2 1-16,-1-3 5 0,-2 2 7 16,-3 0-23-16,-4 1-34 0,1-3-36 0,-1 3-34 15,-17-5-39-15,-1 4-40 0,-1 2-59 0,-3-1-101 16,2 0-161-16,0 0-511 0,2-1 226 0</inkml:trace>
  <inkml:trace contextRef="#ctx0" brushRef="#br0" timeOffset="142358.47">30133 7861 216 0,'0'0'318'0,"4"-3"-8"0,-4 3 11 0,1-5-18 16,3 4-9-16,-4 1-14 0,3-4-19 0,-3 4-16 16,1-4-27-16,-1 4-34 0,0 0-15 0,0 0-20 15,5-3-30-15,-5 3-19 0,0 0-25 0,0 0-5 16,9 12-15-16,-5-7-7 0,0 5-7 0,-2 0-13 15,5 2-5-15,-3 2 1 0,1 3 0 0,2-2-6 16,-4 5 2-16,2-4-11 0,-1 3 5 0,0-2-1 16,0-1-1-16,-1-4 1 0,2-2-3 0,-2 1 2 15,0-4 2-15,-2-2-2 0,1 1 0 0,0-3 4 16,-1 0 48-16,0 0 45 0,-1-3 52 0,3 4 54 16,-3-4 37-16,0 0 28 0,0 0-42 0,0 0-16 15,16-13-22-15,-9 3-20 0,2-2-17 0,0-4-17 16,5-6-16-16,1 1-13 0,2-3-15 0,-2 0-13 15,4 2-10-15,-5 0-10 0,-1 6-5 0,-3 3-5 16,-2 1-6-16,0 4-7 0,-2-1-4 0,-2 4-8 16,0-2-3-16,-2 4-5 0,2-2-27 0,0 2-22 15,-2 1-32-15,-2 2-45 0,3-2-46 0,-3 2-41 16,0 0-21-16,0 0 16 0,0 0 5 0,10 5-1 16,-6 2 1-16,1-1-1 0,3 2-9 0,-2 2-3 15,6 2-3-15,2 0-4 0,0 0-5 0,0-2-8 16,3 2-9-16,0-4-11 0,1 1-5 0,4-1-4 15,0-2 1-15,-2-3 1 0,1-2 11 0,7 0 28 16,-7-2 27-16,-1-2 34 0,0-2 47 0,-1-2 28 0,-1-1 37 16,0-2 53-16,-1-1 25 0,-2-2 25 15,-1 1 36-15,-1-3 22 0,-3 5 21 0,-4-2 25 16,2 3 31-16,-3 0 17 0,-1 5 6 0,0-2-15 16,-2 1-22-16,1 1-21 0,0 1-19 0,-3-1-25 0,0 4-26 15,0 0-30-15,-11-1-3 0,1 1-13 16,-3 4-8-16,-5 1-10 0,-2 5-12 0,-2-3-1 15,-2 7-7-15,0 0-2 0,-1 0 0 0,4 2-26 16,0 4-11-16,1-4-10 0,2-2-6 0,6 2-12 0,-3-1 0 16,4-3-13-16,0 2-2 0,5-4 5 0,-2 0 8 15,6-5 0-15,-1 2 13 0,2-1 23 0,2-2 17 16,3-3 13-16,0 2 9 0,1 0 11 0,-5-3 18 16,22-6 3-16,-8 2-7 0,-4-1 0 0,7 0-4 15,-1-2-5-15,-2-1-1 0,5 2-11 0,-5 1 13 16,-3-2-21-16,0 3 4 0,-1-2-3 0,1 3-4 15,0-1-10-15,-2 2-5 0,0-1-16 0,-1 0-16 16,1 0-23-16,2 2-3 0,-3 1-37 0,0 0-33 16,-1 1-48-16,1 1-52 0,-1-1-61 0,0 3-259 15,0-3-597-15,-3-1 264 0</inkml:trace>
  <inkml:trace contextRef="#ctx0" brushRef="#br0" timeOffset="142826.84">31030 7870 39 0,'8'-9'377'16,"1"1"-27"-16,-3 3-17 0,2-2-35 0,-3 5-31 15,5-5-23-15,-5 5-34 0,6 1-20 0,0 2-28 16,-3 1-21-16,1 1-11 0,0 2-15 0,1 3-13 16,-2 1-13-16,-1 2-10 0,-3-1-10 0,2-1-14 15,-2 7-5-15,-4-4-3 0,4 4 1 0,-6-4-10 16,2 1-9-16,-2-1-3 0,0 0 0 0,0-2-8 15,-1 2-5-15,0-6-4 0,1 1 3 0,0-2 1 16,2 0 1-16,-2-1 4 0,0-1 24 0,2 1 35 16,0-4 28-16,0 0 48 0,0 0 32 0,0 0-22 15,0 0-25-15,0 0-22 0,18-14-18 0,-5 0-5 16,1 2-7-16,0-3-11 0,8-5-14 0,-3-1 1 16,3 0 0-16,-3 1-14 0,0-1-3 0,0 1 6 15,-3 5 10-15,-4 3 16 0,-4 3 17 0,-1 0 12 16,-1 3-4-16,0 1-14 0,-2 2-12 0,1 0-16 15,-1 0-32-15,-3 2-34 0,-1 1-50 0,0 0-28 16,0 0 17-16,9 4-1 0,-9 1-27 0,0 1 40 16,0 1-1-16,-2 3 14 0,-1 5 3 0,1-6 2 15,-1 6-14-15,1 1 19 0,0 1 10 0,-2-5 0 16,3-1 4-16,1 2 5 0,-1-2-1 0,0-1 0 16,1 0-14-16,0-3-35 0,0 1 13 0,0-4-15 15,1 3 10-15,-4-5 0 0,3-2 5 0,0 7 6 16,0-5 5-16,0-2 3 0,0 0 6 0,0 0-12 15,0 0-44-15,0 0-62 0,0 0-77 0,0 0-103 16,-4-15-310-16,4 4-692 0,-2-5 307 0</inkml:trace>
  <inkml:trace contextRef="#ctx0" brushRef="#br0" timeOffset="142993.59">31453 7615 320 0,'4'-4'451'0,"-4"1"-31"16,0-1-32-16,4 0-46 0,-4 4-34 0,-1-4-57 15,1 4-53-15,0 0-80 0,0 0-73 0,0 0-49 0,0 0-49 16,0 0-54-16,12 11-67 0,-10-5-244 0,-1 1-451 16,-1 1 200-16</inkml:trace>
  <inkml:trace contextRef="#ctx0" brushRef="#br0" timeOffset="144011.57">31727 7857 432 0,'0'0'390'0,"4"-1"-22"0,-4 1-49 0,0 0-32 16,0 0-34-16,4-3-34 0,-4 3-31 0,0 0-19 15,0 0-23-15,-19 5-21 0,8 0-2 0,2 2-25 16,-4 0-20-16,-2 1-18 0,3 1-14 0,-3 1-11 0,2 1-18 16,2-3-7-16,-1 1-11 0,5-1 0 0,0-1-12 15,0 0-2-15,3-1 1 0,1-2 0 0,-1 1 9 16,4-2 13-16,-1-1 19 0,1-2 16 15,0 0 20-15,5 5 21 0,-1-4 23 0,-4-1 2 0,13-6-3 16,-7 4 3-16,1-3-6 0,-1 1 0 0,4-1-7 16,-3 1-5-16,0 0 1 0,-3 0-8 0,5 1-5 15,-5 0-6-15,-2-1-3 0,2 2-13 16,0 1-4-16,-4 1-8 0,5-4-12 0,-5 4-7 16,0 0-14-16,4-1-18 0,-4 1-18 0,0 0-23 0,0 0 5 15,0 0-4-15,10 3 2 0,-7 0 1 0,-1 1 1 16,1 0 4-16,1 0-3 0,0 1 5 0,1 0-2 15,0 0 12-15,0-1-1 0,-1 1 1 0,2-1 3 16,1 0 9-16,1-2 5 0,-1 1-4 0,-1-1 7 16,5-2-4-16,-1 0 5 0,-3-3 1 0,4 1 4 15,1-4 10-15,-3 1 20 0,0-3 18 0,0-2 0 16,1-1 3-16,3-4 22 0,-3-2-3 0,2 3 6 16,-3-3 3-16,6-7 0 0,-6-5 3 15,4 1-9-15,0 1-3 0,-4 2-5 0,2 1 5 0,-4 7 8 16,-1 0 7-16,-2 3 9 0,-2 5-4 0,2 0-6 15,-2 4-12-15,1 1-25 0,-2-2-42 0,1 2-53 16,-2 4-54-16,1-2-35 0,-1 2 9 16,0 0 15-16,-10 18 2 0,5-6 16 0,-4 11 14 0,-1-1-2 15,-3 7 17-15,3 0 9 0,-3 0 3 0,3 0 16 16,2 4 0-16,3-4 0 0,-3 1 5 0,7-3 6 16,1-3 3-16,1-5 3 0,2 1 4 0,2-4 4 15,1-2 4-15,6-1 10 0,-2-4-16 16,-1-1 22-16,4-1 15 0,1-5 11 0,-3 1 32 0,2-2 23 15,-1-1 19-15,0-1 1 0,-2-2 1 0,-1-1 6 16,4-2 4-16,-3-1-2 0,-2 1-5 0,1-4-12 16,-1 0-8-16,-1 1-11 0,1-2-2 0,-3 5-2 15,-1-4-12-15,2 4-8 0,-6-1-15 0,3 3-11 16,-2-3-15-16,-1 4-15 0,0-1-24 0,0 4-28 16,4-3-41-16,-4 3-41 0,1-4-55 0,-1 4-32 15,0 0-36-15,0 0 0 0,0 0 13 0,0 0 12 16,0 0 12-16,0 0 19 0,0 0 23 0,0 0 13 15,0 14 26-15,4-12 11 0,1-2 14 0,-5 0 16 16,14 0 9-16,-2 0 20 0,-1-2 12 0,1-1 17 16,-3-1 22-16,2 0 19 0,1-4 21 0,-1 1 20 15,-2-3 21-15,5-1 12 0,-1-3 15 0,-3-1 12 16,-1 1 9-16,2-5 14 0,1-4 12 0,-1 5 9 16,1-5 1-16,-3-5 6 0,5 2-3 0,-5 3 4 15,-1 4-2-15,-3-2 2 0,0 6-1 16,-1 2 1-16,0 4-13 0,-2-2-13 0,1 5-23 0,-2 0-33 15,0 2-48-15,-1 4-57 0,3-4-78 0,-3 4-23 16,0 0 16-16,0 0 8 0,-9 21 7 0,3-3 1 16,-2 7-5-16,0 3-3 0,1-1-3 0,-2 3-12 15,1-1-14-15,3 1-14 0,-3 1-13 16,3-2-22-16,1-3-18 0,1-1-33 0,1-7-29 0,-2-1-243 16,4-5-553-16,-1-2 244 0</inkml:trace>
  <inkml:trace contextRef="#ctx0" brushRef="#br0" timeOffset="144373.57">32362 8023 166 0,'0'0'335'0,"0"0"-14"0,4-1-19 0,-4 1-16 15,0 0-24-15,0 0-24 0,5-2-18 0,-5 2-21 16,0 0-21-16,0 0-16 0,0 0-14 0,0 0-15 16,0 0-1-16,9 0-19 0,-9 0-13 0,5 0-14 15,-5 0-10-15,10-5-11 0,-1 2-3 0,4 1-4 16,-3-1-6-16,5-1-2 0,-3-1-8 0,2 1-3 15,3-1-7-15,0-5 3 0,-4 0-8 0,2 2-3 16,1-3-3-16,-1-1 10 0,-7 2 17 0,1 0 5 16,-1 3 30-16,0-2-2 0,-1 2 24 0,-2-2 5 15,-1 2-4-15,-2 5-7 0,1-3-10 0,1 1-15 16,-2 1-14-16,-2-1-17 0,0 4-14 16,0 0-15-16,0 0-14 0,-19 0-1 0,9 4-12 15,-3 1-7-15,3-1-25 0,-3 1-14 0,3 3-9 0,-2 4-1 16,1-4-2-16,2 1-4 0,-1 6 3 0,-2 0 8 15,8-3 7-15,3 0 2 0,-1 4 6 0,5-4 5 16,1-2-2-16,2 2-5 0,7-3-12 0,-4 2-20 16,5-4-31-16,-1 0-27 0,2-3-33 15,-4 1-19-15,2-3-45 0,-2-3-65 0,-5-2-168 16,1 0-509-16,-3-2 226 0</inkml:trace>
  <inkml:trace contextRef="#ctx0" brushRef="#br0" timeOffset="144688.87">32962 7775 269 0,'0'0'338'0,"0"0"-36"15,0 0-37-15,0 0-26 0,0 0-28 0,0 0-30 16,0 0-15-16,0 0-14 0,0 0-17 15,0 0-15-15,-58 15-14 0,40-6-10 0,2 3-10 0,-1-1-14 16,1 3-11-16,-3 6-4 0,6-6-7 0,3 3-6 16,1 0-2-16,1 0-5 0,6 0-5 0,3 2-4 15,2 1-1-15,2-1-2 0,4-3-2 16,2 1 2-16,2-1-7 0,0-3-2 0,-2 0 1 16,-11-13 5-16,16 17-10 0,-16-17-1 0,10 9-2 15,-10-9-5-15,0 0-17 0,9 11-31 0,-9-11-15 0,0 0 0 16,-11 7-23-16,-8-5-116 0,-11 0-277 0,-1-4-512 15,3-1 227-15</inkml:trace>
  <inkml:trace contextRef="#ctx0" brushRef="#br0" timeOffset="153924.41">2944 10815 111 0,'-4'-4'301'0,"2"3"-4"0,2 1-5 16,-3-5-12-16,3 5-7 0,-3-4-22 0,3 4-20 15,-4-5-18-15,4 5-21 0,0 0-18 0,-1-3-17 16,1 3-19-16,0 0-19 0,0 0-15 0,4-5-31 0,2 2-27 16,4 1-23-16,4 0-38 0,7 1-30 15,7 0-39-15,4 2-57 0,0 0-48 0,1-2-53 16,-11 4-185-16,0-1-462 0,-4 1 204 0</inkml:trace>
  <inkml:trace contextRef="#ctx0" brushRef="#br0" timeOffset="154098.07">3052 10978 131 0,'-6'6'122'0,"2"-1"4"16,0-1-3-16,2-1 3 0,-1 0 3 0,-1-1-6 0,4-2-1 15,-1 4 6-15,1-4-3 0,9 1-14 0,4-2-9 16,6-1-14-16,1 0-27 0,7 0-43 15,2-4-51-15,2-1-60 0,-5 3-159 0,-6-2-272 16,3-1 120-16</inkml:trace>
  <inkml:trace contextRef="#ctx0" brushRef="#br0" timeOffset="154371.75">3323 10683 233 0,'-2'-6'286'0,"-1"3"-7"16,1-2-10-16,0 0-22 0,1 2-24 0,0-1-28 15,1 4-17-15,-4-2-24 0,4 2-14 0,-1-4-17 16,1 4-19-16,0 0-19 0,0 0-14 0,0 0 3 16,0 0-20-16,7-1-2 0,-7 1-7 0,18 7 0 15,-8-2-5-15,4 0-6 0,2 0-4 0,1 2-7 16,2 0-3-16,-2 1-6 0,0-1-8 0,2 3-1 16,-6-3 2-16,1 5-8 0,-1 2-2 0,-2-2-2 15,-3 3 0-15,-3 2 1 0,-2 0-2 0,-5 4 4 16,-5 6-1-16,-1 0 0 0,-6 3-1 0,-1-2 4 15,-6 1-2-15,2-2 1 0,-3-3 1 0,1 1-2 16,-4-1 2-16,0-3-1 0,2-2 5 0,-2-1-5 16,4-1-26-16,3-4-35 0,4 0-53 0,1-2-65 15,-5 0-256-15,9-4-472 0,3-4 209 0</inkml:trace>
  <inkml:trace contextRef="#ctx0" brushRef="#br0" timeOffset="155321.59">4457 10653 108 0,'0'-8'204'15,"1"3"7"-15,1-1-5 0,0-2-6 0,-1 3-6 16,0 1-7-16,1-3-2 0,-2 3-19 0,2-1-10 15,-2 1-19-15,1 1-14 0,-1 3-18 0,2-5-7 16,-2 5-27-16,0 0-23 0,0 0-6 0,0 0-10 16,0 0 1-16,-3 21-5 0,-1-3-6 0,-1 5-2 15,0 5 2-15,-3 6-5 0,2-3-1 16,0 1-1-16,0-1-2 0,1 1-3 0,3-4-1 0,-1 2-1 16,3-4-2-16,-2-6 6 0,5-3-7 0,-1 0 2 15,0 0 2-15,1-5-3 0,1-3 4 0,0 1 9 16,-1-5 32-16,3 0 25 0,5-3 21 0,1 0-1 15,5-8-5-15,4 1-7 0,6-10-3 16,-3 1 1-16,3-3-6 0,-3-4 13 0,2 0-10 0,-2-5-4 16,0 1 0-16,-1-4-9 0,-4-3-11 0,2 2 1 15,-3-1-10-15,-5 2 10 0,2 1-17 16,-5 4 9-16,-1 6-8 0,-1 0 1 0,-6 6 6 0,1 0-9 16,1 3-5-16,-3 2-8 0,1 2-13 0,0-3-36 15,-1 5-37-15,-1 1-52 0,0 2-21 0,0 0-6 16,0 0-19-16,0 0-12 0,-10 14-20 0,2-3-28 15,3-2-30-15,-1 5-244 0,-2 1-532 0,4 4 235 16</inkml:trace>
  <inkml:trace contextRef="#ctx0" brushRef="#br0" timeOffset="155755.97">5158 10678 215 0,'1'-4'240'16,"-1"4"-10"-16,0-5-19 0,0 5-17 0,3-2-22 15,-3 2-21-15,0 0-19 0,0 0-14 0,0 0-16 0,0 0-10 16,0 0-8-16,0 0-12 0,-18 5-7 15,10-1-7-15,-1 5-4 0,-1-1-7 0,-5 0-5 16,1 5-4-16,-1 1-3 0,0-3-5 0,0 1-3 16,4 1-3-16,-2 1-3 0,4-2-3 0,0 1-2 0,0-2-1 15,4-1 0-15,1 1-2 0,0 0-3 16,3-1 2-16,1 1-6 0,1 1 0 0,3-2 5 16,4-2 1-16,1-1-3 0,2 1 0 0,4 1 1 15,1-1-2-15,-1-1-2 0,-3 0 0 0,-2-3 4 16,1 1-7-16,-4-2-1 0,-1-1-1 0,-1 1 0 0,-1 0-1 15,1-1 0-15,-4 1 2 0,-1-3 4 16,-4 6-1-16,-7-3 0 0,-2 1-1 0,1 1-2 16,-6-1 1-16,-1 1-8 0,-3 1-22 0,3-2-28 0,-8 2-36 15,5-2-35-15,0-1-32 0,3 0-212 0,-1-2-400 16,6-1 176-16</inkml:trace>
  <inkml:trace contextRef="#ctx0" brushRef="#br0" timeOffset="156973.84">5428 10752 4 0,'0'-5'339'15,"1"4"-24"-15,-1 1-18 0,0-7-25 0,0 7-26 16,3-4-28-16,-3 4-19 0,0 0-26 0,0-5-28 0,0 5-13 15,0 0-17-15,0 0-15 0,0 0-9 16,0 0-11-16,1 17-9 0,-1-7-4 0,0 2-10 16,-1 0-3-16,1 5-11 0,-3 0 1 0,3-1-11 15,0 1 2-15,-1-1-3 0,1 0-5 0,1 1-1 16,-1-5-2-16,0-2-4 0,0-1 1 0,3 1-4 16,-3-5 0-16,1 0 0 0,-1-1 3 0,1-1 4 15,-1-3 22-15,4 5 12 0,-4-5 12 0,15-5 12 16,-4-2 5-16,-1-1 15 0,0-1 0 0,1-4-1 15,2 0-4-15,0-2-1 0,2-7-12 0,-2 5-6 16,1-5-5-16,0 0-8 0,-4 5-6 0,1 0-3 16,-1 3-4-16,-5 2-2 0,3 2 0 0,-6 1-5 15,2-1-5-15,1 5-11 0,-1 2-2 0,-3-1-3 0,3-1-17 16,-4 3-22-16,0 2-32 0,0 0-26 16,0 0-1-16,0 0 7 0,0 0 9 0,7 11 7 15,-5-3 8-15,-2 4 1 0,4 0 10 0,-1 0-3 16,-1 1 9-16,3 1-6 0,1 2 1 0,1-3 0 0,1 3-3 15,4-3-5-15,1 1 13 0,4-2-21 16,1 0-9-16,11-4-14 0,0 1-22 0,2-4-7 16,5-4-8-16,2-1-5 0,13-3-2 0,-10 2 5 15,-1-5 8-15,-3-2 10 0,0-3 10 0,-3 1 15 0,-4-2 16 16,-5-1 22-16,-5 1 28 0,-8-2 26 0,-2 6 27 16,1-1 17-16,-6-1 4 0,0 1-2 15,-5-1-10-15,0 0-7 0,-5 3-5 0,1-2-8 16,-8 1 10-16,-1 5-20 0,-3-1-4 0,-4-1-5 0,-1 5-5 15,-1 0-1-15,1 6-4 0,-9-1 1 0,4 1-3 16,0 5-2-16,3 0-3 0,3 0-3 0,3 0 2 16,-1 3 3-16,2-2-3 0,1 2-2 0,3 2-2 15,0-3-4-15,6-3-8 0,-3 0-1 0,5-1 0 16,1-4 11-16,1 3 4 0,1-2-4 0,3-5 15 16,2 2-8-16,4-3 2 0,3 0 0 0,1-3 7 15,2 2-7-15,2-10 1 0,2 5 2 0,1-2 3 16,-2-3 2-16,6-3 0 0,-6 3-6 0,-1-2-4 15,-3 1 16-15,4 0-17 0,-3 0 3 0,-3 5 1 16,-2-1 7-16,-1 1-14 0,-3 3 1 0,2-1-1 16,-3 2-5-16,0 0 1 0,-1 1-8 0,-3 2-2 15,6 0 5-15,-6 0 0 0,0 0-2 0,9 8 1 16,-5-3 1-16,1 3 8 0,0 0-7 0,0 2-10 16,3 0-9-16,-3 1 12 0,1-1-12 0,6 1 1 15,-2-3 1-15,-1 2 3 0,0-1 16 0,4-2-12 16,-3-2 4-16,2 0-1 0,-1 0 7 0,2-5-4 15,-2 1 4-15,2-2 3 0,0-5-1 0,0-1 1 16,-2 1 12-16,3-6 10 0,-2 2 16 0,-1-4 4 16,-1-1 17-16,-1-2-1 0,0 1 2 0,1-9 3 15,-3 3 2-15,-1-4 1 0,-2 7-14 0,4-6-6 16,-3 8 4-16,-3 0-9 0,1 4 5 0,-2 0 6 16,-1 4 2-16,3 1-7 0,-2 5-12 0,-1-4-14 15,0 2-17-15,3 2-34 0,-3 3-17 0,0 0 7 16,0 0 15-16,0 0-12 0,-7 13 3 0,6-3 5 0,-3 2 5 15,-2 5 2-15,2 0 0 0,3 0 1 0,-3 4 6 16,0-1 1-16,1 4 4 0,2-5 3 16,1 0-2-16,0-1 7 0,0-2-1 0,1 0 4 15,2-5-9-15,1 1 8 0,0-4 4 0,1 0 1 16,1-3 3-16,2-1-4 0,-3-3 20 0,4 0-16 0,4-3 8 16,-3-3 26-16,8-3 17 0,-7-4-14 0,1-1 6 15,2-1 18-15,-1 0-8 0,-1-2 10 16,3-7-2-16,-2-3-12 0,-1 2 0 0,1-1-4 0,1-1-9 15,-4 0 0-15,0-1-6 0,-2 1 10 0,-3 7 0 16,3 1 5-16,-4 2 18 0,-3 6 10 0,4-1 3 16,-4 2-13-16,3 4-13 0,-4 0-9 0,0 1-16 15,3 1-47-15,-3 3-46 0,0 0-7 0,0 0 4 16,0 0 8-16,-3 17 5 0,2-1 11 0,-2 2 1 16,-3 1 2-16,2 7 3 0,-1 2 3 0,1 1 5 15,0-3 5-15,3 3 5 0,1-2-1 0,0 1 2 16,0-9 3-16,0-1 3 0,1-1 5 0,2-1-11 15,-3-3-19-15,1-4-20 0,2 3-32 0,-2-4-18 16,-1-1-23-16,1 0-25 0,2-2-29 0,-2-1-34 16,3-3-61-16,-4-1-294 0,0 0-619 0,15-5 274 15</inkml:trace>
  <inkml:trace contextRef="#ctx0" brushRef="#br0" timeOffset="157487.13">6861 10655 161 0,'3'-5'328'0,"-3"-1"-23"0,1 2-16 0,1 2-22 15,0-1-28-15,-2 3-23 0,4-4-23 16,-4 4-24-16,0 0-19 0,1-2-35 0,-1 2-16 16,0 0-9-16,9 5-20 0,-5 0-12 0,1-1-17 15,-1 1-13-15,5 2-11 0,0-1-6 0,1 2-6 16,-1-3-10-16,1 2-6 0,-1-2-3 0,2 1-2 0,0-4 1 16,-2 0 2-16,0-2 2 0,2 2 1 0,0-4-6 15,-1-1 12-15,1-1 1 0,-3 0 6 16,2-5 9-16,2 5 6 0,-3-4 6 0,-2 1 10 15,3-2 10-15,-2 4 10 0,-1-2 6 0,-1 2 1 0,-1 0 2 16,0 3-13-16,-1-1-8 0,0 0-4 16,-3 2-9-16,-1 1-3 0,0 0-9 0,9 2 1 15,-5 7-5-15,2 1-2 0,-1 3-5 0,2 5 2 16,-1 9-2-16,-2 5-1 0,2-1 1 0,-2 3 4 0,-1 2-5 16,-6 12 0-16,2-4-2 0,-4-10-1 0,0 0 3 15,0 2-3-15,-2-3-3 0,-2-3 4 16,-1-3-1-16,2-2 2 0,2-7-4 0,-3-3 2 15,0-6 2-15,1 2 8 0,-1-4 6 0,-2-1 6 0,-1-2 11 16,0-4 36-16,4-1 41 0,-2-4 42 0,1 1 4 16,0-4-4-16,1-5-8 0,3-5-11 0,6-8-19 15,3-4-11-15,8 0-14 0,8-15-9 16,7 1-11-16,6-2-21 0,6 0-16 0,3-2-9 0,0 7 1 16,0 3-4-16,1 3-2 0,-13 13-3 0,11-5-2 15,-13 11-8-15,-1 1 9 0,-8 3-1 0,-4 5-5 16,2 0 7-16,-9 0-4 0,-1 5-3 0,-2-1-7 15,2 0-4-15,-4 1-20 0,1-1-48 0,0 2-42 16,-4 1 2-16,0 0-14 0,0 0-25 0,-11 16-39 16,-3-7-58-16,1 1-85 0,-4 1-315 0,3-2-698 15,3-2 308-15</inkml:trace>
  <inkml:trace contextRef="#ctx0" brushRef="#br0" timeOffset="158295.09">8986 10594 93 0,'-1'-5'225'16,"1"1"-13"-16,-2-1-13 0,0 4-18 0,0-3-19 0,-1 0-19 15,-1 1-11-15,-2 0-15 0,0 1-17 16,-2 1-8-16,-2 0-8 0,-7 2-11 0,3-1-9 15,-5 2-4-15,-4 1-7 0,-4 2-2 0,-5 3-4 16,3 2-4-16,-4 1-6 0,3 2-4 0,2-3-2 0,4 4-4 16,6-4-3-16,0 2-2 0,5 2-3 0,-3-2-2 15,5 2-3-15,4 0 0 0,-1-3 1 0,7-1 7 16,1 2-7-16,5-3 23 0,4-1 17 0,5 1 1 16,14-3-3-16,3-1-1 0,1-3-7 0,5-4-4 15,-4-2-4-15,-1 0-3 0,1-1-3 0,-5-4-3 16,0-1 5-16,-1-4 7 0,-4 1 17 15,-6 1 5-15,-4-2 8 0,0 1-6 0,-4-1 3 0,-1-1 3 16,0 1-9-16,-6-3-6 0,0 2-3 0,-4 0-9 16,1 1-2-16,-5 4-8 0,-2-1-1 0,-2 1-5 15,-5 1-6-15,-2 0-6 0,-1 4-1 0,-5 3-3 16,4 0-1-16,-3 0-8 0,3 4-10 0,-2 0-21 16,1 3-25-16,2-1-25 0,2 4-28 0,-1 0-22 15,3 5-21-15,0 1-28 0,7-4-32 0,1-1-36 16,5 3-185-16,2-3-466 0,7-1 207 0</inkml:trace>
  <inkml:trace contextRef="#ctx0" brushRef="#br0" timeOffset="159037.19">9216 10560 55 0,'4'-4'378'0,"1"-2"-20"0,1 1-15 16,-4 2-35-16,1 0-30 0,-1 0-27 0,2 1-32 0,-4 2-28 15,5-2-26-15,-5 2-13 0,0 0-23 0,0 0-10 16,5 10-19-16,-1-3-10 0,-4 5 0 0,0 2-16 16,0 3-6-16,0 8-7 0,-2-2-10 0,0 6 1 15,0-2-7-15,-1 0-5 0,0-9 3 0,3-2-11 16,-2 1-1-16,2-5-4 0,-2-4-3 0,2 1 7 16,-2-2-4-16,0-2 3 0,2-1 49 0,1-1 52 15,-1-3 36-15,0 0-8 0,5 2-15 16,-5-2-17-16,8-10-11 0,-1 1-13 0,6-3-8 0,0-3-9 15,-3-1-14-15,8-3-1 0,0-1-4 0,-5 5-11 16,5-4-6-16,-1-1-7 0,-4 8-4 16,1-2-4-16,-2 4-4 0,-4 1-17 0,0 2-7 0,-2 1-17 15,-1 2-28-15,1-1-26 0,-2 0-43 0,2 4-20 16,1 1-21-16,-7 0-10 0,13 4-20 0,-5 0-15 16,1 2-8-16,-1 1-7 0,2 2-7 0,0 0-9 15,1 0 7-15,-2 4 2 0,1-3 1 0,0 1 12 16,-2 0 12-16,-2-2 28 0,0-4 18 0,-3 2 12 15,3-4 28-15,-3 2 39 0,0 0 34 0,-1-1 40 16,1-2 36-16,-3-2 36 0,2 1 4 0,-2-1 19 16,0 0 2-16,7 0-4 0,-7 0 2 0,0 0-8 15,0 0-4-15,9-3-13 0,-6 0-5 0,3-3-12 16,-1 2-8-16,3 0-4 0,0-3-3 0,4 3-5 16,-1-3-1-16,7 0-5 0,0-2 1 0,1 1 0 15,3-5 4-15,0 2-7 0,1 0 5 0,-4 1-6 16,-1-2 1-16,-1 2 0 0,0-2 6 0,0 2 9 15,-2-2 13-15,-6 5 2 0,0-3 18 0,-3 2 9 16,2 0-1-16,-7 2-9 0,2 0-8 0,-3 2-14 16,0-2-14-16,-6 4-3 0,-1-1-11 0,-7 3-1 15,-8 3-9-15,-6-1-1 0,-4 5-9 0,2 3 2 16,0 3-8-16,3-4 3 0,4 4-8 0,4 1 4 0,5-2-6 16,1 3 0-16,3 2-1 0,4 0 17 0,7 1-8 15,7 6 2-15,10-2-1 0,7-1 5 0,8-4-3 16,16 2 0-16,5-6 0 0,4-2 1 15,5-5 3-15,2 0-4 0,26-4 0 0,-26-3-5 0,-1 2 0 16,-1-5 6-16,-6 0-4 0,-17 0 17 0,-7 2 10 16,-5-2 33-16,-9 2 22 0,-6 0 13 0,-3 0 9 15,-1 1 3-15,-3-1-14 0,0-1-17 0,-4 2-31 16,-2 1-44-16,0 0-60 0,-9-8-57 0,-2 6-62 16,-2 2-49-16,-5 3-63 0,0-1-79 0,-2 0-342 15,2 1-764-15,4-1 338 0</inkml:trace>
  <inkml:trace contextRef="#ctx0" brushRef="#br0" timeOffset="159922.16">11982 10447 98 0,'-2'-5'222'0,"2"5"-10"0,-1-4-15 0,1 4-14 16,-3-6-17-16,1 3-16 0,2 3-16 0,-2-4-13 15,-1 1-14-15,-1 1-8 0,-1 0-16 0,-4 2-8 0,2 0-11 16,-4-3-6-16,-3 6-6 0,0-1-5 0,-4 0-7 15,-1 4-1-15,-8 1-8 0,2 2-2 16,-1 2-5-16,2 1 1 0,-2-1 0 0,7 0-6 16,-4 3-2-16,6-3 0 0,1 2-3 0,3 0-4 0,0-2 2 15,3 5-1-15,1-4-1 0,4 1-1 16,2-4 2-16,3 1 3 0,3 1 5 0,3-3 18 16,5 0 12-16,6-3 13 0,10 3-13 0,1-4-6 15,3-4 0-15,2 0-7 0,-2-3-2 0,0-4-5 0,-3 2 9 16,-3 0 8-16,-3-1 3 0,-4-2 8 0,-4-2 1 15,0 1 1-15,-2 1 3 0,-6-1 3 0,4-1 3 16,-5-1-14-16,-1-2-7 0,-4 4 1 16,0-5-9-16,-4 4-3 0,-1-1-7 0,-5 1-5 0,1 1-3 15,-4-3-7-15,-2 4 3 0,-4 1-7 0,2 2-4 16,-5 1-11-16,4 2-5 0,-1 1-16 0,0-1-20 16,1 5-23-16,0-2-32 0,6 3-32 0,-1 1-32 15,0 2-25-15,4-3-33 0,0 3-229 0,4-1-487 16,5-1 215-16</inkml:trace>
  <inkml:trace contextRef="#ctx0" brushRef="#br0" timeOffset="160270.26">12136 10429 19 0,'8'-4'240'0,"0"1"-22"0,-1 1-22 16,1 0-22-16,1 2-19 0,0 0-16 0,2 0-17 15,0 3-10-15,-1 3-12 0,1 0-12 0,0 1-9 16,-2 2-7-16,3 3-10 0,-5 0-6 0,-1 3-8 0,-1 0-5 16,0 1-1-16,-2 0-6 0,-3 4-5 0,-2-3 0 15,-1 1 0-15,-2 2-2 0,0-4-2 0,3-2-2 16,0-3 6-16,-2-1 6 0,0-3 20 0,3-1 18 16,-2 1 21-16,1-2 25 0,2 1 36 15,0-5 42-15,0-1 34 0,-3 3 29 0,3-3-14 0,0 0-22 16,0 0-26-16,5-11-21 0,-2 3-22 0,3-1-14 15,4-4-14-15,0-2-16 0,2-1-10 16,7-4-10-16,-5-4-8 0,4 5-13 0,0 0-24 0,3-4-25 16,-5 1-26-16,3 3-30 0,-6 5-5 0,-3 0-26 15,1 2-40-15,-3 3-30 0,1 1-31 0,-3 1-43 16,-1 4-51-16,0 2-44 0,1-2-25 16,-3 1-277-16,-3 2-653 0,0 0 290 0</inkml:trace>
  <inkml:trace contextRef="#ctx0" brushRef="#br0" timeOffset="161937.44">13511 10314 50 0,'2'-5'311'0,"0"0"-16"16,2-2-24-16,-3 2-17 0,1 1-21 0,1-1-25 15,-2 1-26-15,-1 4-21 0,4-1-21 0,-4 1-15 16,0 0-14-16,4 7-14 0,-1 0-8 0,-1 5-13 16,-2 3-6-16,0 2-7 0,0 2-10 0,-2 0-1 15,-1 1-7-15,1 7-7 0,-4-1-4 0,2-1-3 16,1-2-3-16,-1-4 1 0,2-1-6 0,-1-1-1 16,0-6-4-16,0 0 0 0,0-3-3 0,3-2 1 15,-1 1 2-15,-1-2 30 0,1-2 36 0,0 2 57 16,1-5 56-16,0 0 39 0,0 0-15 0,0 0-22 15,0 0-22-15,13-13-16 0,-6 3-18 0,2 2-16 16,2-5-4-16,0 0-19 0,3-3-13 0,0 0-9 16,0 1-7-16,4-5-8 0,-4 6-9 0,-1-1-8 15,1 3-2-15,-8 4-8 0,2 1-32 0,-3 2-1 16,2-1-5-16,-1 3-2 0,-2 0-28 0,-3 2-16 16,-1 1-14-16,9 0 0 0,-4 3 9 0,-1 0 7 15,2 4 0-15,-3 1 5 0,1-1 3 0,0 4 4 0,-2-2 5 16,2 3 15-16,0-3-9 0,1 4-1 0,0-4 4 15,-1 3 4-15,0-3-1 0,0-2 2 16,1 0 1-16,-3 0 8 0,1-4-4 0,-1 2 5 0,3-2 6 16,0-3-1-16,3 4 15 0,3-8-15 0,1 2 7 15,-3-4 11-15,5 2-1 0,-4-3 4 0,3-3-3 16,4-1 0-16,-3 1-7 0,-1-1 2 0,1-1 1 16,-3-2-5-16,3 1 1 0,-2 0-2 0,-1 0 0 15,-3 1 0-15,0 4-2 0,-1 1-2 0,-2 2-9 16,-1 2-12-16,0-3-21 0,-1 3-29 0,0 0-25 15,-3 3-29-15,4-4-26 0,-4 4 2 0,0 0 12 16,0 0 7-16,12 8 4 0,-6-1 6 0,1-1 2 16,9 4-8-16,2-1-18 0,6 5-11 0,7-2-22 15,1-1-12-15,2 0-21 0,2-1-3 0,5-2 1 16,9 1 15-16,-11-4 10 0,0-1 13 0,-2-2 32 16,0-1 11-16,1-4 31 0,-6 0 24 0,-1 1 31 15,-4-3 43-15,-9-2 28 0,-3 2 34 0,-3-3 24 16,-3 0 20-16,1 0 27 0,-4 0 5 0,0-1 2 15,-2-1-7-15,0 0-15 0,-4 5-16 0,0-4-8 0,-2 3-17 16,-2 1-10-16,-1-2-10 0,-3 5-11 16,-2-2-2-16,-2 1-8 0,-2 3-5 0,-1 3-4 15,-4-1-3-15,-2 4-6 0,2 2 0 0,1 3-6 16,-1-2 1-16,0 5-4 0,2-3-2 0,-1 2-2 0,4 0-1 16,2 3-2-16,1-3 13 0,4 1-14 0,0-2 1 15,5-3 3-15,2 3-4 0,2-3-3 16,5 0 0-16,0-3 9 0,4 1-9 0,2-1 3 15,4-4 5-15,2-1-5 0,-2-1 1 0,3 0 12 0,-2-1-10 16,0-3-1-16,0-1-7 0,-6-2 9 16,0 1 1-16,0-2 8 0,-2 1 5 0,0-7 2 15,-1 2 5-15,0-2 1 0,-5 0 0 0,1 2-11 16,-1-4 3-16,0 0-3 0,-4 1 1 0,0 4-13 0,-2 0 9 16,0-1-12-16,1 1-10 0,-3 1-21 0,-1 2-26 15,-2 2-29-15,2 1-35 0,-1 1-42 0,-1 1-35 16,0 0-25-16,0 2-29 0,1 0-265 0,6 1-552 15,-9 0 245-15</inkml:trace>
  <inkml:trace contextRef="#ctx0" brushRef="#br0" timeOffset="162271.81">14821 10321 103 0,'13'-7'282'16,"-3"3"-2"-16,0-2-8 0,2-1-18 0,-3 4-21 15,0-2-8-15,2 3-33 0,-4 0-17 0,0-1-21 16,1 3-18-16,-1-1-13 0,1 2-17 0,-3 0-6 16,3 3-18-16,-2-1-12 0,-2 4-6 0,1 1-8 15,-1 1-4-15,0 1-7 0,-4 1-6 0,0 1-2 16,0 1-5-16,-1-1-1 0,-2 0-6 0,-1 0 2 0,3 2-4 16,-3-4-1-16,0 0-4 0,-1-1 4 15,4-1-8-15,0-4 4 0,1 1 2 0,-3 0 29 16,3-2 30-16,0-3 33 0,0 5 39 0,0-5 34 15,0 0 29-15,0 0 3 0,0 0-23 0,0 0-19 0,0 0-19 16,14-13-18-16,-6 4-16 0,0 0-11 16,3-4-30-16,1 0-32 0,-1-1-39 0,8-6-34 15,0 2-47-15,-1-2-37 0,-2 6-54 0,-1 2-30 0,4 0-34 16,-5 2-30-16,1 1-51 0,2 3-12 0,1-1-300 16,-5 4-670-16,-2-3 297 0</inkml:trace>
  <inkml:trace contextRef="#ctx0" brushRef="#br0" timeOffset="162669.66">15266 10369 153 0,'0'3'190'0,"0"-3"6"0,0 0 0 0,0 0 3 0,2 5-10 16,-2-5-10-16,8-1-12 0,-8 1-12 0,18-2-8 16,-8 0-17-16,4-3-13 0,5 0-12 0,3 3-11 15,-2-3-6-15,6-6-1 0,2 3-13 0,-2-2-1 16,1 0-5-16,-3-2-2 0,0 0-2 0,-6 1-2 15,6-5 3-15,-10 7 7 0,0-4 0 0,-1 1 8 16,-1 3 11-16,-6-2 9 0,2 3-2 0,-4-1-3 16,-2 3-18-16,1-1-8 0,-5 2-13 0,-4 0-7 15,2 1-8-15,-7 1-9 0,-7 3 12 0,-3 0-23 16,-7 4-4-16,1 1-4 0,6 0 1 0,-6 3-8 16,9 3 5-16,-5 2-6 0,3 4-2 0,4-3 2 15,2 7-4-15,4-2 2 0,2-1 4 0,7 1 0 16,2 2 4-16,7-5-4 0,10 5 2 0,6-3 0 15,9-1 3-15,14 1 0 0,5-7-5 0,0 0 0 16,7-3 0-16,1-3 3 0,1-2 0 0,-3-2-1 16,-5-2 5-16,-16-2 13 0,-3 1 14 0,-4 0 33 15,-8-1 9-15,-9 2 25 0,1-1 17 0,-5 0 1 16,-4 1-3-16,4 0-15 0,-4 0-14 0,-1-1-47 16,-4 2-62-16,0-3-78 0,0 3-66 0,-14-2-62 15,1 4-76-15,-9 1-99 0,3-1-246 0,1-1-696 16,-1 0 308-16</inkml:trace>
  <inkml:trace contextRef="#ctx0" brushRef="#br0" timeOffset="170203.53">17489 9933 199 0,'0'-7'216'0,"0"3"-9"15,0-1-20-15,0 0-17 0,0 5-21 0,0-5-21 16,0 5-19-16,0 0-9 0,0 0-12 0,0 0-11 15,-5 15-11-15,-1 0-7 0,-6 11-7 0,3 1-7 16,-2 6-6-16,-1 0-2 0,-3 12-5 0,4-11-2 16,-5 12-9-16,8-11 1 0,1 0-3 0,-1-1-1 15,2-2 1-15,-1-2-11 0,3-1 9 0,2-4-5 16,-2-5 0-16,0-2-2 0,3 0 1 0,-3-2 1 16,4-5-2-16,-1-2 5 0,1 1-3 15,-3-2 0-15,2-1-2 0,-2-1-15 0,3-1-11 0,0-1-15 16,-1-1-5-16,1-3 8 0,-1 7-15 0,1-7-55 15,-7 0-44-15,7 0-164 0,-7-10-330 0,3 3 146 16</inkml:trace>
  <inkml:trace contextRef="#ctx0" brushRef="#br0" timeOffset="170984.84">17421 10094 157 0,'2'-3'264'0,"-1"-2"-6"0,-1 5-20 0,1-7-21 15,-1 5-26-15,0 2-15 0,5-3-24 0,-1 1-14 16,-4 2-12-16,16 2-19 0,-6 0-5 0,2 1-9 16,1 2-11-16,0 0-5 0,5 2-10 0,-4 3-7 0,0-1-6 15,0 1-9-15,-4 0 0 0,1-2-8 0,-5 1-3 16,2 0-6-16,-6 2 5 0,5-2-14 16,-7 0 1-16,-2 1-1 0,-3 0-2 0,-2-1 0 15,-6 1-4-15,-8 2 1 0,3-4-3 0,-8 3-3 0,-1-3 3 16,0-1 0-16,-1-1-3 0,1-2 2 0,4 0-2 15,-4-1 1-15,5-2-1 0,2 2-2 0,3-2 0 16,5-1 0-16,1 2 6 0,4-1-3 16,-1-1-1-16,4 0-8 0,4 0-21 0,0 0-19 0,0 0-11 15,27-7-8-15,2 3-9 0,6 0-6 0,20 1-1 16,1-1-6-16,4-1 2 0,3 2-5 16,2 1 19-16,0-1-1 0,0 1 9 0,2-1-1 0,-5-1-1 15,-2 1-2-15,-2 1 9 0,-19 0-4 0,-1-1 9 16,-3 1 5-16,-3-1 7 0,-10-2 19 0,-3 1 31 15,-1 1 32-15,-5 1 28 0,-7-1 6 0,2 1-1 16,-4-4-10-16,-3 2-7 0,-1-1-7 0,0 0-7 16,-5-2-4-16,-5 5-6 0,-3-3-2 0,0-1-4 15,-6 2-1-15,-3 2-6 0,-5-2-5 0,-2 3 0 16,0 1-1-16,0 2-4 0,0 3-3 0,2-2 0 16,-1 4-2-16,0 0-1 0,8 1-2 0,0 0 0 15,3 3 1-15,1-4-5 0,1 5-3 0,2-2 2 16,0 4-2-16,7-4 2 0,1 0-4 0,1 1 1 15,3 0 6-15,1 0-2 0,2-1 2 0,5 1 1 16,2-2-3-16,7 0 1 0,1 1 1 0,2-3 2 16,9 0 0-16,2-4-5 0,0 2 3 0,-2-4-1 15,2-2 1-15,0-5-1 0,0 0 6 0,-1-2 16 16,-1-4 8-16,0-2 6 0,-6-1 8 0,4-2 7 16,-6-5-1-16,-1 0-3 0,0-5 5 0,-2-3-14 0,-2-2-4 15,-1-2-3-15,2-9-8 0,-5 8 14 16,2-10 6-16,-4 13 7 0,-3 5 12 0,2 1 6 15,-7 7 3-15,3-1 0 0,-4 4-3 0,1 6-5 16,-1 0 0-16,3 0 2 0,-6 3-29 0,6 3-9 0,-3-1-34 16,0 3-16-16,0 2-3 0,0 0 2 0,-12 7-5 15,7 4 6-15,-5 3 0 0,1 4 6 0,-7 9-2 16,4 2-1-16,-1 2 4 0,-1 1 11 16,4 1-10-16,-3-2 1 0,4-1-4 0,2 0 5 0,-1-4 0 15,2-6 2-15,1-2 4 0,1-1-4 16,0 0 6-16,1-1-2 0,2-5-10 0,1-2-15 0,-1 1-19 15,1-1-16-15,-3-3-14 0,3-1-17 0,0 2-12 16,0-3-14-16,3 1-24 0,-2-1-22 0,3 0-39 16,1-2-36-16,0-2-188 0,4 1-463 0,1-4 206 15</inkml:trace>
  <inkml:trace contextRef="#ctx0" brushRef="#br0" timeOffset="171285.7">18386 10292 282 0,'0'0'291'0,"0"0"-7"0,0 0-10 15,0 0-11-15,0 0-22 0,0 0-16 0,0 0-22 16,7-2-17-16,-7 2-5 0,0 0-35 0,7-2-13 16,1-1-16-16,6 1-11 0,-1 0-10 0,6-4-14 15,4 1-2-15,6-4-11 0,2 1-6 0,0-2-8 16,-1 2-3-16,2-3 5 0,-4-1-13 0,-1-1-7 16,-1 2-2-16,-2-3-5 0,-7 1-5 0,-1 1 0 15,-2 1 1-15,-5 3 12 0,-1-2-9 0,-1 1 7 16,1 2-7-16,-4-2-10 0,-4 5-3 0,-4-1 0 15,-1 0-14-15,-5 1 0 0,-4 3 2 0,-5 2-3 16,-4 3 10-16,-3 2-15 0,-2 1 1 0,1 2-6 16,8-1-1-16,-3 2 5 0,8 1 0 0,1 0-3 15,-1 3 1-15,7 2 12 0,2 0-11 0,5 0 4 16,7 1-3-16,10 5 2 0,7-1-3 0,8-3-40 16,19 3-46-16,0-3-72 0,8-4-102 0,4-5-281 15,2-3-590-15,0-6 261 0</inkml:trace>
  <inkml:trace contextRef="#ctx0" brushRef="#br0" timeOffset="172188.23">20249 9954 14 0,'-4'-3'191'0,"-1"2"-14"0,-1-1-15 0,-4-2-20 0,-1 5-16 16,1 2-5-16,-4-1-10 0,0 2-17 0,-4 4-2 16,1-2-10-16,1 4-8 0,-2 1-7 0,1 2-13 15,2 2-4-15,2-1-6 0,0 2-3 0,2-1-2 16,3-1-5-16,2 1-1 0,0 0-5 0,5-3-1 16,1 1-2-16,2-2 7 0,4-1 19 0,-1-1 18 15,4-1 14-15,4-1 1 0,0-2 5 0,2-4-2 16,7 2 0-16,-3-4 0 0,-1-1 1 0,0-2 3 15,-4-1 1-15,4-4-2 0,-3 1 1 0,-5-1-4 16,2-3-4-16,-2-1-4 0,-3 2-3 0,-2 0-7 16,0-7 0-16,-3 7-12 0,-2-8-4 0,0 2-14 0,-1-1-3 15,-3 0-4-15,-2 4-3 0,-2-1-7 16,-1 4-11-16,-2 1-10 0,-1 0-6 0,1 5-10 16,-1-1-7-16,-2 0-13 0,1 5-20 0,3 1-21 15,-4-2-27-15,5 2-27 0,1 2-16 0,0-1-11 0,1 1-2 16,3 2-15-16,4 1-13 0,0-5-39 15,4 6-141-15,1-4-399 0,7 0 177 0</inkml:trace>
  <inkml:trace contextRef="#ctx0" brushRef="#br0" timeOffset="172553.77">20447 9744 84 0,'3'-9'293'0,"1"0"-12"0,0 5-15 0,-2-3-30 16,-2 3-29-16,1 0-26 0,1 1-24 0,-2 3-35 15,0 0-15-15,0 0-9 0,-3 11-10 0,-2 2-13 16,0 4-7-16,-7 10-7 0,2 2-6 0,-1 5-7 16,-6 16-3-16,3-1-4 0,0-1-7 0,1-2-2 15,0 0-2-15,8-10 1 0,0-4-6 0,3-1-2 16,2-2-2-16,2-2 3 0,2-7 2 0,1-1-6 16,-1-4 1-16,2-4 8 0,2-1 14 0,-3-3 7 15,4-1 7-15,0-1 10 0,-4-4 4 0,3-1 9 16,-2-1 8-16,1-3-7 0,0 0-3 0,-3-4-11 15,0-1-8-15,-2 0-5 0,-2-4-9 0,-3-2-12 16,-4-4-2-16,-3-6-22 0,-7 2-5 0,-2-2 3 16,1 1-9-16,-5 0-2 0,-1 0 6 0,2 5-3 15,3-1 3-15,4 7 1 0,3 0-3 0,2 4 7 16,2 1 7-16,2 3-2 0,3 0-4 0,3-2-13 16,6 3-11-16,10-4-10 0,16-1-19 0,6 1-18 15,24 2-32-15,3 3-42 0,35-3-46 0,6 2-52 0,-3-2-264 16,6-3-539-16,-9-1 239 0</inkml:trace>
  <inkml:trace contextRef="#ctx0" brushRef="#br0" timeOffset="173221.92">22151 9839 253 0,'0'0'235'0,"0"-7"-22"0,0 7-24 0,-2-4-20 0,2 4-18 16,-6-2-18-16,6 2-11 0,-13-1-19 0,3 4-10 16,-8 2-12-16,-1 2-7 0,-2 2-8 0,2 3-7 15,-6 3-11-15,-1 2-4 0,4 2-4 0,-2 3-4 16,4-2-6-16,3 1-1 0,-1 1-4 0,8-5-2 15,-4 2 2-15,6-2 0 0,5-1 5 0,1 0 2 16,6-3 6-16,0-2 10 0,2 1 8 0,8-1 5 16,3-3-2-16,1-2-2 0,2-2 1 0,-2-2 2 15,4-4-12-15,0-1 10 0,6-1 10 0,-10-3 3 16,-1 0 2-16,0-2 3 0,-3 0-3 0,-1-4-3 16,-2 2-5-16,2-4-6 0,-4 1 0 0,-5-6-9 15,5 2-4-15,-4-6-8 0,-5 6-3 0,3-1 4 16,-3 2-12-16,-3 4-3 0,2-2-1 0,-2 3-24 15,-2 2-14-15,-1 2-16 0,1-1-28 0,-4 2-30 0,-2 3-29 16,1 3-20-16,-4 0-25 0,0 1-34 16,3 0-25-16,0 2-234 0,-1 1-494 0,5-3 219 15</inkml:trace>
  <inkml:trace contextRef="#ctx0" brushRef="#br0" timeOffset="174285.37">22244 9852 39 0,'4'-5'298'0,"-2"1"-11"0,2-1-21 16,0 2-22-16,1 0-26 0,-3-1-24 0,4 3-20 15,-6 1-22-15,11-1-15 0,-7 1-15 0,5 2-16 16,1 2-9-16,-1 1-11 0,-1 2-11 0,1 1-5 16,-3 1-14-16,2 2-5 0,-3 0-5 0,4 5-4 15,-5 4-5-15,0-3-3 0,-2 1-5 0,-2-1-2 16,3 0-3-16,-3-1-1 0,0-3-1 0,0-2-7 15,0-1 1-15,-3-1-2 0,3-1 0 0,0-3 1 16,0-1 4-16,-1 1 15 0,0-2 22 0,2-1 27 16,-1-2 19-16,0 5 17 0,0-5 23 0,0 0-8 15,0 0-21-15,0 0-26 0,5-10-25 0,1 1-28 16,1-1-30-16,7-2-25 0,6-5-28 0,2-3-19 16,6 4-18-16,0-1-6 0,4 5-8 0,3-3-4 15,-2 6 10-15,4-2 1 0,-3 0 2 0,2 5 4 16,0-3 5-16,0 4 9 0,-2 1 7 0,-1 0 7 15,-3 0 4-15,-10 2 9 0,1 0 3 0,-1-1 3 16,-7 1 19-16,-4-1 23 0,1 2 21 0,-2 0 20 16,-3-2 10-16,0 3 1 0,-1-2-9 0,-3-1-3 15,-1 3-11-15,0 0 0 0,-5-6-4 0,-3 5-9 16,-1-1 1-16,-2 2-4 0,-2 0 2 0,-5 2-6 16,-1 0 0-16,1 1-2 0,-3 0-4 0,0 4 0 15,-6 0-2-15,7 0 1 0,-2 1-3 0,5 0-1 0,1 5-1 16,0-1-1-16,1 1 3 0,4-2 0 15,0 2-4-15,3-4 8 0,2 2-7 0,1-2 2 16,1 3-3-16,3-7 3 0,1 3 1 0,3-1 0 16,1-1 2-16,3-1 9 0,1 0-8 0,3 0 3 0,2-4 3 15,1 0-6-15,-1-2 7 0,6 0 6 0,-2-2 3 16,1-4 2-16,-2 0 9 0,1-3 9 16,-3-1-2-16,3-2 11 0,2-6 0 0,-8 2-4 0,2-7 3 15,1 1 3-15,-2 0-2 0,-1-4-11 0,-1-1-3 16,-5 2 2-16,6-3 4 0,-4-2 0 0,1 2 14 15,-4-1 5-15,0 3 10 0,-2-2-5 0,-2 11-1 16,3-1-3-16,-6 3 13 0,3 4-12 0,3 1-12 16,-2 1-3-16,-1 3-5 0,4 2-18 0,-4-1-23 15,0 3-48-15,0 3-22 0,0 0 6 0,0 0 7 16,-10 10 4-16,7 2 5 0,-1 5 5 0,-1 2 2 16,-3 9 5-16,2 0 2 0,-2-2 3 0,3 1 7 15,0 2 0-15,1-3 6 0,-1 1-3 0,2-2 6 16,3 3 0-16,0-9 6 0,0 1-9 0,3-1-8 15,-3 1-17-15,1-3-13 0,-1 0-14 0,3-6-16 16,0 0-11-16,0 0-13 0,1-3-10 0,4 1-10 16,-4-3-7-16,2-1-11 0,2-1 5 0,-2-2 4 15,2-1 13-15,-3 0 13 0,3-1 11 0,-2 0 13 16,-1-2 24-16,-1 0 29 0,-4 2 28 0,10-3 27 16,-6-1 24-16,-1 3 19 0,-3 1 12 0,3-2 9 15,-3 2 9-15,3-2 4 0,-3 2-2 0,0 0-4 16,0 0-6-16,0 0-10 0,0 0-2 0,7-2-4 15,-7 2-7-15,0 0-3 0,0 0 0 0,0 0-10 0,0 0-3 16,0 0-3-16,0 0-7 0,12 0-4 0,-5-2-3 16,2-1-5-16,3 2 0 0,0-1-2 0,1-2-1 15,4-2-5-15,3-1 1 0,-2 0 0 0,2 0-7 16,-2 0 6-16,1-1-6 0,0 0 0 16,-2-3 3-16,-1 0 0 0,-1 1-1 0,-4 2 0 0,-2-2-2 15,0 0-1-15,-3 4 6 0,2-2-2 0,-2 0 7 16,-4 2-11-16,0 0-3 0,-2 0-5 0,-2 3 0 15,-4 0-14-15,1 1-4 0,-7 0 0 0,-1 2 2 16,-1 4-2-16,-4-1 5 0,-1 4-1 0,0 0-3 16,3 0 3-16,-3 4 2 0,6 3-2 0,-2-2 4 15,2 2-5-15,5 3-15 0,-2 2-10 0,7-1-4 16,1-3-6-16,2 4-10 0,0-3-20 0,5 1-29 16,4-4-43-16,4 1-27 0,-4-7-47 0,2-2-206 15,6 0-464-15,2-3 205 0</inkml:trace>
  <inkml:trace contextRef="#ctx0" brushRef="#br0" timeOffset="174551.67">23445 9835 34 0,'9'-10'268'0,"-1"2"-13"0,-1 0-21 16,-1 3-26-16,1 1-22 0,-2 0-22 0,0 0-15 16,2 7-20-16,-7-3-14 0,10 4-10 15,-2 0-12-15,-2 3-10 0,2 4-9 0,-3 0-7 16,1 0-6-16,-1 6-9 0,-3 1-4 0,-1 1-4 0,-1 3-2 15,0-4-4-15,-1 1-7 0,-1-2-2 0,-2-3-5 16,1-4 1-16,2 0 0 0,-3-3 8 0,2 0 17 16,1-2 29-16,-1 0 31 0,0-3 19 0,1 1 9 15,1-3-3-15,0 0-7 0,-4-12-22 0,4 2 0 16,1-2-20-16,3-5-5 0,3-1-20 0,8-6-22 16,0 2-28-16,3-2-37 0,2 1-33 15,5 0-35-15,2 4-40 0,2-2-38 0,-1 5-40 16,4-2-93-16,-2 2-175 0,0 3-518 0,-3 1 230 0</inkml:trace>
  <inkml:trace contextRef="#ctx0" brushRef="#br0" timeOffset="175138.01">24605 9585 4 0,'2'-4'295'0,"-2"-1"-18"0,0 5-17 0,0-7-23 0,0 7-20 16,0-5-25-16,0 5-23 0,0-3-21 16,0 3-19-16,0 0-16 0,0 0-12 0,0 0-14 15,0 0-8-15,-5 17-11 0,2-5-3 0,-3 3-13 16,1 2-5-16,-2 4-7 0,1 4-2 0,-4 0-1 0,2 1-6 16,0-1-2-16,1 3 2 0,-1-4 0 0,3 1-1 15,-2-6-4-15,2 1-1 0,1-2-4 16,-1-1 1-16,3 0-3 0,-1-2 2 0,-1-3-5 0,2-3 1 15,-1-1-1-15,2-1 1 0,1-2-2 0,-3-2 1 16,3-1-1-16,-1 3 7 0,1-5-6 16,-3 7 1-16,3-7 0 0,0 4-1 0,0-4 0 15,-1 3 3-15,1-3 0 0,0 0 0 0,0 0-12 0,0 0-54 16,0 0-52-16,-6-11-51 0,2 5-50 0,0-2-255 16,0-3-492-16,1-2 218 0</inkml:trace>
  <inkml:trace contextRef="#ctx0" brushRef="#br0" timeOffset="175334.08">24653 9528 279 0,'0'-5'281'0,"0"2"-36"16,0 3-21-16,-3-6-33 0,3 6-19 0,0 0-19 15,-15 8-15-15,-1 2-14 0,1 1-14 0,-7 7-11 0,-1-1-15 16,4 7-32-16,0-4-22 0,-4 6-25 15,-2-4-16-15,0 5-23 0,1 0-30 0,-13 6-29 16,9-6-59-16,1-2-154 0,0-2-331 0,3-4 147 16</inkml:trace>
  <inkml:trace contextRef="#ctx0" brushRef="#br0" timeOffset="175649.28">24328 10031 228 0,'0'0'284'0,"0"0"-11"16,0 0-14-16,0 0-13 0,0 0-16 0,0 0-18 16,0 0-20-16,0 0-21 0,0 0-20 0,22-7-13 15,-12 5-22-15,9-2-6 0,3 1-15 0,11 2-25 16,3-3-24-16,15-4-33 0,-15 5-50 0,2-2-71 16,3 1-84-16,-7 1-225 0,1-3-450 0,-4-2 199 15</inkml:trace>
  <inkml:trace contextRef="#ctx0" brushRef="#br0" timeOffset="175952.17">25048 10004 151 0,'0'0'381'0,"0"0"-32"0,0 0-42 16,0 0-34-16,0 0-54 0,0 0-61 0,0 0-85 15,-3 2-99-15,3-2-122 0,0 0-142 0,5 4-314 16,-5-4 139-16</inkml:trace>
  <inkml:trace contextRef="#ctx0" brushRef="#br0" timeOffset="-46095.15">6262 12090 199 0,'0'0'219'0,"-6"-3"-7"0,6 3-19 15,0 0-7-15,-12 1-6 0,12-1-15 0,0 0-16 16,-5 2-17-16,5-2-13 0,0 0-9 0,0 0-15 16,0 0-9-16,-5 2-10 0,5-2-10 0,0 0-5 15,0 0-6-15,0 0-6 0,0 0-13 0,-5 1 6 16,5-1-7-16,0 0-5 0,0 0-3 0,0 0-3 15,0 0-6-15,0 0-3 0,0 0-4 0,0 0-5 16,0 0 0-16,0 5-1 0,0-5-5 0,0 0 3 16,0 0-1-16,10 5 0 0,-5-3 2 0,-1 1-2 15,5 1-6-15,5 0 4 0,-4 1 3 0,7 0-3 16,0 5 3-16,0-5 2 0,-1 5-3 0,0-3 4 16,-5 2-4-16,0-1-2 0,3 2 4 0,-2 1-2 15,-2-3-4-15,-4 3 0 0,1 4 4 0,-5-4 0 16,-2 6-4-16,-4-2 4 0,-3 3 1 0,-10 4-2 15,0 0 2-15,-2-3-1 0,-2 0 2 0,-1-2-2 16,-1-2 0-16,0-1-2 0,-3-1 0 0,8-2 3 16,1 1-6-16,0-3 3 0,7-1 3 0,-1 0-3 15,-1-1 0-15,4-2-2 0,0 2 1 0,3-2-2 16,-1-1-1-16,2-1-1 0,2 1 3 0,0-1 4 16,1 1 8-16,1-4 10 0,6 6 5 0,1-2 3 15,4-3 6-15,1 1 5 0,8-1 1 0,-2-1 3 16,1 1 9-16,8-1 7 0,1 0 6 0,-5-2-6 15,-4 2 6-15,-2-3 3 0,-3 1 16 0,-3 2-12 16,-3-2 10-16,0 1-1 0,-1 1-3 0,1 0 3 16,-8 0-8-16,9 0-5 0,-5-1-8 0,-4 1-2 15,0 0-22-15,9 0-15 0,-9 0-16 0,0 0-17 16,0 0-32-16,0 0-31 0,0 0-47 0,0 0-52 16,0 0-70-16,0 0-56 0,-22 1-215 0,22-1-555 15,-14-2 245-15</inkml:trace>
  <inkml:trace contextRef="#ctx0" brushRef="#br0" timeOffset="-45677.29">6132 12332 213 0,'-5'0'237'0,"5"0"-15"0,0 0-13 0,0 0-18 16,-8 0-16-16,8 0-15 0,0 0-13 0,0 0-12 15,0 0-6-15,0 0 0 0,0 0-7 0,0 0-10 16,0 0-8-16,0 0-5 0,0 0-6 0,24 0-9 15,-1-1-7-15,5-3-7 0,4 2-2 0,0-1-7 16,4 2-5-16,2 0-6 0,-4-2-4 0,-2-2-3 16,-2 1-5-16,-2 1 6 0,-10 3-12 0,4-2 0 15,-10-2 7-15,-1 2 0 0,-2 2 4 0,0 0 7 16,-3-1 8-16,-2 1-5 0,-4 0-2 0,9-3 3 16,-9 3-7-16,6 0-10 0,-6 0-9 0,0 0-5 15,0 0-19-15,0 0-31 0,0 0-29 0,6 3-36 16,-6-3-45-16,0 0-47 0,0 0-60 0,0 0-250 15,-12 5-536-15,12-5 238 0</inkml:trace>
  <inkml:trace contextRef="#ctx0" brushRef="#br0" timeOffset="-45380.14">6887 12301 222 0,'0'0'282'0,"-6"2"-1"0,6-2-4 15,0 0-10-15,0 0-19 0,0 0-18 0,0 0-22 0,0 0-27 16,0 0-18-16,24-2-14 0,-5-2-18 16,3 3-30-16,6-4-42 0,1 1-45 0,1 0-59 0,2 1-72 15,0-5-65-15,-2 6-230 0,-3-3-446 0,-9 4 197 16</inkml:trace>
  <inkml:trace contextRef="#ctx0" brushRef="#br0" timeOffset="-45222.18">6999 12421 79 0,'-17'9'158'0,"5"-2"-12"16,2-3 5-16,2 1-2 0,3-2 6 0,0 1 17 16,1-2 21-16,3 1 8 0,-3-1 5 0,4-2 8 15,10 3-11-15,3-3-15 0,9 0-14 0,8-3-20 16,5-2-21-16,5 0-53 0,-4-2-62 0,4 0-93 16,10-3-110-16,-17 3-234 0,-1-1-455 0,-3-3 202 15</inkml:trace>
  <inkml:trace contextRef="#ctx0" brushRef="#br0" timeOffset="-42259.5">8001 12168 149 0,'0'0'296'0,"0"-8"0"0,3 6-2 0,-3-1-2 0,0 3-6 16,1-7-10-16,-1 2-14 0,0 5-11 0,0-5-10 16,0 3-24-16,0 2-12 0,0-7-21 0,-4 4-22 15,4 3-27-15,-5-5-15 0,1 3-13 0,-2-1-17 16,0 3 0-16,6 0-28 0,-20 1-11 0,8 3-10 16,-8 4-6-16,1-1-5 0,-6 5-10 0,0 2 0 15,1-1-1-15,4 4-5 0,-1 1-5 0,2 0-6 16,1 1 1-16,4-2-5 0,5-2-9 15,-1-1-11-15,2-2-14 0,2-2-5 0,1 0-9 0,2-1-13 16,2-2-1-16,0 0 7 0,2-1 9 0,0-2 13 16,3 1 11-16,3-2 19 0,2-1-4 0,3-4 7 15,1-1 11-15,2-2 3 0,2-5 5 0,1 1 5 16,-1 1-6-16,-1-1 6 0,2-3 8 0,-4 5 2 16,0-5 0-16,-2 7 12 0,-3-5 7 0,-2 5 7 15,-1 1-2-15,0 1-2 0,-1 1 10 0,-1-1-23 16,-1 2-10-16,0-2-4 0,-3 3-12 0,5-3-5 15,0 2-7-15,-5 1-26 0,0 0-6 0,7 3-15 16,-4 1-5-16,0 2-18 0,2-1-20 0,2 2-21 16,0-1-28-16,-3 1-30 0,1 3-34 0,0-1-26 15,0 3-77-15,-1-6-206 0,4 0-551 0,-6 1 244 16</inkml:trace>
  <inkml:trace contextRef="#ctx0" brushRef="#br0" timeOffset="-41861.99">8116 12185 119 0,'5'-9'331'0,"-2"5"-23"0,1-1-19 0,-2-2-5 16,1 2-33-16,-1 3-27 0,2-1-20 0,0-1-26 15,1 4-23-15,-5 0-16 0,14 0-12 0,-7 2-9 16,-1 3-17-16,2-3-9 0,2 3-8 0,-4 5-10 16,2-4-9-16,-2 5-9 0,1-1-2 0,-5 1-6 15,6 4-2-15,-3 2 3 0,-5 1-13 0,0-1-2 16,-1 1-5-16,1-1 3 0,-4 0-6 0,-1-1-1 15,1-3-5-15,0-1 3 0,4-4-4 0,-5-2-3 16,1-1 2-16,3 1 4 0,1-2 1 0,0-1 54 16,0-3 31-16,-1 4 49 0,1-4 34 0,0 0-6 15,0 0-21-15,0 0-18 0,11-17-15 0,-3 3-14 16,2-1-13-16,7-8-17 0,-2-4-11 0,3 7-17 16,2-2-5-16,-3 3-6 0,-4 4-5 0,-2 2-5 15,-3 3-4-15,2-1-6 0,-4 5-3 0,1 3-8 16,-4-2-2-16,0 2-4 0,1-2-17 0,0 4-19 15,-4 1-11-15,5-3-24 0,-5 3 2 0,0 0-8 16,5 7 1-16,-5-2 3 0,1 0 9 0,2 7 11 16,1 1-1-16,1 1-30 0,3 3-24 0,-2 2-26 15,3-3-28-15,-4 1-38 0,4 3-45 0,1-5-51 16,7-1-106-16,1-5-206 0,7 2-645 0,-4-6 287 16</inkml:trace>
  <inkml:trace contextRef="#ctx0" brushRef="#br0" timeOffset="-41330.79">9018 12265 30 0,'-15'-1'168'0,"15"1"-7"0,0 0-4 0,-11 1-9 0,11-1-8 16,-8 0-9-16,8 0-5 0,-7 1-11 0,7-1-8 15,-3 3-8-15,3-3-11 0,0 0-9 0,-8 1-4 16,8-1-2-16,0 0-8 0,0 0 5 0,-6 0-2 15,6 0-3-15,0 0 0 0,0 0 1 0,0 0 0 16,0 0 0-16,-5 1-2 0,5-1-4 0,0 0 3 16,0 0-7-16,0 0-4 0,0 0-2 0,0 0-5 15,0 0 3-15,0 0-5 0,0 0-2 0,0 0-1 16,0 0-1-16,0 0 8 0,0 0 0 0,0 0 11 16,0 0 10-16,0 0 20 0,0 0-21 0,0 0-2 15,0 0-6-15,0 0-3 0,0 0-3 0,25-2-7 16,-9-2 1-16,1 1-7 0,5 1-6 0,6-3-3 15,-1 1 0-15,1 0-8 0,-6-2 4 0,6 0-9 16,-8 1 1-16,-2 1 0 0,0 0-1 0,-4 1-4 16,-2 0 0-16,-2 1 0 0,-1 2-3 0,-3-3 0 15,-1 2 7-15,-5 1-16 0,8-1-12 0,-8 1-22 16,8 0-9-16,-8 0-19 0,0 0-21 0,0 0-30 16,0 0-41-16,-26 6-22 0,15-3-20 0,0-3-35 15,-3 1-236-15,2-2-504 0,-4 2 223 0</inkml:trace>
  <inkml:trace contextRef="#ctx0" brushRef="#br0" timeOffset="-41097.39">9073 12136 25 0,'3'-7'373'0,"-3"4"1"0,0-2 8 0,0 5-14 15,0-6-6-15,-3 3-21 0,3 3-35 0,0-5-30 16,0 5-28-16,0 0-32 0,0 0-26 0,0 0-32 15,0 0-20-15,0 0-20 0,0 0-17 0,0 0-17 16,0 0-11-16,-1 15-8 0,-2-5 4 0,3 4-11 16,0 5-11-16,0 5-2 0,0 2-5 0,0 0 1 15,-1-1-11-15,5 0-36 0,-4 1-33 0,0-1-30 16,1-6-29-16,-1 0-43 0,0-1-44 0,3 0-66 16,-2-2-86-16,-1-5-230 0,0-5-615 0,4 0 272 15</inkml:trace>
  <inkml:trace contextRef="#ctx0" brushRef="#br0" timeOffset="-40377.36">9560 12082 215 0,'-1'-5'412'0,"1"0"-4"0,0 1-10 16,0 4-10-16,0-7-20 0,0 7-13 0,-1-5-33 16,1 5-30-16,0-3-31 0,0 3-29 15,0 0-23-15,0 0-29 0,0-5-22 0,0 5-28 0,0 0-25 16,0 0-47-16,0 0-34 0,0 0 1 0,0 0-7 15,0 0-7-15,6 12-11 0,-3-6-13 0,1 0-7 16,1 4-16-16,2-1-7 0,-3 1-5 0,4 1-11 16,-2-2-4-16,2-1-7 0,-1 2 5 0,0-3 1 15,-1 1 5-15,2-4 6 0,-2 3 7 0,-1-4 6 16,1 1 6-16,-1-4 21 0,0 3 26 0,-5-3 13 16,11-3 18-16,-7 1 15 0,1-3 19 0,0 0 12 15,1 0 5-15,-3-2-6 0,2-2 11 0,-1 4-2 16,1-6-5-16,3 2-10 0,-3 0 1 0,0 4 3 15,-4-1-5-15,3 0-4 0,0 3-6 0,-3-2-7 16,2 2-3-16,-2-1-17 0,3 2-9 0,-4 2-20 16,0-3-18-16,0 3-35 0,0 0-10 0,0 0-2 15,9 6 1-15,-4 3-8 0,0 0 4 0,3 6 3 16,-3 3 1-16,-1 10 0 0,5 0 2 0,-8 7 10 16,-1 13 4-16,0-2 2 0,0-9 2 0,-5 10 6 15,0-12 8-15,1 0-4 0,-2 0 4 0,-1-4-11 16,1-1 13-16,-3-6 2 0,0-5-2 0,4-2 6 15,-3-4-8-15,3-4 8 0,0 3 8 0,0-6 8 16,-3-1 25-16,3-2-3 0,-4-3 21 0,4 3 27 16,-3-3 29-16,8 0 15 0,-11-8 2 0,5 1-8 15,0-3-9-15,5-3-13 0,1-7-15 0,3-6-15 16,9-6-15-16,8-9-14 0,4-3-21 0,4-1-22 16,0 0-9-16,3 2-6 0,3 2-1 0,-11 14 6 15,4 3-1-15,-4 1 5 0,0 2 7 0,0 5 7 16,-4 3 15-16,-2 3 21 0,-7 3 7 0,2 0 5 15,-7 2 1-15,1 1-8 0,-1 1-8 0,1 1-2 16,-2-3-4-16,0 5-7 0,-4 0-8 0,4-4-22 0,-4 4-34 16,5-2-50-16,-5 2-65 0,0 0-19 15,0 0-16-15,0 0-54 0,-13 14-104 0,1-10-438 16,3 1-852-16,-3-3 377 0</inkml:trace>
  <inkml:trace contextRef="#ctx0" brushRef="#br0" timeOffset="-35762.65">12351 12076 251 0,'-4'-2'278'15,"4"2"-9"-15,0 0-6 0,0 0-20 0,0 0-24 16,-4-2-25-16,4 2-16 0,0 0-21 0,17-4-18 15,-2 1-15-15,5 1-13 0,0-1-9 0,7 1-17 16,-6-1-29-16,5 2-32 0,-3 0-38 0,-3-1-34 16,2 2-44-16,-4 0-51 0,1 0-78 0,-7 0-142 15,-4 0-392-15,-1 0 173 0</inkml:trace>
  <inkml:trace contextRef="#ctx0" brushRef="#br0" timeOffset="-35562.63">12355 12255 37 0,'-4'4'214'0,"0"-1"-4"0,4-3 1 0,0 3-9 16,0-3-7-16,0 0-11 0,13-1-18 0,-4 1-20 15,6-2-12-15,3 0-15 0,1 0-11 0,3-1-33 16,-2-1-52-16,0-2-60 0,6-3-73 0,-4 3-204 16,-8-2-338-16,3-3 150 0</inkml:trace>
  <inkml:trace contextRef="#ctx0" brushRef="#br0" timeOffset="-35348.17">12617 11950 33 0,'-3'-3'327'0,"3"3"-8"0,0-7-30 16,-2 4-21-16,2 3-29 0,0 0-28 0,-1-2-23 16,1 2-23-16,0 0-18 0,0 0-5 0,15 7-26 0,-4 1 2 15,3 1-10-15,3 3-10 0,3 5-6 0,-1 0-2 16,-4 0-13-16,5 0-3 0,-10-1-13 15,2 2 3-15,2 3-7 0,-8-3-7 0,1-4-5 16,-1 3-9-16,-5-5-4 0,-1 3 4 0,-1-4-10 0,-4 2-4 16,-3-2-1-16,2 3-2 0,-2-3 0 0,-6 2 1 15,0-3-7-15,-4 1-1 0,3-4-19 0,-3 1-27 16,-2-1-40-16,-1-6-60 0,4 1-95 16,-4 0-297-16,9-2-571 0,3-2 253 0</inkml:trace>
  <inkml:trace contextRef="#ctx0" brushRef="#br0" timeOffset="-34609.57">14390 11876 121 0,'0'0'270'0,"2"-4"-10"0,-1 1-6 0,-1 3-9 0,1-2-16 15,-1 2-15-15,0 0-17 0,0 0-19 0,0 0-22 16,2-5-13-16,-2 5-18 0,0 0-11 0,0 0-18 16,0 0-9-16,-16 10-12 0,6-3-5 0,0 0-12 15,-3 4-5-15,0 1-3 0,-1 2-9 0,0 0 7 16,-4 6-18-16,3-1-2 0,2-2-6 0,2-2 1 15,2 2-4-15,2-1-3 0,-1-2 1 0,4-1-3 16,-2 1-1-16,3-4-2 0,0 0 6 0,2 0-2 16,1-5 10-16,0 1-5 0,0 0 6 0,2-1 2 15,1-2 8-15,2 1 14 0,2-4 3 0,5 0 12 16,-3-2 27-16,1 0-7 0,3-5 12 0,2-1 17 16,-2-2-15-16,0-1-6 0,0-4-1 0,0 0-10 15,0-10-19-15,-1 1-21 0,-2-5-10 0,-3 2-9 16,-5-2-24-16,-2 3 7 0,-2-1 0 0,-2 1 1 15,-4 2 3-15,-3 0-5 0,-2 7-7 0,0 4 2 16,-6-6-4-16,2 6 0 0,0 2 6 0,-2 3-3 16,0 1-3-16,5 0-4 0,-6 2 3 0,5 3-16 15,2-1-41-15,1 3-33 0,0 5-29 0,0 0-31 16,2 5-36-16,1-3-50 0,4 4-38 0,2 1-283 16,6-2-607-16,2 1 269 0</inkml:trace>
  <inkml:trace contextRef="#ctx0" brushRef="#br0" timeOffset="-34231.36">14656 11670 38 0,'-1'-3'291'0,"1"3"-16"0,-1-5-29 0,1 5-18 0,0 0-21 16,0 0-23-16,0 0-22 0,0 0-10 15,0 0-21-15,0 0-17 0,14 8-10 0,-8-2-7 0,4 3-17 16,-1 2-3-16,4-2-11 0,1 5-4 0,-1 1 5 16,-2-1-13-16,1 3-6 0,-3 0-5 0,0 1 3 15,0 5-9-15,-5-3-4 0,-2-1-3 0,-1-1-2 16,-2 0-5-16,-1-1 1 0,-5 0 5 0,1-1-10 16,-3-2 4-16,-1 0-1 0,-2 1-2 0,-3-2 0 15,2-4 3-15,-1 0 1 0,5-1 0 0,-1-2-1 16,0 0-2-16,3-2-6 0,2-2-1 0,1 3 1 15,0-3 1-15,0 1-4 0,1-2 4 0,3-1 23 16,-3 4 5-16,3-4 11 0,-5 2 5 0,5-2-4 16,0 0 5-16,0 0-10 0,18 0-3 0,-4-1-7 15,6-2-2-15,7-2-26 0,0 2-36 0,1-2-45 16,1 0-55-16,-8 1-71 0,9-8-83 0,-4 3-241 16,1-1-561-16,-10 0 249 0</inkml:trace>
  <inkml:trace contextRef="#ctx0" brushRef="#br0" timeOffset="-33912.82">14640 11886 235 0,'0'0'271'15,"-7"1"-25"-15,7-1-16 0,-5 2-16 0,5-2-24 16,0 0-14-16,0 0-7 0,-8 0-3 0,8 0-1 16,0 0-4-16,-5 2-16 0,5-2-7 0,0 0-9 15,0 0-22-15,0 0-4 0,25-2-9 0,-6-1-9 16,10-2-7-16,3 3-9 0,5-2 1 0,3-2-18 0,11 2-5 16,1-3-3-16,-15 4-7 0,-1-2 0 15,-3 2-4-15,-1-1-5 0,-10 1-1 0,-3 0-2 16,-1 2 1-16,-8-1-28 0,-1-1-28 0,-2 2-19 15,-3 0-14-15,-4 1-34 0,0 0-35 0,0 0-43 16,-30 1-49-16,12 3-248 0,-2-2-509 0,-3-1 226 16</inkml:trace>
  <inkml:trace contextRef="#ctx0" brushRef="#br0" timeOffset="-33314.94">13999 12245 76 0,'0'0'124'0,"-5"2"-1"0,5-2 12 0,0 0 15 16,0 0 11-16,-6 0 3 0,6 0-4 0,-3 3 2 15,3-3-7-15,0 0-6 0,0 0-9 0,0 0 5 16,0 0-21-16,0 0-9 0,0 0-6 0,0 0-10 16,0 0-10-16,0 0-9 0,0 0-10 0,0 0-7 15,0 0-5-15,0 0-1 0,0 0-13 0,0 0-3 16,0 0-2-16,0 0-2 0,0 0-3 0,0 0 1 15,0 0 1-15,0 0-1 0,0 0 3 0,0 0 0 16,0 0 0-16,0 0 11 0,0 0-6 0,0 0-5 16,0 0 0-16,0 0-2 0,0 0-10 0,0 0 5 15,0 0-2-15,0 0-6 0,0 0 1 0,0 0-5 16,0 0-3-16,0 0-3 0,0 0 4 0,0 0 8 16,0 0 3-16,0 0-4 0,0 0 0 0,0 0-5 15,20-3 0-15,1 1-6 0,7-2 3 0,11-1 6 16,16 1-11-16,5-3-4 0,29 3 0 0,-22 1 12 15,27-7-10-15,-2 7-2 0,-28-1 2 0,4-3 0 16,-6 2 12-16,0 0-15 0,-6 2 1 0,-1-3-2 16,-18 3 2-16,-4-2 5 0,-4-2 10 0,0 7 11 15,-13-2 17-15,-2-1 12 0,-3 3 31 0,0-1 1 16,-5-2 14-16,-2 3-1 0,1-3-8 0,-1 1-16 16,-4 2-21-16,0 0-23 0,9 0-33 0,-9 0-56 15,0 0-49-15,0 0-48 0,0 0-40 0,0 0-58 16,-28 2-69-16,15 0-298 0,2-1-662 0,-2 2 294 15</inkml:trace>
  <inkml:trace contextRef="#ctx0" brushRef="#br0" timeOffset="-32798.42">14499 12470 113 0,'0'0'267'0,"9"-6"-25"0,-9 6-23 0,0 0-23 15,0 0-23-15,0 0-16 0,0 0-20 0,0 0-11 16,-23 6-14-16,11-4-9 0,1 2-13 0,1 4-7 16,-2-3-13-16,-4 5-4 0,4-3-8 0,-6 5-7 15,3-2-5-15,0 0-5 0,0 2-4 0,3 2-2 16,3-6-8-16,1 2 1 0,3-1-8 0,-1 1 3 16,-1-2 1-16,5 4 11 0,-1-7 4 0,3 2 2 15,3 1 1-15,-2-5 2 0,4 4-2 0,5-2 0 16,2-1 1-16,-2-3 7 0,4-1-11 0,-1-1 1 15,1-3 2-15,0-1 11 0,1-4 2 0,-3 1-4 16,-1-4-4-16,1-2 6 0,-5-1-7 0,1-3-7 16,-6 0-11-16,0-2-5 0,-2 1-7 0,-4-6-4 15,-5 7 2-15,0 3-3 0,-3-2 2 0,-3 3-7 16,-5-1 1-16,-5 1-3 0,-2 1-3 0,-3 6 5 16,3 0-6-16,0 0-3 0,5 6 2 0,1 0-1 15,2 0 9-15,0 2-8 0,2 1-11 0,6 0-25 16,2 3-26-16,-1 0-27 0,3 2-28 0,5 0-13 15,2 2-33-15,6 0-72 0,3-2-211 0,5 2-483 0,4-2 215 16</inkml:trace>
  <inkml:trace contextRef="#ctx0" brushRef="#br0" timeOffset="-32380.3">14620 12397 113 0,'4'-2'318'0,"-4"2"-29"0,5-2-30 15,-5 2-25-15,6-1-27 0,-6 1-25 0,0 0-16 0,11 2-23 16,-6 1-12-16,1 0-19 0,0 1-8 0,-1 3-11 16,1-1-7-16,0 3-2 0,-2 2-15 0,0 0-9 15,-3 4-7-15,-1-2-4 0,0 3-5 0,-1 1-5 16,-5-1 0-16,-2 1-8 0,0-2 8 16,1 0-10-16,-2 0-1 0,-3-3-6 0,6-3-2 0,-1 0 3 15,4-4-2-15,-4 2 0 0,4-3-1 0,0 2 3 16,0-4 29-16,1 0 40 0,-1 2 41 0,3-4 30 15,0 0 9-15,0 0-19 0,0 0-15 16,7-10-17-16,3-2-11 0,3-1-9 0,0-3-10 0,4-2-6 16,6 0-13-16,-5-4-10 0,4 2-5 0,-3 1-3 15,-1-1-5-15,-4 11-10 0,-2-6 11 0,-6 9 8 16,4-2-1-16,-2 3-7 0,-4 1-3 0,0-2-6 16,-2 5-13-16,1-3-1 0,-3 4-20 0,4-1-17 15,-4 1-19-15,0 0-13 0,0 0-1 0,0 0 9 16,0 0 4-16,-6 12-2 0,3-3 4 0,-1 3 8 15,0-2 1-15,1 2 3 0,1 2-5 0,0-2-16 16,4 0-10-16,-1 0 11 0,5 1-7 0,3 1-9 16,5-2-29-16,3-4-51 0,9 0-71 0,4-5-103 15,2-3-361-15,4-2-722 0,1-3 319 0</inkml:trace>
  <inkml:trace contextRef="#ctx0" brushRef="#br0" timeOffset="-31881.14">15612 12076 25 0,'0'0'248'0,"0"0"-7"0,0 0-8 16,0 0-9-16,0 0-9 0,0 0-14 0,0 0-15 16,0 0-14-16,0 0-14 0,-4 1-9 0,4-1-4 15,0 0-16-15,0 0-6 0,0 0-5 0,0 0-9 16,0 0-4-16,0 0 0 0,0 0-12 0,0 0-10 16,0 0-8-16,0 0-11 0,18-6-4 0,-9 4 10 15,5 1-21-15,-2-1-9 0,2 0-3 0,5-1-4 16,2 1-4-16,-1-1-1 0,1 1-5 0,1-1-2 15,-4 0 0-15,1 3 5 0,-2 0-18 0,-4-1-3 16,-3 0-10-16,0-1-8 0,-2 1-16 0,-3 0-21 16,0 1-27-16,-5 0-22 0,0 0-27 0,0 0-43 15,0 0-40-15,0 0-270 0,0 0-520 0,-26 0 231 16</inkml:trace>
  <inkml:trace contextRef="#ctx0" brushRef="#br0" timeOffset="-31571.32">15544 12230 225 0,'-2'2'324'0,"2"-2"-19"16,-3 3-30-16,3-3-26 0,0 0-28 0,0 0-24 15,23-5-18-15,-10 3-16 0,6 0-19 0,9 1-14 16,3-5-16-16,-1 5-13 0,2-2-7 0,-1-1-7 16,-1 2-10-16,-1-1-3 0,-10 1-15 0,-1-1 3 15,-6 3 3-15,-1-3 4 0,-3 3 0 0,-2-1 6 0,1 0 3 16,-1-1 5-16,-6 2-4 0,9-2-14 0,-7 2-3 16,-2 0-15-16,7-1-21 0,-7 1-26 15,0 0-39-15,0 0-47 0,0 0-51 0,0 0-62 16,0 0-70-16,-21 1-243 0,15 1-553 0,6-2 244 0</inkml:trace>
  <inkml:trace contextRef="#ctx0" brushRef="#br0" timeOffset="-30328.8">16946 11913 48 0,'-1'-8'238'0,"2"4"-12"15,-2-4-11-15,0 2-14 0,-1 0-9 0,1-3-13 16,0 6-5-16,-2-3-15 0,2 1-12 0,-3 1-17 16,3-2-10-16,-3-1-11 0,-1 3-12 0,1 1-8 15,-4-2-13-15,7 1-9 0,-3 0-6 0,-4 3-7 16,2 0-8-16,-3 0-8 0,1 1-4 0,-2 2-3 15,-4 1-7-15,0 5-3 0,-4-1-4 0,3 5-2 16,-3 0-4-16,-2 5-1 0,-1 0 2 0,8-4-3 16,-2 1-4-16,1 0 3 0,4 2-4 0,-3 0 1 15,5-1-3-15,2 1 1 0,2-4 6 0,0-2-2 16,3 3 6-16,1-2 1 0,1-1 14 0,1 0-5 16,1-3 4-16,4 0 11 0,-5-2 10 0,6-2 10 15,-2 1 13-15,2 1 18 0,1-5 22 0,1 0 18 16,-1-3 10-16,3 0 8 0,-1-1 12 0,2-1-4 15,-3-1 5-15,5-4 0 0,-5 3-2 0,-1-1-3 16,2 0 0-16,-2-1-6 0,-1 0 0 0,0 1-6 16,0-1-7-16,1 2-9 0,-5 3-5 0,-3-2-8 15,4 2-13-15,-1 3-10 0,-3-4-8 0,2 3-11 16,-3 2-16-16,5-6-7 0,-5 6-16 0,0 0-21 0,1-2-22 16,-1 2-16-16,0 0-21 0,0 0-17 0,0 0-10 15,0 0 4-15,0 0 7 0,4 10 6 16,-4-5 5-16,0 0 4 0,0 2 0 0,-1 0 8 15,-2 2 4-15,3-1 8 0,0 1 0 0,0-1 3 0,0 0 1 16,0-2 1-16,0 0 3 0,3-1 5 16,-3-1 1-16,1-1 6 0,-1-3 0 0,0 6 7 0,0-6 1 15,0 3 6-15,0-3 11 0,0 0 14 0,0 5 16 16,0-5 13-16,5 0 5 0,-5 0-3 0,13-2-4 16,-4-1-1-16,9-4-12 0,-1 0-20 0,9-6-63 15,8-4-101-15,-1-1-135 0,14-7-167 0,-1-4-413 16,-1 1-924-16,-8-3 409 0</inkml:trace>
  <inkml:trace contextRef="#ctx0" brushRef="#br0" timeOffset="-17840.91">18012 11836 14 0,'0'0'310'0,"-8"-2"-18"0,8 2-13 0,-4-1-23 0,4 1-19 16,0 0-23-16,-5-3-17 0,5 3-13 0,0 0-12 15,0 0-15-15,-1-4-19 0,1 4-16 0,0 0-17 16,13 0-12-16,-2-1-37 0,5-1-36 16,4 1-48-16,1 1-58 0,7-1-54 0,0 1-68 0,-8-1-190 15,-1-1-430-15,-2 3 190 0</inkml:trace>
  <inkml:trace contextRef="#ctx0" brushRef="#br0" timeOffset="-17644.75">18035 12019 46 0,'-8'6'165'0,"-1"-1"-30"0,3 0 14 0,2-3 13 16,0 2 8-16,0-2 16 0,3 1 1 0,1-3-8 16,0 0-13-16,0 0-15 0,9 2-13 0,4-3-13 15,1 0-15-15,4-3-12 0,2 1-23 0,1-1-36 16,5-2-58-16,-5-1-48 0,5-1-76 0,-9-1-199 15,1 0-371-15,-1-1 164 0</inkml:trace>
  <inkml:trace contextRef="#ctx0" brushRef="#br0" timeOffset="-17383.62">18151 11748 211 0,'0'-2'329'16,"0"2"-4"-16,-4-6-8 0,4 6-10 0,-5-3-6 15,5 3-37-15,-1-2-30 0,1 2-26 0,0 0-24 16,0 0-20-16,0 0-19 0,0 0-12 0,19 1-20 16,-8 2-17-16,1 2-7 0,7 2-10 0,-1-1-18 15,1 5-3-15,5 1-13 0,-8 0-4 0,0 3-11 16,1 3 6-16,-3-2-22 0,-5 1 0 0,1 2-11 16,-1 0-3-16,-5-1-3 0,-1-2-6 0,-1 2-3 15,-6-2-1-15,0-1 2 0,-2-1 1 0,-3 1 3 16,-2-1-2-16,-2-2 5 0,1 0-3 0,1-5 2 15,-3 3 0-15,4-5 3 0,-2 1-5 0,2 0 2 16,2 0-23-16,2-2-21 0,1-1-19 0,0 1-25 16,1-1-30-16,1-1-24 0,3-2-49 0,0 0-63 15,0 0-197-15,21-10-492 0,-10 4 219 0</inkml:trace>
  <inkml:trace contextRef="#ctx0" brushRef="#br0" timeOffset="-17066.85">18924 11529 93 0,'-1'-7'326'0,"1"2"-25"0,0 2-19 15,0-2-29-15,0 5-30 0,0 0-27 0,0-6-23 16,0 6-22-16,0 0-15 0,0 0-18 15,0 14-14-15,0-2-11 0,0 6-11 0,1 2-9 0,-2 9-5 16,-2 0-12-16,1 5-1 0,1 0-9 0,-3 3-5 0,1 8-2 16,-2-10-5-16,1 1 1 0,1-5-6 15,0-2-3-15,-1 0-4 0,3-2 3 16,-2-6-4-16,3-1-1 0,-2-2-3 0,0-2 1 0,0 0-4 16,-1-4-8-16,2-1-7 0,-2-2-21 0,1 0-18 15,-1 0-25-15,2-3-27 0,-3-1-26 0,-1 0-53 16,4-4-68-16,1-1-166 0,0 0-439 0,-11-6 194 15</inkml:trace>
  <inkml:trace contextRef="#ctx0" brushRef="#br0" timeOffset="-16798.57">18975 11722 260 0,'3'-4'289'15,"-2"1"-24"-15,-1 3-27 0,1-5-31 0,-1 5-22 16,0 0-22-16,12 2-13 0,-6 1-12 0,3 1-11 15,-2 4-7-15,4 1-13 0,-2-1-11 0,6 4-6 16,-3 1-9-16,-3 3-12 0,1-3-5 0,-2 3-5 16,-3-1-8-16,-4-3-9 0,2 1-3 0,-6-2-3 15,-1 1-6-15,-2 0 1 0,-4 0-1 0,-2 0-5 16,-7-3-1-16,4-1-1 0,-4 2-1 0,-1-3-3 0,0 0-1 16,1-1-2-16,1-1 0 0,-4-1-1 15,6-2 0-15,4 0-2 0,2 1-13 0,1-3-10 16,1 3-15-16,0-3-31 0,8 0-61 0,-5-3-67 15,5 3-55-15,8-8-185 0,2 0-459 0,8 0 203 0</inkml:trace>
  <inkml:trace contextRef="#ctx0" brushRef="#br0" timeOffset="-16420.75">19397 11840 70 0,'0'0'267'0,"0"0"-11"0,-9 0-8 0,9 0-5 16,0 0-11-16,0 0-9 0,0 0-17 0,0 0-24 15,0 0-15-15,0 0-20 0,21-4-13 0,-4 2-19 16,2-2-38-16,3 0-40 0,5 1-54 0,-4 0-58 15,5-1-72-15,-6 0-248 0,-4 0-427 0,1 0 190 16</inkml:trace>
  <inkml:trace contextRef="#ctx0" brushRef="#br0" timeOffset="-16251.5">19430 11962 86 0,'-6'4'143'0,"1"0"9"16,1-2 23-16,-1 2 15 0,5-1 9 0,0-3 7 15,5 7-12-15,2-6-16 0,5 0-18 0,8-1-14 16,7 0-16-16,4-1-10 0,1 0-19 0,5-4-27 16,1 0-31-16,15 0-32 0,-1-1-31 0,-12 1-36 15,9-3-37-15,1-1-53 0,-13 1-187 0,-5-2-359 16,3 0 159-16</inkml:trace>
  <inkml:trace contextRef="#ctx0" brushRef="#br0" timeOffset="-15800.93">20313 11717 184 0,'0'-5'255'16,"-2"-2"-10"-16,0 4-12 0,2-2-12 0,0 5-11 15,0-8-8-15,0 8-14 0,0-4-23 0,0 4-13 16,-1-4-17-16,1 4-11 0,0 0-19 0,0 0-14 16,-4-5-13-16,4 5-6 0,0 0-9 0,-14 5 1 15,5-1-17-15,0 0-5 0,-2 3-8 0,-2 2-3 16,0 3-5-16,-1 0-1 0,0 1-3 0,0-1-7 15,0 2 4-15,1 0-4 0,3-2 0 0,1 3-2 16,0-2-2-16,0 1 0 0,5-3-2 0,0-3 3 16,3 4 0-16,-1-7 6 0,2 3-1 0,2-2 14 15,-1 0-7-15,2-1 9 0,2-1 10 0,0-1 11 16,1-2 19-16,2 0 13 0,1-2 13 0,0-1 10 16,5-3 9-16,-5 3 6 0,5-5-6 0,-2 2-7 15,3-7 3-15,-1 5 2 0,-2-3-2 0,-1 5 3 16,-3-5 5-16,0 6-2 0,1-2-8 0,-6 2-12 15,1 1-14-15,1 1-15 0,-2 0-8 0,-3 2-10 16,6-3-17-16,-6 3-19 0,0 0-17 0,0 0-11 0,0 0-4 16,4 7-4-16,-4 0 8 0,1-1 0 0,-2 4-3 15,1 2 1-15,0-1 0 0,0 1 6 0,1 0 4 16,-1-1-3-16,0 0 6 0,4-2-7 16,1 0 8-16,-4-2 3 0,3 0 5 0,0-2 6 0,5 1 4 15,3-2 5-15,4-2-6 0,3-1-8 0,11-7-28 16,-1 0-36-16,2-3-60 0,3-3-64 0,0-2-73 15,0-3-95-15,7-15-397 0,0 3-804 0,-14 5 356 16</inkml:trace>
  <inkml:trace contextRef="#ctx0" brushRef="#br0" timeOffset="-10151.47">23043 11448 156 0,'0'0'179'0,"2"-9"-4"0,-2 9 11 0,0 0-7 16,0 0-3-16,0-4-6 0,0 4-9 0,0 0-5 15,0-4-10-15,0 4-3 0,0 0-15 0,0 0-14 0,0 0-10 16,0 0-11-16,0 0-10 0,0 0-11 16,0 0-10-16,0 0-8 0,0 0-4 0,0 0-10 15,0 0-4-15,-9 8-5 0,9-8-3 0,-5 7-3 0,4-5 0 16,-2 3-6-16,3 0-4 0,0 2 0 0,0 1 3 16,3-1-1-16,3 2-4 0,1-1 0 0,2 3-4 15,6-2 0-15,2 3 0 0,3-6 0 16,5 6 1-16,4-1 2 0,0-4-6 0,-2 0-1 0,0 1 0 15,-8-3-3-15,1-1 0 0,-7-3 1 0,0 2-3 16,-3 1-3-16,-2-3-7 0,-1 2-4 16,-2-1-4-16,1-1 2 0,-4 2-1 0,-1 3 3 0,-2 0-3 15,-3 3 0-15,-3-1 2 0,-5 3 2 0,-2 2 1 16,-1 0 1-16,-4 3 1 0,-2 3 1 0,5-8 1 16,0 4 2-16,-7 2 3 0,5 0-5 0,-1-5 1 15,3 0 2-15,1 1 0 0,3 0 3 0,2-5-1 16,1 3-2-16,0-2 1 0,1 0 0 0,3-1 2 15,1-4 0-15,1 1-2 0,0-1 8 0,0 0 13 16,2 1 9-16,1-1 4 0,2-1 6 0,3-1 2 16,2 0 1-16,4 0-2 0,6-2-4 0,3 0 5 15,7 0-10-15,1 0-3 0,-1-1 0 0,3 0-5 16,-2-2-1-16,-7 2-3 0,0-2-1 0,-3 3-1 16,-2-2-2-16,-5 1 8 0,-1 1-2 0,-3-2-5 15,-1 2 0-15,1-2-1 0,-7 2 4 0,9 0-1 16,-9 0-2-16,5-1-7 0,-5 1-13 0,0 0-19 15,0 0-29-15,0 0-32 0,-27-4-28 0,15 3-31 16,0 0-34-16,-1-2-56 0,-3 0-172 0,4 1-441 16,-2-1 195-16</inkml:trace>
  <inkml:trace contextRef="#ctx0" brushRef="#br0" timeOffset="-9754.39">22976 11735 184 0,'0'0'164'0,"-4"1"-16"0,4-1-5 16,0 0-14-16,0 0-10 0,-7 1-7 15,7-1-9-15,0 0 17 0,-3 2 4 0,3-2 0 0,0 0-1 16,0 0-7-16,0 0-2 0,0 0-2 0,0 0-5 16,19 0-12-16,-7 0-9 0,6-2-8 0,11-3-6 15,-1 2-7-15,5-1-1 0,3-2-6 0,1 4 3 16,4-2-10-16,-3-1-2 0,1 0-6 0,-5 4-3 16,-3-3-5-16,-2 3-1 0,-7 0-4 0,-4-3 3 15,-5 4-9-15,-3-2-1 0,0 0-2 0,-1 2 2 16,-2-1 9-16,-1-1 6 0,-6 2-6 0,9 2 5 15,-9-2-6-15,8 0 0 0,-8 0-12 0,3-2 8 16,-3 2-16-16,0 0-9 0,0 0-8 0,0 0-18 16,0 0-18-16,0 0-36 0,0 0-30 0,0 0-38 15,0 0-25-15,0 0-35 0,0 0-212 0,0 0-452 16,0 0 199-16</inkml:trace>
  <inkml:trace contextRef="#ctx0" brushRef="#br0" timeOffset="-9292.09">23961 11670 87 0,'0'0'141'15,"0"0"6"-15,0 0 2 0,0 0-2 0,0 0-5 16,0 0-7-16,0 0 7 0,0 0-1 0,0 0 2 16,0 0-1-16,0 0 0 0,0 0 4 0,0 0 5 15,0 0 1-15,-5 2-13 0,5-2-8 0,0 0-11 0,0 0-13 16,0 0-11-16,23-1-9 0,-11-1-6 0,8 0-12 16,-2-1-5-16,1 3-5 0,0-4-9 15,2 2-8-15,-3 1-5 0,0-1-15 0,0 1-14 16,-1 0-15-16,-5 0-18 0,-1 1-30 0,-4-1-36 0,-1 1-39 15,-6 0-35-15,11 1-16 0,-7-1-14 0,-4 0-200 16,0 0-429-16,0 0 190 0</inkml:trace>
  <inkml:trace contextRef="#ctx0" brushRef="#br0" timeOffset="-8763.39">23955 11802 152 0,'-5'2'170'0,"1"-1"-5"0,4-1-19 0,-6 3-15 0,6-3-19 15,-7 1-6-15,7-1-2 0,0 0-5 0,-3 3-3 16,3-3 5-16,0 0 6 0,0 0-8 0,0 0-1 15,0 0-1-15,0 0-2 0,0 0 1 0,0 0-3 16,0 0-2-16,0 0-5 0,0 0-5 0,0 0-5 16,0 0-2-16,0 0-7 0,0 0-2 0,-4 2-5 15,4-2-7-15,0 0-4 0,0 0-4 0,0 0-7 16,0 0-4-16,0 0-1 0,0 0-2 0,0 0-7 16,0 0-3-16,0 0 2 0,0 0-1 0,0 0-5 15,0 0 2-15,0 0 1 0,0 0-7 0,0 0-3 16,0 0-1-16,0 0-3 0,0 0-1 0,0 0 7 15,0 0-7-15,0 0 1 0,0 0-3 0,0 0 0 16,0 0 10-16,-3 2-10 0,3-2 0 0,0 0 0 16,0 0 8-16,0 0 9 0,0 0 8 0,0 0 6 15,18-2-1-15,-9 0-2 0,4 0 4 0,8 0-7 16,7-2-6-16,4 0 0 0,3 1-1 0,0-2 2 16,0 2 12-16,0-1-12 0,-1 2 1 0,-2-1-3 15,-4-1-3-15,-10 3 3 0,1-1 1 0,-6 3 1 16,-1-2-3-16,-5 0-3 0,1 0 10 0,-1-1 8 15,-7 2-4-15,8-1-1 0,-8 1-7 0,7 0-3 16,-7 0-17-16,5-3-16 0,-5 3-27 0,0 0-28 16,0 0-35-16,0 0-45 0,0 0-77 0,0 0-79 15,0 0-195-15,-23 3-540 0,23-3 240 0</inkml:trace>
  <inkml:trace contextRef="#ctx0" brushRef="#br0" timeOffset="-7366.22">24903 11362 131 0,'0'0'279'0,"0"-9"-5"0,0 6-7 0,0 3-11 16,-1-4-13-16,1 4-18 0,0-5-23 0,0 5-24 16,0 0-15-16,0 0-24 0,-3-5-19 0,3 5-18 15,0 0-17-15,0 0-9 0,0 14-12 0,0-3-5 16,0 4-9-16,-1 5-3 0,1 6-8 0,-2 6-1 16,0 0 2-16,2 2-13 0,0 4 1 0,-2-4-3 15,0 0-2-15,2-1-5 0,-1 0 0 0,1 1-2 16,1-3-2-16,-2-3-3 0,1-1 1 0,-3-8-4 15,3 1 3-15,0-3-4 0,3-4 3 0,-3-1-1 16,-3-1-1-16,2-1-1 0,2-2 4 0,-2 0 7 16,1-3-10-16,-2 1-10 0,0 0-7 0,2-3-12 15,0 0-6-15,-2 1-3 0,2-4-18 0,0 0-53 0,-8 0-75 16,8 0-66-16,-9-13-210 0,7 4-490 16,2-3 218-16</inkml:trace>
  <inkml:trace contextRef="#ctx0" brushRef="#br0" timeOffset="-6735.48">24976 11535 244 0,'-1'-4'276'0,"2"2"-17"0,-1-5-21 0,0 3-24 0,0 4-22 16,-1-4-22-16,1 4-22 0,0 0-9 0,2-3-18 16,-2 3-10-16,0 0-10 0,16 6-14 0,-6 0-7 15,0 2-8-15,7-1-12 0,-2 3 1 0,1 2-8 16,-1-3-6-16,1 3-6 0,-3 0-5 0,-3 0-3 15,3-2-4-15,-7-1-2 0,2 2-4 0,-3-4-13 16,3 3-8-16,-6-4 0 0,-2 4 1 0,0-5-4 16,-1 3-1-16,-8-1 3 0,4 1-4 0,-4-2 5 15,-2-3-1-15,-3 4 0 0,-2-1 0 0,2-2 0 16,3 0-2-16,-5 0 1 0,5-2 1 0,-2 0 0 16,4-1 2-16,0 0-1 0,3 0 3 0,0 1-1 15,6-2-4-15,-8 0-6 0,8 0-13 0,0 0-11 16,0 0-4-16,24-8-4 0,-2 6 1 0,10-5-14 15,3 3-8-15,5-2-8 0,14-3 4 0,-1 3 5 16,-1-3 7-16,1 2 3 0,2-2 9 0,-3 1 3 16,-14 1-2-16,-3-3 6 0,-3 5 12 0,0-2 13 15,-6-2 29-15,-10 6 32 0,-3-1 42 0,-2 0 23 16,-4 2 4-16,-1-3-5 0,0 2-2 0,-3-1-6 16,-1 0-23-16,-4-3-12 0,-3 3-2 0,0-2-13 15,-4 2-4-15,-3 0-8 0,-5 0-3 0,-1-1-7 16,0 5-2-16,-1 0-8 0,-3 1-6 0,1 4 2 15,1-2-5-15,-7 5-3 0,8-2 0 0,-1 4-7 16,2 0 0-16,0 2 0 0,0 0-1 0,4 0-2 16,1 0-2-16,7 1-2 0,-3-7 16 0,1 5-19 15,3-3-2-15,4 0 0 0,-2-3 2 0,2 2 8 16,1-1-1-16,0-2 7 0,1 0 7 0,3 0 11 16,1-2 26-16,2 0-4 0,-7-2 9 0,15-2 10 15,-6 0-1-15,0-3 5 0,5-1-11 0,1 0-2 16,-2-2-8-16,3 3-5 0,0-3-11 0,-3 3 4 15,0-1-2-15,-3 1-10 0,-2 1-2 0,0 1 0 0,0 1-5 16,-1-1-3-16,-2 1 0 0,1 2-12 0,-6 0 4 16,14 2-5-16,-9 1-3 0,4-2-13 15,0 3-21-15,1 4-17 0,-2-3-35 0,2 3-45 16,-1 1-54-16,0-1-78 0,2 1-101 0,-3-1-233 0,0 0-640 16,1-4 283-16</inkml:trace>
  <inkml:trace contextRef="#ctx0" brushRef="#br0" timeOffset="-5118.26">26136 11671 41 0,'0'0'155'0,"-2"1"-5"0,2-1-9 16,0 0-6-16,0 0-8 0,0 0-1 0,-8 0-6 15,8 0 0-15,0 0 1 0,0 0 11 0,0 0 3 0,0 0-11 16,0 0-3-16,0 0-3 0,0 0-3 0,0 0-10 16,0 0-9-16,27-3-7 0,-16 1-9 0,8-1-9 15,2 1-7-15,-1-1-1 0,11-2 2 0,-3 3-5 16,2-3-5-16,-10 5-2 0,10-3 0 0,-9 1-15 15,-4 0-4-15,-6-1-1 0,3 1-2 0,-5 2-4 16,-1 0-2-16,-3 0-10 0,0-2-9 0,-5 2-24 16,9-1-18-16,-9 1-20 0,0 0-23 0,0 0-26 15,0 0-28-15,0 0-44 0,-18 4-48 0,8-1-145 16,-3-1-399-16,4-1 177 0</inkml:trace>
  <inkml:trace contextRef="#ctx0" brushRef="#br0" timeOffset="-4853.4">26291 11555 209 0,'-1'-8'320'16,"1"4"-10"-16,-2-1-13 0,2 1-12 0,0 4-12 16,0-5-24-16,-1-1-27 0,1 6-20 0,1-6-20 15,-1 6-22-15,0 0-23 0,0-3-19 0,0 3-3 16,0 0-25-16,0 0-19 0,0 0-3 0,-1 16-10 15,-3-8-6-15,0 6-7 0,2 2 8 0,-1 2-15 16,-2 1-4-16,4 5 3 0,-3-3-9 0,0 4 2 16,3 1-12-16,-2-2-10 0,3-5-24 0,-1 1-23 15,0-2-16-15,-2-2-30 0,3-2-31 0,-1-3-50 0,-2 2-40 16,7-3-50-16,-4-5-206 0,0-2-500 16,4-2 221-16</inkml:trace>
  <inkml:trace contextRef="#ctx0" brushRef="#br0" timeOffset="-4253.34">26592 11448 295 0,'2'-2'292'0,"-2"2"-24"0,2-6-22 0,-2 6-24 16,0 0-26-16,0-4-23 0,0 4-19 0,0 0-13 15,0 0-10-15,0 0-19 0,15 7-14 0,-9-4-26 16,0-1-17-16,-1 4-20 0,3 1-12 0,-2 1-14 16,3-1-14-16,-1 3-17 0,2 1-1 0,0-5-17 15,-1 2-5-15,4-2-5 0,-4 0-5 0,1 0 2 16,2 0 4-16,-3-3 1 0,-2 1 8 0,1-3-2 16,0 2 9-16,-1-6 6 0,0 6 15 0,-1-10 10 15,4 3 20-15,-5-1 20 0,1 1 10 0,1-5 11 16,-2 1 12-16,0 2 10 0,0-1 6 0,-1-3 7 15,0 4 10-15,0 1 2 0,-3 2-7 0,3-1-6 16,-2 1-8-16,0 0-10 0,4 1-9 0,-6 2-10 16,4-3-8-16,-4 3-4 0,0 0-18 0,0 0-6 15,4 8 0-15,-3-2-6 0,1 3-3 0,0 7 0 16,3 2 6-16,-1 1-8 0,2 8-4 0,-2-1 1 16,0 6-3-16,-3-3 3 0,2 5 2 0,-2-1-3 15,-1 0 10-15,0-4-11 0,-4 3 1 0,3-2-3 16,-4-3 3-16,1 0-5 0,-1-8-2 0,1-2-2 15,-1-5 0-15,0 0 3 0,1-2-3 0,-1-1 5 16,-4-1 1-16,4-3 3 0,-5-2 0 0,1-3-3 16,-5 0 5-16,1-1 11 0,-4-6 4 0,3-1 16 15,-1-1 10-15,2-2 13 0,1-3 7 0,1-2-6 16,2-1 6-16,4-7-6 0,4-5-2 0,1 0 2 16,5-1 4-16,4-3-5 0,3 4 2 0,4-3-21 15,1 3 2-15,4 3-11 0,4 1-3 0,-2 4 1 16,1 4-9-16,4-1-1 0,0 2-11 0,-3 3 8 0,0-2-3 15,-7 9-8-15,0 1-1 0,-6 0 0 0,1 0-19 16,0 5-27-16,-1-4-31 0,-3 4-31 16,-2-1-29-16,0 5-26 0,-4 0-26 0,1 0-34 15,-4 0-63-15,-5 0-270 0,0 1-596 0,1-4 265 0</inkml:trace>
  <inkml:trace contextRef="#ctx0" brushRef="#br0" timeOffset="-3649.59">27534 11635 11 0,'0'0'192'0,"0"0"-11"15,0 0-17-15,0 0-17 0,0 0-12 0,0 0-15 16,0 0-10-16,0 0-13 0,0 0-7 0,0 0-8 15,-5 0-15-15,5 0 15 0,0 0 3 0,0 0 9 16,0 0 14-16,0 0-7 0,0 0 1 0,0 0-9 16,0 0-4-16,0 0-5 0,28-3-11 0,-10 0-7 15,3 2-4-15,0-1-7 0,7 0-6 0,3 0-3 16,-2-1 0-16,-2 2-3 0,0-3-4 0,-8 4-4 16,0-1 0-16,-7-3-2 0,-2 6 1 0,0-5 0 15,-3 2-1-15,-1 1-2 0,-1-2-2 0,-5 2 1 16,10 1-3-16,-10-1-6 0,6-1-7 0,-6 1-6 15,0 0-11-15,0 0-11 0,0 0-17 0,0 0-22 16,0 0-30-16,-25 1-25 0,18 0-22 0,0-1-36 16,0 1-54-16,-1 0-159 0,8-1-409 0,-13-1 181 15</inkml:trace>
  <inkml:trace contextRef="#ctx0" brushRef="#br0" timeOffset="-3351.82">27852 11485 197 0,'-2'-5'235'0,"2"5"-17"15,0-4-19-15,0 4-24 0,0 0-17 0,0 0-14 16,0 0-14-16,0 0-14 0,0 0-10 0,0 0-12 0,19 11-9 16,-10-5-5-16,2 2-11 0,-2-1-7 0,7 5-5 15,-4 1-8-15,4-3 1 0,-5 2-3 0,2 2-4 16,0-1-6-16,-3 1 1 0,-2 1-3 0,-3-5-3 15,1 5-3-15,-6-4-6 0,3 0-1 0,-3 1-1 16,-3-1-3-16,-4 0 1 0,0 0-4 0,-3-2 1 16,-3-2-2-16,0 3 4 0,-1-3-6 0,-1-1-1 15,2-1 2-15,-5 1-5 0,5-4-8 0,1-1-15 16,-1 0-30-16,0-1-34 0,3-1-54 0,2-2-66 16,2-2-172-16,1 0-402 0,4-1 179 0</inkml:trace>
  <inkml:trace contextRef="#ctx0" brushRef="#br0" timeOffset="-2252.36">28737 11402 7 0,'0'-6'233'0,"0"6"-6"0,0-4-7 0,0 4-11 16,0 0-6-16,-2-7-16 0,2 7-5 0,0 0-21 15,-2-1-17-15,2 1-15 0,0 0-15 0,0-5-11 16,0 5-13-16,0 0-11 0,0 0-11 0,0 0-9 15,0 0-6-15,0 0-7 0,0 0-7 0,0 0-4 16,-3 17-3-16,2-10-5 0,-2 3-5 0,2 3 0 16,-3 1-4-16,2 4 1 0,-2 2-5 0,0-1-2 0,1 1-1 15,1-2 1-15,-1 0-2 0,0 1-2 16,0-6-1-16,2-1 2 0,-2-2-2 0,2 1 0 16,1-5-4-16,-1 0-4 0,1-1 6 0,0 1 6 15,0-3-7-15,0 3 4 0,-2-4 0 0,2-2 2 0,0 6 17 16,0-6 10-16,-1 4 9 0,1-4-1 0,0 0 11 15,0 0-4-15,1 5 5 0,-1-5-10 0,0 0-5 16,0 0-2-16,0 0-1 0,0 0-9 16,0 0-6-16,0 0-15 0,0 0-49 0,0 0-59 0,0 0-64 15,3-12-26-15,-2 8-54 0,-1-3-206 0,2 2-485 16,-1-1 214-16</inkml:trace>
  <inkml:trace contextRef="#ctx0" brushRef="#br0" timeOffset="-1701.16">28707 11257 19 0,'0'0'157'0,"-5"-4"2"0,0 2-21 16,5 2-9-16,-8-4-11 0,5 3-16 0,-3-2 8 16,0 2-12-16,0-1-9 0,-1 1-3 0,-2 1-5 15,9 0-6-15,-14-1-11 0,5 2-8 0,0 0-11 16,0 2 3-16,-1 0-3 0,-3 2-5 0,1 1 3 16,-1 2-15-16,-2 0 6 0,-1 5-5 0,1-2-1 15,1 3-2-15,-1 1-4 0,-1 6 1 0,0-1-2 16,4-3-2-16,-1 4-3 0,2 4-6 0,-1 0 5 15,3-2 2-15,3 1-5 0,0 0-1 0,3 1 11 16,0-7 12-16,3 3 5 0,0-2 15 0,3 1-1 16,0 4 1-16,0-6 7 0,4 0-1 0,0 1 2 15,2-1 2-15,0-2-2 0,4-1-8 0,-3 1 8 16,3-3 0-16,1-1 2 0,0 2-1 0,0-5 2 16,3 0 8-16,1-2-10 0,0 2-1 0,-2-4 2 15,5-1 4-15,5-4-3 0,-6 3 15 0,0-3 2 16,-1-3 16-16,-1-2 14 0,9-4-1 0,-8 4-1 15,7-10-8-15,-4-2 6 0,4-2-17 0,0-3-9 16,-2-5-10-16,4-11-9 0,-7 8-8 0,2-15-6 0,-9 12-7 16,-5 1 3-16,-2-3-7 0,-4 3 3 15,-6-1-1-15,-2 4-12 0,-4 0-3 0,-7 0 0 16,-7 5-16-16,-3 0-3 0,-6 4-18 0,-5 3-36 0,-13 0-44 16,-3 5-54-16,-5 8-52 0,-1 6-69 15,8 3-125-15,13 0-225 0,5 2-669 0,6 3 295 16</inkml:trace>
  <inkml:trace contextRef="#ctx0" brushRef="#br0" timeOffset="4615.31">23075 12676 63 0,'0'0'185'0,"2"-5"-5"0,-1 0-6 15,1 2-8-15,-1 0 0 0,-1 3-4 0,3-4 3 16,-3 4-3-16,1-5-2 0,1 3-8 0,-2 2-13 15,0 0-3-15,2-6-13 0,-2 6-7 0,0 0-6 16,0 0-9-16,0 0-1 0,0-2-19 0,0 2-12 16,0 0-8-16,0 0-8 0,0 0-10 0,0 0-6 15,0 0 2-15,0 0-9 0,-14 8-4 0,10-3-4 16,-3 2-5-16,0 3-1 0,-2-1-2 0,4 1-5 16,-3 0 1-16,0 5 1 0,1 0-2 0,0-4-4 15,2 1-3-15,0 2 4 0,1-2-4 0,-1 0 1 16,1-2 3-16,2 0-4 0,-1 1 1 0,3-3 0 15,-1-3 2-15,-2 2 1 0,3-2 1 0,0-2 3 16,0 2 7-16,4-1 2 0,-1-2 6 0,-3-2 18 16,10 0-9-16,-10 0 3 0,13-5-3 0,-4-1-1 15,3 1 4-15,-4-3 0 0,6-6 1 0,-1 1-2 16,-2-3-3-16,1-1-1 0,-3 0-1 0,-3-2-8 16,-1 0-5-16,-1 1 1 0,-4 0-5 0,-4 0-8 15,-2 4 4-15,0-3-6 0,-7 2-1 0,-1 1-2 16,-4 2 4-16,-8 0-5 0,7 6 3 0,-9-2-6 15,5 4-1-15,-4 2 2 0,5-1 0 0,1 4-1 16,0 2-16-16,2 1-16 0,-1 2-21 0,3 1-21 16,3 2-19-16,1 0-31 0,3 0-36 0,2 3-40 15,3-3-24-15,5 2-230 0,0-1-496 0,5-1 220 16</inkml:trace>
  <inkml:trace contextRef="#ctx0" brushRef="#br0" timeOffset="5013.91">23367 12536 3 0,'0'-4'286'0,"0"4"-24"0,1-4-27 0,-1 4-25 16,6-3-22-16,-6 3-21 0,7-3-17 15,-3 3-20-15,-4 0-10 0,12 1-10 0,-5 1-13 0,-2 1-14 16,3-1-8-16,1 3-6 0,0 0-4 0,0 2-10 16,1-2-7-16,-5 4-4 0,3-1-4 0,-2 4-10 15,-2-2-3-15,-3 4-4 0,-1 2-5 0,-1 0 0 16,-3-2-2-16,-1 3 0 0,-4-1-3 0,3 0 2 16,-8-2-4-16,2 1 1 0,1-1-2 0,-1-2 2 15,3-2-4-15,-1-3-1 0,1 4-1 0,0-2 2 16,-1-3-2-16,4 2-3 0,0-3 3 0,1-2 0 15,1 1 0-15,1-1-3 0,1 1 8 0,0-2 11 16,2-2 7-16,0 0 5 0,2 5 1 0,-2-5 2 16,16 2-8-16,-2-2-1 0,5-1-4 0,1-2-26 15,10 3-37-15,-2-7-54 0,-1 5-68 0,3-5-97 16,-2-3-145-16,-2 0-435 0,-7 3 193 16</inkml:trace>
  <inkml:trace contextRef="#ctx0" brushRef="#br0" timeOffset="5282.29">23292 12709 30 0,'0'0'251'0,"-8"0"-3"0,8 0-5 0,0 0-2 16,-5 3-8-16,5-3-13 0,0 0-17 0,0 0-23 16,0 0-17-16,0 0-20 0,20-5-12 0,-3 2-16 15,5 1-11-15,7-3-19 0,1 3-32 0,5-1-38 16,4-1-59-16,-2 1-71 0,2-2-98 0,0 0-168 16,-5-2-413-16,-2 0 182 0</inkml:trace>
  <inkml:trace contextRef="#ctx0" brushRef="#br0" timeOffset="5714.3">23911 12596 18 0,'0'0'290'0,"0"-5"-12"0,0 5-28 0,0 0-25 0,0 0-25 15,0 0-26-15,0 0-20 0,0 0-17 0,0 0-11 16,0 0-16-16,-16 14-10 0,6-2-13 0,-7 2-9 15,-1 9-10-15,-6 1-9 0,-3 1-6 0,-10 11-4 16,1 1-4-16,2-2 1 0,-2 2-14 0,14-9-1 16,-11 8-6-16,9-9-1 0,3-2 2 0,1 1-4 15,3-2-1-15,1-2 0 0,4-5 0 16,3-3-1-16,2-2 0 0,0-4-1 0,2-1 9 0,1 3 8 16,0-5 12-16,3-1 15 0,-4-1 10 0,5-1 10 15,-1 2 0-15,1-4 6 0,-3 3 0 0,3-3-5 16,0 0-9-16,0 0-23 0,0 0-22 15,0 0-25-15,0 0-21 0,0 0-32 0,14-14-43 0,-10 9-48 16,0 0-47-16,5-3-60 0,0-1-245 0,-2 1-531 16,2 3 236-16</inkml:trace>
  <inkml:trace contextRef="#ctx0" brushRef="#br0" timeOffset="6180.02">23998 12804 225 0,'0'-4'279'16,"0"4"-15"-16,0-4-21 0,0 4-24 0,0 0-22 15,0 0-25-15,0 0-17 0,0 0-21 0,0 0-13 16,0 0-16-16,0 0-8 0,0 0-12 0,0 0-10 15,-15 5-9-15,10 3-6 0,-4-2-7 0,0 4-3 16,1-2-10-16,-3 3-5 0,-2 0-4 0,2 1-3 16,0 2-2-16,0 1-2 0,3-3-2 0,-2 2-9 15,0 3 1-15,2-5 2 0,0 3-3 0,6-4-1 16,-3-1 0-16,1 0 0 0,2 0 7 0,0-1 2 16,2-1 7-16,0-1 0 0,0-1 6 0,2 0 4 15,1-1 10-15,5 0 6 0,-3-3 10 0,0-2 12 16,4 0 11-16,1-2 12 0,2-3 2 0,-2 0 24 0,3-4-10 15,-2-2-6-15,0-1-10 0,0-2-7 16,-1-3-7-16,-1 1-9 0,-1-1-7 0,-2 0-17 16,-2 2 4-16,-1-2 2 0,-1 5-13 0,-4-5 0 0,-2 3-10 15,0 2-3-15,-4 1-7 0,-2 1-2 16,-1-1-7-16,-1 4-4 0,-3-1-9 0,-4 3-1 16,3 1-29-16,-3-1-28 0,2 3-28 0,-2 1-23 15,0 4-24-15,5-1-26 0,2 3-27 0,1 0-28 0,3 2-32 16,5-2-32-16,0 2-275 0,4 1-597 0,3-3 264 15</inkml:trace>
  <inkml:trace contextRef="#ctx0" brushRef="#br0" timeOffset="6765.91">24176 12772 237 0,'1'0'321'0,"-1"0"-14"0,0-6-21 0,0 6-27 15,0-6-28-15,0 6-27 0,0 0-24 0,3-2-20 16,-3 2-25-16,0 0-16 0,0 0-14 0,0 0-10 16,0 0-11-16,5 10-9 0,-3-6-8 0,1 0-16 15,0 3-6-15,-1-1-13 0,2-2-9 0,1 1-10 16,-2 2-5-16,2-1-4 0,-1-2-7 0,1 2 1 16,1-2 9-16,-2-1-6 0,1-1 1 0,3 0-4 15,-2-2 1-15,1 0 3 0,0-2 2 0,3-1 3 16,-1-1 8-16,-1 2 18 0,2-4-1 0,-1 2 6 15,-2-1 14-15,-1-1 4 0,2 0 7 0,-3 3 3 16,0-1 14-16,0-3-5 0,-1 3-4 0,-2 3-3 16,2-2-4-16,-4 3-13 0,6-4-3 0,-6 4-12 15,6-1-13-15,-6 1-13 0,0 0-7 0,0 0-9 16,7 5-2-16,-5 2-4 0,0 1-6 0,2 1 4 16,-1 6-1-16,-1 4-3 0,2 1 4 0,-4 6-2 15,0-1 3-15,-5 4-1 0,2 2 6 0,-2 0-3 16,0 1 5-16,-3-2-2 0,2-4 5 0,0 3 3 15,-3-6-5-15,4-5-2 0,1-2 8 0,-4-1 1 16,3-5-3-16,1-2 1 0,2-2 4 0,-2 0 7 16,-3-4 7-16,2 2 2 0,-5-5 11 0,10 1 9 15,-14-4 17-15,4-3 26 0,0 1 5 0,3-2 9 0,1-2-3 16,0-6 1-16,2-1-18 0,2 4 0 16,6-12-15-16,1-3-5 0,4-1-10 0,1 0-7 15,7 2-2-15,-3-2 1 0,4 4-4 0,0 2-4 16,2 1-11-16,-1 3 1 0,1 1-6 0,1 2 0 15,-3 5-2-15,-2 3 2 0,0-3-8 0,-2 5 6 16,-5 1-2-16,1-2-2 0,-3 3-2 0,-1 2-7 16,-2 0-2-16,2 0 3 0,-2-1-11 0,-4 3-26 15,5-4-31-15,-2 3-19 0,-3 1-48 0,4-3-40 0,-4 3-42 16,0 0 18-16,0 0-43 0,0 0-62 0,0 0-292 16,-12 7-644-16,12-7 285 0</inkml:trace>
  <inkml:trace contextRef="#ctx0" brushRef="#br0" timeOffset="7200.16">24869 12721 163 0,'0'0'193'0,"0"0"-9"0,0 0-17 0,0 0-5 15,-11-1-4-15,11 1 0 0,0 0-2 0,0 0-5 16,0 0-10-16,0 0-7 0,0 0-1 0,0 0-9 16,0 0-11-16,27-1-7 0,-14-2-13 0,6 1-8 15,4 0-8-15,4-1-8 0,1 1-9 0,2-1-7 16,-2 3-1-16,-7-2-5 0,0 0-6 0,-5 2-6 16,2-3 10-16,-5 3-15 0,1-2-4 0,-6 1-2 15,-2 0-9-15,1 1-15 0,-1-1-14 0,-6 1-7 16,0 0-6-16,0 0-12 0,0 0-29 0,0 0-34 15,-18 5-45-15,10-2-32 0,-6-1-221 0,4-1-433 16,1 1 192-16</inkml:trace>
  <inkml:trace contextRef="#ctx0" brushRef="#br0" timeOffset="7505.01">24922 12856 146 0,'0'0'293'0,"-5"3"4"16,5-3 5-16,0 0-20 0,-4 0-22 0,4 0-25 16,0 0-22-16,0 0-23 0,26-2-16 0,-13 2-25 15,7-1-17-15,1-2 6 0,5 2-32 0,4-1-11 16,-1 2-12-16,-1-3-13 0,-1 3-6 0,-5-2-8 0,-3 0-8 15,-1 1-3-15,-6-1-10 0,-1 1 3 0,-2 0-3 16,-1 0 0-16,-3 1-10 0,-5 0-5 16,10 0-4-16,-6-2-9 0,-4 2-19 0,0 0-21 15,0 0-41-15,0 0-52 0,0 0-66 0,0 0-74 0,0 0-215 16,0 0-522-16,-25 0 231 0</inkml:trace>
  <inkml:trace contextRef="#ctx0" brushRef="#br0" timeOffset="13696.74">26053 12504 56 0,'0'0'280'0,"0"-5"-9"16,0 5-14-16,0-5-21 0,0 5-15 0,3-2-18 15,-3 2-18-15,0 0-18 0,0 0-16 0,0-5-14 16,0 5-16-16,0 0-13 0,0 0-13 0,0 0-10 16,0 0-12-16,0 0-6 0,0 0-15 0,0 0-4 15,0 0-6-15,0 0-7 0,-3 12-3 0,1-2-5 16,-1 3 0-16,-1 2-4 0,0 3-2 0,-1 7-3 15,1-5 1-15,-2 5-10 0,1 1 3 0,0-1 2 16,1-6-1-16,-2 0-4 0,4-2-1 0,-3-2 1 16,1 1-1-16,3-3-3 0,-3-1 2 0,3-5 1 15,-2 3-4-15,2-5 0 0,-1 0 2 0,0 2-3 16,2-3 5-16,-1-1 1 0,-2 1-1 0,3-4 0 16,-1 5 4-16,1-5-4 0,0 5 1 0,0-5-7 15,0 0-5-15,-2 2-5 0,2-2-2 0,0 0-14 16,0 0-63-16,0 0-51 0,0 0-45 0,-12-11-43 15,8 6-202-15,2-1-461 0,-1-3 204 0</inkml:trace>
  <inkml:trace contextRef="#ctx0" brushRef="#br0" timeOffset="13993.58">26017 12464 178 0,'-1'-2'242'0,"1"2"-10"0,0-7 4 16,0 7-7-16,0-5-3 0,0 5-16 0,1-4-5 16,-1 4-8-16,3-5-10 0,-3 5-12 15,1-3-15-15,-1 3-16 0,0 0-14 0,0 0-13 0,0-4-12 16,0 4-20-16,0 0-20 0,0 0-6 0,0 0-8 15,0 0-10-15,-5 21-4 0,-3-10-4 0,-3 5-3 16,-1 3 11-16,0 3-33 0,-6 2-20 0,1-2-33 16,1 2-35-16,-2-1-44 0,0 2-61 0,-3-5-106 15,7-4-157-15,3-4-485 0,2-4 215 0</inkml:trace>
  <inkml:trace contextRef="#ctx0" brushRef="#br0" timeOffset="14567.41">25786 12896 153 0,'0'0'160'0,"0"0"-15"0,0 0-11 16,0 0-5-16,0 0-7 0,0 0-4 0,0 0-5 15,0 0-5-15,0 0 5 0,0 0 5 0,0 0 4 16,0 0 6-16,0 0 4 0,0 0 2 0,0 0 5 0,-9-3 0 16,9 3 0-16,0 0-9 0,0 0-3 0,0 0-8 15,0 0-12-15,0 0-8 0,28-4-12 16,-6 1-5-16,12 1-10 0,4-3-39 0,15 2-71 15,0-6-121-15,-1 4-343 0,-14-2-542 0,12-4 240 0</inkml:trace>
  <inkml:trace contextRef="#ctx0" brushRef="#br0" timeOffset="16189.16">26535 12809 38 0,'0'0'340'16,"0"0"-23"-16,0 0-24 0,0 0-28 0,0 0-19 15,0 0-36-15,0 0-35 0,0 0-30 0,0 0-46 16,0 0-53-16,0 0-69 0,0 0-90 0,0 0-227 15,4-11-368-15,-4 11 163 0</inkml:trace>
  <inkml:trace contextRef="#ctx0" brushRef="#br0" timeOffset="27509.88">2234 14239 92 0,'0'0'119'16,"0"0"-1"-16,0 0-1 0,0 0-3 0,0 0-4 16,-5-3 7-16,5 3-5 0,0 0-2 0,0 0 4 15,0 0 7-15,0 0 2 0,0 0 5 0,0 0 2 16,0 0-4-16,0 0 0 0,3-6-1 0,-3 6-7 16,0 0-6-16,-3-6-2 0,3 6-1 0,5-3-9 15,-5 3-8-15,2-4-7 0,-2 4-2 0,0-5-7 16,0 5-7-16,0 0-3 0,0 0-9 0,-2-5-5 15,2 5-11-15,0 0-2 0,0 0-7 0,0 0-8 16,0 0-15-16,0 0-16 0,0 0-22 0,0 0 2 16,0 0 1-16,0 15 1 0,0-4 4 0,0 0-1 15,0 6 3-15,-2 1-4 0,-2 7 4 0,3-6 9 16,-3 8-6-16,3-3 3 0,-2 3 2 0,1-8 1 16,-1-2 2-16,0 3 8 0,0-4-7 0,0-4-1 15,2 0 0-15,1-1 3 0,-2-5-1 0,2 1 1 16,-2-2 4-16,1-1 4 0,1 1 0 0,-2-1 20 15,2 0 9-15,0-4 10 0,0 0 5 0,-2 5 9 16,2-5-12-16,0 0-8 0,0 0-3 0,0 0-18 16,0 0-32-16,0 0-23 0,0 0-29 0,-4-12-33 15,4 6-39-15,-1-1-43 0,-1-2-75 0,0 2-153 16,-2-3-447-16,4-2 198 0</inkml:trace>
  <inkml:trace contextRef="#ctx0" brushRef="#br0" timeOffset="28008.4">2197 14176 14 0,'0'-3'262'0,"-2"-2"-18"16,2 1-20-16,0-1-19 0,4 2-21 0,-3-2-18 15,4 3-18-15,3-3-19 0,-2 0-12 0,2 0-4 16,-1 1-22-16,5-1-8 0,3 0-6 0,4 4-6 15,1-1-6-15,-2 0-9 0,2 2-2 0,-1 0-9 16,-2 3-4-16,-2-1-5 0,-1 0-9 0,0 1-7 16,-2 2-4-16,-2 1-10 0,1-2-11 15,-3 3-1-15,-2 0-16 0,-2 1-1 0,-1-2-2 0,-4 4 9 16,-1 0-1-16,-3-1-4 0,-1 0 10 0,-6 1-1 16,0-2 4-16,-3 3-2 0,1-2 4 0,-1 1 2 15,4-3-4-15,-1 0 2 0,3 0 1 16,0-3 0-16,4 1-2 0,0-3 2 0,1 1 1 15,-4-1-6-15,3 2 3 0,3 0 8 0,1 1 2 0,1-5 3 16,7 7-2-16,-3-2 2 0,5-1-5 16,1 2 4-16,3 1-2 0,4 0-3 0,-1-2 2 0,1 2-1 15,-1 3 2-15,0-4-3 0,2 2 0 16,-8 0-3-16,1-2 3 0,0 4 6 0,-4-5-3 16,1 3 3-16,-3-2 2 0,0 0 3 0,-2 1 7 15,-2-2-1-15,-2 0 7 0,-2 2-1 0,-2-2-3 0,-5 3 0 16,2-4-1-16,-5 3 2 0,-1-2-6 0,-2 1 1 15,-3 0-2-15,0-1 0 0,-1 0-2 0,1-3 0 16,1 4-2-16,4-2-2 0,1-4-2 16,2 2 1-16,3 0-11 0,-1 0-9 0,1-2-17 15,1 0-43-15,7 0-61 0,-9-6-39 0,6 2-188 0,3-4-392 16,3 3 174-16</inkml:trace>
  <inkml:trace contextRef="#ctx0" brushRef="#br0" timeOffset="28526.62">2315 13984 65 0,'-6'0'112'0,"6"0"-12"15,-13 0 6-15,13 0-21 0,-16 3-7 0,9-1-8 16,-5 1-5-16,1 4-3 0,0-2-9 0,-4 5-4 16,4 2-3-16,-8 5-3 0,1 4-9 0,-3-4 6 15,5 5-9-15,-1 2-4 0,-2 0 1 0,3 4-3 16,0-2-1-16,3 4-3 0,0-2 19 0,3-1-3 16,0 1 5-16,0-1 0 0,5 0 5 0,-2 3-1 15,2-3 2-15,4-2-1 0,-2 4 7 0,3-11 13 16,1 7 0-16,2-5 2 0,2 4 9 0,-1-4 1 15,2-2-2-15,2-1-3 0,2 0 1 0,1-1 24 16,2 0-2-16,2-3-2 0,1 2 0 0,0-2-4 16,8-3 4-16,3 4 5 0,-2-5-1 0,7-6 10 15,3 0-3-15,-1-3 1 0,18-3 1 0,-13-1 6 16,12-6-1-16,-13 4-3 0,-1-5-1 0,-1-1 4 16,1-3 2-16,-5 1-7 0,0-7-1 0,0-1-1 15,-3-2-14-15,-2-2 0 0,-4-5-9 0,3-8-6 16,-7 7-10-16,-6-1-9 0,-2-14-10 0,-4 14-3 15,-6 0 5-15,-2-1 7 0,-8 2-2 0,-8-2-1 16,-7-9-9-16,2 16-3 0,-14-8-6 0,-1 4-8 16,3 12-1-16,-2 3-4 0,-15-1-4 0,-3 4-8 15,0 6-9-15,-3 7-52 0,2 4-55 0,4 7-83 16,1 3-94-16,14 2-154 0,2 2-281 0,7-3-776 16,4-1 343-16</inkml:trace>
  <inkml:trace contextRef="#ctx0" brushRef="#br0" timeOffset="44405.54">4330 14154 30 0,'1'-7'273'16,"3"0"-11"-16,-1 3-11 0,-2-3-5 0,2 3-13 15,-1-1-17-15,-2 2-22 0,0 3-13 0,3-7-25 16,-3 7-19-16,1-5-13 0,-1 5-31 0,3-2-27 16,-3 2-17-16,0 0-6 0,0 0-7 0,-3 14-5 15,3-4-1-15,-4 3-5 0,3 5-3 16,-3 2-3-16,-5 6-3 0,3 0-1 0,1-1-2 16,-3 0-1-16,0-1 1 0,-1 0-1 0,7-7-3 0,-5 0-1 15,4 0 2-15,-3-5 0 0,2 1-1 16,3-3-1-16,-3-4-2 0,3-1 4 0,1 2-4 15,0-3 3-15,-5-1 7 0,3 0 30 0,2-3 31 0,0 4 32 16,0-4 12-16,0 0-14 0,0 0-14 16,0 0-9-16,-3-21-6 0,4 11-7 0,1-5-5 0,0-3-11 15,-1-8-5-15,3 5 1 0,0-3-8 16,1 0 21-16,-1 5 1 0,-3 3 14 0,3 0 8 16,-4 4 8-16,1 5 8 0,2-4-9 0,-2 5-8 15,2 1-11-15,-2 2-15 0,-1-2-4 0,0 5-11 16,1-7-21-16,3 7-25 0,-4 0-7 0,0 0-8 15,9 5-17-15,-4-1 4 0,7 4-6 0,2 4-3 0,0 0 0 16,1 3 0-16,5 2 0 0,-1 0-1 16,0 3-8-16,-5-6-4 0,2 0-11 0,-3-3-12 15,2 1 1-15,-2-2-3 0,-4-2 2 0,5 1 4 16,-2-5 17-16,-2 0-5 0,-5-1 10 0,3 1 15 16,-2-3 12-16,-6-1 14 0,14-8 10 0,-5 4 7 15,-1-1 5-15,-3-4 8 0,2-2 11 0,0 1 13 16,-3-2 0-16,0 0 21 0,-1 0 9 0,1-3-1 15,1 2 2-15,-2 2 2 0,1 1 18 0,-3-2 6 16,0 6-8-16,1-3 1 0,-1 3-2 0,0 1-8 16,0-2-11-16,1 4-11 0,-2-1-10 0,0 4-7 15,0-5-14-15,0 5-19 0,0 0-27 0,1-3-35 0,-1 3-30 16,0 0 2-16,0 0 10 0,3 10 0 16,-5 0 10-16,4-1 4 0,-2 4 6 0,1-1 7 15,0 3 2-15,0 3 8 0,1-2 3 0,-1 0-1 16,0-3-2-16,1 0 13 0,-2-3-7 0,2 2 8 15,-1-2-1-15,0-3 8 0,-1 2 12 0,0-4-10 16,3 1 5-16,-3-2-10 0,0 0 3 0,0-4 9 0,0 4-1 16,1-1 11-16,-1-3 2 0,0 0 0 15,0 0-5-15,0 6-2 0,0-6-6 0,0 0-10 16,0 0-20-16,0 0-51 0,0 0-50 0,0 0-50 16,0 0-36-16,-1-14-42 0,1 8-57 0,-3-1-241 15,3 2-601-15,2-1 266 0</inkml:trace>
  <inkml:trace contextRef="#ctx0" brushRef="#br0" timeOffset="44790.62">4928 14235 8 0,'0'0'282'0,"0"0"-25"0,0 0-19 0,0 0-23 0,-2-5-19 16,2 5-21-16,0 0-17 0,0 0-18 15,0 0-8-15,-18 5-22 0,11-2-13 0,-2 0-9 16,2 6-13-16,-4-2-8 0,0 3-5 0,1 2-8 16,-3 0-4-16,3 1-8 0,1 1-1 0,0 1-5 0,0-1 1 15,4-2-11-15,1 0 2 0,0 1-4 0,4-4 0 16,0 3-3-16,0 0 1 0,0-4 1 0,4 1 5 16,0-3 0-16,1-1 6 0,1-1 11 15,2-1 0-15,0-1 9 0,2-2 6 0,0-3 7 16,0 1 8-16,3-3 5 0,-3-2 4 0,0 2 20 15,-2-4-17-15,0 0-6 0,-2-2-4 0,1-4-1 16,-4 3-3-16,3 0 2 0,-4 0-6 0,-2 2 3 16,0-2-3-16,0 3-10 0,-1 0-4 0,0 1-1 15,-1 1-18-15,1 1 1 0,-2 2-25 0,2-1-12 16,-1 0-31-16,2 5-31 0,-3-5-42 0,-1 3-30 16,4 2-38-16,-9 0-32 0,9 0-24 0,0 0-31 15,-6 5-46-15,6-5-173 0,1 9-518 0,-1-9 230 16</inkml:trace>
  <inkml:trace contextRef="#ctx0" brushRef="#br0" timeOffset="44994.25">5162 14371 81 0,'0'0'468'15,"0"0"11"-15,0 0-3 0,0 0-11 0,0 0-20 16,0 0-30-16,0 0-35 0,0 0-35 0,0 0-42 15,0 0-38-15,0 0-50 0,0 0-52 0,0 0-60 16,0 0-84-16,0 0-87 0,5-9-73 0,-1 9-68 16,-4 0-70-16,10-3-97 0,-5 0-216 0,-1 2-641 15,-4 1 284-15</inkml:trace>
  <inkml:trace contextRef="#ctx0" brushRef="#br0" timeOffset="45425.07">5873 14205 21 0,'-8'0'184'0,"8"0"-12"16,-9 1-13-16,1 0-10 0,-1 4-22 0,-1-1-5 16,1-1-15-16,-1 3-13 0,-6 5-10 0,1-1-14 15,4-1-2-15,-2 4-9 0,0-2-3 0,3 1-10 16,1-1-3-16,1 3-2 0,2-4-7 0,1 2 21 16,1-3 12-16,0 3 5 0,4-3-2 0,0-1 1 15,3 1-1-15,-1-4 3 0,2 2 5 0,4-1-1 16,-3-4 2-16,8 1 0 0,-3 0 4 0,4-6-2 15,-1 2 9-15,0-2 4 0,4-4-2 0,1-1 1 16,-5 1 10-16,2-6-10 0,-3 0 3 16,1 0 8-16,-6 3-14 0,2-5-3 0,-5 5-3 0,1-1-3 15,-2 0-12-15,-2 0-8 0,-4-1-14 0,0 2-7 16,-1-2-7-16,0 5-12 0,-4-3-14 0,2 3-10 16,-3-1-16-16,0 3-22 0,1 1-23 0,1-1-29 15,-1 2-30-15,0 0-42 0,3 2-54 0,-1-2-39 16,6 3-241-16,-8-1-540 0,8 1 239 0</inkml:trace>
  <inkml:trace contextRef="#ctx0" brushRef="#br0" timeOffset="45792.86">6105 13991 157 0,'0'-4'285'0,"0"1"-24"0,3 1-26 16,-3 2-25-16,0-5-23 0,0 5-24 0,0 0-17 15,0 0-18-15,0 0-15 0,-12 19-11 0,6-2-8 16,-6 5-12-16,3 5-6 0,-1-1-11 0,-3 3-9 16,4-1-3-16,1 2-10 0,1-3-4 0,1 5-2 15,3-5-3-15,0-1 1 0,2-1-7 0,2-7 0 16,2-1-1-16,0-5 9 0,-1-2-2 0,2 3 3 0,-3-6 9 16,3 1 1-16,-3-2 14 0,-1-4 18 15,4 4 26-15,-4-2 35 0,1-1 33 0,-1-3 25 16,0 0-9-16,0 0-13 0,0 0-30 0,4-11-21 15,-5 6-22-15,-3-6-22 0,-5-4-8 0,-1-2-9 16,1 3-13-16,-5-2-7 0,-1-4 1 0,1 6-1 16,3 3 7-16,2-1 8 0,2 3 0 0,0 1-4 15,2 4-7-15,1 0-3 0,1-2-4 0,-1 4-6 16,4-1-10-16,0 3-7 0,11-5 2 16,8 0-6-16,15 1-24 0,19-1-51 0,6 0-57 0,5 0-45 15,2 0-60-15,25 0-85 0,-33-4-420 0,-6 0-789 16,-1-2 348-16</inkml:trace>
  <inkml:trace contextRef="#ctx0" brushRef="#br0" timeOffset="46659.27">7568 14045 15 0,'0'-5'263'0,"0"5"-21"16,0-7-22-16,-4 4-24 0,4 3-16 0,-5-2-20 15,-3 0-19-15,8 2-15 0,-19 4-11 0,5 1-14 16,-9 5-11-16,-1 0-7 0,-2 3-12 0,2 3-8 15,1 3-9-15,0 1 8 0,0 2 0 0,5-1-12 16,-1 1-2-16,0 2-7 0,6-1-6 0,4-5-3 16,0-1-1-16,3-1 5 0,2-5 4 0,3 1 1 15,1-3 7-15,0 1 1 0,2-4 16 0,2 1 1 16,1-3 5-16,8-2 7 0,-1 1-1 0,7-3 4 16,0-3-5-16,0-3 3 0,0-1 5 0,8-4 1 15,-5-1 6-15,-3 1-9 0,5-5-4 0,-7 4 0 16,-1 0-7-16,-3 2-11 0,2-1 12 0,-6 5 9 15,1-2-8-15,-3 4 1 0,-2 0-3 0,0-1-1 16,-1 0-9-16,0 3-10 0,-3-1 1 0,-1 3-21 16,8-1-9-16,-8 1-13 0,0 0-12 0,10 3-6 15,-7 0-15-15,2 2-21 0,-1 0-32 0,1 3-25 16,-1 3-38-16,2 0-40 0,-1-3-52 0,3 5-60 16,-3-3-288-16,4-1-629 0,-3 0 278 0</inkml:trace>
  <inkml:trace contextRef="#ctx0" brushRef="#br0" timeOffset="47007.43">7839 14149 332 0,'3'-3'338'0,"-3"3"-17"0,1-6-15 0,2 3-44 16,-3 3-19-16,6-4-32 0,-2 3-20 0,-1-2-22 15,3 2-16-15,-6 1-19 0,10 1-12 0,-3 0-15 16,0 3-9-16,1 1-11 0,-1 1-10 0,2 0-9 16,-1 4-7-16,-1-1-6 0,0 1-8 0,-1 2-4 15,-2 0-4-15,1 3-2 0,-5-1-1 0,0-1-9 16,0-1-3-16,-2 0-3 0,0-2-6 0,0 0 2 16,0-3-3-16,1 0 0 0,1-2-1 0,-2 2 5 15,2-5 7-15,-3 3 28 0,3-5 40 0,-2 3 34 16,2-3 7-16,0 0-5 0,0 0-9 0,0 0-12 15,0-17-13-15,2 8-5 0,4-2-9 0,2-6-12 16,1 0-9-16,1 2-11 0,-1-2-10 0,4 0-15 16,1 2-14-16,-2 0-19 0,-2 2-34 0,4 0-41 15,-4 4-36-15,0 2-42 0,1 1-42 0,-2 0-58 16,2 2-70-16,-5 1-300 0,5 1-685 0,-5 1 304 16</inkml:trace>
  <inkml:trace contextRef="#ctx0" brushRef="#br0" timeOffset="47824.78">8226 14314 63 0,'-1'4'218'0,"1"-4"-16"0,0 0-7 16,-4 2-12-16,4-2-7 0,0 0-6 0,0 0 0 15,0 0-8-15,0 0-9 0,0 0-1 0,0 4 0 16,0-4 2-16,0 0 15 0,0 0 12 0,0 0 13 16,0 0 2-16,0 0-12 0,0 0-26 0,13-13 13 15,-9 6-20-15,6-2 0 0,-2-2-12 0,3-3-10 16,6-5-13-16,-2-8-13 0,2 3-6 0,-2-1-12 0,2-1-7 16,0-3-8-16,0 0-6 0,-2 2-11 15,-1 0-3-15,-3 3-1 0,-1 6-20 0,-4 1 16 16,2 1 7-16,-7 6 3 0,3 1 8 0,0 2-3 15,-3 0-3-15,-1 1-7 0,3 1-13 0,-2 1-8 16,-1 4-9-16,0-7-24 0,0 7-7 0,0 0-17 16,0 0 0-16,0 0 8 0,-18 16-5 0,12-1 16 15,-5 2-14-15,4 0 1 0,-6 8-11 0,-1 3 14 16,3 1 9-16,0 1 3 0,1-3-26 0,5 1-9 16,1-1-8-16,8-2-6 0,-7-7 2 0,3 2 2 15,4-3 8-15,8-3 2 0,-2 1 10 0,0-3 2 16,8-2 4-16,-1-3 11 0,-2 0-3 0,13-2 4 15,0-5-4-15,0-4 4 0,0-1 8 0,0-3-4 16,-2-2 1-16,1-1 7 0,-4 0-8 0,1-3 28 16,-7 2 11-16,-2 1 16 0,-2-2 11 0,-3 3 7 15,-3 0 1-15,2 0 5 0,-7 3 10 0,3 0-1 16,-3 2-4-16,1-1-8 0,0 1-11 0,-2 2-11 16,0 0-7-16,-1 3-18 0,0-5-21 0,0 5-25 15,0 0-15-15,0 0-6 0,0 0-30 0,-11 8-16 16,7-3-10-16,-2 2-11 0,3 3-5 0,-1-2-5 15,2 3-11-15,0-4 1 0,1 3 11 0,2-1 9 16,1-1 12-16,0-2 10 0,3-1 10 0,1 1 10 16,1-2 9-16,3-2 5 0,-1-2 7 0,2 0 18 15,1-1 21-15,1-2 24 0,-3-4 20 0,3 2 22 16,-3 0 23-16,7-5 16 0,-8 1 33 0,0-1 15 16,0 1 9-16,-3-1 18 0,2 1 5 0,-3 1-4 15,0 3-1-15,-1-5-6 0,0 5-9 0,-3 1-12 16,3-1-14-16,-2 2-11 0,0 1-15 0,-2 2-13 15,1-7-14-15,-1 7-19 0,4-2-12 0,-4 2-25 0,0 0-20 16,0 0-26-16,0 0-11 0,0 0 0 16,0 0-2-16,1 10 5 0,-2-4 3 0,1 0 13 15,-1 3-14-15,-2 1 4 0,3 1 3 0,-3 1 2 16,1 1-7-16,1-1-16 0,-2-2 2 0,-1 2-12 0,4-5-25 16,0 4-18-16,0-5-18 0,-2-1-16 0,2 2-8 15,-3-2-8-15,3-2 0 0,-1 3 5 16,1-6 6-16,-4 3-9 0,4-3-70 0,0 0-79 15,0 0-267-15,-5-14-613 0,4 8 272 0</inkml:trace>
  <inkml:trace contextRef="#ctx0" brushRef="#br0" timeOffset="48500.61">8910 13901 140 0,'-4'-4'398'16,"4"-3"-13"-16,-1 2-2 0,1 3-33 0,0 2-25 0,-1-8-33 15,1 8-26-15,-3-4-35 0,3 4-19 0,0-5-25 16,0 5-47-16,0 0-34 0,0 0-43 16,0 0-40-16,0 0-19 0,0 0-26 0,0 0-29 15,0 0-43-15,9 14-55 0,-8-10-57 0,2 4-292 16,-1 0-538-16,1-4 238 0</inkml:trace>
  <inkml:trace contextRef="#ctx0" brushRef="#br0" timeOffset="49038.42">9257 13744 225 0,'2'-9'337'0,"-1"4"-20"15,-1 0-11-15,0 1-24 0,0-1-27 0,1 1-29 16,-1 4-26-16,4-6-28 0,-4 6-20 0,0 0-34 15,0-2-13-15,0 2-16 0,0 0-10 0,0 12-10 16,0-2-8-16,0 7-2 0,-4-1-6 0,0 10-10 16,3 2-4-16,-1 3-2 0,0 0-9 15,-3 1 0-15,0 0-6 0,3 1-1 0,-2-1 1 0,1-2-3 16,-1 0-3-16,2-3-1 0,-1-8-1 0,2-1-1 16,1-1-3-16,-3-5 4 0,1-1-4 15,0-1-1-15,1-1 0 0,0-1 2 0,1-3 0 16,0-3 1-16,-2 3 2 0,4 0 2 0,-2-5 0 0,-2 4-6 15,2-4-10-15,0 0-11 0,-3 1-47 0,3-1-51 16,0 0-45-16,-12-12-30 0,5 7-19 16,-2-6 3-16,1 2-4 0,-1 0 9 0,1-1 22 15,-3 0 28-15,2 1 35 0,-1-1 30 0,-3 3 28 16,4-1 31-16,0-1 28 0,0 3 23 0,4 0 19 0,-3 1 21 16,4 2 6-16,2 0 3 0,-2-1 5 0,-1 2 8 15,5-3 9-15,0 5 2 0,-4-2-13 16,4 2-8-16,0 0-6 0,0 0-10 0,14-4-5 15,-2 3-8-15,7 1-8 0,-2 0 6 0,3-1 0 0,2-1 6 16,6 2 7-16,1-2 4 0,-2-1 2 0,0 3-12 16,-8-3 2-16,0 1-4 0,-5 0-5 0,0 1-2 15,-6 0-2-15,1 1-11 0,-1 0 6 0,-2-3-10 16,-1 3-11-16,0 0-17 0,-5 0-15 0,0 0-35 16,0 0-38-16,0 0-41 0,0 0-50 0,0 0-51 15,-21-2-271-15,9 0-538 0,-2 1 238 0</inkml:trace>
  <inkml:trace contextRef="#ctx0" brushRef="#br0" timeOffset="49422.5">9466 13968 191 0,'2'-3'324'0,"-2"3"-25"16,7-2-15-16,-7 2-34 0,7-2-17 0,0 2-22 15,-7 0-15-15,11 2-14 0,-3 3-16 0,-2-1-10 16,4 3-14-16,-2 1-14 0,1 1-16 0,0-1-10 16,-4 4-9-16,0 0-9 0,-1 5-9 0,0-3-7 0,-4 4-11 15,0-2 2-15,0 1-8 0,-4-2-9 16,3-3-3-16,-3 0-1 0,0-2-8 0,0-1-3 16,2-1-3-16,-3-1 1 0,2-3 9 0,2 2-4 15,-3-4 16-15,3 3 30 0,-2-4 40 0,3-1 43 16,-1 4 40-16,1-4 19 0,0 0-10 0,0 0-13 15,1-12-17-15,-1 2-15 0,4 0-17 0,4-5-15 16,-1-2-13-16,9-5-17 0,-1-1-21 0,2 0-17 16,-1 1-12-16,-2 1-12 0,-1 7-10 0,-1-1-7 15,-3 3-3-15,-2 3-7 0,-2 1-19 0,4 1-17 16,-5 2-24-16,1 0-20 0,-1 2-36 0,1-1-37 16,-2 2-60-16,-3 2-32 0,6 0-28 0,-6 0-29 15,0 0-42-15,5 4-48 0,-4 1-292 0,-1-5-728 16,0 7 322-16</inkml:trace>
  <inkml:trace contextRef="#ctx0" brushRef="#br0" timeOffset="49826.39">10010 13979 208 0,'0'0'247'16,"0"-7"-16"-16,0 7-19 0,-1-7-18 0,1 7-23 16,0 0-20-16,0-5-17 0,0 5-16 0,0 0-13 15,0 0-12-15,0 0-11 0,-19 11-7 0,11-5-6 16,-1 1-8-16,-4 3-5 0,3 2-7 0,-7 3-3 16,3-2-6-16,-1 3 0 0,-2 3-7 0,3-2-2 15,-1 2-4-15,0 3-2 0,4-5-1 0,2-2-3 16,-1 0-2-16,5-4-4 0,0 4 11 0,5-8 14 15,-3 2 9-15,2-4 12 0,0 0 9 0,1 2 24 16,2-4 21-16,0 0 40 0,2-2-8 0,-4-1-9 16,15-2 10-16,-6-1 12 0,1-2-13 0,1-3-4 15,5 0-16-15,-3-4-14 0,2 5-7 0,-1-5-14 16,0 2-7-16,-4 1-10 0,0 1-5 0,2 1-10 16,0 0-7-16,-2 2-2 0,-1 0-10 0,0 0-3 15,-3 1-7-15,2 1-9 0,-3 2-22 0,0-1-39 16,3 0-21-16,-1 0-44 0,-7 2-39 0,12 4-46 15,-7-2-41-15,0 1-56 0,3 0-62 0,-3 1-259 16,0 0-655-16,-1 0 290 0</inkml:trace>
  <inkml:trace contextRef="#ctx0" brushRef="#br0" timeOffset="50120.63">10198 14025 214 0,'4'-7'295'0,"-3"5"-8"15,4-3-25-15,-1 1-16 0,1 1-23 0,0 0-22 16,0 3-25-16,-5 0-6 0,12 0-17 0,-5 3-10 16,0 0-7-16,-2 2-15 0,3 1-16 0,-3 1-5 15,1 2-9-15,-1 4-9 0,-1-5-10 0,1 6-7 0,-4 1-6 16,-1 1-7-16,0 1-3 0,-2-2-5 16,-3-1 1-16,1 2-4 0,0-5-7 0,0-1-1 15,1-1-3-15,0-1-6 0,0-1 2 0,2-2 1 16,1 0 6-16,-3-3 15 0,3 2 25 0,0-4 35 15,0 0 30-15,0 0-19 0,0 0-13 0,0 0-10 16,0-14-27-16,3 5-15 0,1-3-18 0,5-2-37 16,-3-2-38-16,3-2-49 0,4-4-50 0,4-3-50 15,-3 1-57-15,3 0-49 0,1 1-289 0,-2 2-630 16,-6 7 279-16</inkml:trace>
  <inkml:trace contextRef="#ctx0" brushRef="#br0" timeOffset="50642.65">10480 13962 97 0,'0'0'158'16,"-1"4"-4"-16,1-4 3 0,0 0-5 0,1 5-10 16,-1-5-11-16,0 4 7 0,0-4-10 0,3 4-3 15,-2-1-13-15,-1-3-11 0,6 5-2 0,-2-1-15 16,0 0-8-16,0-2-7 0,1 1-6 0,-1-2-6 16,2 4-3-16,3-3-8 0,-5 1-2 0,1-2-4 15,2-1 0-15,-1 0-7 0,-6 0-3 0,14-3-2 16,-8 1-2-16,2-1-3 0,-2 0-4 0,2-2 1 15,0-1 0-15,-2 0 4 0,2 1 16 0,-3-1 9 16,0 2 8-16,-1-3 5 0,1 3 15 0,-1 1-1 16,0-1-2-16,1 1 3 0,-1-1-11 0,-3 1-6 15,-1 3-8-15,4-2-8 0,-4 2-10 0,6-1-3 16,-6 1 2-16,0 0-2 0,13 8-4 0,-9-2-3 16,1 2-1-16,1 3-6 0,-1 2 7 0,2 4-5 15,0 3-1-15,1 6-5 0,-4 2-1 0,0 0 6 16,0 2-6-16,-2 0 0 0,-2 2-2 0,-2-3-3 15,-2 1 1-15,-1-2-4 0,0-1-2 0,-5-2-4 16,0-7-2-16,1 1 1 0,-1-4-1 0,-1-1-1 16,2-6 1-16,-3 3 9 0,2-5-4 0,-3 1 4 15,2-2 1-15,-6-3 5 0,3-1 17 0,0-1 26 16,0-3 41-16,3 0 15 0,1-2-5 0,5-2 10 16,-2-1 1-16,4-3 3 0,1-3-2 0,6-4-13 15,8-6-12-15,4-3-5 0,17-9-27 0,0-1 0 16,8-3-17-16,0 6-13 0,3 0-8 0,-4 5 1 15,2 2-4-15,-12 8 1 0,0 5-6 0,0-3-16 16,-1 2 12-16,-5 5 1 0,-2 2 5 0,-8 0 9 16,0 6-3-16,-5-1-10 0,-1-1 10 0,-2 1-2 15,2 1-14-15,-8 2-31 0,5-3-48 0,-5 3-13 16,0 0-28-16,0 0-48 0,-19 8-66 0,2 0-101 16,-8 2-366-16,-2 0-752 0,7-5 333 0</inkml:trace>
  <inkml:trace contextRef="#ctx0" brushRef="#br0" timeOffset="51888.91">11959 13991 105 0,'0'0'168'0,"0"0"-14"15,0 0-23-15,0 0-9 0,-8-1-15 0,8 1-13 16,0 0-7-16,0 0-10 0,-4 4-6 0,4-4-14 16,0 0-5-16,0 5 7 0,0-5 2 0,0 5-1 15,0-5-4-15,4 5-3 0,-1-3 0 0,-1 0-1 16,-2-2-2-16,10 3-5 0,-4-3 0 0,1 2-3 16,1-2-8-16,2 0-4 0,0-2 0 0,0 2-4 15,-1-2 0-15,2 0 4 0,0-3 4 0,-2 2 7 16,-2 0 7-16,0 1 1 0,2-2 7 0,-5 0 0 15,1 0 3-15,-1 1 4 0,2-1 3 0,-6 2-4 16,0 2-12-16,1-5-4 0,-1 5-4 0,0 0-6 16,-10-2-6-16,0 2-6 0,1 2 0 0,-5 0-3 15,-5 1-4-15,0 2 1 0,1 2 0 0,-1 0-6 16,1 2-4-16,0 1-3 0,-4 4 0 0,7-1 0 16,-2 0 0-16,2 2 2 0,2 4-5 0,0-1 1 15,4 1-1-15,6-1-1 0,-1 0 0 0,2-1-3 16,6 3 22-16,3-3-3 0,5 0 0 0,9 1 0 15,2-2-2-15,5-5-2 0,0 0 1 0,9-4-3 16,2 0-2-16,13-4 3 0,3-3-3 0,-4-3-2 16,-13 0-1-16,1-4-1 0,-1-1 1 0,3-1 0 15,-9-3-1-15,0-1 0 0,-4-1-2 0,-4-3 6 16,-5 0-4-16,-3 2 6 0,-5 4 5 0,-2-1 19 16,-3 2 11-16,-2 0-4 0,-2 0 0 0,-2-1-11 15,-2 3-2-15,-2 1-2 0,-2 0-4 0,-2 0 1 16,-1 1-5-16,-4 2-5 0,0 4-2 0,-5 0-2 15,5 0-2-15,-5 3-2 0,1 4-3 0,1 0 5 16,3 1-5-16,2 1 0 0,2 0 2 0,1 2-17 16,0 0-11-16,3-1-3 0,4 2 4 0,1-1-1 15,0 0 6-15,9-1 4 0,-4-1 0 0,4-1 1 16,0-1 2-16,8-1 2 0,2-2-2 0,-3-2 5 16,2-3-1-16,0 0 5 0,3-2 1 0,-2-2-1 15,-4-3 7-15,2-1 10 0,-2-3 1 0,-1 1 7 16,-4-1 0-16,-1-3-1 0,3 2 1 0,-6-1-7 15,-2 2 4-15,0 0 1 0,-3 4-5 0,-1-7-3 16,0 5-1-16,-1-1-5 0,-4 1-7 0,-2 3-5 16,2 0-6-16,-5-1-4 0,2 1-14 0,-2 5-20 15,0-4-18-15,-2 5-21 0,3-2-34 0,1 3-39 16,8 0-38-16,-13 3-51 0,7 0-182 0,6-3-464 16,-5 6 205-16</inkml:trace>
  <inkml:trace contextRef="#ctx0" brushRef="#br0" timeOffset="52274.07">12784 14016 178 0,'0'-4'402'0,"4"0"-15"0,-4 4-11 16,3-7-30-16,-3 7-42 0,1-4-26 0,-1 4-46 15,5-3-18-15,-5 3-17 0,1-3-31 0,-1 3-22 16,0 0-20-16,0 0-26 0,0 0-16 0,0 13-7 15,-1-3-10-15,-4 2-8 0,1 4-8 0,-1 1 6 16,-3 10-12-16,-1-2 0 0,-2 0 4 0,4-7-21 16,2 1-7-16,1-4-7 0,1-1-10 0,0 0-4 15,1-6-9-15,-1-1 0 0,3-2 2 0,0 0 10 16,-3 0 20-16,3 0 26 0,0-5 37 0,0 0-19 0,8 1-3 16,-8-1-11-16,12-8 13 0,-2 2-3 0,-1-1-2 15,5-5-6-15,0 2-6 0,1-2 1 16,2-2-14-16,-1 1-1 0,1 2-30 0,-2 1 31 15,-4 2-6-15,-3 1-3 0,1 2-7 0,-2 1 1 0,-2-1 6 16,1 3-14-16,-2-1-2 0,0 0-6 16,1 2-7-16,-5 1-6 0,7 0-10 0,-4 4 3 15,4 0-8-15,-1 0-31 0,-1 1 0 0,0 4-29 16,3 1-24-16,1 0-32 0,-3-1-29 0,2 3-34 16,-3-2-43-16,5-1-48 0,-2-1-281 0,-3-4-624 0,2 3 276 15</inkml:trace>
  <inkml:trace contextRef="#ctx0" brushRef="#br0" timeOffset="52638.71">13247 13987 250 0,'1'-3'257'0,"-1"1"-22"15,0 2-26-15,4-5-22 0,-4 5-21 0,0 0-19 16,0 0-16-16,0 0-13 0,0 0-11 0,0 0-15 15,0 0-4-15,-10 10-7 0,3-3-9 0,2 0-5 0,-1 1-8 16,-3 1-8-16,0 2-3 0,1-1-7 0,-2 1 0 16,5-2-5-16,-3 1-5 0,3 2-2 15,-1-2-2-15,3 1-5 0,-1-1-1 0,3 0-1 16,1-2 2-16,5 2-6 0,0 0-2 0,0-1 1 16,4 0 0-16,0-1-2 0,9 1 0 0,-9-1-3 0,4-1-2 15,-4-1-1-15,1 2-2 0,-2-5 0 0,-2 2-3 16,-1-2-4-16,-1 1-2 0,-1 0 1 15,-2-1 2-15,-1 0 6 0,0-3-2 0,-8 7-1 16,-1-5 1-16,-2 2 1 0,-2-2 0 0,-5-1-3 16,-1 1 2-16,-5 2-9 0,-2-2-22 0,3 0-25 15,1-2-23-15,1 0-35 0,-1-2-15 0,3 0-37 0,2-1-209 16,4 0-403-16,3 0 178 0</inkml:trace>
  <inkml:trace contextRef="#ctx0" brushRef="#br0" timeOffset="54303.56">13555 13862 81 0,'-3'-7'331'0,"2"2"-19"0,1 0-21 0,0 5-31 0,0-8-21 16,0 8-30-16,0-4-28 0,0 4-21 15,0 0-20-15,0 0-12 0,0 0-11 0,0 0-13 16,0 0-12-16,4 25-15 0,-4-12-4 0,1 3-12 0,-1 3-2 16,0 9-4-16,-4-2-11 0,2 5 1 15,-1-1-8-15,1-1 1 0,-1 1-8 0,0-5-1 0,1 2-7 16,1-8 1-16,-1-2 0 0,0-2-1 0,0-3-8 16,0-5 2-16,4 3 4 0,-3-4-7 15,1 0 4-15,0-1 1 0,-1 0 21 0,1-5 24 16,0 4 15-16,0-4 30 0,-2 3-1 0,2-3-16 15,0 0-8-15,0 0-8 0,-12-12-3 0,5 4-11 0,1-1-28 16,-3-1 8-16,0 3-13 0,-1-5-8 16,-5 3 0-16,3 1-11 0,2 0-1 0,0 4 2 15,-1-4-1-15,5 4 1 0,2 1-4 0,-2 0-9 16,-1-1-13-16,4 2-21 0,3 2-2 0,-6-3-10 16,6 3 5-16,0 0 7 0,0 0 3 0,0 0 6 0,26 1 0 15,-16 0-12-15,8 0-7 0,4 2 3 16,7-3 5-16,2 1 3 0,2-1-14 0,2 0-1 15,0-1 2-15,4 1 1 0,-3-1 4 0,1-2 0 16,-4-1 6-16,-4 1 2 0,-2 0 4 0,-8-3 8 16,-6 4 24-16,1-1 20 0,-5 0 23 0,0 1 10 0,0 0 7 15,-5-1-9-15,-3-1-5 0,3 0-12 16,-4 0-2-16,0 4 1 0,-4-3-5 0,0 0-5 16,4 3-1-16,-11-1-7 0,3 1-2 0,-1 2-5 15,-4 1 0-15,1-1-4 0,1 5 4 0,-1 0-2 16,1-2-3-16,2 5 1 0,-3-2-4 0,1 5 3 0,2-4 3 15,2 0-18-15,0 3-9 0,2-4-6 16,1 1 0-16,2-1-2 0,0 1 3 0,2-4 3 16,0-1 6-16,2 3 3 0,-1-4 12 0,0 2 4 15,2-3 8-15,1 1 8 0,1-2 17 0,-5-1 6 16,13-5 17-16,-7 2-4 0,3-2-12 0,0-3 1 0,1 0-10 16,-3-1-3-16,2 0 0 0,-1-1-5 15,0 0 1-15,1-2 2 0,-4 6-6 0,0-2 4 16,-1 3 7-16,1 0 10 0,-2-2-10 0,-2 5-13 15,3-3 23-15,-3 3-17 0,-1 2-3 0,3-6-18 16,-3 6-28-16,1-2-29 0,-1 2-32 0,3-2-23 0,-3 2 3 16,0 0 13-16,0 0 3 0,6 9-2 0,-1-4-7 15,0 0-2-15,3 2 8 0,0-1 4 0,4 1-16 16,0 0-10-16,4 0-5 0,0-2 9 16,-2-1 12-16,-1-1 4 0,-1-3 12 0,8 0 10 15,-3 0 18-15,-4 0 28 0,1-4 23 0,-5 0 29 0,4 0 23 16,-3-1 23-16,-1 0 31 0,-1-2 30 0,-3 4 23 15,2-2 13-15,-1 1 3 0,-3 1 2 0,1 1-14 16,0-1-13-16,-1-1-14 0,-1 2-17 16,-2 2-11-16,4-3-12 0,-4 3-18 0,5-3-20 15,-5 3-22-15,0 0-15 0,0 0-18 0,0 0-2 0,0 0 2 16,3 10-16-16,-5-5 15 0,-1 2-4 0,-1 0-10 16,0 1-9-16,0 1-5 0,0 1-4 15,0-1-10-15,2-3-3 0,1-2 2 0,-2 1 3 16,2-1 5-16,-1 2 12 0,1-4 9 0,1-2 22 0,-2 3 34 15,2-3-3-15,0 0-5 0,0 0-6 0,14-5-3 16,-5-1 2-16,0 0 3 0,0-2-9 0,0 1-1 16,0-2-16-16,5 0 14 0,-4 0 2 0,1 1-1 15,-2 2 0-15,-2-1-8 0,0 0 2 16,2 4-3-16,-2-4-1 0,-1 5 0 0,-1-1-6 0,4 1-21 16,-4 0 10-16,4 2-17 0,-4 2 3 0,2 0-16 15,4 1-15-15,-6 1-11 0,6-1-23 0,-1 4-23 16,0-2-17-16,-1 4-11 0,2-2-6 0,-2-2-12 15,2 3 8-15,-4-3 3 0,3-2-3 16,-3 1 6-16,1-3 0 0,-1-1 15 0,-7 0 15 0,12-4 12 16,-6 0 31-16,1-3 12 0,-1-1 26 0,0-1 22 15,-2-1 21-15,2-2 19 0,-2-3 22 0,4 1 19 16,-2-3 11-16,-2 0 12 0,4 0 7 0,-3-2-2 16,4 1-12-16,-4 2 9 0,0-1 0 0,0 7 6 15,-1-2-8-15,0 2-11 0,-1 3-7 0,-1 2-9 16,2-2 2-16,-3 4-9 0,-1 3-26 0,4-4-15 15,-2 1-1-15,-2 3-7 0,0 0-1 0,0 0-3 16,9 10-4-16,-6-3 0 0,0 1-5 0,1 4 0 16,-1-2-1-16,1 6-2 0,-1 1 0 0,-1-2 3 15,2 4 0-15,-1-1-5 0,-2 0 1 0,0-1-1 16,-1-1-9-16,0 0-6 0,0-4-3 0,-1 0-2 16,0-2-6-16,-2 0 0 0,0-3 3 0,1 0 6 15,-2-3 6-15,0 0 2 0,-3-2-4 0,-1 0 11 16,-2 0-5-16,-2-2 0 0,1-2 2 15,-2 2 4-15,-4-2 0 0,4 0 1 0,-1-3 1 0,4 2 2 16,-2-1-2-16,2 0 9 0,3 2-3 0,2-1 12 16,-2 2-4-16,1-2 14 0,3 2 9 0,2-3-13 15,1 4 0-15,5-7-6 0,2 2-3 0,1-2-9 16,4 2-7-16,5-2-5 0,-1 0-10 0,6-1 1 16,9-1 4-16,2-1-3 0,1 2-4 0,2-1-8 15,4 2-3-15,11-2 3 0,-13 4 1 0,1-3 1 16,-2 1 1-16,0 2 7 0,-4 0 1 0,1 1 0 15,-8-1 4-15,-7 2 5 0,0 1 17 0,-7-1 22 16,-3 0 25-16,-2 3 21 0,0-2 18 0,-2-1-10 16,-5 3 0-16,6-2-10 0,-6 2-6 0,2-4-9 15,-2 4-8-15,0 0-8 0,0 0-6 0,0 0-6 16,-9-4-3-16,9 4-9 0,0 0 2 0,-19 4-5 16,12 0 3-16,1-1-7 0,-3 1-4 0,-1 3 2 15,1-1-5-15,-2 3 1 0,1-1-7 0,1 0 2 16,4 0 5-16,-3 2 2 0,3 1-20 0,0 2 2 15,8 3-10-15,-6 0 5 0,3-1 1 0,4 2 2 16,2-1-3-16,2 1 8 0,0-2 3 0,2 1-1 16,3-2 0-16,-3-1 10 0,3 1-12 0,-7-7 1 15,2 3 4-15,-4-5-1 0,0 0 3 0,-1-2 8 16,1 2 5-16,-1-3 2 0,-1 0-3 0,-2-2 7 16,-7 5-1-16,0-4-12 0,-10-1-15 0,-4 0-21 15,-10-3-47-15,-1 0-63 0,-5 0-96 0,-2-3-371 16,3-2-660-16,0 3 292 0</inkml:trace>
  <inkml:trace contextRef="#ctx0" brushRef="#br0" timeOffset="54953.66">15640 14068 22 0,'0'0'215'0,"-6"-1"-6"15,6 1-7-15,0 0-6 0,0 0 0 0,0 0 1 0,0 0-3 16,0 0-15-16,0 0-8 0,0 0-12 0,0 0-13 16,0 0-11-16,20-1-9 0,-7-1-14 0,7 2-10 15,8 0-8-15,1 0-12 0,1-5-9 16,-2 5-6-16,3 0-6 0,-5 0-8 0,2 0-6 16,-9-2 1-16,0 1-12 0,-6 0 0 0,-5 1-13 15,0 0-11-15,-1 0-21 0,-1-1-19 0,-6 1-9 0,0 0-7 16,0 0-14-16,0 0-24 0,0 0-29 0,-25 10-36 15,13-10-33-15,-3 3-50 0,-1 1-149 16,3-3-408-16,-3 1 181 0</inkml:trace>
  <inkml:trace contextRef="#ctx0" brushRef="#br0" timeOffset="55221.05">15705 14286 121 0,'0'0'334'0,"0"0"-2"16,-2 3 1-16,2-3-6 0,0 0-17 0,0 0-21 15,0 0-27-15,0 0-25 0,11 1-25 0,3-4-24 16,5 3-16-16,3-1-20 0,11-3-15 16,-1 1-11-16,0 2-21 0,4-2-20 0,-4 1-21 15,-3-1-12-15,-1 3-34 0,-7 0-13 0,-3-2-20 0,-8 2-20 16,3 0-26-16,-5-1-25 0,-2-1-30 0,-1 4-41 15,-5-2-27-15,0 0-72 0,0 0-237 0,0 0-532 16,0 0 236-16</inkml:trace>
  <inkml:trace contextRef="#ctx0" brushRef="#br0" timeOffset="56453.78">16758 13999 225 0,'0'-5'306'0,"0"5"-19"0,0-7-30 0,0 7-23 16,2-3-27-16,-2 3-24 0,0 0-32 0,0 0-29 16,0 0-16-16,0 0-11 0,0 0-8 0,-6 17-13 15,4-5-1-15,-6 3-11 0,1 2 9 0,-1 2-7 16,-1 3-8-16,-1 2-5 0,1 0-6 0,1-7-3 15,-1 8-7-15,0-6 2 0,4 0-4 0,-3-2-5 16,3-1 3-16,1-5-7 0,3 1-3 0,-4-4 4 16,3-2-5-16,0 0 1 0,1-1 3 0,-2 0 11 15,3-1 36-15,0-4 20 0,0 0 0 0,0 0-10 16,0 0-6-16,3-14-10 0,2 3-14 0,0 0 7 16,0-5-5-16,0-3-6 0,3-7-3 0,1 2-1 15,1-3-6-15,-1-1-9 0,-1 1 0 0,1-1 9 16,0 5 0-16,-3 6 2 0,-2 2 25 0,0 4-7 15,1 0 4-15,-1 2-11 0,-2 4-2 0,1-2-11 16,1 3 6-16,-4 1-22 0,0 3-19 0,4-6-22 16,-4 6 14-16,0 0-2 0,13 9-3 0,-5-1 2 15,3 4-8-15,2 3 11 0,-1 0-11 0,8 3-16 16,1 2-15-16,-2 1-16 0,0 0-13 0,-1-2-9 16,5-2-5-16,-7-4-3 0,1 0-3 0,0-3 5 15,0-3 3-15,-1 1 6 0,-2-4 14 0,0-1 0 16,-1-5 11-16,0 0 9 0,-3-4 20 0,3 1 20 15,-2-2 32-15,-2-7 16 0,0 0 12 0,-1 1 23 16,1-6 11-16,-3 2 12 0,3-8 13 0,-2 1 11 16,1-2-1-16,-1 1 5 0,1 0 1 0,-6 6-2 15,1 1-6-15,3 1 4 0,-2 5-8 0,-2 3-5 16,1-2-15-16,0 6-10 0,-2-3-11 0,0 4-17 16,-1 4-40-16,1-5-48 0,-1 5-25 0,0 0 2 15,0 0 2-15,-1 17 6 0,0-5 7 0,-3 8 3 16,-1 4 5-16,-4 5 2 0,5 0 17 0,-2 1-13 15,1 1 3-15,-2 0-1 0,2 0 3 0,-1-3 7 16,1-3 0-16,2-7 1 0,-1-2-8 0,4-3 12 16,-1-4 5-16,1 1 1 0,-1-5 12 0,-2 4-2 15,3-6 4-15,0 1 38 0,0-4 28 0,0 6 26 16,0-6 24-16,3 4 13 0,-3-4-5 0,0 0-12 16,0 0-12-16,0 0-19 0,0 0-21 0,6-13-24 15,-2 7-35-15,1-3-29 0,0 3-36 0,3-5-50 16,-3 1-57-16,1 0-56 0,0 1-54 0,0 1-57 15,-1 1-58-15,1-3-308 0,2 4-751 0,-2 0 332 16</inkml:trace>
  <inkml:trace contextRef="#ctx0" brushRef="#br0" timeOffset="56802.97">17632 14056 156 0,'0'-5'286'16,"0"5"-31"-16,0 0-25 0,-6-1-21 0,6 1-22 16,-12 0-21-16,5 1-17 0,-2 4-18 0,-1 1-11 15,-2 0-14-15,2 1-12 0,-3 3-10 0,4-2-8 16,-3 4-8-16,2-2-9 0,4 0-3 0,-2 1-6 16,1 2-7-16,-1-3 0 0,4 1 7 0,2-1 1 15,0-1 2-15,4 2-2 0,0-6 2 0,-2 2 3 16,5-2 10-16,-1-1 7 0,1-2 12 0,2-1 16 15,-1-1 8-15,3 0-4 0,1-3 6 0,0-1-8 16,-1-4 3-16,4 0-17 0,-5-1 0 0,2-4-12 16,0-2-5-16,-1 0-14 0,-1-2-11 0,-3 2-11 15,3-2-10-15,-5 3-7 0,0-1-7 0,-2 3-4 16,-1 3-8-16,0 1-3 0,-1 1-26 0,0 2-26 16,1-1-28-16,-4 3-29 0,-1 0-36 0,5 3-33 15,0 0-42-15,-10 3-45 0,10-3-261 0,0 0-573 16,1 12 254-16</inkml:trace>
  <inkml:trace contextRef="#ctx0" brushRef="#br0" timeOffset="56983.48">17847 14224 3234 0,'0'0'451'0,"0"0"-187"0,0 0-33 16,0 0 5-16,0 0 6 0,0 0-3 0,5-8-27 15,-5 8-31-15,1-7-40 0,-1 4-12 0,0 3-31 16,3-6-40-16,-3 3-56 0,1-1-71 0,3 0-98 15,0 0-102-15,1 2-101 0,1-2-438 0,-1-1-874 16,3 1 387-16</inkml:trace>
  <inkml:trace contextRef="#ctx0" brushRef="#br0" timeOffset="57372.03">18428 14056 83 0,'-1'-2'270'0,"1"2"-21"0,-4-4-29 16,4 4-26-16,-5-3-19 0,5 3-20 15,0 0-15-15,-13 3-18 0,7-2-10 0,0 2-13 16,-3 2-10-16,-3 3-11 0,3-2-8 0,-7 5-12 0,2 1-3 15,0-3-6-15,1 5-8 0,1-3-3 0,2 0-7 16,2-1-2-16,3 1 0 0,-1 0 10 0,2-1 6 16,3-1 5-16,-2 0 3 0,6-1 4 15,-2 0 7-15,3-2 7 0,1 0 4 0,4-1 8 16,0-3 3-16,4 1 3 0,-3-3 11 0,8-1 0 0,-7-1 14 16,3-3 11-16,-4-2 2 0,0 0 0 0,2-1-10 15,-3-4-2-15,0-2-13 0,4-1-9 16,-7 1-11-16,-2-1-14 0,1-2-11 0,-5 0-12 15,0 1-19-15,0 2-13 0,-1 3-12 0,-4-2-18 16,-2 2-22-16,1 1-14 0,-4 2-23 0,-2 0-15 16,3 1-24-16,-5 1-30 0,5 2-34 0,2 2-49 0,0-1-59 15,2 2-260-15,5 1-592 0,0 0 261 16</inkml:trace>
  <inkml:trace contextRef="#ctx0" brushRef="#br0" timeOffset="57720.86">18662 13837 264 0,'4'-5'379'0,"-1"-2"-24"0,-1 3-36 0,-2 0-37 15,0 4-34-15,4-5-24 0,-4 5-29 0,0 0-33 16,0 0-16-16,0 18-14 0,-4-6-9 0,-1 8-16 0,0 8-10 16,-5 1-13-16,2 7-7 0,-1-4 0 0,0 2-9 15,3 1-13-15,-1-1-8 0,2-1-5 0,0-2-4 16,5-2 0-16,0 0 0 0,0-5-10 15,1-6 12-15,2-2-17 0,-2-4 3 0,3-3-1 16,-4-1-1-16,0-3-3 0,0 2 4 0,1-4 15 0,-1 1 38 16,3-1 29-16,-3-3 20 0,0 0-8 0,0 0-11 15,0 0-19-15,0 0-11 0,-6-19-4 0,0 8-15 16,-1-5-36-16,-5-1 11 0,1-5-2 16,-2-2 0-16,0 3-7 0,4 4 7 0,0 1 11 15,4 4 8-15,0 2 5 0,1 1 10 0,0 2 10 0,2 0-8 16,2 2-18-16,2 0-21 0,5 0-31 15,9 0-28-15,11 0-37 0,10 1-68 0,3 4-71 16,16 2-100-16,8 0-137 0,0-4-243 0,-1 0-744 16,-1-1 330-16</inkml:trace>
  <inkml:trace contextRef="#ctx0" brushRef="#br0" timeOffset="58488.77">20290 13911 86 0,'0'-7'341'0,"-2"3"2"15,2 0-14-15,0-3-16 0,0 2-17 0,2 1-30 0,-4 2-20 16,2 2-28-16,0-6-24 0,0 6-28 0,0-4-16 16,0 4-24-16,0 0-18 0,0 0-7 0,0 0-11 15,2 15-18-15,-2-2-6 0,0-3-8 0,0 10-6 16,0-2-4-16,0 8-8 0,-2-7-4 0,0 8-3 16,1-3 4-16,0-5-12 0,1 3-1 0,-3-2 1 15,3-3-3-15,3-2 8 0,-4-3-11 0,-1-1 1 16,2-3-8-16,2-1-12 0,-4 0-1 15,0-2-12-15,2-1-4 0,-2 0-4 0,2-4 3 0,-2 4 0 16,2-4-16-16,0 0-59 0,0 0-54 0,-14-15-52 16,10 6-44-16,-1-3-50 0,-2-3-190 0,4-4-522 15,-3-6 230-15</inkml:trace>
  <inkml:trace contextRef="#ctx0" brushRef="#br0" timeOffset="58678.46">20229 13833 113 0,'4'-20'261'15,"-3"3"4"-15,0 6 13 0,2-2-15 0,1 3-11 16,-1 0-22-16,-1 5-17 0,0-3-22 0,1 2-19 15,-2 3-17-15,0-2-13 0,-1 5-33 0,7-4-22 16,-4 4-31-16,-3 0-37 0,10 2-29 0,-5 4-41 16,0-2-44-16,1 2-29 0,0 5-65 0,0-2-201 15,0-1-422-15,1 4 187 0</inkml:trace>
  <inkml:trace contextRef="#ctx0" brushRef="#br0" timeOffset="59403.58">20579 13941 45 0,'0'0'343'0,"4"-2"-24"0,-4 2-38 16,0 0-33-16,0 0-23 0,0 0-28 0,0 0-20 16,5 5-22-16,-5-1-17 0,1 1-15 0,-1 0-6 15,0 3-18-15,-1 1-8 0,-3 0-10 0,4 3 16 16,-4 1-11-16,3-1-8 0,-2 1-5 0,2 0-6 15,-2-3-6-15,2 1-10 0,1-4-6 0,0-1-2 16,-1-1-8-16,1 0 4 0,0 0-8 0,-3-1 17 16,3-4 16-16,0 5 11 0,0-5 5 0,0 0-21 15,0 0-2-15,17-9-13 0,-9 3 0 0,-1-1-3 0,2-3-7 16,3 3-9-16,2-4-3 0,-1 3-11 16,-2-2-6-16,-1 3-6 0,-1 1 2 0,-1 0-4 15,2 2-6-15,-3-1-4 0,-1 3-4 0,1-1 0 16,1 3-4-16,4 0-5 0,-2 0-3 0,4 2-4 15,2 3 0-15,4 0-5 0,0 1 5 0,7 2 1 0,5 1 0 16,0 2-2-16,3-5-5 0,0 2-2 16,5 0 4-16,-2 0 1 0,2-3 3 0,-2 0 3 15,-2-2 1-15,2 0 3 0,-6-3 3 0,-4 0 4 16,-6 0 3-16,-1-3 6 0,-4 0 24 0,-5 1 11 16,0-1 20-16,-5-1-3 0,-1-2 6 0,0 2-1 0,-2 0-10 15,-2-4 0-15,-2 4-7 0,-1-1-4 16,-3 2-4-16,-4-5-5 0,-3 3 7 0,-2 1-12 15,-5 0-6-15,0 0 0 0,-5 4-3 0,-5-1 2 16,0 1 0-16,-3 1-2 0,10 3-3 0,0 0 6 0,2-1-7 16,0 3 0-16,3 2 0 0,0-1-7 15,7 1 2-15,-1-2 2 0,0 3-2 0,2 0-3 16,4 1-10-16,0-1-1 0,3 3 5 0,2-4-2 16,2 3 3-16,2-2 3 0,1 0-1 0,3-2 4 15,3-2 0-15,-1 0-1 0,3-1 3 0,-2-1 4 0,3-3 1 16,-2-3 6-16,3-2 1 0,0-2 0 0,0-2 17 15,-1 0 3-15,1-3 4 0,-6-1 1 16,4-2-5-16,2-7 7 0,-7 3 11 0,1-7-4 16,0 0-1-16,-1-3 0 0,1-3-2 0,-2-1-3 0,-3 2-7 15,0-2-3-15,1 2-3 0,0-1 0 0,-4 5-7 16,1-2 15-16,-2 12 16 0,0 0 12 0,1 7 2 16,-1-1-14-16,0 6-3 0,-1-3-5 0,1 3-13 15,-1 1-12-15,0 1-39 0,0 3-18 16,0 0 5-16,0 0 1 0,-6 10-1 0,3 0 12 0,0 6-9 15,-5 4 5-15,0 6-1 0,1 5 7 0,0 3 4 16,3-2 0-16,-3 5 5 0,2-6 2 0,2 3 0 16,2-4 7-16,1-4-2 0,0 0 5 15,1-5 2-15,-1-4-20 0,0-1-7 0,3 0-15 16,-1-3-21-16,1-3-22 0,-2 1-24 0,5-1-34 0,-2-5-46 16,1-1-69-16,0-1-235 0,1-2-538 0,2-1 238 15</inkml:trace>
  <inkml:trace contextRef="#ctx0" brushRef="#br0" timeOffset="59719.24">21443 14072 247 0,'0'0'232'16,"0"0"-21"-16,0 0-17 0,0 0-3 0,0 0-16 16,0 0-12-16,0 0-14 0,0 0-8 0,0 0-9 15,14 2-10-15,-4-3-11 0,3 2-9 0,5-2-14 16,1-1-5-16,-1-1-8 0,2 1-8 0,1-5-5 15,-1 2-6-15,-1-2-7 0,0-2-3 0,2 1-4 16,-6-4 5-16,2 0-2 0,-2 1 8 0,-2-2 2 16,-3-3 2-16,-1 2 11 0,-2 1 5 0,-4 1 3 15,-1 2-9-15,-1-2-8 0,-1 4-10 0,-4-2-1 16,-1 6 1-16,-3-1-19 0,-4 2-2 0,-1 1-7 16,-8 2-3-16,3 7-4 0,-2-3-3 0,-2 4-5 15,-1 6 0-15,1 2-1 0,2 3-2 0,7-2 6 16,-2 4-9-16,3 1 2 0,5 3 4 0,1 0-3 15,9 1 0-15,4-1-3 0,5-2-18 0,8-2-30 16,6-3-61-16,6-2-106 0,4-4-329 0,19-3-588 16,-4-4 260-16</inkml:trace>
  <inkml:trace contextRef="#ctx0" brushRef="#br0" timeOffset="60549.33">22198 13785 250 0,'0'-4'294'0,"0"4"-27"0,0-5-28 0,0 5-23 15,0-5-27-15,0 5-23 0,0 0-20 0,0 0-13 16,0 19-12-16,-1-7-5 0,1 6-18 0,-2 8-10 15,1 3-8-15,0 3-3 0,-2 2-5 0,1 0-5 16,-3 3-8-16,2-2-4 0,0-2-6 0,-1 2 15 16,2-5-6-16,1 0-6 0,1-5-5 0,-1-6-1 15,1 1-9-15,-3-5-1 0,2-1-3 0,0-5-1 16,1 1-1-16,-2-1-17 0,2-3-13 0,-1-1-11 16,1 0-9-16,0-1-5 0,-1-2 0 0,1-2-4 15,-3 5-37-15,3-5-107 0,0 0-113 0,-6-11-150 16,7 3-471-16,-1-2 210 0</inkml:trace>
  <inkml:trace contextRef="#ctx0" brushRef="#br0" timeOffset="60837.08">22241 13969 145 0,'0'-6'303'0,"0"3"-5"0,0 0-20 0,2-1-22 16,-2 4-31-16,1-5-25 0,-1 5-21 15,0 0-16-15,0 0-20 0,10 2-12 0,-1 1-14 16,1 2-12-16,4 3-7 0,4-1-17 0,-1 2-2 15,2-1-8-15,0 3-12 0,-1 0-7 0,1-1-9 0,-3 1-5 16,-4 1-10-16,-3-6-6 0,-2 2-11 0,-2-1-5 16,-1-2-3-16,-2 1 5 0,-4 0 2 15,-2-1 5-15,-4 1-4 0,-1 1-4 0,-9-3 3 16,2 3-1-16,-5-1 2 0,1-4-2 0,-2 3 0 16,-1-3-2-16,1 0-3 0,3-1 1 0,-8 3-2 0,7-2 2 15,2-1-3-15,4-1 1 0,1 3 0 16,2-3-5-16,3 0-12 0,2 0-21 0,-2 0-24 15,8 0-25-15,0 0-50 0,-1-3-86 0,1 3-234 16,18-7-490-16,2 2 217 0</inkml:trace>
  <inkml:trace contextRef="#ctx0" brushRef="#br0" timeOffset="62252.85">22662 14132 149 0,'0'0'291'15,"0"0"-15"-15,0 0-18 0,-5-3-15 0,5 3-12 0,0 0-6 16,0 0-23-16,0 0-19 0,0 0-19 15,0 0-13-15,12-4-17 0,-3 2-14 0,5-1-13 16,3-2-11-16,2 1-10 0,-1-2-7 0,9-3-9 16,1 2-8-16,-1-2 0 0,-2-2-12 0,2 1-4 0,-7 1-4 15,-3-2-2-15,1 1-5 0,0-3-5 0,-3 3 4 16,-2 0 0-16,-5 1 13 0,1-1 12 0,-4 3 0 16,-1-2 2-16,-3 1-11 0,-1 1-7 15,-1 0-3-15,-2 3-7 0,-3-4-3 0,-4 3-6 16,-1 0-9-16,1 4 0 0,-4-1-4 0,-4 2 0 15,0 3-2-15,-1-1-1 0,3 5-3 0,-4 0-1 0,4-1-3 16,-2 5-1-16,1-3 4 0,3 5-3 16,3 0-1-16,-2-1-11 0,5 1-16 0,3-1-6 15,5 0 1-15,0 2-4 0,5 1 1 0,-1-5 8 16,10 6-7-16,0-2 5 0,12-3-5 0,-1 1-1 0,7-3 2 16,0-4 1-16,4 0 4 0,1-4 3 0,-2 0 3 15,2-3 4-15,-4-2 1 0,-3 0 3 0,-1-4 2 16,-4-1 17-16,-6 0 16 0,2 0 24 0,-6-3 17 15,-2 2 21-15,0-2 35 0,-6 2 29 0,2 3 23 16,-2-4 10-16,-2 2 3 0,-1 5-5 0,0-1-11 16,-1 0-15-16,0 1-15 0,1 1-14 0,-2 0-18 15,-2 3-17-15,3-2-9 0,-1-1-23 0,-2 3-26 16,0 0-28-16,0 0-23 0,0 0-13 16,0 0 3-16,0 0 2 0,0 0 4 0,-1 15 6 0,-2-7-5 15,1 1 3-15,-1 1-4 0,0 1-16 0,1-1-11 16,1-1 1-16,0 3-8 0,0-4 13 0,-1-1-28 15,4-2 13-15,-2 0 10 0,1-2 9 0,0 3 7 16,0-3 15-16,2 0 18 0,-3-3 16 0,7 0 5 16,-7 0 0-16,11-5 1 0,-5 3-1 0,4-5-2 15,-1 1 2-15,0-1-8 0,0-1 1 0,3 1-2 16,-2-3-3-16,0 1 2 0,-3 1-3 16,0 2 4-16,1-2 2 0,-3 3-4 0,1 1-2 15,-2-1 5-15,0 1-3 0,-3 1-14 0,3 0 7 0,0 1-11 16,-4 2-12-16,5-3-7 0,-5 3 0 0,0 0-6 15,17 5 1-15,-7-2-11 0,3 2-5 0,5 2-11 16,1-1-4-16,9 5-3 0,1-2 1 0,3-1 2 16,3-1-12-16,-2 3-15 0,-1-5-2 0,2 0-3 15,-2 1 0-15,3-3-1 0,-6-3 8 0,-2 0 9 16,-6-2 11-16,-2-1 13 0,-7 1 20 0,0-3 27 16,-3 0 20-16,-1 0 4 0,-3-4 7 0,-1 3 15 15,-2-5-1-15,-1 3-2 0,-2 0 6 0,0-1-10 16,-3 4-1-16,-1-4-4 0,0 5-4 0,-3-1-6 15,-2-1 0-15,0 4 5 0,-3-3-4 0,0 3 2 16,-1 1-2-16,0 1-15 0,-3 1-5 0,-2 2 0 16,0 2 4-16,1 1 0 0,3 0 0 0,5 0 0 15,-4 2-4-15,5 0-1 0,1 3 2 0,-1-4 0 16,1 5-8-16,2-3-20 0,2 2-5 0,3-2-5 16,-1 3 3-16,2-4 2 0,2 2 0 0,2 0 6 15,2-2 3-15,3-2 1 0,0 1 4 0,0-3 3 16,2-1 7-16,0-1 0 0,0-2 0 0,-1-1 8 15,1-2 14-15,0-2 9 0,0 0 2 0,-2-3 15 16,3-4 9-16,2 1 18 0,-4-4 1 0,-3-2 28 16,0 0-6-16,2-2-12 0,-2-6 24 0,-1-1-1 15,0-4-3-15,-1-1-5 0,-1 0-9 0,-1 0-2 16,1 2-21-16,0 0 2 0,-2 2-1 0,0 5-4 16,-1 5 2-16,0 0-1 0,0 7 5 0,-1 1-9 15,2-2-4-15,-5 6-11 0,4 0-5 0,-1 2-11 16,0 3-35-16,2-8-48 0,-2 8-32 0,0 0 10 15,0 0 7-15,0 0 8 0,-2 21 6 0,0-5 14 16,2 3-3-16,-1 7 13 0,-1-1-17 0,2 5-22 16,-2-2-22-16,2 3-31 0,0 1-29 0,1-3-33 15,-1 0-41-15,4-4-46 0,-2-2-266 0,2-8-594 16,0-1 262-16</inkml:trace>
  <inkml:trace contextRef="#ctx0" brushRef="#br0" timeOffset="63070.63">24052 14016 211 0,'0'0'294'0,"-1"-3"-17"0,1 3-24 0,-3-4-27 15,3 4-20-15,0 0-18 0,0 0-16 0,0 0-23 0,0 0-18 16,0 0-8-16,8-2-11 0,-8 2-13 16,15 0-13-16,-6-1-18 0,5 1-14 0,4-2-13 15,0 2-11-15,1-3-10 0,-1 2-4 0,2-2-10 16,1-2-7-16,-1 0 3 0,0-2 0 0,-4 0-2 15,-2 0 7-15,-1-4 8 0,0 2 9 0,-4 2 12 0,0-3 18 16,1 2 11-16,-4-1 1 0,-2 2 3 0,0 2 6 16,-1-2-7-16,-2 1-7 0,0-1-8 15,-2 3-6-15,-2-1-5 0,-1 2-7 0,-1 1-6 16,-1 0-2-16,-7 1-6 0,4 1-5 0,-2 3-1 16,-2-1-3-16,0 2-2 0,-1 2 2 0,-1 0-1 0,2 2-6 15,0 1 2-15,1 4-5 0,3-4 6 16,-1 2-28-16,4-2-5 0,1 3-7 0,3-1 2 15,2-2-2-15,1 3 7 0,4-4 2 0,1 1 2 16,2-4 3-16,2 2-1 0,2-2 16 0,4-2 3 0,2-1 2 16,5 0 4-16,-5-4 8 0,4 0 9 15,-3-1 15-15,0-4 21 0,0 0 22 0,-5-1 20 0,2-1 30 16,-2-1 0-16,-4 2 23 0,-1 2 17 16,-3-2 14-16,-1 3 3 0,-1 0-3 0,1 1-11 15,-1 1-15-15,1 0-16 0,-3 0-20 0,0 1-14 0,-2 2-17 16,5-4-34-16,-5 4-27 0,4-2-34 15,-4 2-29-15,0 0-29 0,0 0-2 0,0 0 4 16,0 11 5-16,-4-5 9 0,4 5 1 0,-1-4-5 16,-3 3 2-16,2 0 2 0,0-1-17 0,0-1 0 15,0-3 4-15,1 3-8 0,1-2 2 0,0-2 7 0,0 0 6 16,0-4 12-16,1 7 23 0,3-7 17 16,0 2 14-16,-4-2 6 0,13-2 11 0,-6-1 7 15,1-1 1-15,4-1 1 0,-2 0 6 0,0 0-7 16,-1-2-4-16,1 0-2 0,-1 1 7 0,-1-1-6 0,1 3 0 15,-3 2-6-15,2-1-3 0,0 0-5 0,-3 1-1 16,2 0-8-16,1 0-9 0,-2 2-9 16,2 2-16-16,4-1-16 0,-5 1-12 0,4 0-18 0,1 2-22 15,-3 1-19-15,0-3-15 0,1 4-16 16,-1-1-13-16,-1-1-7 0,1-2-1 0,1 1 1 0,-5-1 12 16,3-2 9-16,-3 0 15 0,4-2 8 0,-4-1 12 15,0-2 24-15,-1 0 6 0,3-3 23 0,-1 0 17 16,-2-5 23-16,-1 4 21 0,0-3 24 0,1-2 19 15,0-1 22-15,0-1 31 0,-2 0-7 0,4-1 2 16,-3 0-7-16,2 1-19 0,-1 1 24 0,2-1-4 16,-2 6-5-16,0 0 1 0,0 3-4 0,-2 2-9 15,0-1-7-15,-1 0-16 0,0 2-17 0,1 3-26 16,-2 1-38-16,2-3-20 0,-2 3 2 16,0 0 4-16,1 12 7 0,-2-4 2 0,1 9 9 0,0 1-1 15,-1 5 3-15,-2 2-20 0,1 1-19 0,0 2-37 16,0-1-33-16,-3 0-32 0,2-1-36 0,1-6-44 15,0-8-41-15,1 1-230 0,1-3-554 0,0-2 245 16</inkml:trace>
  <inkml:trace contextRef="#ctx0" brushRef="#br0" timeOffset="63337.43">24742 13873 158 0,'-1'-5'286'0,"-3"1"-18"16,-1 1-12-16,2 0-11 0,-2 0-2 0,5 3-21 15,-1-4-22-15,1 4-11 0,10-1-18 0,2 0-15 16,3 1-16-16,3-2-15 0,13 2-12 0,1-2-9 16,3 3-11-16,4-2-8 0,13-2-11 0,-1 3-9 15,-14-2 5-15,0-1-16 0,-5 0-7 0,-10 1 1 16,-3-1 30-16,-5 2 29 0,-1-2 24 0,-3 1 23 16,2 0-10-16,-7-1-11 0,-1 1-20 0,-1 1-17 15,-1-3-30-15,-2 4-32 0,0 0-52 0,-9-3-43 16,-1 3-51-16,-2 0-49 0,-1 3-59 0,2-3-92 15,-6 4-286-15,3-2-647 0,5 2 287 0</inkml:trace>
  <inkml:trace contextRef="#ctx0" brushRef="#br0" timeOffset="64568.55">26722 13767 47 0,'1'-5'358'0,"0"-1"-23"15,0 2-6-15,1 2-33 0,-2 2-27 0,0-4-34 16,0 4-26-16,2-6-23 0,-2 6-26 0,0 0-15 16,0 0-25-16,0 0-6 0,13 10-19 0,-8-1-9 15,2 0-9-15,0 2-13 0,1 4-5 0,-1 2-4 0,0 0-6 16,3 0-5-16,-2 1 5 0,-2-1-14 15,2 3-5-15,-1-6-1 0,-3-2-6 0,1-2 4 16,-1 0-4-16,0-1-1 0,-3-4-1 0,3 0 0 16,-2 0 38-16,0-2 33 0,-2-1 45 0,1 2 34 15,-1-4 42-15,5 3 33 0,-5-3 7 0,0 0 16 0,9-9-19 16,-1 1-30-16,2-2-22 0,-1-4-19 16,5 0-11-16,-1-2-25 0,5-10-5 0,0 0-17 15,1 1-12-15,-1 2-12 0,0 3-16 0,-7 5-9 16,1 0-8-16,-3 4-8 0,0 1-3 0,-2 3-2 15,2 0-8-15,-4-1-16 0,0 4-19 0,3 1-18 0,-3-3-26 16,-1 5-25-16,9-2-27 0,-4 2-19 16,2 1-20-16,3 1-4 0,4 3-21 0,0 2-13 15,8 1-12-15,2 4-12 0,1-3-11 0,-1 2-3 0,3-3 4 16,-2 3 1-16,2-3 10 0,0-1 13 0,-2 1 18 16,-1-5 12-16,-7 1 16 0,0-3 13 0,-2-3 12 15,-2 0 22-15,2-1 30 0,-7 1 25 16,1-4 31-16,-3 2 33 0,-1 0 33 0,0-3 12 0,-4 4 12 15,0-3 16-15,-2 2 7 0,0 3-4 0,1-1-18 16,-2-4-2-16,-1 2-11 0,-1 5-9 0,-5-4-17 16,0 2-6-16,-2 1-7 0,-7-1-7 0,1 4-7 15,-6 0-1-15,1 1-6 0,-1 2-4 16,-3-1-3-16,4 4 3 0,-3-1-10 0,-3 5-3 0,2 3 3 16,0 2 1-16,5-5-4 0,3 0-11 0,3 2-34 15,-1-2 6-15,3-2-8 0,3 0-21 0,2-2 5 16,-1-2 0-16,1-1 12 0,4 2 8 0,-4-4 20 15,7 1 28-15,-3-4-6 0,5 5 35 0,1-1 6 16,6-3 6-16,-2-2 6 0,4-5 0 0,2 1-10 16,4 0-6-16,-1 1-1 0,0-4-2 0,0 2-20 15,1 1 13-15,0-2-11 0,-1 1 8 0,-5-1-4 16,0 4-3-16,-1-2-4 0,0 1-4 0,-3-1-6 16,2 3-8-16,-1 1-23 0,-1 0-16 0,-1 1-26 15,3-1-32-15,-2 2-38 0,2 1-43 0,-4 0-37 16,0 3-54-16,-1-2-60 0,-2-1-350 0,1 2-736 15,-2-1 326-15</inkml:trace>
  <inkml:trace contextRef="#ctx0" brushRef="#br0" timeOffset="65020.61">27832 13730 251 0,'9'-8'316'0,"0"0"-13"16,2 2-23-16,-2 2-28 0,2-1-25 0,-1 1-25 15,1 3-17-15,1 1-27 0,-1 2-12 0,-2 3-12 16,3-1-12-16,-5 4-15 0,2 1-10 0,0-1-8 16,-4 2-10-16,3 2-12 0,-3 4-5 0,0 2-2 15,-5 1-7-15,0-1-4 0,-5-1-6 0,1-2-6 16,0 1-2-16,-1-4-7 0,0-3 1 0,1-1-8 16,2-4 0-16,-1 4 0 0,3-3 11 0,-4-1 15 15,3-2 18-15,-1 1 45 0,2-3 36 0,0 0-1 16,0 0-21-16,0 0-19 0,7-9-6 0,1-1-17 15,2 3-8-15,2-8-6 0,3 2-8 0,6-8-4 16,-1 2-9-16,0-1 0 0,0 2-9 0,2 0-4 16,0-2-2-16,-8 8-5 0,4-2 2 0,-5 5 0 15,-3 1-2-15,-1 0 4 0,-1 3-2 0,-2 0 3 16,-2 1-5-16,1 0-5 0,-1 1 1 0,-3 2-15 16,2-2-13-16,-3 3-14 0,0 0-3 0,0 0-5 15,9 4-4-15,-9-4-1 0,2 7-3 0,-2 1 3 16,2-1-1-16,-2 3 5 0,-2 4 16 0,2 3-7 0,-1 0 5 15,0 2-7-15,1-1 8 0,-3-2 3 0,3 1-1 16,-1-1 1-16,1-5 3 0,-1-1 5 0,-1-1-20 16,0-1-20-16,3 0-4 0,-1-4-22 15,-1 1 1-15,1-1-5 0,0 1 2 0,0-5 10 0,0 4-4 16,0-4-24-16,0 0-96 0,0 0-103 0,-4-16-333 16,4 4-670-16,-3-2 296 0</inkml:trace>
  <inkml:trace contextRef="#ctx0" brushRef="#br0" timeOffset="65227.17">28284 13545 9 0,'1'-6'429'0,"-1"1"3"0,0 3-38 0,0 2-30 15,2-7-43-15,-2 7-35 0,0-3-36 0,0 3-55 16,0 0-61-16,0 0-49 0,0 0-39 0,0 0-56 16,0 0-68-16,1 12-78 0,-2-7-295 0,1 2-487 15,0-2 216-15</inkml:trace>
  <inkml:trace contextRef="#ctx0" brushRef="#br0" timeOffset="66639.63">28845 13721 33 0,'0'0'203'0,"-13"-3"-17"0,8 6-27 16,-5 1-8-16,2 0-19 0,-1-3-8 0,-2 4-18 16,3 4-6-16,-1-3-12 0,-3 3-10 0,5-2-5 0,-2-1-10 15,3 3-6-15,1 1-2 0,-2-2-2 16,2 1 2-16,4-4 2 0,0 0 2 0,-1-1 0 16,2 1 8-16,0-5 12 0,2 6 16 0,-2-5 20 15,2 2 15-15,-2-3 18 0,7 3 16 0,-7-3 9 0,11-6 2 16,-6 2-9-16,4-3-10 0,-2-1-14 0,3 0-8 15,-2 0-6-15,-1 0-14 0,0 2-7 16,0 0-11-16,-3 3-9 0,-1-5-1 0,0 6-14 16,1-2 0-16,0 1-16 0,-4 0-10 0,4 1-5 0,-4 2-25 15,5-4-8-15,-5 4-25 0,0 0-17 0,0 0 5 16,0 0-6-16,9 5 9 0,-8-1-2 0,2 1 6 16,-2-1 1-16,3 4 3 0,1 2 3 15,0-2-2-15,-1 3 0 0,2-4 8 0,-2 1 0 16,0-3 5-16,4 3 2 0,-2-4 0 0,-1 1 1 0,3-2 11 15,0-3 4-15,3-1-4 0,1-1 2 0,-2 1-6 16,3-6 9-16,2-2 8 0,3-5-4 0,-3 4 0 16,4-7 7-16,-6 1 7 0,2 0 8 0,2-3-2 15,2-3 0-15,-1 0 3 0,-3-4 3 0,1 2-4 16,-3-3 0-16,-1 0-8 0,-1 4 5 0,-4 5 17 16,-2 2 19-16,3 1 33 0,-2 7-3 0,-6-1-9 15,3 2-10-15,-2 0-12 0,2 2-17 16,-1 2-36-16,-2 1-42 0,0 2-34 0,0 0-8 0,0 0 14 15,0 0 3-15,-9 19-4 0,-1 1 7 0,3-2 1 16,-2 7 3-16,-2 4 5 0,-1 0 8 0,3 2 6 16,0-1-8-16,1 1 9 0,2-1 9 0,2 0-12 15,1-3 5-15,6-1 3 0,-2-6-2 0,2-2 4 16,3-2 5-16,2-4-11 0,-2-2 22 0,3-1 8 16,0 0 9-16,2-4 10 0,1-4 11 0,2-1 0 15,5-1-1-15,-2-1 11 0,-1-5 14 0,2 0 2 16,-4 0-3-16,0-3-8 0,-1-2 2 0,-3-2-9 15,2 2-8-15,-6 1-4 0,1-2-9 0,-2 2-2 16,-3 2-7-16,1-1-5 0,-3 4-3 0,-2-2-6 16,0 2-19-16,-2 1-6 0,0 0-10 0,-1 0-7 15,0 3-7-15,-1-2-19 0,-1 4-27 0,7 0-8 16,-10 0-13-16,10 0-14 0,-10 4-7 0,6-2-12 0,-1 1-5 16,1 2 8-16,4-2 16 0,0-3 12 15,0 9 12-15,5-6 12 0,0 2 9 0,7-3 5 16,-1 1 4-16,7-1 6 0,0-2 6 0,0-1 4 15,4-3 8-15,-1 1 2 0,6-6 8 0,0-1 7 16,-9 1 16-16,6-3 19 0,-5-1 18 0,2-1 14 16,-1-6 16-16,-2 2 23 0,-2-2 10 0,1-2 20 15,-2 0 21-15,-3-3 7 0,0 8 6 0,-1-6 0 16,-5 4-9-16,2 2 18 0,-3 2-1 0,2 5 3 16,-5-1-8-16,2 3-18 0,-1 1-10 0,-2 4-13 15,-1-4-24-15,0 5-28 0,2-1-29 0,-2 3-39 16,0 0-28-16,0 0 4 0,0 0-1 0,-2 14 2 15,-2-2-3-15,0 5 9 0,-2 6 5 0,0 3 2 16,3 3 5-16,-6 0 3 0,5 1 6 0,-3 1 1 16,3-2-28-16,2 0-15 0,2-2-30 0,-1-6-21 0,1-2-23 15,-2-1-27-15,0-3-31 0,2-3-38 16,0-1-40-16,0-3-40 0,0-1-42 0,0-2-187 16,0-3-578-16,0-2 256 0</inkml:trace>
  <inkml:trace contextRef="#ctx0" brushRef="#br0" timeOffset="67020.39">29948 13641 233 0,'6'-3'270'0,"-2"-1"-7"16,4-1-8-16,-3 2-15 0,3 0-5 15,-3-2-3-15,-1 3-5 0,-1-2-10 0,0 3 4 16,0-1-20-16,-3 2-7 0,3-3-26 0,-3 3-4 16,3-5-19-16,-3 5-18 0,0 0-12 0,0 0-21 0,0 0-9 15,0 0-9-15,0 0-10 0,-15 1-10 0,6 4-10 16,-3-1-3-16,-1 1-2 0,1-2-10 0,0 4-3 16,-6 1-3-16,4-1-7 0,3 2 2 15,1-1-8-15,0 2 5 0,3 5-6 0,-3-2 2 0,6 4-19 16,0-1 4-16,3 2 3 0,2-3-2 0,0 2-1 15,4 0 1-15,4 0 4 0,0-1-3 0,2 1-1 16,-1-4 0-16,-1 0 2 0,-2-2 3 16,2-5-4-16,-2 2 0 0,-1-4 1 0,-5 2-2 0,3-1-2 15,0-3-11-15,-3 1-16 0,-1-3-10 0,-1 6-5 16,-3-3-24-16,-7-2-64 0,-10 1-93 0,-11-5-378 16,2-1-655-16,-1-1 290 0</inkml:trace>
  <inkml:trace contextRef="#ctx0" brushRef="#br0" timeOffset="76762">3780 15925 131 0,'0'0'308'0,"0"0"-7"0,0 0-20 0,0 0-13 15,0 0-20-15,0 0-22 0,0 0-24 0,0 0-21 16,0 0-19-16,0 0-6 0,0 0-16 0,0 0 9 15,0 0-13-15,0 0-9 0,0 0-7 0,0 0-15 16,0 0-14-16,0 0-4 0,0 0-12 0,0 0-8 16,0 0-5-16,16-2-4 0,-6-1-22 0,4 3-24 15,9-3-34-15,5 0-37 0,1 2-39 0,-1 0-43 16,2 0-47-16,0-2-60 0,-7 3-248 16,-2 0-537-16,-3 0 238 0</inkml:trace>
  <inkml:trace contextRef="#ctx0" brushRef="#br0" timeOffset="77017.82">3847 16107 149 0,'-4'2'225'0,"2"1"-8"0,2-3-19 16,0 0-15-16,0 0-16 0,0 0-16 0,11 0-19 16,2 0-11-16,1-2-17 0,4-2-33 15,1 2-49-15,3-2-65 0,8-1-74 0,-12 1-147 16,3-3-285-16,-1 0 126 0</inkml:trace>
  <inkml:trace contextRef="#ctx0" brushRef="#br0" timeOffset="77175.38">4109 15855 2727 0,'-1'-5'263'0,"-2"3"-94"0,2-1-53 0,1 3-27 15,-4-4-15-15,4 4-24 0,0-5-22 0,0 5-8 16,0 0-6-16,0 0-5 0,0 0-4 0,18 5 2 15,-8 2-4-15,8-1 1 0,6 6 8 0,2 1 5 16,-3 4-3-16,1-1-9 0,0 0 13 0,-2 3 0 16,-3 0-1-16,-6-4-2 0,0 2-5 0,-4 0-11 15,-4 0-11-15,-5-1-11 0,-1 2-8 0,-8 4-6 16,-8 2-18-16,3-3-41 0,-9-1-54 0,0-4-98 16,-5 1-261-16,1-4-551 0,-1-4 244 0</inkml:trace>
  <inkml:trace contextRef="#ctx0" brushRef="#br0" timeOffset="83251.22">5567 15756 114 0,'0'-5'241'0,"1"1"-15"0,-2 0-11 0,2-1-18 0,3 3-17 15,-4 2-18-15,0-5-16 0,0 5-18 0,0 0-14 16,0 0-13-16,-4-6-17 0,4 6-10 0,0 0-13 16,0 0-2-16,-1 13-10 0,1-2-5 0,0 1-3 15,-4 4-2-15,3 4-11 0,0-1 0 0,-1 9-5 16,1-10-3-16,1 8-1 0,0-6-2 0,0 4-1 16,1-6-3-16,1 1-3 0,0-2 2 0,0 4-1 15,0-7-3-15,-1-2 19 0,4-1 1 0,-1-1 6 16,0 1 3-16,-3-4 13 0,3-3 7 15,0 3 13-15,0-3 13 0,1-4 10 0,1 1 8 16,2-2 0-16,2-2-6 0,3-4-14 0,4 0-2 0,-1-5-1 16,-3-1-2-16,9-3-7 0,-2-1 7 0,-2-4-20 15,4-1-7-15,-2 0-7 0,-6 0 1 0,4 0-4 16,-1-2-5-16,-6 2-3 0,1 5 10 16,-4 0 5-16,-2 3 11 0,0 0 19 0,-2 3 7 15,1 2 4-15,-2-1-7 0,-2 3 5 0,2 2-12 16,-1-2-3-16,-1 4-4 0,1-2-5 0,0 1-7 0,-2 1-9 15,0 3-10-15,2-4-12 0,-2 4-24 0,0 0-8 16,1-3-22-16,-1 3-25 0,0 0-4 0,0 0 7 16,0 0 4-16,0 14 11 0,-1-5 2 15,-2 2 0-15,0 1 3 0,0 5 5 0,-1-2 0 16,2 2-3-16,-1 0 11 0,-1 2 2 0,0-3 0 16,-2 1 2-16,3-1 3 0,1-4 4 0,-1-2-1 0,2 1-1 15,-2 0 0-15,2-2 6 0,-2 0-3 0,3 1 1 16,0-5 3-16,0 0-1 0,0 2 5 0,0-5-4 15,0 3 11-15,0-2-10 0,0-3 12 16,3 7 5-16,-3-5 1 0,1 1 6 0,6-2 4 16,-1 0 7-16,9-2-12 0,6 0-12 0,6-2-54 15,8-4-73-15,2 0-111 0,21-10-167 0,-3-3-220 0,0-4-668 16,-5-4 296-16</inkml:trace>
  <inkml:trace contextRef="#ctx0" brushRef="#br0" timeOffset="84182.47">6243 15870 14 0,'1'-4'347'0,"-1"4"-26"0,0-4-18 15,0 4-27-15,0 0-27 0,0 0-25 0,0 0-29 16,0 0-22-16,0-4-24 0,0 4-24 0,0 0-13 16,0 0-4-16,-4 12-23 0,3-3-7 15,-4 0-8-15,1 2-7 0,0 3-7 0,1-2-6 0,-1 6-7 16,-1-4-1-16,-3 7-6 0,4-5 0 0,0 0-7 16,-1-5 0-16,3 5-4 0,-4-5 0 0,4-1-1 15,1-3-5-15,-1-2 0 0,1 1 2 16,1-2 12-16,0-4 19 0,-1 5 13 0,1-5 20 15,0 0 33-15,-3 6 22 0,3-6 1 0,0 0-15 16,0 0-9-16,16-14-11 0,-9 7-15 0,9-5-6 0,-4-2-8 16,2 1-19-16,-1-2-14 0,5-1-9 0,-5 3-10 15,-3 3 3-15,2-1-8 0,-6 5-2 16,3-2-2-16,-4 3-3 0,1 0 11 0,-2 3-22 16,0-1-10-16,-4 3-16 0,8-3 2 0,-8 3-8 15,0 0-1-15,15 4 1 0,-10 0 0 0,2-1 3 16,0 6-5-16,2-3 2 0,-1 0-4 0,2 4 13 15,-3-3-9-15,3 1-3 0,0-1 1 0,0 2 1 16,3-1 2-16,-3-4-4 0,3 2 5 0,-3-2-1 16,3-2-1-16,1-1 7 0,-1-1-2 0,1-3 9 15,2 0-2-15,-4 1 2 0,-1-5 7 0,1 1 6 16,1-2 11-16,-2-1 11 0,0 1 13 0,-1 0 3 16,-3-1 8-16,1 1 15 0,0 1-8 0,-2 0 5 15,-1 2 3-15,-1 1-5 0,0 0-2 0,-4 4-14 16,5-6-1-16,-5 6-2 0,5-3-9 0,-5 3-9 15,4-3-10-15,-4 3-14 0,0 0-9 0,0 0 1 16,0 0-1-16,0 0 3 0,0 0 0 0,2 10-2 16,-2-10 4-16,3 9-5 0,-3-3 9 0,0 1-4 15,1 0 7-15,-1-2 1 0,0 2-5 0,3 1 5 16,-3-3-2-16,1 0-8 0,-1-5-25 0,0 9-10 16,0-4-21-16,3-2-17 0,-3 1-21 0,0-4-15 15,-3 5-10-15,3-5-6 0,0 4-4 0,0-4-45 16,0 0-86-16,0 0-265 0,-9-11-583 0,4 1 258 15</inkml:trace>
  <inkml:trace contextRef="#ctx0" brushRef="#br0" timeOffset="84421.28">6668 15746 118 0,'0'-5'340'0,"-1"1"-7"16,1 4-18-16,0-8-25 0,0 8-26 0,-2-4-25 15,2 4-32-15,0 0-19 0,0 0-34 0,0 0-28 16,0 0-27-16,6-4-33 0,-6 4-42 0,9 3-51 15,-9-3-54-15,9 5-59 0,-4-1-61 0,0 1-185 16,3-2-418-16,-3 0 185 0</inkml:trace>
  <inkml:trace contextRef="#ctx0" brushRef="#br0" timeOffset="85450.8">7067 15725 28 0,'1'-4'335'0,"-1"4"-23"0,0-5-13 0,0 5-29 15,0 0-28-15,4-1-25 0,-4 1-26 0,0 0-20 0,0 0-25 16,0 0-12-16,0 0-16 0,4 6-2 0,-3 0-22 16,2 3-9-16,-3 2-13 0,0 5-4 0,0-1-7 15,-4 2-7-15,2 3-8 0,-1 6-4 0,-1-1-6 16,0 3 0-16,-4-4-5 0,1 2-4 15,4-7-1-15,1 8-1 0,-2-12-4 0,1 2 1 16,1-3-8-16,1 1 3 0,-1-4-4 0,1-1-1 16,1-4 0-16,-1 1 4 0,2-4 6 0,-1-3 20 0,-1 9 21 15,1-9 31-15,-3 5 35 0,6-3 31 0,-3-2 26 16,0 0-8-16,0 0-16 0,5-10-21 16,-1 4-11-16,-2-1-12 0,3-4-16 0,1-4-21 15,-1-2-27-15,4-2-25 0,-2-5-19 0,-3 6-16 16,0-2-22-16,-3 3 0 0,1-1-5 0,-5 5 1 15,0 2-3-15,-2-1-2 0,0 1-8 0,-7-2 7 16,1 8-7-16,-3-4 9 0,-4 4 3 0,2 0-2 16,-1 3 9-16,-2-1-4 0,6 6 2 0,-1-1 0 15,1 3 3-15,-2 2-4 0,3-2 11 0,2 2-7 16,1 0-19-16,4 0-15 0,0-1 2 0,2 3 7 16,3 0-1-16,3 0 9 0,3 0 2 0,5-1 7 15,4 0 5-15,5-1 1 0,10-1 3 0,0-4 4 16,2-1 0-16,2-2 5 0,0-3 2 0,2-1 0 15,-4-4 2-15,2 3-1 0,-1-6 6 0,-8 2 2 16,0-5 11-16,-2 3 10 0,-10 1 11 0,5-1 13 16,-5 0 25-16,-3 4 13 0,-1 2 18 0,-4-2 12 15,-1 5 4-15,2-1-8 0,-2 1-11 0,0-1-13 16,-4 4-5-16,5-6-12 0,-5 6-21 0,4-2-14 16,-4 2-18-16,0 0-3 0,0 0-4 0,0 0-3 15,0 16 3-15,-1-5-1 0,-2-2 1 0,-1 6 2 16,3-1-3-16,-4 1 0 0,0-4 3 0,1 2-12 15,3 0 7-15,-2-2 7 0,-2 1-11 0,5-6-8 16,-1-1 0-16,1 1 1 0,0-6-6 0,-3 8 17 16,3-8 18-16,3 3 13 0,-3-3-1 0,0 0-1 15,0 0-2-15,0 0-4 0,24-11-3 0,-16 5-5 16,1 1 1-16,2-1-1 0,1-3-1 0,3 3-8 16,-5-2 3-16,-2 2-7 0,3 1-14 0,0-2 0 15,-4 2-6-15,0 1-11 0,0 0-4 0,0 2-17 16,-1 0-11-16,-6 2-17 0,10 0 2 0,-10 0-6 15,13 0-3-15,-13 0-6 0,13 3 4 0,-8-1-5 16,4 2-1-16,-3-1-3 0,2 1-1 0,1 1 3 16,0-1-2-16,-4 0 6 0,4 0 6 0,-4 0 6 15,3 0 12-15,-2-1 6 0,-2-1 5 0,1-1 9 16,-1 1 17-16,0 0 20 0,2-1 2 0,-6-1 10 16,8 0 6-16,-8 0 6 0,10 0 3 0,-4-1 0 15,3-1 0-15,-1 0 2 0,1-1-2 0,2-2 7 16,0 1 9-16,-1-2 3 0,5 2-1 0,-6-2 5 15,6-4 2-15,-3 5-1 0,1-2 2 0,-2-2 3 16,-2 3 3-16,2-5 5 0,-1 4 9 0,-4-3 15 16,3 4-2-16,-5-5 9 0,2 7 9 0,-2-2 2 15,-1 2-2-15,-1-1-10 0,-1 1-14 0,-2 1-13 16,1 3-9-16,-8-6-7 0,-3 5-9 0,1 2-5 16,-9 5-3-16,-2-1-3 0,2 2-6 15,0 3-3-15,2-2-3 0,-2 3-2 0,5 1 4 0,1-1-17 16,3 1-19-16,2 3 0 0,6-5 4 0,0 4-4 15,6 1 3-15,5-1 3 0,5-4 5 0,11 7-6 16,5-6 6-16,10-2 3 0,15-4 4 16,4 0-3-16,2-1-1 0,-1-4 6 0,4 0-9 0,-5-2 5 15,-3-1 3-15,-19-1 3 0,-1 1-2 16,-4 1 5-16,-12 2 12 0,-1-3 21 0,-6 2 20 0,-3 0 12 16,-2-2 7-16,-3 2 2 0,0 0-16 0,-5 1-24 15,0 0-36-15,0 0-42 0,0 0-54 0,-20-9-52 16,6 9-54-16,1 0-70 0,-2 1-94 15,-5 1-333-15,5-2-755 0,0 1 334 0</inkml:trace>
  <inkml:trace contextRef="#ctx0" brushRef="#br0" timeOffset="86162.9">9501 15507 29 0,'0'-7'338'16,"3"2"-10"-16,-3 3-17 0,0 2-21 0,0-7-37 0,1 4-25 15,-1 3-29-15,0 0-25 0,0 0-24 0,0 0-14 16,3 17-16-16,-3-2-12 0,0 6-9 15,-3 5-10-15,2 3-8 0,-2 5-10 0,2 1-8 16,0-1-5-16,-3 1-5 0,1-1-7 0,2 1-7 16,-3-2-2-16,2-2-2 0,-1-2-3 0,2-2 0 0,-3-2-5 15,2-6-3-15,-1-2 0 0,0-3 2 16,3-4-8-16,-3 2-12 0,1-3-28 0,1-2-20 16,0-2-20-16,-1 0-20 0,2-1-13 0,0-4-18 15,-1 4-78-15,1-4-296 0,0 0-526 0,0 0 233 16</inkml:trace>
  <inkml:trace contextRef="#ctx0" brushRef="#br0" timeOffset="86933.39">9587 15709 140 0,'0'-2'318'0,"-3"-1"-17"0,3 3-26 15,-2-4-27-15,2 4-29 0,-4-2-28 0,4 2-17 0,0 0-19 16,0 0-16-16,0 0-13 0,15 7-13 15,-4-3-9-15,4 4-14 0,-1 0-4 0,5 0-9 16,-2 0-12-16,-1 1-3 0,1-1-9 0,-7-3-11 16,2 2-19-16,-2 0-11 0,-5-2-8 0,-1 0-12 15,1 1-5-15,-1-2 3 0,-4 1-2 0,-1-1 5 16,-7 3 2-16,-4-1 2 0,-4 2-2 0,-6-4 3 0,-5 8-2 16,-2-7 0-16,2 2 3 0,0 0-2 15,-1-2 2-15,0 2-2 0,0-2 2 0,5-1 0 16,6-1-2-16,-2-1 0 0,7 1-12 0,2-1-17 15,3-1-15-15,3-1-9 0,4 0-17 0,0 0-5 16,0 0-19-16,0 0-11 0,38-3-5 0,-10-2-10 16,7 1-19-16,2-1 12 0,17-1 16 0,4 0 38 15,5-4 27-15,4 3 12 0,22-5 3 0,-33 7 1 16,4 1 10-16,2-3 1 0,-8 0 5 0,1 0-6 16,-15 1 9-16,-3 1 8 0,-1-2 22 0,-4 2 21 15,-8-2 30-15,-5 4 32 0,-6 0 29 0,-2-2 21 16,-3 2 16-16,0-1-5 0,-3 0-6 0,-3 0-4 15,1-1-18-15,-3 1-14 0,-5 0-8 16,1 0-6-16,-1 0-12 0,-3 2-4 0,-2 0-16 0,-8-2-9 16,-1 5-10-16,2-1-2 0,-4 3-9 0,-5 1-2 15,6 0-5-15,-7 4-4 0,5-3-7 0,2 3-1 16,-6 1 3-16,8 0-3 0,-1-1-8 0,2 3 0 16,1-3-4-16,0 4-1 0,5-4-4 0,2 2 0 15,1-1-17-15,3 1-1 0,2 0 0 0,0-1-5 16,4 0 4-16,4-2 2 0,0-2 5 0,3 2 4 15,4-1 2-15,5-1-3 0,1-3 5 0,-1 1 1 16,3-2-3-16,1-4 5 0,7-2 2 0,0-1-3 16,-7-1 6-16,-1-2 15 0,-3-1 5 0,6-5 5 15,-9 2 19-15,1-3 4 0,0-8 2 0,1 2 1 16,-3-4 1-16,-1-3 3 0,-3 0-3 16,0-4 6-16,-3 0-6 0,1 2 11 0,-3-1 3 0,-3-4-8 15,3 10 10-15,-3-2-3 0,-1 8 11 0,3 8-2 16,-6 1 2-16,3 0-7 0,0 1-11 0,0 0-14 15,0 5-21-15,0 0-32 0,0 5-24 0,0 0 2 16,0 0 7-16,-13 14-3 0,7 3-1 16,-3 1-7-16,0 7 14 0,1 3-9 0,0 5-1 0,1 2-11 15,-1-2-11-15,3 0-19 0,0 1-13 0,0-1-14 16,3-6-18-16,2-1-14 0,2-1-19 0,-2-8-20 16,3 1-13-16,0-6-11 0,2-2-17 0,1 1-17 15,1-5-24-15,2-1-15 0,1-1-36 0,2-2-151 16,-3-5-480-16,4 0 212 0</inkml:trace>
  <inkml:trace contextRef="#ctx0" brushRef="#br0" timeOffset="87282.77">10562 15793 69 0,'0'0'228'0,"0"0"6"0,-4 2-2 0,4-2-10 16,0 0-14-16,0 0-13 0,0 0-10 0,0 0-19 15,0 0-14-15,0 0-15 0,13-1-8 0,-13 1-4 16,14-6-22-16,-8 5-7 0,3-3-7 0,3 1-7 16,-3-2-12-16,1 2 3 0,0-2-15 0,3 0-7 15,-1-1-5-15,-1 1-4 0,1-2-5 0,0 1-3 16,-1 0-3-16,-1 0-1 0,-2 1 10 0,-2 0 8 16,1-2 9-16,-1 3 10 0,-2-1 7 0,-1 3-1 15,0-2 0-15,-2 0-2 0,2-3-3 0,-1 4-7 16,-2 3-5-16,-6-4-19 0,2 2-1 0,-2-1-9 15,6 3-1-15,-19 2-4 0,6 2-2 0,-6-1-2 16,1 4-12-16,0 4 8 0,-3-1-7 16,6 1-3-16,-3 1-4 0,5 1 1 0,3 1 5 15,0-2-6-15,2 5 7 0,6-2 4 0,4-1-7 0,7 3 7 16,10 0 5-16,11-2-18 0,5-4-33 16,15 1-63-16,8-5-82 0,3-6-109 0,0-4-292 15,2-3-628-15,2-5 278 0</inkml:trace>
  <inkml:trace contextRef="#ctx0" brushRef="#br0" timeOffset="88050.58">12189 15648 173 0,'-4'-4'283'0,"4"0"-14"0,-1-2-32 0,1 6-26 15,-3-4-18-15,3 4-23 0,-2-3-20 0,2 3-18 16,0 0-14-16,-20 7-10 0,10 2-17 0,-4 4-11 16,0 0-6-16,-4 6-9 0,0 2-6 0,1 2-9 15,1 0-7-15,3-2-3 0,-1 1-4 0,4 0-3 16,3-4 1-16,0-1-5 0,3-1 21 0,2-3-5 16,0-1 10-16,2 0 0 0,2-3 9 0,0 0 8 15,3-3 9-15,3-1 0 0,1-2-1 0,4-2 6 16,4-1 13-16,2-4-12 0,0-2-1 0,1 0 8 15,-5-3 4-15,6-1-3 0,-5-1 5 16,-3-3-3-16,-1 0-8 0,-1-3-8 0,-5 0-2 0,0-1-22 16,-1-2-18-16,-5 2-12 0,0-1 4 0,-4-1-18 15,-1 3-8-15,0 1 9 0,-3 2-14 0,-1 3-17 16,0 4-7-16,0-1-12 0,-2 3-14 16,-1 1-14-16,3 0-16 0,-2 1-22 0,-1 1-21 15,7 2-34-15,-2-2-34 0,7 2-25 0,-7 4-12 16,7-4-18-16,0 0-255 0,0 0-543 0,19 1 240 0</inkml:trace>
  <inkml:trace contextRef="#ctx0" brushRef="#br0" timeOffset="88415.78">12509 15441 108 0,'3'-5'359'0,"-2"-2"-8"15,1 3-32-15,0-1-26 0,-2 0-34 0,0 5-34 0,2-6-27 16,-2 6-21-16,0 0-21 0,0 0-16 0,0 20-15 15,-4-5-13-15,-2 4-11 0,1 11-11 0,0 4-11 16,-6 10-4-16,1 1-7 0,4-9-10 0,-1 10-4 16,2-12-5-16,2-3-10 0,2 1 2 15,1-3-6-15,1-3 6 0,4-2-12 0,-2-7-1 16,0-4 2-16,0-3 8 0,0 1 5 0,1-2-2 0,-2-3 10 16,1-2 3-16,1 1 9 0,-1-4 6 0,2 3 12 15,-5-4 4-15,0 0-4 0,13-5-4 0,-9 0 1 16,-3-1-10-16,1-1-19 0,-2-2-26 15,-3-4-7-15,-5-2-12 0,-3-2-5 0,-6-5 13 16,-3 0-16-16,1 4 4 0,-2 1 12 0,6 3 9 16,0 3 6-16,2 0 7 0,0 4-3 0,4 2-11 0,1-2 1 15,2 5-2-15,2-2-5 0,4 0-8 0,0 4 5 16,10-4-10-16,8 2 2 0,13-3-18 16,10 2-41-16,20-4-47 0,4 0-46 0,29-3-52 15,-4 1-80-15,-27 0-383 0,25-5-719 0,-28 3 318 16</inkml:trace>
  <inkml:trace contextRef="#ctx0" brushRef="#br0" timeOffset="89132.66">14199 15648 73 0,'1'-5'319'0,"-1"0"-22"16,1 1-16-16,-2 0-24 0,2 0-22 16,-1 4-22-16,-2-4-27 0,2 4-17 0,-3-6-24 15,3 6-12-15,-9 0-16 0,9 0-12 0,-16 7-11 16,4-1-13-16,-3 2-5 0,-3 2-12 0,1 3-9 15,-7 3-7-15,2 0 3 0,3 0-12 0,3 0-3 0,-1 1-4 16,4-2-7-16,2 1-3 0,1-1 3 16,7-3 1-16,-1 1 1 0,3-1 0 0,1-3 3 15,2 2 9-15,4-5 3 0,2 3 3 0,4-6-1 16,6 1 5-16,1-3-9 0,4-1 3 0,-3-2-5 16,10-2-7-16,-4-7 4 0,-7 6 10 0,-2-4 9 15,0 0-4-15,0-3 15 0,-5-1-2 0,1 2-3 16,-3-3-3-16,-2 0-1 0,-4-2-12 0,0 3-9 15,-2-4-15-15,-4 5-2 0,-3-2-11 0,-2-1-8 16,2 4-23-16,-5 2-21 0,-4-3-19 0,0 4-19 16,-3 1-20-16,0 1-16 0,1 1-28 0,3 2-23 15,-1 2-42-15,8 0-41 0,-3 0-256 0,9 1-549 16,-13 1 244-16</inkml:trace>
  <inkml:trace contextRef="#ctx0" brushRef="#br0" timeOffset="89832.67">14421 15593 8 0,'0'0'324'0,"7"-2"-26"0,-7 2-25 0,8-4-27 16,-8 4-27-16,8-1-26 0,-8 1-18 0,0 0-19 16,18 7-19-16,-12-4-15 0,2 4-10 0,2-1-10 15,3 3-5-15,-3 0-16 0,-2 4-5 0,3-1-8 16,1 2-5-16,-7-1-9 0,2 2-2 0,-5-4 2 15,3 0-11-15,0 0-6 0,-2 0-3 0,-2 0 5 16,-1-2-8-16,0-2 0 0,3 0 3 0,-3-2-2 16,0 0 3-16,0 0 10 0,0-2 5 0,0 0 8 15,0-3 25-15,0 0 14 0,0 0-11 0,0 0-15 16,0 0-7-16,6-10-12 0,-1 2-10 0,4-2-6 16,3-1-28-16,3-2-14 0,5-4-8 0,2 0-13 15,6 0-8-15,2 0-3 0,3 3-3 0,0 0 3 16,0 1 6-16,2 6-12 0,-3-3-4 0,-3 3 9 15,2 0 0-15,-11 2 4 0,3 0 6 16,-7 2 2-16,-3 2 2 0,-2 0 4 0,0-3 13 16,-3 2 16-16,-2 1 13 0,-6 1 11 0,9 0 3 15,-9 0 4-15,7-3-3 0,-7 3 0 0,0 0-6 16,0 0-5-16,0 0 5 0,0 0-9 0,-20 7-1 0,12-4 1 16,-4-1-9-16,0 5 0 0,-5 1 0 15,-5-2 0-15,5 3-2 0,-2-1-2 0,2 3-2 16,2-1 0-16,-2 3-1 0,2-4-8 0,1 2 3 15,0 1 1-15,6-2 0 0,1 0 10 0,1-2-15 16,2 1-7-16,1-4 2 0,3 2 5 0,0-1-5 16,3 0 2-16,1-1 4 0,3-2 8 0,3 0 0 0,2 0 0 15,2-3 3-15,0 0-2 0,5-4 1 16,0 0 3-16,-5-1 1 0,4-3 2 0,-1-1 15 16,-2-3 1-16,1-1 14 0,-4-1-3 0,1-3 26 15,1-3-15-15,-2-4 15 0,-3 0 9 0,-3-1 7 16,3-1 2-16,-1-4 14 0,-3-2-7 0,1-2 5 15,-2 4-2-15,2-2-4 0,-6 4-7 0,1 1-3 16,2 8 3-16,-3 3 1 0,0 4 5 0,0 3-3 16,0-1-10-16,0 3-9 0,0 2-16 0,0 0-23 15,0 5-33-15,0-7-38 0,0 7-4 0,0 0-2 16,0 0 11-16,-14 20 1 0,10-5 5 0,-2 4 3 16,-2 10 11-16,2 2-4 0,-1 1-1 0,2 0-39 15,1 0-17-15,3 1-19 0,0-2-17 0,6 1-28 16,-4-2-17-16,4-3-26 0,3-2-23 0,-4-9-31 15,2 1-23-15,-1-6-24 0,3-2-283 0,-2-2-617 16,2-5 274-16</inkml:trace>
  <inkml:trace contextRef="#ctx0" brushRef="#br0" timeOffset="90148.54">15175 15698 113 0,'5'-3'154'0,"-1"-2"14"0,-4 5 11 16,5-7 6-16,-5 7 5 0,0 0 1 0,5-3 1 16,-5 3-10-16,0 0-9 0,3-3-17 0,-3 3-6 15,0 0-20-15,0 0-13 0,2-6-11 0,-2 6-9 16,0 0-12-16,0 0 0 0,0 0 4 0,0 0 5 15,0 0 5-15,0 0-4 0,0 0-1 0,0 0 1 16,4-2-5-16,-4 2-2 0,0 0 1 0,13-4-6 16,-4 2-3-16,1 1-12 0,2-2-9 0,2-2-6 0,-2 1-1 15,5-3-11-15,1 2 2 0,0-2-5 16,2 1 1-16,-6-3-16 0,4 1 11 0,-5-2-10 16,-4 3 3-16,1-2-8 0,-2 1 13 0,-2 0 4 15,-2 4 8-15,1-3 1 0,0 2-2 0,-4 0-7 16,-1 5-6-16,-1-5-11 0,1 5-2 0,-10-4-3 15,10 4 3-15,-15 2-10 0,2 2 0 0,1 2-5 16,2-2-1-16,0 3-5 0,-3 3 3 0,4 0 0 16,-1 2-2-16,0 2 2 0,2 1-34 0,-1 2-21 15,3-2-29-15,3 2-25 0,-1-3-36 0,3 1-35 16,2-5-49-16,5-1-70 0,-1 0-261 0,2-3-608 16,2-4 269-16</inkml:trace>
  <inkml:trace contextRef="#ctx0" brushRef="#br0" timeOffset="90414.71">15558 15507 311 0,'4'-5'322'0,"0"1"-33"0,-1 0-26 16,-3 4-28-16,7-1-21 0,-7 1-13 0,0 0-15 16,22 9-18-16,-16-1-15 0,7 2-10 0,1 2-15 15,-3 4-8-15,0 1-12 0,-5-3-8 0,1 2-9 16,-2 3-6-16,-4 5-7 0,-1-3-9 15,-2-3-4-15,-2 0-7 0,0-1 1 0,-3-3 2 16,1-4-11-16,-1-2-6 0,-1 1-3 0,0-3 1 0,4-1 10 16,-1 1 6-16,0-4 10 0,5-2 9 0,0 0 11 15,-9-9 3-15,8 0-6 0,2-2-9 0,4-7 0 16,9-5-16-16,-1 0-26 0,9-2-29 16,2-4-50-16,2 2-47 0,1 3-42 0,-1-2-50 15,1 1-57-15,1 2-76 0,-1 3-257 0,-1 3-622 16,-2 1 276-16</inkml:trace>
  <inkml:trace contextRef="#ctx0" brushRef="#br0" timeOffset="91365.58">16647 15279 253 0,'0'-4'325'0,"0"-1"-13"16,1 1-9-16,3 0-8 0,-4 1-19 0,0 3-22 16,1-5-27-16,3 3-28 0,-4 2-26 0,0 0-12 15,0 0-32-15,0 0-22 0,0 0-16 0,0 0-2 16,0 10-15-16,0 2-7 0,0 2-7 0,-5 12-8 15,1 0-4-15,3 0-7 0,-4 3 0 0,-1 2 3 16,3 1-33-16,-1 0 3 0,0-2-6 0,-3 2-3 16,4-4 6-16,-2-3-5 0,2-4 0 0,2 3 0 15,0-8-1-15,-2-1 0 0,2-1 2 0,0-7 2 16,-1 0-4-16,1-1 9 0,0-2 28 0,1 1 24 16,0-5 51-16,1 5 1 0,-1-5 26 0,-1 3 20 15,1-3 10-15,0 0-13 0,0 0-20 0,0 0-9 16,2-12-18-16,-2 4-19 0,0-2-24 15,2-4-12-15,-2-3-19 0,1-7-18 0,-1 4-9 0,3-7-15 16,-2 3-2-16,1-4-7 0,1-4-6 0,0 2 0 16,1-1-3-16,0 1 5 0,0 0 2 0,-2 0-3 15,1 6 6-15,1-3 0 0,0 9 1 0,0 1-1 16,1 0 5-16,-4 5 12 0,3 2-5 0,-3 3 9 16,3-1-3-16,-4 2 0 0,4-1-1 15,-3 4-7-15,-1 3 5 0,3-7-4 0,-3 2-18 16,0 5-25-16,0 0 0 0,0 0 4 0,0 0 7 0,0 0-9 15,-13 28 8-15,0-12-2 0,1 6 3 0,-8 6 7 16,-1 4-2-16,-7 5-26 0,-3-2-35 0,-1 6-40 16,10-14-40-16,-1 2-51 0,0-2-58 0,2-1-99 15,0-6-232-15,2-1-656 0,7-7 290 16</inkml:trace>
  <inkml:trace contextRef="#ctx0" brushRef="#br0" timeOffset="91883.03">16445 15777 152 0,'0'0'160'16,"-2"3"-19"-16,2-3-3 0,0 0-9 0,-7 1 0 0,7-1 5 16,0 0 11-16,0 0-1 0,0 0-1 15,0 0-4-15,0 0 5 0,0 0-2 0,0 0 3 16,0 0 5-16,0 0-5 0,0 0-1 0,23-3-12 16,-5 0-19-16,4 0-5 0,7-2-7 0,6 0-4 15,-1 1-20-15,3-1-9 0,-1-2-1 0,1 2-4 16,-5 1 0-16,-2 0-13 0,-9 0-2 0,0 1-6 15,-6 1-6-15,-2 0 8 0,-2 1 1 0,-6 0 0 16,4 0 5-16,-9 1 4 0,10-3-13 0,-10 3-19 16,4-1-20-16,-4 1-23 0,0 0-25 0,0 0-25 15,-14-3-26-15,14 3-31 0,0 0-35 0,-19 3-46 16,15-3-36-16,-3 1-224 0,7-1-508 0,0 0 225 16</inkml:trace>
  <inkml:trace contextRef="#ctx0" brushRef="#br0" timeOffset="92156.59">17080 15726 70 0,'5'0'493'0,"-5"0"-9"0,0 0-22 15,0 0-31-15,0 0-40 0,0 0-41 0,0 0-38 16,8 0-48-16,-8 0-58 0,0 0-79 0,5-2-97 15,-5 2-110-15,0 0-141 0,15-3-333 0,-7 2-599 16,-8 1 266-16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4:12:53.41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2523 1548 56 0,'-1'-2'277'0,"1"2"-2"0,0 0-21 16,-3-6-6-16,3 6-14 0,0 0-10 0,0 0-19 15,0 0-16-15,0 0-25 0,0 0-19 0,0 0-15 16,0 0-19-16,3-5-22 0,-3 5-15 0,0 0-9 16,0 0-7-16,-1 20-10 0,1-8-1 0,0 5-13 15,0 12 2-15,-3-3-4 0,1 3-1 16,4 5-5-16,-4-5-1 0,2 4 0 0,-2 0-7 16,2-1 3-16,0-2-4 0,0-1 1 0,2-2-1 15,-2-6 0-15,-2-3-2 0,4 1-2 0,-2-7-3 16,0 0 3-16,0-1-1 0,2-5-2 0,-2 1 7 15,0-2-3-15,0-5 28 0,0 8 23 0,0-8 21 16,0 5 13-16,0-5 23 0,0 0-10 0,0 0-27 16,0 0-25-16,0 0-27 0,4-18-18 0,-1 6-17 15,-1-5-39-15,2 1-46 0,-1-11-20 0,4 0-12 16,2-2-16-16,0-2-17 0,-5 0 3 0,2 2 8 16,-5 0 4-16,2 4 19 0,1-1 18 0,-3 0 21 15,-1 8 24-15,-4 1 26 0,3 0 29 0,-2 0 27 16,1 0 22-16,-3 5 15 0,2 0 16 0,2 0 8 15,-4 2 11-15,2 1 1 0,2 0 9 0,-2 1 3 16,2-1 0-16,0 3-7 0,-3 0-3 0,4 6 2 16,0-6 2-16,0 6-11 0,0-10-10 15,0 10-16-15,0-4-7 0,0 4-4 0,1-3-10 0,-1 3-10 16,9-8-1-16,-1 7-3 0,3-4-10 0,2 3-2 16,5 1-20-16,1-1-5 0,2-1-9 0,-1 1-7 15,-2 2-27-15,3 0-7 0,-5 0-14 0,0 0-21 16,-5-1-27-16,3 2-27 0,-4-2-43 0,3 1-30 15,-4-1-52-15,0 0-45 0,-9 1-170 0,0 0-522 16,0 0 231-16</inkml:trace>
  <inkml:trace contextRef="#ctx0" brushRef="#br0" timeOffset="429.27">2532 2056 225 0,'-5'1'230'0,"0"2"-20"0,2 0-17 16,3-3-16-16,-3 4-11 0,3-4 8 0,-6 3-12 15,6-3-10-15,0 0-2 0,0 0-7 0,0 0-5 16,0 0-8-16,17 5-11 0,-2-8-13 0,6-1-6 16,7-4-12-16,4 3-9 0,-1 1-9 0,3-1-5 15,-3-2-8-15,-6 3-2 0,-3-1-10 0,-3 0-1 16,-1-1-7-16,-5 1-6 0,-3 5 5 0,-1-2-6 15,-4-1 9-15,1 2 4 0,-6 1-1 0,11-3 0 16,-11 3-11-16,4-3-11 0,-4 3-14 0,0 0-18 16,0 0-22-16,0 0-19 0,-21-2-24 0,11 0-26 15,-3 4-23-15,3-2-36 0,0-2-57 16,-2 1-223-16,-1 0-479 0,4 0 213 0</inkml:trace>
  <inkml:trace contextRef="#ctx0" brushRef="#br0" timeOffset="781.44">2630 1838 125 0,'-7'2'328'0,"7"-2"-24"16,0 0-25-16,-5 0-17 0,5 0-17 0,0 0-20 15,0 0-18-15,0 0-25 0,0 0-14 0,0 0-17 16,0 0-12-16,0 0-20 0,25-2-6 0,-4 1-12 16,8-3-14-16,0 1-11 0,2-1-5 0,1 4-7 15,-5-5-16-15,-9 4 6 0,1-3-4 16,-1 2-5-16,-4 0-5 0,-5-1-20 0,-1 3 16 16,-1 0-2-16,-7 0 0 0,11-1 10 0,-11 1 2 15,7-2 6-15,-7 2 5 0,0 0 3 0,9-3-17 16,-9 3-16-16,0 0 10 0,5-2-18 0,-5 2-11 15,0 0-17-15,0 0-24 0,0 0-19 0,0 0-25 16,0 0-25-16,0 0-41 0,0 0-31 0,0 0-49 16,-24 0-65-16,24 0-196 0,0 0-523 0,0 0 232 15</inkml:trace>
  <inkml:trace contextRef="#ctx0" brushRef="#br0" timeOffset="1233.83">3414 1707 377 0,'0'0'402'0,"5"-6"-19"0,-5 6-31 0,0 0-26 0,0 0-40 16,0 0-24-16,0 0-35 0,0 0-27 16,6-1-28-16,-6 1-26 0,0 0-26 0,0 0-6 15,0 0-15-15,-9 14-21 0,3-5 1 0,-2 6-2 16,-1-1-13-16,-5 2-1 0,4 1-5 0,-10 4-7 15,0 2-6-15,1-4-20 0,6-3 17 0,-3 0-7 16,6-3-5-16,-3-1-1 0,4-4-11 0,4 2 9 16,-3-2-8-16,2-4 3 0,1 0-2 0,5-4-4 15,-7 7 39-15,7-7 22 0,-9 2-5 0,9-2-4 16,0 0 9-16,-7-13 10 0,4 3 5 0,2-2 9 16,-2-5-11-16,3 0-5 0,0-3-9 0,-1-5-4 15,5 5-3-15,-3 2 0 0,2 3 14 0,-1-2 10 16,2 8 4-16,-4-3-1 0,1 4-4 0,2 3-12 15,-3-2-12-15,1 3-17 0,-1 4-15 0,4-5-10 16,-4 5-26-16,0 0-10 0,0 0 3 16,9 10 3-16,4-3-2 0,1 8 4 0,9 4-9 15,0 2-3-15,-1-3 4 0,1 4 3 0,2-2-8 16,-1-2-2-16,-1-1-23 0,-1 0-19 0,0 0-43 16,-8-5-12-16,4-4-20 0,-5 2-24 0,-3-3-30 15,0-2-26-15,-2 1-25 0,-2-3-26 0,-6-3-66 16,6 2-358-16,-6-2-745 0,6-11 330 0</inkml:trace>
  <inkml:trace contextRef="#ctx0" brushRef="#br0" timeOffset="1498.35">3852 1634 453 0,'0'0'504'0,"-2"-7"-31"0,2 7-30 16,2-8-37-16,-2 8-39 0,0-6-37 0,0 6-35 15,0 0-28-15,0-5-52 0,0 5-57 0,0 0-57 16,0 0-90-16,0 0-76 0,0 0-86 0,0 0-76 15,0 0-75-15,14 9-245 0,-6-4-592 0,-6 3 263 16</inkml:trace>
  <inkml:trace contextRef="#ctx0" brushRef="#br0" timeOffset="1642.83">3897 1991 29 0,'-1'4'311'0,"-2"1"10"15,3-5 4-15,-1 7-1 0,1-7 6 16,0 0-11-16,0 0-21 0,-3 6-23 0,3-6-27 15,0 0-27-15,0 0-29 0,0 0-41 0,4 4-64 0,-4-4-92 16,0 0-99-16,0 0-110 0,17-12-304 0,-11 5-562 16,3-1 249-16</inkml:trace>
  <inkml:trace contextRef="#ctx0" brushRef="#br0" timeOffset="1982.42">4246 1845 123 0,'0'0'330'0,"-7"5"-27"0,7-5-8 0,0 0-28 0,0 0-14 16,0 0-20-16,0 0-19 0,-5 2-17 0,5-2-20 15,0 0 1-15,0 0-14 0,0 0-3 16,0 0-21-16,0 0-15 0,0 0 3 0,0 0-21 15,0 0-8-15,0 0-6 0,0 0-15 0,27-5-5 16,-13 3-10-16,-1 0 9 0,2-1-15 0,-2 1-12 16,6 1 13-16,-6-2-2 0,0 2 2 0,-3-1-5 15,-1 0 4-15,0 1-1 0,-3-1-1 0,-6 2-1 16,12-2-5-16,-12 2-4 0,8-1-17 0,-8 1 2 16,0 0 3-16,10-2-18 0,-10 2-31 0,0 0-29 15,0 0-46-15,0 0-43 0,0 0-55 0,0 0-43 16,0 0-86-16,0 0-282 0,0 0-649 0,0 0 287 15</inkml:trace>
  <inkml:trace contextRef="#ctx0" brushRef="#br0" timeOffset="4282.92">5802 1501 157 0,'0'-6'187'15,"-1"5"-3"-15,1 1-10 0,0 0-2 0,0 0-9 16,0-7-13-16,0 7-14 0,0 0-10 0,0 0-11 16,-4-2-13-16,4 2-15 0,0 0-9 0,0 0-12 15,0 0-14-15,0 0-7 0,0 0-9 16,0 0-5-16,0 0-6 0,-4 10-3 0,0-6-3 16,3 3 1-16,1-4 1 0,0 2-12 0,-3 2 4 15,2 0-4-15,1 0 5 0,1 1-6 0,3 1 3 16,1 1 1-16,3-3 0 0,6 1 1 0,0 1-2 0,7 1-3 15,4 0 1-15,1 1 1 0,1-4-3 16,0 4 6-16,-1-2-6 0,-4-6 0 0,-4 3-2 16,0 0 0-16,-5-1-3 0,-2 1-8 0,1-2-1 15,-3 3-6-15,-3-3 0 0,-1 6 5 0,-5 0-3 16,-4 2 2-16,-1 2 4 0,-9 1 4 0,-4 4-3 16,-1 1 3-16,-8 3-2 0,-1-7 0 0,1 3-2 15,2-3 2-15,-3 0 3 0,3-1 1 0,-3 2 2 16,5-1-2-16,5-7 2 0,4 4 2 0,0-6-4 15,3 0 1-15,2 2-1 0,-1-4 4 0,3 1-5 16,3-1 6-16,-1-1 11 0,4 0 3 0,1-4 9 16,0 0 2-16,8 11 1 0,1-9-7 0,4 1 6 15,9-1-7-15,-3 0 2 0,11-4-5 0,1 1 0 16,-2 0-3-16,3 0-1 0,-3 2-3 0,-2-2-1 16,1-1 2-16,-9 2-6 0,-1 0-3 0,0-2 8 15,-5 1-8-15,-3 1 5 0,-10 0 3 0,12 0-1 16,-12 0 0-16,12 0-6 0,-12 0 5 0,8-1-4 15,-8 1-6-15,0 0-3 0,0 0-6 16,8-3-18-16,-8 3-32 0,0 0-35 0,0 0-43 16,0 0-37-16,-32-2-207 0,19 1-409 0,4-2 181 15</inkml:trace>
  <inkml:trace contextRef="#ctx0" brushRef="#br0" timeOffset="4690.64">5749 1867 2 0,'0'0'148'16,"-4"2"-18"-16,4-2 3 0,0 0-6 0,-2 3 8 15,2-3 0-15,0 0-6 0,0 0-4 0,0 0-7 16,0 0-2-16,18 2-11 0,-9-5-11 0,5 1 0 16,8 0-15-16,6-2-10 0,4-2-3 0,4-1-2 15,3 2-5-15,0-2-4 0,-1 3-7 0,-1-2-4 16,-1 2-2-16,-4 0-8 0,-2 0-1 0,-9 1-4 15,-2 2-1-15,-6 0-3 0,-3-1 6 0,0 2 9 16,-10 0-1-16,14 0 3 0,-10-1 3 0,-4 1-5 16,8-4-9-16,-8 4-6 0,0 0-11 0,0 0-20 15,0 0-21-15,0 0-32 0,0 0-35 0,0 0-23 16,0 0-42-16,-29-1-44 0,29 1-115 0,-9-1-345 16,9 1 152-16</inkml:trace>
  <inkml:trace contextRef="#ctx0" brushRef="#br0" timeOffset="5039.3">6632 1763 127 0,'0'0'258'15,"0"0"-4"-15,-6 1-10 0,6-1 1 0,0 0-12 16,0 0-15-16,0 0-14 0,0 0-22 0,0 0-21 15,0 0-10-15,0 0-16 0,0 0-22 0,29-7-23 16,-9 5-40-16,0-1-41 0,6-1-48 16,-3 2-54-16,4-5-65 0,-6 2-66 0,-3 2-136 15,2-2-390-15,-8 1 172 0</inkml:trace>
  <inkml:trace contextRef="#ctx0" brushRef="#br0" timeOffset="5182.49">6676 1867 103 0,'-5'2'177'16,"1"0"4"-16,2 2-4 0,2-4 3 0,3 5 1 16,5-5-12-16,5-1-18 0,10 2-9 0,9-4-21 15,5 2-36-15,15-4-59 0,3-2-74 0,0 0-96 16,1-5-107-16,-4 0-271 0,-13 2 121 0</inkml:trace>
  <inkml:trace contextRef="#ctx0" brushRef="#br0" timeOffset="5969.22">7764 1593 22 0,'-3'-4'205'16,"-1"0"-17"-16,-1 3-12 0,0-4-17 0,-4 3-14 15,0-2-15-15,-2 4-12 0,-1-1-8 0,-1 0-10 16,-3 4-11-16,-2 2-8 0,0 0-8 0,-1 0-8 16,0 7-6-16,1-1-6 0,-4 4-2 0,-1 0-14 15,6 1 2-15,3-1-4 0,2 0-5 16,2-1-2-16,-1 3-1 0,5 0 14 0,1 0 6 16,3-5 8-16,0 5 2 0,2-4 0 0,1-2 3 15,3-1-3-15,-2 0 2 0,5-2 7 0,-2-4 4 16,5 3 3-16,-1-5 4 0,3 1 4 0,2-3 6 0,2-4-2 15,3-1 3-15,-2 1 8 0,0-7 2 16,-1 2-8-16,0-2 5 0,0-1-9 0,5-4 2 16,-7 2 2-16,-1 1 10 0,-1 1 6 0,-4 3 8 15,0 1 15-15,-1 0 5 0,-2 3 2 0,-1-2-6 16,1 5-7-16,-1-2-14 0,-3 0-13 0,2 2-12 16,-3 2-11-16,5-5-17 0,-5 5-20 0,0 0-23 15,1-1-18-15,-1 1-22 0,0 0 7 0,0 0-7 16,-1 14 14-16,1-7-2 0,-4 5 5 0,3 0-3 15,-3 2 2-15,0 1-1 0,3 2 7 0,-2-1 1 16,2-4-1-16,1 1 2 0,-2-3 0 0,-1 1 6 16,6-3-2-16,-3-1-4 0,2-1 2 0,-2 0 10 15,1-1 5-15,2-2 0 0,0 1 14 0,-1-1 11 16,2-1 12-16,6-2-3 0,-1-1-5 0,4-3-3 16,6-3-8-16,-1 1-21 0,9-6-50 0,0-2-75 15,-2-3-104-15,2-1-121 0,1-2-429 0,-1 1-832 16,-3-4 368-16</inkml:trace>
  <inkml:trace contextRef="#ctx0" brushRef="#br0" timeOffset="7829.34">8387 1388 57 0,'0'-5'282'16,"0"1"-7"-16,-1-1-7 0,0 2-14 0,1 3-11 16,0-7-19-16,0 4-17 0,0 3-24 15,0 0-22-15,-3-3-25 0,3 3-27 0,0 0-20 16,0 0-10-16,-9 13-9 0,0 1-10 0,-5 11-6 15,-1 3-4-15,-8 14-6 0,1 4-2 0,0-5-6 16,3 5 0-16,0-1-10 0,9-1 3 0,2-10 1 0,3-2-3 16,0 1 10-16,5-3-2 0,5-1 4 15,4-3-1-15,1-2-4 0,7 0-5 0,2-6-19 16,9 0-20-16,1-7-41 0,3-1-59 0,2-4-63 16,0-5-98-16,2-2-176 0,-6-6-484 0,1-2 216 15</inkml:trace>
  <inkml:trace contextRef="#ctx0" brushRef="#br0" timeOffset="8349.79">8676 1584 19 0,'1'-3'237'0,"-1"3"-26"0,8-4-23 15,-3 3-18-15,4-1-22 0,-9 2-14 0,17 6-13 16,-8-2-11-16,3 1-11 0,-1 4-8 0,-2 0-7 16,2 6-10-16,-3-2-9 0,-1 5-3 0,0 2-6 15,-4-2-8-15,-1 8-2 0,-4-2-7 0,0 2 1 16,-7-2-4-16,1-6 3 0,-3 6-8 0,-1-10-1 15,2 3 4-15,0-2-5 0,-3-1 5 0,3-2 9 16,2-4-3-16,1-2 6 0,-1 2 7 0,4-4 5 16,0-1 27-16,2-1 25 0,2-2 40 0,0 0 31 15,0 0 0-15,0 0-20 0,0 0-15 0,0 0-19 16,10-23-16-16,4 8-7 0,4-3-10 0,4-4-10 16,-2-2-12-16,1 1-14 0,0-3-3 0,2 1 2 15,-5 1-12-15,1 5-5 0,-7 4-3 0,-1 3 4 16,-3 2-7-16,-3 0 13 0,2 3 6 0,-5 3-1 15,3-2-6-15,-1 3-11 0,-4 3-4 0,4-5-22 16,-4 5-13-16,0 0-20 0,0 0-1 16,0 0 1-16,-13 14 8 0,4 0-6 0,-4 1 6 15,2 7-3-15,-5 2 7 0,5-2 2 0,3 3 0 16,1 0 3-16,1-5 7 0,3 4-29 0,3-7 4 16,2 1-14-16,2 0-8 0,5-3-16 0,5-1-27 15,0-2-45-15,9 0-59 0,5-6-96 0,3 0-320 16,-1-8-662-16,1-2 293 0</inkml:trace>
  <inkml:trace contextRef="#ctx0" brushRef="#br0" timeOffset="8963.66">9415 1758 5 0,'-17'0'230'0,"4"2"-9"16,3 1-13-16,1-2-19 0,0 0-14 0,3-1-19 16,1 2-17-16,-2-1-13 0,7-1-13 0,-6 2 7 15,6-2 4-15,0 0 1 0,-8 0-7 0,8 0-6 16,0 0-4-16,0 0-1 0,0 0-1 0,0 0-6 16,0 0 1-16,0 0-5 0,0 0-2 0,0 0-1 15,0 0-10-15,0 0-4 0,0 0-9 0,0 0-6 16,0 0-8-16,0 0-6 0,0 0-5 0,0 0-2 15,0 0-1-15,0 0-8 0,0 0-4 16,0 0 2-16,0 0-5 0,0 0 2 0,0 0-5 0,0 0 1 16,0 0-5-16,0 0-2 0,0 0-2 0,0 0 0 15,0 0 2-15,0 0-7 0,0 0 0 0,0 0-2 16,0 0-2-16,0 0 5 0,0 0 5 0,0 0-9 16,0 0-3-16,0 0-1 0,0 0 2 15,0 0 0-15,0 0-5 0,0 0 3 0,0 0-4 16,0 0 2-16,0 0 4 0,0 0-3 0,22-6 2 15,-11 5-2-15,8-2 4 0,2 0-3 0,7-1 3 16,5 2-2-16,0-3-2 0,3 0 1 0,3 0 3 16,-5 0-7-16,4 3 5 0,-4-5-2 0,-5 2-5 15,-7 2-18-15,-3 1-7 0,0-2-22 0,-7 1-15 16,-2 0-26-16,-5 1-35 0,3-2-29 0,-6 0-31 16,-2 4-16-16,-2-8-22 0,-6 3 2 0,-2 2-2 15,-2-3-172-15,-4-1-428 0,-1 3 190 0</inkml:trace>
  <inkml:trace contextRef="#ctx0" brushRef="#br0" timeOffset="9181.66">9528 1606 259 0,'-1'-4'274'0,"1"4"5"16,-3-6 8-16,3 6-1 0,-1-6-5 0,1 6-8 16,-1-5-11-16,1 5-18 0,0 0-9 0,-3-6-25 15,3 6-9-15,0 0-41 0,0 0-21 16,0 0-26-16,0 0-20 0,0 0-18 0,0 0-5 15,0 0-15-15,-6 17-5 0,2-6-3 0,0 5-6 0,3 0-2 16,-2 4 0-16,2 4-5 0,0-5-3 0,1 6-25 16,-3-6-24-16,6 8-22 0,-3-11-16 0,1 6-35 15,0-3-30-15,2-2-34 0,-3-1-37 16,0-5-63-16,1-1-272 0,2-4-568 0,-2-2 251 16</inkml:trace>
  <inkml:trace contextRef="#ctx0" brushRef="#br0" timeOffset="9786.84">9983 1500 292 0,'0'0'347'0,"-1"-4"-21"15,1 4-35-15,0 0-25 0,0 0-28 0,-4-4-25 16,4 4-35-16,0 0-28 0,0 0-33 0,0 0-18 16,0 0-6-16,0 0-29 0,0 0-10 0,9 21-25 15,-5-13-19-15,0 2-10 0,1 1-11 16,1 2-6-16,2 1-10 0,-3-4-11 0,3-1-1 16,-4-1 0-16,4-1 2 0,-3 2 6 0,1-6 2 15,-1 2 2-15,1-2 6 0,0 1 6 0,1-4-3 16,-7 0 5-16,13-3 13 0,-4 2 4 0,-2-5 14 15,1-1 10-15,-2-1 2 0,3 2 18 0,0-4 4 16,-4 1 4-16,3 1 11 0,-4 1 1 0,2 0 13 16,-2 2 0-16,1-2 3 0,-1 4-6 0,-4 3-11 15,5-5-5-15,-5 1-13 0,0 4-16 0,0 0-7 16,9 2-11-16,-4 0-4 0,-1 5-2 0,1 3-4 16,2 7-1-16,-1 2 4 0,0 7-3 0,-2 5-1 15,0 0-3-15,-3 5 5 0,-1-2-1 0,-5 1 0 16,2 0 6-16,-4-1-8 0,3-3 0 0,-2 1-4 15,-2-6-4-15,-1-2 0 0,0-7-1 0,0-1 5 16,1-3 2-16,2-3 4 0,1-2 6 16,-3-4 2-16,1-1 13 0,0-3 2 0,7 0 13 0,-19-4 10 15,10-1 37-15,0-3 7 0,3-2 14 16,1-1 11-16,1-6-7 0,4-8-9 0,-1-2-12 0,6-2-13 16,2-2-13-16,6-3-1 0,5-12-13 0,-3 14-10 15,3 0-1-15,3 2-6 0,-5 3-9 0,5 2-2 16,-2 2-4-16,-1 3-1 0,-4 7-4 15,0 2 1-15,-4 4-7 0,-3-1 5 0,-1 1-9 16,2-2-30-16,-1 6-47 0,-4-2-40 0,2 4-39 16,0 1-51-16,-5 0-38 0,0 0-59 0,12-1-45 15,-12 1-222-15,0 0-613 0,7-3 271 0</inkml:trace>
  <inkml:trace contextRef="#ctx0" brushRef="#br0" timeOffset="10130.84">10460 1290 2565 0,'-4'-6'221'0,"3"0"97"15,0 0-77-15,-2 1-37 0,3 5-18 0,-1-7-53 16,1 7-36-16,-2-5-20 0,2 5-23 0,0 0-21 16,0 0-1-16,0 0 1 0,18 9-10 0,-5 5 2 15,6 9-10-15,3 3 3 0,4 13-6 0,-1 9 1 16,-6 1-5-16,-5 2 4 0,0 4 3 0,-6-5 0 15,-4 4-4-15,-8-4 0 0,-1-3-2 0,-3-11-2 16,-6-1 0-16,0-2 1 0,-3-2 1 16,1-5 2-16,-3-1 4 0,-3-2 6 0,3-4-6 15,-3-3-1-15,7-3 4 0,1-1 2 0,2-5 1 16,2-1 8-16,1-1-3 0,1 1-3 0,2-2-3 16,2-1 2-16,4-3-1 0,-6 7-2 0,6-7-5 15,-8 4 2-15,8-4 0 0,0 0-8 0,0 0-23 16,-4 4-15-16,4-4-21 0,0 0-36 0,0 0-57 15,0 0-93-15,0 0-152 0,32-4-246 0,-23-2-688 16,-1 0 305-16</inkml:trace>
  <inkml:trace contextRef="#ctx0" brushRef="#br0" timeOffset="12047.39">11189 1740 33 0,'0'0'189'16,"0"0"-12"-16,-5 3 3 0,5-3-11 0,0 0-14 15,0 0-14-15,0 0-17 0,0 0-11 0,0 0-10 16,-5 1-12-16,5-1-4 0,0 0-10 0,0 0-2 16,0 0-6-16,0 0 4 0,0 0-1 0,0 0 0 15,0 0 0-15,0 0 1 0,0 0-9 16,0 0-4-16,0 0-9 0,0 0-2 0,0 0-5 15,0 0 1-15,0 0-3 0,0 0-3 0,0 0-6 16,0 0-1-16,0 0-1 0,-9-1-6 0,9 1 1 16,0 0-5-16,0 0 3 0,0 0-7 0,0 0 0 0,0 0 0 15,0 0-5-15,0 0 7 0,0 0-14 16,0 0 5-16,0 0-1 0,0 0 0 0,0 0 0 16,0 0 0-16,0 0 1 0,0 0-6 0,0 0 5 15,23-4-4-15,-6 3 1 0,6 1 1 0,5-4-1 16,4 1-3-16,0 1 5 0,2-4-8 0,2 0 4 15,2 6-2-15,-3-4 1 0,-2-2-8 0,-1 4 5 16,-4-3-10-16,-10 2-6 0,-4 2-9 0,0 0-11 16,-5-1-12-16,0 1-11 0,-9 1-28 0,7-4-47 15,-7 4-29-15,0 0-35 0,0 0-161 0,-26-7-388 16,8 2 172-16</inkml:trace>
  <inkml:trace contextRef="#ctx0" brushRef="#br0" timeOffset="12264.19">11348 1634 135 0,'0'0'314'0,"1"-6"-6"0,-1 6-10 0,1-5-12 16,-1 5-20-16,0 0-29 0,0-6-23 0,0 6-24 16,0 0-21-16,0 0-30 0,0 0-30 0,0 0-14 15,0 0-13-15,0 0-8 0,-2 27-6 0,2-12-7 16,-4 4-4-16,3 5-6 0,-2 1-26 0,0 3-30 15,1-1-38-15,2 0-37 0,-1-6-44 0,2 4-53 16,4-5-72-16,-6-5-168 0,5-4-452 0,1-2 200 16</inkml:trace>
  <inkml:trace contextRef="#ctx0" brushRef="#br0" timeOffset="12873.96">11933 1787 161 0,'-5'2'270'0,"5"-2"-13"0,0 0-16 16,0 0-13-16,0 0-22 0,0 0-23 16,0 0-16-16,0 0-19 0,0 0-14 0,5-12-16 15,-1 8-7-15,1-5-14 0,0 1-7 0,3-2-14 16,-3-2 2-16,4-5 3 0,1 2 4 0,-1-2-3 16,1-5-2-16,3 0-2 0,-4-5 0 0,1 3-7 0,2-2-1 15,-3 3-4-15,-2-1 5 0,-1 6-1 0,1-1 1 16,-2 2 1-16,-1 2 3 0,-4 2 1 15,4 1 0-15,-1 3 1 0,-3 1-1 0,2 3 5 16,-1-1-18-16,2-1-9 0,-3 4-5 0,0-1-12 16,1 1-11-16,-1 3-21 0,0 0-32 0,0 0-8 15,0 0-3-15,0 0 6 0,-7 7-3 0,3 6 6 16,-1 3 3-16,-6 9 5 0,2 1 3 0,0 3 2 16,-1-2 14-16,3 2-12 0,1 2 2 0,4-4 3 15,1 0 1-15,2 0-2 0,1-1 3 0,1-7 3 16,1-3 4-16,2 1-2 0,-1-5 0 0,2-1 9 15,-1-1 2-15,1-1 9 0,1-2-1 0,0-4 8 16,-1 0 19-16,0-2 11 0,2-1 15 0,1-1 13 16,-1-3-14-16,0 0-1 0,0-1 2 0,0-2-19 15,-1 0 2-15,1-1 1 0,-4 1-15 0,0 0-4 16,-2 1-14-16,-1 0-11 0,-2 1-10 16,1-2-10-16,-2-1-8 0,-4 4-23 0,1 1-4 15,-5-2-7-15,-2 1-5 0,-2 2-9 0,0 1-16 0,-1 1-24 16,1 2-22-16,-1 1-28 0,3-1-31 0,1 1-40 15,3 0-38-15,2 1-48 0,1-2-177 0,4-2-529 16,0 0 235-16</inkml:trace>
  <inkml:trace contextRef="#ctx0" brushRef="#br0" timeOffset="13137.58">12594 1277 176 0,'-3'-5'287'0,"3"2"-35"0,0 3-25 15,-1-5-29-15,1 5-19 0,0 0-25 0,-15 13-11 16,3-1-17-16,-2 4-15 0,0 9-7 0,-6 19-17 16,2 4 2-16,2-2-10 0,5-1-10 0,4 1-2 15,2-12-8-15,5 1-2 0,2 0-4 0,5-3-3 16,2 0-3-16,0-4-7 0,5-2-17 0,2-1-20 15,0-5-29-15,1-6-39 0,-2-3-61 0,2-3-76 16,-2-3-176-16,4-5-408 0,-6 0 182 0</inkml:trace>
  <inkml:trace contextRef="#ctx0" brushRef="#br0" timeOffset="13581.4">12826 1491 185 0,'0'0'304'15,"3"-5"-32"-15,-2 1-28 0,-1 4-29 0,7-2-21 16,-2 2-22-16,-5 0-18 0,13 5-21 0,-7-1-14 16,2 2-17-16,-2 5-15 0,2-3-10 0,-2 4-15 15,-1 3-6-15,-4-4-9 0,2 6-7 0,-4-1-7 16,-3 1-4-16,0 3 1 0,-5-3-6 0,0 0-2 15,0 1 3-15,-1-4-10 0,1-2 10 0,4-2-4 16,-3-1-5-16,1 1 6 0,3-5 0 0,0 0-1 16,-1 0 18-16,2-3 19 0,3-2 29 0,0 0 45 15,-5 6 36-15,5-6 11 0,0 0-16 16,0 0-26-16,0 0-10 0,12-23-11 0,-3 8-13 16,2 2-13-16,4-7-19 0,3-2-11 0,-1 2-8 15,2 0-9-15,-7 4-10 0,2 3 6 0,-3-1-8 0,-1 1 2 16,-1 5-1-16,-5 1 2 0,0 2-3 15,1 0-11-15,-1 0 13 0,-4 5-21 0,5-7-12 16,-5 7-9-16,5-7-55 0,-5 7-21 0,0 0-1 16,0 0 7-16,0 0 10 0,0 15 7 0,0-8 8 15,0 4 4-15,-3 4 2 0,3-1-17 0,3 3-22 16,-3 2-23-16,1-2-23 0,2-1-35 0,-2-4-52 16,4-1-63-16,-2-1-221 0,-2-5-545 0,7-2 242 15</inkml:trace>
  <inkml:trace contextRef="#ctx0" brushRef="#br0" timeOffset="13825.71">13184 1585 59 0,'-5'3'222'0,"5"-3"1"0,0 0 5 16,0 0-13-16,-8 0-17 0,8 0-20 15,0 0-18-15,0 0-14 0,23 1-14 0,-1-1-16 16,8-3-34-16,2 2-44 0,2-3-56 0,2 0-63 16,-2-2-75-16,-2-2-135 0,0-3-315 0,0 1 141 15</inkml:trace>
  <inkml:trace contextRef="#ctx0" brushRef="#br0" timeOffset="14446.84">13653 1409 270 0,'-4'-4'359'0,"4"4"-18"0,0 0-25 0,0 0-23 15,-1-5-40-15,1 5-25 0,0 0-25 0,0 0-32 16,0 0-24-16,0 0-37 0,0 0-21 0,0 0-14 16,0 0-6-16,5 14-23 0,0-5-15 0,-1-1-11 15,5 5-23-15,-1-5-6 0,-2 3-13 0,3 0-9 16,-1-2-9-16,2 5 4 0,-2-7-8 0,-1 0 4 15,1 1 0-15,1-1-2 0,0-3 8 0,-3-1 7 16,4-1 0-16,-2-2 6 0,1-5-2 0,1 4 10 16,0-5 8-16,-1-1 8 0,-1 0 17 0,2-5 4 15,1 0 18-15,-4 4 11 0,6-6 11 0,-8 3 12 16,4 3 12-16,-4-1 2 0,-1 4 3 0,4-2-1 16,-6 1-7-16,2 2-1 0,-1-2-18 0,-1 4-9 15,1-1-8-15,-3 3-34 0,5-1-16 16,-5 1-9-16,6 6-2 0,-3 1-2 0,1 6 1 15,-1 4-1-15,3 11 0 0,-4 1 2 0,-1 5 0 16,1-2 0-16,-4 4 3 0,-1 2-4 0,0 11 5 0,-3-16-1 16,-1-1-1-16,0 0 3 0,0-6-4 0,-2-1 0 15,5-5-4-15,-6-4 2 0,5-2 3 0,-3-4 0 16,3-1 4-16,-4-2 8 0,4-2 8 16,-2-1 1-16,0-4 5 0,-6 0 10 0,3-4 14 15,-3-1 30-15,3-1 26 0,1-1 11 0,1-3 14 16,3 0 5-16,-2-7-8 0,6 0-8 0,-2-10-8 15,8-1-16-15,9-1-19 0,-2-5-10 0,7 3-20 16,10-11-5-16,-10 13-18 0,17-8 5 0,-13 14-7 16,1 2-6-16,2 1-12 0,-1 2-23 0,0-1-15 15,-1 2-39-15,-5 8-19 0,-1-1-45 0,0 2-25 16,0-1-39-16,-4 3-49 0,2-2-64 0,-8 5-214 16,1-4-582-16,0 0 257 0</inkml:trace>
  <inkml:trace contextRef="#ctx0" brushRef="#br0" timeOffset="14696.84">14265 1191 2 0,'0'0'331'0,"0"-6"-34"0,0 6-36 0,0 0-30 0,0 0-23 15,0 0-28-15,13 14-13 0,-7-2-22 0,2 6-6 16,6 8-8-16,0 5-12 0,4 13-6 0,-1 11-3 15,-6-2-8-15,-1 4-5 0,-3-1-12 16,-5-5-5-16,0 5-4 0,-6-9-4 0,0-1-3 16,-6-11-18-16,-1-2 6 0,-9-2-7 0,-2-4 3 15,-2-2-8-15,-3 0-18 0,-5-3-31 0,-2-2-50 16,-15-1-62-16,-2-4-94 0,14-6-276 0,-14-7-526 16,14-2 233-16</inkml:trace>
  <inkml:trace contextRef="#ctx0" brushRef="#br0" timeOffset="17080.68">14875 1681 13 0,'0'0'106'0,"0"0"-5"0,0 0-22 16,0 0-4-16,0 0-2 0,-5-1-16 0,5 1-4 15,0 0-5-15,0 0 3 0,0 0-10 0,-3-4-1 16,3 4-12-16,0 0 5 0,0 0-4 0,0 0 11 16,-4-2 5-16,4 2 8 0,0 0-5 0,0 0 6 15,0 0-3-15,0 0 1 0,0 0-3 0,0 0 7 16,0 0 2-16,0 0-3 0,1-4-1 0,-1 4-2 16,0 0 4-16,0 0 4 0,0 0-6 0,0 0 7 15,0 0-6-15,0 0 0 0,0 0-6 0,0 0 5 16,0 0-8-16,0 0-2 0,0 0-1 0,0 0-5 15,0 0 1-15,0 0 0 0,0 0-3 0,0 0-2 16,0 0 0-16,0 0 0 0,0 0-3 0,0 0 0 16,0 0-3-16,0 0 0 0,0 0-5 0,0 0 5 15,0 0-5-15,0 0 1 0,0 0-3 0,0 0 0 16,0 0-2-16,0 0-3 0,0 0-2 0,0 0 2 16,0 0-3-16,0 0 3 0,0 0 5 15,0 0 7-15,0 0 1 0,0 0 0 0,0 0 5 16,0 0-3-16,0 0 7 0,-7-2-9 0,7 2-1 15,0 0 6-15,0 0-11 0,0 0 2 0,0 0-6 16,0 0 1-16,0 0-6 0,0 0 0 0,0 0 1 0,0 0-5 16,0 0 0-16,0 0-2 0,0 0 2 0,0 0-3 15,0 0 0-15,0 0-3 0,0 0-1 16,0 0 4-16,0 0-5 0,0 0 4 0,0 0 5 16,0 0 1-16,0 0 2 0,0 0-4 0,0 0-1 15,0 0 2-15,0 0-1 0,0 0 2 0,0 0-6 16,0 0 1-16,0 0-2 0,19-4 0 0,-4 1-3 15,3 0 0-15,4-2 1 0,6-1-4 0,3 1 1 16,-1-2-9-16,4 2 1 0,-6-1-1 0,2 0 1 16,1 1-4-16,0-1-7 0,-11 4-1 0,1-2-5 15,-7 1-3-15,-4 3-4 0,0-2-6 0,2 0-8 16,-7 1-24-16,0-2-42 0,-1 1-32 0,-3-2-37 16,-1 4-27-16,-5-5-181 0,-3 2-421 0,-2 1 187 15</inkml:trace>
  <inkml:trace contextRef="#ctx0" brushRef="#br0" timeOffset="17299.41">15093 1514 110 0,'-2'-2'325'0,"0"-1"-3"0,2 3-15 16,-2-5-17-16,1 1-26 0,1 4-23 0,-4-3-22 0,4 3-29 15,0 0-20-15,0 0-25 0,0 0-18 0,0 0-36 16,0 0-18-16,0 0-9 0,-4 15-6 0,3 1-4 15,-3 1-7-15,-1 7-1 0,1 1-6 0,1 3-1 16,1-1-2-16,0 2-8 0,1-2-1 16,1-1-36-16,1 0-23 0,1 1-22 0,-1-8-30 15,3 6-43-15,-3-8-43 0,3-2-80 0,1-3-185 16,-2-4-468-16,2-4 208 0</inkml:trace>
  <inkml:trace contextRef="#ctx0" brushRef="#br0" timeOffset="18230.03">16113 1523 19 0,'-4'-6'231'0,"-5"5"-14"0,-1-2-27 0,-3 3-20 16,-6 4-9-16,0 2-25 0,-2 1-5 0,-7 6-23 16,3 0-8-16,0 0-13 0,3 3-7 0,1 0-7 15,2 2-5-15,6-5-9 0,-1 4-7 0,5-2-3 16,1 0-9-16,2-3-6 0,2-1-3 0,0-1-3 16,3-3-2-16,1 0 3 0,1 1 6 0,3-4-2 15,0-1 8-15,2 0 3 0,7-4 6 0,-3-1 4 16,3-3 8-16,0 0 11 0,3-3 3 15,-1-1 8-15,0-3-10 0,-1 0 1 0,1-2-2 16,-2 1-2-16,1 0 3 0,-9 5-1 0,6 0 10 16,-4 1 0-16,2-2 1 0,0 3 0 0,-4-1-4 0,-1 3-10 15,0-1-8-15,-3 3-10 0,4 1-13 0,-5 1-14 16,4-3-21-16,-4 3-25 0,0 0-7 0,0 0 4 16,9 4-1-16,-9 0 6 0,0 1 6 15,5 5-2-15,-2-5 0 0,-2 7 4 0,3-3 1 16,2 1 1-16,-2 0 3 0,0 1 1 0,1-1-3 15,1-2 5-15,1 0-3 0,0-2-1 0,1 0 2 16,0-1 5-16,2-4 0 0,-2 2 12 0,-1-6 1 16,6 3 7-16,0-4 0 0,-3-4 5 0,4-1 9 15,0-1-3-15,0-3-3 0,4-8 1 0,0 2-2 16,-4-4 4-16,0 0-11 0,-1-2 6 0,0-1-4 16,-2 2 12-16,-1 0-3 0,-1 6 5 0,-2-1 10 15,0 5 18-15,-1 2 14 0,-3 0 22 0,0 4 2 16,1 1-4-16,-3 0-9 0,1 2-12 0,0 0-3 15,-1 1-13-15,0 1-10 0,1-1-35 0,-2 4-41 16,2-4-40-16,-2 4-31 0,0 0 1 0,0 0 16 16,-4 13 4-16,2-1 9 0,-2 5 4 0,-1 2 12 15,0 5 10-15,0 6 3 0,-2-2 2 16,3 0 0-16,3 1 8 0,0-3 3 0,2 0 4 0,2 0-2 16,-1-1-3-16,2-8 0 0,1-5 2 0,0 0 3 15,4 0 2-15,-2 0 3 0,2-4 1 0,5 1 8 16,-3-2 9-16,-2-4 4 0,3 2 9 0,-1-5 8 15,1-3 15-15,-1 0 3 0,-2-2 2 16,0 1-2-16,1-4-5 0,0-1-3 0,-3 0-2 16,-1-1-8-16,-2 0-9 0,-3-2-8 0,-2 2-15 0,-3 0-4 15,-1-1-4-15,-3 1-16 0,-3 3 2 16,-7-1-9-16,-1 4-8 0,-3 1-16 0,-5-1-18 16,4 3-16-16,3 1-24 0,2 1-23 0,-1 3-28 0,1 1-33 15,7 0-37-15,0 2-48 0,5-4-145 0,3 2-472 16,3-1 209-16</inkml:trace>
  <inkml:trace contextRef="#ctx0" brushRef="#br0" timeOffset="18647.74">16820 1324 75 0,'0'0'346'15,"0"-6"-16"-15,0 6-32 0,0 0-31 0,0-5-24 16,0 5-34-16,0 0-25 0,0 0-23 0,0 0-32 15,0 0-15-15,0 0-16 0,-3 17-1 0,3-6-16 16,-3 4-8-16,-2 10-7 0,0 3-5 16,0 2-5-16,0 1-5 0,-1 3-7 0,0-3-1 15,0 3-3-15,0-2-4 0,2-3-8 0,1 0-1 16,0-3 0-16,1-9-7 0,1 3 2 0,1-4-6 16,0-1 12-16,-1-5-14 0,-1 0 0 0,2-2 2 15,2-4 1-15,-2 2 0 0,1-2 2 0,-1 0 8 16,0-4 6-16,0 0 6 0,3 5 3 0,-3-5 5 15,0 0-4-15,3 5 7 0,-3-5-13 0,0 0-31 16,26-8-38-16,-14 2-54 0,5-3-69 0,2 1-82 16,5-7-294-16,-3-4-574 0,5 1 255 0</inkml:trace>
  <inkml:trace contextRef="#ctx0" brushRef="#br0" timeOffset="18852.34">16698 1607 195 0,'-5'1'333'0,"5"-1"-8"16,-8 4-16-16,8-4-27 0,0 0-35 0,0 0-49 0,25-6-46 15,3 2-61-15,5 0-83 0,18-8-101 16,4 3-249-16,0-5-369 0,-5-4 163 0</inkml:trace>
  <inkml:trace contextRef="#ctx0" brushRef="#br0" timeOffset="21594.86">17310 1690 37 0,'0'0'160'0,"0"0"-14"0,0 0-11 0,0 0-8 15,0 0-21-15,0 0-9 0,0 0-9 0,0 0-11 0,0 0-17 16,0 0 7-16,0 0-13 0,0 0 2 0,0 0 0 16,0 0-5-16,0 0 3 0,0 0-8 0,0 0 2 15,0 0-5-15,0 0-3 0,0 0 0 16,0 0-10-16,0 0 2 0,0 0-4 0,0 0-6 15,0 0-4-15,0 0 3 0,0 0-5 0,-1 2 4 16,1-2-5-16,0 0-1 0,0 0-2 0,0 0-3 16,0 0 2-16,0 0 2 0,0 0 3 0,0 0-1 15,0 0 4-15,0 0 5 0,0 0-2 0,0 0 6 16,0 0-8-16,0 0 6 0,0 0-6 0,0 0 0 16,0 0 2-16,0 0 0 0,0 0-8 0,0 0 3 15,0 0 0-15,0 0 4 0,0 0 5 0,0 0 0 16,0 0-1-16,0 0-4 0,0 0 6 0,0 0-2 15,15 5 3-15,-3-6-8 0,7-3-1 0,9 3-1 16,1-5-1-16,5 2-3 0,1 1 0 16,1-2-6-16,4 0 4 0,-2 0-9 0,-2 0 3 0,-4 1-3 15,-1 0 5-15,-10 1-2 0,-1 2 1 0,1-1-3 16,-9 0-2-16,-5 2-12 0,1 0-21 16,0-1-19-16,-8 1-11 0,0 0-48 0,0 0-37 15,0 0-22-15,0 0-155 0,-22-9-350 0,8 7 156 16</inkml:trace>
  <inkml:trace contextRef="#ctx0" brushRef="#br0" timeOffset="21835.52">17589 1567 90 0,'0'-8'332'16,"0"8"-6"-16,-1-8-7 0,1 8-22 0,1-9-13 15,-1 9-30-15,-4-7-30 0,4 7-24 0,0 0-29 16,0 0-19-16,4-6-42 0,-4 6-40 0,0 0-8 16,0 0-12-16,0 0-4 0,-5 27-1 0,0-11 2 15,1 2-13-15,-3 6 1 0,6 3-4 0,-3-1-14 16,-2 0-25-16,2-5-30 0,3 5-30 0,-2 1-33 16,2-8-33-16,1-2-44 0,-3 0-58 0,2-6-170 15,1 0-440-15,0-5 196 0</inkml:trace>
  <inkml:trace contextRef="#ctx0" brushRef="#br0" timeOffset="22346.78">18359 1452 244 0,'0'0'263'0,"0"0"-25"0,-2-1-27 16,2 1-17-16,0 0-24 0,0 0-18 0,0 0-16 15,0 0-17-15,0 0-11 0,0 0-11 0,0 0-11 16,0 0-7-16,0 0-11 0,0 0-2 0,-3-5-8 16,3 5-4-16,0 0-2 0,0 0-7 0,0 0-5 15,9-2-3-15,-9 2-3 0,9-5-8 16,1 4 4-16,-2-3-2 0,1 0-5 0,0-2-1 16,0 4-5-16,-3-1-2 0,2-2 1 0,-3 3 4 15,1-1-8-15,-2 0 16 0,-4 3 3 0,4-4-1 0,0 3-3 16,-4 1-9-16,1-4 1 0,-1 4-15 0,0 0 2 15,-20 3-6-15,2 2 2 0,-3 2-1 0,-3 3 0 16,-1 4-1-16,0 1-6 0,1 3 1 16,-2 0-4-16,2 4 3 0,4 0 2 0,-1 2-2 15,6 1 5-15,3 1-3 0,7-2 2 0,1 4 2 16,7-10-3-16,3 6 8 0,10-3-3 0,4-2 7 16,7-1-6-16,8-6-19 0,-1-1-30 0,17-3-47 15,-11-5-43-15,19-1-77 0,-21-2-187 0,16-8-432 16,-2 2 191-16</inkml:trace>
  <inkml:trace contextRef="#ctx0" brushRef="#br0" timeOffset="22653.03">19003 1730 210 0,'0'0'273'0,"0"0"-28"0,4 1-26 0,-4-1-23 15,0 0-28-15,0 0-15 0,0 0-31 0,0 0-13 16,0 8-14-16,0-8-18 0,-6 12 1 0,3-8-9 15,-3 5-7-15,0 0-21 0,-3 0-16 0,1 3-23 16,-1 0-31-16,-5 2-33 0,5-6-39 0,-4-1-77 16,-3 0-118-16,2-3-321 0,2-2 143 0</inkml:trace>
  <inkml:trace contextRef="#ctx0" brushRef="#br0" timeOffset="22805.82">19051 1521 145 0,'2'-7'366'0,"-2"4"-28"16,0-2-39-16,0 5-33 0,4-5-39 0,-4 5-56 15,0 0-68-15,0 0-54 0,0 0-55 0,0 0-74 16,0 0-104-16,-8 15-99 0,8-15-306 0,0 0 136 16</inkml:trace>
  <inkml:trace contextRef="#ctx0" brushRef="#br0" timeOffset="24198.62">20112 1385 85 0,'-2'-4'239'0,"4"-1"-3"0,-2 5 0 0,2-9-4 16,0 4-5-16,0 1-1 0,-2 4-9 15,2-8-17-15,-2 4 1 0,0 4-30 0,0 0-16 16,4-5-24-16,-4 5-15 0,0 0-30 0,0 0-28 15,0 0-8-15,0 0-12 0,0 0 0 0,-4 23-7 16,2-11-5-16,-2 7 3 0,-2 8-2 0,-1 2 1 16,-2 0-2-16,3 0-3 0,-2 3-4 0,4-4 2 0,-2-1-9 15,1-3-7-15,1-7-15 0,1-4-5 16,3 0 1-16,-1-6-3 0,0 1 3 0,2-2 7 16,-2-2 8-16,1-4 36 0,0 7 26 0,0-7 38 15,0 0 29-15,0 0-20 0,0 0-3 0,0 0-10 16,13-14-10-16,-6 6-8 0,2-2-11 0,-3 0-6 15,6-4 4-15,-3 2-15 0,1 2-5 0,-1 1-10 16,-1 2-5-16,-2 0-5 0,-1 1-4 0,-1 2-7 16,-4 4-7-16,8-4-8 0,-8 4 0 0,6-3-12 15,-6 3-6-15,0 0-5 0,18 9 2 0,-13-1-4 16,6 1 1-16,-3 1 0 0,0 1 2 16,2 2 2-16,2 2 1 0,-3 0 3 0,1-1 6 15,-1 0 2-15,1-1-8 0,0-2 7 0,-4 0 4 16,0-7-3-16,0 1 4 0,-5 0 0 0,2-1 11 0,-3-4 23 15,7 5 36-15,-7-5 42 0,0 0 35 0,0 0-6 16,0 0-10-16,0 0-18 0,17-15-6 0,-13 7-14 16,-3-5-7-16,3 1-15 0,0-5-13 0,0-9-14 15,0 8-10-15,2-9-6 0,-6 0 0 16,1 0-7-16,2-1 1 0,-2 2-2 0,-1 11 4 16,0-2-1-16,-1 4-3 0,-2 2 4 0,0 2-6 15,3 0 0-15,-2 1-2 0,2 0-2 0,0 8 0 16,0-9-3-16,0 9-6 0,0-8-8 0,0 8-6 15,-5-7-14-15,5 7-6 0,0 0-5 0,-4-7-4 16,4 7 3-16,0 0-4 0,0 0 1 0,0 0 15 16,0 0-5-16,0 0 5 0,0 0 7 0,0 0-4 15,0 0 10-15,0 0-7 0,0 0 7 0,0 0-1 16,0 0 1-16,0 0 14 0,0 0-9 0,0 0-2 16,0 0 0-16,0 0-4 0,4-7 5 0,-4 7-2 15,0 0 2-15,0 0 9 0,0 0-5 0,0 0 2 16,0 0-6-16,0 0 5 0,0 0 2 0,0 0 2 15,0 0-6-15,0 0 5 0,0 0-5 0,0 0 6 16,0 0-4-16,0 0 0 0,0 0-10 16,0 0-9-16,0 0 6 0,0 0-11 0,0 0-12 0,0 0-4 15,0 0-26-15,0 0-13 0,0 0-17 0,0 0-28 16,0 0-25-16,0 0-39 0,0 0-35 0,0 0-46 16,0 0-61-16,0 0-188 0,0 0-565 0,-10-2 250 15</inkml:trace>
  <inkml:trace contextRef="#ctx0" brushRef="#br0" timeOffset="24960.74">20589 1293 170 0,'0'-9'380'0,"0"9"-14"0,4-5-19 0,-4 5-34 0,0-5-31 15,0 5-24-15,0 0-28 0,0 0-25 0,5-3-22 16,-5 3-23-16,0 0-22 0,0 0-25 16,0 0-34-16,0 0-12 0,0 0-10 0,0 0-12 15,1 23 0-15,-1-14-10 0,0 4-3 0,-1 8-2 0,-3 3-1 16,3 6-3-16,-3 1 2 0,-2 0-4 0,-2 1 0 15,4-3-3-15,0 2-16 0,-1-7 13 16,4-5 0-16,-3 0-3 0,4-7 3 0,-1-1-2 16,-2-2-6-16,2-2 4 0,1-3 17 0,0-4 23 15,0 9 24-15,0-9 43 0,0 4 26 0,0-4 27 16,0 0 21-16,0 0 15 0,0 0-16 0,0 0-19 16,0 0-20-16,18-19-22 0,-8 5-17 0,2 2-9 15,2-3-16-15,-4 0-11 0,5 4-7 0,-7 3-13 16,1-1-2-16,-3 4-7 0,1 0-9 0,-2 1-7 15,-1 0-16-15,-4 4-42 0,6-4-25 0,-6 4-16 16,0 0-15-16,0 0-21 0,27 8 0 0,-17-3-23 16,0 0-19-16,4 6-16 0,2-1-10 0,-1 1-22 15,0 2-1-15,-2-2-6 0,1 0-5 0,-1-2 4 16,-4 0 11-16,1-3 14 0,-2-1 4 0,1 2 26 16,-4-5 11-16,2 0 16 0,-7-2 15 0,9 1 29 15,-9-1 25-15,0 0 25 0,13-2 16 0,-13 2 26 16,6-3 16-16,-6 3 4 0,6-7 12 0,-4 5 7 15,-2 2 7-15,5-8-6 0,-2 5 1 16,0-1-10-16,0-1 2 0,0 2-7 0,2-4-2 16,1 0-7-16,2 0-7 0,-1 2 2 0,5-5-8 15,-3 3 1-15,5-4-14 0,4 2 8 0,1-3 3 16,-3-2-10-16,0 4-1 0,1-5 0 0,2-2 0 16,-5 1 6-16,0 5-6 0,-1-2 4 0,-3 1 10 15,-2 3 6-15,0 1-9 0,-3 3 26 0,1-3 1 16,0 4 5-16,-6 4-15 0,5-5-13 0,-1 1-4 15,-4 4-13-15,0 0-13 0,0 0-2 0,0 0-2 16,0 0 2-16,-19 13-1 0,4 2-3 0,0-3 2 16,-3 7-1-16,2 1-4 0,2-4 9 0,-1 6 4 15,-2 1-3-15,7-8-35 0,1 3-15 0,1 1-22 16,3-2-31-16,-1 0-17 0,2-5-23 0,5 1-10 16,2-2-33-16,1-4-68 0,2-3-249 0,2-2-546 15,-8-2 242-15</inkml:trace>
  <inkml:trace contextRef="#ctx0" brushRef="#br0" timeOffset="25247.03">21323 1435 204 0,'0'0'369'0,"9"-5"-39"0,-9 5-31 16,0 0-39-16,5-4-27 0,-5 4-27 0,0 0-23 15,0 0-14-15,13 9-37 0,-10 1 3 0,2 0-16 16,0 0-13-16,2 5-6 0,-3 5-9 0,0-1-12 15,-2 5-9-15,-2-3-6 0,0-4-9 0,0 3-16 16,-5-3 3-16,4-1-4 0,-2-5-8 0,1-4-7 16,0 3 2-16,2-4 0 0,0-1 15 0,0-5 22 15,-2 6 46-15,2-6 35 0,0 0 39 0,-2 5 32 16,2-5-20-16,0 0-39 0,0 0-18 0,6-23-15 16,-2 14-20-16,1-2-32 0,1-6-39 0,7 3-33 15,2-15-34-15,4 8-40 0,-1 1-27 16,-4-3-33-16,-1 7-38 0,2 2-45 0,-3 4-32 15,6-2-50-15,-1 3-55 0,-5 4-200 0,0-1-601 0,-1 1 265 16</inkml:trace>
  <inkml:trace contextRef="#ctx0" brushRef="#br0" timeOffset="25645.22">21613 1589 30 0,'-2'5'278'0,"2"-5"16"16,0 0 3-16,-2 4-5 0,2-4-1 0,0 0-2 0,0 0-16 15,0 0-25-15,0 0-26 0,21-13-29 16,-4 4-16-16,1 0-19 0,1-7-30 0,6 3 7 16,-2-2-24-16,2-2-8 0,-4-3-6 0,2 1-11 15,-2 0-13-15,-8 5-15 0,2 1 1 0,-6 4 5 16,-1-2 5-16,0 3 4 0,-5 3-9 0,1-2 4 16,0 2-10-16,-4 5-9 0,0-7-11 0,0 7-14 15,-13-2-7-15,2 2 0 0,-8 2-1 0,0 5-6 16,-8 2-9-16,3 3 2 0,2 1 2 15,1 4-2-15,2 4-1 0,5-6-4 0,0 7-19 16,6-3-2-16,7 0-5 0,1-1 7 0,9 0 2 16,9 7 11-16,6-7 3 0,7-2-7 0,14 5 3 15,12-7 8-15,-1-5-4 0,2-1 19 0,4-8 8 16,5 0-7-16,-7 0 29 0,-5-2-10 0,-17 0 6 16,-2-2 3-16,-7 1 7 0,-7-2 17 0,-4 1 16 15,-8 3 6-15,2-1 1 0,-5 1-12 0,-2 0-7 16,-5 1-15-16,9-1-16 0,-9 1-31 0,0 0-63 15,0 0-56-15,0 0-61 0,-26-3-47 0,9 3-74 16,-1 0-125-16,-1 1-234 0,6-1-705 0,-1-1 313 16</inkml:trace>
  <inkml:trace contextRef="#ctx0" brushRef="#br0" timeOffset="28694.97">23513 1151 87 0,'0'0'223'0,"0"0"-22"0,0 0-23 0,-8-2-23 0,8 2-14 16,0 0-21-16,-4 9-9 0,4-5-5 0,0-4-19 15,0 5 1-15,2 3-17 0,2-3-4 16,2 4-4-16,1-4-7 0,3 3-5 0,7 2-3 16,1-1-8-16,9 4 1 0,1-1-10 0,-5-6 0 15,3 6-3-15,0 0-2 0,-7-4 0 0,-3 1-8 0,-2-1-7 16,-2-1 4-16,-2-1-4 0,-4 0-8 0,-2 2 7 15,1 1-5-15,-3 0 4 0,-4 3 1 16,-2-3-4-16,-3 5 4 0,-6 2 1 0,-4-1-5 16,-4 7 3-16,-4-5 2 0,-3-1-4 0,1 2-3 15,3-3 2-15,5-3 1 0,-4 2-3 0,6-2-1 16,-2-5-1-16,6 3 2 0,3-3 1 0,0-2-1 16,4 2 7-16,0-1 0 0,3-2 11 0,0 0 20 15,3 1 11-15,0-5 7 0,6 8 2 0,3-7-1 16,9 0-4-16,2 1-8 0,8-5-3 0,2 2-6 15,6 1 1-15,0-7-11 0,1 4 3 0,0-2-4 16,-3 0-1-16,2 3 0 0,-8-3-4 16,-1 3-3-16,-5 1 2 0,-9-1-6 0,2 2 3 15,-9-2-5-15,3-1-4 0,0 3-9 0,-9 0-19 0,8-4-17 16,-8 4-39-16,0 0-51 0,0 0-31 0,0 0-48 16,-18-8-214-16,8 3-450 0,-1 1 199 0</inkml:trace>
  <inkml:trace contextRef="#ctx0" brushRef="#br0" timeOffset="29068.2">23481 1469 149 0,'-8'1'226'0,"8"-1"-19"0,-9 2-18 16,4 1-9-16,5-3-11 0,0 0 6 0,-10 0-9 15,10 0-15-15,0 0-9 0,0 0-12 0,0 0-18 16,37-8-7-16,-9 4-13 0,5-3-8 16,3 2-8-16,15-6-9 0,0-2 2 0,4 5-2 15,0-2-9-15,-6 3-3 0,-11 2-4 0,-2-3-8 16,-2 3-2-16,-4 2-4 0,-9 1-6 0,-4-1 1 15,-3 1-5-15,-4-1-4 0,2 3-4 0,-6 0 0 16,2-2-1-16,-8 2-3 0,8-1-8 0,-8 1-4 16,0 0-1-16,0 0-13 0,0 0-11 0,0 0-18 15,-35 5-15-15,22-4-17 0,3 1-18 0,-3 1-23 16,-1-1-39-16,4 1-39 0,1-2-192 0,0 2-412 16,9-3 182-16</inkml:trace>
  <inkml:trace contextRef="#ctx0" brushRef="#br0" timeOffset="29332.45">24345 1468 90 0,'0'0'260'0,"2"6"-22"0,-2-6-25 16,0 0-26-16,0 0-19 0,2 4-21 0,-2-4-22 16,0 0-8-16,0 9-15 0,-3-1-10 0,-1-2-8 15,-1 2-7-15,-5 7-4 0,1-1-9 0,-3 0-8 16,0 1-2-16,-1-1-23 0,0 1-19 0,0 2-29 16,0-6-42-16,-1 1-64 0,2-1-210 15,0-4-359-15,2-2 160 0</inkml:trace>
  <inkml:trace contextRef="#ctx0" brushRef="#br0" timeOffset="30129.12">24625 1260 307 0,'-2'-4'306'0,"2"0"-11"0,-4 2-22 16,4 2-32-16,-2-5-21 0,2 5-20 0,-1-5-20 16,1 5-20-16,0 0-23 0,0 0-16 0,0 0-25 15,0 0-19-15,0 0-2 0,0 0-10 16,0 0-6-16,7 12-17 0,-3-7-2 0,1 5-9 15,0-3-8-15,0 4-9 0,1-1-9 0,-3 2-12 0,6 0-11 16,0 1-13-16,-2-3-8 0,-1-2-15 16,3 1-1-16,-3 1-3 0,-1-5-1 0,2 0 9 15,-1-1 1-15,2-2 6 0,-2-2 5 0,6 0 4 16,-3-1 6-16,0-2 8 0,1-2 10 0,-2-3 14 16,-1-1 14-16,6-4 1 0,-4 6 17 0,2-8 7 15,-3 4 7-15,-1 0-2 0,-1 3 19 0,0-2 13 16,1 2 0-16,-3 1 6 0,-1 2-1 0,1 0-11 15,-2 1-7-15,0 1-8 0,-2 3-11 0,5-5-19 16,-5 5-29-16,2-1-5 0,-2 1-3 0,0 0 0 16,0 0 5-16,0 21-6 0,-2-12 1 0,-3 9 5 15,1 0-5-15,0 0 6 0,-2 13-10 0,1 0 12 16,-3 4 2-16,1 0-2 0,-1-2 1 16,-2 0 4-16,-1 1-2 0,2-3 1 0,-1 0-2 0,4-2 2 15,-2-1-1-15,3-8 1 0,0-2 1 0,1-1 2 16,-1-5-16-16,1-2 11 0,2-1 6 0,-2-2-2 15,1 0 10-15,2-3 16 0,1-4 8 0,-1 7 33 16,1-7 31-16,-7 4 12 0,7-4-18 0,0 0-5 16,0 0-14-16,-18-15 3 0,16 6 0 15,-2 0 0-15,0-2-2 0,3-1 1 0,-2-4-5 16,3 5-2-16,0-2-6 0,0 1 2 0,0 0-1 16,3-1 0-16,-2 0-7 0,-1 2-5 0,4 2-2 15,0-1-6-15,-3 3-1 0,0 1-2 0,-1 6-6 16,3-9-10-16,-3 9 0 0,1-5-11 0,-1 5-9 15,4-5-8-15,-4 5-19 0,0 0-16 0,0 0-15 16,0 0-26-16,0-7 7 0,0 7-17 0,0 0 5 16,0 0 5-16,0 0 0 0,0 0 2 0,0 0 5 15,0 0 2-15,0 0 12 0,0 0 4 0,0 0 5 16,0 0 4-16,0 0-2 0,0 0 8 0,0 0 9 16,0 0-1-16,0 0 3 0,0 0 1 0,0 0-7 15,0 0-20-15,0 0 4 0,0 0-7 0,0 0-27 16,0 0-22-16,0 0-18 0,0 0-29 0,0 0-21 15,0 0-29-15,0 0-62 0,-1-9-211 0,1 9-508 16,-4-8 225-16</inkml:trace>
  <inkml:trace contextRef="#ctx0" brushRef="#br0" timeOffset="31111.51">23340 1511 16 0,'-7'1'181'0,"7"-1"-12"0,0 0-6 15,-10-1-28-15,10 1-2 0,0 0-7 0,0 0-2 16,0 0 2-16,0 0-8 0,-8 0-7 0,8 0-8 16,0 0-5-16,0 0-9 0,0 0-8 0,29-5-11 15,-10-1-5-15,13 0-5 0,4-1-10 0,15-3 1 16,4 0-3-16,9-1 5 0,30-1-3 0,6-5 0 16,-4 7 3-16,8-5-2 0,0 1 2 15,-5 4-8-15,-6 1-4 0,-30 8-1 0,-3-5-5 16,-3 2 1-16,-21 0-4 0,-1 0-5 0,-6 1-3 15,-9 3-3-15,-2-2-1 0,-6 2 0 0,-3-3-1 16,2 3 7-16,-6-3 10 0,-5 3 11 0,0 0-9 16,9 0 1-16,-9 0-5 0,0 0-5 0,-13-9 3 15,6 6-14-15,-7 0 2 0,-2-2-8 0,-3 1 3 16,-1 2-3-16,-1-1-6 0,1 0 2 0,-11-2-7 16,3 1 1-16,-3 1-1 0,3 1 26 0,-2-5-3 15,-2 5-1-15,-3-3-15 0,3 2-1 0,-2 1-4 16,-4-1-5-16,2 1 3 0,2 2-4 0,-3 2-2 15,4 0 0-15,-3 3-10 0,4-2 10 0,-6 5 2 16,5 1 0-16,-3 3-5 0,3 2 3 0,-2 6 1 16,5-3-1-16,0-2 0 0,5 9 4 0,-2 2-3 15,4 0-6-15,4 0 3 0,1 2-3 0,5-3-6 16,3 0-3-16,2 0-5 0,12-5-1 16,1-3 7-16,9-5 6 0,9 7-1 0,6-7 2 15,7-3 5-15,16-5 4 0,3-5-4 0,6-5 0 16,1-7 1-16,1-4-2 0,2 3 4 0,-8-7 1 15,-8 0 0-15,-3-1 7 0,-14 4 1 0,-9-6-1 16,0-1 6-16,-5-3-10 0,-6 2-4 0,-6-2 0 0,-5 3 3 16,-5 2-3-16,-5 5 6 0,-1 2 2 0,-13 0-2 15,0 5 3-15,-7-1-8 0,-4 7 4 16,-2 2-1-16,-4 6-2 0,-10 3 1 0,-4 2-2 16,4 6-2-16,17 1 2 0,-1 2-3 0,3-2 4 15,4 5-8-15,8 3 2 0,5 4-1 0,7 0-2 16,11-1-1-16,5 3 3 0,14-2 5 0,22-1-6 15,6-4-10-15,9-5-15 0,32-5-9 0,0-4 3 16,-26-8-1-16,37-10 9 0,-14-1 8 0,-29-2 9 16,-5 0 7-16,-18 0 11 0,-5-5 5 0,-5 1 11 15,-3-5 12-15,-11-4 8 0,-4 6 7 0,-5 1 0 16,-5 0-9-16,-7 2-1 0,-5 0-8 16,-6-3-6-16,-8 8 2 0,0 0-7 0,-3 1-5 15,-3 5-17-15,2 3-25 0,-1 2-24 0,1 1-33 0,10 2-46 16,4 1-70-16,2-1-220 0,8 2-458 0,3 1 203 15</inkml:trace>
  <inkml:trace contextRef="#ctx0" brushRef="#br0" timeOffset="31944.79">25851 1191 53 0,'0'0'191'0,"0"0"-20"0,-7-2-21 0,7 2-12 15,0 0-18-15,0 0-11 0,0 0-10 0,0 0-10 16,0 0-7-16,0 0-9 0,0 0-2 0,0 0 5 16,0 0 0-16,0 0-6 0,0 0 5 0,0 0-9 15,0 0-7-15,0 0-3 0,0 0-13 16,-4 3 0-16,4-3-12 0,0 0 3 0,0 0-5 15,-1 4-3-15,1-4-1 0,-2 5-7 0,2-1-3 16,0-4 1-16,0 8 0 0,2-3 3 0,0 5-8 16,3-5 2-16,3 1 1 0,1 2 0 0,4 1 6 15,6 2 12-15,5 1-6 0,3 2 1 0,0-2 2 16,2-3-6-16,-6 4-1 0,-4-3-4 0,2-1 0 16,-6 1-1-16,0 0-7 0,-4-5 2 0,-2 3-2 15,-4-3-7-15,1 3-1 0,-3-2 1 0,-3 3-1 16,-6 3 5-16,-5 3-5 0,-4-1 4 0,-8 2 1 15,-8 0-3-15,-1-1 2 0,-3-1 2 0,1 1-7 16,-2 1 0-16,2-1 4 0,3-1-2 0,-1-2-1 16,8 5-3-16,-2-5 4 0,8-4-5 0,3 4-1 15,4-6 6-15,2 2 1 0,5-2 6 0,-1 0 1 16,0-1 16-16,3 1 2 0,2-6 14 0,4 9 7 16,4-6-5-16,3-1 0 0,10 0-8 0,9-4 0 15,2 2-4-15,4-2 0 0,0-4-6 16,18 3 12-16,-15-1 3 0,12-3-8 0,-11 2 9 15,-5 1-7-15,-4 0-2 0,-2 3 2 0,-12 0-8 0,-4-2 2 16,-1 3 5-16,-5-4 2 0,2 4 2 0,-9 0-2 16,13-1 5-16,-13 1-6 0,6-1-15 15,-6 1-6-15,0 0-26 0,0 0-33 0,0 0-37 16,0 0-30-16,-15-8-26 0,15 8-31 0,-17-8-59 16,6 4-233-16,1 1-496 0,1-4 220 0</inkml:trace>
  <inkml:trace contextRef="#ctx0" brushRef="#br0" timeOffset="32282.83">25747 1483 5 0,'0'0'301'0,"-9"0"-21"16,9 0-9-16,-10 2-10 0,10-2-4 0,0 0-19 16,0 0-27-16,0 0-17 0,0 0-21 0,21-8-14 15,6 0-22-15,6 3-11 0,4-2-11 0,18-2-28 16,-1-1 1-16,-1 6 0 0,2-7-19 0,-6 1-3 16,-13 4-4-16,-3 0-12 0,-4 1 1 0,-8 2-7 15,-2-2-3-15,-9 2 3 0,-1 1-11 0,0 0-1 16,-9 2-13-16,14-2-9 0,-11 2-11 0,-3 0-15 15,0 0-24-15,0 0-20 0,0 0-28 0,0 0-18 16,0 0-20-16,-35 5-13 0,25-4-18 0,0 2-40 16,-2-3-61-16,3 3-130 0,9-3-419 0,-14 2 185 15</inkml:trace>
  <inkml:trace contextRef="#ctx0" brushRef="#br0" timeOffset="32521.96">26587 1524 128 0,'0'0'306'0,"0"0"-36"0,0 0-30 0,4 4-35 0,-4-4-17 15,0 0-18-15,-1 7-13 0,1-7-18 0,-3 11-19 16,-2-2-6-16,-2 0-13 0,-2 6-12 0,-3-1-1 15,1 0-13-15,0 3-12 0,-2 4-30 0,2-5-41 16,2-1-36-16,0-3-49 0,2 0-60 0,0-4-212 16,2 1-396-16,0-7 176 0</inkml:trace>
  <inkml:trace contextRef="#ctx0" brushRef="#br0" timeOffset="33011.21">26730 1380 2891 0,'-5'-4'290'16,"4"-1"-186"-16,1 5-33 0,-1-7-4 0,1 2-22 15,0 5-11-15,4-9-11 0,2 5-4 0,-2 2-6 16,2-3-6-16,5 3 4 0,1-3-5 0,1 5-6 15,1 1 6-15,0 0-11 0,1 4-7 16,-4 0 9-16,0 0-7 0,3 5 0 0,-1 2-3 16,-2 0-5-16,-4 5 0 0,-5 0-2 0,2 2 3 15,-4 2 1-15,-5 2 2 0,0 3 3 0,-4-8-8 16,-2 5 11-16,-1-1 2 0,-2-7-3 0,2-1 1 16,1 1 3-16,3-8-1 0,2 3 3 0,1-5 5 15,1 1 6-15,1-2 11 0,3-4 22 0,-7 4 41 16,7-4 39-16,-4 3 37 0,4-3 0 0,0 0-21 15,0 0-14-15,13-17-15 0,-6 9-9 0,6-5-7 16,1 0-16-16,-1 0-2 0,7-4-12 0,2 1-12 16,-4-5-2-16,1 1-2 0,-6 6-7 0,4 1-3 15,-7 3-2-15,-2 0-5 0,-1 6-2 0,-2-4-2 16,-1 4-7-16,-4 4-13 0,7-7-11 0,-7 7-33 16,5-3-13-16,-5 3-22 0,0 0 6 0,0 0 2 15,0 0 8-15,-4 21 8 0,0-13 4 0,-1 4 10 16,0 6-2-16,-3-4-24 0,3 3-10 15,0 3-29-15,1-2-29 0,1-1-27 0,0 2-40 0,1-5-60 16,4-1-86-16,-1-1-195 0,1-6-581 0,2 0 258 16</inkml:trace>
  <inkml:trace contextRef="#ctx0" brushRef="#br0" timeOffset="33247.08">27240 1548 2734 0,'0'0'147'0,"7"-7"-82"0,-7 7 41 16,0 0-12-16,0-8-30 0,0 8-17 0,0 0-16 15,0 0-8-15,0 0-6 0,0 0-6 0,0 0-3 16,0 0 1-16,0 0-3 0,0 0-3 0,-16 22 8 16,6-8-6-16,-1 1-2 0,-1-1-3 0,-3 8 4 15,-1 0-16-15,4-2-29 0,-1-4-26 0,3 1-37 16,-2-2-22-16,6-2-50 0,-2-5-51 0,0 2-213 15,-2-3-476-15,5-4 211 0</inkml:trace>
  <inkml:trace contextRef="#ctx0" brushRef="#br0" timeOffset="33812.57">27440 1330 385 0,'-2'-7'362'0,"1"0"-34"0,1 7-33 16,0-4-32-16,0 4-26 0,0 0-31 0,0 0-35 15,0 0-37-15,0 0-29 0,0 0-12 0,0 0-8 16,0 0-13-16,0 0-26 0,0 18-16 0,0-11-20 16,1 3-12-16,1-1-21 0,-2-2-12 0,1 1-3 15,1 2-8-15,2-2-3 0,-2 3-10 0,0-5 2 16,1 1 11-16,-1-1 3 0,3-3 1 0,-5-3 5 15,9 4 6-15,-4-4 8 0,-5 0 14 0,16-7 12 16,-7 2 15-16,1-3 12 0,0 2 2 16,3-9-3-16,-3 8 11 0,0-5 1 0,2-2 6 15,-2 4 15-15,4-2 5 0,-5 2 15 0,-1 3 4 16,-1 1-2-16,-2 0-2 0,1 1-5 0,-2 3-9 16,-1-2-6-16,1 2-10 0,-2-1-8 0,-2 3-15 15,0 0-13-15,0 0-4 0,12 9-2 0,-9-2-4 16,1 4 0-16,-1 4 0 0,1 3-3 0,1 8 5 15,0 8-4-15,-3-4-1 0,-1 7 5 0,-1-1 1 16,-1 11 1-16,-6-13-4 0,2 4-1 0,-1 8 4 16,-1-14 1-16,-3-3-4 0,-2 1 3 0,1-3-2 15,2-9-8-15,-2 4-2 0,2-8 13 0,1-4 3 16,-2-3 2-16,0 0-3 0,-3-4 8 0,4-1 9 16,0-4 15-16,-4-3 16 0,4-2 18 0,0-1 24 15,4-1 15-15,1-6-3 0,-1-2 11 16,10-10-12-16,1 0-14 0,9 0-11 0,0-3-11 15,20-12-2-15,1-4-13 0,2 1-1 0,5 8-7 0,-6 3-9 16,3 2-6-16,-12 12-2 0,-2-2-9 16,-2 6-2-16,0 2-5 0,-10 3 0 0,3 3-3 0,-9 2-7 15,-3 2-33-15,1 0-39 0,-1 3-69 0,-5 1-72 16,5-6-72-16,-5 6-53 0,0 0-351 16,0 0-734-16,0 0 325 0</inkml:trace>
  <inkml:trace contextRef="#ctx0" brushRef="#br0" timeOffset="40125.65">28877 1384 90 0,'-2'-5'214'0,"-1"2"-17"0,2-2-26 16,-3 1-14-16,0-1-22 0,-1 2-10 0,-4 2-17 15,-1-1-12-15,-2 0-5 0,-7 2-17 0,-2 2 0 16,-6 3-10-16,1-2-8 0,0 4-3 0,-2 2-16 16,3 0 0-16,-2 3-6 0,5-4-5 0,0 7 4 15,5-4-5-15,4 2-2 0,-1 1-7 0,4 1 2 16,-2-3 10-16,6-1 1 0,2-2 0 0,1 1-2 16,3 1 5-16,3-1 3 0,3 0 5 0,6-5-1 15,3 0-5-15,4 2 0 0,-1-5-3 0,5-2 2 16,-1 0 7-16,-2-5 5 0,7 1 8 0,-6-1 6 15,5-5 1-15,-5 0 3 0,-4 1 6 0,0 1 4 16,-2-2 2-16,-2-1 8 0,3 0 12 0,-10 5 4 16,3 0 11-16,-1 1 6 0,-2-1-10 0,1 3-6 15,-4 0-1-15,-3 3-19 0,9-4-14 0,-5 2-9 16,-4 2-21-16,4-3-10 0,-4 3-21 16,7-3-14-16,-7 3-3 0,0 0 2 0,7 11 6 15,-4-5-9-15,2 0-12 0,0 0-20 0,3 0-21 16,0 5-17-16,0-2-23 0,1 0-19 0,0 0-40 15,3-3-39-15,-1 0-35 0,-1-1-236 0,-3-2-514 16,0-1 227-16</inkml:trace>
  <inkml:trace contextRef="#ctx0" brushRef="#br0" timeOffset="40475.61">29082 1371 134 0,'2'-4'310'15,"2"-2"-14"-15,0 3-17 0,-3-3-18 0,4 3-32 16,0 0-17-16,-5 3-27 0,4-2-25 0,-4 2-16 16,10 0-15-16,-10 0-13 0,12 5-9 0,-3 0-13 15,-1 2-9-15,1 0-11 0,-2 1-6 0,2 1-9 16,-2 7-6-16,-1-3-2 0,0 4-8 0,2 0 1 16,-7-3-5-16,4 1-5 0,-5-3-1 15,0 5-6-15,0-5 1 0,0-4-6 0,0 1-3 0,0-2 5 16,0 1-5-16,0-6 15 0,0-2 16 0,0 8 38 15,0-8 44-15,0 4 42 0,0-4 33 0,0 0-2 16,0 0-40-16,4-12-25 0,-4 5-15 0,3-3-14 16,4 1-9-16,-3-8-20 0,1 3-21 0,2-1-25 15,3-5-19-15,0 4-17 0,-5-1-22 16,4 3-11-16,4-2-31 0,-4 7-28 0,-3 0-28 16,2 1-27-16,1 1-9 0,0 4-34 0,1 1-25 15,0-1-16-15,1 3-25 0,1 3-18 0,0 0-39 16,-5 1-186-16,0-1-542 0,3 4 240 0</inkml:trace>
  <inkml:trace contextRef="#ctx0" brushRef="#br0" timeOffset="40859.37">29445 1529 246 0,'0'0'255'0,"-2"6"0"0,2-6-2 0,0 0-6 16,0 0 6-16,0 0 1 0,0 0-4 0,0 0-25 15,7 3-22-15,-7-3-25 0,17-9-24 0,-4 4-21 16,1-3-8-16,4-2-5 0,4 1-8 0,2-8-11 15,3 2-3-15,-2 1-2 0,-4-1-9 0,3 0-4 16,3-1-5-16,-10 6-13 0,-2-4-7 0,2 4 3 16,-3-3-2-16,-4 4 5 0,-2 2 15 0,-1-2 14 15,-2 6-3-15,1 0-5 0,-3 0-11 16,0-3-20-16,-3 6 2 0,0 0-19 0,-5-6 2 16,-5 6-12-16,-4 1-4 0,-6 4-6 0,-5 4-6 15,3-6 5-15,-5 9-6 0,4 2-3 0,3 1 5 16,3-1-16-16,2 6-8 0,4-2-10 0,4-1 1 15,6 5-1-15,5 1 9 0,6 1 4 0,8-3 7 16,7-1-3-16,9-3 5 0,15 2 5 0,4-3-5 16,4-4-3-16,2-3 6 0,1-5-3 0,4-4 8 15,-4 0 0-15,0 0 1 0,-6-3 2 0,-16 3 0 16,-6-2 17-16,-10 2 11 0,-6-2 11 0,-5 0 8 16,0 1 5-16,-3 1-7 0,-1-2-10 0,-7 2-13 15,9 0-20-15,-9 0-32 0,8-2-35 0,-8 2-73 16,0 0-73-16,0 0-97 0,0 0-449 0,-34 4-808 15,21-7 357-15</inkml:trace>
  <inkml:trace contextRef="#ctx0" brushRef="#br0" timeOffset="43043.25">5725 3103 81 0,'0'-7'318'0,"0"7"-7"0,-1-4-11 15,2 0-7-15,-1 4-4 0,-1-7-15 0,1 3-14 16,0 4-17-16,0 0-24 0,-1-2-24 0,1 2-25 16,0 0-20-16,0 0-16 0,0 0-24 0,0 0-22 15,0 0-8-15,0 0-17 0,0 0-4 0,13 14-14 16,-8-7-2-16,1 7-12 0,3-3-2 0,-1 3-2 16,0 5-2-16,4 3-5 0,-3 1-3 15,0-5-1-15,-4-1 0 0,4 0-2 0,-5 0-4 0,1-1 3 16,0-4-2-16,-1-2-1 0,-1-3-1 0,-2-1 1 15,0 0 0-15,2-1 9 0,-1-1 41 0,-2-1 35 16,3-1 40-16,-3-2 51 0,0 0 23 0,0 0-21 16,10-11-19-16,-2 2-18 0,0-4-17 15,2-1-11-15,-1-5-16 0,6-4-11 0,-1-2-9 16,2-2-10-16,0-1-10 0,0 2-8 0,0 3-9 0,-1 1-5 16,-5 4-3-16,-1 6-4 0,0-2-2 0,-4 6-3 15,-1 2-2-15,0 0-2 0,0 1-16 0,-3 2-11 16,2 1-20-16,-2-2-27 0,-1 4-31 0,4-5-39 15,-4 3-43-15,0 2-30 0,0 0 19 16,0 0 17-16,10 12-10 0,-5-4-20 0,-1 2-15 16,0-1-23-16,1 1-24 0,3-1-35 0,1 3-48 0,-3-4-297 15,4-1-676-15,3-2 299 0</inkml:trace>
  <inkml:trace contextRef="#ctx0" brushRef="#br0" timeOffset="43409.89">6610 3020 16 0,'-7'-2'302'0,"0"-2"-22"0,0-1-16 0,-3 2-21 16,-1 1-22-16,-1 1-22 0,0 4-16 0,-4 1-20 16,3 0-21-16,-5 2-16 0,4 2-10 15,-5 2-12-15,3 2-1 0,0 1-23 0,0 1-4 16,-1 5-5-16,0 3 24 0,4-6-4 0,2-1-19 15,1 1-18-15,3 1-18 0,1 0-12 0,2-4-3 16,0-1-5-16,2-5 1 0,3 1 7 0,0-1 4 16,4-2 8-16,2-1 4 0,-2-3 7 0,4-1 14 15,4-2 9-15,-1-4 7 0,5 1 12 0,-3-6-2 16,5 3 3-16,-2-5-8 0,-2 2 11 0,-1-1 2 16,4 0-2-16,-2 0 1 0,-6 4-7 0,6 0-9 15,-7 4-1-15,-2-1-5 0,-2 0-9 0,-1 1-10 16,1 1-5-16,-1 1-11 0,1-1-1 0,-5 3-27 15,6-4-16-15,-6 4-7 0,0 0-13 0,15 7-44 16,-8-5-12-16,3 2-40 0,-1 3-34 0,0-3-37 16,0 3-44-16,1-1-68 0,-3-1-288 0,-1-1-643 15,4 0 285-15</inkml:trace>
  <inkml:trace contextRef="#ctx0" brushRef="#br0" timeOffset="43909.14">6810 3021 199 0,'4'-6'335'0,"1"-3"-10"0,-2 4-14 0,1 0-29 0,-2 1-26 16,0 0-30-16,-1 0-29 0,1 1-22 0,-2 3-18 15,9 1-16-15,-9-1-9 0,14 10-13 0,-6 0-14 16,-3 1-6-16,5 4-27 0,-1-2 11 0,-1 4-5 16,-2 1-9-16,2 0-3 0,-3 1-9 15,-1 6 4-15,-4-8-11 0,1 1-5 0,-1-3-2 16,0-4-7-16,0 0-8 0,-1-1-9 0,1-4-1 15,0-1 4-15,1 1 3 0,-2-2 21 0,1-4 47 16,0 3 43-16,0-3 35 0,0 0-7 0,0 0-29 0,9-7-13 16,-4-4-13-16,8-2-6 0,-3-1-16 0,8-8-12 15,-1 1-6-15,2-3-7 0,4 1-6 16,-3 1-6-16,1-4-9 0,0 3 1 0,0 5-9 16,-6 4-5-16,-6 5 0 0,-1 1 2 0,-2-1-5 15,-1 4-6-15,-1 2-4 0,1-2-9 0,-1 2-2 16,0 2-15-16,-2-2-13 0,-2 3-17 0,0 0 4 0,0 0 4 15,0 0-1-15,12 12 3 0,-8 0-3 16,1 3 2-16,-3-2-8 0,1 5 19 0,-2 0-1 16,-1 1 6-16,3 2 0 0,-2 4 2 0,1-7 1 15,0-1 4-15,0 0 4 0,-2-5 2 0,0-1-3 16,2 1 1-16,-1-2 5 0,-1-3 5 0,1-2-13 16,-1 1 12-16,1-2 6 0,-1 1 4 0,0-1 0 15,0-4 11-15,0 0 11 0,2 3 15 0,-2-3 2 16,0 0 4-16,0 0 0 0,0 0-36 0,0 0-45 15,0 0-30-15,2-15-30 0,-2 8-35 0,-1-4-51 16,1-1-37-16,1-3-48 0,-1-3-57 0,0 0-76 16,2-9-256-16,-1-1-697 0,0-1 309 0</inkml:trace>
  <inkml:trace contextRef="#ctx0" brushRef="#br0" timeOffset="44053.93">7223 2780 70 0,'-1'-5'371'16,"-3"-1"8"-16,3 3 12 0,1-3-13 0,0 6-25 15,-3-5-26-15,3 2-33 0,0 3-26 0,-1-4-25 16,1 4-22-16,0 0-25 0,-2-6-39 0,2 6-46 16,0 0-37-16,0 0-28 0,0 0-44 0,15 6-54 15,-10-4-59-15,0 5-65 0,2-2-78 0,0 4-294 16,-3-4-594-16,2 3 262 0</inkml:trace>
  <inkml:trace contextRef="#ctx0" brushRef="#br0" timeOffset="44924.82">7688 3055 157 0,'0'-5'409'0,"2"0"-27"0,-1 1-47 16,-1 1-14-16,0 3-31 0,-1-7-20 0,-1 3-26 0,2 4-30 16,-7-2-34-16,0 2 4 0,-1 0-31 0,-4 5-15 15,-5 0-19-15,3 5-13 0,-1 0-18 16,-2 4-2-16,-6 4-8 0,10-5-5 0,-1 1-14 15,1 2-4-15,3 1 0 0,0 0-19 0,0-1-22 16,2-2 0-16,4 2-13 0,2-5-8 0,2-2 4 16,0-2 7-16,-3-1 9 0,6-3 7 0,-1 4 25 15,1-5 17-15,2 1 16 0,-5-3 4 0,12-3 17 16,-6-1 3-16,4-3-1 0,-1 2 1 0,0-5-7 16,5-2-4-16,0 2-10 0,-1-3-8 0,-3-1-8 15,2 0-5-15,-4 4-8 0,1 2 4 0,-5-1 2 16,3 2 5-16,-2 2-6 0,0 1-8 0,-3 1-4 15,1 0-16-15,1 2-8 0,-4 1-14 0,4-6-19 16,-3 5-20-16,-1 1-27 0,0 0-23 0,0 0-14 16,0 0 17-16,0 0 4 0,5 9 14 0,-4-4 6 15,1 2 2-15,3 1 10 0,-4 1 3 0,3 0 1 16,0 1 0-16,0-1 1 0,1-2 2 0,1 3 7 16,0-5-3-16,2 0-5 0,0 1 6 0,2-2 8 15,-2-2-1-15,3 0 5 0,-2-4 4 0,3 1 9 16,-1-5 2-16,3 1 12 0,-1-4 15 0,1-3-2 15,3 0 16-15,-4-3 10 0,2-8-1 0,-1 1 1 16,-1-3-3-16,-2-1 5 0,2 2-3 0,-4-4-2 16,1 2 13-16,0 1 7 0,-6 0 4 0,-1 5 5 15,0 4 3-15,0 0 13 0,-2 4 10 0,1 0-4 16,0 2 11-16,-2 5-5 0,0-2-8 0,0 2-11 16,0 1-16-16,0-1-29 0,0 5-30 0,-2-5-50 15,2 5-50-15,0 0-30 0,0 0 8 0,-3 17 21 16,-1-3 5-16,-2 5 11 0,1 6 3 0,-3 1 16 15,2 6 8-15,2 3 6 0,0-2 0 0,-1 1 6 16,2-5 8-16,7 4 0 0,-1-6 2 0,0-4 5 16,3-3 6-16,-3-6-1 0,3-1-4 0,1-4 12 15,-2 0 6-15,3-3 25 0,-2 0 16 0,7-6 5 16,-4 0 10-16,4-3-3 0,-2-2 5 0,6-3 7 16,-3-2-3-16,1-3 0 0,-1 0-13 0,-2-1 2 15,1-1-3-15,-3 3 2 0,-2 0 4 0,-3 3 2 16,2-1 5-16,-3 2 6 0,-1 3-9 0,1-1-5 15,-3 3-8-15,0-1-15 0,0 1-25 0,-1 3-23 16,0 0-13-16,0 0-24 0,-24 8-24 0,13-4-54 16,-5 4-20-16,5-2-46 0,-4 6-41 0,3-3-31 15,3 2-57-15,3-4-48 0,-3 0-292 0,4-1-728 16,2-3 323-16</inkml:trace>
  <inkml:trace contextRef="#ctx0" brushRef="#br0" timeOffset="45226.68">8278 2830 34 0,'2'-5'410'0,"-4"-3"-13"0,2 1-2 0,3 1 2 0,-4 0-8 16,1 2-21-16,0 1-22 0,0 3-30 15,0-7-34-15,-3 5-32 0,3 2-34 0,0 0-20 16,-2-5-31-16,2 5-41 0,0 0-42 0,0 0-15 0,0 0-8 16,1 17-6-16,-6-6-10 0,5 5-1 0,-4 9-8 15,2 0 4-15,-1 2-5 0,3 4 2 16,3 0-5-16,-6 1-7 0,6-4-19 0,-6 0-30 16,3-2-30-16,4-6-26 0,-4-1-24 0,2-2-33 15,1-5-40-15,-3-2-32 0,0 0-34 0,5-6-57 16,-5 0-279-16,0-4-628 0,0 0 278 0</inkml:trace>
  <inkml:trace contextRef="#ctx0" brushRef="#br0" timeOffset="45542.78">8391 3105 87 0,'10'3'240'0,"-10"-3"-13"0,0 0-13 16,0 0-18-16,0 0-11 0,0 0-13 0,0 0-23 15,0 0-15-15,0 0-9 0,0 2-18 0,0-2-2 16,0 0 1-16,0 0 6 0,8 3 21 0,-8-3 6 15,6 1-3-15,2-1-2 0,2-1-14 0,3-2-1 16,6 2-16-16,-2-2-21 0,1 0 12 0,-1-6-16 16,1 2-8-16,-1-3-7 0,0 2-2 0,-1-4-3 15,-3-1-6-15,2 0-4 0,-2-3-6 0,-4 3 10 16,-3 3 18-16,1-2 14 0,-5 3-17 0,1 1-10 16,-3-1-4-16,-3 1-16 0,-2 5-6 15,0-1-1-15,-5-1-2 0,-3 5-27 0,-6 3 14 0,-2-2 2 16,2 4-10-16,-1 2-5 0,-5 6 13 0,4 4-6 15,6-3-2-15,-2 5-9 0,3-5 7 0,4 3-19 16,-3 5-14-16,8-1-3 0,1-4-8 0,8 1-16 16,6-1-36-16,0-2-53 0,7-5-87 0,6 2-377 15,-1-8-658-15,6-3 292 0</inkml:trace>
  <inkml:trace contextRef="#ctx0" brushRef="#br0" timeOffset="45863.28">9003 2922 458 0,'-5'-3'470'16,"5"3"-24"-16,0 0-29 0,0 0-40 16,0 0-37-16,-2-5-38 0,2 5-35 0,0 0-31 15,0 0-54-15,0 0-44 0,0 0-7 0,0 0-11 0,-11 15-20 16,6-7-2-16,-3 3-19 0,0 4-3 0,0 2-29 15,3-3-13-15,1 1-19 0,0-1-11 16,-1 1 3-16,4 2-2 0,2-5-2 0,0 0-5 16,6 3 1-16,0 1 0 0,2-3 4 0,1-1-1 15,-1-3-2-15,3 3 5 0,-2-3-4 0,-1-1 1 16,-1-1 2-16,-2-3-26 0,-2 0 23 0,1 2-10 0,0-2-4 16,-4-2-7-16,-2 3 3 0,-3 0 6 15,-2-2 7-15,-7 1-1 0,-7 4 7 0,-1-5-15 16,-11 1-52-16,-1 1-72 0,-4-3-111 0,0-3-386 15,6-5-688-15,3 0 305 0</inkml:trace>
  <inkml:trace contextRef="#ctx0" brushRef="#br0" timeOffset="47574.73">10460 3032 16 0,'1'-6'259'0,"3"1"-2"15,-3-4-4-15,2 3-14 0,-2 2-5 0,-1-1-2 16,1 0-19-16,-2 1-20 0,-2 0-23 0,-3 0-22 15,0 1-21-15,-2 3-13 0,-4 0-14 0,-8 4-6 16,1 4-7-16,-8 2-13 0,-4 4-14 16,3 0-5-16,0 0-4 0,4 2-9 0,0 2-3 15,2 1-5-15,3 0-3 0,2-5-2 0,8 1-3 16,-5 2 0-16,9-7-6 0,-4 4-3 0,5-3-3 0,4-2 0 16,0 2 1-16,4-1 2 0,0-6 1 0,-1 0 4 15,8 2-3-15,-1-2 3 0,3-4-8 16,2-1 4-16,7-3 1 0,-5-4-6 0,2 1 7 15,-2-3 12-15,0 0 8 0,-1 0 7 0,0-2-5 16,-3 1 4-16,2-2 1 0,-2 1 6 0,0-1-5 16,-7 7 17-16,2-2 2 0,-3 4 11 0,1-3 0 15,-2 4-11-15,0-4-5 0,0 5-10 0,-3 0-5 16,-1 2-15-16,4-5-19 0,-1 2-24 0,-3 3-27 16,1-3-26-16,-1 3-15 0,0 0 11 0,5 11 7 15,-5-7 6-15,5 3 8 0,0-1 3 0,-1 2 2 16,3 0 2-16,-1-1 9 0,4 3-6 0,0-3 2 15,2 0 4-15,2-1 0 0,1 0 6 0,2-4 2 16,-3-2 13-16,1 1-7 0,-2-3 1 0,6-2 4 16,-2 1 0-16,-3 0 19 0,0-7 24 0,-1 5 18 15,-3-4 15-15,-1 1-1 0,0-2 20 0,-3 1-2 16,1 0 17-16,-1 2 10 0,1-1 10 0,-3 1 9 16,-1 4-11-16,1-1-13 0,-2-2-11 0,0 4-5 15,-2 2-15-15,5-4-10 0,-3 3-14 0,-2 1-15 16,0 0-26-16,0 0-19 0,0 0-19 0,0 0 3 15,0 0 3-15,8 14 2 0,-8-5 5 0,0 2 6 16,-2-1 3-16,5 2 1 0,-3 0 0 0,0 1 5 16,1 0-14-16,-1-1 3 0,0-2-5 0,0-1 2 15,2-3-16-15,-1 1 2 0,-1-2 6 0,1 0 3 16,-1-5 12-16,2 8 17 0,-1-5 20 0,-1-3 32 16,0 0 7-16,8-2-16 0,-2-1 0 0,4-3-10 15,-5 0 0-15,4-1 0 0,0-2-7 0,0-1-2 16,0 0-1-16,1-2-4 0,2 0-3 0,-6 3-1 15,3 1-5-15,-2-1 2 0,-1 2 1 0,-2 4-3 16,-3-4-2-16,4 5-7 0,-2-1-13 0,-3 3-11 16,0 0-19-16,4-4-22 0,-4 4-33 0,0 0-22 15,0 0 15-15,0 0 8 0,0 0 9 0,16 9 9 16,-9-1 12-16,0-2 2 0,5 2-4 16,3 1-1-16,3 1-7 0,9-1-2 0,1-1 2 0,5-3-10 15,0 0-7-15,4-1-11 0,2-2-1 0,13-2-2 16,-15 0 5-16,-1-5 7 0,3 0 9 0,-5-3 6 15,-2 2 11-15,-7-2 6 0,-5 0 15 0,-4 0 23 16,-3 2 18-16,-4-2 22 0,-2-1 9 16,0 2 12-16,-5-1 2 0,1-2-3 0,-3 2-6 15,-4 0 3-15,-1 5-16 0,-5-5-2 0,-3 2-5 0,-6 3 7 16,-2 0-7-16,-7 2-6 0,1 2-1 0,-1 2-2 16,-1 3 1-16,1-1-2 0,5 1-3 0,2 0 0 15,1 4 1-15,2-1 3 0,3 2-5 16,0-1-1-16,2 2-2 0,4-4-19 0,1 2-3 0,3-2 0 15,4 1 2-15,1-1 2 0,1-1 4 16,3 1 4-16,5-2 0 0,1-1 5 0,8 0 0 16,-2-4-2-16,6 3 5 0,-2-5-5 0,11-3 4 0,-13-1 1 15,5-1 1-15,-3 0 2 0,-1-2 2 0,-2-2-4 16,0-3 6-16,-2 1 15 0,-2-2 1 16,0-3-1-16,-3-5 9 0,-1-4 8 0,1-1 4 15,-6 0 5-15,-1 0-2 0,-1-1 22 0,-1-2-6 16,-1 2 6-16,3-1 22 0,-3-1 26 0,0 2 47 15,0 4 12-15,0 7 13 0,0 2-10 0,0 1 0 16,-4 4-2-16,4 2-11 0,0 3-19 0,0-2-19 16,0 5-16-16,0-3-28 0,0 5-42 0,-2-6-44 15,2 6-47-15,0 0-15 0,0 0 3 0,0 0 10 16,-3 22-14-16,3-5 25 0,-4 1 4 0,-1 10-4 16,1 2 8-16,-1 1 4 0,1 4 8 0,0 1 2 15,3 10 2-15,-1-9 0 0,2-4 8 0,2 0-4 16,-1-3 6-16,1-3 6 0,-1-8 10 0,4-3 1 15,-3 1 11-15,0-7 6 0,1 1 6 0,-1-3 9 16,3-1 21-16,-4-2 16 0,3-2 18 0,1-1 11 16,3-1 4-16,2-1-6 0,3-3-11 0,1 0-10 15,8-6-9-15,3-1-21 0,2-2-51 0,1-2-65 16,6-7-77-16,-2 4-101 0,2-3-111 0,-2 1-532 16,-1-1-958-16,-1-2 424 0</inkml:trace>
  <inkml:trace contextRef="#ctx0" brushRef="#br0" timeOffset="48359.32">13049 2897 118 0,'-4'-5'314'0,"4"5"-22"0,-4-4-28 15,3 3-23-15,1 1-26 0,-5-4-24 16,5 4-22-16,0 0-22 0,-17 5-15 0,7 1-13 16,-11 3-13-16,6 2-10 0,-6 12-12 0,1-1-5 15,1-1-10-15,2 3-7 0,1 0-4 0,4-2-3 0,4-2-10 16,0-2-3-16,0-1 2 0,5 1-5 16,2-2-2-16,2 0-5 0,1-7 1 0,2 2-3 15,2-2 12-15,1-2 3 0,5-3 7 0,1-2 1 16,5-5 0-16,2 0 0 0,2-6 5 0,-3 0 3 15,5-2 8-15,-7 0 13 0,2-1-7 0,-1-7 9 16,-6 4-2-16,0-6-7 0,-2 1-7 0,-3 1-6 16,-1-5-10-16,-4-1-12 0,-4 0-21 0,0 4-8 15,-2 3-8-15,-4 0-1 0,-1 3-10 0,-2 3-5 16,-3-1-14-16,-3 4-16 0,-2 4-9 0,1 0-16 16,-5 4-11-16,0 1-17 0,5 2-19 0,-10 2-25 15,12 1-30-15,3 0-24 0,5 1-54 0,2 0-39 16,2-1-166-16,3-2-490 0,1-3 217 0</inkml:trace>
  <inkml:trace contextRef="#ctx0" brushRef="#br0" timeOffset="49275.02">13340 2660 382 0,'4'-9'443'0,"-4"2"-19"0,0 1-38 15,1-1-43-15,0 3-35 0,1 1-35 16,-2 3-42-16,2-5-68 0,-2 5-38 0,0 0-9 16,0 0-11-16,0 19-17 0,-2-1-3 0,-1 8-7 15,0 5-29-15,0-1 18 0,-1 7-11 0,0-2-7 0,-2 13 3 16,1-1-7-16,2-9 6 0,-1-2-9 0,1-2-12 16,1-2-21-16,0-3-19 0,0-2-5 0,5-6-12 15,-3-6-10-15,-1-1-3 0,1-4-21 16,0 0 14-16,0-4 9 0,0 0 10 0,0-1 31 15,0-5 33-15,0 0-11 0,0 0-19 0,0 0-6 16,0 0 2-16,0 0-1 0,-8-23-13 0,3 12-11 16,-2-2-4-16,-1-3-6 0,-1 0 0 0,-1 1 4 15,-1 0 3-15,1 1 0 0,-3 1 2 0,-2 0 7 16,-1 2 5-16,1-1 3 0,0 4 1 0,-1-1 4 16,4 3 0-16,-1 2 2 0,3-1-2 0,-1 1 3 15,1 1-6-15,4 2 2 0,6 1-23 0,-9-1-10 16,9 1 1-16,0 0 1 0,0 0 4 0,0 0-3 15,0 0-4-15,25 9-18 0,-3-6-22 0,6-7-14 16,3 4 0-16,2-3-2 0,3-1-3 0,-2-2-13 16,0-1 1-16,-2-1 16 0,-1-1 8 0,0-3 5 15,-3 0 35-15,-2-1 32 0,-4-2 27 0,-1-2 25 16,-2-1 26-16,-6 3 22 0,1-2 18 0,-4 0 17 16,1 0 22-16,-2 3 34 0,-3 4 32 0,-1 0 26 15,-1 1 8-15,1 4-6 0,-4-2-21 0,2 2-23 16,-2 4-25-16,4-5-22 0,-5 3-37 0,0 3-37 15,0 0-30-15,0 0-26 0,0 0 17 0,0 17 2 16,2-5-8-16,-2 6 0 0,0 3 0 16,0 5-6-16,-2 0-3 0,1 3 4 0,1 3 2 0,-5 1-2 15,5-3-18-15,-3-1-15 0,6-3-9 0,-3-5-7 16,0-3-8-16,0-7-7 0,0 3 0 0,0-6 1 16,0-2 8-16,0-1 25 0,0-1 19 15,0-4 23-15,5 6-8 0,-5-6 0 0,14-10-8 16,-5 4 7-16,1-4 0 0,2-3-2 0,1-1-4 15,-2 0-1-15,7-8-2 0,-4 7-3 0,-1 0 1 16,-2 1 2-16,-2 4-1 0,-1 3 4 0,1-3 3 0,-4 4-5 16,-1 1-7-16,0 0 3 0,-1 3-6 0,-3 2-9 15,6-5-12-15,-6 5-24 0,4-5-28 0,-4 5 0 16,0 0 17-16,0 0-5 0,10 12 9 16,-8-6 11-16,2 2-3 0,1-1-6 0,0 3-7 0,4-1 3 15,0 1 0-15,0-5 2 0,1 5-5 16,8-4 6-16,0 0-8 0,-1-2-11 0,1-1 5 15,-2-1-4-15,2-1 8 0,-5-4 2 0,2-4 7 0,-2 5 5 16,0-5 2-16,-2-1 13 0,-2 0 5 0,1-1 11 16,-2-5 7-16,-1 4 12 0,-4-2-2 15,1 3 16-15,1-3 3 0,-5 4 26 0,1-2-5 16,-1 3-2-16,-1 2-14 0,0-1-5 0,-4 0-18 16,-1 5 12-16,-5-2-3 0,1 2-7 0,-3 5-5 15,-1-3 1-15,-5 8-5 0,0 1-2 0,1 0 7 16,1-1-3-16,2 6-1 0,0-1 3 0,2 1-17 15,0 2-23-15,7-2-22 0,-2 2-21 0,8-1-25 16,-1 4-26-16,2-8-35 0,3 0-43 0,4-2-77 16,-2-3-257-16,4 1-585 0,2-6 258 0</inkml:trace>
  <inkml:trace contextRef="#ctx0" brushRef="#br0" timeOffset="49594.41">14153 2864 243 0,'1'-4'390'16,"0"3"-29"-16,-1 1-41 0,0 0-55 0,7-7-11 16,-7 7-36-16,0 0-18 0,0 0-23 0,0 0-21 15,14 8-24-15,-10 1-2 0,3 0-17 0,0 1 0 16,-1 5-26-16,0 3-7 0,0 3 0 0,-3 2-8 16,-1-3-3-16,-1 7-14 0,-1-4 2 0,-1 3-9 15,-1-10-2-15,0 1-4 0,1-3-8 0,-2-4 1 16,0-3-3-16,3 0 1 0,-2 0 5 0,2-2 10 15,0-5 35-15,0 8 42 0,0-8 50 16,0 0 37-16,-3 2-5 0,3-2-38 0,0 0-15 0,0-16-15 16,2 5-18-16,0 1-14 0,2-6-11 0,1-1-15 15,2-4-17-15,5-4-15 0,-1 1-25 16,1-1-23-16,1-1-23 0,2 4-20 0,-2-2-25 16,-1 9-27-16,-1-3-41 0,1 4-45 0,-2 3-48 15,-1 0-50-15,1 2-63 0,0 1-79 0,2 2-235 16,-5-1-709-16,1 2 313 0</inkml:trace>
  <inkml:trace contextRef="#ctx0" brushRef="#br0" timeOffset="49960.82">14654 2791 104 0,'2'-5'352'0,"-2"5"-14"16,0-4-28-16,0 4-25 0,0 0-26 0,1-5-24 16,-1 5-27-16,0 0-23 0,0 0-24 0,0 0-18 15,0 0-16-15,0 0-22 0,0 0-14 0,0 0-12 16,0 0-6-16,-21 11-11 0,10-5-1 0,1 0-10 16,-1 3-13-16,1-1 4 0,-4 5-4 0,1-1-6 15,0 0-1-15,4-2-6 0,4 0-3 0,0 4 4 16,-3-3-15-16,8 4 8 0,0-3 3 0,0 3 4 15,5 0-3-15,2 0 4 0,3-2-12 0,3-1 0 16,1 1 3-16,1-1-3 0,0 0 2 0,2-2 5 16,-4 0-11-16,-4-2-4 0,1-3 4 0,-4 0-9 15,-1-1-2-15,1 0-5 0,-2 1-9 0,-1-2 7 16,-8 2 5-16,0-1 2 0,-4 3-4 0,-7 0-21 16,-4-1-29-16,0 1-53 0,-2-5-70 0,2 0-112 15,-2-2-221-15,-1 0-553 0,6-4 244 0</inkml:trace>
  <inkml:trace contextRef="#ctx0" brushRef="#br0" timeOffset="50759.1">15919 2848 227 0,'-4'-4'294'0,"3"-3"-30"16,-3 5-24-16,0-2-24 0,-1 3-24 0,-3-4-21 16,-2 5-15-16,-3 0-20 0,-1 2-14 0,-4 2-12 15,0 4-11-15,-8 4-13 0,4 3-7 0,-3 0-10 16,2 1-4-16,3 4-9 0,2 4-4 0,4-9-6 16,1 9-4-16,3-7-2 0,3 0 0 0,0-1-2 15,3-2-4-15,3-3-2 0,0 0 1 0,2-3-1 16,-1-3 2-16,5 3 7 0,2-4 1 0,3-2-1 15,2-3 2-15,1 0-3 0,6-3 0 0,2-2 8 16,-3 1 7-16,2-2 5 0,-3-5 4 0,-1 0 12 16,2-1-2-16,-5 0 3 0,2 0-1 15,-2 1-1-15,-3 3 4 0,-1 4 8 0,-1-2-3 16,0 1-8-16,-3 2-3 0,0 1-12 0,-1-1-7 16,-4 4-23-16,5-5 7 0,-4 3-30 0,-1 2-22 15,0 0-4-15,0 0 2 0,0 0 5 0,14 10-1 16,-11-5-3-16,4 6-31 0,-3-2-25 0,3 1-30 15,-2-1-35-15,0 1-41 0,-2 0-54 0,3 0-81 16,-4-5-236-16,0 2-594 0,0-3 262 0</inkml:trace>
  <inkml:trace contextRef="#ctx0" brushRef="#br0" timeOffset="51058.55">16138 2837 344 0,'4'-2'346'0,"-4"2"-40"0,7-4-32 16,-7 4-34-16,6 1-27 0,-6-1-17 16,7 7-21-16,-3-2-13 0,0 0-14 0,4 5-12 15,-3 0-8-15,-1 1-16 0,1-3-13 0,1 4-5 16,0 5-12-16,-3 0-6 0,3-3-8 0,-4-4-1 16,0 0-10-16,0-1-8 0,-2-2-6 0,1 1 3 15,2-4-4-15,-2 1-2 0,-1-5 46 0,0 5 44 16,0-5 39-16,5 4 36 0,-5-4 12 0,0 0-28 15,0 0-22-15,5-16-20 0,-1 7-17 0,1-1-15 16,2-5-26-16,3-2-31 0,0 1-32 0,3-4-31 16,5 1-34-16,0-4-40 0,0 4-61 15,-2 5-28-15,0 3-44 0,1-1-47 0,0 3-43 16,2 2-39-16,0 1-280 0,-7 3-673 0,1 0 297 16</inkml:trace>
  <inkml:trace contextRef="#ctx0" brushRef="#br0" timeOffset="51422.68">16554 2941 73 0,'0'3'231'0,"0"-3"18"0,0 4 17 0,0-4 9 0,0 0-2 15,0 0-33-15,0 0-10 0,20-6-9 0,-9 2-13 16,1-2-14-16,6-1-10 0,1-4-17 0,0 4-5 16,-2-6-15-16,2 3-10 0,-2-3-11 15,1 4-12-15,-3-5-12 0,2 1-3 0,-4-1-9 0,-1-1-22 16,-3 1-2-16,-1 6-4 0,-2-2 0 0,-1 2 2 15,-2-1-16-15,-3 2-9 0,-4 2 0 16,-3 1-9-16,-5 1-3 0,0 3-7 0,-9 3-3 16,-6 4-4-16,-1 2-2 0,-3 4-7 0,4 1 6 15,1 2-11-15,2 2 8 0,3 0-5 0,0 1 2 16,10-3-2-16,2 3 2 0,4 0 1 0,4 6 5 0,4-4 0 16,10 1-3-16,4-3 6 0,4-1 3 0,9-2-7 15,4-6 11-15,7-3-23 0,14-1 16 16,4-4 1-16,4 0 19 0,-3-2 0 0,0 0-4 15,-5-4-4-15,-15 1-2 0,-4 0-4 0,-8-1 7 16,-8-1-4-16,-7 5-3 0,-1 0-12 0,-3-3-17 16,0 1-56-16,-4 0-66 0,-2-2-72 0,-3 4-81 15,-7-8-389-15,1 3-729 0,-2 0 323 0</inkml:trace>
  <inkml:trace contextRef="#ctx0" brushRef="#br0" timeOffset="52591.54">18524 2803 112 0,'0'0'272'0,"0"0"-7"0,0 0-13 0,0 0-13 16,0 0-18-16,0 0-10 0,0 0-15 0,0-5-14 16,0 5-13-16,0 0-17 0,0 0-18 0,0 0-12 15,0 0-14-15,0 0-17 0,0 0-6 0,0 0-8 16,0 0-8-16,0 0-7 0,0 0-9 0,0 0-8 16,0 0-9-16,0 0 0 0,0 0-6 15,12 0-4-15,-12 0 0 0,12 0-6 0,0-2-4 16,-1 0-4-16,4-1 0 0,-1-1-5 0,-2 1-3 15,6-5 1-15,-5 6 6 0,0-5-8 0,-3 0 1 16,3 2 1-16,-3-3 0 0,-1-1 6 0,-1 2 6 16,-3-3 3-16,2 3 3 0,-4 0 6 0,1 1 18 15,-3 1 0-15,0 1-7 0,-1-3-9 0,-2 3-9 16,-1 0-5-16,-2 2-5 0,-5 0-2 0,-3 1 0 16,-1 1-2-16,-4 3 1 0,-10 2-9 0,1 4 4 15,-3 1 0-15,1 2-3 0,0 0 0 0,0 3 0 0,3 2-4 16,-2-2 3-16,6 2-3 0,3 1 2 15,3-3-5-15,5 2-1 0,1 0 0 0,6 2-4 16,2 0-9-16,5-1 5 0,6 9 2 0,13-8 2 16,1 0 4-16,13-6-4 0,13 1-1 0,4-6 1 15,6-5-1-15,4 0-4 0,3-4 1 0,26-8 1 16,-28 1-2-16,-1-3 1 0,-1-4 3 0,-7-1 2 16,-2 1 2-16,-19 1-4 0,-2 4 2 0,-4-5 4 15,-4 1 0-15,-7-1 9 0,-6 2 3 0,2 0-1 16,-9 3 25-16,1 0 3 0,-5 0 2 0,0 1-6 15,-5 1-1-15,0 1-4 0,-7 0-1 0,1 2-19 16,-7 0 14-16,-5 5-6 0,-5 1 0 0,-1 4 1 16,-2 0-2-16,0 4-3 0,-1 1 2 0,8 1-7 15,-3 2 9-15,11-1-14 0,-2-1-7 0,4 2-6 16,5 1-5-16,2-3-3 0,5 1 0 0,2-1-1 16,2 0 14-16,11 1-6 0,2-3 3 0,12 1 3 15,1-3 2-15,3-7-3 0,5 0 9 0,-2-3-5 16,2-3 5-16,-4 0-4 0,-3-1 5 0,-2 0-1 15,3-3 0-15,-14 0 6 0,2 1 2 0,-3-2 2 16,-5 1 0-16,1-3 0 0,-6 2 2 0,-1-3-3 16,-2 0-9-16,-2 4 12 0,-2-2-8 0,-1-2 2 15,-2 5-5-15,0-2-4 0,-5 2-6 0,2 1-1 16,-2 2-11-16,-3 1-19 0,2 0-11 0,-1 3-20 16,-2 1-18-16,1-1-29 0,-1 4-35 0,4 0-47 15,2-1-55-15,-2 3-174 0,4-1-466 0,6-3 206 16</inkml:trace>
  <inkml:trace contextRef="#ctx0" brushRef="#br0" timeOffset="52978.61">19549 2732 60 0,'3'-2'422'16,"-3"2"-20"-16,3-5-42 0,-3 5-30 0,0 0-39 15,0 0-35-15,3-4-28 0,-3 4-29 0,0 0-24 16,0 0-18-16,0 0-15 0,4 14-18 16,-3-11-11-16,-1 9-14 0,-1-2-9 0,1 4-11 15,-4 3-7-15,4-2-3 0,-1 2 4 0,-1 2-18 16,0-2-2-16,-2-5-12 0,4 1-14 0,-4 0 13 16,4-3-5-16,-1-3-12 0,-2 0-4 0,3-2-18 15,-1-1 26-15,1-4 12 0,-4 7 26 0,4-7 37 16,0 0 4-16,0 0-9 0,0 0-13 0,0 0-5 15,22-16-11-15,-11 7-10 0,-2 0-3 0,4-4-5 16,0 0-8-16,0 0-3 0,-3 4 1 0,-1 1-2 16,-1 0-5-16,-1 0-8 0,0 4 1 0,-2-1-3 15,1 3-5-15,-3-3-6 0,1 3-9 0,-1 2-2 16,-3 0-11-16,0 0 7 0,0 0-9 0,18 5-9 16,-9 2-1-16,-1-1-8 0,2 2-21 0,-1 1-35 15,3 2-35-15,-1-2-49 0,-1 3-46 0,2-4-52 16,2 1-72-16,-5-3-297 0,0-2-688 0,0-2 305 15</inkml:trace>
  <inkml:trace contextRef="#ctx0" brushRef="#br0" timeOffset="53294.67">20041 2709 247 0,'0'0'348'16,"1"-5"-26"-16,1 3-24 0,-2 2-32 0,0 0-25 15,1-4-35-15,-1 4-20 0,0 0-17 0,0 0-14 16,-10 7-19-16,2-1-11 0,-3 3-15 0,-1-2-10 16,-2 4-9-16,0 1-9 0,0 0-9 0,1 1-7 15,0-1-9-15,3-1-5 0,1 4-2 16,1-5-11-16,3-1-9 0,3 3-5 0,-1 0 0 16,4 1-4-16,-1-2 1 0,4-1 1 0,9 3-1 0,-4-4-5 15,5-2-3-15,0 1 3 0,3 2-3 0,-2-4 1 16,2 1-5-16,-6-1 4 0,1-2-11 15,-3 0 3-15,-2-3-6 0,-1 2-12 0,0 1-13 0,-6-4-6 16,5 3 3-16,-5-3-3 0,0 0-14 16,-15 6-25-16,4-2-24 0,-6-1-15 0,0-2-28 15,-5 2-47-15,3-6-56 0,1 2-209 0,-4-3-486 16,4 0 215-16</inkml:trace>
  <inkml:trace contextRef="#ctx0" brushRef="#br0" timeOffset="54974.05">20290 2531 435 0,'2'-5'422'0,"0"-2"-21"0,-1 1-37 0,0 2-32 15,-1 4-37-15,3-7-36 0,-3 7-37 0,1-4-45 16,-1 4-41-16,0 0-21 0,0 0-8 0,0 20-14 15,-2-4-10-15,-1 2-3 0,-2 1-6 0,1 12-15 16,-3-2 3-16,0 4-5 0,2 1-6 0,-2-2-12 16,1-2 4-16,1 1-2 0,1-2-4 0,2-5-9 15,1 1-4-15,-1-6-3 0,2-2-1 0,0-8-6 16,-1 3-20-16,1-4 17 0,0-1 2 0,0-2 1 16,-1 0 5-16,1-5 40 0,1 9 17 0,-1-9 31 15,0 0 13-15,0 0-23 0,0 0-15 16,0 0-16-16,0 0-13 0,-15-18-9 0,10 10-16 0,-3-1-10 15,0 1-14-15,1-4 7 0,-6-1-23 0,4 5 10 16,-4 1-22-16,3 0 15 0,-3 0 6 0,4 0-8 16,0 4 1-16,1-2 4 0,2 1 1 0,1 2-11 15,3-1-44-15,0 1 4 0,2 2-6 16,-6-2-8-16,6 2 11 0,0 0 3 0,10-3 2 16,1 3 0-16,6-1-2 0,5 1 3 0,11 0-3 15,-1-1-7-15,5 1-7 0,0-3-6 0,3 1 2 0,-1-1-1 16,1-1 4-16,12-1 7 0,-16 1 5 15,-1-2 7-15,0-1 3 0,-9 3 12 0,-4-2 1 16,-4 0 17-16,-6 1 19 0,-3-1 22 0,0 1 19 16,-1-2 13-16,-4 3-14 0,-2-1 9 0,1 0-4 15,-3 2-1-15,0 3-10 0,-4-5-6 0,-1 2-14 16,0 2 7-16,-3 1 4 0,8 0-29 0,-20 4 19 16,6-1 2-16,-2 4-1 0,0 1-6 0,-1-1-2 15,3 4-4-15,1-1 8 0,-5 1-6 0,6 0 5 0,1-1-6 16,-1 0-12-16,4-2 16 0,-5 3-18 15,8-2-4-15,1-1 4 0,-1-2-2 0,3 0 0 16,0-3 5-16,1 3 5 0,1-6 3 0,4 4 7 16,-4-4 2-16,9 0 5 0,-9 0 1 0,18-2-2 15,-8-3 5-15,3-1 9 0,-2 1 6 0,3-2-5 16,2-4-5-16,-4 0-5 0,5-1-5 0,-4 2 5 16,-2 0 1-16,-2 1 2 0,0 0 12 0,0 2 5 15,-4-1 16-15,0 5-9 0,-1-2 3 0,0-1-11 16,-1 5-1-16,-1-1-11 0,-2 2-13 0,5-5-31 15,-5 5-30-15,0 0-16 0,0 0 7 0,0 0 2 16,3 8 5-16,-3-8-17 0,-3 9-3 0,3-2-3 16,3-1-1-16,-2 0-2 0,1 0-2 0,4 0-4 15,0 1-3-15,2 1-8 0,3-3 2 0,-2 0 6 16,2-1 8-16,2-1 13 0,0-1-3 0,1-2 10 16,-1-1 5-16,1 0 15 0,-1-2 30 0,-3-1 24 15,4-1 20-15,-5 0 27 0,4-2 15 0,-5 1 16 16,1 0 32-16,-2-1 15 0,2 1 17 0,-4 1 7 15,0-1 11-15,-1 3 5 0,0 0-4 0,0-2-23 16,-1 4-13-16,-3 1-12 0,6-3-14 16,-4 3-20-16,-2 0-17 0,0 0-19 0,0 0-27 15,4-3-39-15,-4 3-8 0,0 0-4 0,0 0 2 0,-4 15 11 16,3-8-1-16,-3 1-3 0,1 2-8 0,-1 1-13 16,1-1-11-16,2-1-9 0,-2 0-11 0,1 2-2 15,0-6-2-15,1 2-1 0,0-2-14 16,-1 0 25-16,2-5 6 0,-2 7 20 0,2-7 48 0,0 0 20 15,0 0 16-15,0 0-11 0,0 0-11 16,0 0 12-16,21-11-10 0,-13 5 0 0,0-1 4 0,1 2 4 16,1-2-11-16,-2-1-6 0,1 4-1 0,2-2-3 15,-6 2 3-15,0 1-3 0,1-1 1 0,0 2-5 16,-2-1-8-16,0 0-5 0,-4 3-11 0,0 0-13 16,11 0 1-16,-11 0-7 0,13 6 3 15,-3-2-2-15,-1 1-11 0,4-1-16 0,2 4-23 16,1-2-11-16,-4-1-35 0,6 1-24 0,0-2-30 15,0 1-21-15,-5-4-23 0,-2 0-6 0,3-1-24 0,-14 0 0 16,20-5 25-16,-8 1 28 0,-4-1 15 16,1-3 53-16,0-1 30 0,-3 0 32 0,3-6 37 15,-2 4 30-15,0-6 27 0,-3 2 30 0,1-3 25 16,2-1 8-16,4-5 12 0,-5-1 10 0,2 0-1 16,1 0 14-16,1-1-7 0,-5 9 7 0,2 0 7 15,-3 5 8-15,0 1 3 0,-1 2-24 0,0 1-2 16,-1 3-20-16,2 1-24 0,-4 4-36 0,1-7-43 15,-1 7-9-15,0 0-2 0,0 0 9 0,-5 23-8 16,3-13 7-16,-4 9-3 0,0-1 10 0,0 12-13 16,1-3 10-16,-4-2-2 0,3 1-1 0,-1-2-14 15,2 1-13-15,0-5-10 0,2-3 2 0,2 0-1 16,-4-1 1-16,4 1 1 0,0-9 8 0,-1-2-2 16,1 0 3-16,0 1 11 0,-2-3 14 0,3-4 14 15,-1 6-3-15,1-6 1 0,-12-1-4 0,12 1 3 16,-16-9-1-16,4 4 1 0,2-3-3 0,1 2 5 15,-3-4-9-15,-3 1 0 0,6 1 3 0,0-1-10 16,0 2 13-16,2 0 4 0,-1-1-1 0,4 1 3 16,1 4-8-16,2-4-4 0,2 2-10 0,5-2 1 15,1 4 1-15,7-5-2 0,-1 2-6 0,6 0-9 16,3 0-10-16,6 1-2 0,-1-2 2 0,6 2 2 16,1-1-6-16,-1 0-3 0,2 1-2 0,0 0 4 15,-6-2 3-15,1 3 6 0,-4-4 0 16,-7 5 7-16,-2-3 7 0,-6 3 12 0,0 0 18 0,-3 1 19 15,-2-1 11-15,-1 2 12 0,0-2-5 0,-1 1-3 16,-2-2-12-16,0 2-3 0,-2 2-6 0,0 0-1 16,-9-6-3-16,0 6-5 0,0 1-8 0,-6 1 0 15,-1 1 0-15,-3 2 2 0,-1 2 2 16,-2 0-5-16,-1 3-4 0,3-2-2 0,-1 3 3 16,6-1-6-16,-1 2 7 0,-1 1-4 0,4-1 2 15,3 1-4-15,5-2 4 0,1 1-5 0,1-2-2 0,4 2 3 16,3 0 3-16,4 0-1 0,5 0 2 0,0 1 0 15,4-2 6-15,0 1 1 0,-3-3-12 0,4 2-8 16,-5-4 15-16,-3-2-1 0,-1 2-6 16,1-2-6-16,-5-1-8 0,0-1-6 0,-1 1-6 15,-1-1 6-15,-3-3 4 0,0 0 0 0,-12 6 4 16,-3-5 2-16,1 2-11 0,-5-1 3 0,-3-2-13 16,4 0-19-16,-5 0-30 0,3-2-29 0,2 2-33 0,-1 0-40 15,7-4-52-15,-2 3-231 0,4-3-503 16,3 0 222-16</inkml:trace>
  <inkml:trace contextRef="#ctx0" brushRef="#br0" timeOffset="55159.28">21877 2846 3733 0,'5'2'434'0,"-5"-2"-145"0,5 4-55 0,-5-4-11 15,3 2-18-15,-2-1-50 0,-1-1-38 0,0 0-23 16,0 0-33-16,0 0-37 0,0 0-59 0,0 0-50 16,0 0-138-16,0 0-199 0,14-4-379 0,-14 4-868 15,8-9 384-15</inkml:trace>
  <inkml:trace contextRef="#ctx0" brushRef="#br0" timeOffset="66437.17">6325 4700 259 0,'-1'-4'279'0,"1"4"-14"16,0-8-4-16,1 6-6 0,-1 2-16 0,0 0-12 16,-1-5-14-16,1 5-17 0,0 0-14 0,0 0-21 15,0-6-21-15,0 6-17 0,0 0-12 16,0 0-24-16,0 0-18 0,0 0-10 0,0 0-6 16,0 0-7-16,-17 14 2 0,4-1-13 0,-1 2-7 0,-4 3 0 15,1 4-25-15,-3 1 1 0,1-1-5 0,2 4 2 16,2-4 0-16,2 0-1 0,0 1 2 0,5-5 0 15,-1 5 0-15,2-6-1 0,2 1 5 16,1-6 4-16,4-2-1 0,-1 3 2 0,2-2-1 16,3-1 1-16,1-2 2 0,0-1 4 0,0-3-3 0,6 1 2 15,1-4 6-15,0-2-1 0,1-1 4 16,-2-3 3-16,6-5 6 0,-2-4-3 0,5-4 0 16,-3 0 6-16,1-9 4 0,-5 2-6 0,0-1-6 15,-4-6 1-15,-3 0-3 0,-1-1-4 0,-4 2 1 16,-1-2-7-16,-2 2 8 0,-3 1 2 0,-7 0-2 0,1 1-6 15,-5 6-3-15,-3 3-2 0,0 2-5 0,-8 2-8 16,0 4 5-16,-2 4-5 0,-2 1-2 0,-2 4 0 16,6 3-7-16,-1 3-18 0,0 6-30 0,2-1-28 15,1 6-30-15,2 2-42 0,4 2-41 16,8-1-31-16,8 0-31 0,-2 1-235 0,6-2-536 0,8-2 238 16</inkml:trace>
  <inkml:trace contextRef="#ctx0" brushRef="#br0" timeOffset="66904.33">6600 4578 349 0,'-3'-5'352'0,"3"5"-17"15,0 0-35-15,0-3-30 0,0 3-31 0,0 0-20 0,0 0-25 16,-1-3-28-16,1 3-13 0,0 0-25 0,0 0-11 16,0 0-11-16,11 6-15 0,-6-1-2 0,3 2-12 15,0 3-8-15,6 2-5 0,-3 0-5 0,4 2-10 16,-3-2-4-16,-3 2-2 0,2 2-9 16,2-2-1-16,0 4-4 0,-4 0-4 0,-5-1 2 0,1 2-5 15,3-2-6-15,-3 1-4 0,-4 0-11 0,-1 1 7 16,-5-4-4-16,1 2 1 0,-5 0 1 0,-1-1 3 15,-4-3 2-15,-3 1-11 0,-2 3 9 0,0-5-4 16,3-3 0-16,-1 2-2 0,3-2 3 0,1-4-4 16,3 0-1-16,2 2 2 0,0-1-1 0,2-5 0 15,1 2 0-15,0 1 3 0,2-1 3 0,-1-3 2 16,4 0 5-16,-5 3-1 0,5-3 8 0,0 0 2 16,0 0-6-16,17 2-7 0,-3-4 7 0,5-1-3 15,9 1-1-15,2-3-6 0,1 2 2 0,4-1 1 16,-3 1-6-16,2-4 0 0,-3 5 4 0,-3-1-3 15,-1 0-5-15,-8-3-14 0,0 3-11 0,-6 1-13 16,-4-1-20-16,1 3-27 0,-6-3-56 0,-1-1-62 16,-2 1-57-16,-1 3-41 0,-9-7-186 0,-1 6-525 15,-3-3 234-15</inkml:trace>
  <inkml:trace contextRef="#ctx0" brushRef="#br0" timeOffset="67303.35">6574 4842 30 0,'-9'0'274'0,"3"0"-18"15,0 3-15-15,6-3-20 0,-10-3-12 0,10 3-14 0,0 0 0 16,-10 0-5-16,10 0-14 0,0 0-15 0,0 0-17 16,0 0-11-16,-9 3-11 0,9-3-10 0,0 0-7 15,0 0-11-15,0 0-10 0,22-6-8 0,-4 5-2 16,1-3-10-16,9-2-8 0,3 2 0 16,2-1-1-16,0-2 6 0,6 2-5 0,-2-1 1 15,14-3-4-15,-17 4-2 0,-1-2-9 0,2 2 0 0,-9 3-5 16,-7-2-6-16,-8 1 2 0,2 0-7 0,-5 3 2 15,-1 0-5-15,1-2 1 0,-3 2-3 0,-1-3-9 16,-4 3-10-16,9 0-9 0,-9 0-14 0,0 0-19 16,0 0-31-16,0 0-35 0,-28 8-40 15,11-4-45-15,-1-1-55 0,3 2-270 0,1-3-559 0,1 2 247 16</inkml:trace>
  <inkml:trace contextRef="#ctx0" brushRef="#br0" timeOffset="67791.08">6005 5235 112 0,'-4'1'186'0,"4"-1"-6"0,-8 1-4 16,8-1-8-16,0 0 2 0,-6 1 0 15,6-1-11-15,0 0-5 0,0 0-16 0,0 0-9 0,-6 2-13 16,6-2-12-16,0 0-3 0,-4 1-8 0,4-1-3 16,0 0-4-16,0 0-4 0,0 0 1 15,0 0-4-15,0 0-6 0,0 0-3 0,0 0-8 16,0 0-4-16,0 0-7 0,0 0-1 0,0 0-9 15,0 0-6-15,0 0-2 0,0 0-3 0,0 0-4 16,0 0 4-16,0 0 2 0,0 0 5 0,0 0 5 0,0 0-2 16,28-5 2-16,-5 0-7 0,12 2 1 0,13-7 2 15,13 3 7-15,2-3 10 0,37-1 4 16,-7-2 5-16,2 1-5 0,-6-1 11 0,-25 2-1 16,28-2-19-16,-29 6 3 0,-1-3-7 0,-3 3-3 15,-4-1-9-15,-3 0-6 0,-17 5 0 0,-6-4-7 16,-8 3-2-16,-2 0 6 0,-7 2 7 0,-1 0 19 0,-5 0 5 15,2 1 2-15,-3-1-8 0,3 2 3 16,-8 0-26-16,6-2-16 0,-6 2-46 0,0 0-34 16,0 0-45-16,0 0-36 0,-21 2-38 0,8 1-51 15,-5 1-54-15,1-1-284 0,-2 1-623 0,0-1 276 0</inkml:trace>
  <inkml:trace contextRef="#ctx0" brushRef="#br0" timeOffset="68289.28">6514 5479 160 0,'0'0'273'0,"0"0"-9"0,0 0-2 16,0 0-10-16,0 0-13 0,5-11-12 0,-5 11-18 0,0 0-21 15,0 0-14-15,0 0-18 0,0 0-21 0,0 0-24 16,0 0-15-16,0 0-4 0,0 0-11 0,-9 9-7 16,0-1-10-16,-1 5-6 0,-4-1-7 0,1 2-5 15,-6 4-8-15,6-3 1 0,-1 2-8 16,0 0-2-16,2-4-2 0,2 4-3 0,0-3-1 0,2 2-1 15,3-4 9-15,2-1-7 0,3-2 7 0,0 0 0 16,2-1 5-16,6-1-2 0,-1 0 2 16,5-4 3-16,6 0-2 0,2-3-11 0,-1-3 4 15,3 0-7-15,-2-4 3 0,1 0-2 0,-4-2-1 0,-2-2-1 16,-1-1-3-16,-3-4 12 0,-3 0-5 0,0 0-11 16,-6-4-5-16,-6-5-11 0,1-1-5 0,-8 2-2 15,0 0 0-15,-4 2 0 0,-3 3 0 16,-4 2-2-16,-5 2 1 0,0 1-2 0,-1 7 5 15,-4-1-2-15,-1 4 1 0,-4 4-3 0,1 1-2 0,3 1 3 16,-3 3 5-16,9-1 0 0,6 2-34 0,2 0-36 16,3-1-43-16,3 2-38 0,6 3-29 0,4-4-43 15,4 1-290-15,2-3-558 0,10 2 247 0</inkml:trace>
  <inkml:trace contextRef="#ctx0" brushRef="#br0" timeOffset="68736.72">6657 5413 71 0,'0'0'377'0,"5"-1"-35"16,-5 1-34-16,0 0-35 0,6-1-32 0,-6 1-24 16,0 0-22-16,8 5-21 0,-4-2-20 0,1 2-5 15,0-1-21-15,4 6-18 0,-5-3-10 0,4 3-5 16,-6-1-14-16,5 4-3 0,-2 3-12 0,-3-3-6 15,-2-1-4-15,0 6-2 0,-2-5-9 0,-6 3-2 16,2-1 8-16,-2 0-16 0,-1-2 0 0,-4 1-3 16,7-5-2-16,-2 1-2 0,2-5 9 0,2 2-3 15,2-1 9-15,-2-2 28 0,1-3 25 0,0 3 29 16,3-4 18-16,-1 3 18 0,1-3-20 0,0 0-13 16,5-11-14-16,4 2-12 0,1-1-12 0,3-4-8 15,6-5-11-15,2-1-6 0,-2-1-7 0,4 1-8 16,-2 1-3-16,-1-2-7 0,-1 3-6 15,-7 5-2-15,-1 4-1 0,-2 1 5 0,-3 2 3 0,0 0-5 16,0 1-7-16,-5 4-5 0,4-2-4 0,-1 1-13 16,-4 2-17-16,4-3-14 0,-4 3-7 0,0 0-1 15,0 0 0-15,-4 14 9 0,-1-3-4 0,1-1 10 16,3 3-1-16,-5 2 0 0,4 2 4 0,1-2 4 16,2 2-1-16,1-3 6 0,0-2-5 0,7 0-7 15,-4-3-10-15,9 2-28 0,5-4-56 0,8-3-74 16,8-1-89-16,2-6-120 0,0-4-307 0,2-3-761 15,14-7 337-15</inkml:trace>
  <inkml:trace contextRef="#ctx0" brushRef="#br0" timeOffset="69195.73">7734 5013 254 0,'0'0'292'0,"0"0"-7"0,0 0 0 15,-6 1-1-15,6-1 7 0,0 0-23 0,0 0-9 16,0 0-26-16,0 0-10 0,0 0-23 0,0 0-17 16,0 0-15-16,0 0-24 0,0 0-22 0,23-8 0 0,-10 6-22 15,7 0-40-15,3 0-52 0,4-3-50 16,-5 1-54-16,7 1-67 0,2-2-82 0,-12 1-295 16,1-1-584-16,-2 2 259 0</inkml:trace>
  <inkml:trace contextRef="#ctx0" brushRef="#br0" timeOffset="69337.62">7798 5131 204 0,'-4'4'277'0,"4"-1"-4"16,0-3-8-16,7 3-15 0,3-3-24 0,12-3-22 0,10-1-25 16,5 0-53-16,2-1-64 0,-2 1-90 0,16-5-146 15,-18 1-137-15,1-4-337 0,-4 2 150 16</inkml:trace>
  <inkml:trace contextRef="#ctx0" brushRef="#br0" timeOffset="75018.75">9095 4974 167 0,'0'-3'235'0,"0"-4"-11"0,0 2-5 16,-5 0-11-16,5 2-6 0,0-2-9 0,-1 0-4 0,1 0-6 15,-3-1-7-15,2 1-4 0,1 3-6 16,0-3-5-16,-3 0-8 0,3 5-13 0,-1-5-17 15,-3 1-16-15,-1 1-14 0,5 3-14 0,-14-2-9 16,5 3-9-16,-4 0-5 0,-1 2-7 0,-4 4-1 16,-2 0-11-16,-7 5 2 0,2 0-11 0,-1 5-6 0,4-2 3 15,3 2-7-15,-4-1-3 0,9-3-2 0,0 1 1 16,2-2-2-16,2 0 6 0,3-2-11 16,2 0-3-16,1 0-1 0,1-2 0 0,1 0 10 15,0-1-4-15,2-2 4 0,3 0-2 0,1-2 15 16,1-1 3-16,4 1 1 0,2-2 19 0,0-2-8 0,5-2 15 15,-3 1 12-15,2-4-5 0,3-3 4 16,-1-1 2-16,-2-1 3 0,2 1 3 0,6-4 1 16,-11 2 3-16,5 0-5 0,-4 1 4 0,-5 0-8 15,0 2 20-15,-1 0 14 0,-1 1 7 0,-2 4 2 0,1 0-6 16,-1-1-9-16,-2 1-8 0,2 3-13 16,0-2-11-16,-4 3-9 0,4-2-7 0,-4 2-8 15,0 0-15-15,3-2-22 0,-3 2-17 0,0 0-23 16,0 0-5-16,2 7 5 0,-4-2 3 0,-1 2 0 15,3 4 8-15,-4-1 2 0,2 3 2 0,-1-1 5 0,2 0 8 16,-1 0-18-16,0 0 11 0,-2-1 6 0,4 1-4 16,-2-1 4-16,2-2-3 0,0 1 7 15,0-3-4-15,0 0 3 0,0-4 1 0,-2 1 0 16,4 1 7-16,-2-2-10 0,0-3 13 0,0 7 9 16,2-6 13-16,-2-1 18 0,0 0 21 0,0 4 14 0,0-4 14 15,0 0 12-15,0 0 13 0,0 0 11 16,0 0 4-16,0 0 9 0,0 0-5 0,0 0-15 0,18-12-60 15,-4 3-31-15,10-6-62 0,7-2-76 16,1 0-94-16,15-9-116 0,3 2-142 0,5 2-491 16,-4-1-1027-16,-2-3 454 0</inkml:trace>
  <inkml:trace contextRef="#ctx0" brushRef="#br0" timeOffset="75923.23">9787 4997 188 0,'-13'3'247'0,"0"-3"-17"0,0 3-17 0,4-1-19 16,0-1-16-16,4-1-21 0,0 1-15 0,0-1-2 16,5 0-2-16,-8 2-11 0,8-2-7 0,-5 1-4 15,5-1-9-15,0 0-3 0,-5 4-2 0,5-4-1 16,0 0 6-16,-6 0-3 0,6 0 5 0,0 0-4 16,0 0 2-16,0 0 4 0,0 0-11 0,0 0-2 15,0 0 12-15,0 0-8 0,0 0-20 0,0 0-3 16,0 0-1-16,0 0-4 0,0 0-10 0,0 0 5 15,0 0-15-15,0 0 4 0,0 0-21 0,0 0 0 16,0 0-3-16,0 0 1 0,0 0-13 0,0 0 9 16,0 0-11-16,0 0 5 0,0 0-12 0,0 0 4 15,0 0-3-15,0 0 4 0,0 0-6 0,0 0-1 0,0 0-6 16,0 0 6-16,0 0 7 0,0 0-1 16,0 0-3-16,0 0-3 0,0 0 7 0,0 0-5 15,0 0-4-15,0 0 7 0,0 0-3 0,0 0-7 16,0 0 4-16,0 0 1 0,0 0-3 0,0 0-1 15,0 0 9-15,0 0-27 0,0 0 19 0,0 0-3 16,0 0 6-16,0 0-3 0,0 0 3 0,0 0-2 16,0 0 1-16,0 0-8 0,0 0 1 0,0 0 3 15,0 0-5-15,0 0 8 0,0 0-4 0,0 0-1 16,0 0-3-16,0 0-1 0,0 0 5 0,20-5 0 16,-6 3-10-16,4 0 13 0,5-1-10 0,5-2 3 0,0 0-1 15,3 4-3-15,1-4 3 0,2 0 1 16,1 0-5-16,1 0-4 0,-4 2-1 0,-2-2-10 15,-2 1-13-15,-10 2-19 0,-6-1 17 0,-1 2-25 16,-2-1-13-16,0 0-16 0,-5 0-37 0,-1 0-29 0,-1-1-31 16,-2 3-18-16,0 0-16 0,-15-2-2 15,2 0-20-15,-5 1-11 0,-1 1-22 0,0 1-157 16,-2-1-468-16,1-1 208 0</inkml:trace>
  <inkml:trace contextRef="#ctx0" brushRef="#br0" timeOffset="76137.13">9875 4903 246 0,'1'-5'313'16,"-1"-3"5"-16,0 2-4 0,0-3-1 0,1 4 18 15,-1 0 6-15,0 0-16 0,0 0-16 0,0 5-23 16,-1-5-31-16,1 5-26 0,1-4-31 0,-1 4-25 16,0 0-38-16,0 0-34 0,0 0-10 0,0 0-16 0,0 21 1 15,-1-4-15-15,1 1-2 0,-1 8-3 16,1 0-2-16,2 5-4 0,1-2-1 0,6-2-38 15,-3 2-40-15,0-2-45 0,-2-3-47 0,0 1-59 16,2-4-80-16,0-4-124 0,0-3-216 0,-1-8-652 16,-1-1 289-16</inkml:trace>
  <inkml:trace contextRef="#ctx0" brushRef="#br0" timeOffset="76836.22">10424 5074 253 0,'0'0'311'0,"-5"1"-9"15,5-1-18-15,0 0-15 0,0 0-12 0,0 0-10 16,0 0-5-16,0 0-2 0,0 0-24 0,0 0-18 16,0 0-23-16,0 0-24 0,19-14-13 0,-10 10-11 15,0-3-10-15,2-1-12 0,2-2 5 0,1-2-12 16,2-3 6-16,-2 1 3 0,4-6-10 0,-1 2-10 16,0-5-3-16,-2 4-2 0,2-6 2 0,-3 2-12 15,-2 6 4-15,2-8-10 0,-3-1-1 0,1 2 1 16,-9 5 2-16,5 1-8 0,-3-2 5 0,0 3 5 15,1 0 5-15,-3 5 3 0,-2 1 7 0,1 1-1 16,-1 4-5-16,0-2-5 0,-1 3-3 0,2 1-13 16,-1 0-6-16,-1 4-15 0,0-7-11 0,0 7-19 15,0-2-15-15,0 2-16 0,0 0-25 0,0 0-16 16,0 0 7-16,0 0-1 0,-13 10 24 0,7-1-9 16,-1 6 1-16,-3 1 5 0,0 2 6 0,0 5 1 15,1 0 7-15,0 1-3 0,1 1 2 0,-1-2 8 16,4-1 3-16,0-3-1 0,0 6 3 0,1-1 12 15,0-4-22-15,4-2 17 0,0 2 5 0,0-2-3 16,-1 2 3-16,5-3 4 0,-3 0 3 0,3 0-2 16,1-3 0-16,0-3 5 0,0 0 2 0,2-1 4 15,-1 0 4-15,2 0-3 0,1-3 11 0,-3-1-5 16,7 2-7-16,-3-5 8 0,-2-1 3 0,2 0 1 16,-1-1 12-16,1-2 8 0,-1-1-1 0,2 0 0 15,1-1-9-15,-3-5-2 0,1 2-3 0,-3-2-2 16,2 0 0-16,-2-3-5 0,-2 2-4 0,0-1-1 15,-1 1-4-15,-2 3-5 0,-2-1-2 0,-2 2-7 16,1 0-7-16,-3-2 0 0,-6 3-3 0,1 3-1 16,-4-1-3-16,-1 4 2 0,3 1 1 0,-7 0-10 15,6 3-31-15,-4-1-27 0,5 2-28 0,4 0-40 16,-2-1-15-16,2 3-17 0,5-1-18 0,2 1-36 16,4 1-72-16,6-4-131 0,1 0-224 0,8-5-710 15,1-1 314-15</inkml:trace>
  <inkml:trace contextRef="#ctx0" brushRef="#br0" timeOffset="77952.72">12277 4787 120 0,'0'0'288'0,"0"-5"-12"0,0 5-4 0,0-4-13 16,0 4-2-16,0 0-18 0,1-3-19 0,-1 3-17 15,0 0-18-15,0 0-12 0,0 0-7 0,0 0-22 16,0 0-18-16,0 0-20 0,0 0-12 16,0 0-18-16,0 0-7 0,0 0-8 0,-15 5-8 15,5 3-4-15,-1 0-5 0,-3 3-8 0,-1 3 3 0,1 1-13 16,-3-1-1-16,5 3 0 0,-5 2-9 0,7-4 3 15,-2 0 0-15,2 1-1 0,1-3-2 0,1 1-1 16,3-2-2-16,-1 0-1 0,3-3 0 16,2 1 0-16,1-5 3 0,0 3 5 0,4-1-3 15,-1-2 1-15,5-1 5 0,4-1-3 0,2-2-4 0,3-1 8 16,-1-1-8-16,2-4-1 0,1-1 5 16,-2-2 0-16,1-3 0 0,-2-2-2 0,-3-3-4 0,-3 2-2 15,4-10-4-15,-6 0 3 0,-3-2-10 16,-1 1-4-16,-4-4-4 0,-6 0-6 0,-1 3 3 15,-4-1 2-15,-3 0-5 0,-2 3-1 0,-4 3 3 16,-6 1-2-16,-3 6-1 0,1 2 6 0,-4 2 0 16,-1 3-4-16,-2 2-1 0,3 5 8 0,2-2-8 0,0 6 6 15,10 0-15-15,-2 2-32 0,5 1-31 16,2 3-24-16,1 2-35 0,6 4-26 0,3 1-36 16,5-5-74-16,3 4-196 0,7-4-513 0,4-1 227 0</inkml:trace>
  <inkml:trace contextRef="#ctx0" brushRef="#br0" timeOffset="78321.16">12544 4592 171 0,'1'-5'342'15,"-1"5"-32"-15,0 0-35 0,0-3-28 0,0 3-24 16,0 0-28-16,0 0-21 0,0 0-19 0,0 0-13 0,14 5-18 16,-6-2-12-16,-3 1-12 0,-1 3-13 0,6 1-8 15,-5 2-8-15,2 2-9 0,-1 4-6 0,-1-1-6 16,-2 2-3-16,-3 0-8 0,3 2-3 16,-9-1-5-16,1 3 0 0,-5 1 0 0,-3 2-5 15,0-2-2-15,-1 1-2 0,1-6 0 0,3-1-5 0,-4-4 0 16,3 2-3-16,0-2-2 0,3-2-2 15,0-3 3-15,3-1-5 0,1-2 0 0,0 0 0 16,1 0 8-16,2-3 3 0,-3 2 4 0,4-3 2 16,0 0 0-16,8 5 1 0,2-6-4 0,4-1-2 0,8 0-6 15,-2-1-28-15,11-4-31 0,-3 1-37 16,3-3-55-16,-2 0-58 0,1-3-81 0,-12 4-196 16,1-1-512-16,1-1 227 0</inkml:trace>
  <inkml:trace contextRef="#ctx0" brushRef="#br0" timeOffset="78735.39">12420 4819 63 0,'-6'0'286'0,"-1"0"-17"15,7 0-18-15,-11 2-24 0,7-2-21 0,4 0-13 16,-6 0-7-16,6 0-12 0,-7 0-16 0,7 0-16 16,0 0-12-16,0 0-15 0,0 0-9 15,0 0-9-15,0 0-9 0,-5 3-10 0,5-3-5 0,0 0-7 16,0 0-6-16,0 0-4 0,0 0-3 0,0 0-2 16,0 0-5-16,0 0-2 0,0 0-2 15,0 0-3-15,0 0-5 0,0 0-3 0,0 0-1 16,0 0-5-16,0 0 0 0,0 0-3 0,-9-3 3 15,9 3-2-15,0 0 4 0,0 0-5 0,0 0 0 0,0 0 2 16,0 0 3-16,0 0 7 0,0 0 9 0,0 0 8 16,0 0-9-16,22-3-8 0,-8-1-2 0,2-1-3 15,11-2-6-15,5 1-3 0,4 1-1 16,16-6-7-16,-13 6-5 0,13-2-7 0,3 0-11 16,-4-2-9-16,-14 3-20 0,-1 3-23 0,-4 0-23 15,-5-2-25-15,-9 4-29 0,-4-2-29 0,-4 3-47 16,-1-2-41-16,-5 2-222 0,-4 0-518 0,0 0 230 0</inkml:trace>
  <inkml:trace contextRef="#ctx0" brushRef="#br0" timeOffset="79389.25">11893 5245 146 0,'-5'2'183'0,"5"-2"-17"0,-6 3-14 16,6-3-5-16,-5 2-3 0,5-2-5 16,-4 2-6-16,4-2-5 0,0 0-11 0,0 0-1 0,0 0-8 15,0 0-3-15,0 0-5 0,-8 0-2 0,8 0 3 16,0 0-5-16,0 0-1 0,0 0 0 0,0 0-1 16,0 0-3-16,0 0 1 0,0 0-7 15,0 0-1-15,0 0-8 0,0 0-5 0,0 0-7 0,0 0-7 16,0 0-2-16,0 0-5 0,0 0-9 0,0 0-3 15,0 0-5-15,0 0 1 0,0 0-5 0,0 0-2 16,0 0-2-16,0 0-4 0,0 0 2 0,0 0-5 16,0 0 0-16,0 0 1 0,0 0-1 0,0 0 4 15,-1 3-3-15,1-3 6 0,0 0-5 0,0 0 4 16,0 0-6-16,0 0-5 0,0 0-3 0,0 0 6 16,0 0-6-16,0 0-1 0,0 0 6 0,0 0-4 15,0 0 0-15,0 0 8 0,0 0-6 0,0 0 1 16,0 0-5-16,0 0 7 0,0 0-2 0,0 0-4 15,0 0 1-15,0 0-2 0,16-3 5 0,-4-1 2 16,9 0-1-16,8 0-8 0,8 2-2 0,14-5 7 16,8 2-3-16,5-4 2 0,28-4 4 0,-26 6-2 15,30-1-5-15,-4-1 4 0,-32 3 7 16,4 0 0-16,-3 1-4 0,-3-2-10 0,-8 2 10 0,-12 2-5 16,-5-2 0-16,-12 2 2 0,-1 2 1 0,-3-2 0 15,-7 3 17-15,0 0 7 0,-1-2 4 0,-1 1-5 16,-3 0-6-16,-5 1-29 0,4-5-33 0,-4 5-28 15,0 0-34-15,-16-5-29 0,5 5-39 0,-3 0-43 16,0-3-60-16,-4 6-72 0,0-3-170 0,1 0-547 16,-2-3 242-16</inkml:trace>
  <inkml:trace contextRef="#ctx0" brushRef="#br0" timeOffset="80003.11">12337 5445 82 0,'0'0'289'0,"0"0"-13"0,0 0-16 15,1-4-10-15,-1 4-14 0,0 0-18 0,0 0-19 16,0 0-15-16,0 0-18 0,0 0-18 0,0 0-11 15,0 0-17-15,0 0-13 0,0 0-10 0,0 0-12 0,-22 1-11 16,11 3-7-16,-2 0-9 0,-6 4-4 16,1-2-6-16,-1 6-8 0,-8 1-4 0,2 4-4 15,-2 1-4-15,4 0-3 0,-2 1-2 0,5 0-1 16,2-1-3-16,5-2 2 0,3-1 3 0,1 2-3 0,2-4 2 16,3-3-1-16,1 1 0 0,2-3 0 15,1-1 4-15,2 1 3 0,5-2 4 0,6-1-2 16,-1-2-2-16,8 0 0 0,2-3-6 0,4-4 1 15,-3 0 1-15,-1-1-2 0,3-7-11 0,-8 0 17 16,1 2 1-16,2-7-1 0,-8 3 2 0,3-8-5 0,-3 5-3 16,-5-3-7-16,1-4-1 0,-3 5-7 15,-5-7-4-15,0 8 3 0,-5-1-6 0,-1 1-5 16,-1 2 10-16,-4 2-3 0,-5 4-4 0,-4 0-1 16,1 4-2-16,-2-1-2 0,-5 2 2 0,-4 4 0 0,7 2 0 15,4 0 2-15,-3 5 7 0,4 0-43 0,-2-1-27 16,2 5-38-16,6-5-24 0,5 5-19 15,-2-1-27-15,8 2-46 0,3-3-46 0,6-2-217 16,3 1-520-16,7-3 231 0</inkml:trace>
  <inkml:trace contextRef="#ctx0" brushRef="#br0" timeOffset="80555.25">12519 5378 298 0,'0'-4'344'0,"2"-1"-11"15,-2 5-30-15,5-3-27 0,-5 3-31 0,0-3-26 16,0 3-25-16,0 0-23 0,0 0-27 0,0 0-25 16,0 0-22-16,0 0-3 0,5 11-11 0,-4-5-6 15,2 0-11-15,1 3-4 0,1 0-8 0,0 0-4 16,4-1-1-16,-4 1-8 0,4 2-1 0,0-6-4 16,1 3-5-16,2-3 0 0,-1-1-7 0,-1 1 9 15,2-3-8-15,-1 2-5 0,-2-3-1 0,-1-1 0 16,3-3 0-16,0 1-12 0,-5-1 8 0,5-2-7 15,-3 1 17-15,0-4-2 0,1 4 2 0,1-4 6 16,-5 1-4-16,-1 2 8 0,0 0 5 0,1 1 8 16,-1-1 5-16,2 2 15 0,-5 1-12 0,2-1-8 15,-3 3-3-15,4-4-12 0,-3 2-15 0,-1 2-19 16,0 0-3-16,0 0-1 0,4 13 4 0,-5-3-3 16,-2 7 5-16,2 2-4 0,-3 3 4 0,0 6-2 15,-1 2 0-15,0 2-2 0,-3-1 3 0,3 4 0 16,-5-1 8-16,1 1-1 0,0-3 1 0,-1-1-2 15,-1-2-1-15,0-1-3 0,0-4 6 0,1-1-6 16,2-8 0-16,1-4 15 0,-3 0-16 0,5-5 25 16,-1 0 15-16,-2-5-8 0,-1-2-1 0,0-2 10 15,0-6 23-15,3-2 20 0,-7-3 16 0,9-4 1 16,3-2-13-16,1-6-12 0,5-2-8 0,4-5-4 16,4-1-8-16,5-8-10 0,6 2-6 0,-6 8-4 15,12-4-8-15,-5 11 0 0,-3 1 2 0,3 3 0 16,-1 2 5-16,-2 2 0 0,-5 7-4 0,-2-2-5 15,-6 7-3-15,1 0-6 0,-2 0 0 0,-2 2-6 16,-1-1-4-16,1 1-3 0,-3 1-24 0,1 0-32 16,-4 2-32-16,5-3-33 0,-5 3 15 0,0 0-30 15,0 0-33-15,0 0-35 0,7 6-42 0,-7-6-52 16,0 0-70-16,0 0-279 0,0 0-695 0,0 0 307 16</inkml:trace>
  <inkml:trace contextRef="#ctx0" brushRef="#br0" timeOffset="82927.48">13634 5096 263 0,'-8'0'304'0,"8"0"-15"0,-5 1-13 16,5-1-13-16,0 0-14 0,0 0-22 15,0 0-22-15,-10 0-19 0,10 0-20 0,0 0-18 16,0 0-19-16,18-7-18 0,-8 2-9 0,9-1-27 16,4 2-26-16,7 0-31 0,0-1-34 0,3-2-33 0,-1 1-40 15,-1 3-43-15,1-3-43 0,-1 1-53 16,-11 2-168-16,-2 1-428 0,-4-1 190 0</inkml:trace>
  <inkml:trace contextRef="#ctx0" brushRef="#br0" timeOffset="83081.82">13717 5167 11 0,'-6'3'250'0,"-2"1"3"0,4-1-10 0,-1-3-15 15,5 0-24-15,0 0-20 0,0 0-14 0,28-3-22 16,0-1-15-16,5 1-12 0,7-2-35 0,11 0-39 16,4-2-50-16,0-2-54 0,5 2-52 0,-1-2-210 0,0 2-344 15,0-4 152-15</inkml:trace>
  <inkml:trace contextRef="#ctx0" brushRef="#br0" timeOffset="83769.28">15056 4852 3 0,'-1'-6'315'0,"0"-4"-20"0,-2 2-16 16,0-1-23-16,0 2-14 0,-2 0-27 0,-2-1-16 16,2 6-17-16,-4-3-22 0,-1 1-20 0,0 1-10 15,-2 3-19-15,-2 0-8 0,0 1-12 0,-4 5-13 16,0 0-6-16,-1 5-12 0,0-1-4 0,4 1-8 16,-3 0-6-16,0 7-3 0,0 2-1 0,6-5-8 15,1 1-2-15,2 0 2 0,1 1 0 0,3-1-2 16,0-4-2-16,4 0 0 0,1-2-2 0,1 2 1 15,3-5 0-15,-3 1 6 0,4-2 3 0,-1-1 10 16,3 0 8-16,2-3 13 0,3-1 12 0,-3-1 4 16,4-1 14-16,-2-1-2 0,1-3 2 0,1-1-3 15,2-2-3-15,-5 0 4 0,-1 1-1 0,5-5-7 16,-4 2 3-16,-1 3-4 0,3-5-2 0,-3 4-2 16,-4-1 0-16,0 4 9 0,-1 0-1 0,-1 1-8 15,3 0-8-15,-3 1-9 0,0 0-13 0,1 1-6 16,-4 2-10-16,0-3-17 0,0 3-16 0,0 0-16 15,0 0-40-15,0 0 28 0,4 8-1 0,-8-1 2 16,4 3 5-16,-4 3 4 0,1-2-3 0,-4 5 6 0,6-1 3 16,-3 2 0-16,0 0 0 0,4-7 2 0,-1 3-13 15,-3-2 16-15,4-1 8 0,0-1-4 16,0-1 2-16,0-4 2 0,-1 1 4 0,2 1 3 16,-1-2 9-16,0-4 10 0,1 4 19 0,-1-4 12 15,4 3 23-15,-4-3-6 0,12-2-8 0,-1-1-5 0,6-2-8 16,2-2-5-16,0 0-29 0,7-5-42 15,1 0-55-15,1-1-62 0,-2-1-95 0,4-1-89 16,-1-2-123-16,-3 2-314 0,-2-1-822 0,-1-1 364 16</inkml:trace>
  <inkml:trace contextRef="#ctx0" brushRef="#br0" timeOffset="84468.21">15682 4900 183 0,'-9'1'253'0,"3"0"-11"16,0 0-5-16,0 0-15 0,3 1-11 0,3-2-8 15,0 0-4-15,-8 1-7 0,8-1-12 0,0 0-15 16,-6 1-17-16,6-1-8 0,0 0-15 0,-4 1-11 16,4-1-7-16,0 0-9 0,0 0-4 0,0 0-4 15,0 0-3-15,0 0-9 0,0 0-7 0,0 0-2 16,0 0-7-16,0 0-4 0,0 0-7 0,0 0-8 15,0 0-4-15,0 0 0 0,0 0-6 0,0 0-6 16,0 0-4-16,0 0-2 0,0 0 2 0,0 0-1 16,0 0-7-16,0 0-1 0,0 0-1 0,0 0 3 15,0 0 0-15,0 0-11 0,0 0 3 0,0 0-2 16,0 0 1-16,0 0-4 0,0 0 4 0,0 0 1 16,0 0 3-16,0 0 11 0,0 0 13 0,0 0-5 15,0 0-8-15,19-5 4 0,-5 3 10 0,8-1-9 16,-1-1-9-16,5-2-7 0,3 1 18 0,2 3-19 15,1-2-5-15,0 0-1 0,1 2 3 0,-5-3-4 16,1 3 4-16,-8 1 4 0,-2-1-7 0,-6 2-4 16,1-2 2-16,-5-1 1 0,-4 3 8 0,3 0 5 15,-2-1 8-15,-6 1-7 0,8-1-2 0,-7-1-14 16,-1 2-17-16,0 0-19 0,7-3-30 0,-7 3-43 16,0 0-48-16,0 0-50 0,0 0-50 0,-21 3-70 15,11-3-225-15,3 0-598 0,7 0 265 0</inkml:trace>
  <inkml:trace contextRef="#ctx0" brushRef="#br0" timeOffset="85168.81">16354 4936 254 0,'-5'1'245'0,"5"-1"-21"0,0 0-21 16,0 0-23-16,0 0-17 0,0 0-14 15,0 0-18-15,12-9-14 0,-6 6-9 0,1-2-9 16,1-2-14-16,2 1 2 0,-1 0 2 0,1-3-2 15,1-1 5-15,-1-2-1 0,3-3-3 0,-4-1-2 16,3-2-1-16,3-2-3 0,-2-3-2 0,2-3-1 16,-2 1-3-16,0 0 4 0,1-6 2 0,-2 2-4 15,1 0-1-15,-2 5 6 0,-3-1 14 0,-1 6 7 16,-2 0 9-16,-1 0 12 0,-2 8-10 0,2-1 4 16,-2 2 6-16,0-1-1 0,0 6-10 0,0-1-17 15,0 0-7-15,-2 2-14 0,0 1-19 0,0-1-15 16,0 4-29-16,0-5-28 0,0 5-26 0,0 0-23 15,0 0 1-15,0 0 5 0,-8 9 7 0,1-2 3 16,1 5 6-16,-2 4 5 0,-2 1 6 0,-2 8 2 16,1 0 0-16,-2-1 4 0,3 3 1 0,-2 0 6 15,2 3-1-15,4 0 8 0,-2-2-3 0,-1 0 9 16,4 0 2-16,1 0 3 0,3-3 0 0,-2-6 12 16,3-1 18-16,0-3-22 0,0-2 13 0,4-2 0 15,-1 1 8-15,-1 0-2 0,6-3 2 0,-2-1 14 16,-2-1 6-16,5-1 8 0,0-1 2 0,1 1 1 15,0-4-5-15,1 0 7 0,-3-1 7 0,0-1-3 16,0 0 1-16,3-3 3 0,-2 1-5 0,4-4-1 16,-3 1 2-16,-3 0-3 0,3-1-6 0,1-4-1 15,-3 3-6-15,0-3-3 0,-2 2-4 0,3-2 0 16,-4 2 2-16,-1 0 3 0,0 2 2 0,-3 2-2 0,3-3-7 16,0 5-4-16,-3-3-8 0,-1 5-9 15,0-4-7-15,0 4-17 0,3-7-10 0,-3 7-5 16,0 0-16-16,0 0 15 0,-18 11-2 0,6-6 2 15,3 3-19-15,0 0-26 0,0 2-20 0,3 1-12 16,1 0 5-16,1-1 1 0,0 5 3 0,4-5 0 0,4 3-16 16,5-1-33-16,1-1-74 0,4 0-113 15,4-5-398-15,3-4-781 0,-1-3 345 0</inkml:trace>
  <inkml:trace contextRef="#ctx0" brushRef="#br0" timeOffset="86539.16">18698 4675 113 0,'-1'-4'257'0,"1"4"-14"0,0 0-18 16,0-7-18-16,0 4-20 0,0 3-20 15,0 0-19-15,0 0-16 0,0 0-15 0,0 0-14 16,0 0-20-16,0 0-26 0,0 0-2 0,0 0-4 0,0 0-9 16,-14 14-2-16,5-3-2 0,-3 3-3 0,-2 1-4 15,0 4 12-15,0-2-6 0,1 6-2 16,-2-2-5-16,3 5-3 0,5-9-2 0,0 0-2 15,-1 0-3-15,2 1-1 0,1-2 12 0,1-4 0 16,4-2 2-16,-2 2-1 0,2-6 5 0,1 2 6 16,0-3 12-16,1-1 15 0,1 0 13 0,5-3 7 0,2 0 5 15,1-3 3-15,0-4-3 0,1-1 2 16,3-2 0-16,0-6-6 0,-3 1-9 0,3-6-2 16,-3 4-14-16,-1-7-2 0,-1 0-19 0,-3-4-10 15,-3 0-11-15,-3 0-5 0,-1 2-11 0,-5-1 11 16,0 7-2-16,-4 0-14 0,-5-3 1 0,1 8-4 15,-4-1 7-15,-2 5-11 0,-3-1-14 0,-6 5-9 16,0 4-6-16,1 2-11 0,4 1-22 0,4 3-23 16,-4-1-26-16,1 6-27 0,7 1-35 0,-2 0-31 15,8 2-30-15,1 0-259 0,5 0-539 0,3-1 239 0</inkml:trace>
  <inkml:trace contextRef="#ctx0" brushRef="#br0" timeOffset="86885.67">19071 4502 264 0,'3'-1'293'0,"-3"1"-32"16,0 0-29-16,1-2-26 0,-1 2-25 0,0 0-20 0,0 0-17 15,0 0-14-15,13 10-13 0,-11-3-12 0,-2 1-12 16,3 1-7-16,-3 3-9 0,-3 4-6 16,-2 1-8-16,1 8-5 0,-3-7-8 0,-4 6-2 15,-1 2-3-15,-2-2-6 0,3-6-4 0,-4 3-1 16,6-3-4-16,-1-1-4 0,0 0-1 0,2-2-5 0,0-2 0 16,4-3-3-16,-2 1-1 0,4-4 4 0,-1-1-3 15,3-1 3-15,0-1 5 0,1 3 4 16,3-4-1-16,8 1-3 0,0-4 0 0,10 1-14 15,6-5-30-15,0 1-38 0,-1 0-58 0,1-4-77 16,-8-1-269-16,-1-1-500 0,4-8 222 0</inkml:trace>
  <inkml:trace contextRef="#ctx0" brushRef="#br0" timeOffset="87078.55">18968 4753 247 0,'-4'1'394'15,"4"-1"-10"-15,-9 0-18 0,9 0-40 0,0 0-39 16,0 0-68-16,0 0-46 0,24-9-45 0,-2 4-54 0,11-1-65 16,4 1-89-16,18-3-125 0,-3-2-182 0,-3-1-420 15,1-1 186-15</inkml:trace>
  <inkml:trace contextRef="#ctx0" brushRef="#br0" timeOffset="87786.4">18367 5228 5 0,'-4'3'289'16,"0"-2"-24"-16,4-1-13 0,-5 1-2 0,5-1-11 15,-5 3-22-15,5-3-18 0,0 0-21 0,0 0-12 16,0 0-22-16,0 0-18 0,0 0-10 0,0 0-11 15,0 0-7-15,0 0-13 0,14-8-9 0,-14 8-8 16,0 0-5-16,0 0-9 0,5 0-6 0,-5 0-3 16,0 0-3-16,0 0-4 0,0 0-4 0,0 0-4 15,0 0-2-15,0 0-7 0,6 0-3 0,-6 0-2 16,0 0-1-16,0 0-1 0,0 0-2 0,0 0 0 16,0 0-1-16,0 0 0 0,0 0-2 0,0 0-2 15,0 0 1-15,0 0-1 0,0 0-1 0,0 0 6 16,0 0-4-16,0 0-1 0,0 0 0 0,0 0-3 15,0 0 2-15,0 0-1 0,0 0-1 0,0 0-1 16,0 0-1-16,0 0 1 0,0 0 2 0,0 0-1 16,0 0-3-16,0 0 3 0,0 0 4 0,8 0 7 15,-8 0 0-15,17-3 3 0,2 2-1 0,2-3-2 16,16 0-1-16,1-1-1 0,21-4 2 16,34-2-4-16,-4 4-2 0,6-3 5 0,1 1-3 15,-1 1 10-15,0-3 3 0,-4 3 6 0,-31 1 0 0,0 4-6 16,-7-1 2-16,-18 1-12 0,-4 0 5 0,-2-1 0 15,-11 2-5-15,-6 1 1 0,-1-1 1 0,-3 2-3 16,-3 0-12-16,1-2-24 0,-6 2-40 0,0-3-42 16,0 3-34-16,-12-4-36 0,-2 3-42 0,-3-2-44 15,-2 4-233-15,2-2-534 0,-5 1 236 0</inkml:trace>
  <inkml:trace contextRef="#ctx0" brushRef="#br0" timeOffset="88285.12">18782 5484 123 0,'0'0'267'0,"0"-7"-17"0,0 7-15 16,0-5-17-16,0 5-25 0,0 0-18 0,0 0-20 16,0-4-23-16,0 4-13 0,0 0-14 0,0 0-10 15,-12 11-6-15,5-3-8 0,-2 3-8 16,-6 2-8-16,3 1-6 0,-9 6-3 0,-2 0-1 16,2 1-3-16,3 1-3 0,4-3-4 0,-5 5-1 15,8-7-3-15,-1 0 2 0,4-2 4 0,1 1 4 16,2-2 0-16,-2-2 3 0,6 0-4 0,1-1 0 15,1 0 3-15,4-6 2 0,-2 2-1 0,7-2 5 16,0-2-15-16,10-3-5 0,6-2-1 0,-3-1-3 16,-6-6-1-16,10 2-6 0,-3-6 3 0,-8 1-5 15,5-4-4-15,-7 1-4 0,-2-2-12 0,-2-7-7 16,-5 6-13-16,1-8-9 0,-6 1 1 0,-1 7-6 16,-6-2 4-16,-6-3 0 0,1 7 6 0,-4 3-5 15,-7-2 5-15,-3 5 3 0,-1 1 1 0,0 1 0 0,-2 7 4 16,0 2-1-16,-2-1 0 0,0 2 0 15,1 4 2-15,0 1-1 0,5 0 2 0,4 0-15 16,3 1-25-16,3 2-32 0,6-2-23 0,-2 2-7 16,8 0-36-16,3-3-48 0,6 1-248 0,2-1-480 15,2-2 213-15</inkml:trace>
  <inkml:trace contextRef="#ctx0" brushRef="#br0" timeOffset="88617.93">19022 5366 253 0,'3'-3'401'0,"-3"3"-29"0,0-4-27 16,0 4-36-16,0 0-34 0,1-6-45 16,-1 6-22-16,0 0-17 0,0 0-27 0,0 0-11 15,8 10-17-15,-8-5-20 0,1 5-8 0,-1 2-12 0,0 5-10 16,0 1-6-16,-1 7-12 0,-3 2-2 0,0 0-6 15,-1 0-2-15,0 1-12 0,0-1-7 0,-1 0-3 16,-1-3 0-16,3-4 2 0,-1 0-6 16,2-2-2-16,0-6 1 0,0 0-7 0,2-2 1 0,-1-1 17 15,2-1-19-15,-2-1 5 0,2-2 8 16,0-1 7-16,0 1 3 0,-1-2 10 0,1-3 12 16,0 5 13-16,0-5 0 0,5 1-13 0,-5-1-6 15,14-4-8-15,-6 3-15 0,2-7-27 0,4 3-25 16,0-5-61-16,1 0-53 0,-3 4-51 0,3-5-57 0,-2-1-70 15,0 2-349-15,0-2-707 0,-3-2 313 0</inkml:trace>
  <inkml:trace contextRef="#ctx0" brushRef="#br0" timeOffset="88789.49">18989 5612 2695 0,'-11'5'340'0,"2"2"-133"0,2-4-53 0,0-1-33 15,3 0 12-15,0 1-6 0,2-2-16 0,2-1-20 16,0 0-25-16,0 0-17 0,20-6-22 0,-1-1-43 16,16-3-55-16,13-5-64 0,6 4-87 0,1-5-118 15,-3-2-217-15,-2-1-602 0,-1-1 267 0</inkml:trace>
  <inkml:trace contextRef="#ctx0" brushRef="#br0" timeOffset="89357.54">20018 4978 275 0,'0'0'315'0,"0"0"-13"0,-6 1-9 0,6-1-17 16,0 0-6-16,0 0-11 0,0 0-18 0,0 0-17 0,0 0-17 15,0 0-16-15,0 0-5 0,0 0-21 0,0 0-11 16,0 0-16-16,0 0-16 0,21-8-17 0,-8 6-19 16,5-3-42-16,1 0-43 0,-1 3-37 15,2-4-38-15,2 1-38 0,-5 1-42 0,1 0-50 16,1-2-47-16,-5 4-254 0,-1-3-545 0,-3-1 242 0</inkml:trace>
  <inkml:trace contextRef="#ctx0" brushRef="#br0" timeOffset="89533.64">20046 5092 240 0,'-2'3'407'0,"-1"-1"-7"15,0 1-27-15,3-3-20 0,0 0-43 0,0 0-30 16,0 0-30-16,25 0-40 0,-5-3-45 0,9-2-76 16,2 3-64-16,4-2-85 0,-5 0-111 0,2-3-308 15,0 2-518-15,-2-4 229 0</inkml:trace>
  <inkml:trace contextRef="#ctx0" brushRef="#br0" timeOffset="90870.18">21443 4855 16 0,'-3'-5'293'0,"3"5"-25"15,-5-5-20-15,1 1-25 0,4 4-23 0,-11 0-16 16,-2 1-20-16,-2 5-15 0,-3 1-16 0,0 2-11 16,-6 2-13-16,-1 4-9 0,1 1-13 0,0 1-7 15,-2 1-10-15,7-2-5 0,1 3-5 0,5-4-9 16,1 0-1-16,7-4-3 0,-1 1-5 0,1-4 3 15,4 3-5-15,1-6 1 0,0 1 6 0,4 1 10 16,2-4 4-16,1-1 0 0,5 0 4 0,-1-2 14 16,1-3 1-16,1-1 1 0,5-1 6 0,-4-3 3 15,4-1 6-15,-4-1-9 0,1-2-5 0,-1 0 1 16,0 2-1-16,-3 1-5 0,-1 1-18 0,0-1 24 16,-1 3 5-16,-1-3 0 0,-4 4-5 0,1 2-6 15,0-2-7-15,-3 4-12 0,2-2 0 0,-4 3-10 16,5-2-27-16,-5 2-14 0,4-3-15 0,-4 3-9 15,0 0 4-15,4 5-3 0,-4-5 1 0,5 9 6 16,0-3 2-16,-4-2-1 0,3 3-17 0,0-1 24 16,3 1-3-16,-1 0 2 0,-1-2-3 0,4 2-5 15,-4-2 1-15,0-3 1 0,3 4 7 0,-3-4-6 16,4 0 12-16,-3-2-5 0,2 0 4 0,2-2 3 16,2-4 1-16,-2 1 7 0,1-4 10 0,0 2 4 15,2-7-1-15,-1 1-16 0,-2-3 17 0,8-5 3 16,-9 4-1-16,2-6-6 0,1-4-2 0,1-4 0 15,-3 2-6-15,0 2 7 0,2-2-19 0,-2 1 24 16,-1 1 4-16,-4 0 8 0,-1 8 8 0,3-1 3 16,-2 3 7-16,-3 5 6 0,2 0 11 0,-3 4 0 15,2 2-7-15,-3-2-10 0,1 4-10 0,2 1-14 16,-2-1-20-16,-1 0-30 0,0 4-37 0,0 0-32 16,0 0-33-16,0 0 26 0,0 0-8 0,-6 15 16 0,-1 0 10 15,-3 3 1-15,1 3 16 0,-1 3 3 16,-2 5 3-16,2-5 6 0,1 3-8 0,-1-2 5 15,1 1 25-15,1-2-15 0,4-5 19 0,0 7 0 16,-2-6 4-16,6-3 1 0,-4-2 2 0,3 2-2 16,1-5 17-16,0 0 3 0,0 0-7 0,1-3 4 15,-1-4 5-15,4 5 4 0,-2-3 0 0,0-2 12 0,-2 3-11 16,6-1 4-16,-2-5 3 0,1 5-3 16,1-4 0-16,0 0-1 0,0-2 1 0,-1 5-6 15,0-2 0-15,3-4 5 0,-3 1 5 0,4 1-5 0,3-2-12 16,-2-2 16-16,0 1-2 0,2-2-1 15,-2-4-2-15,1 3-2 0,4-7-3 0,-2 2-1 16,0-3 2-16,-2 0-17 0,1-1 14 0,-1-1-2 16,-1 0-7-16,-1 0 9 0,-3 4-5 0,-2 0-3 15,1-1 5-15,-4 3 0 0,4 0 11 0,-5 3-10 0,0 0-2 16,-1-1-5-16,-4 3-1 0,0 3-4 16,-5-2 1-16,-4 4-6 0,-2 6 5 0,0-1-2 15,-2 3-7-15,0 1-22 0,2 1-15 0,4 3-22 16,-1 0-25-16,3-1-10 0,2 3-21 0,7-2-26 15,1-2-50-15,5 0-101 0,5-6-337 0,8 1-696 0,0-5 307 16</inkml:trace>
  <inkml:trace contextRef="#ctx0" brushRef="#br0" timeOffset="103960.49">5420 7279 264 0,'0'0'257'0,"0"0"-14"0,0 0-22 0,0 0-18 16,0 0-22-16,0 0-17 0,0 0-22 0,0 0-12 0,14-6-14 15,-4 3-10-15,7 0-13 0,5-1-7 0,-2 1-13 16,7-1-25-16,-1-2-22 0,-5 4-34 16,10-1-27-16,-12-1-43 0,2 2-37 0,0-1-61 15,-8 2-148-15,0-2-350 0,-3 0 154 0</inkml:trace>
  <inkml:trace contextRef="#ctx0" brushRef="#br0" timeOffset="104128.56">5480 7427 116 0,'-2'2'174'0,"-1"1"6"0,3-3 7 0,0 0 5 0,5 7-4 15,-5-7-15-15,15 0-21 0,-3-2-10 0,7 0-8 16,1-1-19-16,7-2-23 0,0 0-40 0,5-2-38 15,-5 0-66-15,3 1-42 0,-4-3-81 0,-8 2-90 16,-1-2-288-16,-6 3 128 0</inkml:trace>
  <inkml:trace contextRef="#ctx0" brushRef="#br0" timeOffset="104466.62">5697 7139 28 0,'-2'-2'312'0,"2"-1"-14"0,0 3-12 0,-5-5-22 16,5 5-25-16,-1-4-22 0,1 4-23 0,0 0-22 15,0 0-17-15,-3-4-21 0,3 4-17 0,0 0-10 16,0 0-12-16,0 0-11 0,15 8-13 0,-8-3-6 16,2 0-3-16,3 5-11 0,1-2-5 0,4 6-2 15,-2-1-8-15,-1 2-3 0,4 4-7 0,-4-4-2 16,4 5-2-16,-4 2-3 0,-5-5-5 0,0 2-5 15,-3-1 0-15,1 0 2 0,-6 1-15 0,-5 0-7 16,-1-1 5-16,-4-1-4 0,-1-1 5 0,-7 0 3 16,3-2 3-16,-8 4 2 0,0-3 0 0,6-7-2 15,-2 4 2-15,2-7 1 0,-1 7-2 0,5-8-3 16,3 1 1-16,-2 2-1 0,6-3-10 0,0-2-34 16,1 1-20-16,0 1-9 0,4-4-30 0,0 0-62 15,9 8-294-15,4-9-497 0,7-1 219 0</inkml:trace>
  <inkml:trace contextRef="#ctx0" brushRef="#br0" timeOffset="110232.52">5604 7311 61 0,'-22'6'124'0,"2"2"-17"16,2-1-11-16,0 1-7 0,0 4-13 0,3-3 0 15,0 1-7-15,2 5-21 0,0-2 2 0,2 0-3 16,3-2 5-16,0-1-1 0,4 2-2 0,3-1 0 15,-4-1-3-15,5-1-1 0,3 1 1 0,-1-3 2 16,3 1 1-16,3-2 10 0,1-2-1 0,5-3-3 16,4 1 3-16,1-5-4 0,-1 0 3 0,1-1 2 15,-3-2 9-15,1-2 5 0,1 0 10 0,-5-3 5 16,1-1-5-16,-4-2 2 0,-1-1-7 0,0 1-5 16,0 1-8-16,-4-3-3 0,2 1-6 0,-4 0-5 15,1 2-7-15,-5 2 3 0,-2 0-12 0,2 1-6 16,-1 1-5-16,-2 3-3 0,-1 2-14 0,-2 0-6 15,-4 2 1-15,-1 4-2 0,-7 4-2 0,1 3 1 0,-5 5-2 16,0 2 1-16,0 3-1 0,0 0 0 0,1 4-2 16,2 0 2-16,2 1-2 0,4-2-10 0,4 1-5 15,2-5-6-15,4-1-1 0,0-5 2 16,7 4 0-16,-2-7 1 0,7 3 7 0,1-5 1 16,9-2 6-16,8-2 6 0,4-5 0 0,4-6-1 0,4-2 0 15,10-5 8-15,2-4 2 0,-15 6 5 0,0-5-1 16,-3 0 0-16,-3-1 0 0,-3 0-4 0,-3-2 2 15,-5 1 1-15,-6 3-1 0,-3 1 2 16,-2-2 1-16,-2 2 1 0,-4 4 4 0,-2 1-6 0,-1 0 1 16,-5 3-3-16,-3-1-2 0,0 3-2 0,-8 2-2 15,0 6-3-15,-4-1 3 0,-6 3-4 0,0 5 3 16,0 2-1-16,4 0-1 0,-2 4 0 0,3-3 0 16,0 5 2-16,5-3-12 0,5 1-14 0,3 1-11 15,1-3-4-15,8-1 10 0,1-2 0 0,6-1 6 16,6-1 3-16,7-1 2 0,12-2 5 0,2-5-1 15,5-2 4-15,17-4-9 0,-5-3 0 0,3-3 1 16,-2 0 0-16,-17 2 1 0,1-2 2 0,-3-1 0 16,-3 4 3-16,-10-1 0 0,-6-1 3 0,0 4 2 15,-4 0 8-15,-3 0 2 0,-3 1-1 0,-1 1 0 16,-3-1-6-16,-3 2 4 0,-1 1 2 0,-4 1-5 16,-5 0 0-16,1-2-5 0,-1 5-9 0,-3 4-10 15,0-1-16-15,1 0-18 0,2-1-38 0,5 4-16 16,0-2-179-16,-1 1-320 0,6 1 142 0</inkml:trace>
  <inkml:trace contextRef="#ctx0" brushRef="#br0" timeOffset="110883.93">7595 7177 155 0,'0'-6'264'15,"3"1"-16"-15,-6 0-10 0,6-1-16 0,-3 0-11 16,-3 2-14-16,3-2-20 0,-1 1-16 0,-2 0-21 0,-1 3-14 15,-1-4-13-15,0 2-15 0,-1 4-12 0,-2-2-11 16,-1 2-5-16,-4 0-10 0,0 2-9 16,3 1-7-16,-10 4-5 0,3 0-4 0,2 3-7 15,-2-1-1-15,2 4-5 0,0-1-3 0,2 0 6 0,0 2-10 16,-1 1-3-16,5-1-1 0,-4-1 0 0,7 1-2 16,1-2-7-16,1-2 0 0,0 2 1 15,0-2 2-15,4-1-2 0,-1-2 4 0,-3-2-4 16,3 2 1-16,2-1 7 0,-1-4 4 0,4 3 11 0,-4-5 29 15,2 6 15-15,-2-6 18 0,8 0 14 0,-8 0 15 16,9-6 8-16,-4 1 1 0,4 0 1 0,-1-2-1 16,-3 0 0-16,4-1-6 0,0-1-14 0,-4 1 7 15,4-1 0-15,-3 1 1 0,-2 3-8 0,2-2-5 16,-3 3-9-16,1 1-13 0,0-1-4 0,-3 1-10 16,2 0-10-16,-3 3-5 0,3-2-15 0,-3 2-15 15,3-3-24-15,-3 3-20 0,0 0-26 0,0 0-38 16,0 0-10-16,0 0 7 0,0 0 5 0,0 12 6 15,-1-4 12-15,2 2 7 0,-2 1 9 0,-1-1 3 16,1 2 7-16,0 2-2 0,0-2 9 0,-1 0 5 16,2-2 0-16,-1 2 1 0,0-3 7 0,1-1 0 15,0-3 5-15,0 3 4 0,0-4 1 0,1 0 7 16,-1-4 17-16,0 5 22 0,0-5 22 0,-1 4 33 16,1-4 24-16,0 0 25 0,0 0 14 0,7 0-13 15,-7 0-15-15,16-9-11 0,-9 3-13 0,11-4-9 16,5-6-13-16,3 3-26 0,2-5-36 0,3 3-44 15,-1-5-59-15,1 4-69 0,-2 1-75 0,0 1-94 16,1 1-111-16,-3 2-292 0,-3-4-789 0,-7 6 348 0</inkml:trace>
  <inkml:trace contextRef="#ctx0" brushRef="#br0" timeOffset="111566.63">8262 7246 92 0,'-5'2'200'16,"0"0"-14"-16,-2-2-13 0,1 0-8 0,6 0-10 15,-5 3-6-15,5-3-5 0,0 0-7 0,-8 3-10 16,8-3-9-16,0 0-7 0,0 0-1 0,0 0-8 16,-6 0-1-16,6 0 2 0,0 0-1 0,0 0 2 15,0 0-4-15,-3 1-3 0,3-1-2 0,0 0-4 16,0 0-10-16,0 0-7 0,0 0-10 0,0 0-4 15,0 0-6-15,0 0-4 0,0 0-7 0,0 0 4 16,0 0-15-16,0 0-4 0,0 0-1 0,0 0-1 16,0 0-4-16,0 0-2 0,0 0 8 0,0 0-8 15,0 0 1-15,0 0-6 0,0 0 1 0,0 0-1 0,0 0 0 16,0 0-5-16,0 0 2 0,0 0-1 16,0 0-5-16,0 0 4 0,0 0-4 0,0 0 1 15,0 0 3-15,0 0-6 0,0 0 4 0,0 0-4 16,0 0 0-16,0 0 4 0,18-4-3 0,-4 4 3 15,4-3-12-15,3 1 10 0,0-2-1 0,7 0-3 16,4 0 5-16,-4 1-1 0,3-1-1 0,-3-1 1 16,1 1-7-16,-8 1 2 0,-1-3-13 0,-3 5-10 15,-3-3-9-15,-1 0-8 0,-2 4-4 0,-3-2-18 16,-1-3-41-16,-4 0-50 0,-1 2-57 0,-4 0-54 0,-3-2-193 16,-3 0-493-16,-3 1 218 0</inkml:trace>
  <inkml:trace contextRef="#ctx0" brushRef="#br0" timeOffset="111810.73">8382 7077 104 0,'-2'-5'385'0,"2"5"-8"0,-2-3-7 15,2 3-28-15,-1-5-28 0,1 5-21 0,0 0-54 16,-1-7-25-16,1 7-36 0,0 0-49 0,0 0-50 15,0 0-32-15,0 0-4 0,0 14-3 0,-2-3-7 16,0 1-2-16,-1 4-1 0,3 3-5 0,-5 6-1 16,3 2-12-16,-1-4-10 0,1 5-30 0,-1-3-21 15,2 0-14-15,1-1-34 0,-2-5-32 0,1 2-50 16,1-5-48-16,-2 0-197 0,2-4-458 0,-2-2 203 16</inkml:trace>
  <inkml:trace contextRef="#ctx0" brushRef="#br0" timeOffset="112364.87">8693 7300 315 0,'0'0'321'15,"0"0"-25"-15,0 0-28 0,0 0-32 0,0 0-22 0,0 0-22 16,0 0-18-16,7-10-13 0,-4 6-24 0,1 0-13 16,1 0-10-16,0-1-11 0,3-3-13 0,-2 1-4 15,0-1-4-15,1-3-4 0,0 1 0 16,1 1 5-16,-2-4 3 0,2 1 3 0,0-2 0 0,1-4 1 16,-3 4-14-16,0-3 9 0,0 0-5 15,0 2 13-15,-3-2-2 0,2 5-5 0,-3-2 2 16,2 7 11-16,-3-5 10 0,1 2-7 0,0 4 5 15,-2 0-3-15,0 1-7 0,1 2-11 0,2-1-15 0,-3 0-14 16,0 4-19-16,0-4-15 0,0 4-33 0,0-4-25 16,0 4-31-16,0 0-38 0,0 0 3 15,0 0 8-15,-4 12 12 0,-1-1 9 0,-3 6 0 0,-2-1 10 16,1 7 5-16,-5 2 5 0,5 3 10 0,3 0 2 16,-1-5-6-16,2 4 7 0,2-8 2 0,1 0 10 15,4 1-7-15,1-2 8 0,1-2 2 0,0-6 6 16,1-1 12-16,2 2 12 0,0-3 8 0,1-2 15 15,-1-2 19-15,1 3 24 0,1-4 18 0,-3-3 23 16,2 1 15-16,-3-2 5 0,3 1 0 0,-1-1 1 16,0-3-4-16,-1-3-5 0,1 6-8 0,-2-5-12 15,1 1-9-15,-3-2-13 0,-2 1-14 0,2-2-18 16,-1 3-12-16,-3-1-22 0,0-2-18 0,-2 2-14 16,-1 1-25-16,-2 0-28 0,2 0-20 0,-5-1-40 15,0 2-29-15,-4 0-39 0,3 1-36 0,-6 1-51 16,4-1-53-16,0 2-338 0,1-3-730 0,5 2 323 15</inkml:trace>
  <inkml:trace contextRef="#ctx0" brushRef="#br0" timeOffset="112631.63">9113 6838 319 0,'3'-2'320'0,"-3"2"-35"0,0 0-33 0,2-4-34 0,-2 4-13 16,0 0-33-16,5 9-20 0,-2 2-19 15,2 5-10-15,0 11-15 0,1-1-8 0,1 6-13 0,2 3-8 16,1 14-10-16,-1 0-7 0,-2-1-5 0,0 0-3 16,-6 1-4-16,-1-15-5 0,-1 3-1 0,-6-1-4 15,-4 11-2-15,-2-15-1 0,-3 0 2 16,-10 8 0-16,-7-5-3 0,-3 2-4 0,-5-2-19 15,-7-3-27-15,-6-7-57 0,-6-1-62 0,4-5-107 0,-8 0-219 16,0-12-497-16,1-5 221 0</inkml:trace>
  <inkml:trace contextRef="#ctx0" brushRef="#br0" timeOffset="113148.03">7224 6991 4 0,'-10'5'180'0,"3"2"-15"0,-2 3-16 16,-4 4-14-16,-5 11-15 0,-4 5-11 0,-1 13-6 16,0 3-7-16,-6 4-16 0,3-1-5 0,6 1-5 15,2-3-2-15,3-1 13 0,7-13 4 16,1 13 6-16,7-11 2 0,6-4 5 0,3 1 3 0,6-2 4 15,4-5-3-15,11-2 1 0,18-1-8 0,7-4-30 16,5-8-54-16,29-1-95 0,-22-14-300 16,30-5-415-16,-8-7 184 0</inkml:trace>
  <inkml:trace contextRef="#ctx0" brushRef="#br0" timeOffset="114430.88">9329 6607 16 0,'0'0'261'15,"0"0"-20"-15,0-5-22 0,0 5-23 0,6-5-19 16,-3 3-19-16,-3 2-18 0,5-3-12 0,0 3-16 16,2-2-14-16,-7 2-13 0,17-1-6 0,-9 2-6 15,1 1-5-15,2 1-11 0,-2 1-5 0,2-1 0 16,-1 4-8-16,-4 0-6 0,3 1-4 0,-4 1-4 15,4 1-1-15,-5 0-5 0,-1 2-1 0,-3 2 0 16,0 0-5-16,-4 2 1 0,-4-1 4 0,3 1-6 16,-3-2 1-16,1 2-3 0,-3-3 1 0,3-2-1 15,1-5-3-15,1 2-2 0,-2-1 2 0,2-1-4 16,3 1 1-16,-1-3 2 0,1 0-4 0,0 1 3 16,0-2 0-16,0-1 17 0,0 1 7 0,2-3 3 15,-2 4 7-15,2-4 2 0,0 0 5 0,0 0-3 16,0 0 4-16,-2 3 12 0,2-3-15 0,0 0-4 15,0 0-4-15,0 5-6 0,0-5 4 0,0 0-7 0,0 0 0 16,0 0 4-16,0 0-5 0,0 0 1 16,0 0 3-16,0 0-7 0,-3 4-3 0,3-4-5 15,0 0 3-15,0 0 4 0,0 0-1 0,0 0-6 16,16-6 14-16,-4 3-15 0,5-4-4 0,10 2-4 0,1 0 5 16,4-2-10-16,0-1 5 0,3 1-1 15,-4 1 0-15,4-1-6 0,-2 1 1 0,-5 1-3 16,-1 1-2-16,-8 1 11 0,-6 0-5 0,0 1-3 15,-3-1 3-15,-3 2 3 0,0 1-5 0,-2-3-1 16,-1 3-5-16,-4 0-17 0,0 0-18 0,12 0-20 16,-12 0-7-16,0 0-10 0,0 0-25 0,-12 8-44 0,7-4-54 15,-5-2-59-15,-1 1-229 0,4 0-523 16,-1-2 232-16</inkml:trace>
  <inkml:trace contextRef="#ctx0" brushRef="#br0" timeOffset="115356.86">9914 7295 112 0,'-7'1'214'0,"0"-1"-20"0,3 3-11 0,4-3-11 16,-5 0-6-16,5 0-13 0,-6 1-13 0,6-1-18 15,0 0 4-15,0 0-14 0,0 0-10 0,0 0-12 16,0 0-5-16,0 0-10 0,0 0-5 0,0 0-8 16,0 0-5-16,19-1-3 0,-19 1 0 0,0 0 0 15,5-3-1-15,-5 3-4 0,0 0-6 0,0 0 2 16,0 0-6-16,0 0-5 0,6 0-2 0,-6 0-7 15,0 0 0-15,0 0-2 0,0 0-5 0,0 0-6 16,0 0 4-16,0 0-2 0,0 0-1 0,0 0-4 16,0 0-1-16,0 0 5 0,0 0-8 0,0 0 1 15,0 0 1-15,0 0 1 0,0 0 6 0,0 0 3 16,0 0 1-16,0 0-2 0,0 0-2 0,0 0 0 16,0 0 0-16,0 0-5 0,0 0-1 0,0 0 3 15,0 0-2-15,0 0-8 0,0 0 6 0,0 0-1 16,8 3 0-16,-8-3-1 0,0 0 0 0,0 0 4 15,0 0-5-15,0 0 1 0,0 0-4 0,0 0 3 16,0 0 2-16,0 0 4 0,0 0 1 0,0 0 2 16,0 0 1-16,0 0 7 0,0 0 3 0,0 0 1 15,0 0 4-15,0 0-4 0,0 0 4 0,0 0-4 16,0 0 2-16,0 0-4 0,0 0 0 0,0 0-5 16,0 0 0-16,0 0-1 0,0 0 0 0,0 0 2 15,0 0 2-15,0 0-4 0,0 0 4 0,0 0-4 16,13-4-2-16,-2 1-1 0,9-1-3 0,0 1 13 15,2-3-16-15,8 1 1 0,2-2-2 0,2 3-3 16,0-1 0-16,-1 0 0 0,2 1 1 0,-4-1 4 16,-3 0 2-16,-8 2-4 0,-3 0 1 0,-5 1 3 15,-3 2 6-15,-1-2 1 0,0 1 2 0,-2 0 2 16,-1 1 1-16,-5 0 5 0,8-3-4 0,-8 3 0 0,6 0-3 16,-6 0-6-16,5-3-12 0,-5 3-19 15,0 0-24-15,0 0-28 0,5-1-35 0,-5 1-44 16,0 0-48-16,0 0-61 0,0 0-261 0,3-2-561 15,-3 2 248-15</inkml:trace>
  <inkml:trace contextRef="#ctx0" brushRef="#br0" timeOffset="117478.83">11441 7086 74 0,'0'-5'216'0,"-2"1"-19"0,2-1-5 0,-2 2-9 16,2 3-16-16,-1-10-15 0,1 8-2 0,-3-2-14 15,3 4-14-15,-1-2-14 0,1 2-9 0,-9-6-10 16,4 6-13-16,-3 0-8 0,1 2-8 0,-7 2-8 0,-3 2-6 15,-8 6-3-15,0 0-8 0,0 1-6 16,-2 1-1-16,5 1-5 0,-1 3-2 0,4-2-3 16,-4 2-3-16,9-3 2 0,0 1-4 0,2-2 0 15,2 2-4-15,0-3 1 0,5-2 4 0,1-1 1 16,3-1 2-16,2 2 1 0,-1-5 8 0,1 0 6 16,5-1 1-16,1-1 9 0,2-2-11 0,3 0 5 15,3-4 6-15,-2 0 13 0,5-3-7 0,-3-1 2 16,0 0 2-16,2-2 4 0,1-3 4 0,-4 1-5 0,1-2 2 15,-2 3 1-15,1-3 0 0,-5 1 4 0,-1 4 9 16,2-3-4-16,-4 5 3 0,1-2-7 0,-4 3-10 16,0 0-4-16,0 2-5 0,-1-1-15 0,3 2-15 15,-5 1-10-15,0 0 0 0,0 0-6 0,0 0-3 16,12 6 1-16,-8 0-1 0,-1-1-4 0,6 4 7 16,-5 2 2-16,4 2-10 0,2-1-29 0,0 4-33 15,-1-5-44-15,1 4-55 0,4-3-80 16,-2-6-276-16,-2 0-571 0,3-4 253 0</inkml:trace>
  <inkml:trace contextRef="#ctx0" brushRef="#br0" timeOffset="119662.58">11956 7217 36 0,'-9'0'211'0,"2"0"-5"16,0 0-12-16,7 0-16 0,-9 0-11 0,9 0-17 15,-6 0-14-15,6 0-15 0,-9 0-8 0,9 0-6 16,-5 1-7-16,5-1-5 0,0 0-9 0,0 0-5 15,0 0-1-15,0 0-6 0,0 0-1 0,0 0 2 16,-8 1 1-16,8-1 0 0,0 0 1 0,0 0 0 16,0 0-1-16,0 0-5 0,0 0-1 0,0 0-7 15,0 0-2-15,0 0-5 0,0 0-2 0,0 0-5 16,0 0-1-16,-3 2-3 0,3-2-6 0,0 0-2 16,0 0-7-16,0 0 1 0,0 0-4 0,0 0-3 15,0 0 0-15,0 0 0 0,0 0 5 0,0 0-10 16,0 0-4-16,0 0-1 0,0 0 2 0,0 0 4 15,0 0-7-15,0 0-1 0,0 0-3 0,0 0-1 16,0 0 2-16,0 0-1 0,0 0 1 0,0 0 7 16,0 0 2-16,0 0 3 0,0 0-3 0,12-6 1 15,1 2-2-15,-3 0-7 0,12 3 3 0,4-4-6 16,2-1 4-16,0 0-2 0,1 1-1 0,-1-1-3 16,-8 2-3-16,11 0 4 0,-15 0 0 0,-1 1-2 15,-5 1-2-15,1 0-1 0,-3 0 2 0,-3 1-3 16,2 0 4-16,-3 0 0 0,-4 1-11 0,7-2 1 15,-7 2-11-15,7 2-16 0,-7-2-3 0,0 0-1 16,0 0-22-16,0 0-16 0,0 0-35 0,0 0-32 16,-23 2-45-16,12-1-45 0,0 1-253 0,1 0-523 15,-2-2 231-15</inkml:trace>
  <inkml:trace contextRef="#ctx0" brushRef="#br0" timeOffset="120412.72">12456 7292 119 0,'0'0'184'0,"0"0"-11"0,0 0-1 15,0 0-9-15,0 0-6 0,-1 4-8 0,1-4-2 16,0 0-4-16,0 0-7 0,0 0-13 0,0 0-7 16,8-9 2-16,-3 4 3 0,-1 2 1 0,3-6 1 15,-2 2 1-15,1 0-8 0,4-9 2 0,-1 0-1 0,1 2-5 16,0-4-2-16,2-6-10 0,0 6-3 15,-1-4 0-15,2-3-5 0,0 1 1 0,-4 1-7 16,-4 6 2-16,3-1 7 0,-3 6-4 0,1-5 11 16,-3 7-3-16,1-2 5 0,-1 0-5 0,-1 4 3 15,2-1-3-15,-3 4-10 0,0 1-13 0,-1-1-8 16,0 5-26-16,0-6-14 0,1 5-25 0,-1 1-38 16,0-5-28-16,0 5-23 0,0 0 7 0,0 0 6 15,-11 16 6-15,3-3 8 0,-1 1 5 0,-1 5 5 0,-3 3 5 16,7 1 4-16,-4 2-1 0,3-6-1 15,2 1 5-15,1-3-5 0,0 1 6 0,7 0 2 16,-2 0 3-16,-1-2 6 0,4-5 8 0,1 0 9 16,3 0 3-16,2 0 6 0,2-6 7 0,-1 1 6 0,3-2 21 15,-1-1 0-15,1-2 11 0,-2-1 14 0,1-3 13 16,-1 1-2-16,-2-2 8 0,2-2-1 0,-5 3-4 16,1-5 4-16,-1 4-8 0,0-2-3 15,-2-2-10-15,-1 1-10 0,-3 0-12 0,2 1-13 0,-3-1-5 16,0 1-14-16,-4 1-25 0,0-3-17 0,-1 4-16 15,-4-2-5-15,0 2-11 0,-1 1-17 16,-3 2-8-16,3-2-16 0,0 2-15 0,-2 0-34 16,1 1-30-16,-2 0-32 0,5 0-39 0,2 0-274 0,6 0-578 15,-9-2 255-15</inkml:trace>
  <inkml:trace contextRef="#ctx0" brushRef="#br0" timeOffset="120662.74">12870 6837 308 0,'1'-3'353'0,"0"-2"-37"0,2 3-34 0,-3 2-29 16,0 0-27-16,1-5-34 0,-1 5-19 0,0 0-21 16,0 0-21-16,12 15-16 0,-6 2-17 0,-2 1-10 15,2 8-13-15,2 3-5 0,1 2-11 0,-4 3-5 16,0 1-3-16,-2 12-4 0,-2-10 7 0,-2-2-14 0,-2 1-4 15,-5-1-1-15,-4-2-3 0,-6 12-6 16,-1-16-12-16,-4-1-12 0,-11 6-26 0,5-9-30 16,-12 5-58-16,-6-5-77 0,-3-6-296 0,-1-4-523 15,11-9 232-15</inkml:trace>
  <inkml:trace contextRef="#ctx0" brushRef="#br0" timeOffset="121147.74">11200 6890 156 0,'-3'-2'157'0,"3"2"-8"0,0 0-11 16,0 0-20-16,-10 4-9 0,2 5-10 0,1 0-6 15,-5 8-10-15,-3 5 2 0,-1 1-9 0,0 7 2 16,-6 11-9-16,0 5 4 0,2-1 7 0,1-1-2 16,2 0-5-16,3-10-6 0,6 1 1 0,3-2 6 15,1-3 5-15,4 2-3 0,3-5 2 0,6 1 0 16,2-5 3-16,6-1-2 0,7-5-5 0,11 1-6 15,16-3-2-15,10-7-18 0,3-3-47 0,29-4-55 16,-2-2-84-16,-27-8-273 0,27-4-443 16,-2-4 196-16</inkml:trace>
  <inkml:trace contextRef="#ctx0" brushRef="#br0" timeOffset="121830.61">13252 6543 34 0,'1'-4'307'0,"-1"4"-24"15,0 0-26-15,4-3-32 0,-4 3-22 0,0 0-20 16,0 0-20-16,9 0-19 0,-9 0-14 0,9 3-20 0,0 1-12 16,-2 2-3-16,2 0-15 0,-1 2-10 0,1 0-9 15,-3 1-4-15,1 1-6 0,-2 2-5 16,0-2-5-16,0 2 5 0,0 5-10 0,-3-3-6 15,-2 1-1-15,-2-3-3 0,-2 2-1 0,2-1 0 0,-3-2 0 16,2-1 0-16,-2 0 0 0,-1 0-1 0,-1-3 0 16,2 2-5-16,0-4 1 0,1 1-1 0,0-1-3 15,1-1 0-15,1-2-1 0,1 0 31 16,1-2 26-16,-3 5 14 0,3-5 14 0,0 0 10 0,-1 3 10 16,1-3-7-16,0 0-15 0,0 0-9 0,23-9-4 15,-4 4-13-15,8-2-7 0,5-1 3 0,-4-2-18 16,4 1-3-16,0 4-4 0,0-5-4 0,0 5-10 15,-2-2-7-15,0 2-5 0,-11 3 6 0,-2 1 0 16,-3-3 18-16,-5 2-7 0,-1 1 3 0,-1 1 2 16,-3-2-4-16,2 1 1 0,-6 1-6 0,7-1-2 15,-7 1-7-15,5-1-8 0,-5 1-26 0,0 0-33 16,0 0-43-16,0 0-45 0,0 0-26 0,8 3-34 16,-8-3-43-16,0 0-73 0,-8 7-296 0,8-7-655 15,0 0 290-15</inkml:trace>
  <inkml:trace contextRef="#ctx0" brushRef="#br0" timeOffset="122579.59">13957 7129 16 0,'0'0'303'0,"0"0"-18"0,-11-4-22 0,11 4-17 0,0 0-26 16,0 0-18-16,0 0-23 0,0 0-18 0,0 0-17 16,0 0-15-16,19-2-11 0,-7-1-14 0,0 0 3 15,6 1-25-15,3-2-19 0,1 0-32 0,0 3-40 16,5-5-39-16,0 4-57 0,-4-1-60 0,-3 1-65 16,-2-2-120-16,0 1-378 0,-6 1 167 0</inkml:trace>
  <inkml:trace contextRef="#ctx0" brushRef="#br0" timeOffset="122732.7">14081 7267 8 0,'-1'5'218'0,"-3"-2"-9"0,1 1 0 0,2-1-8 16,1-3-4-16,0 0-13 0,0 0-17 0,9 3-17 16,3-6-15-16,7 3-14 0,9-4-9 0,5-1-14 15,0-1-32-15,5 1-41 0,14-4-38 0,-1 2-51 16,-2-4-48-16,-12 3-65 0,2-1-112 0,-2-2-314 15,-1-1 139-15</inkml:trace>
  <inkml:trace contextRef="#ctx0" brushRef="#br0" timeOffset="123095.58">15056 6820 87 0,'3'-3'267'16,"-3"3"-16"-16,1-4-22 0,-1 4-16 0,0 0-29 16,1-3-22-16,-1 3-16 0,0 0-18 0,0 0-18 15,0 0-18-15,0 0-12 0,0 0-5 0,2 11-12 16,-5-3-8-16,2 5-7 0,-3 3-7 0,-3 0 3 15,2 5-6-15,-5 3-4 0,0 0-5 0,0 0-1 16,-3 1-3-16,4-1 1 0,-2 0-1 0,4-7-7 16,1 3 3-16,-1-4-4 0,6-1-2 0,0-3-1 15,-2 0 3-15,2-3 2 0,1 0 2 0,1 0 5 16,2-2 5-16,-1-1 2 0,6-1-3 0,6 2 0 16,0-6-8-16,8 2-15 0,-2-3-26 0,2-1-49 15,5-2-53-15,0-4-60 0,-6 1-221 0,-3-2-436 16,0-1 193-16</inkml:trace>
  <inkml:trace contextRef="#ctx0" brushRef="#br0" timeOffset="123297.05">15264 7025 334 0,'0'0'330'0,"0"0"-29"0,0 0-32 0,0 0-33 15,-2-3-29-15,2 3-26 0,0 0-20 0,0 0-9 16,-4 13-24-16,1-3-14 0,-3 2-13 0,1 5-12 0,-1 9-7 15,-1 1-6-15,-2 0-7 0,-1 3-8 0,4-4-4 16,-1 3-6-16,2-3-36 0,0 0-30 16,0-1-24-16,5-5-47 0,-4 0-47 0,4-4-63 15,-1-2-229-15,1-2-459 0,0-4 204 0</inkml:trace>
  <inkml:trace contextRef="#ctx0" brushRef="#br0" timeOffset="124263.59">15815 7048 172 0,'0'-3'329'0,"0"-2"-26"0,0 5-23 16,0-3-27-16,0 3-23 0,0 0-33 0,0 0-21 15,-9-3-19-15,9 3-15 0,-18 5-18 0,6-1-10 16,-5 5-11-16,2 0-14 0,-3 2-9 0,0 1-9 15,3 2-5-15,-2 0-10 0,3-1-3 0,1-1-7 16,2 0-5-16,3 0-13 0,0-5-7 0,2 3-6 16,2-3-2-16,0-2 0 0,4 0-1 0,-1 2 2 15,-2-6 6-15,7 3 6 0,0-1 4 0,5-3 0 16,-1-3 4-16,2-1 4 0,3 2 9 0,-2-7-11 16,6 2 0-16,-3-3-6 0,2 1-1 0,-3 0-4 15,4 1 0-15,-4-2-3 0,-4 3 3 0,3-1 4 16,-4 4 4-16,-2-3 2 0,2 4 0 0,-3 0 1 15,-1 2-3-15,-2-2-3 0,2 0-5 0,-4 3-5 0,4-4-8 16,-4 4 8-16,4-1-27 0,-4 1-3 16,0 0 1-16,0 0-2 0,0 0 3 0,15 5 5 15,-12 1-4-15,2-5-1 0,-1 4 5 0,1 0 2 0,0-2-3 16,-1 0 7-16,4 1-6 0,-3-2 3 16,1 1 5-16,1-3 3 0,0 0-3 0,1-3 13 15,2-1-17-15,-2-1 5 0,3 0-1 0,-2-3-11 16,0 0 11-16,4-5-2 0,-3-2 3 0,0 3-1 0,3-4 1 15,3-3 6-15,-4 3 2 0,0-8-2 0,2-2-5 16,-5-4 4-16,1 1-4 0,3 0-4 16,-4 0 5-16,1 3-1 0,-3 1 14 0,1 2 4 15,-3 6 16-15,-1 5 6 0,-3-1 6 0,2 3 27 0,0 3 5 16,-2-1 1-16,0 2-9 0,2 0-8 0,-3 2-1 16,0-1-22-16,1 1-32 0,-1 4-34 0,1-5-37 15,-1 5-31-15,0 0-8 0,0 0 4 0,0 0 12 16,-7 12 10-16,3-5 17 0,-1 4-8 0,-3 4 4 15,0 1 8-15,-1 1 3 0,-1 1 7 0,0 5 3 16,-3 5 3-16,4-1 6 0,0 0 12 0,3 0-7 16,-2-1 2-16,3 0 5 0,1 1 2 0,3-8 3 15,-2 0-1-15,3 5 8 0,0-6-1 0,3-3 4 16,-3 3 4-16,1-5-3 0,-1-1-1 0,4-3 8 16,0 1-2-16,-3-2 3 0,3-1 7 0,0-2-2 15,1 0 10-15,-1-1 4 0,1 1 11 0,0-1 6 16,0-3 16-16,3 1 12 0,-2-3 5 0,3 1 18 15,1-3-7-15,2-2-8 0,-2-2 7 0,4-3-12 16,0-3-12-16,-1 0-4 0,6-7-18 0,-3 0-6 16,-4 5-7-16,1-2 1 0,-3 0 1 0,-1 3 0 15,-1-1-2-15,-3 6 5 0,-1 0 2 0,-2 4 1 16,1 0-4-16,-2-2-1 0,2 4-21 0,-2-1-18 16,-1 4-29-16,0 0-3 0,0 0 0 0,0 0 5 15,-23 9 2-15,8 3-7 0,-1-1 16 0,2 2-27 16,0-1-9-16,3 2-18 0,-1 0-14 0,3 0-1 15,4-4 2-15,1 4 1 0,6-4-1 0,4 1-16 16,7-1-62-16,12-2-105 0,11-4-339 0,4-5-662 16,13-4 293-16</inkml:trace>
  <inkml:trace contextRef="#ctx0" brushRef="#br0" timeOffset="142011.37">17805 6948 53 0,'0'0'300'0,"-4"-3"-20"0,4 3-12 16,0 0-16-16,0 0-17 0,0 0-12 0,0 0-24 15,0 0-13-15,0 0-12 0,0 0-13 0,0 0-13 16,0 0-8-16,0 0-6 0,0 0-20 16,0 0-1-16,0 0-13 0,0 0-8 0,0 0-9 0,0 0-10 15,10-5-7-15,-1 1-5 0,4 4-9 0,9-4-15 16,-1 1-23-16,11-4-27 0,-2 2-29 0,0 0-42 15,2 0-32-15,-1 1-30 0,-2 3-34 16,-1-6-31-16,-7 4-56 0,-8 1-150 0,0 1-451 0,-1-3 199 16</inkml:trace>
  <inkml:trace contextRef="#ctx0" brushRef="#br0" timeOffset="142191.57">17874 7057 121 0,'-3'4'150'0,"2"-1"-8"0,1-3 15 16,0 0 0-16,0 0 15 0,0 0 6 0,0 0-15 16,13 4-13-16,-2-6-13 0,8 1-13 0,3-2-10 15,6 0-18-15,0 1-40 0,-1-2-36 0,-9 2-34 16,6-2-41-16,3-3-49 0,-8 2-190 0,-1 2-319 16,-7-4 141-16</inkml:trace>
  <inkml:trace contextRef="#ctx0" brushRef="#br0" timeOffset="142509.07">18069 6756 20 0,'0'-4'332'0,"0"-1"-12"0,0-2-13 0,0 7-17 16,0-5-25-16,0 5-27 0,0-3-23 0,0 3-9 0,3-4-43 15,-3 4-15-15,0 0-20 0,1-4-12 16,-1 4-17-16,0 0-10 0,15 7-11 0,-4-3-11 15,1 4-6-15,4 1-5 0,4 1-8 0,-2-1-10 16,5 6 2-16,0-1-7 0,-1 6 0 0,-3-4-4 0,1 3-6 16,-4 1-4-16,-5-5-5 0,0 2-4 15,-5 3-1-15,-1-3-2 0,-3 1-6 0,-2-1 4 16,-6 3-11-16,-1-3 2 0,-8 5 2 0,-4-3-2 16,-5-2 1-16,-3 3 6 0,4-3-5 0,-5-1 1 0,-1-2 0 15,1 0 0-15,3-2-2 0,6-4 0 0,4 2 2 16,2-5-26-16,3 4-47 0,1-6-52 0,4 1-21 15,2 0-45-15,3-4-294 0,0 0-526 0,26-6 233 16</inkml:trace>
  <inkml:trace contextRef="#ctx0" brushRef="#br0" timeOffset="143109.51">19287 6561 8 0,'0'-7'276'0,"0"7"-6"0,0-5-5 16,0 5-17-16,3-5-19 0,-3 5-22 0,2-2-19 0,-2 2-20 15,0 0-23-15,0 0-15 0,0 0-18 0,0 0-16 16,0 0-13-16,0 0-13 0,1 13-10 16,-2-3-7-16,1 7-4 0,-2 3-5 0,-1 6-6 15,-2 1-1-15,-3 4-6 0,3 1-6 0,-4 4 3 0,0 13-5 16,2-3-1-16,1-11-1 0,1-2 0 0,-1 0-5 15,0 1 3-15,-1-2 11 0,1-1 0 16,3-4 2-16,-1 2-3 0,2-3 4 0,1-6-3 16,1-4 0-16,-2 1-3 0,1-6-2 0,1 0 0 15,0 0-1-15,-1-2-5 0,2-1 2 0,-2-2-3 0,1-3-6 16,0 4 2-16,0-7-3 0,0 5-2 16,0-5-6-16,0 3 6 0,0-3-31 0,0 0-41 0,0 0-36 15,0 0-33-15,-3-15-40 0,5 10-40 16,-1-7-57-16,-2-2-139 0,2-3-441 0,1-1 195 0</inkml:trace>
  <inkml:trace contextRef="#ctx0" brushRef="#br0" timeOffset="143408.84">19282 6794 132 0,'0'-6'262'16,"1"0"-9"-16,2 1-14 0,-3-1-11 0,1 2-13 15,-1 4-21-15,3-5-18 0,-1 3-24 0,2-2-14 16,1 2-7-16,3 0-20 0,1 2-10 0,1 0-4 15,3 2-10-15,1 0-8 0,2 3-10 0,5 1-5 16,-6 1-3-16,4 2-12 0,-3 1-5 0,2-3-1 16,-2 3-13-16,-3 0-6 0,-4-1-2 0,-2 0-8 15,0 2-4-15,-6-2-1 0,3 0 3 0,-4 4-1 16,-4-3 6-16,-4 1-8 0,-2-5 3 0,-4 7 1 16,-4-5-4-16,4 2 1 0,-7-2-1 0,-6-1-2 15,6-2 11-15,1 2-12 0,-1-5 1 0,0 3 0 16,3-2-4-16,0 1 1 0,3-4 1 0,1 3 0 15,3-3-10-15,2 0-9 0,1 2-18 0,1-4-33 16,3-1-27-16,-1 2-28 0,5 1-28 0,0-8-23 16,5 3-38-16,-1-2-182 0,5-1-423 0,1-2 188 15</inkml:trace>
  <inkml:trace contextRef="#ctx0" brushRef="#br0" timeOffset="143774.5">19604 6457 238 0,'0'-3'336'0,"1"-2"-23"0,0 1-26 0,1 0-23 15,-1-1-30-15,0 2-25 0,-1 3-22 0,7-2-22 0,-2 1-19 16,-5 1-14-16,14 3-15 0,-4 0-16 0,0 3-9 15,-1 1-10-15,0 1-12 0,-1 2-7 16,2 0-8-16,-5 1-2 0,0 4-13 0,-1-3-3 16,0 0-4-16,-3 4 6 0,2 0-14 0,-3-4 0 15,-4-1-3-15,4 2-1 0,-4-5-6 0,3 1-1 16,-3 1 3-16,2-3-7 0,2-2 2 0,-2-1-1 16,1 2 0-16,1-4 3 0,-3 2 1 0,3-4 16 15,-1 4 12-15,1-4 18 0,0 0 10 0,5 4-7 16,-5-4-10-16,14-3-4 0,3 1 0 0,3-1-6 0,1 1-11 15,8-5-33-15,-1 2-18 0,3 0-48 16,0 1-33-16,-1-1-43 0,0 2-55 0,-1-1-53 16,-6 1-289-16,-5 0-585 0,2-2 259 0</inkml:trace>
  <inkml:trace contextRef="#ctx0" brushRef="#br0" timeOffset="144775.76">20189 6965 78 0,'-9'0'234'15,"4"2"-12"-15,0-2-8 0,0 0-6 0,5 0-2 16,-8 3-8-16,8-3-12 0,-5 0-10 0,5 0-15 0,0 0-10 16,-4 1-14-16,4-1-16 0,0 0-11 15,0 0-12-15,0 0-8 0,13-6-5 0,-13 6-7 16,5 0 14-16,-5 0-6 0,0 0 5 0,4-3 1 15,-4 3-2-15,0 0 0 0,5-2-11 0,-5 2-5 16,0 0-6-16,0 0-9 0,5-3 0 0,-5 3-10 16,0 0-7-16,0 0-5 0,0 0 0 0,0 0-1 15,0 0-7-15,0 0-4 0,0 0-5 0,0 0 2 16,7 0-2-16,-7 0-3 0,0 0 0 0,0 0-3 0,0 0-6 16,0 0 2-16,0 0 6 0,0 0-13 0,0 0 4 15,0 0 14-15,0 0-16 0,0 0 4 16,0 0-5-16,0 0-3 0,0 0 2 0,0 0-4 15,0 0 5-15,0 0 0 0,0 0-1 0,0 0-3 0,0 0 4 16,0 0-4-16,0 0 5 0,0 0-9 0,0 0 3 16,0 0 5-16,0 0-2 0,0 0 1 15,0 0 0-15,0 0-4 0,0 0 10 0,0 0-9 16,0 0 3-16,0 0-1 0,0 0-3 0,0 0 6 0,0 0 0 16,0 0 1-16,0 0 5 0,0 0-2 0,0 0-2 15,6 3-3-15,-6-3 1 0,0 0 0 0,0 0 4 16,10 0-4-16,-10 0 2 0,5-3-1 0,-5 3-1 15,0 0 3-15,5-1-6 0,-5 1 0 0,0 0-4 16,0 0 4-16,0 0-3 0,0 0 7 0,0 0-2 16,0 0 0-16,0 0 2 0,0 0-3 0,0 0 3 15,0 0-2-15,0 0-2 0,0 0-2 0,0 0 1 16,0 0-4-16,0 0 4 0,0 0-6 0,0 0 3 16,0 0 2-16,0 0 2 0,0 0-4 0,0 0-1 15,0 0 2-15,0 0-8 0,0 0 10 0,0 0 8 16,0 0-8-16,0 0-1 0,0 0 0 0,0 0 7 15,0 0-3-15,8 0 12 0,-8 0-12 0,15-3-4 16,-3 0 3-16,1 1-5 0,16-5 5 0,1 2-2 16,3 0-6-16,1 1 8 0,3-3 0 0,3-1-3 15,-2 3 0-15,13-3 3 0,-12 4-3 0,-2-2 0 16,-8 2 0-16,-1 1 0 0,-9 1 1 0,1-1 1 16,-10 0 4-16,0 4-2 0,-2-3 6 0,-2 1-3 15,-1 0-1-15,-5 1-9 0,8 1-10 0,-8-1-13 16,6-1-5-16,-6 1-9 0,0 0-5 0,5-1-23 15,-5 1-23-15,0 0-22 0,0 0-28 0,0 0-22 16,0 0-18-16,-21 1-24 0,21-1-17 0,-7-1-49 16,7 1-182-16,0 0-489 0,-10-3 218 0</inkml:trace>
  <inkml:trace contextRef="#ctx0" brushRef="#br0" timeOffset="145366.64">21247 6688 174 0,'4'-6'310'0,"-4"2"-7"0,4-2 5 0,-3 1-25 0,-1 1-22 16,0 1-29-16,0 3-20 0,0-7-23 0,0 4-23 15,0 3-19-15,-5-4-21 0,5 4-9 0,-19 2-15 16,6-1-9-16,-5 3-14 0,0 1-7 0,-1 4-8 15,-8-2-9-15,4 5-3 0,-1 1-6 0,6-2-4 16,0 1-5-16,-2 4-14 0,3-4-17 0,4 0-7 16,3 0-5-16,4-2-5 0,-2 1 4 0,4-2-2 15,3-1 1-15,-2 1 5 0,6-3 7 0,0 1 0 16,1-3 17-16,6-1-7 0,-1-1 2 0,2-1 3 16,2 1 8-16,0-2 5 0,3-3 12 0,1-3 8 15,-4 3 5-15,2-4 7 0,-3 1-4 0,0 2-3 16,2-5 10-16,-1 4-12 0,-4 0 0 0,0 0-3 15,2 0 0-15,-5 3-11 0,0-2-2 0,-3 1-3 16,3 1-13-16,-3 2-8 0,-3 0-3 0,7-3-6 16,-7 3 17-16,9 4-18 0,-5 1-5 0,0 0 2 15,-2 5-1-15,2-3-4 0,1 5 0 0,-1 5 1 16,1-2 0-16,-2 2 3 0,1 1-3 0,-3-1 4 16,0-1 2-16,2 3-1 0,-3-5-6 0,1-1 8 15,-1-2-8-15,3-1 0 0,-3-2 5 0,0-1 4 0,0-3-2 16,0 1 4-16,0-3 16 0,0-2 46 0,3 5 50 15,-3-5 42-15,-1 5 32 0,1-5 25 16,0 0 3-16,0 0-22 0,0 0-23 0,9-12-16 16,-6 3-21-16,3-3-17 0,3-3-17 0,2-1-14 0,1-6-16 15,5 0-10-15,-7 7-8 0,5-8-5 0,-6 10-7 16,0-2-8-16,-1 3-1 0,-1 0-4 0,0 3-4 16,-1 1-19-16,-3 2-18 0,1 0-26 0,-2-1-26 15,3 4-27-15,-2-2-32 0,-1 1-44 0,2 1-28 16,-3 1-49-16,2-2-63 0,-3 4-62 0,5-9-69 15,-5 5-379-15,4 2-880 0,-3-1 389 0</inkml:trace>
  <inkml:trace contextRef="#ctx0" brushRef="#br0" timeOffset="145792.76">21548 6333 28 0,'2'-7'359'16,"1"0"-24"-16,-1 0-21 0,2 2-17 0,0 1-29 15,0-1-33-15,2 2-29 0,0 0-10 0,1 2-30 16,3 1-14-16,0 1-21 0,1 2-12 0,0 2-6 16,1 2-17-16,-3 1-11 0,2 1-11 0,-2 1-5 15,-3 5-8-15,2 1-6 0,1 1-7 0,-5 0-6 16,-3 0-3-16,-2 2 0 0,-2-2-13 0,-2 2 6 15,0-4-7-15,-3 2-1 0,2-3-6 0,-2-4 10 16,2 0-7-16,-2-3-3 0,3 2-1 0,-1-3 3 16,3-1-6-16,0-1 0 0,1 0 1 0,-2 1 18 15,4-2 28-15,0-3 22 0,-4 2 23 0,4-2 24 16,0 0-1-16,0 0-6 0,13 0-13 0,3-2-13 16,5-1-11-16,6-3-9 0,-6 0-9 0,5 2-4 15,1-1-4-15,-5 2-9 0,-2 1-8 0,-2 0-5 16,0-2 2-16,-5 4-7 0,-3-2-7 0,-4 1 8 0,2 0 2 15,-4-2-3-15,4 3-7 0,-8 0 3 16,0 0-2-16,11-1-20 0,-11 1-19 0,5 0-41 16,-5 0-49-16,0 0-47 0,4-3-39 0,-4 3-29 0,0 0-44 15,0 0-72-15,0 0-356 0,-19 5-747 16,19-5 330-16</inkml:trace>
  <inkml:trace contextRef="#ctx0" brushRef="#br0" timeOffset="146991.71">22705 6834 155 0,'-7'-2'244'0,"7"2"-10"0,0 0-10 0,0 0-18 16,0 0-14-16,0 0-14 0,0 0-17 16,-6 2-14-16,6-2-16 0,0 0-13 0,0 0-10 15,0 0-9-15,0 0-7 0,0 0-6 0,0 0-1 16,0 0-11-16,0 0-8 0,0 0-3 0,0 0-3 0,0 0-2 16,0 0-3-16,0 0-1 0,0 0-1 0,0 0 5 15,0 0-2-15,0 0 3 0,0 0-2 16,0 0 0-16,0 0 3 0,0 0 4 0,0 0-5 15,0 0-5-15,0 0-7 0,17-5-5 0,-7 1-6 0,10 1-5 16,9 1 3-16,2-1-11 0,3-2 0 16,1 3-1-16,3-1 1 0,0 0-7 0,-1 2 1 15,-2-2-2-15,-2 2-8 0,-5 1-17 0,-9-1 1 16,-5-1-5-16,0 2-5 0,-5-1-10 0,5 1-8 0,-9-1-15 16,3 1-17-16,-4 1-12 0,-4-1-6 0,0 0-18 15,0 0-22-15,0 0-14 0,0 0-36 0,-27 3 9 16,16-3-4-16,-1-2-23 0,2 2-191 15,-2 0-417-15,2-1 185 0</inkml:trace>
  <inkml:trace contextRef="#ctx0" brushRef="#br0" timeOffset="147351.04">22923 6991 222 0,'-6'1'234'0,"3"2"-4"0,3-3-1 0,-4 1-7 15,4-1-8-15,-4 3-4 0,4-3-17 0,0 0-17 16,0 0-23-16,17-5-15 0,-8 2-16 0,10-1-12 15,1 1-5-15,-1-2-17 0,8 1-8 0,3-1-12 0,-2 0-5 16,2-2-3-16,0 2 0 0,0 2-4 0,-8 1-4 16,-4-1-3-16,-3 1-3 0,-3 2-3 15,-1-2-4-15,-4 2-2 0,-1-1-3 0,-1 0 0 16,0 1-8-16,-5 0-4 0,9-3-12 0,-9 3-14 0,5 0-6 16,-5 0 2-16,0 0-25 0,0 0-23 0,0 0-31 15,0 0-44-15,0 0-34 0,-19 3-48 0,19-3-240 16,-8 0-491-16,8 0 217 0</inkml:trace>
  <inkml:trace contextRef="#ctx0" brushRef="#br0" timeOffset="149363.01">23977 6433 1 0,'0'0'232'0,"0"0"-8"0,0 0-12 16,0 0-11-16,-2-3-10 0,2 3-9 0,0 0-11 15,0 0-12-15,0 0-9 0,0 0-15 0,0 0-12 16,0 0-10-16,0 0-11 0,0 0-13 0,0 0-12 16,0 0-8-16,0 0-12 0,0 0-15 0,0 0-13 15,0 0-3-15,0 0-5 0,-5 15-2 0,0-6-1 16,-2 6-1-16,-2 2-2 0,-3 4-2 0,-5 1-4 16,1 0 1-16,2 5-1 0,-3-5 0 0,3 2 0 15,5-7-3-15,-3 0 2 0,1 0-3 0,2 0-3 16,-1-3 1-16,6-2 1 0,-1 0 0 0,-3-3 2 15,3 1-2-15,0-5 6 0,5 3 5 0,-2-3 1 16,-1-1 5-16,1-1 5 0,0 1 17 0,2-4 12 16,0 6 12-16,0-6 12 0,2 4 0 0,1-3 2 15,-3-1 0-15,13-1-10 0,-1 1-7 0,-1-2-3 16,4 2-13-16,-2-2-5 0,5-1-6 0,1 1-2 16,-1 0-15-16,1-1-14 0,1 0-10 0,0 3-20 15,-1-2-25-15,-5-1-22 0,0 2-24 0,-4 0-35 16,2-2-23-16,-2-1-29 0,-1 1-31 0,-1-1-37 15,-3 1-178-15,0-4-463 0,-1 4 206 0</inkml:trace>
  <inkml:trace contextRef="#ctx0" brushRef="#br0" timeOffset="149674.71">24065 6667 87 0,'1'-2'232'0,"-1"2"-8"0,4-7 1 0,-3 3-1 15,2 3-2-15,-2-3-3 0,-1 4 3 0,4-6-16 16,-4 6-13-16,1-3-12 0,-1 3-18 0,3-2-18 15,-3 2-14-15,0 0-13 0,0 0-21 0,0 0-24 16,0 0-12-16,0 0-13 0,0 0-3 0,0 0-8 16,-4 16 3-16,0-5-12 0,-4 6-2 0,2 1-2 15,-4 5-7-15,0 3 0 0,-1 2-2 0,1-1 1 16,1 3-2-16,-4-3 0 0,5 1 0 0,2-10 1 16,3 3-2-16,-1-1-5 0,0-5 2 0,1-1-2 15,2-4 6-15,-3 2-3 0,3-5-6 0,0 0 5 16,1-2 3-16,1 0 12 0,-2-1 2 0,1-4 16 15,0 7 11-15,1-6 15 0,-1-1 3 0,0 0 7 16,-1 5-8-16,1-5-18 0,0 0-28 0,0 0-28 16,0 0-17-16,10-13-31 0,-8 8-32 0,1-1-36 15,0-1-42-15,2-2-44 0,0-2-46 0,-1 1-268 16,1-2-562-16,2-2 250 0</inkml:trace>
  <inkml:trace contextRef="#ctx0" brushRef="#br0" timeOffset="150207.21">24769 6498 19 0,'0'0'264'0,"1"-5"-14"0,-1 5-11 0,2-3-17 15,-2 3-18-15,0 0-17 0,0 0-16 0,0 0-19 16,0 0-18-16,2-4-17 0,-2 4-14 16,0 0-14-16,0 0-15 0,0 0-5 0,0 0-12 15,-9 9-3-15,3-1-7 0,-4 0-4 0,-1 1-7 0,1 5-5 16,-3-2-6-16,-1 5 4 0,-5 3-8 0,2-1 2 15,3-2-9-15,-1 2 6 0,2-3-3 0,3 0 3 16,1 0 5-16,0 0 0 0,2-2-5 16,1-2 11-16,4-1-3 0,-2-1 3 0,3 1-1 0,1-4 3 15,-3 0 0-15,3-2 6 0,-1 0 9 0,1 0 20 16,0-5 21-16,4 4 35 0,-4-4-14 0,9-3 4 16,1 1 0-16,1-2-2 0,0-2-4 15,-2-1-2-15,6-4-14 0,-2-1-9 0,1-2-10 0,2-7-13 16,1 0-11-16,-3-4-27 0,-4 1-14 0,2-3-20 15,-7-1-3-15,-1 1-4 0,-3 0-5 0,-6 1-2 16,-3 1 1-16,-2 3-1 0,-8 1 2 16,-1 2 5-16,-5 4-6 0,-2 1 4 0,-3 4 1 15,-2 0 1-15,-1 4-2 0,1 0-4 0,2 5-12 0,7 2-27 16,-1 2-29-16,4 1-31 0,0 5-23 0,4 1-28 16,3 0-33-16,6 2-14 0,4 0-46 0,4-1-191 15,5 3-495-15,6-3 219 0</inkml:trace>
  <inkml:trace contextRef="#ctx0" brushRef="#br0" timeOffset="150640.56">25080 6336 111 0,'0'0'302'0,"0"0"-17"0,0 0-27 16,0 0-30-16,0 0-23 0,0 0-25 0,0 0-18 15,0 0-19-15,0 0-20 0,0 0-10 0,0 0-10 16,0 0-16-16,0 0-4 0,-2 13-12 0,2-9-8 16,0 3 1-16,0 3-17 0,0-1-4 0,0 1-6 0,-2 0-3 15,0 5-2-15,-2-1-5 0,2 3-2 16,-1-2-5-16,-4 1 1 0,3 1-3 0,-1-2 0 15,2 1-6-15,-1-4 4 0,-1 1-3 0,1-1-2 16,-2-2 0-16,2 1-3 0,-1-1-1 0,3-2-1 16,-2 2 2-16,0-1-2 0,1-4-3 0,1 0 4 15,0 0-1-15,1-1-3 0,-2-1 1 0,3 1-2 16,0-4 2-16,-3 5 1 0,3-5 1 0,-1 3 2 16,1-3 3-16,0 4 9 0,0-4 2 0,0 0 3 15,14 0-1-15,-2-3-2 0,10 2-5 0,6-4-12 16,5 0-17-16,6 0-22 0,12-4-19 0,-13 4-28 15,15-4-17-15,-18 3-26 0,1-1-32 0,0 0-38 16,-7 1-214-16,-9 0-441 0,-3 3 196 0</inkml:trace>
  <inkml:trace contextRef="#ctx0" brushRef="#br0" timeOffset="151123.7">24975 6583 97 0,'-8'0'244'0,"8"0"-14"0,0 0-12 0,-4 2-8 15,4-2-13-15,0 0-19 0,0 0-14 0,0 0-16 16,0 0-12-16,0 0-11 0,0 0-14 0,0 0-5 15,0 0-4-15,0 0 2 0,0 0-2 0,-5 2-3 16,5-2 2-16,0 0-6 0,0 0-7 0,0 0-9 16,0 0-5-16,0 0-5 0,0 0-4 0,0 0-6 15,0 0 3-15,0 0-6 0,0 0 3 0,0 0-3 16,0 0 8-16,0 0 1 0,0 0 4 0,0 0-2 16,0 0 12-16,0 0-20 0,0 0-2 0,24-5-9 15,-3 1-11-15,11-2-10 0,3 1-47 0,5 2-39 16,11-5-37-16,5 2-50 0,-3 1-62 0,-1-1-83 15,-15 1-240-15,0-4-576 0,-6 1 255 0</inkml:trace>
  <inkml:trace contextRef="#ctx0" brushRef="#br0" timeOffset="151989.37">24358 7047 73 0,'-6'1'228'15,"6"-1"-3"-15,-7 2-9 0,7-2-10 0,-5 0-13 16,5 0-14-16,0 0-15 0,0 0-14 0,0 0-13 16,0 0-7-16,0 0-12 0,0 0-9 0,24-2-10 15,-24 2-9-15,9-1-8 0,-9 1-2 0,5 0-3 16,-5 0-4-16,0 0-4 0,0 0-11 0,8-2-1 16,-8 2-5-16,0 0-5 0,0 0-5 0,0 0-4 0,7 0-4 15,-7 0-3-15,0 0 6 0,0 0-13 16,0 0-4-16,0 0 4 0,0 0-7 0,0 0-5 15,0 0 1-15,0 0-1 0,0 0-3 0,0 0 3 0,0 0-3 16,0 0 0-16,0 0 5 0,0 0-6 0,0 0-3 16,0 0 7-16,0 0-7 0,5-2 9 15,-5 2-11-15,0 0 0 0,0 0 4 0,0 0-8 16,0 0 2-16,0 0 1 0,0 0 3 0,0 0 2 0,0 0 4 16,0 0-2-16,0 0 7 0,0 0 7 0,0 0 6 15,0 0 11-15,0 0 6 0,0 0-4 0,11 2-1 16,-4-4-4-16,9-1-3 0,10-2-1 0,5 2-6 15,6-5 1-15,18-1-1 0,8 0 8 0,31-1 7 16,-2 2 9-16,3-1 2 0,-1 1 0 0,-30 4 12 16,32-5-20-16,-38 4 17 0,-1 0-24 0,-6 1-5 15,-15-1 6-15,-1 2-7 0,-9 0 2 16,-5 2-5-16,-8 0-4 0,-2-1-14 0,-3 2-15 0,-1-1-29 16,-1 1-21-16,-6 0-22 0,0 0-29 0,0 0-24 15,0 0-38-15,-31 3-45 0,12-1-48 0,-9 1-67 16,1 0-184-16,-3-1-553 0,2 3 245 0</inkml:trace>
  <inkml:trace contextRef="#ctx0" brushRef="#br0" timeOffset="152456.51">24715 7333 125 0,'0'0'324'0,"0"0"-27"16,0 0-32-16,0 0-29 0,0 0-27 0,-9-1-26 16,9 1-26-16,0 0-30 0,-5 3-15 0,1 1-12 0,-2 0-10 15,-7 4-9-15,4-2-8 0,-9 6-7 16,3 0-9-16,-8 1-7 0,5 1-5 0,0 2-4 15,-2 1-2-15,5-2 0 0,2-3 9 0,1 3-10 0,-2-2-2 16,5 1 0-16,4-3-2 0,-4-3 0 16,5 3 0-16,3-1-1 0,-3-2 1 0,4-1 3 15,4-2 8-15,0-1 0 0,6 0-4 0,-1-3-3 0,6 2-2 16,6-6 1-16,-1 1-9 0,2-5 3 0,-4 2 0 16,1-4-3-16,-1-2 13 0,-3 1 6 0,1-4-4 15,-2 0-5-15,-3-3-7 0,-1-1-5 0,-5 0-14 16,-1-1-3-16,-5-8-2 0,-3 8-2 0,-6-3 0 15,1 2-6-15,-11-3 4 0,2 4-7 0,-7 2 1 16,-1 3 0-16,-5 3 1 0,0 1 5 0,-2 1-9 16,1 3 3-16,0 1-1 0,1 4 0 0,2 0-8 15,2 3-16-15,7 1-25 0,3 1-32 0,6 1-28 16,2 0-6-16,5 1-21 0,4 1-42 0,5 0-51 16,5 0-220-16,8 1-490 0,9 1 216 0</inkml:trace>
  <inkml:trace contextRef="#ctx0" brushRef="#br0" timeOffset="152790.72">25054 7161 66 0,'4'-5'427'15,"-1"2"-5"-15,-1-1-23 0,0 1-32 0,-2-1-30 16,0 4-39-16,2-5-34 0,-2 5-28 0,1-3-31 15,-1 3-28-15,0 0-36 0,0 0-5 0,5 8-30 16,-4-4-11-16,1 6-10 0,0 1-18 0,-4 6-2 16,4 1 4-16,-6 1-20 0,-1 9-6 0,-1-2-3 15,-3-2-9-15,1-1-3 0,1 1 2 0,-1-3-5 0,2-5-7 16,-1 1 4-16,2 0 9 0,-3-1-9 16,3 0-7-16,-1-4 1 0,2-5-7 0,2 0 3 15,-1 0-5-15,2-1 10 0,-2-2-6 0,2 0 13 16,-2 0 12-16,3-4 10 0,-1 7 19 0,1-7 19 15,0 3 13-15,0-3 0 0,0 0-10 0,0 0-33 0,19-8-31 16,-5 2-41-16,4 0-40 0,8-6-67 16,-1 1-56-16,-1-1-64 0,2 1-72 0,-7 0-360 15,4-2-732-15,-4 1 324 0</inkml:trace>
  <inkml:trace contextRef="#ctx0" brushRef="#br0" timeOffset="153122.73">24962 7317 280 0,'0'0'269'0,"-5"1"-17"0,5-1-12 0,0 0-22 16,-5 2-21-16,5-2-15 0,0 0-15 0,-7 1 4 15,7-1-5-15,0 0 1 0,0 0 15 0,0 0-4 16,0 0-4-16,0 0 21 0,0 0 5 0,0 0 19 16,0 0-8-16,0 0-17 0,0 0-23 0,27-8-21 15,-9 2-10-15,14 1-16 0,3-2-13 0,3-2-9 16,0 2-12-16,16-2-3 0,-21 4-8 0,-2 1-5 16,-1 0-2-16,-10 3-13 0,-3-5-2 0,-4 4-10 15,0 0-5-15,-7 1-7 0,2-3-19 0,-2 4-30 16,-2-1-45-16,-4 1-65 0,8 0-60 0,-8 0-74 15,0 0-91-15,0 0-373 0,-22-1-782 0,13-2 346 16</inkml:trace>
  <inkml:trace contextRef="#ctx0" brushRef="#br0" timeOffset="168106.67">25157 6610 130 0,'0'-8'174'0,"-1"1"-3"0,2-3 4 16,-1 3-16-16,0-4-3 0,0 5-5 0,0-4-1 15,3 3 3-15,-3 0-4 0,1-1 0 0,2 0-3 16,-2 2-11-16,3-1 1 0,-3 2-11 0,-1 0-4 16,4 0 7-16,-4 0-19 0,0 5-11 0,0-5-10 15,3 3-9-15,-3 2-12 0,1-5-13 0,-1 5-16 16,0 0-28-16,1-5-37 0,-1 5-22 0,0 0 1 15,-14 13 1-15,1 2 4 0,-14 6 7 0,-16 12 6 16,-6 4 1-16,-21 16 6 0,20-14-2 0,-22 17 9 16,0-1 1-16,0-2 4 0,21-15 0 0,2 2 0 15,-1-2 2-15,1 0 6 0,1-4-3 0,5 2 4 16,-2-6-1-16,5-1 2 0,9-9 0 0,4-2 3 16,4-1-4-16,5-8 2 0,2 0-12 0,4-1-5 15,1-4-20-15,-1 0-42 0,1-5-56 0,-1-2-76 16,-1-5-142-16,4 1-381 0,-2-11 168 0</inkml:trace>
  <inkml:trace contextRef="#ctx0" brushRef="#br0" timeOffset="168405.13">24075 6269 109 0,'-1'-8'226'0,"-2"1"-22"0,-1 2-26 15,3 2-38-15,1 0-49 0,0 3-9 0,0 0-15 0,5 18-2 16,3 10-11-16,6 4-3 0,7 21 0 0,4 3 1 16,16 22-11-16,2-3-7 0,7 2-1 15,4-3 3-15,1 3-3 0,0-3-6 0,1-3 1 16,-1-6-2-16,-18-21 4 0,1 1-2 0,-6-6-2 16,2-4 9-16,-13-12-3 0,2 1 5 0,-10-9-4 0,-2-1 1 15,-3-7-6-15,0 3-3 0,-4-5-3 16,1 0 2-16,0 0 15 0,-1-1 10 0,-1-1 15 15,1 0 7-15,-1-1-4 0,-3-2-5 0,2 3-6 16,-2-3-9-16,3 4-12 0,-3-4-37 0,0 0-60 0,0 0-77 16,0 0-80-16,5-12-123 0,-1 7-370 0,7-4 164 15</inkml:trace>
  <inkml:trace contextRef="#ctx0" brushRef="#br0" timeOffset="169220.68">26408 6312 32 0,'2'-2'262'0,"-2"2"-16"0,4-6-13 16,-2 5-24-16,-2 1-19 0,0 0-21 0,1-4-20 15,-1 4-20-15,0 0-17 0,0 0-22 0,0 0-14 16,0 0-11-16,0 0-7 0,0 11-8 0,-1-2-5 16,-5 3-1-16,-1 3-8 0,-7 9-1 0,1 1-9 15,-6 1-2-15,1 1-1 0,-1 2-2 0,-1-3-1 16,-1 3-5-16,2-2 2 0,0-3-3 0,-1 2-1 15,3-3-2-15,0-2-3 0,7-7 1 0,-1 1-2 16,4-4-4-16,3-1 2 0,-4-2 3 0,4-1-4 16,0-1 7-16,1-2 6 0,1 2 1 0,-1-5 5 15,2 3 3-15,1 0 7 0,0-4 6 0,8 4-4 16,2-2-1-16,6 1-3 0,3-5-3 0,8 2-7 16,3-1-30-16,-10 0-23 0,3 0-31 0,-1-1-37 15,-3 2-32-15,-1-5-34 0,0 4-213 0,-2-4-410 16,-5 2 181-16</inkml:trace>
  <inkml:trace contextRef="#ctx0" brushRef="#br0" timeOffset="169434.99">26399 6641 64 0,'0'0'296'16,"0"0"-6"-16,-1-5-16 0,-1 3-22 0,2 2-9 16,0 0-42-16,0 0-20 0,-3-3-26 0,3 3-23 0,0 0-24 15,0 0-12-15,-4 10-10 0,4-1-11 0,-5 1-4 16,1 5-10-16,-3 2-11 0,-1 1-5 15,-1 7-2-15,1 2-4 0,-1 2-2 0,2 0-3 16,-1-3-2-16,2-1-3 0,1 1-1 0,-1-7 2 0,1-2-5 16,3-1-12-16,1-4-5 0,-2-2-17 0,2 1-21 15,-2-2-24-15,3-1-30 0,-1-3-35 0,1 0-48 16,-1-1-256-16,1-4-457 0,0 0 202 16</inkml:trace>
  <inkml:trace contextRef="#ctx0" brushRef="#br0" timeOffset="170223.73">27463 6512 28 0,'0'-7'228'0,"0"7"-1"0,0-5-12 16,0 5-10-16,0 0-16 0,0-4-14 16,0 4-19-16,0 0-18 0,0-3-15 0,0 3-18 15,0 0-12-15,0 0-13 0,0 0-7 0,0 0-15 0,-13 10-2 16,6-1-9-16,-2 1-6 0,-3 4-3 0,0 0-7 15,-6 7 0-15,2 0-9 0,3-4-1 16,-1 3 0-16,-1 1 2 0,4-4-9 0,1 0-2 16,1 2 2-16,-4 2 0 0,6-6-5 0,2 0-1 15,0-2 1-15,1-1 1 0,1-3-2 0,3 1 6 0,0-4 0 16,-2 1 4-16,0-1 12 0,2-2 6 0,0 2 17 16,0-4 17-16,2 3 25 0,0-2 17 15,-2-3 12-15,0 0 12 0,14-5 8 0,-9 1-9 16,4-4-6-16,0-1-6 0,5-4-11 0,-1-3-15 0,5-6-10 15,-3-3-13-15,2-4-13 0,-1 1-19 0,0-6-12 16,-1-10-17-16,-6 8-5 0,-3 4 2 16,0-2-7-16,-6 2-1 0,-2 1-2 0,-4 4 0 15,-2-2-12-15,-10 5-7 0,-2 2 0 0,-3 3-4 0,-5 0-3 16,-8 2-1-16,-14 3-4 0,-1 4-12 0,0 2-11 16,10 8-23-16,-9 0-24 0,8 3-29 0,6 8-26 15,0-2-25-15,3 5-22 0,9 3-35 0,1-1-255 16,10-1-533-16,4-4 236 0</inkml:trace>
  <inkml:trace contextRef="#ctx0" brushRef="#br0" timeOffset="170755.08">27813 6320 171 0,'0'0'257'16,"0"0"-23"-16,0 0-23 0,0 0-26 0,0 0-18 15,0 0-17-15,0 0-18 0,0 0-16 0,0 0-15 16,11 4-7-16,-6-1-12 0,-1 2-5 0,4 1-4 16,0 2-11-16,3-1-6 0,-3 3-6 0,3 3-8 15,1 0-2-15,-3 2-2 0,-3 1-7 0,2 0-4 16,-5 0-4-16,1 3-1 0,-4-2-3 0,-2 0 1 16,-1 2-3-16,-7-1-2 0,0-1-1 0,-5 4-1 0,-2-2-3 15,-4 1-5-15,6-8 5 0,-4 0-1 16,2 0-1-16,-2 0 1 0,4-3 0 0,-1 1-4 15,6-4 0-15,0-2-1 0,2 3 0 0,-1-1 1 16,1-2-1-16,2-1-1 0,3-1 3 0,1 1-2 0,2-3 1 16,-7 3 16-16,4 1 10 0,3-4 12 0,-3 2 10 15,3-2 9-15,0 0 3 0,0 0-5 0,24 0-1 16,-3-2 7-16,10 2-24 0,2 0 1 16,4-5-5-16,14 2-2 0,-12-1-8 0,1 1-1 15,0 0-9-15,-4-1-20 0,-3 2-9 0,-2-2-4 16,-4 3-19-16,-6-3-13 0,-4 2-13 0,-6 1-18 15,1 1-18-15,-7-1-27 0,1-2-58 0,-2 2-33 16,-4 1-199-16,0 0-447 0,-10-8 198 0</inkml:trace>
  <inkml:trace contextRef="#ctx0" brushRef="#br0" timeOffset="171181.84">27648 6567 143 0,'-8'-2'236'0,"8"2"-6"0,-6-1-9 16,6 1-10-16,0 0-15 0,0 0-12 0,0 0-15 15,0 0-19-15,0 0-13 0,0 0-15 0,13-3-10 16,-2 3-11-16,8-3-10 0,11 0-4 0,0 3-11 16,2-1-8-16,5 0-5 0,3-1 0 0,12 0-5 15,-11 2-6-15,-4-3-2 0,3 2-7 0,-6 1-5 16,-2-2-3-16,-9 2 0 0,-5-1-8 0,-4 0 4 15,-3 1-2-15,1 0-4 0,-7 0 0 0,3 0-2 16,-8 0 2-16,10-2-5 0,-5 2-9 0,-5 0-12 16,8 2-20-16,-8-2-8 0,0 0-24 0,0 0-21 15,0 0-32-15,0 0-32 0,-14 4-32 0,5-3-43 16,4 2-184-16,-1-2-431 0,0 2 191 0</inkml:trace>
  <inkml:trace contextRef="#ctx0" brushRef="#br0" timeOffset="171969.39">26886 7040 117 0,'0'0'238'0,"0"0"-12"0,0 0-25 0,0 0-25 0,0 0-14 16,0 0-18-16,0 0-9 0,0 0-17 16,0 0-10-16,12-6-10 0,-12 6-8 0,0 0-3 15,9 0-4-15,-8-2-2 0,-1 2-5 0,6-4-6 16,-6 4-3-16,0 0-2 0,4 0 0 0,-4 0-3 0,0 0 0 15,0 0-4-15,0 0-3 0,0 0-6 16,0 0 0-16,0 0-10 0,0 0 0 0,0 0-7 0,0 0-1 16,0 0-6-16,0 0 0 0,0 0 0 15,0 0-4-15,0 0-3 0,9 0 0 0,-9 0-6 0,0 0 5 16,0 0 1-16,11-1-3 0,1-1-2 0,6 1-3 16,12-1 0-16,3 1 1 0,20-3-3 0,9 0 1 15,2 1 10-15,35-2 6 0,4 3 17 16,5 1-6-16,-3-1-1 0,2-2-2 0,-5 7 0 0,-38-6-2 15,27-1 4-15,-33 1 4 0,-7 3-14 0,-14-3-1 16,-3-1 3-16,-6 4-6 0,-5-4 2 16,-10 1 4-16,1 3 14 0,-6-1-7 0,0-1 0 0,-2 1-4 15,-1 1 5-15,1-1-2 0,-6 1-15 0,8 0-13 16,-4-3-23-16,-4 3-32 0,0 0-34 0,0 0-31 16,0 0-38-16,-22 7-38 0,13-4-34 0,0 2-72 15,-3-3-155-15,4 1-490 0,0 2 218 0</inkml:trace>
  <inkml:trace contextRef="#ctx0" brushRef="#br0" timeOffset="172620.73">27314 7420 15 0,'-1'-5'289'0,"1"5"-15"15,0-4-21-15,0 4-20 0,0 0-28 0,-4-3-19 0,4 3-25 16,0 0-14-16,0 0-20 0,0 0-24 0,0 0-13 15,0 0-14-15,-14 5 0 0,5-1-11 16,0 4-9-16,-5 2-9 0,-1 1-1 0,-2 1-8 0,-4 8-3 16,1-2-4-16,0 0-5 0,0 3 1 0,2 0-4 15,-3 0 4-15,11-4-6 0,-3 0 0 0,4-3 0 16,0 1-2-16,4-2-2 0,0-2 1 16,1-1 4-16,0-3-3 0,3 1 9 0,-3-6 5 0,4 3 15 15,0 1 24-15,0-6 20 0,8 4 13 0,-3-4 0 16,5-3-1-16,8-2 8 0,-5 0-10 0,1-2-1 15,1-5-7-15,1-2-5 0,3-6 1 16,-2 3-15-16,-2-3-6 0,-1-1-9 0,-3 4-17 0,0-8-8 16,-4 1-2-16,0-2-10 0,-5 8-12 0,-1 0-13 15,-2 1 1-15,-1 0-5 0,-6 0 4 16,0 0-2-16,-3 3-7 0,-4 2-10 0,-3 3-16 0,-2-2 0 16,-1 7-7-16,-6-3-12 0,0 3-15 0,0 2-27 15,5 3-17-15,1 4-21 0,1 1-24 0,0 2-4 16,1 2-38-16,6-1-41 0,3 1-245 0,5 1-529 15,4-4 233-15</inkml:trace>
  <inkml:trace contextRef="#ctx0" brushRef="#br0" timeOffset="172989.05">27813 7267 95 0,'1'-4'327'15,"3"2"-17"-15,-4 2-31 0,4-4-28 0,-4 4-28 16,2-1-16-16,-2 1-33 0,0 0-22 0,1-6-26 16,-1 6-14-16,0 0-17 0,0 0-12 0,2 17-9 15,-4-9-13-15,1 3 3 0,-5 5-14 0,0 2-6 16,-2 1-1-16,-4 9-6 0,-2-5-6 0,4 7 0 15,-7-5-5-15,7 1-1 0,-4-1-5 0,3-1-3 16,0-3-1-16,5-2 2 0,-3 0-5 0,3-2-2 16,1-2 2-16,2-5-3 0,-2 0 1 0,1-2-2 15,2-2 0-15,0-1 1 0,2-2 8 0,-2 1 18 16,2-4 16-16,-2 7 24 0,2-4 23 0,0-3 9 16,0 0-10-16,14 1-11 0,-5-1-11 0,10-4-10 15,2 2-35-15,7-3-42 0,-1 1-47 0,0-4-59 16,0-2-67-16,1-2-80 0,-9 5-268 0,5-3-576 15,-5 0 255-15</inkml:trace>
  <inkml:trace contextRef="#ctx0" brushRef="#br0" timeOffset="173343.61">27617 7446 275 0,'0'0'284'0,"-10"0"-12"0,10 0-7 16,0 0-7-16,-5 3-19 0,5-3-8 0,0 0-15 15,0 0-10-15,0 0-14 0,0 0-17 0,0 0-20 16,0 0-16-16,31-4-11 0,-3 0-13 0,6 3-13 16,4-4-12-16,16-1-3 0,0 2-15 0,-2 1-6 15,-13 1-8-15,-1-1-7 0,-1 1-5 0,-8 0-3 16,-2-3-16-16,-9 4-4 0,-3 0-17 0,-3-2-25 16,-2 3-29-16,0-1-31 0,-6 1-48 0,-4 0-50 15,3-3-57-15,-3 3-290 0,0 0-565 0,0 0 250 16</inkml:trace>
  <inkml:trace contextRef="#ctx0" brushRef="#br0" timeOffset="178973.12">1395 9368 39 0,'0'0'183'0,"-3"-3"5"0,3 3-4 15,-1-5-7-15,1 5-2 0,0 0-4 0,0 0-1 16,-1-4-11-16,1 4-7 0,0 0-16 0,0 0-12 16,-2-3-12-16,2 3-18 0,0 0-6 0,0 0-12 15,0 0-4-15,0 0-10 0,0 0-10 0,0 0-8 16,0 0-8-16,0 0-13 0,0 0-4 0,0 0-8 15,0 0-5-15,0 0-8 0,0 0 0 0,0 0-1 16,0 0 1-16,0 0-2 0,0 0 3 0,0 0 1 16,15 0-1-16,-9-3-6 0,3 1-5 0,1-2-10 15,7-1-4-15,-1-2-6 0,-3-1-5 0,4 1 5 16,-2-3-3-16,-6 2 2 0,6-4 8 0,-3 6 6 16,-3-5 7-16,-1 2 19 0,0 1 9 0,-5 2 15 15,2-5 7-15,-1 2 8 0,-3 2 10 0,0 0 3 16,-2 0-5-16,1 0-4 0,-2 1-7 0,-1 1-5 15,-2 1-8-15,-3-3-4 0,-2 5-4 0,0 1-2 16,-8 3-6-16,0 2-3 0,-1 2-3 0,-3 1-1 16,3 3-3-16,-8 2 2 0,3 3-3 0,-2 2 0 15,1 1-3-15,3 0-1 0,-1 2-1 0,3-1 5 16,-2 5-6-16,5-2-1 0,2 2 0 0,3-1-9 16,2 2-9-16,-1 0-7 0,8-6 0 0,1 0-6 15,2 0-5-15,1-1 3 0,4-2 7 0,5 0 6 16,-1-3 1-16,7 0 4 0,1-4 4 0,13 0 0 15,3-4 7-15,5-5-3 0,16-2 4 0,1-7-11 16,1-1-2-16,2-4-2 0,-2 1 3 0,-1-5 1 16,1 1-3-16,-4-3-3 0,-5 2-2 0,-12 2 1 15,-2-1 2-15,-3 2 9 0,-7-4 0 0,2 4 12 16,-4-2 15-16,-8 6 22 0,-2 2 20 0,-4-1 17 16,-1 2 8-16,-2-1 10 0,0 1-4 0,-4 1-10 15,0 2-11-15,-4-2-9 0,-3 5-5 0,-3-1-11 16,-3 3-3-16,-1-1-5 0,-6 2-5 0,-7 8-5 15,4-1-1-15,-4 4-6 0,3 1 1 0,6-2-6 16,3 1-10-16,-3 0-21 0,0 7 1 0,4-4-9 16,2 0-8-16,1 1-7 0,5-3-8 0,-1-1-4 15,4 0-2-15,0-3 2 0,0-1 6 0,3-3 8 16,0 3 8-16,4-4 15 0,1-1 7 0,4-3 10 16,4-1 5-16,0-4 3 0,4-1 4 0,0-3 4 15,1 0 2-15,-3-3 4 0,3-1-2 0,-4 1-2 16,4-2 4-16,-5 4-1 0,1-2 4 0,-1 1 8 15,-4 5 10-15,-3-1-3 0,-2 3 0 0,1 0-5 16,-2 0-5-16,0 2-5 0,-3 2-4 0,6-3-11 16,-6 3-15-16,2-2-17 0,-2 2-7 0,0 0 5 15,0 0 0-15,10 2 3 0,-7 3 8 0,-1-2-2 16,4 2 2-16,-3 2 2 0,4-3 1 0,-4 1 1 16,5 4-8-16,0-4-13 0,3 5-18 0,-2-4-16 15,4-2-26-15,1 1-36 0,-1-3-45 0,1 0-200 16,0-3-404-16,-2 0 180 0</inkml:trace>
  <inkml:trace contextRef="#ctx0" brushRef="#br0" timeOffset="179370.83">2282 9201 13 0,'1'-8'255'0,"-1"8"-21"16,0 0-27-16,4-4-18 0,-4 4-23 0,0 0-14 16,0 0-23-16,0 0-30 0,0 0-23 0,0 0-11 15,0 0-4-15,0 0-8 0,0 0-6 0,-7 19-6 16,1-9-4-16,0 0-1 0,-3 2 1 0,0 0-14 16,0 4 6-16,0-1-5 0,-3 1-3 15,5 0-5-15,-2 1 2 0,0-3-2 0,4 0-5 16,1-3 0-16,0 0 0 0,4-1-5 0,-1-1 5 0,2 1-2 15,-1-3-1-15,4-1 1 0,1-2-1 0,-1 3 5 16,9-2-2-16,-3-2-1 0,4 1-2 0,-3-2 4 16,0 2-6-16,1-3 0 0,-1 2-1 15,-4-3-7-15,2 4 1 0,-5-3 1 0,2 2-3 16,-6-3 0-16,9 4 3 0,-9-4-2 0,4 3 1 16,-4-3 8-16,-5 10-4 0,1-4 3 0,-5-1-2 15,-1 3 3-15,-4 1 0 0,-1-1-11 0,-1 1-24 16,1-1-33-16,2 1-37 0,2-4-43 0,-2 1-175 15,0-5-340-15,7 0 151 0</inkml:trace>
  <inkml:trace contextRef="#ctx0" brushRef="#br0" timeOffset="179830.84">2508 9375 169 0,'0'0'245'0,"0"0"-15"0,0 0-14 0,0 0-20 15,0 0-18-15,0 0-18 0,0 0-26 0,0 0-21 16,19-17-16-16,-5 10-8 0,3-1-8 0,2 1-11 16,0-5-12-16,-1 2-3 0,1-1-7 0,2-5-5 15,2 2-4-15,-7 2-3 0,5-5-3 0,-7 5-3 16,-1-2 1-16,-1 2 19 0,-4 0 4 0,1 4 10 15,-4 1 4-15,1-1 9 0,-2 2 7 0,0-4-3 16,-3 7-10-16,-1 3-10 0,-1-9-8 0,1 9-13 16,-8-7-10-16,8 7-3 0,-23 2-5 0,6 4-5 15,-8 4 0-15,1 5-3 0,-3-1-5 0,1 2 1 16,0 3-5-16,0-2 0 0,7 1-5 0,-2 3 1 16,8-5-5-16,0 6-18 0,2-7-8 0,3 2-5 15,4 0 1-15,2-1-1 0,4-4 3 0,0 1 6 16,6-1 8-16,0-2 5 0,7-1 4 0,4-2 9 15,9 0 3-15,2-4 0 0,-1-1 2 0,2-4 1 16,-2 0 2-16,2-3 0 0,-10 2-3 0,-3-1 4 16,4 1 8-16,-12 1 22 0,3-1 1 0,-5 1 8 15,-2 2 6-15,-6 0-4 0,9-5-7 16,-1 5-11-16,-8 0-16 0,5-5-33 0,-5 5-32 16,0 0-36-16,0 0-45 0,0 0-45 0,-15-7-51 0,8 5-218 15,-2-3-479-15,9 5 213 0</inkml:trace>
  <inkml:trace contextRef="#ctx0" brushRef="#br0" timeOffset="180990.28">3125 9080 25 0,'-3'-5'388'0,"2"1"-8"0,1 4-1 0,0-6-14 16,0 6-19-16,-1-2-28 0,1 2-19 0,0 0-22 0,0-5-39 16,0 5-24-16,0 0-25 0,0-5-10 0,0 5-76 15,0 0-19-15,0 0-62 0,0 0-64 0,0 0-76 16,5-4-59-16,-5 4-54 0,10 2-47 0,-10-2-216 15,14 3-534-15,-9 1 236 0</inkml:trace>
  <inkml:trace contextRef="#ctx0" brushRef="#br0" timeOffset="181161.39">3198 9344 278 0,'0'0'287'0,"0"4"-1"0,0-4-9 16,0 0-17-16,0 0-17 0,0 0-22 0,0 0-21 15,0 0-28-15,0 0-39 0,0 0-46 0,11-2-51 16,-11 2-53-16,12-4-67 0,-3 1-71 0,1 0-216 16,-1-2-402-16,0-1 179 0</inkml:trace>
  <inkml:trace contextRef="#ctx0" brushRef="#br0" timeOffset="181403.13">3487 9150 146 0,'0'0'276'0,"-5"2"-14"15,5-2-16-15,0 0-19 0,0 0-16 0,0 0-14 16,0 0-13-16,0 0-16 0,0 0-11 0,0 0-16 15,0 0-16-15,0 0-12 0,0 0-17 0,19-10-20 16,-5 4-31-16,1 2-39 0,6-4-46 0,4-1-60 16,2 0-66-16,-4-3-229 0,-3 4-429 0,1-1 190 15</inkml:trace>
  <inkml:trace contextRef="#ctx0" brushRef="#br0" timeOffset="181920.75">3994 8901 195 0,'0'0'213'0,"0"0"-21"16,0 0-15-16,0 0-21 0,0 0-14 16,0 0-18-16,0 0-14 0,0 0-10 0,0 0-9 15,0 0-7-15,0 0-11 0,0 0-6 0,0 0-12 16,0 0-5-16,0 0-1 0,0 0-7 0,0 0-3 0,13-2 0 15,-7 0-7-15,6-1-3 0,-1 1 0 16,-2 0-4-16,5-2 1 0,-5-2-5 0,1 1-5 16,2-1 1-16,-2 0-1 0,-1 0 0 0,-1-2 5 15,-6 4 15-15,5-1 17 0,-5 0 2 0,1 1-9 0,-2-1-5 16,-1 0-10-16,-4 2-3 0,-1 0-5 0,-1 2-5 16,-7 1-2-16,1 1-5 0,-8 0 0 15,2 8-2-15,-2-2-5 0,-5 5-2 0,9-1-3 16,-9 3-1-16,9-2-7 0,2 3 4 0,0 0-4 15,1 2 1-15,5 2-1 0,1-2 3 0,0 2 4 0,7 1-1 16,8 3 5-16,2-5 1 0,8 3 6 16,6 0 2-16,8-4-8 0,18 1-31 0,5-6-62 0,0-10-81 15,1-2-216-15,-1-3-417 0,-18-1 185 16</inkml:trace>
  <inkml:trace contextRef="#ctx0" brushRef="#br0" timeOffset="182660.31">1492 10127 99 0,'0'0'190'16,"0"0"-17"-16,0 0-21 0,-4 2-15 0,4-2-17 15,0 0-10-15,0 0-10 0,0 0-11 0,0 0-9 16,0 0-9-16,0 0-10 0,0 0-5 0,0 0-5 16,0 0-4-16,0 0-3 0,0 0-5 0,0 0 1 15,0 0 3-15,0 0 3 0,0 0 2 0,0 0 3 16,0 0-2-16,0 0-3 0,0 0-5 0,17-8 3 15,-2 2-4-15,16-3-1 0,6-3 7 0,23-8-6 16,42-9 2-16,8-2 4 0,8-1 2 0,13 1-6 16,14-1 2-16,18-4 0 0,11 4-8 0,6-2-1 15,6-2-5-15,-4-2 1 0,0 6-3 0,-10 2-2 16,-16-2-4-16,-13 2 2 0,-15 1 1 0,-14 3-2 16,-16 0 1-16,-10 2 1 0,-32 10-1 0,-2-3 0 15,-16 3 0-15,-3 2 5 0,-7 0 11 0,-8 3 22 0,-3 1 39 16,-6 6 44-16,-2-6 11 0,1 4-9 15,-4 0-2-15,0-1 5 0,2 2-8 0,-4 0-8 16,-2 1-19-16,1-1-34 0,-3 3-48 0,5-4-69 16,-5 4-62-16,4-1-75 0,-4 1-85 0,0 0-113 15,0 0-197-15,0 0-614 0,0 0 272 0</inkml:trace>
  <inkml:trace contextRef="#ctx0" brushRef="#br0" timeOffset="194983.16">5432 8764 200 0,'0'-6'290'0,"0"1"-13"0,2 0-8 0,-2 0-2 15,0 0-18-15,3-1-18 0,-2 0-21 0,2 4-26 16,-2-3-17-16,0-1-22 0,0 3-11 0,1 0-2 16,-2 3-34-16,1-5-37 0,-1 5-41 0,0-5-49 15,0 5-59-15,0 0-47 0,0 0-17 0,0 0-13 16,6 11-24-16,-8-4-174 0,-2 3-393 0,0 3 174 15</inkml:trace>
  <inkml:trace contextRef="#ctx0" brushRef="#br0" timeOffset="195155.48">5329 9064 56 0,'-1'4'191'15,"1"-4"6"-15,0 0-11 0,0 0-17 0,1 3-17 16,-1-3-14-16,0 0-17 0,-1 5-9 0,1-5-13 15,5 2-24-15,-1 0-30 0,1-1-38 0,-5-1-34 16,9 1-51-16,-4-1-163 0,-5 0-261 0,10 0 117 16</inkml:trace>
  <inkml:trace contextRef="#ctx0" brushRef="#br0" timeOffset="198901.37">7020 9131 273 0,'1'-10'295'16,"1"4"-10"-16,-2-2-5 0,2 3-6 0,-2-3-15 0,1 4-5 15,-1-1-17-15,3 2-22 0,-3 3-24 0,1-6-20 16,-1 6-18-16,0-5-24 0,0 5-35 16,1-3-41-16,-1 3-38 0,0 0-15 0,0 0-2 15,0 0-1-15,-2 18-2 0,2-5 1 0,-4 6 2 0,-1 10 1 16,1-2 2-16,-1 2-3 0,0 0 0 0,1-1-8 16,-2 0 1-16,2 1 1 0,0-4-2 0,0-2 6 15,2-3 1-15,-1-3 0 0,0 0 0 16,1-3-12-16,1-2-12 0,-2-2-8 0,-2 2-9 0,5-3-30 15,-1-1-2-15,1-1-9 0,-1-2-11 0,-2 0 5 16,3 0 6-16,-1-3-2 0,1-2-30 16,0 0-38-16,-12-5-37 0,7 1-130 0,0-6-349 0,-4-2 156 15</inkml:trace>
  <inkml:trace contextRef="#ctx0" brushRef="#br0" timeOffset="199100.75">6902 9410 529 0,'-2'-25'63'0,"-2"-1"11"0,1 1 11 0,2 6 20 16,1-8 24-16,-2 7 17 0,4-4 10 0,-2 7 9 15,0 0 10-15,4 1 8 0,-4 5 6 0,0-1-1 16,1 1-14-16,2 1-8 0,-2 4-8 0,-1 0-21 15,1 1-17-15,2 0 7 0,-3 0-32 0,5 1-15 16,-5 4-11-16,9-1-12 0,-1 2-11 0,3 1-11 16,-2 2-12-16,7 6-6 0,0-1-9 0,6 5-1 15,-2 2-7-15,2 1-7 0,0 1-10 0,-2 0-5 16,-1 2-12-16,4-1-12 0,-6 1-23 0,-2-6-11 16,-2 1-19-16,5-3-9 0,-5 0-15 0,1 2-13 15,-4-7-5-15,-1 1-8 0,1-1-9 0,-1-4-26 16,-3 0-172-16,1-3-385 0,-7 0 171 0</inkml:trace>
  <inkml:trace contextRef="#ctx0" brushRef="#br0" timeOffset="199343.53">7312 9221 42 0,'3'-12'246'0,"-2"0"-2"0,2-5 6 0,-2 6 11 16,3-3 0-16,-3 4 0 0,2 0-3 0,2-1-17 0,-5 5 1 16,1-1-14-16,-1 0-17 0,1 2-14 15,-1 0-23-15,0 5-19 0,3-7-22 0,-3 5-22 16,0 2-42-16,1-4-41 0,-1 4-29 0,0 0-1 15,0 0-2-15,0 0-1 0,7 16 2 0,-6-4-4 16,-1 2 0-16,1 3 14 0,2 1-15 0,-3 1-2 16,1 7-1-16,-1-7 0 0,0 1-3 0,3-2 6 15,-3 3-23-15,0-4-12 0,0-1-10 0,0-1-9 16,1-3-14-16,-1 0-6 0,0-2-10 0,-1 0-13 16,1-1-9-16,0-4-8 0,0 1-16 0,-3 0-10 0,3-3-3 15,0 1 2-15,0-4-30 0,0 0-152 0,-5 1-358 16,5-1 158-16</inkml:trace>
  <inkml:trace contextRef="#ctx0" brushRef="#br0" timeOffset="199737.16">7703 9188 202 0,'-3'-4'205'0,"3"4"-26"0,0 0-24 0,-12-1-12 16,12 1-16-16,-14 6-14 0,3-1-14 0,-2 4-9 16,-1 3-15-16,-3 0-8 0,3 1-5 15,-5 7-5-15,5-4-12 0,2 0 2 0,2 2-4 0,0-1-4 0,2 2-5 16,3-2-7-16,0-2 2 0,1 1-3 16,4-4-7-16,-2 1 3 0,4-1-8 0,-2-3 12 15,4 1 0-15,1-3 15 0,3 0 4 16,2-2 5-16,0-2 5 0,3-3 4 0,1 0 1 0,4-1 7 15,0-4 3-15,-3-3 4 0,1 2 5 0,-4-6 6 16,2 0-16-16,-2-1-7 0,-1-1-3 0,-2-5-9 16,-2 2-2-16,-2 0-5 0,0 0-3 15,-4-2-4-15,2 4-2 0,-6 1-3 0,2 1-9 16,-4-3 2-16,1 6-3 0,-2 1-8 0,-1 1-2 0,1-1-1 16,-4 4-1-16,3 1-7 0,-2 1-16 0,2 0-15 15,-1 1-30-15,2 4-26 0,-2 1-34 0,-1 0-35 16,1 3-19-16,3 1-32 0,0 2-196 15,1-2-433-15,3-1 191 0</inkml:trace>
  <inkml:trace contextRef="#ctx0" brushRef="#br0" timeOffset="199928.59">7959 9399 82 0,'0'0'430'0,"0"0"-11"15,0 0-19-15,5 2-17 0,-5-2-22 0,0 0-33 16,0 0-29-16,0 0-32 0,0 0-29 0,0 0-44 16,0 0-51-16,0 0-58 0,0 0-65 0,0 0-82 15,9-4-89-15,-9 4-104 0,1-4-276 0,-1 4-574 16,4-5 255-16</inkml:trace>
  <inkml:trace contextRef="#ctx0" brushRef="#br0" timeOffset="200400.75">8487 9227 154 0,'0'0'263'16,"1"-5"-22"-16,-1 5-22 0,0 0-24 0,-5-4-19 15,5 4-17-15,-2-3-23 0,2 3-13 0,0 0-17 16,-20 5-12-16,9-2-8 0,-2 4-9 0,-1 1-14 16,0 1-2-16,-4 5-11 0,4-1-6 0,-6 3-5 15,4-1-3-15,-2 5-3 0,5-4-6 0,3-3-2 16,1 1-4-16,3-1 2 0,1-2-6 0,2-2 0 15,1 1-2-15,2-1-4 0,0 2 6 0,1-5 1 16,4 0 12-16,2 0 9 0,4-2 9 0,7-3 10 16,0-1-3-16,0 0-7 0,1-2 11 0,-2-5 17 15,-1-1-1-15,2-1 6 0,-3 1 2 0,3-2-1 16,-5-3-10-16,-1 1-3 0,-1-2-13 0,-2-1 3 16,-1 2-5-16,-3-3-4 0,0 3-8 0,-4 1-2 15,-1-2-5-15,0 2-3 0,-3 1-12 0,-4-1-9 16,3 1-4-16,-2 1-8 0,-2 1-18 0,-1 1-15 15,0 1-18-15,-1 2-18 0,-3 1-25 0,4 1-26 16,0 3-40-16,1-2-38 0,1 1-38 0,-1 4-236 16,8-3-513-16,-9 1 226 0</inkml:trace>
  <inkml:trace contextRef="#ctx0" brushRef="#br0" timeOffset="200768.92">8774 8931 304 0,'0'-4'281'0,"0"4"-31"0,3-5-31 15,-3 5-29-15,0 0-35 0,0 0-19 16,0 0-15-16,0 13-12 0,-3-1-15 0,-2 6-10 16,-1 10-8-16,-3 3-9 0,3 3-10 0,-6 10 0 0,2-9-3 15,5 0-8-15,-3-1-4 0,5 0-5 0,1-1-5 16,-2-3-2-16,4 1-2 0,3-5 0 15,-2-6-3-15,1-3-5 0,1 1 3 0,2-5-1 16,-1-3 1-16,0 1 0 0,1-3 21 0,-1 0 21 0,1-4 26 16,-1-1 21-16,1-3 18 0,0 4 22 0,0-4-1 15,-5 0 0-15,0 0-10 0,13-5-13 16,-11 0-15-16,0-4-20 0,-1 0-17 0,-4-4-34 16,0-4-22-16,-7-2-20 0,-6-3-14 0,-4-1-3 0,-1 2 7 15,1 2 0-15,4 4 3 0,1 1 4 0,3-1 7 16,5 6 18-16,-1 0 5 0,0 4 7 15,3-2-4-15,4 2-13 0,1 1-15 0,9-4-31 16,20 0-33-16,25 2-45 0,6 1-63 0,29-1-95 0,2-4-333 16,-31 3-647-16,5 0 287 0</inkml:trace>
  <inkml:trace contextRef="#ctx0" brushRef="#br0" timeOffset="202420.26">10461 9036 112 0,'0'-6'288'0,"0"0"-13"0,0 1-19 0,-1-1-19 16,1 0-18-16,-3 2-19 0,2-2-18 0,-1 1-20 15,-1-1-15-15,3 3-19 0,-4 1-14 0,-1-3-19 16,-2 2-16-16,-5 1-11 0,-1 2-10 16,-9 4-6-16,3-1-7 0,-8 4-6 0,-1 3 6 0,1 2-17 15,2 0-3-15,-2 3-2 0,3-1-5 0,3 1 0 16,3-2-6-16,-1 4-1 0,6-1-2 0,4-1-2 15,-1 3-3-15,5-7-1 0,-1 3 5 16,3-2-6-16,-1-3-5 0,2 1 10 0,0-2-3 0,2 0 0 16,3-2 6-16,2-3-2 0,2 2 7 0,5-3 2 15,-1-4 9-15,5 1 3 0,2-4 12 0,1 1 8 16,-1-3 4-16,0-1 6 0,-1-6-2 16,-1 2-4-16,2 1-4 0,-3-1-9 0,3 3 8 0,-5-1 2 15,-4 3 1-15,1 0-2 0,-1 1 3 0,-4 5-9 16,3-3-4-16,-3 0-7 0,0 1-6 0,-1-1-4 15,-4 4-5-15,5 0-24 0,-5 0-18 0,0 0-11 16,9 0-3-16,-3 3-10 0,-2-1-3 0,3 3-19 16,-1 1-22-16,2 0-24 0,1 4-27 0,0-1-24 15,-2-1-41-15,1-1-59 0,0 0-172 0,-1 0-477 16,0-4 212-16</inkml:trace>
  <inkml:trace contextRef="#ctx0" brushRef="#br0" timeOffset="202749.63">10718 9008 139 0,'5'-5'328'15,"0"1"-25"-15,1-1-23 0,-2 1-27 0,1 0-28 16,-1 1-22-16,2 1-27 0,0 2-20 0,-6 0-20 16,13 1-17-16,-7 0-17 0,-1 2-5 0,5 4-22 0,-2 0-9 15,-2 0-10-15,2 2-11 0,1 1-4 0,-5 2-2 16,-2-1-6-16,5 5-5 0,-3 0-3 0,-2 0-1 15,-2 1-5-15,0-6 0 0,0 1-2 16,-1 1-2-16,-3-3-2 0,4-3 2 0,0 0-1 0,0-4 2 16,-1 4 1-16,-2-2 29 0,3-2 29 0,0-3 35 15,0 0 45-15,0 5 23 0,0-5-12 16,0 0-15-16,0 0-8 0,3-18-14 0,-2 8-18 16,4-1-16-16,3-3-10 0,2-2-20 0,-1-2-22 0,0 1-20 15,2 1-19-15,-2 2-13 0,2 0-17 0,-4 4-12 16,-2 1-28-16,2 3-30 0,-3 1-38 15,-2-1-57-15,1 3-67 0,-3 0-52 0,0 3-282 16,0 0-639-16,0 0 283 0</inkml:trace>
  <inkml:trace contextRef="#ctx0" brushRef="#br0" timeOffset="203365.5">11090 9201 92 0,'0'0'150'0,"0"0"-16"0,0 0-6 0,0 0-4 16,0 0-1-16,0 0 3 0,0 0 2 15,0 0 7-15,0 0 12 0,0 0 17 0,0 0 17 0,0 0 18 16,0 0 22-16,0 0 13 0,0 0-14 0,9-13-26 16,-6 6-3-16,4 0 0 0,-1-2-7 0,3-4-15 15,4-2-8-15,-3 2-7 0,2-4-13 16,-1 2-9-16,6-9-11 0,-3 0-14 0,0-1-10 0,1-1 6 15,1 1-24-15,-2-1-31 0,-3 2-6 16,2 0 1-16,-8 6-1 0,3 2 8 0,-4 0 4 16,0 5 2-16,0-1 0 0,-1 5-7 0,-3-1-5 15,3 1-8-15,-2 5-18 0,0-1-29 0,-1-2-23 0,0 5-39 16,0 0-23-16,0 0 9 0,0 0 11 0,-15 14 4 16,5 2 7-16,-7 5 10 0,-1 2 3 0,0 3-3 15,2 0 10-15,-3 1 5 0,3-1 5 0,1 3-1 16,3-4 6-16,1 0-1 0,4-7 5 0,2 2-10 15,3-2 5-15,0 0 2 0,2-2 2 0,2-1 6 16,0-5 6-16,5-1 5 0,2-1 2 0,6-1 0 16,4-1 5-16,0-5-1 0,8-2-7 0,1-2 2 15,-1 0 0-15,-1-8-2 0,-1 1 10 0,-8-1-19 16,1 1-2-16,-4-1-6 0,1-1 3 0,-5 5-4 16,-2-4 0-16,2 2 4 0,-6 2-13 0,-3 1-8 15,-1-2-35-15,-1 3-36 0,-3-2-34 0,-6 2-26 16,-3 3-22-16,-3-1-22 0,-2 0-41 0,0 3-146 15,4 0-442-15,0 1 196 0</inkml:trace>
  <inkml:trace contextRef="#ctx0" brushRef="#br0" timeOffset="203682.62">11596 9025 409 0,'1'-4'407'0,"3"0"-18"0,-3 1-21 0,1-1-22 16,-2 4-27-16,2-3-33 0,-1-1-13 0,-1 4-41 16,0 0-24-16,0 0-26 0,5-4-24 0,-5 4-30 15,0 0-24-15,0 0-28 0,0 0-32 0,0 0 1 16,0 0-24-16,0 0-4 0,7 8-5 0,-7-5 1 16,1 3 9-16,0 0-13 0,-1 3-5 0,2 2-1 15,0-2 4-15,-1 3-5 0,2-2 3 0,-2 2 0 16,1-3-1-16,-2 4 2 0,0-1-5 0,0 0-8 15,2-3-11-15,-2-2-12 0,2 1-8 0,-2 1-15 16,0-4 4-16,0-2 0 0,0 0 8 0,0 1 18 16,0-4-2-16,2 4 3 0,-2-4 5 0,0 0-3 15,0 0-43-15,0 0-65 0,0 0-80 0,-17-12-96 16,12-1-198-16,-2 0-543 0,2-4 239 0</inkml:trace>
  <inkml:trace contextRef="#ctx0" brushRef="#br0" timeOffset="203841.24">11620 8831 323 0,'1'-6'343'0,"-1"1"-22"16,0 5-16-16,0-6-37 0,0 3-30 0,0 3-27 15,4-5-23-15,-4 5-57 0,0-4-55 0,0 4-56 16,0 0-50-16,0 0-27 0,0 0-36 0,9 7-56 16,-5-5-201-16,1 2-378 0,0-4 168 0</inkml:trace>
  <inkml:trace contextRef="#ctx0" brushRef="#br0" timeOffset="204315.09">11960 8649 99 0,'3'-2'323'0,"-2"-3"-25"0,-1 5-30 0,2-5-34 16,-2 5-32-16,2-2-41 0,-2 2-20 0,0 0-10 0,0 12-15 15,-3-2-12-15,2 7-14 0,0 1-5 0,-3 9-13 16,0 1-7-16,0 3-8 0,0 5-3 16,-1-6-9-16,0 2-2 0,1 0-6 0,-1-1 0 15,1-2-4-15,4 0-6 0,-1-4 0 0,1-6-3 0,0-1-1 16,0-1-2-16,-3-4-5 0,6-3 0 0,-3 1 3 16,0-5-6-16,0 1 1 0,0-2 1 0,-3-1 14 15,3-1 25-15,0-3 8 0,3 5 16 0,-3-5 4 16,0 0-9-16,0 0-14 0,0 0-16 0,0 0-10 15,-5-12-11-15,0 3-14 0,1 4-10 0,-1-6-9 16,-3 2 0-16,0 0-3 0,0 1 2 0,-1-1 2 16,-2 1-2-16,1 1-1 0,1-3 13 0,-2 3-7 15,-1 1-1-15,3 0 2 0,0 1 2 0,4 2 6 16,-1 0-2-16,2 0 2 0,-1 1 5 0,5 2-5 16,-5-3 1-16,2 1 0 0,3 2 0 0,0-4-1 15,0 4-1-15,13-1 4 0,0 0-2 0,2-2-1 16,8 3 0-16,6-4-3 0,-1 1 4 0,3 1-3 15,1-2 0-15,-1 4 3 0,-2-5-1 0,-6 2-5 16,-4 0 8-16,-1 1-2 0,-5 0-2 0,-6 1 4 16,0 1-8-16,-1 0-13 0,1-1-10 0,-7 1-13 15,4-3-23-15,-4 3-38 0,0 0-26 0,-17-4-37 16,4 3-41-16,-1 1-240 0,-4-4-480 0,6 3 213 16</inkml:trace>
  <inkml:trace contextRef="#ctx0" brushRef="#br0" timeOffset="204695.03">12271 8904 354 0,'5'-1'351'0,"-5"1"-36"0,7-2-33 15,-7 2-30-15,0 0-26 0,7 0-15 16,-7 0-33-16,11 3-24 0,-2-1-15 0,-3 2-17 0,2 1-12 15,1 3-16-15,1 1-17 0,-2 1-7 0,0-1-12 16,-3 4 4-16,0-2-19 0,1 4-6 0,-2 2-8 16,0 0-3-16,-3-5-8 0,-2 3 3 0,1-3-13 15,0-3-7-15,-1 1 1 0,-2 1-4 0,3-5-1 16,-1-1 6-16,1 2-1 0,-3-3 4 0,3 0 14 16,0 0 30-16,0-4 16 0,-1 5 39 0,1-5 45 15,0 0 34-15,0 0 22 0,0 0-12 16,0 0-17-16,0 0-19 0,4-13-17 0,1 4-13 0,0 0-17 15,-1-3-13-15,9-2-17 0,-3-1-13 0,3-2-11 16,-3 2-16-16,1 1-4 0,-2-1-8 0,3 3-13 16,-3-2-2-16,-1 6-13 0,-1-1-18 15,-4 4-28-15,2 0-35 0,1-2-37 0,-2 3-38 0,-3 0-39 16,3 0-43-16,0 3-43 0,-4 1-34 0,8-2-35 16,-8 2-250-16,7 0-648 0,-7 0 287 0</inkml:trace>
  <inkml:trace contextRef="#ctx0" brushRef="#br0" timeOffset="205049.87">12918 8910 165 0,'0'-4'282'0,"-5"-3"-29"0,3 1-24 16,-1 1-17-16,-1-1-23 0,0 1-21 0,-1 2-20 15,1-2-15-15,-2 5-18 0,0-2-13 0,6 2-15 16,-17 2-8-16,4 3-9 0,2-2-7 0,1 4-11 15,-3 0-2-15,0 3-5 0,-1 0-4 0,1 2-6 16,-2 1-2-16,2 0-5 0,4 2-1 0,-4-1-5 16,6-2-9-16,0 0 4 0,2-4 1 0,0 3-3 15,3-5-1-15,-1-1 3 0,1 2 0 0,0-3 6 16,1-1 21-16,0 0 25 0,1-3 23 0,4 4 15 16,-4-4 4-16,7 0 6 0,-7 0 13 0,14-6-11 15,-5 2-9-15,0 0-7 0,1 1-11 0,2-2-13 16,-3 0 0-16,1 3-5 0,-1-3-18 0,-1 2-3 15,-1-1-3-15,-3 2-5 0,4-1-10 0,-3 1-7 16,-1 0 6-16,0 1-11 0,-4 1-12 0,7-4-18 16,-7 4-51-16,7 0-24 0,-7 0-28 0,9 2-30 15,-4 1-49-15,1 1-40 0,-1-3-45 0,-1 1-282 16,0 1-602-16,0 0 267 0</inkml:trace>
  <inkml:trace contextRef="#ctx0" brushRef="#br0" timeOffset="205370.37">13010 8910 202 0,'7'-9'339'0,"-1"1"-13"0,-2 4-16 15,1-3-27-15,3 2-9 0,-4 2-38 0,-2 0-25 16,6 1-24-16,-3-2-26 0,5 4-15 16,-2 2-17-16,-1 0-14 0,3 1-13 0,-2 1-13 0,1 2-15 15,2 2-11-15,-3 1-8 0,0 1-6 0,-1 0-11 16,0 6-5-16,-3-4-2 0,2 2-7 0,-2 3-7 15,-4-2 5-15,0-3-5 0,1 0-1 0,-1-2-6 16,0-1 1-16,0-2-3 0,0-2-1 0,0 1 2 16,-1-2 17-16,1 1-11 0,0-3 32 0,0-2 48 15,1 4 44-15,-1-4 42 0,3 4 28 0,-3-4 9 16,0 0-18-16,0 0-20 0,0 0-22 16,5-12-14-16,-1 7-17 0,-3-4-18 0,7 1-26 0,-2-5-31 15,2 0-50-15,1-2-52 0,1-2-57 0,3 0-50 16,-4 2-47-16,5 1-47 0,-4-1-57 0,2 5-65 15,-3 1-316-15,-2-1-745 0,0 3 330 0</inkml:trace>
  <inkml:trace contextRef="#ctx0" brushRef="#br0" timeOffset="205916.47">13389 8896 351 0,'0'0'428'0,"0"0"-21"0,0 0-19 15,0 0-36-15,0 0-29 0,0 0-33 0,0 0-36 16,0 0-29-16,0 0-34 0,0 0-41 0,0 0-26 0,16-5-38 16,-8 8-34-16,-2 0-22 0,3 1-29 15,4 1-8-15,-4 0-28 0,3-1-16 0,-1 3-10 16,-1-2-7-16,-2 0-3 0,1 0 1 0,-2-2 4 16,-1 1 6-16,0-1 9 0,0-3 6 0,-1 2 10 15,1-2 20-15,-6 0 21 0,9-2 25 0,-9 2 36 16,10-4-12-16,-7 0 11 0,1 0 23 0,0 1 6 15,0-2-6-15,1 0 2 0,-2 1 14 0,4-1 0 16,-5 0 0-16,1 1-14 0,0 1-9 0,-2 0 2 16,3 1-15-16,-4 2-10 0,4-4 2 0,-4 4-27 0,5-1-29 15,-5 1-7-15,0 0-13 0,12 7-4 16,-9-1-6-16,5 4-5 0,-3 1 1 0,3 6-3 16,-2 2-2-16,-1 5-8 0,2 3 3 0,-6 3-1 15,-1 3 1-15,-1 13 7 0,-6-10-1 0,1 0 4 16,-3-3 2-16,-1 0-1 0,-2-2 5 0,0-2 2 0,1-6 5 15,2-5-3-15,-1-2 1 0,1-3 4 0,1-3 8 16,1-2 5-16,3 0 19 0,-2-5 25 16,2 0 42-16,0 0 53 0,0-3 21 0,4 0 6 0,0 0-2 15,-10-10-3-15,9 3 1 0,2-3-12 0,2-7-16 16,9-7-21-16,2 0-22 0,8-6-15 0,13-12-20 16,3-3-20-16,7 4-18 0,2 0-7 15,4 5-5-15,-3 3-2 0,-1 3 0 0,-3 4 2 0,-12 10-1 16,-1 0-1-16,-4 4-4 0,-8 1 6 0,-4 5 5 15,-4-2-2-15,0 4 0 0,-6 1 3 0,0 1-24 16,0-1-47-16,-1 1-69 0,0 0-77 0,-4 2-30 16,0 0 16-16,0 0-31 0,-21 13-88 0,6-5-357 15,-4-3-753-15,8-2 334 0</inkml:trace>
  <inkml:trace contextRef="#ctx0" brushRef="#br0" timeOffset="207732.03">15000 8828 85 0,'-1'-3'244'0,"1"3"-15"0,-3-4-8 0,3 4-23 0,0 0-15 15,0 0-14-15,0 0-19 0,0 0-13 0,-1-3-16 16,1 3-14-16,0 0-9 0,0 0-12 0,0 0-10 16,0 0-7-16,0 0-8 0,0 0-5 0,0 0-7 15,0 0-6-15,0 0-4 0,0 0-3 0,5-3-4 16,-5 3-3-16,9-4-1 0,0 4-7 0,-1-3-1 15,1-3-1-15,2 1-3 0,0 2 1 0,1-5-4 16,1 3-1-16,-3-3 2 0,1 0 1 0,0 2 2 16,-2-2 3-16,2 1 2 0,-2 1 10 0,-4 2 8 15,0-1-2-15,2 0 4 0,-1 3 2 16,-2 0-3-16,-3-3-9 0,3 3-2 0,-4 2-7 0,4-3-11 16,-4 3-5-16,0 0-2 0,0 0 2 0,0 0-4 15,-22 5 1-15,4 2 1 0,2 1-3 0,0 3 0 16,-11 1-3-16,3 3 0 0,0-1 0 0,1 3 0 15,1 0-2-15,2 2-1 0,4-4-1 0,1 0-3 16,3 2 2-16,1-1-6 0,3 1 2 0,3 0 3 16,1-2-2-16,6 2 4 0,2 0 0 0,5-4 3 15,7 0-1-15,11 1 3 0,6-4 2 0,6-2-2 16,15-1 2-16,6-5 2 0,3-1-1 0,1-3 0 16,1-3-3-16,-2-1 1 0,-3 0 3 0,-4-2-1 15,-1-2-1-15,-18 1-1 0,0 0 1 0,-5-2-2 16,-1-2 1-16,-8 0 2 0,-4 3 1 0,-6-2 12 15,-3 4 17-15,0-1 7 0,-5 0-4 0,0-1-2 16,-1 1-3-16,-4 1-11 0,-5 0-4 0,-3-2 1 16,-3 6-6-16,-6-2 1 0,-2 2-4 0,-1 3 1 15,-7 1-1-15,-4 3-7 0,3 2 11 0,1 1-9 16,-1 2-3-16,6 1-2 0,3-1-1 0,3 1-10 16,0 0-22-16,2 0-8 0,5 1-1 0,3 0 5 15,-2-2 0-15,4 1 4 0,6 0 6 0,2-2 5 16,3 1 5-16,5-2 2 0,7-2 8 0,1 0-4 15,11 0 4-15,1-4-1 0,-1-2 0 0,-2-2 3 16,-1 1-2-16,-6-1 6 0,-3-2 3 0,0-1-3 16,-1 0 5-16,-4-1 4 0,0 2 7 0,-5-2 6 15,-2 0 7-15,1-1 0 0,0 1-7 0,-7-2-9 16,3 0-4-16,-4 4-9 0,-4-3-9 0,3 2-8 16,-4 0-14-16,-4 2-10 0,0 0-10 0,-2 0-5 15,-3 1-15-15,2 3-15 0,-3 0-12 0,2 0-25 0,-1 1-30 16,2 0-33-16,2 1-167 0,1 0-385 0,2 0 171 15</inkml:trace>
  <inkml:trace contextRef="#ctx0" brushRef="#br0" timeOffset="208185.28">16034 8756 360 0,'1'-3'342'16,"0"-1"-29"-16,-1 4-30 0,4-3-32 0,-4 3-26 16,0-4-31-16,0 4-37 0,0 0-43 0,0 0-13 15,0 0-19-15,0 0-10 0,4 11-12 0,-3-4-4 16,-1 3-7-16,0 1-7 0,-1 2-3 0,-3 2-3 16,0 2-1-16,-1 1-6 0,1 0-3 0,3-1-3 15,-3 0 0-15,-1-5-2 0,2-1-4 0,1 0 0 16,0-5-3-16,0 1 7 0,2-1-7 0,0-2 3 15,0 0 1-15,0 0 34 0,0-4 27 0,0 5 36 16,0-5 30-16,0 0 14 0,0 0-17 0,0 0-12 16,0 0-14-16,14-8-10 0,-9 2-9 0,4 1-10 15,0-5-12-15,0 1-4 0,0 0-11 0,-1 1-7 16,1 1-2-16,-3 0-9 0,-1 2 2 0,0 1-11 16,-1-2-3-16,1 4-5 0,-2-1-2 0,-1 0-6 15,1 1-7-15,-3 2 0 0,4-3-6 0,-4 3-14 16,2-2 5-16,-2 2 1 0,0 0-5 0,7-2-1 15,-7 2-7-15,0 0-16 0,10 7-7 0,-6-5 1 16,0 1-12-16,-2 1 6 0,2 1-14 0,0 0-2 16,0 1-14-16,0-2-10 0,-2 3-6 0,2 0-11 15,0-2-17-15,-2 3-25 0,-2-1-21 0,0 5-32 16,0-6-41-16,2 5-54 0,-4-4-198 0,0 0-530 16,-4 1 235-16</inkml:trace>
  <inkml:trace contextRef="#ctx0" brushRef="#br0" timeOffset="208840.42">16554 8738 228 0,'0'0'284'0,"0"0"-19"16,4-4-20-16,-4 4-22 0,0 0-22 0,0 0-23 16,0 0-23-16,0 0-6 0,3-3-24 0,-3 3-16 0,0 0-16 15,0 0-6-15,0 0-14 0,-12 8-5 16,3-5-6-16,0 3-6 0,-4 2-10 0,-1 0-5 16,0 3-5-16,1-1-4 0,-1 2-3 0,1-1-7 15,8-4 0-15,-5 4-13 0,6-2-1 0,-1 2-3 16,-1 0-1-16,4 1 2 0,2-2-3 0,4 2 1 0,0-2 2 15,2 2 0-15,3-3 1 0,4 1 0 16,2 5-1-16,2-10 0 0,0 4-1 0,-6-5-2 16,2 4 2-16,-2-3-2 0,-2-1-4 0,-3-1-13 15,-1-1-12-15,1 3-9 0,-2-3-15 0,0 1-5 16,-4 0 9-16,0-3 6 0,-3 7 6 0,-2-6 0 0,-5 4 0 16,-2 1-12-16,1-3-23 0,-7 1-30 15,0-1-48-15,0-1-69 0,0-1-114 0,2-2-357 16,4-3 158-16</inkml:trace>
  <inkml:trace contextRef="#ctx0" brushRef="#br0" timeOffset="210550.83">16858 8574 147 0,'1'-11'359'0,"4"0"-38"0,-1-1-17 0,-3 7-16 0,2-2-25 16,-2-1-9-16,3 3-46 0,-4 1-18 0,1-1-28 16,3 0-36-16,-4 3-54 0,0 2-10 0,0 0-8 15,4 9-6-15,-3 1-5 0,2 3-5 0,-2 4-6 16,-2 9-3-16,-3 1-1 0,4 3-6 0,0 0-2 16,-4 1-3-16,4-2 0 0,0-2-2 0,-1 1-3 15,1-3 3-15,0-6-4 0,1 1-3 0,-1-3 5 16,0 0 2-16,0-7-6 0,0 0 1 0,2-1-1 15,-2-3-1-15,-2 0 2 0,2-2 3 0,0 0 2 16,0 0 15-16,0-4 21 0,0 5 21 0,0-5 17 16,0 3 2-16,0-3-23 0,0 0-10 0,0 0-2 15,0 0-7-15,-13-9-10 0,8 5-19 0,-5-3-15 16,-3 2-8-16,-5-1-7 0,-1 0-3 0,-1 0 2 16,-1 2-1-16,1 0-2 0,1-1 3 0,0 1 1 15,6 3 2-15,0-4 1 0,4 5-1 0,1-2-5 16,3 0-15-16,0 1-10 0,5 1-3 0,-10-2 2 15,10 2-4-15,0 0-2 0,0 0-5 0,24-4-1 16,-5 3-2-16,12-1-5 0,-3-1 6 0,8-1 1 16,1 0 2-16,4 0 8 0,10-1 7 0,-15 1-4 15,0-2 2-15,1 0 5 0,-6 1 5 0,-4-1 3 16,-5-1 12-16,-3 3 21 0,-3-3 22 0,-5 3 32 16,-2 3 23-16,-1-3 4 0,-2 1 1 0,0 0-7 15,0 0-12-15,-3-1-7 0,-1 1-9 0,-2 3-5 16,0-6-22-16,0 6-7 0,-8-6-5 0,4 6-4 15,4 0-5-15,-14 3-3 0,4 0-4 0,0-1 0 0,-3 5-8 16,4 0 1-16,-5-1-4 0,2 0-1 0,2 4-13 16,0-3-8-16,2 3-6 0,-1 0-7 15,4-1-6-15,-4 0-2 0,3 1 1 0,1-2 2 16,1-3 9-16,3 4 5 0,1-6 1 0,0 4 11 16,2-2 5-16,2-1 8 0,1-1 2 0,2-1 4 0,1-1 8 15,0-1 5-15,1 0 18 0,3-1 13 0,-5-1 13 16,2-3 4-16,-1 2 2 0,3-3 1 15,-3-1-2-15,1 1 2 0,1-1-7 0,-2 0 3 16,-3-2 4-16,2 5 13 0,-2-2-5 0,0 1-1 0,-2 0 0 16,0 0-14-16,0 2-4 0,-1 0-4 0,-2 3-14 15,4-4-6-15,-3 2-20 0,-1 2-32 16,0 0-30-16,3-5-30 0,-3 5-27 0,0 0-28 0,0 0-10 16,0 0 19-16,0 0 13 0,9 10 7 0,-5-6 15 15,-1 2 2-15,3 1 0 0,3-3 1 0,3 3-2 16,0-1-9-16,6-1-5 0,-3-1 2 0,4-1 6 15,-5-1 5-15,0 0 15 0,4-3 8 0,-4 0 24 16,4-1 33-16,-4-1 43 0,-2 0 30 0,-1-5 30 16,-2 4 25-16,-1-3 23 0,1 3 27 0,0-6 14 15,-4 4 7-15,0 5 9 0,0-5 4 0,0 1 0 16,-3 1-4-16,1 2-25 0,-3 2-17 0,5-3-19 16,-3-1-18-16,-2 4-18 0,3-3-26 0,-3 3-39 15,0 0-39-15,0 0-34 0,0 0-9 0,0 0-1 16,0 0 1-16,2 12 3 0,-4-3-4 0,-1-1-2 15,-1 4 2-15,-4 4 4 0,2-2-4 0,1-1-4 0,0-2 7 16,-1 0 0-16,2 0 2 0,-2-2 1 16,4-4 6-16,-1 2 5 0,1-2 7 0,0 0 14 15,1-3 28-15,0 3 41 0,1-5 42 0,-2 5 27 16,2-5 7-16,0 0-14 0,0 0-9 0,11-12-11 16,-3 8-3-16,-2-2-16 0,1-1-8 0,1 0 2 15,2-3-13-15,2-1-7 0,-3 1-5 0,2 2-11 16,-4 1-1-16,-1 0 3 0,0 3-7 0,1-1-3 15,-4 2-8-15,0 0-2 0,2 2-19 0,-2-1-26 16,-3 2-22-16,6-2-6 0,-6 2-5 0,14 2 0 16,-10 1-3-16,5 0-10 0,3 4-6 0,-1-2-14 15,2 1-11-15,2 4-7 0,-1-4-8 0,3 3-12 16,-2-4-11-16,-2 0-3 0,2-1-13 0,4-1 2 0,-6-1 6 16,1-1 13-16,-3-2 8 0,0-3 14 0,2-1 15 15,-4-1 27-15,0 1 33 0,0-4 28 0,-2-1 21 16,0 1 26-16,-1-3 20 0,2-4 13 15,-3-1 8-15,1 1 9 0,6-8 3 0,-2 0-6 0,-1 0 5 16,0 2-8-16,-4 5 2 0,4 0 27 0,-3 0 5 16,-1 4 5-16,-1 3-2 0,0 1-10 0,-3 2-9 15,1 3-12-15,1 1-10 0,1-2-23 0,-4 3-41 16,0 2-31-16,0 0-10 0,0 0 2 0,0 0-2 16,9 9 7-16,-9 1 1 0,2 1 2 0,0 5 6 15,-1 2-2-15,3 7 9 0,-4 0-6 0,2 0 6 16,-2 0-4-16,0 0 4 0,-2-4 5 0,2 3-5 15,-1-6 0-15,-2-2 3 0,3 1 1 0,-1-7 2 16,1 0-1-16,0-2-7 0,-2-2 4 0,0 1 5 16,2-2-3-16,0-2 7 0,0 1 4 0,0-4 15 15,0 8 5-15,-2-6 9 0,2-2 0 0,0 0 12 16,-6 0-18-16,6 0-4 0,-10-2-5 0,1-2-3 16,-2-2-1-16,-6 1-2 0,1-1-6 0,-3-2 5 15,-1 0-1-15,5 1-4 0,1 1 4 0,5-1 2 16,-1 3-4-16,-2-5 5 0,3 6 3 0,4-2 31 15,0 1-6-15,1-1-6 0,3 2-2 0,-3-2-4 16,9-2-11-16,-4 0-30 0,6 0-4 0,3-3-8 16,4 0-8-16,4 0-10 0,12-1 4 0,-2 1-12 15,1-2 6-15,3 2 0 0,5 1 1 0,0 1 3 16,0 1 1-16,0-1 3 0,-5 4 7 0,0-3 0 16,-4 0 6-16,-5 4 2 0,-5 0 4 0,-4-2 0 15,-1 3 7-15,-3 2 5 0,-1-3 7 0,-1 1 8 16,-3 0 6-16,1 1 2 0,-2-1-1 0,-4 2 1 15,8-2 1-15,-8 2-7 0,0 0-5 0,2-2-3 16,-2 2-1-16,0 0-3 0,0 0 2 0,-28 6-4 16,13-1 1-16,1-1-2 0,-3 2 2 0,-2 0-5 15,6 1-1-15,-3 2-2 0,3-2-14 0,3 2-13 16,1-1 5-16,2 2-2 0,1 0 11 0,0 2-4 16,3-2 3-16,3 3 4 0,1 3 3 0,7 0-1 0,0-1 5 15,2 2 2-15,4-3 3 0,5 4-5 16,1-2 1-16,-3-1 7 0,1-5-3 0,-3-1 4 15,1 3-3-15,-6-8 2 0,-1 1 1 0,-3 1 0 0,-2-1-3 16,0-3 7-16,1 0-23 0,-4 0 1 0,2 1 2 16,-3-3 0-16,-9 5 3 0,-3-2-1 0,-7-2-14 15,-9 2-26-15,-3-3-46 0,-2-2-84 16,1 0-319-16,2-4-547 0,-2-1 243 0</inkml:trace>
  <inkml:trace contextRef="#ctx0" brushRef="#br0" timeOffset="211399.34">18864 8581 175 0,'0'0'326'0,"0"0"-27"0,0 0-24 0,0 0-30 16,-4-4-28-16,4 4-15 0,0 0-36 0,0 0-19 15,0 0-12-15,0 0-16 0,13 9-12 0,-8-3-12 16,7 1-5-16,6 4-13 0,-2-1-4 0,11 2-9 15,-1 3-4-15,2-3-16 0,1 0-11 0,0 0 1 16,1-2-17-16,-2 0-7 0,-3-2-5 0,2 0 2 16,-7-3-3-16,-3-2-2 0,-4 1-5 0,1 0 4 15,-5-1 2-15,0 0 9 0,0-2-4 0,-4 0 12 16,3 2 2-16,-6-3 0 0,2 1-4 0,-4-1-2 16,9 1-10-16,-9-1-12 0,4 3-2 0,-4 2 2 15,-4 2-5-15,-5 0 5 0,-1 5-1 0,-6 3-1 16,-4 4 1-16,-3 3 0 0,0 2 2 0,-2 0-1 15,0-1-2-15,0 3 0 0,2-4 1 0,1 2 0 16,4-2 4-16,-1 0 0 0,7-6-3 0,1-1 1 16,0 0 5-16,4-4-3 0,0-3 1 0,1 1 8 15,4-4-5-15,-2 0 6 0,1 0 15 0,2-3 17 16,-1 1 24-16,0 1 21 0,2-4 16 0,0 0 15 16,-2 5 14-16,2-5 6 0,0 0-9 0,-3 3 8 15,3-3-12-15,0 0 4 0,0 0-24 0,0 0-9 16,-2 2-6-16,2-2-12 0,0 0-7 0,0 0-25 15,0 0-18-15,0 0-41 0,0 0-51 0,0 0-83 16,0 0-109-16,0 0-146 0,0 0-234 0,12-13-691 16,-8 8 307-16</inkml:trace>
  <inkml:trace contextRef="#ctx0" brushRef="#br0" timeOffset="-212111.81">20642 8697 136 0,'-2'-2'246'0,"2"2"-10"15,-1-8-13-15,1 4-11 0,0 4-5 0,0-7-17 16,0 7-16-16,-1-5-13 0,1 5-11 0,0-6-13 16,0 6-18-16,0 0-13 0,0-1-11 0,0 1-12 15,0 0-19-15,0 0-28 0,0 0-19 0,0 0-4 16,0 0-3-16,0 15 1 0,-3-4-6 0,3 3 2 16,-2 2 1-16,-1 2-8 0,-2 0 1 0,1 1 0 15,-1 0 5-15,1 1-3 0,0-2-2 0,4-1-1 16,-2-1 0-16,-1 0 0 0,-1-4 2 0,4 1-4 15,0-4 2-15,-1 1 2 0,1-4 7 0,-4-1 5 16,4 1 17-16,0-1 26 0,-1-3 41 0,1-2 41 16,0 4 42-16,0-4 18 0,0 0-12 0,0 0-14 15,0 0-18-15,10-13-17 0,-5 4-11 0,3-3-14 16,1-1-22-16,4-4-6 0,1-5-14 0,1-1-12 16,1 0-3-16,-6 6-8 0,0 0-4 0,-2 6 1 15,0 0-9-15,-1 2-12 0,-3 4-2 0,-2-2 3 16,2 3-16-16,1 0-17 0,-3 2-35 0,0-2-35 15,-2 4-17-15,6-1 7 0,-6 1 6 0,8 6 10 16,-5 0 1-16,1 0 7 0,-1 5 0 0,5-1 8 16,-2 0 3-16,2 6 5 0,1-1 5 0,2 1-1 15,1-1 21-15,2-1 6 0,7 1-14 0,3 0-2 16,4-5-5-16,1 0-11 0,3-1-1 0,4-4-2 0,0-1 1 16,2-3-2-16,16-1 0 0,-2-5-1 15,-12 1 4-15,-2-4 4 0,11-1 4 0,-13-2 4 16,-1 0 4-16,-2-2 2 0,2-1 7 0,-6-2 2 15,-2-1 1-15,-2 1 10 0,-4-1 12 0,-6 5 16 0,-2 1 9 16,-4 1 17-16,0 2 27 0,-2-1-2 16,-2 2 10-16,-1 2 4 0,-1-1-5 0,1 2-8 15,-4 1-16-15,4-1-7 0,-4 4-13 0,-2-7-9 16,2 7-13-16,-11 1-6 0,-3 2 5 0,-5 4-13 16,-6 1-4-16,-1 4-1 0,3 1 5 0,-4 0-8 0,9-2 13 15,-5 3-16-15,7-2-13 0,2-1-15 0,3 2-9 16,2-6-8-16,-1 4-5 0,5-1 3 0,3-3 6 15,-1 1 6-15,3-3 8 0,0 2 8 16,4-2 13-16,4-3 5 0,4 1 1 0,6-2 5 0,1-2 0 16,0-2 6-16,3 1 11 0,-1-3 11 0,-1-2 7 15,-3-2 11-15,1 1 5 0,-8 1 19 16,4-3-16-16,-3-3-6 0,-2 6-1 0,-1-4-7 16,-2-5-2-16,-3 3 1 0,1 1-4 0,-2 0-3 0,-2 2-4 15,0-2-4-15,-5 0-6 0,1 0-6 0,0 4-12 16,-2-1-17-16,0 2-3 0,-1-2-23 0,1 5-19 15,1 1-27-15,-3-2-33 0,2 4-28 0,1 1-30 16,5 0-24-16,-12 5-242 0,11-3-493 0,1-2 219 16</inkml:trace>
  <inkml:trace contextRef="#ctx0" brushRef="#br0" timeOffset="-211904.26">22006 8840 142 0,'4'3'424'0,"0"-2"-25"16,-4-1-13-16,0 0-32 0,5 0-32 0,-5 0-35 16,0 0-28-16,0 0-39 0,0 0-47 0,10 0-61 15,-10 0-64-15,0 0-82 0,0 0-117 0,0 0-340 16,-5-9-531-16,3 5 236 0</inkml:trace>
  <inkml:trace contextRef="#ctx0" brushRef="#br0" timeOffset="-202278.32">22806 8690 103 0,'2'-5'276'0,"-1"2"-4"0,1-1-6 16,2-1-8-16,-3-2-12 0,1 5-8 0,-1-3-12 15,0-1-10-15,0 2-9 0,1 2-7 0,-1-1-11 16,-1 3-17-16,0-7-15 0,0 7-18 0,0-2-16 15,0 2-14-15,0 0-33 0,3-4-29 0,-3 4-28 16,0 0-28-16,0 0-16 0,0 0 2 0,-7 11 5 16,1-2-1-16,-7 4-9 0,4 1 2 0,-5 3 5 15,1 3-2-15,-1-3 4 0,5 0 3 0,0-1 1 16,2 4 3-16,-1-6-14 0,4 2-1 0,0-3 0 16,3-1 3-16,-1-3 5 0,4-1 2 0,-2 0 5 15,0-1 12-15,5-4 15 0,4 1 11 0,0-2 9 16,5-2 11-16,0-4 4 0,-1 1 9 0,2-6-5 15,1 1 18-15,0-3 1 0,-2 0-1 0,-1-5-12 16,0 1-5-16,-1-2 1 0,-1 2-8 0,-6-1-3 16,5-2-11-16,-7 2-5 0,0 1-7 0,-1 3-5 15,-1-1 0-15,-1 2-9 0,0 4-16 0,-3 0-11 16,-1-3-22-16,0 5-17 0,0-1-24 0,-5 1-17 16,0 2-15-16,-3-1-22 0,2 3-24 0,0 1-27 15,2 1-38-15,1 3-35 0,1-2-180 0,1 0-476 16,5-2 211-16</inkml:trace>
  <inkml:trace contextRef="#ctx0" brushRef="#br0" timeOffset="-201799.18">23137 8373 30 0,'4'-12'330'0,"-1"2"-6"15,0 5-15-15,1-1-27 0,-3 1-26 0,3 0-33 16,-4 2-26-16,2-1-42 0,-2 4-50 15,2-5-33-15,-2 5-10 0,0 0-7 0,-2 17-6 0,0-1-7 16,-5 14-1-16,-1 1-4 0,-5 16-4 0,-1-2-3 16,1 3-4-16,-1-1-3 0,0 1-2 0,8-16-3 15,-2 1 2-15,1-1 2 0,2 0-8 0,1-2 0 16,1-3 1-16,3-7-2 0,0-4-1 0,0-1 4 16,0-5-7-16,0 0 3 0,0-4 10 0,0-1 28 15,0 2 15-15,0-3 33 0,0 0 37 0,0-4 36 16,3 5 20-16,-3-5-2 0,0 0-15 0,0 0-20 15,0 0-13-15,1-15-16 0,0 5-19 0,-1-2-23 16,0-2-17-16,-1-3-13 0,-3 2-16 0,1-2-5 16,0 6-3-16,-1-2-3 0,0 1 2 0,-2 0-4 15,1 3-5-15,1-1-2 0,0 5-7 0,1-2 2 16,2 4-6-16,-3-1 0 0,3-1-4 0,-3 3-22 16,4 2-12-16,0-4-6 0,0 4 2 0,0 0-1 15,13-4 10-15,2 2 3 0,8 0 5 0,9-1-8 16,5 0 21-16,14-2-21 0,-11-1 11 0,1 3 4 15,9-5 2-15,-13 1-5 0,-3 2-3 0,-2 0 23 16,-14 1-7-16,1 1-3 0,-7 0 3 0,-1 2-8 16,-3-2 11-16,-3 1-6 0,0 1-5 0,1-1-2 15,-6 2-4-15,0 0-37 0,0 0-23 0,0 0-29 16,-21-2-43-16,2 2-40 0,-1 0-51 0,1 0-66 16,1 0-263-16,8 0-614 0,1 0 271 0</inkml:trace>
  <inkml:trace contextRef="#ctx0" brushRef="#br0" timeOffset="-200697.36">24630 8659 59 0,'0'0'258'0,"1"-6"-7"0,-1 6 2 15,4-6-7-15,-4 4-5 0,1-4-8 16,-2 2-6-16,1 4-2 0,1-5-5 0,-1 5-2 15,0-8-1-15,1 4-9 0,-1 4-18 0,0-3-13 16,0 3-26-16,3-4-18 0,-3 4-11 0,0 0-23 0,0 0-21 16,0 0-30-16,0 0-30 0,0 0-24 0,0 0-2 15,0 0 0-15,-4 12 1 0,4-3-4 16,-1 4 1-16,-2-1 2 0,1 2 1 0,-1 5 0 0,2-4 8 16,-2 2-7-16,3 0 2 0,0-3 0 15,-2 5 1-15,2-4 6 0,-2-3-6 0,2 3 3 16,-2-3-4-16,2-3 1 0,-3 0 7 0,2-1-1 15,0-2-3-15,-1 0 1 0,2-1-3 0,0 0 4 0,0-2-3 16,0-3 3-16,0 5 1 0,0-5 6 0,0 4-3 16,0-4 2-16,0 0-7 0,0 0-9 0,0 0-64 15,0 0-74-15,0 0-73 0,-8-14-76 0,4 2-218 16,1-4-554-16,-1-4 245 0</inkml:trace>
  <inkml:trace contextRef="#ctx0" brushRef="#br0" timeOffset="-200516.72">24689 8349 223 0,'2'-8'324'0,"4"-3"-12"0,-3 3-14 16,-3 1-19-16,0 0-29 0,1 2-18 0,-1 0-35 0,1 3-48 15,-1 2-50-15,0-7-47 0,0 7-13 0,0 0-26 16,0 0-34-16,9 12-29 0,-5-5-34 0,-1 0-49 16,-2 6-231-16,-1-2-393 0,0-1 174 15</inkml:trace>
  <inkml:trace contextRef="#ctx0" brushRef="#br0" timeOffset="-199518.52">24930 8610 50 0,'0'0'309'15,"1"-7"-10"-15,-1 5-17 0,0 2-13 0,3-5-21 16,-3 5-27-16,1-3-22 0,-1 3-23 0,0 0-16 16,0-3-20-16,0 3-21 0,0 0-9 0,0 0-29 15,0 0-8-15,0 0-14 0,0 0-8 0,5 13-1 16,-5-3-10-16,-1 0-3 0,-3 2-5 0,4 0-2 15,-1 2-5-15,-3 3-1 0,0-2-3 0,4 0-4 16,0 1 3-16,-1-6-5 0,-2-1 3 0,6 1-5 16,-6-4 0-16,6 0-3 0,-3-3 0 0,-3 2 3 15,3 0 11-15,0-5 12 0,3 3 20 0,-3-3-3 16,0 0-2-16,0 0-9 0,16-5-6 0,-8-1 1 16,1-1-2-16,0-3-3 0,1 1-5 0,-1 0 1 0,6-4-8 15,-3 1-4-15,-4 4 4 0,1-1-3 16,-2 1-9-16,0 2 1 0,-2 1 0 0,0 0-1 15,-2 2-7-15,0 1-12 0,0-1-15 0,-3 3-17 16,4-4-22-16,-4 4-19 0,0 0 8 0,0 0 6 0,5 7 10 16,-5-7 6-16,2 10 7 0,2-5 6 15,-2 3 0-15,3 0 4 0,2 1 3 0,3 1-5 16,2 0 4-16,3 0 2 0,3-3-4 0,4 1-7 16,5 1-11-16,2-2-19 0,3-2-13 0,-1-3-4 0,5 1-3 15,-1-3 0-15,6-5 13 0,-2 3 1 16,-2-5 4-16,-3-1 11 0,3 2 5 0,-8-3 8 15,1-2 14-15,-12 5 11 0,0-3 24 0,-3 1 11 16,-4 0 22-16,-2 2 23 0,-1-1 12 0,-3 3 12 0,2 0-2 16,-5-2-6-16,-1 2-7 0,-1 0-8 0,-1 0-8 15,-5-1-5-15,1 2-4 0,-4 1-9 0,-2 2-3 16,-4 0 2-16,-4 2-4 0,-3 0-6 16,-2 6 1-16,-4-1-4 0,6 1-1 0,4-1-4 0,-7 2 2 15,7-1 1-15,1 2-6 0,1-1-1 0,4-1-14 16,2 1-17-16,2 0-2 0,2-1-10 0,2 4 4 15,0-5 0-15,4 1 3 0,3 1 6 0,-1 1-1 16,6-6 6-16,1 3 1 0,4-1 2 0,-2-5 6 16,10 2 3-16,-5-3-2 0,5-2 4 0,-1 1-2 15,-2 0 1-15,1-5 2 0,0-3 4 0,-2 1 4 16,1-1 8-16,-8-1 11 0,5-2 7 0,-3-1 10 16,-2-2 1-16,0-2-1 0,1-5 2 0,-2-2-4 15,-1 2 0-15,-1-5 4 0,-1 1 5 0,-4 0 8 16,1-2 6-16,-3 1 19 0,-1-1 5 0,2-1-1 15,-3 2 3-15,-1 8 14 0,3-5-17 0,-4 3-4 16,3 5-6-16,-1-1 2 0,0 0-12 0,-2 8-1 16,2-3 0-16,-2 1-13 0,3 2-8 0,0 0 2 15,-2 2-5-15,2 1-10 0,-1 0-2 0,1 3-4 16,-1 0-22-16,2-2-16 0,0 5-33 0,-3-4-25 0,3 4-23 16,0 0 5-16,0 0 12 0,0 0 8 15,-6 12 4-15,3-1 6 0,-1 7 9 0,1-1 4 16,0 4 3-16,0 6 7 0,2 5 5 0,-3 1 1 15,2-2 4-15,2 0 4 0,0 0 0 0,1-1 8 0,0-1-2 16,2-1 4-16,-2-2-1 0,3-6 4 16,-3-1 1-16,4-2 2 0,-1-2 1 0,-1-2 1 15,-1-2 3-15,1-2 6 0,1 0-7 0,-3-3 1 16,0 1 2-16,0-2-3 0,-1 0 2 0,3-2-6 0,-3 1-10 16,1-2-12-16,-1-2-23 0,2 7-20 0,-1-4-24 15,0-1-18-15,-1-2-20 0,-2 5-23 0,2-5-47 16,-7 3-145-16,3-1-380 0,4-2 170 0</inkml:trace>
  <inkml:trace contextRef="#ctx0" brushRef="#br0" timeOffset="-199117.42">25828 8735 95 0,'0'0'227'16,"0"0"-19"-16,0 0-13 0,0 0-17 0,0 0-16 16,0 0-18-16,0 0-16 0,0 0-16 0,8 3-6 15,-8-3-10-15,10-3-13 0,-2 0-4 0,2 1-11 16,0-1-4-16,2-2-5 0,1 0-5 0,-1-2-8 16,-1 0-2-16,5-3-7 0,0-2-3 0,1 2 2 0,-4-3 3 15,1 2 1-15,0-5 1 0,-1 3 6 16,0-2 9-16,-7 6 10 0,2 0 6 0,-3 0 6 15,1 4 0-15,-2-2 10 0,0 1-8 0,-1 3-11 16,-2-4-12-16,-1 5-3 0,0 2-12 0,-5-6-6 16,-3 6-12-16,-2 0-4 0,-3 2 2 0,-5 2-6 15,-5 3-1-15,5 0 5 0,-7 5-10 0,-1 0-2 16,3 2-4-16,1 2 3 0,5-2-4 16,4 0 0-16,-1-2-6 0,5 3-11 0,1 1-3 0,-1-1-4 15,9-3 7-15,3 0-1 0,6 3 1 0,2-3-3 16,3 0 4-16,11-2-2 0,5-1-14 0,2-4-25 15,5 2-29-15,3-4-30 0,12-6-27 0,-1-2-44 16,-14-2-250-16,-5 0-471 0,0-3 209 0</inkml:trace>
  <inkml:trace contextRef="#ctx0" brushRef="#br0" timeOffset="-198799.68">26347 8379 192 0,'-1'-4'312'0,"2"-1"-8"0,-2 0-17 15,1 5-20-15,-2-7-24 0,2 7-30 0,0-5-22 16,0 5-26-16,-1-4-30 0,1 4-40 0,0 0-18 16,0 0-7-16,0 0-10 0,-1 14-6 0,0-2-8 15,2 3-3-15,-1 13-3 0,1 0-7 0,-3 4-3 0,0 1-6 16,1 1-3-16,-4 12 2 0,3-13-6 15,-2 2 0-15,1 1-2 0,1-2-1 0,-1-3-2 16,2-4 3-16,-2 2-4 0,2-2 1 0,1-10-2 16,-1 3 2-16,-1-3-3 0,1-1-3 0,-2-4-8 15,2-2-16-15,-3-1-14 0,2-4-4 0,1 3-12 16,-1-1-11-16,0-3-1 0,-1 1-20 0,-1-3-46 16,-1-1-59-16,5-1-221 0,0 0-438 0,-14-8 194 15</inkml:trace>
  <inkml:trace contextRef="#ctx0" brushRef="#br0" timeOffset="-198503.4">26423 8591 195 0,'-2'-5'289'0,"2"5"-23"16,0 0-29-16,2-5-19 0,-2 5-27 0,3-2-33 15,-3 2-15-15,0 0-13 0,0 0-13 0,13 6-8 0,-4-2-11 16,5 0-14-16,4 2-14 0,1 1-16 15,1 2-9-15,5 3-19 0,-6-4-10 0,0 1-17 16,-3-1-8-16,-1 1-6 0,-5-4-5 0,-1 3 4 16,-3-4-5-16,-1-1-13 0,-1 1 10 0,-4-1 4 0,0 2 0 15,-5-3-1-15,-5 1 9 0,-3 2 2 0,-6-1 4 16,0-1-1-16,-9 1 6 0,1-1 7 16,7 0-8-16,-2-2 6 0,1 2 2 0,-7-3 2 15,5 1-4-15,4 0-1 0,0 0-2 0,5 1 2 0,2-1-4 16,2 0-10-16,1 0-26 0,3 1-35 0,6-2-45 15,0 0-217-15,-5-5-363 0,5 5 161 0</inkml:trace>
  <inkml:trace contextRef="#ctx0" brushRef="#br0" timeOffset="-197333.25">26765 8665 259 0,'0'0'243'0,"-8"0"-23"0,8 0-16 15,0 0-21-15,-3 1-17 0,3-1-22 0,0 0-13 16,0 0-15-16,0 0-14 0,19 2-11 0,-8-2-16 16,10-2-13-16,0 1-9 0,-1 0-6 0,9-2-9 15,-1-1-4-15,-2-4-4 0,0 1 1 0,-7 1-5 16,1 0-4-16,-1-4 9 0,-4 1 8 0,2 1 5 15,-4-2 6-15,-1 2 2 0,-4 0 8 0,-2 3 5 16,2-3 9-16,-2 4 7 0,-2-1-8 0,0 0-5 16,-4 0-11-16,0 2 3 0,0-3-18 0,-4 1-8 15,-1 2-6-15,-4 1-1 0,-5 0-9 0,0 1 2 16,-3 1-7-16,-3 2 1 0,-3 1-3 0,3 0-2 16,-2 2-4-16,-5 2 3 0,9 2 0 0,0-1-5 15,-1 0-8-15,6 1-17 0,-2 0-15 0,6 2-7 16,3-2-17-16,0 0 8 0,5 0 3 0,1 2 4 15,5 1 8-15,4 0 3 0,7-3 4 0,0 2 4 16,6-3 3-16,5 1 5 0,1-2 1 0,-1-3 2 16,2-1 3-16,-3-3 3 0,3-2 0 0,-6-1-2 15,-1-2 17-15,-2 0 12 0,-2-2 17 0,-1 1 26 16,-1-3 18-16,-5 1 23 0,1-4 12 0,-1 6 7 16,0-4 32-16,-1 4 5 0,-3-3 1 0,2 2 6 15,-4 3-5-15,1-1-15 0,-3 0-2 0,1 2-13 16,-1-1-17-16,1 2-13 0,-2 0-17 0,-2 2-11 0,0 0-38 15,5-4-39-15,-5 4-29 0,0 0-28 16,0 0 2-16,0 0 3 0,3 11 8 0,-1-5 3 16,-5 4 5-16,1 0 14 0,0 2-11 0,2 2-4 15,-5 1 4-15,3-4 5 0,-1 1-11 0,1-1-1 0,0-1-3 16,2-3 0-16,-4 0-1 0,4-2 7 16,-1 0 7-16,2-1 29 0,-2 0 14 0,1-1 39 15,0-3 37-15,0 0-4 0,0 0-6 0,0 0-6 16,12-7-7-16,-5 1-9 0,-2-2-3 0,4-1-5 0,3-2-8 15,-1-1-6-15,-2 0 2 0,2 0-7 0,-4 4-1 16,2-1-8-16,-2 1 13 0,-5 2-21 16,6 2-1-16,-6 0-9 0,2 0-7 0,-1 1-17 0,-3 3-25 15,4-5-15-15,-4 5-40 0,3-2-19 0,-3 2 8 16,0 0 15-16,0 0 12 0,9 7 10 0,-4-3 6 16,2 4 4-16,2 1 0 0,6-1-5 0,0 2-7 15,5-1-11-15,6 2-12 0,5 0-7 0,-4-4-6 16,7 1-11-16,2-5-9 0,1 2 6 0,2-3 11 15,0-2 8-15,-2 0 10 0,-1-2 7 0,-4-1 11 16,-1-3 18-16,-10-1 16 0,-5 0 38 0,0 0 29 16,-7-1 13-16,3-2 15 0,-6 3 19 0,3-2 10 15,-4 1 4-15,-1-2 2 0,-4 1-8 0,0 0-2 16,0 2-5-16,-4-3-9 0,-1 3-9 0,-3-2-3 16,1 3-7-16,-5 0-2 0,1 0-4 0,-2 1-5 15,0 3-3-15,-1 2-5 0,1-1 5 0,-4 4-10 16,4-2-1-16,0 3-2 0,-1 2-4 0,1 2-6 15,-1 0-4-15,5 0 1 0,1 1-1 0,1 3-4 16,0-3-10-16,5 1-5 0,-2 3 2 0,1-4 2 16,6 2 2-16,-2 0 0 0,4 0 3 0,3-2 1 15,1 0 3-15,1-1 2 0,-2-1 7 0,3-3-7 16,1-2 5-16,-3-1 4 0,2 1 7 0,-3-4 15 16,0 1 4-16,2-3 6 0,-1-4 9 0,0 2-5 15,1-4 9-15,-2 2 7 0,1-6-2 0,2 2 5 16,-5-5-1-16,2 1-1 0,-3-2-2 0,3-2 1 0,-2-5 2 15,-2-3-2-15,1-1 3 0,-1-4-2 0,1-2 1 16,-1 3-3-16,-3-1 15 0,3 1 4 16,1 1 8-16,-5 5 9 0,0 6-1 0,0 3 20 0,0 5 2 15,0 0-19-15,3 3-2 0,-3 1-9 0,0 0-14 16,0 2-23-16,0 3-49 0,0-1-48 16,0 4-41-16,0 0 8 0,0 0 6 0,0 0 5 0,-13 17 15 15,5-1 2-15,3 1 4 0,-2 7 8 0,-1 4 5 16,2 3 4-16,0 3 7 0,5-1 6 0,-3-1 2 15,4-1 14-15,0 1-8 0,0-4-11 0,4-1-7 16,0-2-8-16,-3-6-18 0,1-2-23 16,2 0-28-16,-1 0-32 0,2-5-37 0,-1-2-57 0,0-3-222 15,1-6-501-15,-1 2 221 0</inkml:trace>
  <inkml:trace contextRef="#ctx0" brushRef="#br0" timeOffset="-196469.8">28128 8630 208 0,'-5'2'248'0,"5"-2"-12"0,0 0-13 0,-2 3-7 16,2-3-16-16,0 0-17 0,0 0-23 0,0 0-16 16,0 0-21-16,16 0-15 0,-7-3-18 0,5 2-19 15,4-2-15-15,1-2-16 0,3 0-7 0,-4-3-4 16,2 1-5-16,7-5-2 0,-9 2-3 0,-1 3 1 15,-2-4 0-15,2 1 4 0,-4-3 9 0,1 1 15 16,-3-1 7-16,-1 4 9 0,-5-2 6 0,2 1 10 16,-2 2 11-16,-1-1-13 0,-2 2-5 0,-2 2-11 15,0-3-6-15,0 2-7 0,-2 0-7 0,-2 3-6 0,-1 1-10 16,-3 0-4-16,-5 2-5 0,4 1-4 16,-5 1-2-16,2 1-2 0,1 1-2 0,-3 4-6 15,5-2 2-15,-7 6-4 0,4 0-8 0,2-3-9 16,1 2-9-16,1 0-8 0,2 5 0 0,2-4-10 0,0-2-2 15,3 4 2-15,5-2 6 0,-2 0 2 16,5-3 6-16,3 4 3 0,7-4 3 0,0 0-1 16,0-1 7-16,6-5-1 0,-4 1 3 0,3-6 1 0,-3 1 5 15,4-3 13-15,-6 0 20 0,-1-4 21 0,0 3 10 16,-4-2 12-16,1-3 17 0,-2 1 19 0,-1 0 20 16,-4-2 9-16,2 4 30 0,-2-1 12 15,1-1 8-15,-4 4 2 0,1-4-9 0,-1 6-13 0,-2-1-20 16,2 1-21-16,-1 0-16 0,-2 3-34 0,4-3-40 15,-4 3-35-15,0 0-39 0,0 0-32 0,0 0 1 16,0 0 5-16,1 11 17 0,-2-2 4 16,-3-1 3-16,0 3 2 0,1-2-2 0,1 2-5 0,-2 0-4 15,1 0-3-15,1-1 1 0,-1-3-5 0,1-2 3 16,2 1 7-16,0 0 5 0,-2-4 23 0,0 3 17 16,2-1 49-16,0-4 30 0,0 6 17 0,0-6-1 15,0 0-15-15,11-11-14 0,-4 7 8 0,-3 0-2 16,5-6-6-16,1 1-7 0,0-4-4 0,2 1-12 15,-1-1 13-15,1-1-3 0,-3 5 9 0,-3 3 7 16,3-1-2-16,-5 1 1 0,1 5-8 0,-1-3-9 16,0 0-7-16,0-1-22 0,-2 3-31 0,-2 2-16 15,5-2-32-15,-5 2-3 0,11 4 4 0,-4 1 16 16,3 0-17-16,1 1-6 0,0 1-21 0,5 1-17 16,1 0-7-16,-1-2-10 0,-5-2-5 0,3 1-10 15,-1 0-2-15,1-4-1 0,-4-2-2 0,3 1 11 16,-3-6 13-16,1 0 7 0,-1 1 18 0,-1-7 22 15,0 0 29-15,-3 2 28 0,2-5 16 0,-2-2 34 16,-1-2 8-16,0 0 12 0,1 2 17 0,0-8 21 16,-1 6 10-16,3-8 6 0,-6 9 12 0,3-1 6 15,-1 1 1-15,0 1 12 0,2 4 6 0,-6 3-2 16,2 3-15-16,0 2-21 0,-1-1-17 0,1 1-47 16,0 3-52-16,-2 2-63 0,0 0-5 0,0 0 10 0,0 0 10 15,-5 15 1-15,3-3 20 0,-2 5 0 0,-4 9-2 16,2 6 6-16,1-1 0 0,0-2-17 15,-2 0-17-15,0 0-13 0,1-2-8 0,1-4-17 16,3-2-8-16,-2-5-17 0,0-1-25 0,1-3-29 16,1-1-26-16,0-5-23 0,0-1-219 0,0-3-491 0,2-2 217 15</inkml:trace>
  <inkml:trace contextRef="#ctx0" brushRef="#br0" timeOffset="-196222.99">28845 8407 121 0,'-4'-2'279'16,"-1"1"-7"-16,5 1-1 0,-4-4-11 0,4 4-11 16,0 0 2-16,0 0-9 0,0 0-17 0,0 0-16 15,0 0-29-15,13-4-15 0,6 3-17 0,12 1-11 16,7 0-13-16,19 0-15 0,1-5-7 0,1 5-13 16,4-5-11-16,1-1-11 0,-8 2 2 0,-5-1-11 15,-17 0-12-15,-4-2 9 0,-11 6-10 0,0-3-2 16,-6 0-3-16,-3 2 18 0,-2 2-17 0,-2-2-11 15,-2-1-14-15,-1 1-28 0,-3 2-34 0,-11-5-26 16,1 2-35-16,-9 3-47 0,-8 3-61 0,4-1-94 16,-7 0-219-16,8 0-571 0,4-1 253 0</inkml:trace>
  <inkml:trace contextRef="#ctx0" brushRef="#br0" timeOffset="-193518.22">7252 10486 142 0,'0'0'260'15,"0"0"-12"-15,0-6-16 0,0 6-19 0,0-4-14 16,0 4-19-16,0 0-19 0,0 0-17 0,0 0-17 16,0-4-14-16,0 4-16 0,0 0-10 0,0 0-14 15,0 0-12-15,0 0-1 0,0 0-13 0,8 8-10 16,-5-2-4-16,3 1-5 0,-1 3-5 0,0 1-5 15,0 4-3-15,3 0-2 0,-4 2-1 0,2 1-1 16,-1 0-1-16,0-1 0 0,-1 0 0 0,2 2-1 16,-3-1-3-16,5-1-3 0,-7-2 2 0,3-3 3 15,0 0-1-15,-3-4-1 0,-1 1-3 0,4-3 3 0,-4-2 2 16,0 1 20-16,1 1 43 0,2-1 37 0,-2-3 44 16,-1 1 38-16,0-3 21 0,0 0-8 15,0 0-21-15,5-10-17 0,3-1-16 0,-3-3-15 16,3 0-18-16,-2-6-10 0,12-1-10 0,-6-1-11 0,0-2-16 15,1 2-1-15,-5 4-5 0,3 1 0 0,-3 0-9 16,1 1-4-16,2 3-4 0,-7 2-4 0,1 3-1 16,-1-1-4-16,0 4-1 0,1-1-11 15,-5 2-4-15,3 2-30 0,0-1-27 0,1-1-41 0,-4 4-38 16,0 0-1-16,9 0-4 0,-9 0-12 0,8 5-4 16,-2 2-9-16,3 0-8 0,0 0-15 0,-1 1-8 15,6 4-14-15,0 0-16 0,2-1-9 0,0-1-19 16,3 0-36-16,-2-1-203 0,3-3-513 0,7 1 226 15</inkml:trace>
  <inkml:trace contextRef="#ctx0" brushRef="#br0" timeOffset="-193154.07">8146 10558 129 0,'0'-7'248'0,"1"2"1"0,-2 1-5 0,-1-3-12 15,1 1-21-15,-4 1-20 0,1 0-17 0,-2 2-18 0,-1-1-11 16,-4-1-21-16,-1 3-14 0,-2 2-13 15,-4 0-10-15,-2 5-12 0,0-3-5 0,-6 5-11 16,-1 3-7-16,0 3-4 0,3 1-7 0,1 0-7 16,5-4-1-16,2 4-4 0,1 1-4 0,-2 5-2 0,5-5-1 15,1 1-2-15,3 0-3 0,0 0-3 0,3-5-8 16,4 0-1-16,-3 0 2 0,4-6 0 16,0 4 0-16,4-2 6 0,-3-4 7 0,4 0 5 15,3-1 6-15,4-1 3 0,0-2 3 0,0-4 2 0,3 2 6 16,-2-1 10-16,3-8 2 0,-5 9 3 0,5-9-9 15,-2 5-5-15,-1-3-3 0,-1 1-1 0,-1 2-9 16,-1 2-3-16,-2-3 0 0,1 4 5 0,-4 0-1 16,0 0-7-16,0 0 4 0,-1 3-11 0,1-3-4 15,-2 3-18-15,-3 1-20 0,5-2 8 0,-5 2-26 16,9 3-21-16,-3-1-24 0,2 0-28 0,-3 1-31 16,1 2-27-16,0-1-40 0,2 1-55 0,-1-2-187 15,-2 1-491-15,0-2 217 0</inkml:trace>
  <inkml:trace contextRef="#ctx0" brushRef="#br0" timeOffset="-192648.48">8277 10545 155 0,'5'-3'281'0,"-2"-5"-17"0,2 5-24 15,-2-1-23-15,1 1-27 0,-1 1-20 0,5-1-13 16,-8 3-27-16,11 3-8 0,-3-1-12 0,2 1-12 15,-1 3-8-15,-1 3-9 0,0-2-12 0,-1 4-5 16,4 1-7-16,-6-2-5 0,2 5-6 0,2 2-6 0,-4 0-4 16,-1 0 0-16,0 0-5 0,0-5-3 15,-4 0-2-15,4-1-1 0,-4-1-5 0,1-2-1 16,-1 1-1-16,0-6-1 0,0 5 3 0,0-3 2 16,0-5 21-16,0 4 32 0,2 1 32 0,1-2 17 0,-3-3-17 15,0 0-6-15,0 0-16 0,13-9-6 16,-4-2-9-16,2-1-7 0,5-3-13 0,0 0 9 15,4-4-23-15,1-2-14 0,1 3-6 0,-5 5 0 16,-1 0-4-16,3 1-2 0,-6 0 4 0,-3 5-2 16,3-1-1-16,-4 1-3 0,-4 2-3 0,0 2 4 15,0-1 0-15,2 1-6 0,-5 0-3 0,2 2-4 16,-4 1-4-16,4-2 9 0,-4 2-21 0,0 0-1 0,0 0 0 16,9 7 1-16,-9-1 0 0,4-1-3 0,-3 2 4 15,1 3 0-15,0-2-1 0,-2 4 2 0,1-2 3 16,-1 2 0-16,0 0 4 0,0 0 1 0,0 5 14 15,0-3-11-15,0-2-2 0,0 2-1 0,0-3 5 16,0 1 0-16,-1-5 2 0,-1 1 0 0,2 0 2 16,0-5 0-16,-1 3 5 0,1-1-7 0,0-1 4 15,0-4-2-15,-1 5 8 0,1-5-3 0,-1 4 9 16,1-4 0-16,0 0-1 0,0 6 3 0,0-6-4 16,0 0-17-16,0 0-29 0,0 0-32 0,-8-15-37 15,7 6-48-15,-3 0-61 0,3-7-56 0,-2 1-232 16,-1-2-543-16,4-3 240 0</inkml:trace>
  <inkml:trace contextRef="#ctx0" brushRef="#br0" timeOffset="-192462.3">8672 10348 165 0,'0'-5'303'16,"-1"0"1"-16,1 0-13 0,0 0-26 0,0 1-21 0,0 4-32 16,-3-5-27-16,3 5-18 0,0-5-34 15,0 5-42-15,0 0-17 0,0 0-11 0,0 0-29 16,0 0-29-16,13 12-33 0,-10-5-37 0,2 0-40 0,0 4-57 15,-1-5-201-15,1 3-393 0,0-1 174 0</inkml:trace>
  <inkml:trace contextRef="#ctx0" brushRef="#br0" timeOffset="-191581.27">9201 10532 270 0,'0'-5'293'15,"0"5"-29"-15,-2-5-26 0,0 2-25 0,-2 0-25 16,-2 2-17-16,-3 0-21 0,-4 2-14 0,2 2-16 16,-7 1-14-16,0 1-13 0,4 2-8 0,-5 3-13 15,2 3-5-15,-4 1-7 0,4 0-7 0,2-2-5 16,-1 5-6-16,2-2-3 0,3 3-4 0,1-3-5 15,2 2-3-15,1-4-2 0,4-4-3 0,-4 3-3 16,5-1-2-16,2-6 3 0,0 3 1 0,1-2 11 0,3-2 10 16,1 1 8-16,1-3 10 0,5-2 13 0,0-2 0 15,-1-1 4-15,2 1-2 0,-1-3 9 16,2-7-3-16,0 7-3 0,2-8 0 0,-1 2-3 0,-4 4-4 16,-2-1-2-16,1 0 13 0,1 2-13 0,-6 1 5 15,4-1-10-15,-3 2-9 0,-1 0 7 16,1 2-18-16,-4-2-2 0,2 1-29 0,-3 3-20 15,2-4-24-15,-2 4-29 0,4-1-10 0,-4 1 0 0,0 0 12 16,0 0 5-16,5 8 4 0,-5-3 8 0,1 0 2 16,1 0 3-16,-1 1 4 0,2 0 6 0,0 2 7 15,1-1-3-15,-1-1 6 0,0 2 2 0,4-1 2 16,-2-3 1-16,-1 0 2 0,6 2 2 0,-4-3 6 16,2-2-4-16,-1-1 5 0,5-3 11 0,-3-4 12 15,2 0 7-15,1-3 14 0,1 1 6 0,1-5 0 16,-4 0 20-16,2 0-11 0,2-2 0 0,-4-1-10 15,3-6-2-15,-3 1-4 0,2-1 2 0,-2-2 10 16,-4 6-22-16,1 2 11 0,-2-2 7 0,0 2 9 16,-1 5 1-16,-2 1 3 0,-1 2 3 0,1 1-9 15,0 3-8-15,-2-1-11 0,0 1-21 0,2 2-36 16,-2 3-35-16,0 0-10 0,0 0 3 0,0 0 5 16,-8 10 10-16,4 1-5 0,-1 3 8 0,-1 2 6 15,0 4 2-15,3 6 2 0,-4 0 4 0,1 0 6 16,3-1-1-16,2 2 3 0,1-2-16 0,0 1 0 15,3 1 3-15,3-3-1 0,-2-5 3 0,1-2-2 16,1-2 3-16,3-1 8 0,-1-4 1 0,0-3 7 0,2-1 4 16,4-1 2-16,-3-1 16 0,1-4 5 0,3-3 13 15,-6 2 7-15,5-4 19 0,-1 0 6 0,-4-1 5 16,2-3 6-16,-3 0 8 0,1-2-4 0,0 2 0 16,-5-1-2-16,0 0 9 0,0 3-8 0,-3-1-8 15,-1 1-7-15,0 3-13 0,-3-3-7 0,-2 2-27 16,1 2-14-16,-3 1-8 0,-1-1-18 0,0 2-19 15,-1 0-19-15,-2 2-16 0,-1 0-18 0,1 2-10 16,2 1-19-16,1 1-22 0,-1 0-15 0,-1 2-33 16,5 0-10-16,2 0 0 0,1-1-14 0,4 3-46 15,1-6-229-15,6 1-542 0,4-3 241 0</inkml:trace>
  <inkml:trace contextRef="#ctx0" brushRef="#br0" timeOffset="-191202.1">9748 10437 140 0,'0'-8'141'16,"0"2"-11"-16,0-2 0 0,3 3 4 0,-2-2-1 0,0 0 12 16,3 2 2-16,-4-2 10 0,4 1 12 0,-3 0 7 15,3 1 7-15,-3 0 18 0,-1 3-9 0,3-3 7 16,-2 1 3-16,-1 4-9 0,3-7-5 0,-2 6-14 15,-1 1-11-15,1-5-26 0,-1 5-5 0,1-3-27 16,-1 3-15-16,0 0-42 0,0 0-26 0,0 0-7 16,0 0-7-16,2 13 2 0,-5-4-3 0,2 6-4 15,-3 3 3-15,-1 2-4 0,0 5 3 0,-4 2-4 16,5 1 6-16,-4 0-3 0,3-3-6 0,4 3 1 16,-2-3 5-16,2-7 0 0,-4-2 3 0,5-3-7 15,0-1 4-15,1-2-3 0,-2-1-4 0,1 2 9 16,0-4-3-16,0-1 5 0,0-3 11 0,0 3-7 15,-1-2 5-15,1-4 1 0,0 6-2 0,0-6-3 16,0 6-7-16,0-6-17 0,0 0-19 0,0 0-30 16,0 0-31-16,0 0-57 0,0 0-79 0,0 0-56 15,11-10-248-15,-7 7-574 0,0-4 255 0</inkml:trace>
  <inkml:trace contextRef="#ctx0" brushRef="#br0" timeOffset="-190845.36">9904 10638 128 0,'0'0'257'0,"5"-4"-13"0,-5 4-15 15,0 0-18-15,0 0-19 0,1-3-19 0,-1 3-14 0,4-2-24 16,-4 2-17-16,1-3-14 0,-1 3-12 16,0 0-10-16,6-4-7 0,-6 4-7 0,3-4-9 15,-3 4-1-15,3-1 2 0,-3 1 4 0,0 0 1 0,5-6 2 16,-5 6-7-16,0-2 2 0,0 2-5 0,0 0-5 15,1-4-6-15,-1 4 0 0,0 0-5 16,3-4-11-16,-3 4-2 0,0 0-2 0,0 0-2 16,0 0-6-16,0 0-1 0,0 0-5 0,0 0-1 0,0 0-4 15,0 0 1-15,0 0-6 0,0 0-3 0,0 0 2 16,0 0 0-16,0 0-2 0,0 0-1 0,0 0 1 16,0 0 2-16,1-4-2 0,-1 4 0 15,0 0 2-15,0 0-2 0,0 0 1 0,0 0-2 0,0 0 2 16,0 0 8-16,0 0-9 0,0 0 2 0,0 0 0 15,0 0-4-15,0 0-17 0,0 0-21 0,0 0-29 16,0 0-29-16,0 0-40 0,0 0-42 0,0 0-49 16,0 0-172-16,0 0-434 0,0 0 192 0</inkml:trace>
  <inkml:trace contextRef="#ctx0" brushRef="#br0" timeOffset="-188319.83">9951 10651 195 0,'0'0'213'0,"0"0"-11"0,-4-4-6 0,4 4-4 0,0 0-3 15,0 0-8-15,0 0-2 0,0 0-5 0,0 0-9 16,0 0-10-16,0 0-11 0,0 0-9 0,0 0-11 16,0 0-11-16,0 0-12 0,7-4-9 0,-6 1-13 15,4-1-4-15,3 1-11 0,2-2-8 0,-1-1-4 16,4 1-3-16,2-3-5 0,2 1-6 0,-5 2-2 15,0-3 1-15,-1-1-9 0,0 6-2 0,-1-7 1 0,1 3 3 16,-2-2 1-16,0 3 0 0,0 0 4 16,-5-2 4-16,1 3 5 0,-1 1-2 0,0 0-1 15,-4 0-8-15,1 0-4 0,-1 4-17 0,-4-5-8 16,-1 3 0-16,-3 1-5 0,-3 2-4 0,-4 3 1 0,-7-1 0 16,2 3 6-16,-7 4-7 0,8-2-4 0,-2 2 3 15,6 2 1-15,-3-3 4 0,0 5-10 16,4 1 6-16,2-4-3 0,2 2 2 0,5-3 0 0,-1 2-6 15,4 1 2-15,2-2 4 0,4 1 1 16,4-2 1-16,3 4 2 0,6-2-1 0,10 0-3 16,1-1-16-16,4-5-20 0,0 0-31 0,-3-2-40 0,3 1-47 15,2-5-51-15,0 0-77 0,-6-1-164 0,3-5-487 16,-4 3 215-16</inkml:trace>
  <inkml:trace contextRef="#ctx0" brushRef="#br0" timeOffset="-187920.02">10505 10483 281 0,'0'0'290'0,"0"-5"-22"0,0 5-26 16,0 0-24-16,0-4-26 0,0 4-22 0,-6-3-18 0,6 3-15 16,-10-2-19-16,3 2-10 0,-4 3-13 0,1-2-15 15,-3 2-9-15,0 1-8 0,1 1-9 0,-5 3-5 16,6-1-8-16,-1 0-7 0,2 0 5 0,-1 1-10 16,0 4-6-16,2-1-1 0,2 1-1 0,2-2-2 15,1 2 0-15,2-1-4 0,2 1-2 0,0 0-1 16,6 0-1-16,1 2 0 0,2 1-1 0,4-1-1 15,-2 0 1-15,2 1-3 0,0-3 1 0,-3-4-1 16,-1-1-1-16,-2-2-1 0,0 3-2 0,-3-3 0 16,0-1-1-16,0-2-3 0,-2 3 6 0,-2-3-3 15,0-2 0-15,-10 5 0 0,-1-2-6 0,-6 1-13 16,-5 1-27-16,-6-2-44 0,-1-1-68 0,-2-1-95 16,2-2-153-16,7-1-435 0,4 2 192 0</inkml:trace>
  <inkml:trace contextRef="#ctx0" brushRef="#br0" timeOffset="-187413.35">10663 10664 14 0,'9'0'371'0,"-9"0"-10"0,0 0-7 0,0 0-15 15,0 0-27-15,0 0-33 0,5-2-26 0,-5 2-25 16,0 0-29-16,0 0-46 0,0 0-56 0,0 0-76 0,0 0-111 16,0 0-138-16,0 0-217 0,0 0-480 0,0 0 213 15</inkml:trace>
  <inkml:trace contextRef="#ctx0" brushRef="#br0" timeOffset="-170473.58">11811 10534 42 0,'0'0'114'0,"0"0"-11"0,0 0-13 15,-4 1-1-15,4-1-3 0,0 0-8 0,0 0-3 16,0 0-4-16,0 0 0 0,0 0 1 0,0 0-5 16,0 0 4-16,0 0-5 0,0 0 1 0,0 0-6 15,0 0-2-15,0 0 2 0,0 0-5 0,0 0-1 16,0 0 0-16,0 0 1 0,0 0 3 0,-7-3 0 16,7 3 3-16,0 0 1 0,0 0 2 0,0 0 4 15,0 0-1-15,0 0-3 0,0 0-4 0,20-1-4 0,-1-3-4 16,10 1-4-16,8 1-7 0,14-5-6 15,3 2-9-15,-3-2-3 0,1 5-8 0,-12-2-22 16,-1 1-33-16,-4 2-26 0,-3-2-54 0,-3 1-43 16,-7 0-180-16,-7 0-370 0,-3 1 164 0</inkml:trace>
  <inkml:trace contextRef="#ctx0" brushRef="#br0" timeOffset="-170228.41">11905 10797 112 0,'0'0'248'0,"0"0"-21"0,0 4-26 0,0-4-21 16,0 0-17-16,23-4-17 0,-4 0-16 0,7 1-9 15,5-3-25-15,3 0-34 0,0-1-44 0,2 3-59 16,3-6-61-16,-10 0-159 0,2 2-281 0,-3-2 124 15</inkml:trace>
  <inkml:trace contextRef="#ctx0" brushRef="#br0" timeOffset="-169970.73">12156 10398 27 0,'-3'-4'283'0,"3"1"-19"0,0 3-19 0,0-7-28 16,0 7-21-16,0-3-26 0,0 3-18 0,0 0-20 15,0 0-14-15,18 8-11 0,-8-4-8 0,8 6-12 0,6 5-9 16,1 0-6-16,0 4-8 0,1 2-6 0,-1-1-7 16,-2 3-4-16,-1 1-5 0,-3 0-4 15,-2 2-1-15,-5 2-5 0,-2 1-5 0,-4 2-2 16,-9-1 2-16,-2 0-5 0,-5 1-5 0,-8 0-2 0,-5-3 0 15,-14 6-3-15,-4-2-1 0,-5-3-11 16,-5-2-25-16,0-1-32 0,-7-1-40 0,2-4-58 16,1-1-255-16,4-5-442 0,16-8 196 0</inkml:trace>
  <inkml:trace contextRef="#ctx0" brushRef="#br0" timeOffset="-168739.52">13996 10294 55 0,'0'-6'235'0,"1"0"-9"16,0-1 0-16,0 0-8 0,1 0-13 0,-1 2-9 16,0-2-5-16,1 1-9 0,-2 3-11 0,2-1-17 0,-2 0-17 15,0 4-15-15,4-6-16 0,-4 6-14 16,0 0-27-16,0 0-9 0,0 0-8 0,1 14-5 15,0 2-4-15,-2 7-6 0,0 5 0 0,-3 3-7 16,-1 0-1-16,1 5-3 0,-1 1-2 0,1-3-4 0,-1 1 0 16,1 0 2-16,-1-1-8 0,0 3 2 15,3-2 8-15,-1-1-12 0,-1-5-2 0,1 2 4 16,1-6-3-16,1-7 1 0,-2 0-2 0,2-1 0 0,-3-2 1 16,3-4 0-16,-2 0-3 0,3-1 0 0,-1-3 0 15,0-2-4-15,1 2-10 0,0-3-7 16,-2-1-10-16,1 0-5 0,1-3-2 0,-1 6 2 0,1-6 0 15,-4 3-16-15,4-3-60 0,0 0-55 0,-9-10-42 16,4 4-194-16,0-7-430 0,1 4 190 0</inkml:trace>
  <inkml:trace contextRef="#ctx0" brushRef="#br0" timeOffset="-167970.65">13965 10567 230 0,'1'-4'240'0,"-1"1"-16"0,0 3-16 15,-1-4-21-15,1 4-15 0,0 0-22 0,0-6-14 16,0 6-19-16,0 0-8 0,0 0-13 0,5-1-8 16,-5 1-10-16,0 0-3 0,15 2-9 0,-7 2-2 15,0-1-10-15,4-1-3 0,-3 2-4 0,3 0-5 16,-2 0-4-16,0 2-7 0,2-2-3 0,-5 3-13 16,1-2 6-16,-3 1-9 0,-1-1-7 0,0 0-10 15,0 2-1-15,-3-3-5 0,-2 1 3 0,-3 2 0 16,0 0 1-16,-5 0 0 0,-1-1 0 0,-7 1 6 15,2 1-1-15,-3-2-2 0,0-1 3 0,0 1 0 0,-1 1-2 16,0-4 2-16,4 3 0 0,3-4 0 16,1 2 1-16,3-3 1 0,2 1 0 0,2-2 5 15,-4 1 0-15,8-1-5 0,0 0-16 0,0 0-10 0,18-5 3 16,4-1-12-16,7-1-3 0,3 0-5 0,5 0-1 16,2 0-10-16,17-5 4 0,-1-1 2 0,3 2 2 15,1 1 10-15,0 1 4 0,-3-3 3 16,1 3 5-16,-4 0 2 0,-14 1 2 0,-3 0 5 0,-2 1 1 15,-4 3 4-15,-8-5 14 0,-4 6 20 0,-5-1 29 16,-2 2 17-16,-2-1 17 0,-1-1 5 0,-2 3-12 16,-3-1-8-16,-3 2-12 0,-3-5-4 0,3 5-11 15,-14-3-2-15,1 3-4 0,-1-2-4 0,-5 4-7 16,-3-2-1-16,-4 4 0 0,-1 0-7 0,4-1 4 16,-4 4-9-16,5-3 0 0,-2 6-5 0,2-6-1 15,4 4-1-15,-1 1-1 0,3-1-4 0,5-4 0 16,1 4 0-16,1 0-1 0,3-1-2 0,1 2 0 15,2-1 4-15,2-2 0 0,1 2 0 0,4-3-2 16,3 2 5-16,6 0-2 0,3-1 1 0,5-2 5 16,-2 1-5-16,3-4-1 0,5 0 4 0,-4-3-5 15,5-1-1-15,-6-2 1 0,3-2 0 0,-4 2 1 16,-2-4 24-16,-2 0 20 0,-1-2 12 0,-2-3 3 16,2 0-10-16,-1-7-2 0,0 0-6 0,-3-3-9 15,-2 0 3-15,-2-5-5 0,-2 2-4 0,-1 1 15 16,-1-3 7-16,-1 2 9 0,-3-1 21 0,1 3 5 15,-2 7-4-15,1 0-2 0,-3 3 1 0,3 5-4 16,-1 1-10-16,-1 1-9 0,4 3-6 0,-4 0-15 16,2 0-53-16,0 1-31 0,0 4-18 0,0 0 4 0,0 0 6 15,-10 19 5-15,6-2 16 0,-2 7-12 16,-7 0 7-16,7 5 5 0,-3 1-1 0,0-1 5 16,1 2 8-16,3-2-5 0,1 0 0 0,0-2 7 15,0-2 4-15,4 2-2 0,-2-7 4 0,2-2-1 0,2-1-22 16,-2 0-12-16,0-7-13 0,0 3-17 0,3-2-15 15,-3-3-5-15,0-1-6 0,4 2-4 0,-3-5 1 16,3 1-12-16,1-3-19 0,-1 1-26 16,6-2-31-16,-1-5-53 0,3 2-127 0,-1-1-404 0,-2-2 180 15</inkml:trace>
  <inkml:trace contextRef="#ctx0" brushRef="#br0" timeOffset="-167556.22">14867 10643 199 0,'4'-3'236'0,"-4"3"-4"0,2-2-11 0,-2 2-9 16,0 0-14-16,6-2-20 0,-6 2-13 0,0 0-12 15,2-3-7-15,-2 3-23 0,0 0-13 0,5-2-12 16,1 1-10-16,2 0-10 0,3-2-1 0,1 0-12 16,6 1-8-16,5-2-6 0,-1-2-7 0,7 0-9 15,-2-2-1-15,0-1-7 0,-1 0-7 0,-5 4-3 16,6-7-3-16,-3 1-4 0,-7 3 6 0,1-2-5 16,-1-1-1-16,-4 0 6 0,0 1 0 0,-3 2-1 15,-2-2 20-15,-1 0 7 0,-2 4 15 0,0-4 4 16,-4 3-12-16,0 1-4 0,-2 1-3 0,-1 1-9 15,-2-1-5-15,-4 3-5 0,-4 1 7 0,-5 2-15 16,-2 1-6-16,-11 5-3 0,3 0 1 0,4 4 1 16,4 1-6-16,-4 1 3 0,4 5-3 0,4-4-4 15,3 2 4-15,3 1-16 0,3 1 0 0,5 1 5 16,3 1 1-16,6-1 8 0,8 0-5 0,7 1 0 16,5-4 10-16,17 4-8 0,-4-8 4 0,13-5 8 0,3 1-11 15,3-6 2-15,4 0 7 0,-5-4-9 16,-3-1 1-16,-1-7-1 0,-23 6 11 0,0-3-2 15,-13 5 33-15,-6-1 35 0,0 0 24 0,-3 2 10 16,-2-2-3-16,-2 0 5 0,0 3-10 0,-2-3-9 0,0 2-23 16,-4 1-29-16,1-5-58 0,-1 5-51 0,0 0-50 15,-9-5-48-15,-1 7-51 0,1-4-60 0,-9 2-292 16,7 0-617-16,-1 0 274 0</inkml:trace>
  <inkml:trace contextRef="#ctx0" brushRef="#br0" timeOffset="-162704.75">17277 10378 83 0,'-2'-2'223'0,"2"2"-11"16,0 0-12-16,-2-7-19 0,2 7-23 0,-4-3-19 16,4 3-12-16,0 0-14 0,0 0-12 0,0 0-15 15,-4-4-8-15,4 4-7 0,0 0-8 0,-13 4-7 16,7-1-10-16,-3 4-6 0,-2 0-1 0,-2 3-11 16,0 1-3-16,-1 3 2 0,0-2-5 0,-1 4-5 15,2-2 1-15,-1 2-4 0,5-2-5 0,0 1 0 16,-1 2 2-16,2-5 2 0,4 0-5 0,1 0-4 15,1 0 3-15,1-2-3 0,1-1 9 0,1-1 4 16,3-1 8-16,-3-2 3 0,9 0 2 0,1-2 10 16,-1-2 3-16,3-1 1 0,6-1 11 0,-2-4 1 15,1 0 2-15,-3-5 4 0,0 5 1 0,1-5-3 16,-5-1 1-16,3 0 0 0,-4-4-11 0,-2 4 2 16,-1-4-4-16,-1 1-6 0,-4-1-1 0,-2 3 4 15,0 1-3-15,-2-1-6 0,-2 1-5 0,-2-1-9 16,-1 2 5-16,-2 0-17 0,-3 5-3 0,0-2-5 15,-2 3-8-15,1 1-3 0,0 1-3 0,-1 1-13 16,1 1-12-16,1 1-17 0,0 2-16 0,2 1-21 16,0-1-18-16,1 4-18 0,2-3-19 0,5 2-16 15,-1 1-6-15,3-2-25 0,4 0-173 0,1-1-396 0,2-1 175 16</inkml:trace>
  <inkml:trace contextRef="#ctx0" brushRef="#br0" timeOffset="-162273.69">17525 10137 222 0,'4'-10'287'0,"-3"4"-19"0,1 0-26 16,1 1-20-16,-2 1-29 0,2 1-23 0,-2 1-37 16,-1 2-32-16,0 0-11 0,0 0-11 0,5 10-8 15,-5 4-7-15,3 3-7 0,-7 9-4 0,4 1-6 16,-4 5-7-16,-1 2-7 0,0 2-4 0,0 10-2 15,1-13-1-15,-1 1 0 0,1-2-6 0,4-2-1 16,-2-2-2-16,2-2-2 0,-2-7-2 0,4-2 0 16,0 1-3-16,-2-4-1 0,0-4 2 0,1 0-1 15,2-3 1-15,-3 0 2 0,0-2 8 0,1 0 22 16,1 0 22-16,-2-3 31 0,0-2 22 0,0 0 12 16,0 6-3-16,0-6-8 0,0 0-7 0,0 0-14 15,0 0-13-15,-2-17-30 0,1 9-24 0,-3-1-14 16,-2-4-10-16,-6-1-6 0,1 2-6 0,-1-4 2 15,-4 3 1-15,-1-1-1 0,0 3-1 0,1-1 1 16,-1 5-1-16,2-3-1 0,2 5 11 0,-1 0-8 16,8 0 0-16,-1 1-1 0,2 2 0 0,1 0 3 15,-1-1-5-15,5 3 0 0,0 0 4 0,14-7-3 0,8 2-6 16,10 0-15-16,18-1-25 0,3-3-29 16,6 0-24-16,5 1-29 0,26-5-21 0,-25 4-20 15,27-4-58-15,-31 5-230 0,-1 0-498 0,-5-1 220 16</inkml:trace>
  <inkml:trace contextRef="#ctx0" brushRef="#br0" timeOffset="-161772.55">19071 10268 6 0,'0'-5'230'0,"0"5"-27"0,-1-5-20 15,-3 1-20-15,0 1-14 0,4 3-21 0,-9-2-10 16,0 1-9-16,-1 1-13 0,-3 1-9 0,-1 1-14 16,-1 3-7-16,-6 0-9 0,4 2-2 0,0 4-13 0,0-2 0 15,2 0-7-15,-3 5-3 0,5-1-6 16,-1 1-3-16,4 1-4 0,-3 1-1 0,4-2 1 16,4 2-2-16,0-4 3 0,1 0-6 0,2 0-6 15,0 0 8-15,4-2 12 0,0 1 4 0,2-1 2 16,5-3 11-16,-2 1 5 0,4-4 8 0,-1 0 7 15,4-2 4-15,-1 0 8 0,0-2 7 0,2-4-6 16,-3 1 9-16,3-1 1 0,-3-1 1 0,0-3-3 16,-2 0-11-16,1-1-7 0,-2 0 11 0,0-6-24 15,-2 0-8-15,-3 2-13 0,-3 0-13 0,3-3-3 16,-4 5-7-16,-2-1 6 0,-1 0-16 0,-1 2-10 16,-1 0-12-16,1 1-10 0,-3 1-28 0,-4 3-23 15,4-1-24-15,2 3-30 0,-2-1-39 0,1 1-30 0,1 2-233 16,5 1-474-16,-7-2 210 0</inkml:trace>
  <inkml:trace contextRef="#ctx0" brushRef="#br0" timeOffset="-161042.54">19191 10251 90 0,'3'-5'312'0,"-1"3"-19"0,1-1-26 16,-3 3-26-16,0 0-25 0,9-2-25 0,-9 2-22 15,6 0-20-15,-6 0-18 0,9 2-13 0,-5 2-15 16,2 2-13-16,1 3-14 0,-1 1-5 0,-1-1-10 16,1 4-9-16,1-1-4 0,-6 2-1 0,3 2-7 15,0-3-9-15,-3 0-2 0,-1-1-2 0,0 0-4 16,0-1-2-16,0 2-8 0,0-3 0 0,0-3-11 16,0-2 7-16,0 0-1 0,-1 0 3 0,-2-1 1 15,3-1 14-15,0-3 19 0,-1 7 28 0,1-7 29 16,0 0-6-16,0 0-17 0,0 0-23 0,14-7-20 15,-5-1-15-15,5-2-11 0,4-4-10 0,4 0-20 16,3-2-11-16,5 0-10 0,-1 2-2 0,3-2 1 16,0 1-4-16,0 2 3 0,0 1 4 0,-1 1 4 15,-2 2 10-15,-2 2-4 0,-5 2 3 0,-1-1 2 16,-3 1 2-16,0 3 2 0,-5-1 2 0,-4 0 3 16,0 1 2-16,-3 1-1 0,-1 0 4 0,0 0 4 0,2-1 8 15,-7 2 1-15,6 0 2 0,-6 0-1 16,0 0-1-16,0 0 1 0,0 0-4 0,0 0 2 15,-18 3 0-15,8 1-5 0,-4-1 14 0,-3 4-9 16,-2-3-4-16,1 4 3 0,-1-1 2 0,1 1-3 16,2-1-2-16,-1 0 4 0,2 1-1 0,3-1-4 15,3 0 0-15,0 0-2 0,2 0 3 0,2-2 1 16,-2 2-1-16,5-2-2 0,-1 0 6 0,2 2 2 16,1-4 1-16,1 2-1 0,4 0 2 0,-1-1-1 0,5-1 0 15,1 2 3-15,3-5-1 0,0 0 11 0,0 0 6 16,0-4 7-16,-1 1 5 0,3-1 15 15,-2-2-7-15,0-2 13 0,4-3 11 0,-5-2-10 16,2 1 2-16,-1-2-3 0,-3-1-1 0,2-2 0 0,-2-7-11 16,0-1-2-16,-2 2 0 0,-3-3-2 0,-1 1 0 15,0 1 3-15,-3 4 9 0,0 0 1 0,1 2 5 16,-2 1 8-16,0 2-5 0,-2 5 0 16,2-2-8-16,0 4 2 0,0 3-11 0,-1-1-11 0,0-1-6 15,1 4-8-15,0-1-25 0,0 4-41 0,0 0-8 16,0 0 6-16,0 0 1 0,-9 15 10 0,4-5 1 15,-1 6 11-15,-1 3-11 0,1 5 4 0,-1 1 1 16,2 1 5-16,1-2 8 0,0-6 0 0,4 8 1 16,-2-8 13-16,2 7-20 0,0-8-10 0,2 0-11 15,1-5-8-15,-2-1-10 0,3 0-12 0,-1-1-18 16,-1-1-18-16,3-1-17 0,-1-1-17 0,0-2-21 16,3-1-28-16,0 0-20 0,-1-4-228 0,1 1-480 15,0-2 213-15</inkml:trace>
  <inkml:trace contextRef="#ctx0" brushRef="#br0" timeOffset="-160740.78">19851 10324 87 0,'1'-2'170'0,"-1"2"-4"0,0 0-7 16,2-3-4-16,-2 3-14 0,0 0-13 0,0 0-9 15,0 0-13-15,0 0-3 0,0 0-4 0,0 0 2 16,4-2-6-16,-4 2-5 0,0 0-5 0,0 0 5 0,0 0 3 16,7-3 0-16,0 3-2 0,2-3-8 0,0 2-8 15,3-3-5-15,0 0-6 0,6-1-6 0,-1 0-6 16,1-2-4-16,-1 1-4 0,2-3-1 15,-4 0-4-15,2-1-2 0,-3 0 6 0,0 0-5 0,-3 1 2 16,-1-2 3-16,-2 5 0 0,-1-4 13 0,-2 5-3 16,-1-1 0-16,0 0-9 0,0 2-7 0,-4-1-10 15,0 2-3-15,0 3-5 0,-12-5-4 16,3 5-1-16,-2 3-4 0,-6 0-3 0,-2 4-1 0,0 0-2 16,2 2-3-16,0 1 3 0,-1 2-4 0,4 2-1 15,-1 0-7-15,-1 0-12 0,6 2-14 0,-1-1-11 16,4 2-22-16,2-5-21 0,0 2-7 15,5-2-15-15,1-1-31 0,6-2-44 0,-1-2-244 16,3 0-464-16,1-4 205 0</inkml:trace>
  <inkml:trace contextRef="#ctx0" brushRef="#br0" timeOffset="-160425.58">20219 10210 250 0,'5'-3'304'0,"-1"1"-28"0,-2 0-33 0,2-1-27 15,-2 1-22-15,-2 2-25 0,0 0-17 0,11 5-16 16,-7-1-13-16,2 3-14 0,1 1-13 0,0 1-11 16,-2 3-7-16,2 5-12 0,0 0-4 0,-3 0-6 15,0 3-6-15,-3-4 4 0,0 2-9 0,1 1-8 16,-4-2-3-16,2-5-9 0,-1 2-2 0,0-6-4 16,-2 1 1-16,2-4 5 0,-1 0 12 0,0 0 16 15,2 0 32-15,0-2 51 0,0-3 18 0,0 0 4 16,0 0-2-16,0 0 7 0,-9-10 6 0,11 5 0 15,-2-2-8-15,0-6-19 0,3-2-11 0,3-2-25 16,-2-1-8-16,4-2-19 0,3-2-10 0,1 5-8 16,-3-1-13-16,1 1-21 0,3 2-29 0,-3 2-22 15,2 1-37-15,-2 3-40 0,-2 2-41 0,-2-1-39 16,2 6-42-16,-2-1-52 0,3 1-53 0,-5 2-308 16,-4 0-688-16,0 0 305 0</inkml:trace>
  <inkml:trace contextRef="#ctx0" brushRef="#br0" timeOffset="-159407.59">21471 10143 204 0,'-3'-6'272'0,"3"6"-12"16,-1-5-15-16,1 5-19 0,0 0-22 0,0-6-22 15,0 6-21-15,0 0-21 0,0 0-16 0,0-4-13 16,0 4-16-16,0 0-10 0,0 0-10 0,4 17-8 15,-3-7-8-15,2 1-8 0,-6 1-4 0,3 5-12 16,0 0-7-16,3 1-4 0,-3-1 1 0,1 4-3 16,-1-2-2-16,4 0 0 0,-2 0-4 0,2 0-2 15,-4-4 0-15,7 1-1 0,-5-6 3 0,2 2-5 16,0-3 0-16,-1-2-2 0,3-2 9 0,-2 1 18 16,-1-1 22-16,1 0 21 0,1-3 31 0,1-2 19 15,1 0 7-15,3-1 11 0,-1-7-10 0,4 1-5 16,0-2-10-16,2-3-13 0,-1-2 1 0,4 1-26 15,0-8-11-15,0 4 1 0,-3-5-14 0,2 1-6 16,-7 4-2-16,4 0-7 0,-2 1-1 0,-3 3-4 16,1-2-3-16,-3 1-8 0,-1 3-5 0,-1 2-1 15,-3 3 8-15,3 0 4 0,-2 0-5 0,-1 1-3 16,1-1-3-16,-2 2-4 0,1 1-10 0,-2 3-11 16,2-4-9-16,-2 4-35 0,0 0-29 0,0 0 8 15,0 0 4-15,0 0 7 0,5 14 4 0,-5-5 12 0,-2 2-2 16,2 0-3-16,-3 8 12 0,1-1 4 15,0 0-4-15,0 2 9 0,-1-2 0 0,3-1 4 16,-1 1 5-16,0-3-5 0,1-2 8 0,0-4-3 0,0 1-6 16,0-2 16-16,1 0 4 0,-1-3-2 0,1 2 19 15,0-4-8-15,3 2 5 0,3-3 8 0,4-2-8 16,7 0 3-16,12-1-2 0,1-4-17 16,8-1-32-16,12-1-47 0,-1-5-62 0,-11 3-79 0,11-4-118 15,-1-6-257-15,-15 4-647 0,0 3 286 0</inkml:trace>
  <inkml:trace contextRef="#ctx0" brushRef="#br0" timeOffset="-158892.26">22440 10099 36 0,'0'0'305'0,"1"-6"-21"0,-1 6-16 0,2-2-16 15,-2 2-23-15,0 0-23 0,0 0-18 0,0-5-22 16,0 5-20-16,0 0-16 0,0 0-21 0,0 0-11 16,0 0-13-16,0 0-6 0,0 0-12 0,-19 9-6 0,9-3-8 15,1 1-5-15,-3 0-6 0,1-1 0 0,1 2-7 16,-2 2-9-16,-2 2-1 0,4 1-4 16,0-1-2-16,2-2-1 0,0 1 0 0,3-1-3 15,0 2 0-15,3-2-4 0,2 1 2 0,-3 0-6 0,8 1 4 16,-1-2-3-16,1 2 3 0,4-1 0 0,1 0-3 15,3 0 0-15,1-1 2 0,0 0 2 16,-1-1-7-16,0-1-1 0,-4-2-2 0,-2-1 2 16,1-2-1-16,-4 2-3 0,0-1-10 0,0-1-13 0,-2 0-5 15,-2 2 0-15,0-5 5 0,-2 5 7 0,-5-1 0 16,-3 1 3-16,-2-1 1 0,0-1 0 0,-6-1-3 16,-1 1-14-16,-2 0-25 0,2-1-32 0,-4-1-41 15,4-2-43-15,-2 1-62 0,2-5-155 0,5 3-419 16,1-1 185-16</inkml:trace>
  <inkml:trace contextRef="#ctx0" brushRef="#br0" timeOffset="-157523.88">22662 10156 247 0,'0'0'327'0,"0"0"-31"0,0-6-28 0,0 6-32 16,0 0-27-16,0 0-25 0,0 0-19 0,0 0-22 15,0 0-13-15,0 0-18 0,0 0-11 0,5 11-10 16,-4-3-10-16,0 1-11 0,1 3-4 0,-2 0-8 16,2 3-7-16,0 3-6 0,-1-2 6 0,-1 1-15 15,0 0-5-15,1-1-3 0,0 0-1 0,-1-3-2 16,2-3-3-16,0 2-3 0,-2-3 0 0,2-1-3 15,-1-3-1-15,0 2 5 0,0-3 0 0,-1 1 26 16,0-2 35-16,0-3 51 0,3 5 34 0,-3-5 7 16,0 0-3-16,0 0-17 0,15-8-17 0,-6 1-10 0,1-2-13 15,-2 1-12-15,1-1-9 0,5-5-11 0,-4-1-9 16,2-2-6-16,-1 3-5 0,1 2-9 16,-3-3 0-16,0 6-9 0,-4-1-6 0,0 0 5 15,0 5-9-15,-2 0-1 0,-1-2-8 0,1 5-13 0,0-4-2 16,0 4-26-16,0-1-16 0,-3 3-22 0,2-4-32 15,-2 4-22-15,0 0-5 0,0 0 11 16,0 0 10-16,0 0 7 0,7 12 3 0,-5-7-1 16,-1 2 6-16,2 3-2 0,4-2 1 0,0 3-1 0,3 1-8 15,5 1-6-15,2-4-3 0,2-1 3 0,8 1-14 16,0 1-13-16,5-5-15 0,0-1-6 0,1-1 7 16,2-3 5-16,0-3 6 0,1-1 15 15,0-3 13-15,0-2 11 0,-6-1 25 0,-4-2 13 0,-2 2 29 16,-6 0 24-16,-5-2 21 0,-3 4 33 0,-3-3 17 15,0 2 23-15,-3 0-15 0,0 0-4 0,-4 2-6 16,0-1-8-16,-3 3-4 0,-2-1-13 0,0 0-8 16,-4 1-2-16,-5 0-5 0,-4 3-6 0,0 0-5 15,-1 4-5-15,0 0-2 0,-1 4-1 0,0-2 1 16,4 6-3-16,-3-1-5 0,2 1-1 0,-1 2-3 16,4 1 4-16,-3-1-2 0,5 4-2 0,0-4-2 15,3 1-3-15,3-1-11 0,1-2 4 0,0 0-1 16,1-4 2-16,1-1 3 0,2 0 5 0,0 0 9 15,2-3 17-15,-1-2 6 0,5 3 23 0,3-3 9 16,-8 0-10-16,15-3 0 0,-5-2-5 0,4 0-9 16,3-4 1-16,-2-1-7 0,3 0-1 0,0-1-2 15,1 0-4-15,-1 0-7 0,-3-1 8 0,0 1-15 16,-4 5 3-16,-2-2-6 0,0 1 4 0,-4 5 4 16,3-3-5-16,-5 2-7 0,3 1-13 0,-4 0 4 0,2-1-29 15,-4 3-3-15,0 0 8 0,10 5-7 16,-5-2 4-16,-1 4 1 0,1-5 6 0,-1 6 1 15,3 1 0-15,1-1 12 0,0 3-12 0,-3-3-2 16,4 1 2-16,0-1 0 0,-1 0 3 0,-2-2 9 16,3 0-6-16,3-1 3 0,-3-1 8 0,1-2-11 15,1-2 8-15,0-2 0 0,-1-1 5 0,0-2-2 16,0-1 4-16,1 0-4 0,1-7 7 0,-2 2 1 16,2-3 4-16,-2-1 2 0,-3-2 7 0,2 0 1 0,-1 0-2 15,4-7-2-15,-6-2 9 0,4 3 1 0,-2-5 10 16,1-1-11-16,-1 1 0 0,-2 2 8 15,1-2 3-15,-5 12 7 0,3-2 5 0,-2 8 8 16,-1-2 0-16,1 1 1 0,0 6-6 0,0-3-3 0,-3 3-14 16,1 1-5-16,-1-2-19 0,0 6-35 0,2-5-25 15,-2 5-1-15,0 0-8 0,0 0 7 0,0 0 2 16,-9 19 19-16,5-9-10 0,0 9 6 0,-2 6 2 16,-2-1 6-16,1 2 2 0,0-1 3 0,2 1 0 15,0-1 1-15,1 1 1 0,0-2 15 0,-1 0-7 16,4-4-1-16,-2-1 5 0,3-2 3 0,3 2-3 15,-2-4 2-15,-1-3 1 0,4-2 3 16,-3-1 1-16,4 1 10 0,-2-4 9 0,1-1 1 0,-2 1 5 16,2-1 4-16,0-2 8 0,1 1 8 0,0-4 6 15,3 3-8-15,0-6 6 0,2 3-2 0,1-5 1 16,2-1-7-16,5-2-7 0,-1-3 2 0,4-5-1 16,4-3 5-16,-4 2-20 0,1-2-15 0,0-5-11 15,-2-2-12-15,2-2-6 0,-3 2-2 0,-4 1 9 16,-2 4-1-16,0-3-3 0,-2 2 6 0,-4 2 10 15,-1 6 17-15,-2 2-6 0,2 0 14 0,-4 4 0 16,0-3-2-16,-1 6 1 0,1-3-5 0,0 3 0 16,-2 1-4-16,0 0-1 0,0 4-25 0,4-5-11 15,-4 5-8-15,0 0-3 0,-4-3 2 0,4 3 11 16,0 0-3-16,-5 8 4 0,1-2-1 0,-1 1 2 0,2 5 5 16,-3 0-2-16,3 3 6 0,-3 2-6 0,1 0 2 15,-1 0 7-15,2 2-4 0,0-2 6 16,3 4 8-16,-3-5-5 0,4 1-3 0,0 0-1 15,0-1 20-15,1 1-12 0,1-5 1 0,2 0-1 0,-3-1 1 16,0-2 2-16,3 3-6 0,-3 0 4 16,3-7 3-16,0 4-3 0,-2-4 15 0,0 2-11 0,2-1 0 15,-2 0 1-15,3-4-1 0,-3 4 2 16,3-3 2-16,2 1-3 0,-4 0 4 0,3-2 0 0,1 2 0 16,5-2-15-16,-1-1-18 0,0 0-26 0,8-1-46 15,3-1-62-15,6-2-91 0,-7-3-297 0,9-5-593 16,2-1 264-16</inkml:trace>
  <inkml:trace contextRef="#ctx0" brushRef="#br0" timeOffset="-156791.22">24277 10089 247 0,'0'-3'330'0,"1"-2"-24"0,-1 1-17 16,0 4-22-16,0-5-28 0,0 5-26 0,0 0-25 0,3-3-24 16,-3 3-29-16,0 0-16 0,0 0-9 15,0 0-14-15,6 7-12 0,-3-2-9 0,-2 1-18 16,4 0-14-16,-2 1-11 0,2-1-13 0,0 3-8 16,0-2-11-16,0 2-11 0,-1-2-6 0,4-1 2 0,-6 0 3 15,5-1-2-15,-4-1 3 0,3 1 1 16,-1-5 2-16,0 3 1 0,1-2 5 0,-6-1-2 15,13-2 3-15,-7 0 6 0,2-3 10 0,-3 0 6 16,5-2 7-16,-3-3 1 0,2 2 4 0,0-1-2 0,-2-1 6 16,0 1 3-16,2-1 4 0,-2 1 4 15,1 1 3-15,-3 3 5 0,-1-2-5 0,1 2-5 16,-3 3-4-16,2-4-7 0,-1 2-5 0,1 2-16 16,-4 2-17-16,0 0-1 0,0 0-2 0,6 12 2 0,-2-5 10 15,-3 5-12-15,4 3 1 0,-2 2 1 16,-2 9 0-16,4 1-1 0,-2 3 5 0,-2 3-3 15,-5-2 2-15,3 3-6 0,-3 0 1 0,-2 0 1 16,-2 1-1-16,2-4 0 0,-2-1 1 0,-1-1 2 0,0-4 0 16,2 1-2-16,-2-8 7 0,0 0-8 0,2-5 0 15,-2 4-2-15,3-5 2 0,-2-3 1 16,1-1 4-16,-1-3 6 0,0 2 11 0,-1-6 17 0,2 0 18 16,-2-1 17-16,0-1 24 0,1-3 36 0,0 0 15 15,3-1 5-15,0-2-1 0,3-1 0 0,-1-6-18 16,7-3-32-16,4-1-36 0,10-8-32 0,6-3-25 15,17-11-27-15,2 1-24 0,4 0-5 0,-1-2 7 16,2 4 1-16,-5-2 13 0,-1 7-2 0,-1 2 20 16,-11 9 1-16,-2 1 4 0,-5 2 20 0,-7 5 12 15,-3 2-2-15,-1 2-4 0,-5 1-4 0,0 4-31 16,-1-1-45-16,-5 3-62 0,-2-3-70 0,1 5-68 16,-15-1-119-16,-1 1-202 0,0 0-630 0,-2 0 279 15</inkml:trace>
  <inkml:trace contextRef="#ctx0" brushRef="#br0" timeOffset="-150441.57">26139 9990 89 0,'-10'-5'140'0,"-4"1"-14"0,1 1-14 0,-6 1-17 15,2 2-18-15,-5 1 7 0,3 2-5 0,1 2-14 16,-4-1-6-16,3 4-11 0,3 1 2 0,-2-1-13 0,4 4 3 16,0-3-4-16,2 1-8 0,2 5-12 0,2-6-1 15,3 0-1-15,1 2-1 0,2 0 0 16,2-1 5-16,1-2 5 0,2-3 13 0,3 4 8 0,3-3 8 15,1 0-3-15,3-6 6 0,2 3-2 0,6-3 4 16,-3-3 0-16,3-2 3 0,6-4 1 16,-3-3-2-16,-4 2 0 0,4-7 3 0,-9 3-2 15,6-3 5-15,-6 2 2 0,-1 1 4 0,-4-3 2 0,4 2 3 16,-3-1 2-16,-3 3 9 0,0 2 1 0,-3 3 3 16,-1-2-6-16,1 5-4 0,-3-2-12 0,0 2-8 15,3 3-9-15,-4-1-20 0,-1-1-18 0,0 4-2 16,0 0-3-16,0 0-5 0,-8 14 2 0,2-2-4 15,-3 3-2-15,0 12 0 0,-1 1 4 0,1 1-5 16,0 7 1-16,-3 10 2 0,4 0-12 0,0-12 1 16,6 3 0-16,-3-3 1 0,3 0 5 0,2-1-4 15,2 1 3-15,0-3-1 0,1-3-1 0,-2 0 5 16,2-3 0-16,-2-6-1 0,1 0 3 0,0-1-1 16,-2-3 0-16,0-4-2 0,0 0-1 0,-2-2-4 15,0 0-1-15,1-1 2 0,-3-2 0 0,-3 0 3 16,0-1 4-16,-2-1-3 0,-3-2 6 0,-1 1-6 15,1-3 5-15,-6-2 5 0,-4-1-6 0,4 0 3 16,0-2-2-16,2-2 5 0,-2 0 0 0,1-3 3 16,4-2 3-16,2 0 1 0,-2-3-1 0,7-6-4 15,2-6-5-15,5 1-8 0,6-3-4 0,4-2-7 16,6 0-2-16,8-11 0 0,-1 15 1 0,12-9 2 16,-6 11 0-16,9-7 3 0,2 3 2 0,1 4 10 0,-10 7 1 15,0 2 6-15,-4 3 1 0,2 3 2 16,-11-1 4-16,-5 6 1 0,-4-1 5 0,0 2-4 0,-2 2-3 15,-3 0-3-15,-1 1-3 0,0-3-15 0,1 3-26 16,-5 1-10-16,0 0 3 0,0 0 0 0,6 5-5 16,-6-5-2-16,-6 7-13 0,-2-4-20 0,2 5-24 15,-3-2-21-15,-1 2-41 0,1-3-54 0,-1 1-150 16,2-2-399-16,0-2 177 0</inkml:trace>
  <inkml:trace contextRef="#ctx0" brushRef="#br0" timeOffset="-150093.87">26486 10019 264 0,'4'-4'287'0,"-1"3"-25"16,1-3-23-16,-2 1-22 0,-2 3-31 0,5-2-19 16,-5 2-13-16,8 0-21 0,-8 0-17 0,14 6-10 15,-5 0-13-15,0 1-12 0,0 1-10 0,2 5-9 16,-3 2-5-16,1-1-5 0,-1 1-4 0,-1 2-5 15,-4-2-7-15,3 3-4 0,-3 0-4 0,-1 1 1 16,-2-2-4-16,0 0-3 0,0-3-4 0,-2-2-2 0,2-3 0 16,-3 2-1-16,3-6 2 0,0 1 5 15,-2-2 11-15,2 2 16 0,0-4 25 0,0-2 42 16,-2 4 33-16,2-4 23 0,0 0 2 0,0 0-28 16,0 0-17-16,0 0-9 0,2-21-13 0,0 12-9 0,3-1-12 15,-2-7-10-15,3 1-11 0,-1-4-24 0,3 2-13 16,0 1-12-16,-1 0-29 0,2 1-30 15,-1 0-23-15,2 3-25 0,-5 2-34 0,3 3-36 16,-3 3-38-16,5-4-39 0,-2 6-28 0,-3 2-39 0,3 0-210 16,1 1-557-16,-3 0 246 0</inkml:trace>
  <inkml:trace contextRef="#ctx0" brushRef="#br0" timeOffset="-148943.06">26797 10189 52 0,'-1'4'252'0,"1"-4"1"0,0 0-1 0,0 0-6 16,-2 2-7-16,2-2-15 0,0 0-11 0,0 0-19 16,0 0-14-16,0 0-2 0,0 0-34 0,0 0-12 15,0 0-21-15,18-5-7 0,-8 3-9 0,1-4-14 16,0 0-6-16,7-2-6 0,-4 0-6 0,4-1-7 16,-4 1-9-16,4-2-1 0,-4 2-7 0,3-2-5 15,-6 3-1-15,3-5-4 0,-1 3-2 0,-2 3-4 16,-3-3-1-16,-1 2-2 0,0 2-2 0,-4 0 0 15,2 0-6-15,1 2 0 0,-3-1-4 0,-1 1-1 16,0 1-3-16,0-1-7 0,-2 3 3 0,0 0-5 16,-9-4 0-16,1 4-2 0,0 0 7 0,-5 0-3 15,-1 4 0-15,-4-1-2 0,-1 2-3 0,-3 1 5 16,5 2 0-16,-2 0-5 0,4 1 1 0,-2 1 0 16,8-3-12-16,-1 3-7 0,1 0-9 0,4 0 2 15,1 0 2-15,4 1 6 0,5-2 5 0,3 1 0 16,9 1 6-16,9 2-3 0,9-5 1 0,1 1-7 15,1-1-11-15,15-4-3 0,2-1 5 0,-16-3-5 16,16-1 3-16,-17-1 2 0,1-2 4 0,-6-3 5 16,1 1-4-16,-6-2 23 0,-6 0 13 0,-5 1 15 15,-3-1 22-15,-3 1 13 0,-1-2 6 0,-4 1-5 16,0-1-4-16,-1 2-6 0,-2-1-8 0,-4 0-7 16,-3 2-5-16,-1 1-3 0,-6-1-6 0,2 2-1 15,-4 1-5-15,-3 1-3 0,1 4 0 0,-2-1-3 16,0 5-2-16,0 0-3 0,-1 1-3 0,-1-1 1 15,4 3 1-15,0 1 1 0,5-2-5 0,1 0 2 16,0 1-2-16,2-1 3 0,2 0-2 0,1-2 0 16,0 4-1-16,1-5 4 0,3 0 1 0,1 0 4 0,3-1 0 15,1-1 5-15,4-2 5 0,0 0 5 16,2-2-4-16,2 0 3 0,1-2 8 0,5-1-10 16,-4 0 2-16,2-2-4 0,0-1 1 0,1-1 0 0,-1 1-4 15,0-3-4-15,-6 5-1 0,3-1 5 0,-4 0-3 16,0 2 10-16,1-1 18 0,-5 1-21 0,1 2 3 15,0-2 1-15,-4 1-9 0,4 2-1 16,1 1-7-16,-7 0-7 0,11 1 9 0,-2 2-9 0,3 2-10 16,-1-3 4-16,3 4-9 0,-1-1-3 0,6 1-9 15,-5 0 8-15,4 0-29 0,0-1-3 0,0 0-8 16,-5-2 1-16,1-1-4 0,-3 0 9 16,2-4 6-16,-1 2 4 0,-1-3 5 0,-1-2 3 0,-1 1 9 15,0-3 0-15,1-1 12 0,-5-3 11 0,1 0 1 16,0-1 14-16,-1-7 1 0,1 2 15 0,1-7-5 15,-2 0 0-15,-4-7 2 0,4 1-4 0,-1 1 1 16,0-2 1-16,2 2-4 0,-2 2 2 0,0 1 8 16,-4 9 3-16,4 2 1 0,-4 3-3 0,1 0 3 15,-1 9-9-15,0-5-12 0,3 4-19 0,-3 1-41 16,0 3 3-16,0 0 6 0,0 0-1 0,0 17 6 16,-3-1-2-16,3 8 8 0,-2 3 2 0,-1 1 2 15,2 8 2-15,-2-1 3 0,-1 0 6 0,2 2 3 16,-2-3 0-16,4-1 3 0,0-3 4 0,-1-4 2 15,-2-7-4-15,3-1 1 0,-1-6 0 0,-2 0 3 16,3-3-3-16,0-1 10 0,-1-3-6 0,1 2 8 16,0-5 3-16,0-2 3 0,-4 2-6 0,4-2 2 15,0 0-11-15,-5-11-6 0,1 6-15 0,-1-7-23 16,-4-4-23-16,0 1-25 0,0-2-24 0,-3-4-14 16,-4-2-21-16,0 3 4 0,2-4 17 0,-2 11 10 15,2 0 22-15,0 1 1 0,0-1 7 0,-2 3 21 16,3 2-2-16,-4-2 23 0,7 4 12 0,-3 2 5 15,0 1 12-15,4-2 3 0,0 2-2 0,1 0 5 0,0 2 4 16,3 1 6-16,0-2 1 0,5 2-4 0,-9-2 14 16,9 2 17-16,0 0 17 0,0 0 28 15,0 0 25-15,0 0 17 0,0 0 0 0,23 4-2 16,-2-3-8-16,10-1-7 0,5 0-7 0,2-3-7 0,17-2-8 16,-3-2 5-16,3 4-18 0,-16-2-3 15,-1 1-6-15,-3-2-4 0,-5 1-6 0,1-1-4 16,-12 1-1-16,0 2 1 0,-10 2 8 0,3-2 11 15,-5-2-10-15,0 2-4 0,-2 1-12 0,-4-1-11 0,-1 3-15 16,0 0-10-16,-6-5-17 0,1 3-17 0,-4 2-26 16,-3 2-18-16,3 1-30 0,-1-2-19 0,-1 3-31 15,4-3-32-15,-2 3-216 0,2 0-447 0,0-2 199 16</inkml:trace>
  <inkml:trace contextRef="#ctx0" brushRef="#br0" timeOffset="-148625.68">27994 10043 135 0,'0'2'276'0,"0"-2"-6"0,0 0-5 15,0 0-9-15,3 4-5 0,-3-4-9 0,0 0-25 16,0 0-20-16,5 1-22 0,-5-1-17 0,13-3-14 16,-3 0-16-16,1-1-14 0,6 0-10 0,1-1-18 15,-3 0 0-15,4-2-12 0,-3-1-12 0,2 1-2 16,-1-3-2-16,-4 1-5 0,-1 1-5 0,-1 1-8 15,-2 0-3-15,-1 0-2 0,-3 4-8 0,1 0-4 0,-2 1-8 16,1-2-12-16,-3 1-9 0,-2 3 3 0,0 0-5 16,0 0-2-16,-13 10 0 0,1-5 2 15,2 4 1-15,-4 1 0 0,0 0 2 0,2 2-4 16,-3 0 2-16,4 1 1 0,-1 0-4 0,2 0-16 16,3-1-7-16,-1 2-11 0,4-2-12 0,-3 3-8 15,6-1-7-15,0-6-7 0,2 4-18 0,0-3-20 16,3-1-33-16,1 0-28 0,2-4-57 0,-2-2-167 15,4-1-432-15,-3-1 192 0</inkml:trace>
  <inkml:trace contextRef="#ctx0" brushRef="#br0" timeOffset="-148353.69">28256 9936 19 0,'5'-12'302'0,"2"5"-21"0,-2 0-22 15,2 1-24-15,-3 0-22 0,1 2-23 0,1 3-24 16,0-2-21-16,1 3-12 0,0 3-15 0,3 1-11 15,1 3-12-15,1 8-10 0,-2-1-1 0,-1 4-12 16,5 3-11-16,-6 4-5 0,0-1-5 0,-6 2-8 16,2-1-2-16,-8-1-3 0,2-3-5 0,-1-3-3 15,-2-2-7-15,0-1 8 0,-1-5-14 0,0 0 2 16,0-2-1-16,2-2 7 0,-1 0 9 0,1-2 18 16,-1-3 29-16,1-1 14 0,4 0 9 0,-10-6-9 15,8-2-10-15,0 0-14 0,0-3 3 0,2-3 1 16,2-1-11-16,2-2-17 0,6-7-21 0,1 0-14 15,5 0-43-15,0 0-25 0,1 6-27 0,5-3-31 16,4 4-33-16,-3 2-48 0,2 3-57 0,-8 0-253 16,1 4-547-16,-2-3 243 0</inkml:trace>
  <inkml:trace contextRef="#ctx0" brushRef="#br0" timeOffset="-146423.33">29537 9692 81 0,'5'-11'287'0,"-3"0"-14"16,3 2-16-16,-2 2-15 0,1 1-15 0,-3-1-24 15,1 2-19-15,1 1-19 0,-2-3-23 0,1 4-24 16,-2 3-20-16,0 0-9 0,0 0-11 0,6 19-9 16,-5-7-8-16,-1 7-7 0,2 6-6 0,-4 6-5 15,0 1-6-15,-2 3-4 0,0 2-4 0,-1 9 0 16,0-2-7-16,0-7 7 0,-3-2-7 0,6-1-5 15,-2-2 0-15,1-3-1 0,-1-3-3 0,0-6-2 16,1-5 2-16,0-1-1 0,2-5-2 0,-2-1 3 16,3 0 1-16,-1-4 3 0,-3 1 29 0,8-1 27 15,-5 0 35-15,1-4 22 0,-3 4 13 0,3-4 3 16,0 0-3-16,0 0-20 0,0 0-18 0,0 0-10 16,-8-12-7-16,6 7-21 0,-6-3-15 0,3-1-7 15,-4 0-5-15,0-1-10 0,0 0-18 0,-1 2-9 16,0 0 0-16,-5-1-1 0,0 2-4 0,-1-2-7 15,3 4 3-15,0 3 4 0,2-3-7 0,0 2 6 16,4 3-7-16,1-2-25 0,-1 0-3 0,2 1-33 16,1-1-19-16,0 0-12 0,4 2-5 0,0 0 17 15,0 0 11-15,0 0 4 0,0 0 9 0,0 0 7 16,27 7 7-16,-6-7 1 0,-1 2-2 0,8-4 2 16,0 2-6-16,0-3 4 0,-2-4 5 0,2 0 7 15,-1-1 1-15,-1 0 5 0,-1-5 4 0,1 1 7 16,0-8 7-16,-2 3 6 0,-2-2 9 0,0 0 14 15,2 2 17-15,-3 0 13 0,-6 2 12 0,-2-2 17 16,1 5 10-16,-2-2 13 0,-1 1 13 0,-2 2 0 16,-1 3 14-16,-3-1-11 0,1 4 0 0,-2 0-6 15,0 0-17-15,-2 1-16 0,2 1-15 0,-4 1-14 16,0 2-54-16,5-1-12 0,-5 1 0 0,0 0 1 16,4 12 5-16,-6-2-2 0,2 5 3 0,-4 2-4 15,1 9 6-15,-1 0 2 0,-1 2 6 0,0-1 1 0,0 4-6 16,0-2 21-16,0-1-16 0,1-3 0 0,3-6 7 15,-1 0-5-15,2-6 8 0,0-1-7 16,0-4 5-16,0-1 4 0,0 0 15 0,0-3 13 16,2 1 35-16,-1-2 29 0,-1-3 7 0,6 0-4 0,-6 0-14 15,7-5-6-15,1-2-9 0,0-1 2 16,1-2-17-16,2-2-8 0,1-3-8 0,1 2-11 16,-1-4-6-16,-2 4-9 0,0-1-2 0,-1 4 3 15,-4 3 4-15,0 0-11 0,-1 2-7 0,0 1-18 0,-3-1-21 16,3 2-31-16,-1 0-29 0,-3 3-29 0,5-1-8 15,-5 1 8-15,0 0 15 0,2 8 7 0,-2-3 11 16,3 3-2-16,1 1 5 0,-1 1 7 0,4 1 9 16,6 2 0-16,1 2-3 0,7-1-2 0,6 1 2 15,3-4 2-15,4 2-3 0,-1-5-5 0,4-1-3 16,-2 0 7-16,0-5 3 0,1 0 10 0,-4-3 1 16,-1 0 13-16,-4-4 12 0,-8 0 13 0,-2-1 28 15,-3-2 26-15,0-2 21 0,-5 0 14 0,-2 3 5 16,1-4-3-16,-2 0 3 0,-4 4-7 0,0-5-11 15,-2 0-3-15,-4 5-7 0,2-1-6 0,-6-1-4 16,-2 2-2-16,0 2-4 0,-4 0-6 0,-3-1-2 16,-3 5-4-16,-1 1 4 0,2 1-8 0,-3 2 1 15,2 5-3-15,-1-2-1 0,4 5-2 0,2-4 0 16,-1 5 2-16,3 0-2 0,0 1-3 0,6-1-5 16,0-1 0-16,2 0 0 0,1 0 4 0,3 0 12 15,1-2-13-15,3 0 4 0,3 1 1 0,-1-3 3 16,3-1-2-16,0-2 0 0,3-2-3 0,-1 1 8 15,9-3-3-15,-6 0 6 0,-3 0 5 0,4-3 7 16,-2-1 8-16,-1 0 13 0,-2-2-15 0,0-2 0 16,4 1-1-16,-3 0 0 0,-2 0 8 0,1-1 5 15,-3 4 3-15,-1-2-1 0,-1 0-7 0,0 3-4 16,-1 1-2-16,1-1-11 0,-2-1-1 0,2 3-11 16,-4 1-24-16,2-4-17 0,-2 4-28 0,0 0-23 15,5-2-19-15,-5 2 5 0,0 0 3 0,0 0 5 16,2 11 6-16,0-8 13 0,2 2 1 0,-1 1 8 15,2-2-2-15,2 3-8 0,1 0 2 0,0-2 3 16,2 2 4-16,2-2-2 0,-2 0 1 0,1-1 5 16,2-1 4-16,-3-1 12 0,3-2 4 0,-3 0 16 15,2-2 26-15,-1-2 33 0,-2-1 15 0,4-2 13 16,-4 1 28-16,-1-4 2 0,1 1 0 0,-1-1 5 16,1-4-1-16,1-1 36 0,1 1-23 0,-3 1 7 15,1-1 11-15,-2 2-14 0,-2 1-2 0,2 2-16 16,-5 1-3-16,3 3-8 0,-1 0-9 0,-2-1-3 15,0 1-13-15,-1 3-11 0,-1 2-25 0,5-4-40 16,-5 1-22-16,0 3 0 0,0 0 1 0,0 0 0 0,4 9 6 16,-4-3-4-16,0 1 7 0,0 4 4 15,-2-1-1-15,-5 5 4 0,5 2 2 0,-1-3-1 16,-1 1 1-16,-1 2 2 0,3-5 6 0,0-3 1 16,-2 1 0-16,3-3-2 0,0 0 5 0,1-2 2 0,-1-1 8 15,-2 0 9-15,3-4 43 0,0 5 27 0,0-5 21 16,0 4 16-16,0-4-14 0,0 0-14 15,0 0-11-15,19-9-6 0,-10 5-9 0,0 3-5 16,1-6-13-16,2 4-2 0,-2-2-7 0,-1 3-8 0,0-1-5 16,1 1-23-16,-2 0-22 0,-3 2-22 0,4 0-25 15,0 2-23-15,-3 0-20 0,3 2-29 0,0 2-33 16,0 1-46-16,-1-2-38 0,1 5-55 0,0-3-267 16,0 0-627-16,0-2 277 0</inkml:trace>
  <inkml:trace contextRef="#ctx0" brushRef="#br0" timeOffset="-145909.97">31724 9972 222 0,'0'-4'271'0,"0"4"-21"0,0-6-23 0,-1 2-23 0,0-1-22 16,1 5-21-16,-4-9-17 0,0 6-16 0,-5 1-15 15,4-1-9-15,-5 3-11 0,-1 0-7 0,-4-2-15 16,1 4-10-16,-4 1-4 0,0 2-10 0,2 1-3 15,-3 0-4-15,2 5-6 0,0 0-6 0,1 0-5 16,0 1-1-16,5 1-5 0,-2 1 1 0,4 1-3 16,1-1 2-16,3-2-2 0,0 0 2 0,3 6 0 15,-2-7-1-15,5 0 9 0,4 0 14 0,5-1 10 16,-2-2 2-16,5 3 8 0,-2-5 3 0,5 0 5 16,-1-3 4-16,-2-1 25 0,1-4-2 0,-1 2 20 15,-1-3 10-15,-1-2 4 0,0 1 7 0,-1-1-1 16,-1-4-10-16,0 2-11 0,-1-3-13 0,1-1-10 15,-3-5-14-15,-1-1-4 0,-1 2-16 0,-1-2-14 16,-2 0-11-16,-2 5-7 0,-2 1-5 0,-2 0-17 16,4-1-11-16,-6 5-4 0,2-3-3 0,-3 3-20 15,2 2-11-15,1-1-20 0,0 3-29 0,-3 1-16 16,2 1-23-16,6 1-26 0,-15 3-21 0,6 0-21 0,0 5-25 16,2-7-15-16,4 6-19 0,-1 3-227 0,2-5-529 15,4 4 234-15</inkml:trace>
  <inkml:trace contextRef="#ctx0" brushRef="#br0" timeOffset="-145242.8">31797 9958 23 0,'6'-8'357'0,"-1"-1"-7"16,3 4-7-16,-6-3-16 0,1 2-13 0,1 3-24 15,1-2-30-15,-4 1-26 0,3 1-24 0,-4 0-24 16,0 3-26-16,4-2-35 0,-4 2-34 0,1-4-30 15,-1 4-15-15,0 0-2 0,0 0-9 0,-1 16 9 16,1-8-21-16,-4 3 13 0,0 5-14 0,0 0 0 16,-2 4 5-16,-3 2-9 0,4-3-1 0,-1-1-2 15,0 0 29-15,-1-2-7 0,5-3-4 0,-2 0-1 16,2-5-2-16,-1 0-5 0,1-3 4 0,1 0 1 16,1 0-5-16,-1-2 59 0,1-3 39 0,-2 5 30 15,2-5 22-15,0 0 0 0,0 0-16 0,0 0-13 16,12-8-22-16,-7 3-8 0,3-2-12 0,3-1-14 15,0-1-10-15,1-3-10 0,-2 4-14 0,3-4-14 16,3 2-26-16,-5 3-11 0,-1 0-23 0,-1 1-23 16,0 1-21-16,0-1-15 0,1 4-43 0,-2 2-19 15,0-3-8-15,2 3-11 0,0 3-10 0,0-3-5 16,2 2-7-16,-3 4-7 0,-1-5-11 0,-3 4 3 16,3 5-2-16,-1-5 3 0,-1-1 0 0,-2 1 12 15,1 0 21-15,0 0 10 0,-3 0 14 0,1-2 15 0,-3 1 17 16,4-2 14-16,-4 1 40 0,4 1 33 0,-4-4 32 15,0 3 30-15,0-3 29 0,0 0 15 16,1 3 16-16,-1-3 13 0,0 0 9 0,4 4 3 16,-4-4 16-16,0 0 2 0,0 0-2 0,0 0-16 0,0 0-6 15,0 0-27-15,8-7-11 0,-2 5-1 0,-1 0-11 16,1-3-9-16,5 2-11 0,-1-2-7 16,3 0 6-16,1 0-14 0,3 0-6 0,-2-5-15 0,2 1 13 15,-1 0-9-15,0-2-9 0,-1 1 12 0,0 2 3 16,-5-1-4-16,3-2-9 0,-4 4 6 0,1-2 8 15,-5 3 11-15,2-1-10 0,-2 0-12 0,-4 0 4 16,2 1-13-16,-2 2 1 0,-2-1-17 0,-3 1 0 16,-4-1 1-16,-1 0-5 0,-6 5 2 0,-5 0 0 15,0 5-2-15,0 1 2 0,-2 0 1 0,-2 4-1 16,5 0-3-16,1 3 0 0,1 0-3 0,2 1 3 16,6 1-1-16,0 2 6 0,3-1 2 0,3 2 0 15,6-1-3-15,4 2-5 0,5 3 0 0,3-1-23 16,6-1-30-16,2-6-30 0,-3-2-41 0,8 0-55 15,3-3-66-15,-2 2-87 0,3-9-188 0,-4-2-579 16,-7 0 256-16</inkml:trace>
  <inkml:trace contextRef="#ctx0" brushRef="#br0" timeOffset="-144946.43">32667 10172 288 0,'0'0'466'0,"0"0"-41"0,0 0-45 0,0 0-36 15,0 0-40-15,0 0-71 0,0 0-86 0,9-5-126 16,-9 5-147-16,8-3-288 0,-4 3-448 0,-4 0 198 16</inkml:trace>
  <inkml:trace contextRef="#ctx0" brushRef="#br0" timeOffset="-89464.26">2026 11940 75 0,'0'0'93'16,"0"0"-3"-16,-3-5-9 0,2 3-2 0,1 2-6 16,0 0-8-16,-1-5-3 0,1 5-8 0,0 0-1 15,-4-5-12-15,4 5 1 0,0 0-7 0,-1-4-1 16,1 4-5-16,0 0-3 0,0 0-6 16,0 0 2-16,-3-3-5 0,3 3 4 0,0 0-10 0,0 0 7 15,0 0-3-15,0 0-3 0,0 0-3 0,0 0 0 16,0 0 3-16,0 0-6 0,0 0 2 0,0 0 4 15,0 0-5-15,0 0-1 0,0 0-3 16,0 0-4-16,0 0 5 0,0 0 4 0,0 0 2 16,0 0 3-16,0 0 4 0,0 0 2 0,0 0 6 0,0 0 1 15,0 0 6-15,0 0 0 0,0 0 9 0,0 0-5 16,0 0 2-16,0 0-1 0,-2-3-3 0,2 3 3 16,0 0 0-16,0 0-1 0,0 0 7 0,0 0-2 15,0 0-4-15,0 0 0 0,0 0 3 0,0 0-1 16,0 0-3-16,0 0 1 0,0 0-3 0,0 0-4 15,0 0-4-15,0 0-3 0,0 0-2 0,0 0-7 16,0 0-3-16,0 0 2 0,0 0-8 0,0 0 10 16,0 0-12-16,0 0-6 0,0 0-5 0,0 0-4 15,0 0 0-15,0 0 0 0,0 0 2 0,0 0-1 16,10 12 3-16,-5-9 2 0,3-1 0 0,2 3 0 16,3-3 3-16,-2 2-2 0,3-2 2 0,3 3 2 15,2 0-2-15,-2 0 2 0,1-1-2 16,-3 0 0-16,-2 0-2 0,0-1-1 0,-2 0-8 15,1 4-2-15,-5-4-3 0,3 2-6 0,-5-3-4 0,1 5 3 16,-2-3 1-16,-3 0 2 0,-1 3 5 0,-3 0-1 16,-5 2 9-16,-2-1-6 0,-2 4 2 0,-6 0 2 15,-4 3 0-15,-2-2-3 0,-1 0 1 0,0 2 3 16,2-2-2-16,-3 1 3 0,3 0-3 0,0 2 7 16,8-3 0-16,-3-1 3 0,4 1 2 0,-1 0-12 15,3-2 3-15,-2 2 3 0,5-4-1 0,4 1 4 16,-5-1-2-16,3-2 1 0,5-2 0 0,-2 1 3 15,0 2-3-15,2-5-1 0,0-1 4 0,1 5 0 16,1-3 2-16,0-4 4 0,0 4-1 0,3-2 2 16,0 2 3-16,1-3 8 0,4 2-4 0,2-3-1 15,3 0 0-15,1 2 2 0,0-4-2 0,5 1 1 16,2-1-2-16,7-3 3 0,-1 3 4 0,2-1-2 16,-6 1 0-16,5-1 3 0,-1-4-3 0,-9 5 1 15,1-1-2-15,-6 3-3 0,0-1 3 0,-3 0 9 16,-2-1 5-16,-1 2 3 0,-2-4-6 0,0 4 1 15,-5 0-6-15,0 0-4 0,9 0-3 0,-9 0-4 16,0 0-1-16,0 0-18 0,0 0-24 0,0 0-19 16,-23 8-26-16,13-8-16 0,1 3-30 0,-6-1-146 15,5-2-292-15,-2 0 129 0</inkml:trace>
  <inkml:trace contextRef="#ctx0" brushRef="#br0" timeOffset="-88908.88">1766 12172 47 0,'0'0'138'0,"0"0"-1"0,0 0-8 16,0 0-8-16,0 0-6 0,0 0-10 0,0 0-12 16,0 0-4-16,0 0-12 0,0 0-2 0,-7 0-10 15,7 0-3-15,0 0-3 0,0 0-9 0,0 0 4 16,0 0-9-16,0 0-2 0,0 0-7 0,0 0-1 16,0 0-5-16,0 0 0 0,0 0-1 0,0 0-1 15,35-2-2-15,-7-1 6 0,2 0-8 0,6 1 2 16,5 0 0-16,13 0 0 0,-1-1-8 0,-13 3 1 15,11-4-1-15,-15 1 1 0,3 1 1 0,-3-1 0 16,-4-1-4-16,0 2 0 0,-3 1 0 0,-8-3-1 16,-3 2 5-16,-8 1 1 0,3-2 13 0,-5 3 7 15,-2-1 2-15,1 1-1 0,-1-2-5 0,-6 2-2 16,6-1-9-16,-6 1-8 0,7 0-13 0,-7 0-15 16,0 0-23-16,0 0-26 0,0 0-32 0,0 0-34 15,0 0-42-15,0 0-144 0,0 0-338 0,0 0 150 16</inkml:trace>
  <inkml:trace contextRef="#ctx0" brushRef="#br0" timeOffset="-87699.84">2889 12126 117 0,'0'0'123'0,"0"0"-8"0,0 0-10 0,0 0 5 0,0 0-2 16,0 0-1-16,-7-3 3 0,7 3-4 0,0 0-6 15,0 0 0-15,0 0-14 0,0 0-8 0,0 0-6 16,0 0-5-16,0 0-6 0,0 0-10 16,0 0-4-16,0 0-5 0,0 0-7 0,0 0-2 15,0 0-4-15,0 0-6 0,0 0 1 0,0 0-4 0,0 0-2 16,0 0-2-16,0 0 3 0,0 0-7 0,0 0 0 16,0 0 2-16,0 0-5 0,0 0-2 15,0 0-1-15,0 0 3 0,0 0-1 0,0 0-2 16,0 0 0-16,0 0-1 0,0 0 0 0,0 0-2 0,0 0 4 15,0 0-4-15,0 0-2 0,0 0 1 0,0 0-2 16,0 0 4-16,0 0-3 0,0 0-1 0,0 0 1 16,0 0 0-16,0 0-4 0,0 0 3 0,0 0 3 15,0 0 0-15,0 0-1 0,0 0 1 16,0 0 3-16,0 0-6 0,0 0 4 0,0 0 7 0,24 2 0 16,-13-4 3-16,7-1 2 0,0 2-2 0,2-3 3 15,-5 3 2-15,7-1 4 0,-3 0 3 16,1-1-2-16,-1 0 0 0,0 2-6 0,-4-1 2 15,-1 1-5-15,-4-2 5 0,1 3-8 0,-1 0 0 16,-3-3-1-16,0 3-4 0,-7 0-9 0,9 0-15 0,-9 0-26 16,7 0-21-16,-7 0 0 0,0 0-13 0,0 0-11 15,0 0-16-15,-20 11-46 0,11-7-145 0,-5-3-319 16,1 3 141-16</inkml:trace>
  <inkml:trace contextRef="#ctx0" brushRef="#br0" timeOffset="-87368.9">2844 12238 147 0,'0'0'199'0,"0"0"-19"0,0 0-17 0,0 0-16 16,18-2-12-16,1-1-14 0,3 0-10 0,10-2-4 16,2-2-6-16,2 2 0 0,0 1 0 0,3-1 3 15,1-1-2-15,-4 0-7 0,-3 3-6 0,-1-2-6 16,-13 3-1-16,-1-1-1 0,-4 0 1 0,-5 2 0 16,0-2-4-16,-2 3-6 0,0 0-5 0,-2 0-9 15,-5 0-9-15,8-1-11 0,-8 1-18 0,6 0-31 16,-6 0-28-16,3 1-26 0,-3-1-28 0,0 0-48 15,-12 8-47-15,6-6-189 0,-1 1-407 0,1-1 180 16</inkml:trace>
  <inkml:trace contextRef="#ctx0" brushRef="#br0" timeOffset="-86253.15">4237 12059 53 0,'0'-5'253'0,"0"2"-13"0,0-2-18 16,-3 0-5-16,3 0-8 0,-1 1-19 0,0-1-13 15,-2 0-16-15,2 1-19 0,-2-1-18 0,-1 0-12 16,-1 2-13-16,0-1-12 0,-4 3-11 0,0-1-9 16,-1 1-5-16,-3 2-9 0,1 2-7 0,-8 1-5 15,4 3-6-15,-2 2 3 0,-4-1-12 0,4 2-2 16,-1 2-3-16,2 1-2 0,1-1-13 0,2 2-5 16,-4 4-6-16,8-4-6 0,0 0-5 0,3-4 1 15,1-1 0-15,2 1 1 0,3-3 4 0,-2-3 0 16,3 5 5-16,3-3-1 0,0-5 4 0,4 3 1 15,7-4 2-15,-1 0 3 0,7-4 0 0,-3 1 5 16,1-2 1-16,2-3 2 0,-2 2 2 0,1-4 1 16,-1 5 2-16,1-4 4 0,-6 1 0 0,1 4 2 15,-1-4-4-15,-2 4-4 0,0 1 6 0,-4-1-5 16,-2 3-2-16,2-3 0 0,-2 3-3 0,-1 0-3 16,-1-2-1-16,-3 3-2 0,7-1-7 0,-7 1-11 15,9 3-8-15,-5-1-18 0,-1 1-12 0,1 0-21 16,0 2-22-16,0 1-34 0,1 4-30 0,3-5-49 15,-5 0-158-15,4 2-395 0,-2-5 175 0</inkml:trace>
  <inkml:trace contextRef="#ctx0" brushRef="#br0" timeOffset="-85594.23">4500 12036 108 0,'4'-4'204'0,"2"-1"-21"0,-2 3-16 0,1-1-19 0,0 3-18 16,-5 0-14-16,12 0-10 0,-12 0-15 0,11 3-7 16,-3 2-11-16,-3 4-10 0,3-2-6 0,-2 2-7 15,0 2-4-15,-3 1-6 0,4 3-3 0,-5 1 0 16,1-3-4-16,-2 4-5 0,-1-1 1 0,0 1-8 16,-1-4-1-16,-1 3 0 0,0-3-3 0,-2-1 2 15,0-3-3-15,-1 0-1 0,4-1-2 0,-2-2 2 16,2 0 17-16,-1-4 30 0,1 1 34 0,1-3 36 15,-3 4 33-15,3-4 22 0,0 0-12 0,0 0-23 16,0 0-15-16,6-18-17 0,-1 8-7 0,3-5-20 16,1 0-1-16,6-8-14 0,0 3-5 0,1 3-3 15,2-1-18-15,-3 3-6 0,-1 1-3 0,1 3-17 16,-2-1 8-16,-3 4-4 0,-1 2 0 0,-5 0-18 16,1 2 3-16,0 1 3 0,0-1-6 0,-1 1-14 15,0 0 2-15,-4 3-24 0,4-1-10 0,-4 1-3 16,0 0 3-16,0 0 0 0,0 0 5 0,5 8 1 15,-5-4 3-15,0 1-1 0,0 0 5 0,-1 0-10 16,2 3-4-16,-1-3-1 0,-1 1 4 0,1 1 1 16,0-3-6-16,0 2-6 0,1-1-2 0,-1 0-6 15,0 0 0-15,0-1 6 0,4 1-3 0,-3-2-2 16,3-1 1-16,-4 2 5 0,6-1 4 0,-6-3 6 16,4 2-2-16,-4-2-4 0,9 0-2 0,-9 0 0 15,8-5-10-15,-3 5-6 0,-5 0 0 0,7-4 3 16,-4 2-1-16,1-1 8 0,1-1 7 0,0 0 0 15,-2 1 7-15,2 0 6 0,-4-1 5 0,2 2 8 16,-1 0 9-16,1-2 4 0,-1 1 6 0,-2 3 6 16,3-3 3-16,-3 3 4 0,2-2-3 0,-2 2 0 15,0 0-3-15,3-3-1 0,-3 3 0 0,0 0 0 16,0 0-8-16,4-4 1 0,-4 4 1 0,0 0-5 16,0 0-2-16,0 0 2 0,0 0 1 0,0 0 5 0,0 0-4 15,4-2 1-15,-4 2 2 0,0 0 4 16,0 0 3-16,0 0 3 0,0 0 0 0,0 0 3 15,0 0-3-15,0 0-5 0,3-3-11 0,-3 3-9 16,0 0-19-16,0-3-18 0,0 3-22 0,0 0-27 0,0 0-30 16,0 0-29-16,0 0-192 0,0 0-376 0,0 0 167 15</inkml:trace>
  <inkml:trace contextRef="#ctx0" brushRef="#br0" timeOffset="-85150.73">4779 12044 163 0,'0'0'140'0,"0"0"-4"0,0 0-12 0,0 0-15 15,0 0-12-15,0 0-12 0,-8 4-4 0,4 1-14 16,-1-2-12-16,-3 2-1 0,2 2-9 0,-3 1-5 16,0 1-5-16,4-2-2 0,-4 3 1 0,4 0-15 15,-2-1 5-15,2 2-11 0,1-2 2 0,1 4 4 16,0-2-1-16,2-1-3 0,2 2 4 0,4-2 8 16,2 1 13-16,3-3-6 0,5 1-3 0,3-4-7 15,12 6 4-15,-2-5-19 0,5-6-63 0,-2 1-210 16,1-2-285-16,2-3 127 0</inkml:trace>
  <inkml:trace contextRef="#ctx0" brushRef="#br0" timeOffset="-84483.97">5470 12146 76 0,'0'0'98'0,"-4"2"-5"16,4-2-6-16,0 0-11 0,0 0-4 0,0 0-8 15,0 0-11-15,0 0 4 0,0 0-8 0,0 0 4 16,0 0-10-16,-8 2 2 0,8-2-8 0,0 0 5 15,0 0-2-15,-5 1-3 0,5-1 2 0,0 0 6 16,0 0 6-16,0 0 6 0,0 0 1 0,-1 4 10 16,1-4-10-16,0 0 3 0,0 0 7 0,0 0 1 15,0 0-4-15,0 0-8 0,0 0-1 0,14-7-3 16,-2 5-7-16,2-1-5 0,5 1-5 0,-1-1 0 16,3 1-7-16,10-4-3 0,-3 5-3 15,3-3-2-15,-3 0 0 0,0-2-4 0,-7 6-2 0,-2-1-2 16,-2-1 1-16,-4 0-2 0,-2 1-2 0,-3 0-7 15,0 0-28-15,-4-1-20 0,-4 2-23 0,6-1-37 16,-6 1-28-16,0 0-46 0,0 0-94 0,-18-3-295 16,7 2 130-16</inkml:trace>
  <inkml:trace contextRef="#ctx0" brushRef="#br0" timeOffset="-84258.68">5598 12061 30 0,'1'-3'276'0,"-1"-1"1"0,0 4-8 16,0-6-15-16,0 6-8 0,1-4-36 0,-1 4-25 16,0-3-21-16,0 3-8 0,0 0-31 0,0 0-17 15,0 0-14-15,0 0-11 0,0 13-13 0,-1-3-2 0,1 2-8 16,0 4-10-16,0 4-2 0,-1-2-6 0,2 7-1 16,-1 2-27-16,5 1-21 0,-4-2-29 15,3 2-50-15,-3-3-71 0,2-6-93 0,2-1-139 0,-1-5-422 16,1-5 186-16</inkml:trace>
  <inkml:trace contextRef="#ctx0" brushRef="#br0" timeOffset="-83320.83">6178 12253 9 0,'0'0'151'0,"0"0"-7"0,0 0-8 0,0 0 4 16,0 0 3-16,0 0-1 0,0 0 8 0,0 0 7 15,0 0 6-15,0 0 9 0,0 0 6 0,0 0 1 0,0 0-17 16,5-9-17-16,-3 5-22 0,2-1-15 15,1-2 1-15,3-3-8 0,0 0-7 0,2-6-6 16,-1 0-5-16,5 0-5 0,-1-6-1 0,1-2-3 16,-3 0-8-16,2-2-11 0,1-1-2 0,-2-5-7 0,0 3-3 15,-3-4-8-15,-1 5-1 0,-3-1-1 16,0 1-5-16,-1 4 0 0,-1 4-3 0,-2 3-5 16,0 3 16-16,-1 4-21 0,1 2 2 0,-1 1-5 15,0 2-2-15,-1-1-8 0,1 2-19 0,0 4-26 0,0 0-1 16,0 0 5-16,0 0 3 0,-14 14 3 15,4 2 0-15,1 9 10 0,-6 3-3 0,3 6 1 16,-2 0 2-16,-1 10 9 0,2-11-6 0,4 1 3 16,4 0 2-16,1-2 2 0,4-6 1 0,1 3-1 0,2-1 3 15,2-10 0-15,0 2 6 0,4-4 0 0,0-2 8 16,-4-4-5-16,7-2 12 0,-1-1 14 16,1-1 15-16,2-2 9 0,-1-3 11 0,-1-1 5 0,2-3 14 15,0 1 10-15,-2-3 3 0,-1-2 1 0,1 1 3 16,-2-2-17-16,-1-1-7 0,0 0 7 0,-4-2-18 15,1 2-4-15,1-4-13 0,-6 7-6 0,3-6-16 16,-3 4-23-16,-1-3-22 0,-1 2-27 16,0 1-17-16,-3 2-26 0,-4-1-27 0,3 2-32 0,-4 2-33 15,5-1-29-15,-2 1-37 0,-1 2-45 0,2 0-186 16,5 1-523-16,-6-2 232 0</inkml:trace>
  <inkml:trace contextRef="#ctx0" brushRef="#br0" timeOffset="-82771.47">6628 12010 200 0,'0'-5'304'0,"1"4"-15"0,-1 1-15 0,0-7-21 16,0 7-25-16,1-4-22 0,-1 4-29 0,2-4-14 16,-2 4-24-16,0 0-18 0,0 0-26 0,0 0-14 15,0 0-11-15,0 0-12 0,13 8-19 0,-10-4-11 16,4 0-11-16,-1 4-8 0,4-2-10 0,-5 0-8 15,3 0-4-15,2 2 2 0,-1-4-7 0,-1 1-2 16,-2 1 1-16,4-4 0 0,-2 1 3 0,0-3 2 16,-2 1 5-16,3-2 1 0,-1 0 3 0,-2-2 3 15,0 1 4-15,3-3 15 0,-1-1 8 0,-4 1 10 0,1 0 4 16,-1-2 6-16,0 4 6 0,-2-2 5 16,2 1 6-16,0-1-11 0,-2 2-4 0,1 2-8 15,-3 1-4-15,3-4-9 0,-3 4-26 0,3-3-6 16,-3 3 0-16,6 8-2 0,-4-3 0 0,3 6 3 0,0 4-2 15,-1 2-1-15,1 1 2 0,0 8 0 16,-5 3 2-16,2 3-1 0,-4 2 6 0,1 0-2 16,-3 0-1-16,-1 2 0 0,-1-5 0 0,-1 1-1 15,1-6-1-15,0 0 0 0,-1-7 2 0,-2-1-2 0,4-3 3 16,-1-1 1-16,1-2 2 0,-2-5 10 16,0 1 10-16,0-4 17 0,-1-1 7 0,2-1 19 15,-5-2 7-15,2-2 19 0,1-1 8 0,-1-1 20 16,-1-4-3-16,2-1-3 0,3-3-6 0,-3-3-7 0,3-2-2 15,4-7-12-15,2-8-20 0,7 5-13 16,1-7-11-16,4 4-7 0,3-2-18 0,1 3-8 0,5 2 2 16,1 4-4-16,-1-2-3 0,0 4 4 15,1 3 2-15,0 4-8 0,-4 1 2 0,-2 4-5 0,2 1 15 16,-7 2-22-16,-2 0-16 0,0 1-30 0,-2 1-42 16,-3 3-52-16,0 0-41 0,-5 1-14 0,8 4-22 15,-8-1-15-15,0-3-54 0,-9 10-209 0,4-5-542 16,-3-1 239-16</inkml:trace>
  <inkml:trace contextRef="#ctx0" brushRef="#br0" timeOffset="-82353.94">7251 12181 81 0,'0'0'133'0,"0"0"-5"0,0 0-9 16,-9-1-3-16,9 1-8 0,0 0-8 0,0 0-8 15,0 0-9-15,0 0-7 0,0 0-11 0,0 0-2 16,0 0-7-16,0 0-6 0,0 0 0 0,0 0 4 16,0 0-1-16,0 0 6 0,0 0-8 0,0 0-2 15,0 0 0-15,0 0 2 0,22-5 0 0,-11 2-3 16,7 3-5-16,1-2-4 0,2-1 2 0,6-4-7 16,1 5-1-16,3-2 3 0,4-4-2 0,-2 3-5 15,5 0 0-15,-4-1-9 0,-2 2 0 0,0-1 1 16,-5-1-2-16,-8 3-6 0,-6 0-1 0,-2-1-10 15,-1 3-13-15,-3-1-31 0,-2 0-33 0,-2 0-28 16,-3 2-27-16,0 0-33 0,-16-7-118 0,5 6-305 16,-1-2 134-16</inkml:trace>
  <inkml:trace contextRef="#ctx0" brushRef="#br0" timeOffset="-82148.81">7442 12068 14 0,'0'0'273'0,"1"-9"0"15,-1 6 4-15,0 3 0 0,0-5-10 0,1 2-23 16,-1 3-21-16,0-5-27 0,0 5-17 0,0 0-32 16,0 0-23-16,0 0-14 0,0 0-14 0,0 0-8 15,0 25-10-15,-1-8-10 0,0 1-4 0,-2 8 2 16,-2 3-17-16,5 0-5 0,-4 2-20 0,1-1-28 16,0-2-45-16,-5 4-49 0,2-3-60 0,-2 0-76 15,-1-5-206-15,4-10-477 0,1-4 212 0</inkml:trace>
  <inkml:trace contextRef="#ctx0" brushRef="#br0" timeOffset="-81355.5">8244 12031 152 0,'0'0'222'15,"0"0"-7"-15,0 0-14 0,1-6-13 0,-1 6-15 16,0 0-13-16,3-3-14 0,-3 3-12 0,0 0-14 16,0 0-10-16,0 0-14 0,0 0-10 0,0 0-9 15,0 0-8-15,0 0-11 0,0 0-5 0,0 0-9 16,0 0-3-16,0 0 8 0,0 0-15 0,0 0-4 16,0 0-2-16,17 3-2 0,-11-1-2 0,7-2-4 15,-3-2 1-15,4-1-3 0,-1 3-3 0,5-3-10 16,-2-1 2-16,2-1-4 0,0-1 0 0,1-1 1 15,-4-1-1-15,-3 3 4 0,-2 0-6 0,2-2 4 16,-7 4 1-16,0-2-2 0,-1-1-4 0,-3 2-2 16,-1 1-2-16,-5-1 3 0,0 4-3 0,-4 0-3 15,-9 0 3-15,-4 4-3 0,-4 3 0 0,-1 5-1 16,-4 1 1-16,0-3-3 0,6 5-2 0,-1-1-2 16,2 3 7-16,5 2-4 0,-1 1 2 0,7-6-1 0,1 4 3 15,6-2-6-15,1 1 12 0,3 2-4 16,6-2 3-16,1-4 4 0,5 1-1 0,6-1 6 15,8 1-1-15,4-3-1 0,5-2-8 0,2-3-41 0,1 0-49 16,1-4-68-16,-3-3-210 0,2-1-403 0,-4-5 179 16</inkml:trace>
  <inkml:trace contextRef="#ctx0" brushRef="#br0" timeOffset="-80951.97">8853 11897 113 0,'0'0'198'0,"0"0"-25"0,0 0-14 0,0 0-19 0,0 0-14 15,0 0-12-15,12 8-12 0,-3-6-10 0,1 4-7 16,3-1-8-16,1 3-6 0,4 1-6 0,-1 0-9 15,-3 1-4-15,2 0-6 0,-3 1-4 0,-3-2-8 16,2 3-8-16,-5-3-4 0,-1 3-8 0,-3-2 0 16,2 2 0-16,-5 2 1 0,-2-3-6 0,-4 5 1 15,-1-2-5-15,-6 1 4 0,-1 1-2 0,-2-3 9 16,-5 4 2-16,0 0 6 0,-1-4-3 0,-4 0 8 16,8-1 4-16,3-3-3 0,-2 2-2 0,3-3-6 15,4 1-1-15,-1-5-2 0,4 0-2 0,0-1 1 16,3-1 1-16,-1 2-7 0,2-3 2 0,1 1 2 15,2 2 0-15,0-4 13 0,9 4 13 0,3-3-2 16,6 2-5-16,1-3-6 0,9-3 0 0,2 3-2 16,2-1-4-16,0-5-5 0,-2 6-27 0,2-3-34 15,-1-1-52-15,2-3-47 0,-3 3-233 0,-5-4-406 16,-3 0 181-16</inkml:trace>
  <inkml:trace contextRef="#ctx0" brushRef="#br0" timeOffset="-80606.83">8799 12155 54 0,'-6'0'202'0,"6"0"-2"0,-11 0-4 0,11 0-5 0,-6-1-12 16,6 1-13-16,0 0-8 0,0 0-4 15,-8 0-10-15,8 0-15 0,0 0-16 0,0 0-11 0,28-8-7 16,-7 5-9-16,13 1-9 0,-1-3-6 0,3 1-9 16,5 1-7-16,13-1-3 0,-1-2 1 0,-3 1-8 15,-10 0-3-15,-5 1-1 0,-4 1-10 0,-8 1 8 16,-5-1-9-16,-4 0-1 0,-1 1-7 0,-7 1-7 15,3 0-19-15,-1 1-42 0,-8 0-34 0,0 0-40 16,0 0-48-16,0 0-235 0,-26 4-436 0,16-4 193 16</inkml:trace>
  <inkml:trace contextRef="#ctx0" brushRef="#br0" timeOffset="-71723.23">12051 12048 104 0,'0'0'191'15,"0"0"-1"-15,1-2-13 0,-1 2-6 0,0 0-11 16,1-4 1-16,-1 4-7 0,0 0-11 0,2-3-1 16,-2 3-6-16,2-5 7 0,-2 5-6 0,0-5-6 15,0 5-8-15,3-4-4 0,-3 4-3 0,0 0-14 16,0-4-8-16,0 4-9 0,0 0-12 0,0 0-9 15,1-4-5-15,-1 4-8 0,0 0-7 0,0 0-7 16,0 0-13-16,0 0-13 0,0 0-17 0,0 0-10 16,0 0-2-16,0 0-1 0,-9 10 5 0,4-2 0 15,-2 0-1-15,0 3 3 0,0 0 5 0,0 2-6 16,-4 1 3-16,3 1-1 0,0 0 2 0,-1 2 1 16,2-1-1-16,3-4 1 0,-2 2 1 0,3-3 0 15,-1-2-1-15,1 1 2 0,2 0 0 0,-3-1 3 16,4-4 0-16,-1 0-1 0,-2-1 5 0,3-4 9 15,0 6 4-15,0-4 20 0,0-2 35 0,0 3 16 16,0-3 11-16,0 0 2 0,9-7 2 0,-5 3-6 16,2-5-9-16,2-1-12 0,1-4-3 0,-1-1-1 15,-1-2-5-15,0-2-13 0,-1-7-1 0,-2-4-13 16,-4 2-10-16,-3-1-10 0,-1 0-5 0,-3 0 3 16,-2 2 7-16,-3 1-14 0,-2 3-1 0,-1 2 1 0,1 6-8 15,1 3-1-15,-5 1 0 0,4 3-3 16,2 0-7-16,-4 3-20 0,2 2-20 0,5 2-16 15,-4 2-19-15,3 2-12 0,1 2-11 0,0 4-11 16,3 2-16-16,-4 3-22 0,7 3-21 0,4-1-45 0,3 1-252 16,6-3-513-16,2 0 227 0</inkml:trace>
  <inkml:trace contextRef="#ctx0" brushRef="#br0" timeOffset="-71273.27">12442 11819 166 0,'1'-3'221'16,"-1"3"-18"-16,3-4-21 0,-3 4-24 0,0 0-13 15,5-2-15-15,-5 2-16 0,11 0-12 0,-11 0-11 16,16 2-10-16,-9 2-6 0,7-2-6 0,-4 3-7 0,2 2-7 16,2 1-5-16,-5 1-6 0,5 2-7 15,-4 3-2-15,-2 0-4 0,1 1-2 0,-4 2-5 16,-1 0-3-16,-7 0 0 0,1 2 0 0,-6 1-1 16,-1 4-7-16,0-2 2 0,-6 0-4 0,-2-1 1 0,3-7 1 15,-1 1-2-15,0-1-1 0,0 0 2 16,1-1 5-16,2-3 1 0,3-2 0 0,-1-1-3 15,-1 0-5-15,5-3 0 0,1 1 0 0,1-2 2 16,-2 1-7-16,2-1 1 0,0 0 6 0,3-1-5 0,-2 1 2 16,3-3 2-16,-4 4-5 0,4-4 10 15,0 0 19-15,9 2 6 0,1-2 0 0,3 0-3 16,4-1-3-16,2 2-4 0,10-2-5 0,-10 0 0 16,3-1-3-16,-3 0-29 0,4 1-43 0,-2-2-49 0,-1 2-51 15,1-2-79-15,-5-1-144 0,-2 1-403 0,-2-2 178 16</inkml:trace>
  <inkml:trace contextRef="#ctx0" brushRef="#br0" timeOffset="-70802.76">12299 12074 104 0,'0'0'179'0,"-5"2"-11"0,5-2-11 15,0 0-10-15,-8 1-9 0,8-1-14 16,0 0-8-16,0 0-14 0,0 0 1 0,0 0-7 15,0 0-14-15,0 0 6 0,0 0-6 0,-5 1-9 16,5-1-7-16,0 0-4 0,0 0-4 0,0 0-8 0,0 0-7 16,0 0-3-16,0 0-6 0,0 0-3 15,0 0-4-15,0 0-1 0,0 0-6 0,0 0-2 16,0 0 1-16,0 0 0 0,0 0-5 0,0 0 0 16,0 0-4-16,0 0 5 0,0 0 13 0,0 0 6 0,20-1 1 15,-6 1 1-15,4 0 0 0,4 0-6 16,7-4-1-16,4 3 0 0,6-2-6 0,13 0 13 15,-1 0 3-15,5-1-3 0,-17 1-2 0,-1 1 6 16,1-1-9-16,-3 0-4 0,-2-1-3 0,-5 1-2 16,-10 1-2-16,-1 0-3 0,-5 0 4 0,-3 1-6 15,-2-1-3-15,-2 2 2 0,0 0-13 0,-6 0-20 16,10 0-24-16,-10 0-29 0,0 0-23 0,0 0-43 16,-17 7-44-16,5-5-226 0,0 0-441 0,0 1 195 0</inkml:trace>
  <inkml:trace contextRef="#ctx0" brushRef="#br0" timeOffset="-70074.16">11862 12460 102 0,'0'0'132'0,"-4"2"0"0,4-2-11 0,0 0-8 16,0 0-4-16,0 0-8 0,0 0 4 0,0 0-14 16,-7 1 5-16,7-1-2 0,0 0-3 0,0 0-9 15,0 0-6-15,0 0-5 0,0 0-7 0,0 0-6 16,0 0-8-16,0 0-4 0,0 0-1 0,0 0-8 15,0 0-1-15,0 0-5 0,0 0-3 0,0 0-1 16,0 0-3-16,0 0-1 0,0 0 1 0,0 0-1 16,0 0 3-16,0 0 1 0,0 0 4 0,0 0 1 15,0 0-2-15,0 0-1 0,0 0 2 0,0 0-3 16,0 0-3-16,0 0 1 0,0 0-1 0,0 0-2 16,0 0-2-16,0 0-3 0,0 0 1 0,0 0-1 15,0 0-4-15,0 0-1 0,0 0-1 0,0 0 4 16,0 0 0-16,0 0 7 0,0 0 2 0,0 0 1 15,0 0 3-15,0 0-2 0,0 0 0 0,0 0 4 16,0 0-3-16,0 0 1 0,0 0 1 0,0 0-2 16,0 0-14-16,26-5-1 0,-7 2-2 0,9-4 2 15,8 2 0-15,20-1 6 0,8-5 12 0,28 1 7 16,3-1 5-16,-1 6 1 0,-2-7-1 0,-1 6-2 16,-26 2-5-16,-2-3 2 0,1 4-8 0,-3-2-2 15,-3-2 1-15,-6 4-3 0,-14-3-4 0,-1 2-2 16,-5 3 0-16,-14 0-6 0,-1-1 3 0,-7 2 1 15,1-2 3-15,-3 2 2 0,-2-2-3 0,0 1-3 16,-1-1-1-16,-5 2-10 0,5-3-10 0,-5 3-26 16,0 0-16-16,0 0-26 0,-25 0-32 0,8 3-37 15,-1 0-37-15,-4 1-41 0,0 0-239 0,2 1-496 16,-1-2 220-16</inkml:trace>
  <inkml:trace contextRef="#ctx0" brushRef="#br0" timeOffset="-69538.95">12402 12690 164 0,'0'0'254'0,"0"0"-23"16,0 0-25-16,6-2-20 0,-6 2-17 0,0 0-22 15,0 0-18-15,0 0-16 0,0 0-13 0,0 0-9 16,0 0-12-16,-20 9-8 0,7-4-10 0,-2 2-6 15,-2 1-3-15,-2 3-9 0,0-2-12 0,0 0 5 16,2 3-5-16,2-3-5 0,0 1-1 0,2 2-4 16,3-5-5-16,1 1 0 0,2-2-2 0,2 2-3 15,0-3 1-15,0 0-2 0,2-1 0 0,3 1 7 16,2 0 5-16,4-3 4 0,-1 1 1 0,5-3 4 16,4 0 0-16,-1 0 12 0,0-2 6 0,1-1 8 15,0-1 13-15,3-2 13 0,-6-1 7 0,-1 0-1 16,2-2-8-16,-3-2-3 0,1 0 5 0,-5-4-6 15,-1 1-8-15,0-1-19 0,-4-2-11 0,-4 0 0 16,-4 1-16-16,-2-1-1 0,-3 2-10 0,-10-3 1 16,2 4 8-16,-4 2-13 0,-2 3-8 0,-2 1 4 15,1 4-2-15,1-1 8 0,-1 3-10 0,5 1-22 16,5 2-27-16,0 1-28 0,5 0-28 0,1 4-20 16,1 0-20-16,2 1-21 0,2 3-20 0,6-2-20 15,3 1-227-15,7 1-469 0,5-1 209 0</inkml:trace>
  <inkml:trace contextRef="#ctx0" brushRef="#br0" timeOffset="-69071.59">12508 12629 23 0,'0'0'286'0,"4"-3"-31"16,-4 3-31-16,5-1-21 0,-5 1-22 15,10 0-21-15,-10 0-15 0,13 2-16 0,0 2-13 16,-3 2-15-16,-1-1-9 0,4 0-12 0,-3 3-7 0,-1 0-15 16,2 1-7-16,-4 1-13 0,-2 0-5 0,0 0-9 15,-1 2-2-15,-3 0-4 0,-1-1-2 0,-1 1-2 16,-2-1 0-16,-3 1-2 0,1 0-6 0,-2-3 2 16,-1 2-1-16,3-4 5 0,-2 0-5 0,3-2 9 15,3 0-4-15,-3-1 13 0,3-1 17 0,-4 0 22 16,1-1 31-16,4-2 26 0,0 4 35 0,0-4 33 15,0 0-15-15,0 0-22 0,0 0-14 0,13-17-17 16,-4 8-9-16,4-1-15 0,2-4-12 0,6-4-8 16,0 0-5-16,2 1-11 0,-1 2-10 0,1-4-3 15,-8 6-9-15,1 1-2 0,0 1-8 0,-7 1 7 16,1 4-10-16,-2 0 2 0,-2 0-6 0,-2 4-7 16,4-2-8-16,-6 4-13 0,2-4-21 0,-1 1-19 15,-3 3-18-15,0 0-1 0,0 0 23 0,0 12-12 16,-7-3 7-16,1 1 5 0,-2 4 3 0,-1 0 6 15,0 0 3-15,3 2 8 0,1-2-12 0,-2-1 6 16,6-4 2-16,-3 4 4 0,4-2-1 0,4-1 7 16,0 1 6-16,5-2 2 0,10 0-2 0,12 0-22 15,5-3-58-15,17 0-79 0,2-7-93 0,3-2-290 16,-6-4-597-16,3-3 264 0</inkml:trace>
  <inkml:trace contextRef="#ctx0" brushRef="#br0" timeOffset="-68207.52">13818 12243 132 0,'0'0'140'0,"0"0"-14"16,-4-3-10-16,4 3-10 0,0 0-3 0,0 0-10 15,0 0-3-15,0 0 0 0,0 0-4 0,0 0 0 16,-6-2 6-16,6 2-3 0,0 0-1 0,0 0 1 0,0 0 6 16,0 0-2-16,0 0-3 0,0 0-9 0,0 0-6 15,15-2-5-15,-4 1-7 0,2-1-2 16,9 1-5-16,0-1 0 0,7-2-4 0,2-1 0 16,2 2-9-16,0 0-1 0,-1-1-4 0,-5 1-3 15,1 0-4-15,-10 1 0 0,0 0-5 0,0 2-2 16,-8-3 2-16,-2 3-9 0,-1 0 0 0,-1 0-3 0,0-1-6 15,-6 1-14-15,6 0-20 0,-6 0-12 16,0 0-20-16,0 0-12 0,0 0-23 0,-15 4-18 0,6-2-19 16,-1-1-29-16,0 1-42 0,-2 0-104 0,3-1-331 15,-1 3 146-15</inkml:trace>
  <inkml:trace contextRef="#ctx0" brushRef="#br0" timeOffset="-67913.02">13897 12385 222 0,'0'0'258'0,"-4"0"-10"0,4 0-12 15,0 0-18-15,0 0-18 0,0 0-20 0,0 0-20 16,26 0-15-16,-8 0-18 0,11-3-10 0,2-1-10 15,3 2-9-15,6-1-13 0,-3-1-11 0,3 3-2 16,-6-1-9-16,1 0-7 0,-6-2-3 0,-1 3-7 0,-10 0-3 16,-4-1-4-16,0 2-6 0,-9 0-2 15,4 0-7-15,-2-1 3 0,-1 0-5 0,-1 0-5 16,-5 1-6-16,0 0-12 0,6-2-20 0,-6 2-27 16,0 0-28-16,0 0-39 0,-17 7-40 0,10-6-37 0,-4 0-209 15,3 0-435-15,2-1 193 0</inkml:trace>
  <inkml:trace contextRef="#ctx0" brushRef="#br0" timeOffset="-64407.7">15470 12092 69 0,'0'0'143'16,"1"-6"3"-16,1 5 3 0,0-4-12 0,-2 5-2 15,0-7-5-15,2 3-2 0,-2 4-5 0,0-6-10 16,0 3-2-16,0-2-12 0,0 5-16 0,-3-7-5 16,2 3-12-16,-2-1-7 0,-2 1-5 0,1 1-6 15,-1 1-11-15,-1-3-2 0,-2 2-2 0,-2 3-6 16,-3 0 2-16,3-1-7 0,-4 2-5 0,-2-1-6 16,1 3 2-16,-6 3 1 0,4 2-4 0,-7 4-4 15,7-2 1-15,-2 1 0 0,-3 4-3 0,0 3-5 16,3-1 3-16,1-2 1 0,7 2-1 0,-2-1-1 15,4-1-3-15,0-2 2 0,3 5-2 0,-1-2 1 16,6-5 3-16,-1 0-9 0,0 0 12 0,4 0-1 16,0 0 10-16,3-5 10 0,1 4 13 0,2-5 3 15,4-1 7-15,-1 1 5 0,1-2 3 0,-1-3 7 16,2-2 9-16,-1 1 6 0,1-4 2 0,-1 1 1 16,5-3-2-16,-5-3 0 0,2-2-1 0,-1-1-4 15,0 0 4-15,0 0 4 0,-3 0-1 0,4-1-7 16,-4-1 6-16,2 2-1 0,-5 0-4 0,1 1 7 15,0 5 3-15,-4-3-10 0,-2 3-6 0,2 0 11 0,0 0-4 16,0 4-10-16,-3-1-11 0,0 1-6 0,2-1-6 16,-3 4-14-16,4-4-1 0,-3 2-11 15,-1 2-10-15,0 0-26 0,0 0-14 0,0 0 1 16,0 0-2-16,0 0 10 0,4 12 2 0,-4-6-5 0,-1 3 7 16,-1 1 2-16,1 2 2 0,-3-3-2 0,3 7 2 15,-4 0 3-15,2-3 1 0,-2 3-2 16,5-4 8-16,-4-1-3 0,3 4-2 0,0-4 7 15,1-1-4-15,-3 1 6 0,2-3-3 0,1-2 4 0,0 2-1 16,0 0 3-16,-3-4 2 0,3 2-6 0,0-2 3 16,0 0 4-16,0-4-1 0,0 4 1 0,0-4 4 15,3 5 0-15,-3-5 7 0,0 0 15 16,1 3 4-16,-1-3-1 0,14-3-4 0,-1 2 3 0,6-5-9 16,10-1-5-16,5-5-42 0,3 0-62 0,15-5-89 15,3-1-123-15,0-5-306 0,-4-2-656 0,-1-1 290 16</inkml:trace>
  <inkml:trace contextRef="#ctx0" brushRef="#br0" timeOffset="-54542.16">9161 11997 5 0,'0'-4'199'0,"2"0"-7"0,-1 1 4 16,0 0-10-16,1-4 1 0,-2 3-7 0,1 0-16 15,0-2-16-15,-1 1-14 0,2 0-5 0,-1 0-6 16,-1 1-9-16,0-1-11 0,0 5-12 0,1-8-13 16,-1 6-11-16,0 2-9 0,-1-7-13 0,0 4-10 15,-2 0-13-15,3 3-12 0,-7-5-10 0,2 2-8 16,-2 3-1-16,-1-1-1 0,-3 2-2 0,-1 2-4 15,3 2 1-15,-6 2 2 0,-2 3-1 0,-1 0 2 16,3 2 0-16,-3 0-2 0,-2 6 5 0,4-4-3 16,2 0-3-16,0 1 3 0,1 1 0 0,3 0 1 15,-1-1-1-15,3 1 6 0,-1-2-4 0,4-2 2 16,3-2-3-16,-1 2 3 0,2-2 6 0,1 0-1 16,1 0 3-16,2-3 1 0,-1-1-3 0,6-1 7 15,-2 0 9-15,6-2 3 0,-1-1 9 0,2-1 7 16,-2-4 7-16,2 1 8 0,0-1 5 0,2-5-1 15,-3 2 6-15,-2-1 1 0,5-3 0 0,-4-2-1 16,1 0-1-16,0 0-1 0,-6 2-2 0,2-1-4 16,-6-3-8-16,5 3 4 0,-6 0-16 0,-1-1-10 15,0 0-12-15,-4 1-8 0,-1 3-4 0,-1-1-3 16,-3 1-7-16,-2 4-3 0,0 1-1 0,-3 2 1 16,-4 2 5-16,-2 5-4 0,-6 0 2 0,1 6 0 15,-1 1 4-15,3 0 2 0,4 4-8 0,1-5-16 16,2 1-8-16,5 2-5 0,-2 0 3 0,4 1 3 15,3-1 4-15,2 2-1 0,2-5 5 0,4-3 1 16,2 3 4-16,4-3 5 0,3 2 3 0,7-5 0 16,0-1 0-16,1-4 10 0,4 1-1 0,3-2 6 0,-7-3 6 15,2-1 11-15,-1-2 0 0,-4-3 9 16,1-1 5-16,-2-1 2 0,-1-1 3 0,0-1-1 16,-2 0-1-16,-2-4-5 0,-2 3-1 0,-3 3 0 0,-1 0 0 15,0 1 1-15,-3 2 2 0,0-2-5 0,-1 5-8 16,-2-3-8-16,-2 3-5 0,-4 1 2 15,-1 1-4-15,-5 3-2 0,-4 3-1 0,-4 1 4 16,-4 5-8-16,0 0 1 0,6 1 1 0,-1 5-3 0,-3-1 0 16,6-1-6-16,5 0-6 0,3 2-2 0,1-3-1 15,0 3 1-15,4-6 1 0,5 0 4 0,0 3 2 16,4-4 2-16,2 0 7 0,7-2 1 0,0-2 1 16,6-2 2-16,-1-2 2 0,2-1 8 0,-1-1 10 15,-6-3 8-15,5-2 12 0,-4 0 6 0,-4 0 10 16,3-1 7-16,-4-1-6 0,-4-1-6 0,4 0-3 15,-4-4-3-15,-1 2-10 0,1-2 10 0,-2 2-19 16,-3 1-9-16,-3-1-6 0,2 2-10 0,-3 1-2 16,-4 0-9-16,2 3-3 0,-3-2-2 0,1 4-11 15,-1 1-15-15,-2 1-17 0,2 0-17 0,1 1-19 16,0 2-14-16,1 2-13 0,1 1-16 0,2 0 5 16,0 2-14-16,3 1-38 0,1-3-153 0,3 2-367 15,3-1 162-15</inkml:trace>
  <inkml:trace contextRef="#ctx0" brushRef="#br0" timeOffset="-54043.36">9519 11988 137 0,'3'-2'243'0,"-2"-1"-25"0,-1 3-27 16,8-4-18-16,-4 1-18 0,2 3-18 0,-6 0-18 16,19 0-11-16,-8 5-9 0,1-3-12 0,0 2-9 15,-2 2-14-15,3 1-7 0,-3-2-12 0,-1 4-16 0,2 4-1 16,-2 1-7-16,-3-4-4 0,-3 5-4 16,0-1-1-16,-3 0-2 0,-4 2 3 0,0-1-6 15,-2 1-1-15,-1-3 1 0,1 3-3 0,-3-4 5 16,4-2-6-16,0-1-1 0,1-4 4 0,-1 2 0 0,2-2 1 15,1-1 12-15,-2-1 20 0,3 0 27 0,1-3 32 16,-4 4 27-16,4-4 27 0,0 0 20 16,0 0-8-16,0 0-16 0,0 0-18 0,16-16-20 15,-7 9-5-15,7-4-9 0,-1-2-8 0,7-5-11 0,-7 4-5 16,8-7-12-16,-1 3-7 0,-8 5-6 16,1 0-4-16,-2 3-7 0,-4 3 4 0,0 1-8 0,-4 0-2 15,0 2-4-15,-1 0-6 0,0 1-13 16,1 1-11-16,-3-1-19 0,-2 3-23 0,0 0-10 0,0 0 9 15,0 0 6-15,0 0 0 0,-5 16 1 0,2-7 5 16,-1 1-6-16,0 0-9 0,0 2 0 0,3 0-2 16,-2-1 0-16,2 2 0 0,0 4-3 0,1-6-1 15,0-3 1-15,0 5-8 0,2-2-14 0,2-2-20 16,0-3-21-16,1 2-20 0,5-1-26 0,0-3-49 16,2-4-204-16,2-3-452 0,-1 1 200 0</inkml:trace>
  <inkml:trace contextRef="#ctx0" brushRef="#br0" timeOffset="-53509.69">10039 12001 206 0,'0'-5'325'15,"2"0"-17"-15,-1 1-22 0,-1 4-35 0,1-4-20 16,-1 4-27-16,1-4-27 0,-1 4-15 0,2-3-20 16,-2 3-28-16,0 0-33 0,0 0-23 0,0 0-7 15,0 0-6-15,0 0-7 0,6 10-2 0,-4-5-1 16,0 2-10-16,2 0-7 0,2 1-4 0,-3-2-3 15,2-3-3-15,0 5-1 0,-1-2-3 0,2 0 2 16,-1-2-2-16,0-2 0 0,1 1 2 0,0-1 0 16,0-1 1-16,-6-1-1 0,13-1 0 0,-6-1 2 15,-1-1 4-15,0-1 9 0,3-3 3 0,0 1-1 16,-4-3 0-16,3 2 3 0,1-3-1 0,-4 5 5 16,0-2 3-16,2 1-1 0,-5 0 7 0,6 1 0 15,-6 2 7-15,2 0-18 0,0-1-4 0,-1 2-7 16,-3 2-20-16,3-2-6 0,-3 2-4 0,0 0 0 15,8 8-2-15,-2 3-4 0,-3-1 5 0,1 7-6 0,1 0 5 16,-3 9-1-16,1 3 2 0,-3 1 0 0,-3 1 2 16,1 0-2-16,-2 0 3 0,-1 1-1 15,-4-1-1-15,3 0-1 0,1-2-1 0,-5-1 0 16,3-11 2-16,-2 2-2 0,4-5 5 0,1-2-3 0,-1-2 4 16,1-2 16-16,-1-1 22 0,4-2 38 0,-2-2 50 15,3-3 29-15,-4 0 12 0,4 0-3 16,-2-10-4-16,-1 2-4 0,2-6-9 0,1-5-21 15,5-8-25-15,4-3-18 0,5-3-15 0,11-13-19 0,5 2-31 16,2-2-4-16,1 3 3 0,4 2-7 0,-5 1 2 16,4 5-9-16,-9 8 5 0,-3 3 9 15,-2 4 0-15,-9 8 9 0,-1-2 2 0,-3 5-4 0,0 3 1 16,-5-1-7-16,1 2-7 0,-1 2-29 0,0-1-37 16,-2 3-44-16,-2 1-8 0,0 0 1 0,0 0-21 15,-11 17-26-15,1-4-33 0,-3 1-44 0,-4 1-62 16,-6-1-224-16,9-3-569 0,-2-1 252 0</inkml:trace>
  <inkml:trace contextRef="#ctx0" brushRef="#br0" timeOffset="-49775.68">16582 12105 86 0,'4'-1'122'0,"-4"1"-8"0,0 0-18 0,0 0-5 15,2-2-6-15,-2 2-10 0,0 0-10 0,0 0-3 16,0 0-3-16,0 0-13 0,0 0 0 0,0 0-8 16,0 0-8-16,0 0 5 0,-22 1-1 0,16 1-7 15,-1 0 8-15,0-1-5 0,1 1-3 0,-2 0 0 16,1 0-10-16,0-2 3 0,2 2 0 0,1-1-2 16,-1 1 1-16,5-2-3 0,-9 2 2 0,9-2-4 15,-5 1 1-15,5-1 1 0,0 0 3 0,-8 0-1 16,8 0 9-16,0 0-1 0,0 0 6 0,-5 1 8 15,5-1-1-15,0 0-2 0,0 0 7 0,0 0-2 0,0 0-2 16,0 0-1-16,0 0-5 0,0 0 1 16,0 0-10-16,0 0-3 0,0 0-2 0,0 0-3 15,-5 2-4-15,5-2 3 0,0 0-1 0,0 0-3 16,0 0 0-16,0 0 0 0,0 0-3 0,0 0 3 0,0 0-3 16,0 0 2-16,0 0-8 0,0 0 0 0,0 0 3 15,0 0-2-15,0 0-3 0,0 0 5 16,0 0-6-16,0 0 5 0,0 0 0 0,0 0 6 15,0 0 2-15,0 0 1 0,0 0-6 0,0 0-1 0,23-5 6 16,-9 4-5-16,8-2-1 0,5 1 1 0,2-3 0 16,3 0-1-16,2 1-3 0,2-2-2 15,-4 3 5-15,4-1-2 0,-3 2 1 0,-2-1-6 0,-4-1 0 16,-7 2-1-16,-2-1-9 0,-4 2-13 0,-5 0-14 16,0-1-19-16,0 2-14 0,-5 0-25 0,-4 0-20 15,0 0-14-15,0 0-156 0,0 0-307 0,-31-1 136 16</inkml:trace>
  <inkml:trace contextRef="#ctx0" brushRef="#br0" timeOffset="-49538.97">16675 12051 180 0,'3'-3'198'0,"-2"-3"4"0,4 1-3 0,-4 0-4 15,3 0-2-15,-1 0-13 0,-2 4-13 0,0-3-13 16,2 0-16-16,-3 4-13 0,1-5-17 0,-1 5-12 15,0 0-16-15,4-3-20 0,-4 3-7 0,0 0-5 16,0 0-7-16,-4 17-3 0,3-5-6 0,-3 0-2 16,-4 3-5-16,2 2-2 0,1 2-1 0,0 0-5 15,-2 1-1-15,4 4-1 0,0-3 1 0,-1-4-2 0,-1 3-33 16,5-3-6-16,0 0-32 0,0-3-35 16,0-1-30-16,5-3-42 0,0-3-201 0,4 0-394 15,3-5 174-15</inkml:trace>
  <inkml:trace contextRef="#ctx0" brushRef="#br0" timeOffset="-48939.01">17424 11998 78 0,'0'0'212'0,"0"0"-16"15,0 0-17-15,0 0-24 0,0 0-10 0,0 0-14 16,0 0-21-16,0 0-7 0,0 0-13 0,0 0-8 15,0 0-9-15,-6-1-3 0,6 1-10 0,0 0-2 16,0 0-9-16,0 0 1 0,0 0-8 0,0 0-5 16,0 0 2-16,24-4-8 0,-13 2 0 0,0 0-5 15,3-1 1-15,-2 1-7 0,6-6-2 0,-1 4-1 16,2 0 2-16,0-2-8 0,-1 2 0 0,-4-2-1 16,4 1 0-16,-6-1 0 0,-2 2-4 0,-1 0 6 15,-3 1 0-15,0 3-2 0,0-4 0 0,-3 3-5 16,-3 1-1-16,0 0 0 0,0 0 1 0,0 0-5 15,-17 7-2-15,1-2 5 0,-9 6-4 0,-3 3-1 16,2 0-3-16,-6 3 3 0,0 0-2 0,2 2-2 16,1-2 2-16,3 1-3 0,0 3 1 0,7-4 0 15,2-4 1-15,7 4-4 0,-2-3 2 0,5 0 4 16,0-2 0-16,6 0 2 0,2-4 2 0,2 1 14 16,7 0 15-16,3-1 0 0,6-1 5 0,8 0-7 0,5-4 0 15,0 2-3-15,-2-2-2 0,1-5-2 0,1 5 1 16,-1-6-3-16,-12 2-2 0,3-1 0 15,-3 2-1-15,-2-2-2 0,-7 1 1 0,0 1 1 0,-4-2 4 16,0 2 1-16,-1-3 6 0,2 3-5 0,-7 0-4 16,5-2-7-16,-5 2-18 0,3-3-17 0,-3 3-16 15,0 0-21-15,0 0-21 0,-9-6-11 0,9 6-37 16,-8-1-25-16,3-2-195 0,3-1-379 0,2 4 168 16</inkml:trace>
  <inkml:trace contextRef="#ctx0" brushRef="#br0" timeOffset="-48276.25">17981 11909 213 0,'0'0'262'0,"0"-5"-31"0,0 5-30 15,0-3-18-15,0 3-23 0,0 0-27 0,0 0-27 16,0 0-15-16,0 0-12 0,0 0-7 0,0 0-6 0,6 10-11 16,-2-5-6-16,0 1-8 0,-1 0-11 15,3 2-10-15,-2-1-9 0,5 2-1 0,-4-2-11 16,3 0-12-16,-2-1 3 0,4 1 3 0,-2 0-5 16,-2-5-4-16,2 1 7 0,-1-1-5 0,1 1 4 0,0-3-1 15,-2-3 3-15,6 1 8 0,-6-1 7 0,1-1 15 16,0-1 9-16,1-3 7 0,2-1 6 15,-3 1 8-15,0-2 6 0,2 3 5 0,-4 0 5 16,-1-2-2-16,0 4 1 0,1-1 4 0,-4 0-6 0,2 0-2 16,-2 4-5-16,3-2-11 0,-4 1-3 0,0 3-11 15,5-4-15-15,-5 4-25 0,0 0-8 0,0 0-4 16,0 0 2-16,5 12 2 0,-2-3 4 16,-3 3-2-16,1 6 2 0,-1 6 0 0,0 2 3 0,0 2-2 15,0 0 1-15,3 1 2 0,-6 1 0 0,3-1 1 16,3 3-2-16,-3-2 4 0,-3 0 0 15,3-1-9-15,0 0 10 0,-1-4 2 0,-3 1-2 16,0-6-1-16,-1-2-2 0,0 0 5 0,0 0-6 0,-2-2 0 16,2-4 7-16,0-2-6 0,-2 2 3 0,0-5 6 15,-1 2 2-15,2-4 5 0,-5 3 6 0,2-3 4 16,-2-2 12-16,1-1 21 0,3 0 25 0,0-2 24 16,1 0 22-16,6 0 8 0,-12-7-1 0,7 0-9 15,0-3 5-15,4-7-26 0,1-2-16 0,5-9-18 16,8-2 7-16,8-11-31 0,6 0-7 0,9-4-5 15,1 3-5-15,3 1 1 0,3-1-4 0,2 4-5 16,-2 1-1-16,2 4 9 0,-5 1 11 0,-12 10 0 16,-5 2 16-16,-5 4 3 0,-2 4-4 0,-7 3 4 15,2 3-5-15,-5 1-9 0,-1 0-9 0,1 0-9 16,-2 1 0-16,-1 3-22 0,1-3-46 0,-1 3-46 16,0-3-27-16,-3 4-1 0,0 0-12 0,0 0-21 15,-15 13-26-15,6-6-43 0,-3-1-41 0,-7 2-285 16,2 2-590-16,5-4 262 0</inkml:trace>
  <inkml:trace contextRef="#ctx0" brushRef="#br0" timeOffset="-28113.76">22009 11785 117 0,'0'-5'184'0,"1"0"-6"16,0 1-9-16,1-2-7 0,-1 2-9 0,0 0-4 16,-1 0-7-16,2-1-4 0,-1 3-3 0,0-2-3 15,0 1-8-15,-1 3-4 0,4-4-11 0,-4 4-13 16,0 0-9-16,0-5-11 0,0 5-12 0,0 0-9 15,0 0-10-15,0-4-5 0,0 4-7 0,0 0-5 16,-9 13-2-16,4-6-1 0,-4 2-7 0,0 1 1 16,-2 5-2-16,-1 2-6 0,0 0-9 0,-4 5 1 15,2-3-3-15,5 1 1 0,-4 2 1 16,3-5-1-16,1-1-1 0,0 1 4 0,0 0-7 0,3-2 1 16,2-3 2-16,0-2-2 0,2 1 2 0,0-4 2 15,1-1 1-15,1 1-3 0,0-2 8 0,0 0 11 16,5-3 16-16,0 0 21 0,4-2-10 0,5-3 7 15,-1-1-4-15,5-3-4 0,-1-3-2 0,2 0-1 16,1-6-2-16,1-4-3 0,-5 1-3 0,-3-3-6 16,1-4 7-16,-4-1-13 0,-2 0-4 0,-2-3 0 15,-2-1 8-15,-8 1-12 0,-1 0-4 0,-4 1 1 16,-5 4-5-16,-4-1-1 0,-3 5-3 0,-4 2 6 0,-3 3-10 16,-4 4 0-16,-1 5-3 0,-3 0 2 15,3 4-2-15,0 3 1 0,2 4-3 0,3 3-13 16,0 2-28-16,6 3-24 0,3 1-17 0,3 1-21 15,1 8-18-15,6 1-18 0,8-3-35 0,6 6-245 0,4-2-460 16,9-2 203-16</inkml:trace>
  <inkml:trace contextRef="#ctx0" brushRef="#br0" timeOffset="-27612.1">22421 11630 39 0,'0'0'246'0,"-2"-4"-14"0,2 4-20 15,0 0-18-15,-2-3-25 0,2 3-17 0,0 0-16 16,0 0-10-16,0 0-22 0,0 0-14 0,0 0-11 16,0 0-9-16,0 0-8 0,0 0-7 0,12 16-5 15,-5-9-5-15,2 1-7 0,-1 2-5 0,3 2-3 16,0 4-2-16,-1 0-3 0,-2 2-8 0,-3-1-1 15,-1 1-6-15,0 1 0 0,-3 1-3 0,-2-1 2 16,-3 5-1-16,-2-5-4 0,-3-2 6 0,-4 0 1 16,1-2-3-16,-3-2 2 0,0 0 7 0,0 0 4 15,2-4-3-15,-1 1 3 0,2-3-1 0,2-2-4 16,2 1 2-16,2-2-3 0,1 1-2 0,1-3 2 16,0 1 1-16,0 0 4 0,-1-2 5 0,5-1-2 15,0 0 1-15,0 0-3 0,21 0-6 0,-2-2 1 16,4-3-3-16,5 0-6 0,1 1-32 0,2-2-34 15,-1 2-50-15,1-4-59 0,-9 3-220 0,4-3-421 16,-7 2 186-16</inkml:trace>
  <inkml:trace contextRef="#ctx0" brushRef="#br0" timeOffset="-27229.5">22282 11876 137 0,'-5'1'171'16,"5"-1"-5"-16,-8 2-18 0,8-2-18 0,0 0-11 15,-8 1-8-15,8-1-1 0,0 0-8 0,0 0 0 16,0 0-8-16,0 0 5 0,0 0-1 0,-9-1 2 15,9 1 0-15,0 0-1 0,0 0-6 0,0 0 0 16,0 0-4-16,0 0-5 0,0 0-7 0,0 0 0 16,0 0-15-16,0 0-8 0,0 0-3 0,0 0-4 15,21-4-7-15,-8 1-2 0,6 0 3 0,8-1-12 16,6 1-3-16,2-4-4 0,3 2 1 0,20-4-4 16,-2 2-4-16,0-2 2 0,-2 0-3 0,-4 2-5 15,-16 0-6-15,3 1 0 0,-6 1-4 0,-12 1-15 16,0 2 3-16,-6 0-11 0,0 2-19 0,-7-1-19 15,-1-1-9-15,-5 2-13 0,0 0-6 0,0 0-13 16,-24 6-20-16,6-2-28 0,-9 0-11 0,-2 4-167 16,-2-1-355-16,3 0 158 0</inkml:trace>
  <inkml:trace contextRef="#ctx0" brushRef="#br0" timeOffset="-26479">21633 12297 81 0,'0'0'169'0,"0"0"-14"0,0 0-20 0,0 0-10 15,0 0-13-15,-7 0-12 0,7 0-6 0,0 0 1 16,0 0-1-16,0 0 7 0,0 0 3 0,0 0 4 15,0 0 5-15,0 0-7 0,0 0 9 0,0 0-9 16,0 0-3-16,0 0-11 0,0 0-3 0,0 0-9 16,0 0-7-16,0 0-9 0,0 0-1 0,0 0-4 15,0 0-6-15,0 0-4 0,0 0-4 0,0 0-6 0,0 0-5 16,0 0-3-16,0 0-2 0,0 0-6 16,0 0 1-16,16-4-4 0,-16 4-1 0,5-2 1 15,-5 2 4-15,0 0-3 0,5-2 1 0,-1 0-2 16,-4 2-1-16,9-4-4 0,-5 2-3 0,1 1 2 15,0 0 1-15,-1-2-3 0,1 2 0 0,3-1-3 0,-8 2-2 16,6-3-1-16,-1 2 0 0,-5 1-4 0,4-2 2 16,-4 2 0-16,8 0-3 0,-8 0-1 15,0 0 1-15,0 0 1 0,0 0-2 0,9 0 2 0,-9 0-1 16,0 0-1-16,0 0-3 0,0 0 3 16,0 0 0-16,0 0 0 0,5-1 0 0,-5 1 1 15,0 0-2-15,0 0 2 0,0 0-2 0,0 0 1 16,0 0 1-16,0 0-2 0,0 0 1 0,6-1 0 0,-6 1 2 15,14-1 6-15,-2 1-8 0,9-4 2 16,9 1 0-16,8-2 0 0,13 0 10 0,13-2 3 16,33-3 7-16,2 2 6 0,4 0 2 0,1-1-1 15,-6 2-3-15,-3 6-4 0,-31 0 0 0,-1-3-3 0,0 1-1 16,-10-1 1-16,-15 1-1 0,-2 5-1 0,-4-4-4 16,-6 0 10-16,-9-2-8 0,-3 3-2 15,-4 1 4-15,-2 0 13 0,1-3 5 0,-4 3-3 0,-5 0-7 16,5-1-1-16,-5 1-16 0,0 0-19 0,0 0-16 15,0 0-21-15,-23 0-28 0,10 1-35 0,-5 2-40 16,4 4-49-16,-5 0-53 0,2-4-218 0,-2 3-509 16,2-3 226-16</inkml:trace>
  <inkml:trace contextRef="#ctx0" brushRef="#br0" timeOffset="-25112.03">22120 12536 59 0,'4'-1'183'0,"-4"1"2"0,1-5-8 15,-1 5 1-15,5-4-9 0,-1 1-16 16,-4 3-9-16,3-4-13 0,-3 4-12 0,0 0-10 15,1-3-17-15,-1 3-6 0,0 0-16 0,0 0-5 16,-14 0-9-16,5 3-5 0,-8 3-11 0,-2 2-2 0,1-1-1 16,-2 3-6-16,-3 5-5 0,1 0-2 0,-4 1-3 15,4 1-4-15,-1 0-12 0,7-4 9 16,-6 4 3-16,10-2-6 0,-1-2-5 0,0 1 5 16,7-2-3-16,-2-2-7 0,4-1 7 0,-1 2 1 15,4-1 2-15,3-2-3 0,2 0 5 0,5-3 8 0,3-1 4 16,-1 0 0-16,8-3 0 0,-1-2-1 0,3-3-2 15,-1 0 1-15,2-3-3 0,-7-1 0 16,4-2-4-16,-2-3 9 0,-3 0-5 0,-2-2-4 0,-1-2-2 16,-5-2-3-16,-2-7-1 0,-4 1 1 0,-4 8-2 15,-8-8-7-15,-1 2 6 0,-4 1-3 0,-2 2 0 16,-3 1-6-16,-4 3 5 0,-1 6-3 16,-4-2-3-16,3 4 1 0,-3 1 1 0,4 3-1 0,-1 1-3 15,10 3 1-15,-1 1 1 0,3 3-5 0,0 1-21 16,6 3-19-16,0-2-9 0,2 6-18 0,8 1-24 15,4 3-26-15,6-1-48 0,4-1-183 0,13 0-383 16,2 1 170-16</inkml:trace>
  <inkml:trace contextRef="#ctx0" brushRef="#br0" timeOffset="-24531.08">22318 12471 76 0,'-1'-5'290'16,"1"-1"-23"-16,0 6-30 0,0 0-26 0,0-5-24 16,0 5-36-16,-3-1-19 0,3 1-15 0,0 0-12 15,0 0-6-15,9 8-12 0,-4-2-10 0,-1-2-21 16,1 4-8-16,0 1-8 0,3 0-13 0,1-1-10 16,-1 0-6-16,-1 0-5 0,0 0 2 0,2-3-6 15,-2 0 2-15,0 0-1 0,-1-2 3 0,1-1-4 0,0 0 1 16,3-2 5-16,-1-2-3 0,1 0-1 15,-1-1 2-15,1-2 5 0,0 0 6 0,-1 0 7 16,-2-2 10-16,2 2 6 0,-3-2 3 0,1 2 10 16,-2 0 4-16,-1-2 3 0,0 5 1 0,-3-1 1 0,5-1-9 15,-3 3-4-15,-2-3-11 0,-1 4-8 0,5-3-22 16,-5 3-7-16,0 0 0 0,4 10 1 16,-1-5-2-16,-2 7-1 0,-1 2 1 0,-1 5 0 15,-2 6-1-15,2 4-1 0,-6 2 1 0,2-2-2 0,-5 2 1 16,3 1-1-16,1-3 5 0,-1 0-4 0,-1-1 3 15,-1-2-3-15,0 0 1 0,0-9 0 0,4 1 3 16,-3-4-1-16,3-2 1 0,0 0 1 16,-2-4 12-16,2-2 11 0,-1-1 18 0,0 0 7 0,-1-4 16 15,0 0 4-15,7-1 10 0,-18-7 5 0,10 4 2 16,-2-6 2-16,4-1 15 0,-1-3-13 16,2 0-6-16,4-7-12 0,1-6-11 0,5-2-7 0,5-3-15 15,6-2-8-15,9-11-7 0,5 3-12 0,5 2 0 16,1 1-1-16,4 6-2 0,2 4-8 0,-13 8 3 15,3 3-2-15,-1 0-1 0,-2 5 2 0,-2-3 0 16,-8 8-4-16,-1 0 3 0,-9 2-4 0,3 1 0 16,-6 2-13-16,2-2-24 0,-3 4-15 0,1 0-1 15,-6 0 3-15,7 3-2 0,-7-3-1 0,0 5-6 16,-2 0-1-16,1 2-4 0,-4-3-14 0,0 1-19 16,-2 3-18-16,0 1-28 0,-1-5-32 0,2 2-27 15,-1-1-69-15,2-3-168 0,-4 1-475 0,7-3 209 16</inkml:trace>
  <inkml:trace contextRef="#ctx0" brushRef="#br0" timeOffset="-24013.11">23459 12112 121 0,'0'0'152'0,"0"0"-7"16,0 0-9-16,0 0 2 0,0 0-5 0,0 0-1 15,-5 0-3-15,5 0 4 0,0 0-1 0,0 0-11 16,0 0-5-16,21-3-9 0,-7 2-12 0,4-2-12 16,3 0-2-16,1 1-12 0,7-1-4 0,-1-2-5 15,-7 4-9-15,-1-3-5 0,3 2-2 0,-5 0-2 16,0-1-8-16,-5 1-1 0,1 1-7 0,-5-2-3 16,-1 3-12-16,-2-1-10 0,-6 1-21 0,8-1-19 15,-8 1-11-15,5 2-18 0,-5-2-21 0,0 0-9 16,0 0-20-16,-19 4-32 0,11-2-155 0,-1-2-330 0,-1 2 146 15</inkml:trace>
  <inkml:trace contextRef="#ctx0" brushRef="#br0" timeOffset="-23714.76">23515 12273 146 0,'-5'2'256'0,"2"-1"-11"0,3-1-17 16,-4 3-25-16,4-3-16 0,0 0-18 0,0 0-16 15,0 0-16-15,17 1-16 0,-2-5-16 0,4 4-6 16,10-1-9-16,-1-2-8 0,3-2-9 0,0 2-8 16,0-1-8-16,0 1-3 0,-4-1-2 0,-8 2-8 15,-5 1-3-15,-1-2-6 0,-2 0 0 0,1 2-7 16,-7-1 6-16,0 1-12 0,3 1 0 0,-8 0-6 15,6-2-8-15,-6 2-17 0,0 0-15 0,0 0-13 16,0 0-25-16,0 0-37 0,0 0-48 0,-14 10-69 16,9-8-154-16,-3 1-399 0,8-3 177 0</inkml:trace>
  <inkml:trace contextRef="#ctx0" brushRef="#br0" timeOffset="-22343.69">24420 12165 59 0,'0'0'219'0,"0"0"-22"0,0 0-11 0,0 0-17 0,0 0-22 16,0 0-13-16,4-10-11 0,-4 10-10 0,0 0-5 15,6-4-2-15,-6 4-2 0,4-5-4 0,-1 2-2 16,-1 1-7-16,2-1-10 0,1-1-2 16,0-4-11-16,-1 4-7 0,5-4-6 0,-4-1 0 0,4-2-9 15,1 0-3-15,2-3-1 0,-1-1 0 0,-2 0 5 16,3-2-7-16,-1 0-3 0,2-5-4 0,-1-2-1 16,-2 6 1-16,0-5 1 0,2 2-3 15,0-4 1-15,-3 8-8 0,-5 0 3 0,4 1 0 0,-3 1 0 16,-1-1 1-16,1 0 9 0,-1 6-7 0,-2-1-4 15,0 0 5-15,0 5-8 0,-2-1-6 0,1 2 0 16,1-1-3-16,1 2-4 0,-3 2-3 0,2-1-2 16,0-2-16-16,-2 5-22 0,0 0-9 0,0 0 7 15,0 0 2-15,0 0 3 0,-12 17 1 0,3-4 5 16,0 5 0-16,-3 5-6 0,1 5 9 0,-1 1 1 16,1 1 3-16,2 0 0 0,0-2 1 0,-3 1 3 15,5 0 1-15,-1 0 3 0,2-5-5 0,2 2 7 16,1-6 2-16,1-1-2 0,2-2 1 0,2-1 4 15,2 0 1-15,1-4 2 0,0 2 0 0,3-4 5 16,3 0 10-16,1-1 7 0,1-2-3 0,6-2 1 16,-1-3 2-16,2-1-3 0,-1-1-2 0,-1-1 1 15,0-4 1-15,-4 0-3 0,3-2 0 0,-6 0 0 16,1 0 7-16,-3-2-6 0,0 1 5 0,-3-1 5 16,2-1-6-16,-5 0 6 0,-3 1-14 0,0-1 0 15,-2 3-2-15,-3-2-3 0,-4 3 1 0,-1-1-4 16,-2 2-3-16,-2 0-3 0,1 2-4 0,-6 0-2 15,5 2-12-15,-2 4-12 0,3-2-19 0,1 2-20 16,-1 2-20-16,1 0-24 0,3 2-10 0,0-1-19 16,5 0-12-16,1 0-21 0,3-1-195 0,3 0-399 15,-3-5 177-15</inkml:trace>
  <inkml:trace contextRef="#ctx0" brushRef="#br0" timeOffset="-21562.23">25251 11997 193 0,'-12'1'181'16,"5"1"-23"-16,0-2-13 0,1 0-17 0,1 3-9 16,-3-3-10-16,8 0-9 0,-5 2-12 0,5-2-7 15,-5 0-7-15,5 0-2 0,0 0-2 0,0 0 5 16,-7 0 3-16,7 0 5 0,0 0 7 0,0 0-9 16,0 0 4-16,0 0-3 0,0 0-12 0,0 0-2 15,0 0-13-15,23-1-2 0,-23 1-5 0,7-1-7 16,-7 1-4-16,5-2-4 0,-5 2 0 0,0 0-3 15,8 0-4-15,-8 0-2 0,0 0 1 0,0 0-2 16,0 0-2-16,0 0-2 0,3-3-3 0,-3 3 8 16,0 0-3-16,0 0 1 0,0 0-2 0,0 0 8 15,0 0-2-15,0 0-1 0,0 0 4 0,7-1 1 16,-7 1-1-16,0 0 1 0,0 0-5 0,0 0 1 16,0 0-2-16,0 0-2 0,0 0-2 0,0 0 1 15,0 0 2-15,0 0-9 0,0 0-4 0,0 0-2 16,0 0 2-16,0 0 7 0,0 0-11 0,0 0 2 15,0 0-5-15,0 0 3 0,0 0-4 0,0 0 11 16,0 0-13-16,0 0 2 0,0 0-3 0,0 0 1 16,0 0 3-16,0 0-2 0,0 0-2 0,0 0 2 15,0 0 1-15,0 0 1 0,0 0-1 0,0 0 0 16,0 0-3-16,3-1 5 0,-3 1-5 0,12-3 2 16,-2 3 0-16,6-2-1 0,0 2 1 0,7-3 1 15,5 1 1-15,3-1 0 0,4-1-3 0,-1-3 0 16,4 4-3-16,-2-2 14 0,-3 0-11 0,-1 0-1 15,3-1-7-15,-8 1-3 0,-6 3-6 0,-4-2 6 16,-4 3 3-16,-2 0-15 0,-4-2-9 0,-1 1-20 0,0 0-30 16,-6 2-23-16,0 0-20 0,0 0-11 15,0 0-8-15,-19-3-2 0,8 3-14 0,-2 0-11 16,0 0-173-16,-3 1-372 0,2-1 165 0</inkml:trace>
  <inkml:trace contextRef="#ctx0" brushRef="#br0" timeOffset="-21317.97">25480 11896 217 0,'-2'-7'292'0,"1"0"-3"0,0 1-18 16,-1-1-12-16,2 1-18 0,-1 1-18 0,1 1-22 16,0 4-21-16,0-7-22 0,0 3-20 0,0 4-20 15,-1-4-19-15,1 4-19 0,0 0-10 0,0 0-6 16,-8 19-12-16,4-5-2 0,2 3 2 0,-5 9-16 15,1 2-4-15,1 1 2 0,1 4-11 0,1-2-32 0,0 1-38 16,1 2-55-16,0 0-70 0,-3-6-98 16,0 0-161-16,2-7-464 0,3-6 205 0</inkml:trace>
  <inkml:trace contextRef="#ctx0" brushRef="#br0" timeOffset="-19464.01">26145 11823 35 0,'-4'-2'249'0,"4"2"-12"16,0 0-17-16,-3-2-15 0,3 2-20 0,0 0-22 15,-2-3-12-15,2 3-20 0,0 0-14 16,0 0-11-16,0 0-13 0,0 0-12 0,0 0-8 16,0 0-8-16,-2-4-5 0,2 4-10 0,0 0-3 0,0 0-7 15,0 0-2-15,0 0 0 0,0 0-5 0,13 0-2 16,-5 0-7-16,-1-2 1 0,0 1-5 15,5 0 1-15,-1-2-3 0,2 1-1 0,-3 0-2 16,3-2 1-16,0-1-3 0,-3 0 9 0,-1 0 5 0,3 1 7 16,-3-1 2-16,-2 0 4 0,-2 2 4 0,1-1 7 15,0 0-4-15,-2 2 7 0,-2 0-16 16,-2 2-5-16,5-2-10 0,-5 2-3 0,0 0-1 16,0 0-5-16,-19-3 0 0,5 9-2 0,-6 3-1 15,-6 0-5-15,-2 4 1 0,4 0-6 0,-1 3-1 0,1 0 0 16,1 1-2-16,3 3-1 0,1-1 0 0,2-4-3 15,3 5 3-15,2-4 0 0,5 1 3 0,3-1-5 16,4 0 12-16,1-2-7 0,9 0 5 0,3 1-4 16,9-1 5-16,2-1 3 0,11-1-1 0,-1-7-5 15,5 0 5-15,-1 0-2 0,13-5 2 0,-14 2-4 16,0-5 3-16,-5 1 6 0,-4 0-7 0,-5 1 2 16,-5 0-4-16,-8-1 7 0,2 0 15 0,-6 2 8 15,3-1-2-15,-2-2 1 0,-4 3-9 0,-3 0-3 16,8-3-12-16,-8 3-12 0,0 0-14 0,0 0-14 15,-9-7-13-15,4 5-16 0,0 1-27 0,5 1-10 16,-14-4-26-16,6 4-33 0,3-3-27 0,0 3-42 16,-3-2-177-16,3-2-436 0,1 1 193 0</inkml:trace>
  <inkml:trace contextRef="#ctx0" brushRef="#br0" timeOffset="-18831.88">26734 11734 161 0,'3'-5'230'0,"1"1"-24"0,2 1-21 0,1 0-21 15,4 1-19-15,-1 0-14 0,5 2-13 0,-4 0-11 16,0 4-21-16,3 2-3 0,-3 1-8 0,1 5-12 0,2 0-10 15,-5 1-2-15,0 3-3 0,-5-1-9 0,-3 1-6 16,-1 4-2-16,-1-2 3 0,-6 0-8 0,1-1-4 16,-4 1-1-16,-4 3-2 0,1-6-2 15,2-1-1-15,-6-1 3 0,4 0 8 0,2-5-2 0,2-1 5 16,0-1 5-16,4-2 16 0,-3 0 9 0,3-1 25 16,1 0 8-16,-1-2 22 0,5-1 22 0,-4 2-15 15,4-2-7-15,0 0-17 0,7-13-11 16,0 2-8-16,7-2-6 0,0-1 3 0,9-6-18 0,0-4-5 15,3 1-13-15,2-3-3 0,0 1 9 16,2-2-22-16,-4 0 0 0,-3 4-2 0,0 2 0 16,-6 2 1-16,-4 6-6 0,-2-1-3 0,-2 6 5 15,-2-2 4-15,-2 5-6 0,1-1 3 0,-1 0-7 0,-1 4-7 16,-3-1-8-16,3-1-15 0,-4 4-11 0,0 0 5 16,0 0 2-16,0 0 3 0,-14 17-2 0,3-2 2 15,-3-1 2-15,-5 6-1 0,2 1-1 0,0 1 2 16,1-2 2-16,-1 3-2 0,3-1 4 0,0 0-1 15,5-5 1-15,1-1 4 0,4 0-2 0,-2-4 14 16,6 0-9-16,4-2 5 0,1 1 0 0,3-1 30 16,6 1-1-16,5-3 8 0,10-2-3 0,3 1 2 15,5-6-6-15,14 0 6 0,-11-6 5 0,12 1 2 16,-1-4 19-16,-15 3-15 0,-4-1-1 0,-1 0 3 16,-4-1 13-16,-11 3 7 0,-3 1 3 0,-1 0 10 15,-1-2 3-15,-3 3-1 0,-2 0-3 0,-1 0-16 16,-1 1-5-16,-4 1-10 0,8 0-6 0,-8 0-11 15,5-3-28-15,-5 3-23 0,0 0-31 0,0 0-26 16,0 0-48-16,0 0-29 0,-17 10-32 0,10-4-46 16,-4 0-54-16,1 2-80 0,0-1-220 0,1-1-633 15,1-2 281-15</inkml:trace>
  <inkml:trace contextRef="#ctx0" brushRef="#br0" timeOffset="-14131.19">16602 13537 72 0,'0'0'231'0,"4"-7"-2"16,-3 5-10-16,-1 2-7 0,3-6-1 0,-2 4-22 15,1-2-12-15,-2 4-13 0,2-5-7 16,-2 5-14-16,0-4-8 0,0 4-17 0,3-2-3 0,-3 2-21 15,0 0-11-15,0 0-12 0,0-6-26 0,0 6-7 16,0 0-5-16,-11 8-4 0,4-3-2 0,-6 6-7 16,-2 0 0-16,-2 4-6 0,-1 2 3 0,-1 1-5 15,1 2 0-15,0-1 4 0,2 1-5 16,4-3-5-16,-1-2 2 0,3 1-3 0,1-1-2 0,1 2 0 16,3-2 1-16,0-3 1 0,3 0 0 0,1-2 1 15,1 1 2-15,1-5 0 0,1 1-1 0,5-1 1 16,-1-3 0-16,6 0 6 0,4-4-4 15,1-1 0-15,2-7-3 0,0 2 5 0,-1-5-2 16,6-1 9-16,-5-4 3 0,-4 3 0 0,2-8-3 0,-3 0-3 16,-3-1 2-16,-2 0-3 0,-3-3-4 0,-6-2 7 15,-1 3-4-15,-6 0-7 0,-1-1-2 0,-7 2-3 16,-5 2-4-16,-4 2 1 0,-2 1-2 0,-6 3 3 16,-2 5-5-16,-3 2 0 0,2 1 3 0,1 6-3 15,3 0-14-15,1 2-24 0,1 4-28 0,10 1-41 16,-2 1-36-16,4 3-23 0,2 1-42 0,4-2-196 15,7 3-441-15,0-2 195 0</inkml:trace>
  <inkml:trace contextRef="#ctx0" brushRef="#br0" timeOffset="-13679.6">16618 13130 225 0,'1'-2'242'0,"3"-4"-23"0,0 2-26 0,1 2-19 15,1 2-21-15,-2-2-14 0,-4 2-17 0,15 0-13 16,-7 2-16-16,-3 3-7 0,4 2-9 0,-3 0-11 16,2 3-2-16,-3 0-5 0,2 2-14 0,-6 4-3 15,0 0-4-15,-2 1 0 0,-3 1-10 0,-1-1 1 16,-3 0-6-16,-2 0 1 0,1 2-3 0,0-7 1 15,0 1-4-15,0-1-2 0,4-4 0 0,-1 0-1 16,3-3-1-16,-1 0 0 0,2 0-2 0,-2-2 4 16,2 1-5-16,0-1 9 0,2-3-2 0,6 2-2 15,2 1 1-15,5-3-8 0,6 2 4 0,0-2-16 16,3 0-39-16,6-2-44 0,-6 2-45 0,-1 0-52 16,0 0-170-16,2-3-380 0,-4 2 169 0</inkml:trace>
  <inkml:trace contextRef="#ctx0" brushRef="#br0" timeOffset="-13333.31">16997 13367 64 0,'-1'-4'253'0,"1"4"-27"0,0 0-26 0,4-5-20 0,-4 5-17 16,9 0-16-16,-2 0-22 0,-7 0-11 0,14 4-11 15,-3 1-12-15,0 0-9 0,1 3-12 0,-2-1-3 16,0 2-10-16,-1-1-4 0,-2 2-10 16,4 6-2-16,-5-1-4 0,-2 1-4 0,-1-1-6 0,-3 3-4 15,-3-1-1-15,-2 0 1 0,-3 1-5 0,-2-1 0 16,1 0-4-16,-4 0 1 0,-1-2-4 0,4-1-3 16,-4 1 1-16,1-5 2 0,6 0-3 0,-2-3 0 15,1 2 1-15,2-3-1 0,2-2 3 0,-1 0 0 16,0-1 2-16,2 0 0 0,1 0 2 0,2-3 1 15,-2 4 3-15,2-4-6 0,12 0 2 0,-3 0 0 16,5-3-3-16,0 2-14 0,6-2-30 0,3 0-50 16,4-4-49-16,1 0-94 0,0 0-119 0,-4-4-373 15,-5 4 166-15</inkml:trace>
  <inkml:trace contextRef="#ctx0" brushRef="#br0" timeOffset="-13108.45">17015 13545 202 0,'0'0'262'15,"-7"-1"-23"-15,7 1-26 0,0 0-23 0,0 0-15 16,22-5-18-16,7 3-17 0,2 2-34 0,9-4-32 16,14 0-37-16,1 3-57 0,0 0-70 0,-16-1-192 15,1-2-304-15,-7 0 136 0</inkml:trace>
  <inkml:trace contextRef="#ctx0" brushRef="#br0" timeOffset="-11583.34">16040 14004 103 0,'-5'2'136'0,"5"-2"-6"0,0 0-15 0,0 0-5 0,0 0-3 15,-9-2-7-15,9 2 2 0,0 0 6 0,0 0-7 16,0 0-7-16,0 0 1 0,0 0-5 0,0 0 1 16,0 0-5-16,0 0-5 0,0 0-5 0,0 0-7 15,0 0-7-15,0 0-6 0,0 0-4 0,-3-3-12 16,3 3 1-16,0 0-5 0,0 0-5 0,0 0-4 16,0 0 1-16,0 0-4 0,0 0-4 0,0 0-1 15,0 0-6-15,0 0 1 0,0 0-2 0,0 0-1 16,0 0-3-16,0 0 2 0,0 0 1 15,0 0-3-15,0 0-1 0,0 0 3 0,0 0-2 0,0 0-2 16,0 0 5-16,31-1-7 0,-9 0 5 0,11-4-1 16,21 0-3-16,13 0 10 0,41-6 3 0,4 7 5 15,12 0 2-15,-1-3-4 0,7 4 9 0,2-2-1 16,-1-4 1-16,0 4-2 0,-6-2-2 0,-10 1-2 16,-9 0-2-16,-6 3 2 0,-35-2-7 0,-5 1 3 15,-5 0-5-15,-4-1 0 0,-18-1 0 0,-13 4-2 16,0 1 10-16,-7-2 14 0,-2 3 12 0,-2-1 1 15,-2-2-8-15,-5-1-9 0,-2 0-20 0,0 4-12 16,0 0-22-16,-15-1-20 0,1 1-25 0,-3 0-35 16,3 4-41-16,-4 1-46 0,-4-2-226 0,3 2-449 15,1 0 198-15</inkml:trace>
  <inkml:trace contextRef="#ctx0" brushRef="#br0" timeOffset="-10797.16">16527 14347 81 0,'0'0'304'15,"4"-5"-17"-15,-4 1-25 0,0 4-25 0,0 0-23 0,-3-5-26 16,3 5-21-16,-5-4-27 0,0 3-13 0,-4-1-18 16,0 2-16-16,-5 3-10 0,-5-2-8 15,-3 3-9-15,-5 5-7 0,-1 0-6 0,-1 3-7 16,1 0-5-16,1 0-4 0,0 2-6 0,3 2-4 15,7-6-4-15,-2 1-5 0,4 1 10 0,2 0-14 0,0 1-3 16,4-4-4-16,3-1-2 0,1 0-1 16,1 0-2-16,1-1 3 0,3-2 3 0,3 0 1 15,3-2 2-15,8 1 1 0,-1-4 0 0,6-3 1 16,4-1 2-16,0-4 6 0,0 2 7 0,-2-4 0 0,-3 0 12 16,1-2-3-16,-1 1 1 0,-3-1-6 15,-2-3-3-15,-4-2-2 0,-3-1-4 0,-3-1-8 16,-3-1-6-16,-5 2-5 0,-2 1-4 0,-6 0-4 15,-3-2 0-15,-2 6 2 0,-5-1-2 0,-3 5-1 0,1 2 2 16,-5 1-2-16,2 4 0 0,7 0 0 16,0 4-2-16,2-1 0 0,-2 3-27 0,6 0-25 15,0 4-23-15,1-1-8 0,4 3-14 0,3-1-6 16,2 2-11-16,9 0-28 0,1-1-54 0,10 2-173 16,9 0-406-16,2 1 179 0</inkml:trace>
  <inkml:trace contextRef="#ctx0" brushRef="#br0" timeOffset="-10383.66">16757 14267 144 0,'6'-4'233'0,"0"1"-22"16,2 0-24-16,0 3-22 0,2 0-17 15,2 3-18-15,-2-1-14 0,0 3-9 0,2 0-8 16,-5 2-17-16,2 1-9 0,4 4-6 0,-7-2-12 0,2 1-2 15,-4 2 2-15,-4 1-16 0,-4 5-4 0,0-3-7 16,-1-1 0-16,-4 2 3 0,-1-3-8 0,-3 3-1 16,3-3-2-16,-4 0 8 0,1-2-12 0,1 0-1 15,2-4-2-15,3-1 4 0,-1-1 16 0,4-2 8 16,-1 0 20-16,0-1 23 0,3 1 35 0,0-2 27 16,2-2 23-16,0 0 18 0,0 0-18 0,0 0-19 15,0 0-14-15,16-16-18 0,-6 9-10 0,5-3-13 16,2 0-9-16,3-7-8 0,5 1-13 0,-4 1-19 15,2-2 0-15,-1 3-17 0,-3 3-5 0,-7 0 5 16,-4 4-6-16,0-1-8 0,-1 5-3 0,-2-1-2 16,-1 2-13-16,1-1-19 0,-2 1-21 0,-3 2-16 15,3-3 5-15,-3 3 0 0,0 0 8 0,-9 9-1 16,4-4 6-16,-1 5 4 0,-1-3-5 0,-1 3-8 16,1-2-7-16,2 4-2 0,-3 4-10 0,4-1-13 15,3-3-10-15,1 4-14 0,3 0-20 0,-1-7-32 16,6-1-39-16,3 1-76 0,6-1-161 0,2-4-470 15,2-2 208-15</inkml:trace>
  <inkml:trace contextRef="#ctx0" brushRef="#br0" timeOffset="-9996.05">17532 14280 108 0,'-3'-3'190'0,"3"3"-11"0,0 0-22 16,-8 0-20-16,8 0-13 0,0 0-13 0,-15 7-17 16,7-4-3-16,-1 5-12 0,-2-1-7 0,-1 0-3 15,-2 4-6-15,0-1-6 0,-1 5-3 0,2-4-1 0,-1 4-9 16,2-1-1-16,-3-2-7 0,6-1-5 16,0 0-4-16,0-2-8 0,4 0 7 0,1 0-6 15,-1-1 0-15,4 0 0 0,-2-1 7 0,6-1 7 16,-2-1 28-16,4 0 8 0,3 2 4 0,7-4 3 0,-2-1-8 15,6-2-4-15,1 0-2 0,-1-4 3 16,0 1-3-16,-1-4 6 0,-1 2 7 0,-2-2 8 16,-1-3-2-16,-3 1 2 0,-3-1-10 0,2-3-12 15,-5-2-10-15,-1 3-7 0,-3-4-7 0,-1-1-6 16,-5 0-10-16,-4 3-5 0,-5 0-5 0,-9-2-2 16,-1 3-3-16,-7 2 6 0,-1 2-8 0,-3 3 0 15,0-1-4-15,0 3-1 0,2 1 1 0,3 5-2 16,1 1 2-16,8-1-33 0,3 4-39 0,1-1-36 15,3 6-31-15,4-4-26 0,5 2-27 0,2 0-256 16,7 0-485-16,9-2 214 0</inkml:trace>
  <inkml:trace contextRef="#ctx0" brushRef="#br0" timeOffset="-9414.83">17747 14233 112 0,'0'-4'338'16,"-5"0"-29"-16,5 4-33 0,-1-4-32 0,1 4-30 16,-4-3-28-16,4 3-31 0,0 0-14 0,0 0-14 15,0 0-16-15,1 16-16 0,2-11-18 0,-2 3-17 16,4 0-15-16,0 0-6 0,1 1-16 0,1-1-10 16,3 1-11-16,-2-2-8 0,1-1-12 0,0 0-3 15,-1-2 2-15,-2 0 1 0,-1-4 4 0,3 2 1 16,1-2 3-16,-9 0 4 0,13-4 15 0,-10 1 11 15,3-1 6-15,1-3 2 0,-1 1 10 0,1-2 10 0,-1-1 3 16,1 2 12-16,-1-1 6 0,-1 1-1 16,0 3 5-16,-2-1-7 0,1 0-6 0,-2 2-7 15,0 1-11-15,0 0-5 0,-2 2-9 0,8-3-5 16,-8 3-4-16,0 0-7 0,6 9-4 0,-3-1 2 16,-1 1-10-16,2 7-4 0,-3 2 4 0,3 2-5 15,0 6 1-15,-4 3-2 0,0-4 1 0,-4 7 2 16,3-3-2-16,-5-1 1 0,0 1 0 0,1 1 3 15,-4-1 0-15,4-3 2 0,0-8-6 0,1-1-7 16,-3-3 1-16,-1-5-1 0,4 3 5 0,0-4 6 16,-1-4 13-16,0 2 7 0,-1-3 12 0,-4-3 11 15,1-2 22-15,1 1 26 0,-1-5 18 0,3-1 7 16,-1-3-2-16,2 1-3 0,1-8-1 0,3 2-1 16,1-3-21-16,8-7-11 0,3 1-17 0,8-1-11 15,2-1-20-15,3-4-14 0,12-3-4 0,-7 9-4 0,11-5 4 16,-8 9-1-16,-2 1 1 0,2 3-3 15,0 1-7-15,-2 2 0 0,-4 2 4 0,-4 5 14 16,-8-1-10-16,-5 2 14 0,4 2-19 0,-8-1 19 16,3 1 1-16,-3 1-14 0,1 0 5 0,-3-1-8 15,1 3 1-15,-4 0-21 0,3-2-28 0,-3 2-28 16,0 0-15-16,0 0-16 0,0 0-21 0,0 0-34 16,0 0-43-16,0 0-64 0,-16 7-72 0,11-7-205 15,5 0-585-15,0 0 259 0</inkml:trace>
  <inkml:trace contextRef="#ctx0" brushRef="#br0" timeOffset="-8885.25">18812 13794 163 0,'0'0'268'16,"0"0"-4"-16,-6-3-11 0,6 3-12 0,0 0-14 15,0 0-10-15,0 0-17 0,0 0-16 0,0 0-19 16,8-6-11-16,0 5-24 0,1-4-12 0,5 5-14 0,5-3-13 16,3-1-7-16,10 0-8 0,1 3-19 15,5 0-27-15,-2-1-30 0,0 0-45 0,-3 1-42 0,2 4-54 16,-5-3-50-16,0 2-236 0,-3-4-464 15,-8 2 206-15</inkml:trace>
  <inkml:trace contextRef="#ctx0" brushRef="#br0" timeOffset="-8729.4">18993 13936 91 0,'-6'2'207'0,"3"1"10"0,1 0 9 16,2-3 4-16,9 4-14 0,2-1-19 0,12-2-19 15,6 2-19-15,6-3-16 0,2 2-21 0,3-1-47 0,11-1-58 16,-13 3-77-16,0-1-103 0,-2-2-147 0,-1-2-334 16,-5-1 148-16</inkml:trace>
  <inkml:trace contextRef="#ctx0" brushRef="#br0" timeOffset="-7430.02">20472 13658 19 0,'-7'2'113'0,"7"-2"-11"16,0 0-18-16,0 0 0 0,-6 0-9 0,6 0-9 15,0 0 2-15,0 0-8 0,0 0-11 0,0 0 5 16,27-2-3-16,-16 1-5 0,4-1 2 0,2-4-6 16,0 3-3-16,-1-2-2 0,2 0 6 0,-4-2 11 15,0 2 8-15,-3-2 9 0,0 2 16 0,-3 2 11 16,-3-4 1-16,-1 5-7 0,-3-3-14 0,-1 2-9 16,0 3-7-16,-10-7-9 0,-4 7-10 0,-4 0-4 15,-12 7-5-15,0 1-7 0,-2 3 0 0,-4 1-3 16,-11 6-9-16,15-1 1 0,-3 0-9 0,7 3 2 15,1-1 0-15,3 2-2 0,5 5-1 0,1-3-4 16,5 1 7-16,4 1-3 0,4-7-3 0,5 3 8 16,8 4 0-16,10-5 3 0,7-1 0 0,8 0-3 15,17-2 4-15,4-2-7 0,4-3-38 0,0-5-39 16,5-2-72-16,-6-4-198 0,-2-5-367 0,-4 0 162 16</inkml:trace>
  <inkml:trace contextRef="#ctx0" brushRef="#br0" timeOffset="-7034.43">21215 13900 164 0,'0'0'371'0,"0"0"-25"0,0-12-44 16,0 12-30-16,0 0-30 0,0 0-51 15,2-4-58-15,-2 4-96 0,0 0-116 0,7 0-252 0,-3-1-356 16,0-2 158-16</inkml:trace>
  <inkml:trace contextRef="#ctx0" brushRef="#br0" timeOffset="13763.98">3631 15600 64 0,'0'0'107'0,"0"0"-9"0,0-5-2 0,0 5 7 15,0 0-11-15,0 0 2 0,0 0 0 0,0 0 5 0,0 0-1 16,0 0-1-16,0 0 1 0,0 0 0 0,0 0-6 16,0 0-3-16,0 0 1 0,0 0 8 0,0-4-5 15,0 4 1-15,0 0-2 0,0 0-8 16,0 0-5-16,-4-5 6 0,4 5-2 0,0 0 0 15,-1-6-4-15,1 6-10 0,0 0-4 0,1-5-11 16,-1 5-6-16,4-4-5 0,0 2-6 0,1 0-8 16,-1 0-3-16,6-1-9 0,3 3 1 0,0-3-7 0,2 3-5 15,-2 3-6-15,7 0-1 0,-3-2-2 16,3 4 2-16,-1 1-13 0,-1 3-9 0,0 0-6 16,-1 1-2-16,-1 3-14 0,-3 0-1 0,-3 3-5 15,1-1 0-15,-5 3-5 0,-2 0 1 0,-4 0 1 16,-1 0 9-16,-7 1 0 0,-1 4 8 0,-4-6 2 15,-1 2 10-15,-1-3 18 0,-1-3 7 0,0-1-3 16,1 0 4-16,-2-3 1 0,3-1-3 0,-3-2 5 16,7 0 11-16,1-4 21 0,2 2 25 0,0-3 24 15,2 2 38-15,1-2 19 0,-1 0 8 0,5-1-17 16,-4-7-17-16,7 1-16 0,2-3-15 0,4-5-9 16,9-6-9-16,-2-1-7 0,6 1-11 0,1-2-7 15,2 0 3-15,1 1-8 0,2 1-7 0,-1 0-2 16,-1 2-7-16,-3 1 4 0,-9 4-3 0,4 1-5 15,-3 2 2-15,0 1-8 0,-7 4 7 0,0-2-6 16,-1 2 1-16,0 2-18 0,-5 1 8 0,2-1-9 16,-4 3-24-16,5-3-17 0,-5 3 2 0,0 0 4 15,-5 12 4-15,-5-3-1 0,-3 5 5 0,-5 4 3 16,-1 3 3-16,2 2 0 0,-1-1 4 0,2 0 1 16,3 1 0-16,-1-2 3 0,5-4 0 0,0 0 3 15,4-2 1-15,1-2-4 0,-2-3 3 16,8 2 4-16,1-2 1 0,2-2 5 0,5 1 2 15,11-2 0-15,8-1-19 0,3-1-33 0,6-5-48 0,13-2-71 16,1-1-302-16,0-4-517 0,-2-4 229 0</inkml:trace>
  <inkml:trace contextRef="#ctx0" brushRef="#br0" timeOffset="14562.6">4812 15596 205 0,'-3'-5'250'16,"3"5"-18"-16,0 0-18 0,4-3-17 0,-4 3-18 15,0 0-17-15,0-5-18 0,0 5-16 0,0 0-18 16,0 0-10-16,0 0-20 0,0 0-6 0,-15 3-7 16,6 2-11-16,-1 1-7 0,-2 1-7 0,-2 3-2 15,0 1-5-15,0 1-5 0,-4 1-2 0,3 2-8 16,-1 0 6-16,5 0-10 0,-1 2-2 0,2-3-1 15,1 1-2-15,-1-2-2 0,4 1-1 0,2-5-2 16,0 1 0-16,3-2 2 0,-1 1-5 0,1-2 9 16,1-2 1-16,1-1-6 0,2 4 6 0,1-5 8 15,0-1 9-15,1 1 17 0,2-3 12 0,4-3 6 16,-2 1 6-16,0-1 10 0,2-6 4 0,-2 2 13 16,4-5-19-16,-2-1 0 0,-2-4-4 0,0 1-12 15,1-9-8-15,-5 0-3 0,2-1-13 0,-6-2-5 16,-1 3-11-16,-1 0 2 0,-3 5-2 0,-5-3-14 15,-4 2-2-15,0 1-8 0,1 6 7 16,-11-1-10-16,4 7-1 0,1-1-9 0,-8 3-7 0,4 4-16 16,1-1-16-16,0 6-26 0,-2 0-19 0,4 2-24 15,1 4-29-15,-5 5-22 0,7-3-22 0,3 1-18 16,2 5-216-16,3-2-463 0,5-4 206 16</inkml:trace>
  <inkml:trace contextRef="#ctx0" brushRef="#br0" timeOffset="14963.53">5067 15464 199 0,'-2'-2'254'0,"2"2"-23"0,0 0-26 16,0 0-22-16,0 0-19 0,0 0-17 0,0 0-14 16,14 0-16-16,-9 3-13 0,8 0-10 15,-2 1-13-15,7 0-6 0,0 3-10 0,0 2-6 16,1-3-9-16,-2 6-7 0,1-6 3 0,-4 6-11 16,1-2-3-16,-5 2-7 0,-1-3-2 0,0 7-5 15,-5-4-2-15,0-1-4 0,-4 5 0 0,-3 1-4 0,-5 0-1 16,-2-3 1-16,-2 3 1 0,-5-2-1 15,-1 0 4-15,-1 0-5 0,5-5-2 0,-4 2-1 16,2-2 2-16,5-3 1 0,0 0-3 0,1-1 5 16,2-1-1-16,1-2-3 0,3 1 6 0,1-1 3 15,0-1-3-15,-2 0 5 0,5-2 2 0,-2 3 0 16,2-3 3-16,0 0-3 0,19 2-1 0,0-3-1 16,0-1-32-16,8-2-34 0,1 1-57 0,4-3-67 15,-5 0-217-15,2 0-423 0,-1-3 187 0</inkml:trace>
  <inkml:trace contextRef="#ctx0" brushRef="#br0" timeOffset="15294.96">5019 15677 241 0,'0'0'255'0,"0"0"-19"0,-5 0-23 0,5 0-22 15,0 0-18-15,0 0-17 0,0 0-18 0,0 0-10 16,0 0-18-16,0 0-6 0,0 0-19 0,0 0-4 16,0 0-8-16,0 0-8 0,0 0-4 0,0 0-7 15,0 0-8-15,0 0-2 0,0 0-5 0,0 0-2 16,0 0-7-16,0 0 2 0,0 0-4 0,18-4-2 15,-2 2-3-15,6 0-2 0,10-1 0 0,5-1-6 16,17 1 0-16,-2-2-11 0,2 0-10 0,-16 1-22 16,3 2-24-16,-4-3-18 0,4 1-41 0,-5 2-49 15,-4-3-52-15,-11 4-139 0,-3 0-381 0,-4-1 168 16</inkml:trace>
  <inkml:trace contextRef="#ctx0" brushRef="#br0" timeOffset="16045.99">4501 16021 146 0,'0'0'160'0,"0"0"-8"0,0 0 1 16,0 0-21-16,0 0 1 0,0 0-10 0,0 0-1 15,0 0-10-15,0 0-8 0,0 0-3 0,0 0-6 16,0 0-12-16,0 0-11 0,0 0-2 0,0 0-7 16,0 0-4-16,0 0-11 0,0 0-1 0,0 0-7 15,0 0-3-15,0 0-4 0,0 0-3 0,0 0 0 16,0 0-6-16,0 0-2 0,0 0 0 0,0 0-5 15,0 0 5-15,0 0-2 0,0 0 0 0,0 0-1 16,0 0 7-16,0 0 3 0,0 0 4 0,0 0-3 16,17-5-4-16,-12 4-5 0,8-2-3 15,6 1-3-15,12-5 4 0,2 2-4 0,7 2-2 0,22-6-4 16,29-5 5-16,-3 4-4 0,4 2 12 0,6-5 7 16,-2 2 0-16,-4 1-1 0,-27 4 1 0,-1 0-2 15,-2-1-1-15,-5 1 2 0,-18 2-11 16,0-1-1-16,-8 1 1 0,-12 3-3 0,0-1 1 0,-7 0-3 15,-1 1 4-15,-1 0 6 0,-2 1-10 16,-4-1-8-16,-4 1-11 0,0 0-7 0,0 0-29 16,-21 3-30-16,1 1-34 0,-7 2-39 0,-1 0-48 0,-4 0-201 15,3 0-428-15,-1 0 190 0</inkml:trace>
  <inkml:trace contextRef="#ctx0" brushRef="#br0" timeOffset="16544.93">5071 16158 64 0,'0'0'199'0,"0"0"-30"0,0 0-7 15,0 0-18-15,0 0-18 0,0 0-16 16,0 0-18-16,0 0-25 0,0 0 5 0,0 0-5 16,-4 7-10-16,-5-3-7 0,-1 2-5 0,0 2-6 15,-3 4-4-15,-1 1-5 0,0-3-15 0,3 2 9 16,-5 1-4-16,5-1 0 0,2-1-4 0,-1 0 1 15,2-2-3-15,3 3-2 0,1-4 1 0,0 1-5 16,0-2 7-16,3 2-2 0,1-4 9 0,0 0 13 16,1-1 10-16,4 0 8 0,-1-2 0 0,9 0 3 15,-4-4-5-15,5 1 1 0,-1-4 0 0,-3 1 8 16,-1-1 4-16,4-2-7 0,-4-3-2 0,0 1-4 16,0-6-3-16,-4 1-15 0,-3 3-15 0,0-7-4 15,-5 1-11-15,-1 2-1 0,-1-2-7 0,-9 5-2 16,1 0-1-16,-6 0-5 0,1 5 5 0,-10-5 2 15,1 7-3-15,-4-2 2 0,3 7-2 0,2 0 1 16,-3 3-7-16,9-2-24 0,1 4-21 0,1 0-33 16,5-2-28-16,-1 2-23 0,5-3-29 0,4 3-130 15,1-1-328-15,4-4 147 0</inkml:trace>
  <inkml:trace contextRef="#ctx0" brushRef="#br0" timeOffset="16962.75">5131 16093 42 0,'4'-2'254'0,"0"-1"-25"15,1 2-25-15,0-1-26 0,-5 2-15 0,13 2-20 16,-4-2-13-16,1 3-16 0,-1-1-14 16,0 3-7-16,1 2-16 0,2-1-7 0,-5 3-10 0,0 0-8 15,3 1-5-15,-4 2-7 0,-3 0-6 0,-2 1-7 16,-1 3 1-16,0-3-7 0,-4 3-2 0,-2-2-3 15,2 2 1-15,-6-6-2 0,1 3-3 0,4-3-5 16,-3-2 7-16,2-1 22 0,2-2-3 0,-1 2-4 16,4-2 3-16,-3-5-3 0,1 4 28 15,-1-2 19-15,4-2 25 0,0 6 6 0,0-6-11 16,0 0-10-16,17-11-11 0,-4 5 1 0,3-4-15 0,7-9-6 16,4 4-5-16,-1-4-11 0,0 0-14 0,0 0-10 15,2 3-13-15,-1 0 0 0,-9 4 2 16,-5-1 1-16,2 4 3 0,-7 2 6 0,1 2 2 15,-3 1-1-15,-1 0-8 0,-2 2-6 0,-3 2-13 16,6-5-1-16,-6 5-4 0,0 0 2 0,0 0-1 16,-16 15 2-16,8-7-2 0,-1 3 3 0,1 1-2 15,-2 3 4-15,1 1-1 0,4 0 3 0,0 0 1 16,1 0 1-16,4 0-3 0,4 0-4 0,1-3-6 16,7 1-20-16,4-3-44 0,12-3-74 0,3 0-318 15,6-8-516-15,14-5 229 0</inkml:trace>
  <inkml:trace contextRef="#ctx0" brushRef="#br0" timeOffset="17597.58">6221 15969 81 0,'-5'3'228'0,"5"-3"-11"0,0 0-13 15,0 0-14-15,-6 0-10 0,6 0-13 0,0 0-13 16,0 0-7-16,0 0-9 0,0 0-7 15,0 0-7-15,0 0-13 0,0 0-4 0,0 0-5 16,0 0-13-16,0 0-8 0,0 0-8 0,0 0-7 0,0 0-6 16,0 0-7-16,0 0-3 0,0 0-4 0,0 0-4 15,0 0-9-15,0 0 1 0,0 0-2 0,0 0-3 16,0 0 0-16,0 0-3 0,0 0-1 16,0 0 1-16,0 0 2 0,0 0-2 0,0 0-2 15,0 0 6-15,0 0-8 0,0 0 5 0,0 0-3 16,0 0 3-16,0 0-16 0,0 0 11 0,19-6-7 0,-4 5 3 15,3-2-3-15,13 2-3 0,0 0-1 16,1-4 2-16,4 4-6 0,0-4-8 0,14 1 10 16,-10 1-1-16,-5-1-5 0,-1 0-8 0,-1 1-13 15,-5-1-7-15,-9 2 0 0,-1-1 0 0,-4 1-3 16,-5 0-12-16,0 1-12 0,-5 0-18 0,0-2-49 16,-4 3-24-16,0 0-19 0,-26-2-10 0,7 0-8 15,-4 2-11-15,2-1-17 0,-8 1-120 0,0 0-354 16,1 0 157-16</inkml:trace>
  <inkml:trace contextRef="#ctx0" brushRef="#br0" timeOffset="17858.59">6382 15858 105 0,'3'-8'352'0,"-2"6"10"15,0-5 6-15,1 2 0 0,0 2-20 0,-1 1-36 16,1-2-20-16,-2 4-36 0,1-7-25 0,-1 7-29 15,1-4-26-15,-1 4-36 0,0 0-34 0,0 0-25 16,0 0-7-16,-1 17-7 0,0-5-6 0,-2 5-23 16,1 2-15-16,-1 6 0 0,2 1-36 0,0 2-44 0,1-1-54 15,-3 1-61-15,0 0-88 0,5-1-302 0,-5-10-610 16,1-4 270-16</inkml:trace>
  <inkml:trace contextRef="#ctx0" brushRef="#br0" timeOffset="20463.82">7208 15716 163 0,'1'-7'233'16,"4"2"-6"-16,-2-1-7 0,-1-1 1 0,1-1-10 15,-2 5-13-15,0-3-8 0,2 1-16 0,-2-1-12 16,1 3-13-16,0-1-14 0,-2 4-17 0,1-6-19 15,1 4-10-15,-2 2-20 0,0 0-22 0,0 0-7 16,0 0-4-16,8 10-4 0,-5-5-5 0,-2 5 0 16,2 0-7-16,1 2 1 0,1 0-8 0,-1 0-6 15,1 3-3-15,1-3-5 0,-1 0-8 0,2 0-6 16,-1-2 0-16,-1 0-2 0,1-3 0 0,-3 0 6 16,2-1 6-16,0-4-2 0,3 1 1 0,-4-2 0 15,6-2 5-15,-5-2 2 0,7-3 9 0,-2-1 9 16,-4-1 5-16,7-6 10 0,1 2-2 0,-4 0 5 15,3-3 5-15,-1 3 3 0,-3 1 0 16,3-2 0-16,-7 3 0 0,1 1-3 0,-1 4-5 0,-3 0 1 16,2 1-7-16,0 0-8 0,0 1-7 0,-4 3-24 15,3-1-7-15,-3 1 3 0,6 5-5 0,-2 6-2 16,-1-1-1-16,0 7 3 0,2 1 0 0,-1 6 0 16,2 5-1-16,-2-4 3 0,-4 6-2 0,0-3 4 15,0 1 3-15,-4 0 0 0,2-2 2 16,-2 1 0-16,-2 0-2 0,-1-3 2 0,2-1-1 0,-2-5-6 15,-1-2 1-15,-3 0 1 0,2-3-1 0,-2 1 4 16,2-6-1-16,-1-1 3 0,-2-2 8 0,1 0 7 16,-2-4 14-16,-1-2 10 0,1 0 18 0,-1-1 12 15,5-6 14-15,0 1 11 0,-1-3-1 0,1 1 3 16,1-10 0-16,3 9-7 0,5-8-6 0,1-4-11 16,7-4-13-16,5-1-11 0,6-3 1 0,7 3-14 15,-1-3 4-15,1 4-6 0,13-7-4 0,2 3-5 16,0 4 2-16,-5 10-2 0,0 0-10 0,0 1 0 15,-6 1 0-15,0 5 1 0,-9 2-3 0,-4 0-3 16,-3 1 3-16,-4 3-3 0,-1-2 6 0,0 1-7 16,-1 1-4-16,-3 1-22 0,-1 0-8 15,-4 1-22-15,5-3-28 0,-5 3-20 0,0 0 5 0,0 0 1 16,0 9-11-16,-5-6-20 0,0 4-26 0,-3-2-46 16,-1 4-27-16,0-3-47 0,0-2-154 0,4 1-465 15,1 0 206-15</inkml:trace>
  <inkml:trace contextRef="#ctx0" brushRef="#br0" timeOffset="21012.64">8349 15695 101 0,'0'0'225'0,"0"0"-13"0,0-5-21 16,0 5-18-16,0 0-18 0,0 0-19 0,0 0-15 15,0 0-14-15,0 0-9 0,-7-2-14 0,7 2-6 16,-15 7-14-16,7 0-5 0,-1 0-5 0,-3 0-16 16,2 2 6-16,-3 2-7 0,-4 2-4 15,4 0-5-15,-2 1 0 0,2 1-10 0,2-2 4 0,-1-1-3 16,3 3-2-16,3-3-4 0,-2-1-3 0,3 0 1 16,3-1 1-16,0-1 1 0,1 0-1 0,1-2 1 15,1 1 13-15,3-3 12 0,5 0 6 0,-4 0 13 16,8-3 4-16,-4 1 4 0,6-4 8 15,-2 0-3-15,6-3 1 0,-3-4-11 0,0 0-1 16,0-2-1-16,-3-3-2 0,2-1-5 0,1-7-6 0,-3-1-3 16,-2-5-3-16,-3 1-4 0,-1-2-1 15,-9 0-2-15,2 2 0 0,0 0 4 0,-4-1-7 16,-1 2-7-16,-7-1-2 0,-4 6-5 0,0 6 0 16,-4-3-1-16,-3 4-4 0,-1 0 0 0,5 2 0 15,-8 5 6-15,9 0-20 0,7 5-25 0,-10-1-22 16,3 5-24-16,3 3-25 0,-1 0-14 0,1 5-20 15,3 0-18-15,5 1-28 0,5 5-37 0,-1-5-186 16,10 3-436-16,3-1 193 0</inkml:trace>
  <inkml:trace contextRef="#ctx0" brushRef="#br0" timeOffset="21361.06">8689 15523 179 0,'1'-4'188'0,"-1"4"-20"16,0 0-14-16,10 1-15 0,-10-1-6 0,13 6-16 16,-5-3-16-16,2 4-8 0,-1-1-5 15,0 2-14-15,1 0-5 0,-1 3-11 0,1 0-6 16,-3 2-4-16,-1 2-1 0,-2 2-5 0,-4 0-5 15,0 1-3-15,-4 0-6 0,-6 6 3 0,2-6-2 0,-4 3-1 16,-1 0-3-16,-3-1 0 0,3-4-2 0,2-2-3 16,2-6-4-16,0 3-3 0,0-1 0 15,4-3-2-15,0-1 0 0,0-1 5 0,1-2 8 16,0 1 9-16,3-1 13 0,-2 0 7 0,3-3 12 16,-1 4 0-16,1-4-3 0,9 1-5 0,4-2-5 15,0-1-8-15,6-1-31 0,0-1-37 0,3 2-46 16,-2-4-51-16,7-3-69 0,-8 4-181 0,5-7-399 15,-5 6 176-15</inkml:trace>
  <inkml:trace contextRef="#ctx0" brushRef="#br0" timeOffset="21579.86">8608 15787 188 0,'-7'0'260'0,"7"0"-13"16,0 0-13-16,-5 1-22 0,5-1-22 0,0 0-18 15,0 0-20-15,22-5-16 0,-6 3-18 0,3 3-20 16,4-1-36-16,5-4-37 0,5 3-36 0,-1 1-42 16,4-2-57-16,-3 0-210 0,-2-1-347 0,0-2 153 15</inkml:trace>
  <inkml:trace contextRef="#ctx0" brushRef="#br0" timeOffset="22412.79">7941 16066 59 0,'-6'1'219'0,"6"-1"-4"16,0 0-13-16,0 0-6 0,-12-1-10 0,12 1-10 16,0 0-13-16,0 0-14 0,0 0-9 0,0 0-11 15,0 0-10-15,0 0-11 0,0 0-9 16,0 0-10-16,0 0-5 0,0 0-8 0,0 0-10 15,0 0-5-15,0 0-7 0,0 0 2 0,0 0-13 16,0 0-4-16,0 0-2 0,0 0-6 0,0 0-4 0,0 0-3 16,0 0-2-16,0 0 0 0,0 0-6 0,0 0 5 15,0 0 0-15,0 0 1 0,0 0 0 16,0 0 1-16,0 0-2 0,0 0 1 0,0 0 2 16,0 0 0-16,0 0 0 0,0 0 1 0,0 0 1 15,0 0-1-15,0 0 0 0,0 0-6 0,0 0 4 0,0 0-9 16,0 0 1-16,0 0-1 0,0 0 0 0,0 0-3 15,0 0-1-15,0 0 2 0,31-3-7 16,-12 2 4-16,12 0-3 0,5-1 2 0,17 1-2 16,2-3-2-16,4 1-13 0,32-2 2 0,-25 0 6 15,30 2-6-15,-1-3-1 0,-5-1-1 0,-23 1-1 16,-1 2 6-16,-2 0 0 0,-5-4-3 0,-18 5 4 16,-4-3 1-16,-8 2 18 0,-7 0 15 0,-3 1 29 15,-5 1 3-15,-1 2 0 0,-4-3 7 0,2 2-2 16,-3 0 4-16,-4-2-18 0,0 2-8 0,-4 1-19 15,5-3-15-15,-5 3-23 0,0 0-27 0,0 0-27 16,0 0-30-16,0 0-37 0,-31 7-42 0,21-5-54 16,-2 1-56-16,1-1-197 0,-1 1-522 0,3 2 231 0</inkml:trace>
  <inkml:trace contextRef="#ctx0" brushRef="#br0" timeOffset="23482.39">8414 16293 233 0,'0'-5'222'16,"1"0"-7"-16,2 3-15 0,-3 2-15 0,4-5-18 15,-4 5-17-15,0 0-19 0,0-5-14 0,0 5-17 16,0 0-13-16,0 0-9 0,0 0-12 0,-21 10-4 15,11-8-7-15,-5 6-6 0,-1 1-7 0,4 3-3 16,-4-2-4-16,3 4-4 0,-1-1-4 0,-1 1-5 16,1 0-1-16,0 2-2 0,1-3-4 0,3 2 1 15,1 0-5-15,0-2-2 0,5-2 5 0,-1 0 25 16,5 0-5-16,0 1 0 0,4-5-3 0,0 3 4 16,2-5-2-16,6 2-4 0,-1-4 0 0,8 1-1 15,1-2-4-15,1-5 2 0,-3-1 2 0,3 1-6 16,-4-4 10-16,0 0 11 0,-3-3 3 0,0-4 17 15,-5 0 1-15,1 0-3 0,-2-3-5 0,-4-1 4 16,-3 1-3-16,-2-10-4 0,-3 8-7 0,-5-6 4 16,-4 3-7-16,0-3-8 0,-4 5-4 0,-4 2-6 15,-3 4-2-15,-4 0-6 0,-3 3-1 0,2 1 2 16,-2 4-3-16,-1 1-6 0,3 3-2 0,1 2 2 16,7 1-8-16,3 0-27 0,2 4-29 0,0 2-27 15,1 1-15-15,5 2-19 0,1 4-14 0,5 1-32 16,8-2-39-16,5 4-270 0,5-4-509 0,9 2 226 15</inkml:trace>
  <inkml:trace contextRef="#ctx0" brushRef="#br0" timeOffset="24120.16">8630 16237 205 0,'0'-5'268'16,"0"5"-24"-16,0-5-27 0,0 5-22 0,0 0-20 16,0 0-24-16,0-4-14 0,0 4-15 0,0 0-13 15,0 0-10-15,10 9-11 0,-9-6-7 0,6 2-10 16,-1 3-5-16,3-1-10 0,0 2-13 0,3-1-11 16,-2 1-9-16,4 0-7 0,-4 1-4 15,5-3-9-15,-6 1 6 0,3-3-7 0,-1 0 0 16,0-1-2-16,-1-1 3 0,0-2-1 0,-1-1-3 0,0 0 4 15,-3-4 2-15,3 2 15 0,-1-6 7 0,-3 4 2 16,4-5 2-16,-4 1 15 0,3-1-3 0,-3 1 3 16,0-3 6-16,4 1 3 0,-4 1-1 15,0 1 7-15,-1 2 2 0,0 2-7 0,-1-2-5 16,-1 2-5-16,2 1-3 0,-3 0-12 0,-1 3-19 16,3-4-28-16,-3 4 1 0,0 0 1 0,0 0 3 15,6 13 0-15,-6-4-4 0,0 7 6 0,4-1 2 16,-2 7-2-16,0 5 0 0,-1 2 7 0,-1-1-6 15,-3 4 2-15,1-3 1 0,-6 4 1 0,3-3-2 16,-1-1 1-16,-2-2 3 0,-1-3-2 0,1-5-1 16,-2-2 0-16,4 0 3 0,-5-5 1 0,4-2 6 15,-1 0 3-15,-1-5 3 0,0 1 13 0,-1-1 7 16,-1-2 7-16,-2 0 7 0,3-3 15 0,-2-3 14 16,-1 1 25-16,2-2 3 0,2 0 11 0,-3-3 5 15,5-1-8-15,-1-1-9 0,3 0-10 0,0-4-16 16,5-4-11-16,7-1-26 0,5-7-18 0,10-2-16 15,4 1-13-15,12-8-8 0,5-2-6 0,3 7 3 16,-1 4-17-16,1-1 20 0,1 2 2 0,0 2 0 16,-11 7 3-16,-1 4 4 0,-3 1-1 0,-2 2 7 15,-2-2 3-15,-8 5 7 0,-8 1 5 0,1 0 7 16,-3 0 14-16,-1 2-1 0,0-2 1 16,-9 4 6-16,9-1-1 0,-9 1-3 0,8-3-11 0,-8 3-26 15,0 0 0-15,9-4-34 0,-9 4-28 0,0 0-41 16,0 0-38-16,0 0-40 0,0 0-46 0,0 0-51 15,-27 7-276-15,27-7-601 0,-13 1 266 0</inkml:trace>
  <inkml:trace contextRef="#ctx0" brushRef="#br0" timeOffset="24861.76">9992 15934 54 0,'0'0'224'0,"0"0"-13"0,-6 0-19 0,6 0-18 16,0 0-18-16,0 0-10 0,0 0-15 0,0 0-11 15,-8-2-10-15,8 2-7 0,0 0-13 0,0 0-8 16,0 0-6-16,0 0-9 0,0 0-3 0,0 0-6 16,0 0 1-16,0 0-2 0,0 0 1 0,0 0-1 15,0 0 4-15,0 0 2 0,0 0 2 0,0 0 3 16,0 0 4-16,0 0-1 0,0 0-4 0,0 0-4 15,0 0-7-15,28-5-1 0,-7 5-7 16,0-2-5-16,9 0-4 0,2 1-4 0,2-1-10 16,5 0 2-16,-4 2-6 0,-2-2-1 0,-1 2 1 15,-2-3-9-15,-11 4 5 0,0-2-3 0,-8 1-8 16,1 0-11-16,-7 0-8 0,3 0-20 0,-3-1-11 0,-5 1-6 16,0 0-5-16,0 0-10 0,0 0-18 15,-14 6-22-15,0-4-26 0,1 1-27 0,-3 0-29 16,4 1-42-16,-1-3-121 0,-1 2-380 0,4 0 169 15</inkml:trace>
  <inkml:trace contextRef="#ctx0" brushRef="#br0" timeOffset="25146.87">10087 16109 312 0,'0'0'324'0,"-8"1"-3"0,8-1-17 0,0 0-24 16,0 0-25-16,0 0-28 0,0 0-22 0,23-6-23 15,-4 1-15-15,12 1-22 0,2 3-10 0,0-1-14 16,3 0-16-16,1-1-13 0,0 0-11 0,-1 2-7 16,-2-2-11-16,-3-1-16 0,-10 4-6 0,-4-1-10 0,-5 1-13 15,-2 0-18-15,-2 0-25 0,-2 0-26 16,-6 0-11-16,0 0-20 0,0 0-33 0,-19 3-42 15,6 0-54-15,-7 0-261 0,1 0-510 0,1-3 226 16</inkml:trace>
  <inkml:trace contextRef="#ctx0" brushRef="#br0" timeOffset="29210.78">11978 15783 68 0,'2'-6'230'0,"2"-1"-11"0,-1-1-13 16,-2 0-8-16,0 0-10 0,-1 0-14 0,0 3-17 15,0-2-15-15,-1 2-12 0,-1 0-17 0,-2 1-13 0,-4 1-15 16,-1 1-14-16,-2 0-6 0,-2 4-7 0,-1-1-9 16,-8 6-4-16,-6-2 0 0,2 6-11 0,2 1-4 15,2 3-5-15,-1-3-2 0,-1 5-1 16,5 0-5-16,-3 2 0 0,9-6-3 0,-1 1-3 16,2 2-1-16,4-3-1 0,-1 3-2 0,3-3 0 0,3-3-1 15,0 2 1-15,3-2-3 0,3-5 0 16,-2 2 4-16,3-2 7 0,1 0 9 0,3-1 3 0,3-4 1 15,6 0 6-15,1-1 11 0,1-2 3 16,-2-4 5-16,3 2 6 0,3-8 1 0,-5 2 4 16,0 1 0-16,-1-3 0 0,4-3-1 0,-3 1 2 15,-4 2 17-15,-1-1-7 0,0 0-1 0,-4 3 9 16,-1 4 8-16,-1-1-6 0,-2 3-3 0,-1 0-12 0,0 1-14 16,0 0-2-16,0 0-5 0,-2 2-14 0,0-1-10 15,-2 3-27-15,0 0-7 0,0 0-16 16,0 0 13-16,6 9-8 0,-8-3 6 0,1 3 2 15,0 4-3-15,-3 0 5 0,2 3-6 0,-2-1-2 0,0 2 7 16,3-2 6-16,-2 2-1 0,3-5 0 0,0-1 1 16,0 1 5-16,4-1-1 0,0-3 4 15,2 1 9-15,3-1 0 0,6-1-13 0,2 0-15 16,5-5-19-16,3 1-32 0,-3-3-40 0,6 0-45 16,0-4-53-16,3-4-71 0,-4 3-250 0,-1-5-570 0,-2 0 253 15</inkml:trace>
  <inkml:trace contextRef="#ctx0" brushRef="#br0" timeOffset="29712.05">12471 15793 36 0,'5'-3'240'0,"-1"-3"-25"15,1 4-15-15,4-2-25 0,-1 2-13 0,3 1-18 16,2 1-14-16,-4 1-17 0,1 1-11 16,3 3-12-16,1 5-9 0,-5-3-12 0,5 5-9 0,-6-1-5 15,-3-1-6-15,-1 7-15 0,1-1 3 16,-7 2-5-16,-2-1-3 0,-3-1-3 0,2 1-4 15,-4 1 1-15,-5-4-6 0,1 1 0 0,-1-2-8 0,0 0-2 16,0-3 1-16,-1-1 6 0,6-1 8 0,-1-4 2 16,2 3 14-16,5-4 20 0,-3 0 22 15,3-3 31-15,-1 3 23 0,4-3 4 0,0 0-11 16,0 0-12-16,0-10-14 0,5 4-9 0,5-3-10 16,5-5-7-16,0-1-9 0,9-2-7 0,3 0-7 15,-5-1-5-15,4 1-4 0,-2 0 2 0,-5 8-13 16,-2-2-4-16,-1 3-4 0,-5 3-1 0,-2-2-6 15,-1 3-5-15,-3 0-3 0,1 0-1 0,0 4-22 16,-6 0-6-16,0 0-5 0,0 0 4 0,8 7-1 16,-8-1 3-16,0 0 3 0,-3 1-1 0,3 4 1 15,-2-1-1-15,0 4 1 0,1-3 4 0,1 3-2 16,3-1-11-16,-1 3-21 0,4-2-20 0,6 0-31 16,1 0-52-16,3-4-70 0,11-1-286 0,5-2-547 15,3-4 243-15</inkml:trace>
  <inkml:trace contextRef="#ctx0" brushRef="#br0" timeOffset="30877.23">13307 15920 63 0,'-13'0'146'0,"-1"0"-4"0,4 0-8 0,2 2-10 16,3-2-6-16,-4 1-5 0,9-1-8 0,-9 2-4 15,9-2-2-15,-6 0-8 0,6 0 3 0,-7 0-8 16,7 0 4-16,0 0-6 0,0 0-3 0,0 0 0 16,-7 1-3-16,7-1 5 0,0 0-3 0,0 0 3 15,0 0-4-15,0 0-7 0,0 0-4 0,0 0-7 16,0 0-4-16,0 0-7 0,0 0-2 0,0 0-8 16,0 0-5-16,0 0 1 0,0 0-6 0,0 0-2 15,0 0-5-15,0 0-1 0,0 0-5 0,0 0 0 16,0 0 2-16,0 0 2 0,0 0 4 0,0 0-1 15,0 0-6-15,14-6 2 0,-4 6-2 0,5 0-1 16,6-3-1-16,7 2-3 0,5-3-3 0,3 3 2 16,2-2 0-16,16 0-1 0,-3-1 4 0,1 3-2 15,-1-4 1-15,-11 4-7 0,-2 0 0 0,-3 1-14 16,-2-2-1-16,-12 2-7 0,0-3-11 0,-8 3-7 16,1-1-17-16,-9 1-16 0,3 0-15 0,-8 0-12 15,1-3-4-15,-1 3-17 0,0 0-1 0,-23 0 14 16,4 2-30-16,-3-1-3 0,3 0-2 0,-3-1-11 15,1 0-13-15,-1 0-97 0,0 0-277 16,3 0 123-16</inkml:trace>
  <inkml:trace contextRef="#ctx0" brushRef="#br0" timeOffset="31304.89">13564 15845 159 0,'0'-7'264'16,"2"0"2"-16,-2 3-1 0,0-4-6 0,1 4-14 15,-1 0-10-15,0 4-19 0,2-7-24 0,-2 3-21 16,0 4-22-16,1-5-15 0,-1 5-22 0,0 0-13 16,0 0-8-16,0 0-17 0,0 0-12 0,-6 17-6 15,3-6-5-15,0-1-3 0,0 7-7 0,0 0 1 16,-1 3-7-16,2 1-15 0,-1 2-25 0,2-4-30 16,1 8-34-16,-1-9-42 0,2 2-49 0,3-1-55 15,-3 0-234-15,2-7-486 0,3-4 215 0</inkml:trace>
  <inkml:trace contextRef="#ctx0" brushRef="#br0" timeOffset="31894.16">14067 15950 227 0,'0'0'230'0,"0"0"-15"16,-1-3-15-16,1 3-12 0,0 0-15 0,0 0-11 15,0 0-16-15,0-5-12 0,0 5-13 0,6-4-12 16,-6 4-15-16,5-4-6 0,2-2-12 0,-5 3-5 16,9-2-8-16,0-2-7 0,-2 0-2 0,4-3-3 15,1 1-9-15,-3-2-4 0,3 0-4 0,-1-1 1 16,2 0 3-16,-2-2 2 0,1-1-1 0,-1 1 0 16,0-1-9-16,0-1 1 0,0 0 4 0,-1 1 1 15,-3-2 5-15,0 1-3 0,1 0 2 0,-3 2-4 16,-1 0 2-16,-2 0 3 0,-1 2-4 0,-1 2 2 15,1 0 2-15,-2 0-4 0,3 0 0 0,-4 3-1 16,1-3-2-16,0 4 4 0,-1 1-15 0,1-3 3 16,-2 1-4-16,1 2-2 0,0 2-1 0,0 3-5 15,-2-5 0-15,2 5-6 0,2-5 0 0,-1 3 10 16,-1 2-12-16,2-3-2 0,-2 3-4 16,0 0 4-16,0 0-4 0,-2-6-2 0,2 6 0 15,0 0 1-15,0 0 5 0,0 0-13 0,0 0-3 0,0 0-17 16,0 0 2-16,0 0-10 0,0 0 3 0,0 0 5 15,0 0 2-15,-7 11 4 0,3-6 0 0,0 3 3 16,-1 4 2-16,0 0 1 0,-3 2 0 16,2 4 0-16,-3 6 3 0,4 0 1 0,-4 3-1 15,0-1 2-15,4-2 1 0,-3 4 0 0,0-4 2 16,5 3 6-16,-1-6-3 0,4 3 2 0,-1-5-3 0,1-1 2 16,2 0 2-16,1-3 1 0,0 2 1 0,1-4-2 15,0-1 3-15,1-2 0 0,1 1 3 16,2 0-1-16,0-5 4 0,1 2 0 0,-1-1 5 0,3-3 6 15,-2-4 10-15,0 2 15 0,4-4 1 16,0 2 8-16,-2-4 0 0,-1 0-9 0,1-4-3 0,0 0-4 16,2-4-4-16,-2 0-3 0,1 1-2 0,-2-4-2 15,-1 1-3-15,-8 3-3 0,4-1 5 16,-3-1-6-16,-2 2 0 0,0 1-5 0,-2 1-7 0,-4-1-5 16,2 5-7-16,-5 0-1 0,1 0 0 15,-3 1-6-15,0 1-14 0,-1 3-13 0,-2 3-16 16,4-1-16-16,-4 4-13 0,1 0-18 0,-1-1-22 0,6 5-15 15,-1-3-15-15,0 3-17 0,3-1-18 0,5 0-35 16,1 0-160-16,1-2-418 0,5 0 185 16</inkml:trace>
  <inkml:trace contextRef="#ctx0" brushRef="#br0" timeOffset="32543.98">14612 15758 169 0,'0'-3'305'0,"0"3"-16"0,1-6-13 0,-1 2-24 0,0 4-20 15,1-4-27-15,-1 4-23 0,0 0-10 0,0 0-29 16,0-5-17-16,0 5-25 0,0 0-14 15,0 0-15-15,0 0-7 0,10 9-8 0,-7-4-11 16,1 3-11-16,-2-3-10 0,5 2-7 0,-1 3-10 16,2 0-10-16,-1-2-12 0,1 3-3 0,2-4-8 0,-1 1-1 15,-2-1-7-15,3-2 1 0,-3 2-1 0,1-5 7 16,1 1 1-16,1-3 3 0,-2 0 4 0,1-3-1 16,0-1 5-16,2-4 5 0,0 2 5 15,-5-5 13-15,5 4 8 0,0-8 11 0,-1 2 8 16,1-1 13-16,-2 1 5 0,-2 2 4 0,-1 1 11 15,0 1-2-15,1 0 4 0,-3 2-4 0,0 2 1 0,-2 0-9 16,1 1-9-16,-1 0-5 0,3 0-16 16,-5 4-29-16,4-3-11 0,-4 3 2 0,0 0-3 15,5 12 2-15,-5-2-1 0,2 2 1 0,-4 7 0 16,2 1 4-16,-2 6-2 0,-1 4 2 0,0 2-5 16,-3-1 0-16,-1 2-2 0,-1-1 0 0,-1 1 4 15,-2-1-1-15,0 0 4 0,1 1-2 0,-3-4 2 16,3 3-3-16,-4-5 5 0,4-1 0 0,1-7-4 15,-4-2 5-15,3-3-4 0,1-1 1 0,-3-5 2 16,6 1 7-16,-3-4 12 0,0 0 3 0,0-2 4 16,-2 1 18-16,4-6 17 0,-3 2 19 0,2-6 11 15,-1 2 5-15,1-5 8 0,1 1 8 0,2-4 16 16,2-5-25-16,5-2-8 0,4-6-4 0,7-4-27 16,7-1-24-16,15-7-23 0,8-1-22 0,1-2-11 15,5 4-6-15,1 1 2 0,0 5-2 0,-4 0 5 16,0 6 1-16,-13 5 2 0,-2 4 0 0,-3-1 2 15,-1 7 4-15,-12 0 0 0,-2 5 2 0,-4 1 0 16,1-2-3-16,-3 2-7 0,-2 0-25 0,0 1-58 16,-5 2-11-16,0 0-10 0,0 0-35 0,-19 10-43 15,2-4-73-15,-11 4-213 0,1 0-529 0,9-6 233 16</inkml:trace>
  <inkml:trace contextRef="#ctx0" brushRef="#br0" timeOffset="42610.2">15796 15827 28 0,'-5'0'201'0,"-3"1"-11"15,8-1-11-15,-7 0-14 0,7 0-19 0,0 0-16 16,0 0-15-16,-12 0-11 0,12 0-6 0,0 0-10 16,0 0-6-16,-6 0-9 0,6 0-3 0,0 0-6 15,0 0-9-15,0 0-6 0,0 0 1 0,0 0-4 16,0 0-6-16,0 0 1 0,0 0-6 0,0 0-3 15,0 0-2-15,0 0-4 0,0 0-4 0,0 0-2 16,0 0 3-16,0 0-7 0,0 0-2 0,0 0 1 16,0 0-4-16,0 0 1 0,0 0-2 0,0 0-3 15,0 0 2-15,0 0-1 0,0 0 5 0,0 0-8 16,0 0-4-16,0 0 3 0,0 0 3 0,0 0-3 16,0 0-2-16,0 0 1 0,0 0 0 0,0 0-2 15,-2 3-6-15,2-3 11 0,0 0-6 0,0 0 0 16,0 0 0-16,0 0 2 0,0 0-1 0,0 0-2 15,0 0 2-15,0 0 1 0,0 0 0 0,0 0 2 16,0 0-1-16,18 0 0 0,-5-2 4 0,7 1-2 16,11-3-3-16,1 3 3 0,7-6 0 0,13 4 0 15,-1-1-3-15,0-3-2 0,0 2 4 0,1 1-3 16,-14 1 2-16,-4 0-3 0,1-2 3 0,-6 3-8 16,-9-2-4-16,-2 3-11 0,-5 1-11 0,-3-2-11 15,-3 1-20-15,-5-1-25 0,-2 2-21 0,0 0-35 16,-15-2-17-16,-5 2-130 0,-2-1-315 0,-4 1 140 15</inkml:trace>
  <inkml:trace contextRef="#ctx0" brushRef="#br0" timeOffset="42888.68">16050 15680 42 0,'4'-15'277'0,"0"-1"1"15,0 4-5-15,-3 0-10 0,3 1-17 0,-4 5-20 16,3-2-21-16,-6 3-19 0,7-2-27 0,-4 6-17 16,1-3-29-16,-1 4-28 0,0 0-13 0,0 0-10 15,-2 12-5-15,-1 1-9 0,-1 5-4 0,-5 8-4 16,4 3-6-16,0 2-6 0,0 1 3 0,1-1-3 16,0-1 0-16,3 1-3 0,1-2-30 0,0-1-29 15,1-1-34-15,3-3-41 0,1 1-50 0,5-8-58 16,-2-5-183-16,0-2-434 0,3-6 192 0</inkml:trace>
  <inkml:trace contextRef="#ctx0" brushRef="#br0" timeOffset="43326">16873 15715 45 0,'0'0'259'0,"-5"-3"-14"0,5 3-8 16,0 0-17-16,0 0-15 0,0 0-19 0,0 0-16 15,0-5-19-15,0 5-14 0,5-4-15 0,-5 4-10 16,9-5-15-16,-4 2-3 0,5 0-15 0,2-2-11 16,1 1-9-16,1 1-3 0,0-1-11 0,6-3-4 15,-2 1-8-15,2 3-3 0,-4-5-4 0,1 1-3 16,-5 4-1-16,1-3-5 0,-3 0 0 0,-2 2-1 16,-2 3-4-16,1-4 0 0,-2 5-8 0,0-4-8 15,-5 4-2-15,0 0-4 0,0 0-2 0,0 0 2 16,-22 9-2-16,3-2 2 0,-8 6-1 0,4 3 1 15,-5 1 0-15,0 0 1 0,5 0-2 0,-4 4-1 16,8-1 0-16,-3-1 5 0,11-4-1 0,-1 0 0 16,2-1-4-16,1 3 5 0,4-2 6 0,4-1 1 15,2-2-1-15,6-2 1 0,1 0-19 16,5 1-21-16,9-3-40 0,6 1-58 0,4-5-68 0,-1-2-157 16,2-3-393-16,-1-1 175 0</inkml:trace>
  <inkml:trace contextRef="#ctx0" brushRef="#br0" timeOffset="43776.21">17346 15637 137 0,'6'-4'214'0,"2"2"-16"15,1-2-21-15,0 3-17 0,5 1-13 0,-1 3-11 16,1-1-13-16,-1 3-8 0,3 3-17 0,-2 0-2 15,0 3-17-15,-3 4-10 0,-2-2-5 0,-2-2-16 16,-2 6-6-16,-5-2-3 0,-2 1-2 0,-1 1-9 0,-4-1-3 16,-4 1-3-16,0-2-1 0,-3 1-4 15,-4 1 1-15,1-6 0 0,4 1 0 0,-1-2 4 16,-1 0 4-16,1-5 7 0,8 0 6 0,-2-1 12 16,3-1 13-16,-4 0 14 0,5-1 24 0,0-1 20 15,-1 2 24-15,5-3 11 0,0 0-9 0,0 0-17 16,-1-9-15-16,7 5-9 0,2-5-10 0,7-2-11 15,6-6-12-15,2 0-15 0,2-2-11 0,5 1-17 16,-2 2-14-16,-1-3-10 0,-2 3 1 0,-2 3-4 16,-6 2-2-16,-2 2 0 0,-5 2 2 0,-2 2-5 15,-2 3 1-15,1-4-13 0,-1 4-8 16,-2 0-18-16,-4 2-13 0,6 0 1 0,-6 0 1 0,-1 7 7 16,0 0 4-16,-6 1 2 0,4 3 7 0,-6 1 4 15,1 2 1-15,0 0-2 0,1 2 4 0,-1 0 4 16,3 0 3-16,1-4-3 0,0 3 6 15,4-3 0-15,-1-3-3 0,1 3-22 0,1-3-29 0,3 1-32 16,1-3-56-16,8 1-73 0,-3-3-234 16,0-3-499-16,6-2 221 0</inkml:trace>
  <inkml:trace contextRef="#ctx0" brushRef="#br0" timeOffset="44276.37">17832 15638 39 0,'-2'-5'319'0,"1"-1"-24"0,1 2-19 0,0 1-38 16,-1-2-24-16,1 5-24 0,-1-4-29 0,1 4-29 0,0 0-14 15,0 0-16-15,0 0-20 0,6 11-18 0,0-4-18 16,-1 0-17-16,1 1-12 0,-3 2-16 16,4-1-13-16,-1 2-10 0,-1-2-6 0,2 0-12 15,-2-1-5-15,-1-3-1 0,1 2 6 0,0-4 3 16,0 1 0-16,1-3 3 0,-2 0 12 0,1-1-3 15,4-4 4-15,-4 2 1 0,2-4 6 0,-1 0 17 0,1 1 8 16,0-5 9-16,-1 2 1 0,2-1 10 0,-4 1 16 16,1 1 5-16,1 0 2 0,-2 2 10 15,0 3-6-15,-1-3-5 0,-1 1-7 0,2 3-8 16,-4 1-9-16,3-2-8 0,-3 2-5 0,0 0-1 16,5 6-6-16,-4 1-2 0,-1 6 1 0,0 4 0 15,0 2-5-15,-1 8 3 0,-3 0-1 0,-4 3 0 16,3 4 2-16,-6-3-10 0,-2 2 9 0,0-2-3 15,-1 1 2-15,1 0 1 0,-1-3-1 0,1-2-2 16,3-4 0-16,-1 1 2 0,2-9-2 0,2-3 3 16,0-4 2-16,0 1 10 0,2-1 15 0,-1-4 23 15,1-1 12-15,-3-6 9 0,2-2 10 0,-1-2 12 16,1-2 14-16,-3-1 1 0,5-3 8 0,3-4-22 16,2-1-10-16,3-9-11 0,5 0-5 0,1-2-15 15,10 0-19-15,10-10-32 0,2-4-17 0,4 7-4 16,2 1-5-16,-1 6 5 0,-4 7-5 0,12-2-3 15,-12 9-13-15,-1 1-25 0,-1 3-23 0,-2 2-34 16,2 1-36-16,-3 4-73 0,-1 1-53 0,-6 1-183 16,-4 2-500-16,-3 0 221 0</inkml:trace>
  <inkml:trace contextRef="#ctx0" brushRef="#br0" timeOffset="44592.7">18432 15776 14 0,'0'0'203'0,"0"0"0"0,-6 1 5 0,6-1-12 15,0 0-13-15,0 0-15 0,0 0-18 0,0 0-9 16,16-2-19-16,-3-1-7 0,6 1-16 0,2-3-7 15,8 2-9-15,3-1-8 0,4-3-10 0,1 3-15 16,0 0-17-16,-1-2-29 0,-3 0-33 0,-5 0-31 16,0-2-32-16,-9 3-26 0,-2-2-24 0,-6 2-32 0,-3 0-92 15,-3-2-286-15,-1 2 127 0</inkml:trace>
  <inkml:trace contextRef="#ctx0" brushRef="#br0" timeOffset="44762.65">18685 15605 205 0,'0'-5'248'16,"0"5"-2"-16,0-5-19 0,0 5-24 0,0 0-26 15,0 0-21-15,0 0-19 0,0 0-16 0,0 0-18 16,-3 13-9-16,-4 1-7 0,3 2-7 0,-1 8-9 16,0 5-3-16,1-1-6 0,-5-1-6 15,4 2 2-15,0 1-9 0,1-2-3 0,0 1-3 16,4-3-18-16,0 0-42 0,-4-6-45 0,3-2-57 0,1 1-91 15,1-7-149-15,3 0-390 0,-3-7 173 0</inkml:trace>
  <inkml:trace contextRef="#ctx0" brushRef="#br0" timeOffset="45562.32">19377 15633 42 0,'0'0'189'0,"0"0"-19"16,0 0-17-16,0 0-15 0,0 0-14 0,0 0-13 15,0 0-9-15,0 0-9 0,0 0-13 16,0 0-6-16,0 0-6 0,0 0-6 0,24 5-7 0,-14-5-4 15,5 0-7-15,3 0-1 0,1 0-3 0,3-2-3 16,-4 2-4-16,5-2 0 0,-4 0-5 0,-1-3-4 16,1 3-5-16,0-3-1 0,-3-1 2 0,-2 1 6 15,-3 1 13-15,0-3 4 0,1 2 6 16,-5-2 9-16,-1 3 3 0,-2 1-5 0,-3-2-6 16,-1 0-6-16,0 5-8 0,-5-7-1 0,-6 4-7 0,0 3-3 15,-8 0-5-15,-1 3 1 0,-7 2-5 0,0 5-2 16,0 1-2-16,-1-1-4 0,1 5 3 15,2 1 4-15,1 2-12 0,3-2-3 0,8 1 1 16,2-2 3-16,2 5-3 0,4-3 2 0,3 1 1 16,2 2 0-16,9-2 4 0,8 5-4 0,6-5 4 0,6 1 1 15,5-5-3-15,14 3-35 0,2-2-47 16,-10-8-59-16,13-2-79 0,-12-3-140 0,-1-2-382 16,-2-4 169-16</inkml:trace>
  <inkml:trace contextRef="#ctx0" brushRef="#br0" timeOffset="46058.71">20007 15627 177 0,'5'-4'208'0,"6"1"-11"15,-1-2-18-15,1 2-13 0,0 0-21 0,2 2-12 0,1 2-18 16,-3 1-12-16,2 0-7 0,1 3-11 0,-4 2-11 16,3-1-7-16,-5 3-8 0,2 3-5 15,-5 1-7-15,3 0-7 0,-7 3-1 0,2-1-5 16,-6 5-6-16,-3-4-4 0,-2 3 1 0,-6 1-4 16,-4 1 1-16,3 1 2 0,0-8-10 0,0 2-1 15,-2-4-3-15,2-2 0 0,1 2 0 0,4-4 6 0,0-1-1 16,4-4 11-16,2 2 9 0,-4-1 13 15,7-2 25-15,-3 1 31 0,0-1 27 0,4-2 20 16,0 0-10-16,0 0-9 0,0 0-21 0,14-14-5 16,3 4-9-16,-2 0-18 0,11-7-2 0,-1 0-13 15,3 0-6-15,4-4-6 0,-1-1-9 0,0 0-7 16,-3 2 10-16,-2-1-15 0,-4 3-2 0,0 2-5 16,-8 6 3-16,-4 0-3 0,-2 4-1 0,-2-2-3 15,3 5-1-15,-5 1-14 0,0-1-13 0,-3-1-14 16,-1 4-18-16,0 0 4 0,0 0 2 0,0 12 2 15,-4-2 5-15,-1 0-4 0,-4 4 5 0,4 2 3 16,-4 1 0-16,4 0-7 0,-2 1-5 0,2 1-12 16,-1-1-19-16,2 1-33 0,3-2-23 0,1-1-41 15,0-1-40-15,4-3-56 0,1-3-197 0,-1-4-494 16,6 0 218-16</inkml:trace>
  <inkml:trace contextRef="#ctx0" brushRef="#br0" timeOffset="46624.73">20559 15634 58 0,'-2'-5'334'0,"4"-1"-23"0,-4 1-26 15,4 1-34-15,-2 4-29 0,0-6-26 0,0 6-26 16,0 0-23-16,0 0-14 0,0 0-17 0,0 0-11 16,3 14-20-16,0-5-14 0,3 2-16 0,-2-1-5 15,1 1-27-15,-1 3-11 0,1-5-11 0,0 3-9 16,3-5-8-16,-3 3-3 0,0-4 0 0,-2-1-2 15,2 0 7-15,-1-3 3 0,2 1-1 0,-1-3 1 16,4 0 3-16,-2-4 0 0,0-1 8 0,3-2 6 16,-2-1 11-16,1-2 10 0,0 0 2 0,-1-1 10 15,2-1 0-15,-1 3 6 0,-2-7 9 0,1 6 12 16,-1 1 4-16,0 2 1 0,-2 0-5 0,-1 1-3 16,1 2-9-16,-1-1-8 0,0 3-8 0,-3-1-20 15,-1 3-10-15,0 0-4 0,0 0-2 16,10 9-5-16,-6 0 1 0,-4 5-6 0,0 6 0 0,0 6 0 15,-1 3 0-15,-7 2-5 0,5 2 2 0,-6 2 5 16,-2 11-1-16,-3-13 1 0,1 0 2 0,-7 12-1 16,5-16 0-16,-1 4 4 0,0-1-2 15,-2-4 3-15,4 0-4 0,-3-4 3 0,4-8-2 16,3-2 5-16,1-6 2 0,1 0 7 0,1-1 10 16,1-5 11-16,-1-1 11 0,-1-2 6 0,8 1 2 0,-15-8 14 15,7-1 20-15,1-4 18 0,2-1 19 0,0-3-5 16,3-1-26-16,7-2-7 0,2-6-16 15,8-3-8-15,6-2-23 0,17-11-21 0,5 2-17 0,2-1-11 16,5 2 1-16,1 0-2 0,0 6 5 16,-1 2 8-16,-5 6-14 0,-11 7 3 0,-2 1 15 15,1 5 3-15,-2-1 13 0,-8 3 9 0,-5 3 6 0,-5 2 6 16,-2 1-8-16,-4 2-12 0,-1-2-10 0,0 2 5 16,1 0-18-16,-4 2-33 0,-3 0-23 15,0 0 0-15,0 0-2 0,4 6-15 0,-4-6-19 16,-11 11-23-16,1-4-38 0,-3 4-42 0,-1-2-62 15,-3-2-280-15,1 1-584 0,4-2 259 0</inkml:trace>
  <inkml:trace contextRef="#ctx0" brushRef="#br0" timeOffset="47322.54">22373 15669 160 0,'-1'-3'335'0,"-2"-1"-15"0,3 4-17 0,-1-4-31 0,1 4-23 16,1-8-25-16,2 5-26 0,2-1-22 16,6 1-18-16,6-1-20 0,11 0-11 0,4 2-22 15,5 2-26-15,1-1-21 0,2 3-46 0,-4 0-50 16,0 1-47-16,-3 1-49 0,0-1-55 0,-5 3-223 16,-13-3-445-16,2 3 196 0</inkml:trace>
  <inkml:trace contextRef="#ctx0" brushRef="#br0" timeOffset="47574.65">22483 15891 39 0,'-19'9'181'0,"6"-1"-6"0,3-3-14 0,1 0-9 15,2 0-5-15,2-3-10 0,0 1 12 0,4 1 25 16,1-4 12-16,9 5-1 0,4-1-20 0,8-3-12 16,9 1-19-16,6-2-9 0,22 1-5 0,-3-3-48 15,-4 2-49-15,4-1-68 0,-2-1-93 0,-20 2-245 16,-2-6-414-16,-1-1 183 0</inkml:trace>
  <inkml:trace contextRef="#ctx0" brushRef="#br0" timeOffset="48376.82">23648 15279 245 0,'0'0'226'0,"-2"-3"-22"0,2 3-24 0,0 0-19 16,0 0-15-16,0 0-19 0,0 0-14 0,0 0-8 16,15 11-10-16,-2-7-10 0,4 3-11 0,2 3-11 15,6 1-1-15,1 3-10 0,-1 0-3 0,-9-2-6 16,5 4-4-16,-6-3-6 0,1 2-2 0,-6 1-5 16,2 1-5-16,-6 1 0 0,-2 0-6 0,-4 1-1 15,-4 0-2-15,-5 4 5 0,-6 1-23 0,-2-2 2 16,-1 0 10-16,-5 0-2 0,4-2 4 0,-4-1 2 15,-2-1 1-15,0 0 2 0,2-4 0 0,-1 0 1 16,9-4 4-16,-2-1-3 0,4-1-3 0,4-3 2 16,-1 1-2-16,3-2-2 0,1 1 1 0,3-3 1 15,-1 1-3-15,2 0 20 0,2-3 9 0,8 6 4 16,5-6-2-16,7 0-6 0,16 0-3 0,-1-3-1 16,5 2-4-16,14-2-2 0,3 0 0 0,0-1-4 15,-3-2-17-15,-3 1-28 0,-13 2-29 0,-2 0-32 16,-3 0-34-16,-2-3-31 0,-6 2-33 0,-8-1-177 15,-8 1-390-15,-3-1 173 0</inkml:trace>
  <inkml:trace contextRef="#ctx0" brushRef="#br0" timeOffset="48724.28">23611 15654 84 0,'-12'0'253'0,"1"0"-8"16,2-2-3-16,4 2-5 0,-2 0-9 0,7 0-17 15,-8 0-16-15,8 0-22 0,0 0-17 0,0 0-12 16,15-7-17-16,8 5-14 0,9-3-12 0,8-1-11 0,15-1-6 15,2 0-8-15,2 0-6 0,5 0-8 16,-3 0-5-16,3 1-10 0,-9-1-1 0,-14 2-10 16,-5 2-7-16,-6 1 3 0,-7-1-13 0,-7-1-9 15,-4 3-7-15,0 0-20 0,-7 1-18 0,0 0-10 16,-1-3-19-16,-4 3-17 0,0 0-16 0,-22 0-13 16,7 3-18-16,2-3-22 0,-6 1-18 0,5 0-15 15,0 2-166-15,1-3-378 0,2 0 168 0</inkml:trace>
  <inkml:trace contextRef="#ctx0" brushRef="#br0" timeOffset="49074.67">24729 15613 38 0,'0'0'144'0,"0"0"-17"16,-6 1-17-16,6-1 2 0,0 0-25 16,0 0 1-16,0 0-4 0,0 0 1 0,0 0 0 15,0 0 4-15,0 0 2 0,0 0 12 0,0 0-6 0,0 0 4 16,0 0 8-16,0 0-3 0,0 0 3 0,0 0-3 15,0 0-7-15,28-1-7 0,-9-3-7 0,4 3-7 16,7-2-9-16,7 1-5 0,15-1-7 16,-1 0 0-16,7-3 0 0,-1 1-2 0,-1 2-10 15,-2-1-1-15,-16 4-14 0,-2-4-19 0,-6 3-22 16,-4-2-24-16,-8 2-26 0,-7 0-27 0,0-2-42 16,-5 2-55-16,-6 1-183 0,0 0-397 0,-10-7 175 15</inkml:trace>
  <inkml:trace contextRef="#ctx0" brushRef="#br0" timeOffset="49354.35">25068 15407 251 0,'0'-9'368'0,"1"-1"-7"0,-1 1-2 15,0 3-26-15,1-1-26 0,-2 3-34 0,1 1-28 16,0-2-21-16,0 5-29 0,0-5-65 0,0 5-27 15,0 0-14-15,-6 16-8 0,-2 5-8 0,-1 2-6 16,0 6-5-16,-1 3-9 0,4 0-10 0,-2 3 2 0,0 12-9 16,6-11 0-16,0-2-4 0,4-1-47 15,-2 0-31-15,5-2-47 0,-3-4-55 0,1 1-68 16,2-3-94-16,2-8-180 0,3-6-530 0,-1-5 234 16</inkml:trace>
  <inkml:trace contextRef="#ctx0" brushRef="#br0" timeOffset="50274.18">25754 15417 224 0,'5'-5'268'0,"0"1"-27"0,0 0-26 16,2 0-21-16,-2 2-23 0,6-1-17 0,-2 3-17 15,4 3-10-15,0 2-19 0,1 1-13 0,1 7-14 16,0-1-9-16,-3 2-7 0,-3 4-27 15,1 7-4-15,1-3-3 0,-8 5-6 0,-1 0-5 0,-5 0-1 16,-2 1 1-16,-4-2-6 0,-1 0-1 0,-7 0-1 16,4-4 3-16,-3-1-1 0,6-6-7 0,-6-1 5 15,6-3 4-15,1-1 2 0,1-3 6 0,2-1 6 16,-1 0 17-16,5-3 14 0,-2 1 28 0,-1-3 46 16,3 3 17-16,2-4 20 0,0 0-16 0,0 0-12 15,0 0-13-15,10-20-19 0,3 6-9 0,6-4-14 16,1-3-12-16,6-1-3 0,2-2-20 0,1-1-20 15,8-10-12-15,-9 12-4 0,-1-3-13 0,1 5 7 16,-6-2-4-16,1 3-1 0,-10 7 3 16,-3 5 1-16,-3 1-5 0,-1-2-3 0,0 6 14 0,1-2-27 15,-3 1-18-15,-1 2-24 0,-3 2-7 0,0 0 7 16,0 0 1-16,-3 14 11 0,-4 2 2 0,-2-1 1 16,-4 7 8-16,2 2 4 0,-2 1-1 0,0 0 0 15,7 1 8-15,-3-1-5 0,5 0 4 0,2-6 5 16,0 1 2-16,4-3-8 0,-1-4-15 0,3-2-20 15,2 4-27-15,6-6-32 0,-3 1-41 16,6-3-59-16,4-2-53 0,-5-3-194 0,4-4-498 0,1-2 220 16</inkml:trace>
  <inkml:trace contextRef="#ctx0" brushRef="#br0" timeOffset="50807.78">26374 15475 11 0,'0'-5'291'15,"-1"1"-16"-15,2 0-33 0,0 0-22 0,-1 1-27 16,0 3-18-16,1-4-23 0,-1 4-16 0,0 0-16 16,0 0-6-16,6 10-20 0,-4-5-19 0,3 2-8 15,-1 1-18-15,4 3-11 0,-2-3-5 0,-1 2-4 16,3-1-9-16,-2 1-1 0,3-3-5 16,-4-2-3-16,3-1-7 0,-3 1 2 0,1-3 0 0,2-1 0 15,0-1-3-15,-8 0 5 0,14-3 1 0,-8 1-4 16,2-6 3-16,0-2 5 0,0 1 10 0,-1 0 2 15,2-1 3-15,0-2 2 0,1-3 5 0,-1 2-3 16,0-1 11-16,-1 4 5 0,-1 1 4 0,-3 0 7 16,1 2-1-16,-2 3-2 0,-1 2-11 15,0-3-7-15,3 1-6 0,-3-2-14 0,-2 6-15 0,0 0-7 16,0 0-2-16,5 10 2 0,-3 0-3 0,-2 4 5 16,0 5-5-16,0 6 4 0,-2 3 0 0,2 2 1 15,-5 4 1-15,0-1 1 0,0 2-3 16,-1 13-2-16,-1-14 2 0,-4 0-1 0,1 0 5 15,1-1-2-15,-3-1 0 0,2-3 1 0,0-4-3 0,-2-1 0 16,2-7-3-16,4-3 0 0,-5-2 3 16,5-1 3-16,-2-5 10 0,2-2 6 0,-3 3 14 15,-1-6 24-15,3-1 19 0,-2 0 9 0,-1-4 0 0,1-1 8 16,4-3 5-16,-3-4 19 0,2 1-2 16,2-6-5-16,6-1-18 0,6-8-8 0,5-2-15 15,6-2-20-15,13-13-16 0,4 3-22 0,5-1-7 0,4 0-5 16,2 3-2-16,0 8 3 0,1 2 3 0,-2-2-5 15,-13 13 0-15,0 0 10 0,-4 0-16 16,-2 7 4-16,-8 2 3 0,-3 1 2 0,-6 2-2 16,1 2-6-16,-5-3-24 0,-1 5-45 0,-1 1-54 15,-4 0-10-15,0 0-2 0,0 0-23 0,-16 12-50 16,1-2-66-16,-3-2-204 0,-1-2-526 0,3-1 232 0</inkml:trace>
  <inkml:trace contextRef="#ctx0" brushRef="#br0" timeOffset="52289.92">27695 15216 115 0,'4'-4'180'0,"-2"1"-5"0,2 1-3 15,-2-1-5-15,0 0-5 0,-2 3-2 0,5-4-11 16,-5 4-10-16,4-4-14 0,-4 4-10 16,0-3-15-16,0 3-19 0,0 0-8 0,0 0-8 0,0 0-8 15,-11 8-3-15,1 1-10 0,-5 0 3 0,-1 3-10 16,-5 5-6-16,0 0-3 0,-2 4-3 0,2 0-6 16,-2 2 2-16,5-1-6 0,4 2 2 0,-1-2-8 15,3-5 2-15,-2 7-2 0,7-9 3 16,2 0-3-16,-1 0 0 0,1-3 0 0,3-1 5 15,-1-3-7-15,8 3 3 0,-3-4 14 0,1-1 10 0,5-1 6 16,2-1 3-16,8-1 0 0,1-1-3 16,3-4 6-16,6-4 4 0,-1-3-8 0,-1-3 0 15,-6 3-2-15,3-6-3 0,0-1-4 0,0-2-1 16,-4-4 6-16,-1-3-11 0,0 2 0 0,-8-4-3 16,4 3 0-16,-9-3-4 0,-2 3 1 0,-3-2-1 15,-1-1-7-15,-6 9-3 0,-4-5 1 0,-7 2-7 16,-4 3 3-16,-5 3-5 0,-3 1-1 0,-2 1-4 15,-5 5-2-15,-3 2-3 0,2 1-5 0,-1 3-16 16,2 2-14-16,-1 2-21 0,4 4-37 0,0-1-39 16,5 4-25-16,3 3-34 0,7-3-218 0,1 0-450 15,9-1 199-15</inkml:trace>
  <inkml:trace contextRef="#ctx0" brushRef="#br0" timeOffset="52760.46">27818 14819 196 0,'5'-3'242'0,"-1"-1"-27"15,1 0-19-15,1 3-23 0,5-3-19 0,-1 2-13 16,0 1-16-16,4 1-16 0,-2 3-10 0,-1 1-15 15,4 1-5-15,0 1-12 0,-2 5-6 0,0 1-10 16,-4 1-1-16,0 3-9 0,-4 1-4 0,-2 3-2 16,-6 6-6-16,-1-1 2 0,-6 0-8 0,-3 0 2 15,-1-3-5-15,-1 2-3 0,0-9-2 0,1-1-5 16,-1 0 4-16,3-2 1 0,3-2-4 0,0-3-1 16,1-1 2-16,1 0-1 0,3-1 1 0,0-2 2 15,1 1 12-15,1-2 6 0,2-2 2 0,0 0-11 16,14 3 2-16,4-3-2 0,2-3-21 0,12 2-26 15,-1 0-36-15,-2-1-40 0,11 2-52 0,-4 0-50 16,-1-2-141-16,1 0-369 0,-8-1 164 0</inkml:trace>
  <inkml:trace contextRef="#ctx0" brushRef="#br0" timeOffset="53124.05">28232 15165 134 0,'0'0'302'0,"0"-7"-23"0,0 7-20 0,1-6-28 15,3 4-25-15,0-1-20 0,2 1-24 0,-6 2-13 16,12-1-21-16,-6 1-9 0,1 0-14 0,5 0-11 16,-3 2-12-16,-1 0-6 0,2 2-10 0,-2 2-15 15,-1-1-8-15,-1 0-4 0,2 2-5 0,-4-1-7 16,0 5-2-16,-3-1-2 0,-2 1-6 0,1 6-1 15,-4 0-3-15,-4-1 1 0,-2 3-2 0,-2 4-1 16,2-3 1-16,-3-1-2 0,4-2-2 0,-4-4-5 16,3 3 3-16,2-6 1 0,1-1-2 0,-1 2 0 15,3-2 0-15,1-2-5 0,1-2 6 0,-1 1-3 16,2 0 1-16,-2-4 1 0,4 1 6 0,0-3 0 16,-1 6-3-16,2-2 5 0,5-2-3 0,1 0-2 15,2-2 1-15,5 1 0 0,0-1-2 0,4 0-29 16,1-1-38-16,3-1-40 0,-3 0-62 0,1-2-64 15,-1-2-191-15,-1 1-451 0,-4-4 200 0</inkml:trace>
  <inkml:trace contextRef="#ctx0" brushRef="#br0" timeOffset="53393.33">28255 15373 153 0,'-4'-3'326'0,"4"3"-11"16,-6-4-34-16,6 4-30 0,2-5-26 0,5 3-26 16,4-5-29-16,8 3-39 0,2-1-37 15,12 2-42-15,1-3-43 0,7 3-48 0,12-2-57 0,-1-1-61 16,-17 1-162-16,-1 1-347 0,-6-2 154 0</inkml:trace>
  <inkml:trace contextRef="#ctx0" brushRef="#br0" timeOffset="53908.3">27346 15843 101 0,'-9'-2'217'0,"9"2"-12"0,0 0-15 0,0 0-9 15,-10 0-12-15,10 0-8 0,0 0-11 0,0 0-6 16,0 0-6-16,0 0-4 0,0 0-9 0,0 0-10 15,-6 0-3-15,6 0-2 0,0 0-14 0,0 0-9 16,0 0-5-16,0 0-6 0,0 0-6 0,0 0-6 16,0 0-10-16,0 0-5 0,0 0-3 0,0 0-5 15,0 0-5-15,0 0-2 0,0 0-6 0,0 0 0 16,0 0-4-16,0 0-6 0,0 0 3 0,0 0-1 16,0 0-1-16,0 0-6 0,0 0-3 0,0 0 0 15,0 0 2-15,0 0-3 0,0 0-1 0,0 0 1 16,0 0-1-16,0 0 0 0,0 0 2 0,0 0 5 15,0 0 0-15,0 0 7 0,0 0 0 0,0 0 1 16,0 0 2-16,0 0-2 0,0 0-1 0,25-8-1 16,2 6-2-16,10 0-5 0,18-4-2 0,10-1-5 15,35 0 4-15,7-5 1 0,6 8-1 0,2-5 6 16,4 3 0-16,5-2 2 0,4 2 1 0,0-2 1 16,-11 2-4-16,-10-1 1 0,-42 1-3 0,-5 1 0 15,-5-2 4-15,-18 3-5 0,-6-1 0 0,-9 4-2 16,-3-5-1-16,-6 6 0 0,-2-1-1 0,-1-2-3 15,-6 2-2-15,0-1-11 0,-4 2-20 0,0 0-23 16,-12-7-13-16,0 7-24 0,-4 0-28 0,-5 0-31 16,-9 5-41-16,2-3-47 0,-4 4-246 0,4-2-518 15,0-1 229-15</inkml:trace>
  <inkml:trace contextRef="#ctx0" brushRef="#br0" timeOffset="54491.47">27905 16058 138 0,'0'-3'263'0,"0"3"-13"0,0-7-21 15,0 7-25-15,-1-5-21 0,1 5-14 0,-6-5-26 16,6 5-17-16,-17 3-13 0,5 0-13 0,-5 2-9 16,-2 2-13-16,-6 4-11 0,-1 2-2 0,-2-1-7 15,1 2-9-15,1 4-6 0,4 1 3 0,-1-1-12 16,2 0-6-16,7-4-1 0,0 1-3 0,5-3-1 16,0 1 27-16,3 1-3 0,2-4-4 0,4-1 7 15,1-2 9-15,3 1 6 0,6-3 4 0,1-1 12 16,6-1-9-16,13-1-5 0,-9-2 8 0,-1-4-3 15,1 2 16-15,2-6 4 0,-6 0 14 0,-2-1-25 16,3-1 15-16,-4-6-12 0,-3 1-17 0,-4 0-15 16,-1-5 3-16,-3 1-10 0,-3 0-8 0,-5 2-5 15,-4-3-16-15,1 4-5 0,-13-4 1 0,0 4-1 16,-7 0-8-16,-3 5 0 0,1 1-5 16,-4 3-4-16,-1 2 0 0,3 1-3 0,0 3-19 15,3 1-31-15,-1 1-31 0,11 3-34 0,5-1-19 16,4 4-9-16,2 2-12 0,7 1-24 0,3 2-48 0,8 2-262 15,8-4-539-15,7 5 239 0</inkml:trace>
  <inkml:trace contextRef="#ctx0" brushRef="#br0" timeOffset="54922.8">27989 16136 2355 0,'3'-7'152'0,"-1"0"-18"0,2-2 9 16,-4 3-18-16,3 1-7 0,0-2-25 0,-1 2-15 15,0 2-17-15,-2 3-17 0,3-7-20 0,-3 7 10 16,0 0-5-16,10-3-7 0,-10 3-1 0,12 4-7 16,-2 2-1-16,-1 2-2 0,0 1-2 0,0 2-2 15,-6 5-3-15,1-4-1 0,1 0-3 0,-3 5-1 16,-4 0-4-16,0 0 6 0,-2 0-10 0,-2 0 10 16,-3-2 1-16,0 0-4 0,0-2 4 0,4-3-6 15,-3-1 4-15,2 1 0 0,-1-3-5 0,3-4 8 16,2 4 5-16,-2-4-1 0,3 1 9 0,-3-3 30 15,4-1 25-15,-4 7 32 0,4-7 9 0,0 0-2 16,0 0-17-16,13-12-9 0,-4 1-4 0,7 2-9 16,-3-3-16-16,8-7-3 0,-1 2-11 0,2-3-2 15,3 2-16-15,-4 0 3 0,-1-1-7 0,-3 7 4 16,-3 0-5-16,-9 1-8 0,8 2 1 0,-7 2-3 16,1 2-2-16,-2 3-5 0,0-2-18 0,-1 0-20 15,-4 4-20-15,0 0-3 0,0 0 4 16,0 0 4-16,0 0 10 0,-12 20 4 0,3-11 2 15,0 5 8-15,-1-1-1 0,1 3 1 0,1 1-8 0,-1-1-6 16,2 1-13-16,0 0-15 0,6 2-9 0,1-2-25 16,1-3-20-16,7 3-39 0,-2-9-68 15,3 3-307-15,7-4-582 0,3-4 257 0</inkml:trace>
  <inkml:trace contextRef="#ctx0" brushRef="#br0" timeOffset="55327.56">28707 16120 173 0,'-2'-4'218'0,"2"4"-28"15,-9 0-17-15,9 0-15 0,-10 0-20 0,10 0-14 16,-17 7-12-16,7 1-16 0,-3-6-5 0,-4 9-10 15,3-2 5-15,-5 3-12 0,1 0-6 0,-4 4-9 16,5-5-4-16,1 2-6 0,1 0-4 0,1 0-6 16,0-1-1-16,4 2-6 0,2-4 0 0,2 0-4 15,-1 1 2-15,6-1 5 0,0-1 12 0,3-1 4 16,2-1 9-16,1 0 3 0,7-3 0 0,3 1-1 16,3-2-4-16,0-2-5 0,-4-1 8 0,4-4 12 15,-2-2 7-15,-2-2 1 0,3-3-2 0,-3 1-6 16,-4-3-8-16,2-3-6 0,-5 0-7 0,1-2-23 15,-3-7 8-15,-5-1-4 0,-4 2-5 0,0-3-9 16,-2 8-1-16,-8-3-2 0,-3 1-6 0,-2 3 2 16,-4 3-2-16,-6 1-4 0,3 2-3 15,0 4 5-15,0 2-5 0,4 6-3 0,2-3-28 0,-1 3-34 16,7 3-28-16,-5 1-34 0,8 2-15 16,2 2-37-16,5 0-38 0,2 2-237 0,8 1-488 15,5 2 216-15</inkml:trace>
  <inkml:trace contextRef="#ctx0" brushRef="#br0" timeOffset="55856.98">28839 16034 395 0,'0'-5'388'0,"-3"0"-20"0,3 5-38 16,0-9-38-16,0 9-33 0,3-7-36 15,-3 7-51-15,0 0-46 0,0 0-13 0,0 0-14 16,0 0-8-16,0 0-13 0,0 0-23 0,-3 25-9 15,3-13-15-15,0-1-9 0,0 0-14 0,4-1-4 16,-4 1-4-16,5 0-3 0,-2-1-3 0,1 1-2 16,-1-2-1-16,1-2 1 0,0-3 4 0,0 1 1 15,1 0 3-15,0-5 1 0,3 0 3 0,-8 0 8 16,0 0 6-16,18-6 9 0,-10 0 1 0,0 1 1 16,0 0 2-16,2-2 4 0,0 1 1 0,-1 0 3 15,-2 1 8-15,-1-4 2 0,2 6 0 0,-6-1 0 16,3 3-18-16,1-3-4 0,-6 4-13 0,5-3-10 15,-5 3-7-15,0 0-2 0,8 8-2 0,-5 2 0 16,-3-1 2-16,3 7-4 0,-5 6-1 16,1 3 3-16,-4 4-4 0,-1 2 2 0,-5-1 1 15,4 5 2-15,-11 7-1 0,6-7 3 0,-4-3-1 16,-2 0 0-16,1-3 5 0,-3-3-4 0,2-1-29 0,5-9 2 16,3-4 3-16,2-2 14 0,0-3 23 0,2 0 34 15,1-4 37-15,1-3 10 0,4 0-6 0,-9-9 30 16,9-1 6-16,0-7-13 0,5-2-9 15,8-9-16-15,5 2-8 0,15-13-8 0,-1 1-11 16,8-3-3-16,6-3-18 0,23-13-11 0,-18 22-2 16,-2-1-10-16,0 2 13 0,6 5 2 0,-6 5 4 15,-13 6 13-15,-4 4 10 0,-7-1 18 0,-8 6 10 16,-2 1-3-16,-3 4-7 0,-1-1-11 0,-6 4-8 16,2-2-15-16,-5 0-56 0,3 0-67 0,-1 1-76 15,-4 2-6-15,0 0-22 0,-14 12-48 0,-6-3-89 16,-10 3-335-16,1 0-717 0,3-1 317 0</inkml:trace>
  <inkml:trace contextRef="#ctx0" brushRef="#br0" timeOffset="57710.64">10979 17147 39 0,'0'0'223'15,"0"0"-6"-15,0 0-7 0,0 0-15 0,0 0-12 16,0 0-13-16,0 0-15 0,0 0-16 0,0 0-13 16,0 0-15-16,0 0-8 0,0 0-10 0,16-7-8 15,-2 4-11-15,8-1-9 0,6-2-4 0,3 2-10 0,3 1-15 16,2 1-26-16,1 1-22 0,-4-1-32 16,-1 3-31-16,-1-1-53 0,-3 1-19 0,-8 0-33 15,-5 1-114-15,-4 1-318 0,-2-3 141 0</inkml:trace>
  <inkml:trace contextRef="#ctx0" brushRef="#br0" timeOffset="57915.77">10981 17373 16 0,'-6'4'144'0,"2"-2"5"16,3 0 11-16,1-2 17 0,2 6 6 0,-2-6-13 15,12 3-3-15,-2-3-17 0,5 0-14 0,3-1-10 16,1-1-17-16,4 0-9 0,-1-2-20 0,1 2-26 15,-1 0-43-15,6-1-37 0,-8-1-47 0,0 1-50 16,-1-1-162-16,-8 1-309 0,-2-2 136 0</inkml:trace>
  <inkml:trace contextRef="#ctx0" brushRef="#br0" timeOffset="58188.21">11249 16988 241 0,'0'-5'288'16,"-1"-3"-18"-16,1 8-10 0,0-8-27 0,0 8-23 15,0-6-23-15,0 6-25 0,0-5-18 0,0 5-25 16,0 0-20-16,0 0-13 0,0 0-10 0,0 0-5 16,9 14-11-16,0 1-6 0,0-3-6 0,4 7-3 15,4 1-4-15,-2 2-4 0,2 5-7 0,-1-4 0 16,1 4-8-16,-5 0 2 0,0-3-4 0,1 2-3 15,-4 2-4-15,-2-5-3 0,-4-1 2 0,1-3-1 16,-2-1-3-16,-9 0 0 0,-2-2-3 0,-4 0 2 16,-2-3-2-16,-8 3 2 0,-1-2-1 0,-1-2 1 15,-2 1-5-15,-1-4-24 0,1 3-40 0,2-4-52 16,7-3-77-16,-10-1-240 0,11-2-468 16,7-3 208-16</inkml:trace>
  <inkml:trace contextRef="#ctx0" brushRef="#br0" timeOffset="59523.94">13274 17087 95 0,'4'-1'161'0,"2"0"-12"0,0-3-15 0,3 4-11 16,4 0-17-16,-2 2-5 0,1 1-22 0,7 1-1 16,0 0-3-16,-1 6-8 0,0-3-10 0,0 2-10 15,0 4 3-15,-4 0-13 0,4 7 1 0,-7-5-5 16,2 6-1-16,-4-3-8 0,-3 2 2 0,-3 3-4 15,-3-2-4-15,-3-1 1 0,-3-2-3 0,-4 7 4 16,-2-10-3-16,-7 7 8 0,5-8-1 0,-3 0 0 16,2-1 2-16,-3-1-1 0,2 0 12 0,0-4-3 15,0-2 6-15,5 0 3 0,0-1 7 16,3 0 16-16,3-3 16 0,0 0 25 0,1 1 31 0,4-3 4 16,0 0-19-16,0 0-13 0,-1-12-15 0,9 4-7 15,2-7-14-15,12-3-2 0,0-4-12 0,4 0-10 16,11-11-10-16,-9 8-12 0,11-7-15 0,-1-4-1 15,-11 13-3-15,0 0-4 0,-1 1-2 0,-5 5 6 16,-3 3-4-16,-3 2 0 0,-6 6 7 0,-1-2-13 16,-1 3 2-16,-4 1-10 0,2 0-12 15,-5 4-12-15,6-1 3 0,-6 1-3 0,0 0 9 16,-11 14 5-16,2-3-2 0,-1 3-2 0,-4 3 3 16,5 0 2-16,-9 4 0 0,5 2 9 0,4-6-9 15,-1 9 6-15,2-9 2 0,3 1 5 0,3 1-2 16,2-4 1-16,2 2 1 0,5-2 2 0,4-2 2 15,2 0-1-15,11-1 2 0,3-2-14 0,6-3-4 16,3-3-43-16,1-3-57 0,5-1-84 0,-6-1-222 16,0-6-458-16,-7-1 202 0</inkml:trace>
  <inkml:trace contextRef="#ctx0" brushRef="#br0" timeOffset="59873.38">14109 17033 165 0,'3'-6'262'15,"-2"0"-11"-15,3 1-10 0,-4 5-19 0,0-9-25 16,0 9-23-16,0 0-20 0,4-6-21 0,-4 6-13 15,0 0-18-15,0 0-9 0,0 0-8 0,-4 32-11 16,3-14-5-16,-6 10-13 0,-3 1-5 0,1 8-1 0,-1 6-7 16,-3 3-1-16,4-10-5 0,-5 10-3 15,5-14-3-15,2-3-4 0,0 0-3 0,-1 2-3 16,3-6-2-16,2-1 4 0,0-5-6 0,0-4 1 16,2-1-7-16,-1-4-26 0,-1 2-17 0,2-5-23 15,-1 0-21-15,1 0-7 0,0-2 1 0,0 0 2 16,1-5-118-16,0 0-174 0,0 0-401 0,-6-13 179 15</inkml:trace>
  <inkml:trace contextRef="#ctx0" brushRef="#br0" timeOffset="60108.25">14081 17248 156 0,'4'-3'199'0,"-4"3"-5"0,14-1-12 0,-6 1-12 16,2 1-8-16,-1-1-12 0,6 7-5 0,1-1-14 15,3-1-10-15,1 5-5 0,-4-1-15 0,1 0-6 0,-2 2-13 16,1 0-8-16,-10-2-10 0,2 2-8 0,-4-1-10 16,1 0-10-16,-5-2 0 0,-5-1-3 15,1 2 0-15,-5-2-6 0,-5 0-1 0,0 0 0 16,-8 1-2-16,3-3-6 0,-6-1-2 0,-5 1-4 16,9-2-1-16,-9-3 5 0,12 0-1 0,-1 0-1 15,5-3-1-15,3 3-15 0,0 0-39 0,5-5-41 16,2 1-70-16,4 1-236 0,0 3-419 0,14-14 186 15</inkml:trace>
  <inkml:trace contextRef="#ctx0" brushRef="#br0" timeOffset="60806.32">14684 17372 163 0,'-5'2'224'0,"5"-2"-13"0,-9 0-10 0,9 0-18 16,0 0-16-16,0 0-10 0,-2 3-16 0,2-3-3 16,0 0-7-16,0 0-14 0,0 0-8 0,0 0-13 15,0 0-6-15,0 0-5 0,0 0-5 0,18-5-5 16,-18 5-4-16,0 0-5 0,0 0-7 0,0 0-6 16,0 0-9-16,6-2-1 0,-6 2-2 0,0 0-2 15,0 0-8-15,0 0-1 0,0 0-12 0,0 0 6 16,0 0-9-16,0 0 5 0,0 0 3 0,0 0-6 15,0 0-1-15,0 0 1 0,0 0-7 0,0 0 0 16,0 0 1-16,0 0-5 0,0 0 3 0,0 0-1 16,1-2-2-16,-1 2 2 0,0 0-1 0,0 0-2 15,0 0 4-15,0 0 0 0,0 0 6 16,0 0 0-16,0 0-1 0,0 0 11 0,0 0 6 16,0 0 3-16,0 0 8 0,0 0-1 0,9-1-5 15,0-1 4-15,5-1-10 0,4-1-3 0,10-1-5 16,3 0-1-16,-1 2 4 0,6-4-1 0,1 2-7 15,-1 1-2-15,3-2-2 0,-4 2 1 0,-3 2-10 16,-11-1 7-16,0 1 2 0,-3-1-3 0,-5 2-19 16,-4 0 4-16,-1-1-23 0,-8 2-26 0,11-1-39 15,-11 1-45-15,0 0-38 0,0 0-36 0,0 0-43 16,-25-3-189-16,3 1-481 0,5 0 213 0</inkml:trace>
  <inkml:trace contextRef="#ctx0" brushRef="#br0" timeOffset="61093.21">14917 17212 151 0,'0'-9'348'0,"0"4"6"16,0-3-10-16,0 2-22 0,0 1-13 0,0 5-26 16,0-8-32-16,0 8-32 0,0-5-30 0,0 5-29 15,0 0-25-15,0 0-19 0,0 0-17 0,-6 18-9 16,0 0-22-16,1 7 2 0,-3 4-19 0,0-1 14 15,3 4-8-15,-3-3-32 0,3 5-43 0,0-2-49 16,-3-3-52-16,4 0-61 0,2 0-97 0,-2-9-231 16,0-2-550-16,3-6 243 0</inkml:trace>
  <inkml:trace contextRef="#ctx0" brushRef="#br0" timeOffset="63073.06">15456 17115 128 0,'1'-7'216'15,"-1"7"-12"-15,3-7-18 0,-2 2 2 0,-1 5-21 16,2-6-12-16,-2 6-18 0,0-4-13 0,0 4-16 16,1-7-11-16,-1 7-14 0,0 0-5 0,0 0-15 15,0 0-2-15,0 0-4 0,0 0-9 0,9 17-6 16,-5-7-2-16,-1 1-11 0,3-1 6 0,-1 1-10 15,0 0-5-15,2 1-5 0,0-4-8 0,3 6 2 16,0-6 0-16,-1 1-2 0,0-2 0 0,1-2-2 16,-1 1 3-16,-1-5 0 0,2 2-2 0,3-3 5 15,-3-3-8-15,3-1 3 0,-3-1 2 0,3-3-3 16,2-1 4-16,-2-1 10 0,0-4 0 0,-3 6 1 16,2-4 9-16,-5 1 4 0,5 0 6 0,-6 2-3 15,2-1 7-15,-2 5 1 0,-2-2-1 0,1 2-1 16,-2 1-14-16,-1 2 1 0,-2 2-6 15,8-6-7-15,-8 6-21 0,0 0-8 0,0 0 3 16,0 0-3-16,0 0 1 0,4 17 4 0,-7-5-2 0,2 4 0 16,1 9 0-16,-4-1 0 0,2 5 35 0,-1 0-7 15,-1 2 2-15,2 3 1 0,-2-4-6 16,-1 2 1-16,-2 0 0 0,2 1-5 0,1-4 0 16,0 0-1-16,-1-2-2 0,3 1 0 0,-3-3-1 15,0-8-2-15,0 2 4 0,-2 1-3 0,5-1-3 16,-2-4 1-16,0 2 1 0,-1-6-1 0,-2 0 6 15,1-2 0-15,0-2-1 0,-3-1 2 0,0 1 3 16,0-2 2-16,-3-4-1 0,-2 1 10 0,5-1 8 16,-5-1 10-16,4-4 19 0,-3-2 10 0,-1-6 20 15,5 3 13-15,3-1 3 0,-2-5-8 0,4-1-3 16,4-9-12-16,7 0-14 0,4-3-10 0,8-2-15 16,8-11-19-16,9 1-7 0,1 0-3 0,4 0-6 15,0 3-5-15,1 1-3 0,-4 4 0 0,-7 8-1 16,1 6 4-16,-4 0-3 0,0-1 3 15,-11 10-2-15,-2-2-5 0,0 2-4 0,-4 4 12 16,-4 0-4-16,1 2-5 0,-8 3 2 0,10-6-9 16,-10 6-17-16,9-3-29 0,-9 3-40 0,0 0-8 0,0 0-1 15,0 0-16-15,4 11-19 0,-4-11-25 0,-4 13-30 16,-1-5-40-16,0 2-258 0,-6-3-533 0,4 0 236 16</inkml:trace>
  <inkml:trace contextRef="#ctx0" brushRef="#br0" timeOffset="64156.58">16500 17129 103 0,'-1'-6'222'15,"1"6"-13"-15,0-11-25 0,-4 7-21 0,3 2-16 16,-4-3-18-16,5 5-14 0,-13-1-12 0,0 1-11 15,-5 4-11-15,-1 3-12 0,-6 2-1 0,3 5-6 0,-3-1-15 16,4 3 2-16,0 2-10 0,1-1-4 16,1 3-4-16,6-4-3 0,0-4-3 0,0 3-12 15,3-1 9-15,5-2-3 0,-3 0 1 0,7-3-5 16,-3 0-2-16,2-1 8 0,2-2 9 0,-2-1 25 16,6-2 13-16,0 3 15 0,3-6 2 15,5 0 1-15,-3 0 4 0,4-5-3 0,2-2-8 16,7 0 4-16,-8-2 1 0,5 0-3 0,-1-2-2 15,-1-1 3-15,-2 0-14 0,2 0 1 0,-2 0-11 16,-1 3-2-16,-5 1-2 0,0 0-13 0,-3 4-2 16,-1 1-2-16,-1-2-6 0,1 4-12 0,-5 1-7 15,7-3-1-15,-7 3 1 0,0 0-23 0,11 12 16 16,-8-1 2-16,-2-1-3 0,0 7-4 0,3 2-1 16,-4 0 2-16,0-1-3 0,0 7 1 0,0 1 0 15,0-7-4-15,-1 5 6 0,-2-4-4 0,2-3-1 16,-3 2 8-16,3-3-5 0,-4-4-2 0,5-3 1 15,-1-2 2-15,-2 0 3 0,3-2-1 0,-1-1 9 16,1 2 38-16,-3-2 41 0,3-4 25 0,-1 3 43 16,1-3 22-16,0 0-4 0,0 0-19 0,0 0-11 15,9-14-15-15,-4 6-17 0,0-4-13 0,4-7-10 16,9-1-6-16,-4-4-8 0,5-1-17 16,-1-3-11-16,4 1-7 0,-2-2-8 0,0 5-8 15,1 0-5-15,-6 2 1 0,-2 7-4 0,-5 6-5 16,-3-1-10-16,1 3-31 0,-2 2-14 0,0 2-45 15,1-2-32-15,-1 1-56 0,-4 4-25 0,0 0-13 16,0 0-13-16,13 12-25 0,-11-5-39 0,1 0-42 16,2 4-285-16,-2-2-669 0,2 0 295 0</inkml:trace>
  <inkml:trace contextRef="#ctx0" brushRef="#br0" timeOffset="64591.64">17140 17296 80 0,'0'0'302'0,"0"0"-4"16,0 0-10-16,0 0-22 0,-10-2-1 0,10 2-19 15,0 0-26-15,0 0-27 0,0 0-14 0,0 0-20 16,0 0-17-16,19-10-19 0,-7 8-12 0,2-3-34 15,4 3-28-15,2 0-28 0,10-1-30 0,-4-1-42 16,5 0-30-16,-11 3-43 0,2-2-56 0,0 1-249 16,1-1-465-16,-4-2 205 0</inkml:trace>
  <inkml:trace contextRef="#ctx0" brushRef="#br0" timeOffset="64780.43">17176 17406 1469 0,'-18'9'130'0,"4"-1"-49"16,4-4 18-16,0 2 31 0,3-4 20 0,1 0 13 16,2 1-2-16,4-3-23 0,0 0-28 0,0 0-13 15,0 0-10-15,36-3-8 0,-7-1-32 0,4-2-32 16,5 3-57-16,1 2-64 0,2-6-98 0,-5 2-230 16,0 0-471-16,-4 2 209 0</inkml:trace>
  <inkml:trace contextRef="#ctx0" brushRef="#br0" timeOffset="67089.67">17814 17074 187 0,'4'-5'193'0,"2"-3"-13"0,2 2-17 0,0-1-16 15,4 3-17-15,1 3-13 0,-3-4-11 0,4 3-9 16,0 2-12-16,4 2-14 0,1 3-5 0,-5 0-3 16,4 4-13-16,-5 4-2 0,1 2-4 0,-5 0-8 15,5 10-6-15,-9 1-2 0,2-1-4 0,-5 2 3 16,-4 1 22-16,-1-1-2 0,-2 2-5 0,-4-2-7 16,-4 0-1-16,0-3-2 0,-2 0-10 15,0-2 2-15,-4-4-4 0,6-2 0 0,1-2-5 16,-2-4 9-16,0 2 4 0,4-5-2 0,2 0 9 15,3-2 2-15,-2-3 14 0,1 2 19 0,3 0 18 16,-3-2 35-16,2-1 29 0,4-1 8 0,0 0-6 0,0 0-19 16,-3-8-8-16,9 0-22 0,1-3-3 15,5-4-12-15,9-4-6 0,-1 0-7 0,4-3-16 16,0-2 2-16,5 0-16 0,-1 1-5 0,0 0-8 16,0 2-11-16,-1 0 1 0,-7 4-4 0,-5 4-7 15,-4 5 3-15,-3 0 6 0,-1 1-5 0,1 2-2 16,-3 0-15-16,0 3-15 0,-5 2-18 0,9-4-13 15,-9 4 1-15,0 0 3 0,-2 11 3 0,-1-1 5 16,-6 0 3-16,2 6 6 0,-3 1 0 0,1 0 2 16,1-2 0-16,1 4 3 0,1-1 4 0,1-1 1 15,1-1-4-15,-1 2-4 0,2-2-18 16,2-3-13-16,1-3-25 0,3 1-21 0,5 3-26 0,3-5-59 16,4-1-60-16,0-1-255 0,7-4-539 15,0-3 238-15</inkml:trace>
  <inkml:trace contextRef="#ctx0" brushRef="#br0" timeOffset="67621.63">18442 17223 2112 0,'-3'-11'59'0,"0"6"16"16,-1-2-4-16,3 1-7 0,-3 1-8 0,4 0-16 16,0 5-14-16,-4-5-4 0,4 5-10 15,0-7-4-15,0 7 0 0,0 0-5 0,0 0 4 16,0 0 3-16,0 0-7 0,9 21-1 0,-6-14-16 15,4 3-10-15,0-1-9 0,2 1-13 0,1 2-5 16,1-4-8-16,-3 1-7 0,0 0-11 0,1-2 15 16,-2-2 2-16,0 0-3 0,3-2 16 0,-2-3 5 15,-8 0-2-15,14-2 8 0,-8 0 9 0,4-6-5 16,-5 1 28-16,1 0 22 0,1-2-11 0,1-2 24 16,-4-1 8-16,2 1 14 0,-2 1 12 0,1-1 1 15,-4 2 8-15,3 4 11 0,0-4 0 0,-4 4-3 16,0 5-6-16,5-8-14 0,-1 5-9 15,-4 3-8-15,0 0-22 0,0 0-4 0,0 0-1 16,0 0-2-16,5 15-4 0,-8-2-4 0,2 4 0 0,-3 9 1 16,-1 3-4-16,0 3 0 0,-2-1 2 0,0 1-4 15,-3 4 1-15,2-1 0 0,-6 10-3 16,3-11 5-16,-6 9-5 0,3-11 2 0,1 2 3 16,-3-4-8-16,2 2 0 0,2-4 5 0,1-5-6 15,2-6 7-15,-2-1 8 0,1-5 4 0,5-4 15 16,-4 0 25-16,-1 0 21 0,5-5 16 0,-2-2 8 15,7 0-3-15,-19-9-12 0,10 2 18 0,4-3 24 16,0 0-1-16,2-9 4 0,2 1-15 0,4-7-22 16,6-2-1-16,1-1-15 0,9 0-10 0,3-3-17 15,11-8-8-15,4-2-7 0,7 2-14 0,-4 1 8 16,0 0-4-16,5 5-9 0,-7 0-7 0,-7 11 8 16,-1 2-3-16,-1 4-1 0,-4 0-2 15,-11 7-5-15,0-3-13 0,-5 8-27 0,0-1-36 16,-4 2-46-16,3 1-61 0,-8 2-33 0,0 0-20 15,0 0-38-15,0 0-316 0,-22 13-631 0,4-7 278 16</inkml:trace>
  <inkml:trace contextRef="#ctx0" brushRef="#br0" timeOffset="69388.5">19364 17134 94 0,'0'0'170'16,"0"0"-18"-16,0 0-19 0,1-7-16 0,-1 7-11 15,0 0-11-15,0 0-5 0,0 0-9 0,0 0-13 16,-27 10 0-16,16-5-6 0,-2 0-9 0,-4 0-4 16,-1 5-2-16,4-3 1 0,-5 2-6 0,1-1-3 15,4 4-5-15,-1-2-6 0,3 2-2 0,2-1-8 16,-1 2 8-16,3-1-9 0,-1 2-3 0,4-6 4 15,1 4-5-15,4 0 6 0,0 0 27 0,3 2-1 16,2-4 2-16,5 5 6 0,4-1 0 0,5 4-3 16,4 1 3-16,0-4-5 0,4-1-1 0,-5 2-1 15,-4-4-13-15,-3-4 4 0,2 2-8 16,-4-1-4-16,-2 1 2 0,-5-3-8 0,-1 0-1 16,1-4 4-16,-3 2 2 0,1-1 10 0,-5 1 5 0,-4 0 3 15,-4 0-1-15,-4-3-4 0,-10 1-5 16,-5 1-2-16,-8-1-4 0,4-3-3 0,-2 1-2 15,-2-4-26-15,3 0-34 0,2 2-41 0,3-3-48 16,7 3-75-16,1-3-184 0,7 2-418 0,3-1 184 16</inkml:trace>
  <inkml:trace contextRef="#ctx0" brushRef="#br0" timeOffset="69863.7">19783 17513 188 0,'0'0'338'0,"0"0"-33"0,0 0-30 16,0 0-30-16,0 0-45 0,0 0-60 0,0 0-84 15,4 2-135-15,-4-2-199 0,0 0-302 0,0 0 134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10:27.22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1722 1838 70 0,'0'0'143'0,"0"0"2"16,0 0-14-16,0 0-7 0,1-7-7 0,-1 7-11 15,0 0-7-15,0 0-6 0,0 0 1 0,0 0-6 16,0 0 2-16,-1-5-3 15,1 5 4-15,0 0-1 0,0 0 2 0,0 0 1 16,0 0 6-16,0 0 3 0,0-6 0 0,0 6 4 16,0 0-1-16,0 0 6 0,0-7-3 0,0 7-1 15,0-5 1-15,0 5-3 0,0 0 0 0,0-7 0 16,0 7-8-16,0 0-4 0,0-6-4 0,0 6 0 16,0 0-13-16,0-6-1 0,0 6-9 0,0 0-4 15,0 0-6-15,0 0-6 0,0 0-10 0,-4-5-3 0,4 5-2 16,0 0-25-16,0 0-2 0,0 0-16 0,0 0-23 15,0 0-26-15,0 0-29 0,0 0-5 0,0 0 1 16,3 24 7-16,-6-12 13 0,2 6 8 0,-4 7 4 16,1 0 6-16,-1 1 5 0,1 4 5 0,-1-4 1 15,1 2 3-15,0-1 13 0,4-1-1 0,-5-5 1 16,4-4 8 0,1 1 0-16,0-1 2 0,0 1 2 0,-3-5 3 15,3-4-3-15,0 3 6 0,3-3-3 0,-3-2 3 16,0-1 3-16,0-6-1 0,0 10 5 0,0-10 0 15,0 5 1-15,0-5 4 0,0 6 12 0,0-6 7 16,0 0 5-16,0 0 2 0,0 0-2 0,0 0-2 16,0 0 4-16,0 0-22 0,-4 8 9 0,4-8-6 15,0 0-17-15,0 0-13 0,0 0-16 0,0 0-88 0,0 0-105 0,10-17-219 16,-6 5-484-16,1 0 215 0</inkml:trace>
  <inkml:trace contextRef="#ctx0" brushRef="#br0" timeOffset="332.2">1930 1820 324 0,'0'0'317'16,"0"0"-19"-16,3-4-24 0,-3 4-22 0,0 0-24 16,0 0-24-16,0-4-28 0,0 4-28 0,0 0-29 15,0 0-28-15,0 0-14 0,0 0-10 16,4 18-10-16,-3-6-3 15,-1 1-13-15,0 3 0 0,0 3-6 0,1 1-15 16,-1 5 6-16,0-6 1 0,0 7 0 0,-1-6-2 16,1-3-5-16,-1 2 3 0,-2 0-2 0,3-7-8 15,-1-2 4-15,-2 2-3 0,3 0-7 0,0-4 6 16,0-1-3-16,0-2 4 0,0 0 1 0,0-5 1 16,0 0 18-16,0 9 20 0,0-9 12 15,0 0-4-15,0 0 21 0,0 0-10 0,0 0-11 0,-1 7 7 0,1-7-1 16,0 0-14-16,0 0-17 0,0 0-62 0,0 0-33 15,0 0-42-15,1-22-51 0,2 11-79 0,-2 0-306 16,2-6-578-16,-3-1 255 0</inkml:trace>
  <inkml:trace contextRef="#ctx0" brushRef="#br0" timeOffset="517.19">1887 1584 216 0,'-3'-5'403'0,"3"5"-37"15,0 0-25-15,-1-6-30 0,1 6-34 0,0 0-21 0,-3-4-30 0,3 4-38 16,0 0-65-16,0 0-48 0,0 0-67 0,0 0-92 16,0 0-97-16,0 0-56 0,0 0-145 0,0 0-413 15,0 0 183-15</inkml:trace>
  <inkml:trace contextRef="#ctx0" brushRef="#br0" timeOffset="818.58">1717 1652 301 0,'0'-6'419'0,"0"6"-30"15,0-5-35-15,0 5-51 0,1-7-12 0,-1 7-34 0,0 0-19 0,-1-6-48 16,1 6-42-16,0 0-59 0,-4-5-65 15,4 5-82-15,0 0-79 0,0 0-102 0,0 0-190 16,0 0-463-16,0 0 205 0</inkml:trace>
  <inkml:trace contextRef="#ctx0" brushRef="#br0" timeOffset="1519.4">1709 1409 58 0,'0'0'160'0,"-13"-4"-9"0,7 4-15 15,-3 0-14-15,-1 0-10 0,10 0-1 16,-20 0-21-16,9 1 6 0,-2 3-15 0,-4 0-7 16,-2 3-5-16,3 3-6 0,-3-1-7 0,-3 11-1 15,-1-3-14-15,-1 3-6 0,-2 6 0 0,-7 7-1 16,9-4-7-16,-4 13 0 0,2-1-10 0,2 3-1 15,1 1 1-15,-1-1-3 0,2 2 0 0,4 1 0 0,0-2-3 0,1-1 0 16,6 2-1-16,2-12-4 0,3-3 4 0,0 6 2 16,5-5-7-16,1 1 6 0,1 1 9 0,3-5 11 15,0 0 9-15,3 3-1 0,2-6 6 0,1 1 3 16,3 1 5-16,3-3 1 0,3 0 6 0,3 1 0 16,1-2-6-16,0 0 0 0,5-3 6 0,4-4 4 15,0-4 4-15,1 2 3 0,3-3 4 0,-1-6-1 0,2 2-3 16,-1-3-2-16,0-2-1 0,1-2-4 0,2-1-1 15,-3 0-8-15,0-1 4 0,-1-3 15 0,-3-1 2 16,-3-3 17-16,2 1 3 0,-4-4 1 0,0-3 10 16,1 1-2-16,-5-2 0 0,0-3-10 0,1-3 0 15,-1-2-9-15,0-6 2 0,5-9-4 0,-1-4 0 16,-4-1-5 0,-1-3-17-16,2-3-6 0,-1 1-17 0,-4-5 1 15,-2 7-2-15,-3-3-18 0,-2-1 7 0,-1 3-8 16,-5-1 6-16,-3 2 0 0,-3-2 1 0,-9 2 5 15,0 14 7-15,0-3-9 0,-6 3-11 0,-3 0 7 16,-10-10-7-16,-4 4-6 0,1 14 0 0,-15-5 1 16,-5 3-11-16,-5 3-9 0,-7 5-7 0,-25-3-25 15,23 10-4-15,0 5-23 0,1 5-32 0,-4 4-23 0,8 1-47 0,4 6-47 16,1 4-57-16,18-2-75 0,-8 12-282 0,17-9-680 16,11-3 301-16</inkml:trace>
  <inkml:trace contextRef="#ctx0" brushRef="#br0" timeOffset="2146.79">4375 1681 113 0,'-1'-5'280'15,"-2"-1"-10"-15,3 6-9 0,0-8-15 0,0 8-17 0,-3-8-24 0,3 8-22 16,0 0-22-16,0-7-23 0,0 7-21 0,0 0-38 16,0 0-16-16,0 0-5 0,-6 15-7 0,5-1-7 15,-3 3-4-15,-5 9-5 0,4 3-1 0,-3 3-3 16,3-3-3-16,-4 4-4 0,4 1 1 15,0 0-2-15,-3-2-4 0,4-3 4 0,-1-2-5 0,4-1-1 16,-3-2-5 0,3-8-4-16,-3 2-6 0,4-6-7 0,-2 0-9 15,0-2-13-15,2-3-15 0,-1 5-4 0,-2-9-5 16,2 4 17-16,1-7 5 0,0 0-40 0,0 0-35 16,0 0-33-16,0 0-18 0,-9-21-11 0,9 12-5 0,0-12-128 0,-5 2-321 0,1-10 142 15</inkml:trace>
  <inkml:trace contextRef="#ctx0" brushRef="#br0" timeOffset="2474.79">4219 1693 101 0,'-3'-20'194'0,"1"1"-2"0,-2 1 0 16,1 4-9-16,1 4 5 0,-2-1-5 15,3 1-2-15,1 3-10 0,-3 0-12 0,3 3-27 16,0 4-12-16,-1-9-9 0,1 7-20 0,0 2-10 16,4-6-7-16,-4 6-12 0,11 0-8 0,-11 0-6 15,20 6-2-15,-7-4-5 16,5 6-4-16,4 1-2 0,-3 1-7 0,7 5 0 15,-3 1-4-15,2 1-3 0,1 0-2 0,-6 1 0 16,-2 1-7-16,-4-4 1 0,-3 1-4 16,-4 1-6-16,2-1-9 0,-6 0 2 0,-2-4-6 15,-1 4 2-15,-4-1 0 0,-6-5 2 0,-2 5 6 0,-9-1-4 16,-3 2 5-16,-2-3 2 0,-2-3-3 0,-3 1 3 16,0-3-2-16,3-1 5 0,1 0-2 0,1-3-2 0,5-1 4 15,2 0-3-15,5-1 1 0,2 0 0 0,1-1 0 16,1 1 1-16,2-2-8 0,8 0-14 0,-9 0-10 15,9 0-47-15,0 0-33 0,14-10-21 0,4 3-19 16,11-2-6-16,3-1-27 0,4-2-156 0,0-3-364 16,1 1 161-16</inkml:trace>
  <inkml:trace contextRef="#ctx0" brushRef="#br0" timeOffset="3022.72">4823 1656 188 0,'13'-11'263'0,"-4"2"18"15,-1 1 3-15,-2 0 0 0,-2 2-5 0,0 2-3 16,-2-1-8-16,-2 5-7 0,9-7-24 0,-9 7-29 15,5-7-27-15,-5 7-16 0,3-3-30 0,-3 3-37 16,0 0-44-16,0 0-39 16,0 0-10-16,0 0 1 0,2 13-3 0,-3-4 0 15,0 8 2-15,-2 0-2 0,1 7 0 0,-2 3 4 16,0-3 0-16,0 5-1 0,1 1 3 0,-3-5-3 16,4 3 1-16,-2-2-2 0,-1-2-1 0,2-4 3 15,1-3 0-15,-2-4-2 0,1-3-3 0,2 0 4 16,0-4 0-16,0 1 3 0,-1-1 2 0,2-6 3 15,-2 9 5-15,0-4 11 0,2-5 27 0,0 0 33 0,0 0-2 16,0 0-13-16,0 0-8 0,0 0-22 0,-6-22-25 16,6 6-3-16,-4-10-25 0,3 0-17 0,0-4-7 15,-2-4-8-15,3 1 0 0,3-1-2 0,-2 2 9 16,-1 3 2-16,0-3 4 0,0 6 6 0,-1 9 17 16,-2-5 5-16,2 6 13 0,-2 4 9 0,3 2 8 15,-1 0 2-15,1 4-3 16,-1 0-5-16,1 6-4 0,0-10-7 0,0 10-5 15,0 0-13-15,0-7-11 0,0 7 3 0,0 0-3 16,0 0 2-16,24 7 10 0,-11 1-9 16,0 1 2-16,3 3-10 0,-2 1 0 0,9 6 3 15,-4 0-5-15,3 3 2 0,0 2 0 0,-4 0 2 0,1 4 2 0,-1-5-2 16,-5 4-12-16,-3-4-6 0,-3-3-1 16,0-2-9-16,-3 0 1 0,-3 2 2 0,-2-3 5 0,-6 0 1 15,-2 0 6-15,-3-3 2 0,-8 3 7 0,-1-4-1 16,-5 0 8-16,3 0 2 0,-5-4 1 15,9 0 9-15,-8-2-3 0,7-1-2 0,-2-1 5 0,4 1-2 16,-1-2 3-16,6-2 0 0,2 1 1 0,0-3 8 16,5 1-7-16,-3 0 4 0,9-1 0 0,-9 2 4 15,9-2 0-15,0 0-16 0,0 0-42 0,0 0-62 0,0 0-50 16,15-16-43-16,2 7-45 0,-2 1-173 0,2-4-456 16,3 3 202-16</inkml:trace>
  <inkml:trace contextRef="#ctx0" brushRef="#br0" timeOffset="3507.98">5217 1584 209 0,'0'0'323'16,"0"0"-15"-16,0 0-17 0,-4-4-13 0,4 4-40 16,0 0-23-16,0 0-22 0,0 0-23 0,0 0-17 0,0 0-21 15,0 0-20-15,0 0-26 0,0 0-21 16,0 0-6-16,0 0-14 0,0 16-3 0,0-6-7 16,3 6-8-16,-3 4 2 0,-3-1-7 0,3 8 2 15,-1 2-6-15,-3-2-1 16,-1 1 1-16,1 1 0 0,-1-4 0 0,1-5-1 15,4-2-5-15,-4-1-5 0,3 0 4 0,-3-5-2 16,3-2-1-16,1 0 2 0,-3-4-2 0,3-1 1 16,-2 0 8-16,-1 0 29 0,3-5 25 0,0 0 43 15,-1 5 46-15,1-5 38 0,0 0 27 16,0 0 19-16,0 0-19 0,0 0-23 0,0 0-19 16,-4-20-19-16,0 9-18 0,3-8-19 0,-2-6-32 0,3-6-13 0,3 1-11 15,1-3-6-15,-4 3-8 0,2-3-5 0,1 4-7 16,3-2-2-16,-2 4-8 0,1 3-4 0,-1 5-5 15,0-1-3-15,1 6 0 0,-1 2-7 0,2-1-7 16,2 4-3-16,-3 0-14 0,8-2-16 0,2 5-29 16,3 0-23-16,3 1-48 0,5 1-36 0,4 4-32 15,-4 4-27 1,5 7-26-16,-1-3-30 0,-2 7-35 0,-4 0-42 16,-4 3-315-16,-4-5-722 0,0 7 319 0</inkml:trace>
  <inkml:trace contextRef="#ctx0" brushRef="#br0" timeOffset="3676.47">5337 2068 133 0,'0'0'150'15,"3"6"-5"-15,-3-6-10 0,15 1-14 0,-1 1-9 16,1-2-44-16,7 0-55 0,-3 0-89 0,-1-4-58 15,0 1-145-15,2-4 65 0</inkml:trace>
  <inkml:trace contextRef="#ctx0" brushRef="#br0" timeOffset="3992.59">5231 1876 269 0,'0'0'278'0,"0"0"-3"0,-9 0-15 15,9 0-24-15,0 0-22 0,0 0-23 16,0 0-16-16,0 0-23 0,33-2-11 0,-5 0-16 16,8-1-3-16,1 1-15 0,17-1-23 0,0-2-5 0,-17 4-8 0,0-2-4 15,-3 3-11-15,-2-3 3 0,-13-1-10 0,2 4-5 16,-8-1-7-16,-1 1-5 0,-4-1 1 0,0 0-14 0,2 1-6 15,-10 0-19-15,9-2-7 0,-9 2-12 16,0 0-2-16,6 3-16 0,-6-3-27 0,0 0-25 16,-19 5-37-16,7-4-42 0,3 2-54 0,-3 0-169 15,2-3-428 1,10 0 190-16</inkml:trace>
  <inkml:trace contextRef="#ctx0" brushRef="#br0" timeOffset="4740.46">6473 1924 132 0,'0'0'168'0,"0"0"-11"16,0 0-9-16,0 0 11 0,-8 1 5 0,8-1-5 16,0 0 10-16,0 0-1 0,0 0-6 0,0 0-20 0,0 0-12 0,13-12-13 15,-4 4-9-15,5-3-12 0,-1 1-5 16,1-5-1-16,5-2 5 0,2-4-4 0,2-1 0 15,-4-3 1-15,1-3-4 0,1 1-3 0,-1-5-6 16,-2 2 2-16,5-17-3 0,-9 20-5 0,-1-3 15 16,-3-3 5-16,0 7 6 0,-2-1-2 0,-3 6 12 15,-1 0 15-15,-2 5-6 16,0-1-10-16,-2 6-6 0,0 1-7 0,1 0-7 16,-1 5-13-16,0-2-11 0,0 4-10 0,0-3-17 15,1 2-19-15,-1 4-31 0,0-5-35 0,0 5-36 16,0 0-1-16,0 0 3 0,-7 9 10 0,0 0 4 15,-1 8 9-15,-3 9 8 0,2 3 4 0,0 3 8 16,3 4 4-16,-2-2 4 0,2 12 3 0,2-12-6 16,0-2 0-16,4 1-3 0,0-4 1 0,5-2 4 0,0-8 2 15,7 6 6-15,-7-8 6 0,1-1-1 0,-2-6 9 16,0 0 3-16,1-1 4 0,4-2 17 0,-7-3 11 16,1 0 35-16,0-1 40 0,-3-3 39 0,3 5 28 15,3-4 16-15,-6-1-10 0,0 0-15 0,0 0-13 16,7-7-14-16,-5 2-12 0,1-1-7 0,-1-2-21 15,-2 1-12-15,0-4-14 0,1 4-12 0,-1-3-18 0,-3 3-21 0,2 0-35 16,-4-1-46-16,-1-1-49 0,3 2-43 16,-2 2-44-16,1 0-51 0,-2 1-51 0,1 1-42 15,1-1-312-15,0 0-711 0,4 4 314 0</inkml:trace>
  <inkml:trace contextRef="#ctx0" brushRef="#br0" timeOffset="5294.81">7034 1695 30 0,'0'0'315'0,"0"0"-25"0,0 0-23 0,0 0-21 16,0 0-17-16,0 0-30 0,5-3-18 0,-5 3-26 16,0 0-12-16,0 0-25 0,0 0-13 0,5 5-9 0,-2 0-13 15,1-2-16-15,1 2-14 0,1-1-14 0,3 4-13 16,0 0-11-16,1-3-9 0,0 3-5 0,2-3-1 15,-2 0-4-15,0 0 4 0,2 0-2 0,-1-3 5 16,1 0-3-16,-4-2 5 0,3 0-5 0,-2-4 2 16,1 1 12-16,0-2 6 0,1 1 14 0,-5-4 16 15,1 0 13 1,1 2 13-16,-3-4 0 0,1 3 11 0,-4 2 8 16,3-1 10-16,-1 1 3 0,0 0-5 0,-3 2-9 0,-1 3-9 15,4-7-13-15,-4 7-10 0,3-3-14 0,-3 3-27 16,0 0-18-16,6 0-5 0,-6 0-10 15,8 7-4-15,0 5-4 0,0 1-4 0,0 4 3 16,1 9 2-16,1 2-1 0,-5 3-1 0,-1 3 5 16,1 1-4-16,-5-2 5 0,0 4 12 0,0 0-9 0,-4-6 3 0,-1 2 4 15,0-3-4-15,1 1 5 0,-2-6-1 0,2 1 1 16,-1-9 3-16,-2-2 0 0,6-3 6 0,-4-7 0 16,2 1 22-16,2-1 22 0,1-5 58 0,-6 6 42 15,6-6 0-15,0 0 17 0,0 0 9 0,-13-17 2 16,9 6-3-16,0-5 1 0,3-3-14 0,2-6-26 15,5-5-30-15,5-1-18 0,8-15-17 0,4 2-12 0,3-2-17 16,2 4-13-16,3 6-6 0,-7 9-5 0,-4 1 0 16,1 4-2-16,-2 2 3 0,-4 4-9 0,-2 3-5 15,-3 4 2-15,3 1-3 0,-7 1-6 0,2 2 2 16,-4 3-20-16,1-1-35 0,0 1-45 0,-5 2-43 16,5-5-42-16,-5 5 18 0,0 0 8 0,3 12-1 15,-7-5-14-15,0 2-33 16,-1 1-35-16,-1-2-55 0,-2 2-63 0,0-3-222 15,2 0-630-15,-3-4 279 0</inkml:trace>
  <inkml:trace contextRef="#ctx0" brushRef="#br0" timeOffset="6359.44">8169 1734 135 0,'0'0'140'16,"0"0"-15"-16,0 0-12 0,0 0-13 0,0 0-1 15,0 0-10-15,0 0 5 0,0 0-16 0,0 0-3 16,0 0-3-16,10 1-4 0,-10-1-6 0,11-4-8 15,1 2-4-15,-2-3-6 0,4 3-6 0,3-3-4 16,-2 1-2-16,7-4 0 0,-5 0-2 0,2-1-12 16,0 2 7-16,-3-4 3 0,2 0 10 0,-4-2 4 0,4 3 15 15,-8-3 6-15,1 3 15 0,0-2-3 0,-6 1 3 0,2 2 5 16,-2 0 8-16,0-1 3 0,-5 3-8 0,1-2-11 16,-1 4-5-16,-5-1-10 0,0 4-6 0,-4-3-12 15,-3 3-4-15,1-1-6 0,-7 3-1 16,-4 3-7-16,-4 5-1 0,-4 0-4 0,3 2-4 15,1 5-2-15,0-1-3 16,4 3 6-16,1 3-11 0,1 3 1 0,6-2 0 16,0 2 1-16,5 1-3 0,4-6-11 0,3 1 0 15,4 5 1-15,3-5-1 0,4-2 3 0,7-3 2 16,5 4 2-16,2-6 3 0,7-2-1 0,3-1 1 16,3-2 0-16,1-2 2 0,1-5-3 0,-2 0 2 15,-3-4 4-15,1 4-3 0,-6-3-1 0,-8 0 20 16,-5 1 14-16,-3 2 22 0,-5-2 12 0,1 2 10 0,-2-3 2 15,1 2 1-15,-7 1-9 0,10-3 2 0,-10 3-4 16,5-2-39-16,0-1-38 0,-5 3-21 0,1-4-21 16,-1 4-38-16,-1-6-50 0,1 6-46 0,-3-7-66 0,0 3-251 15,-1-4-536-15,4 2 237 0</inkml:trace>
  <inkml:trace contextRef="#ctx0" brushRef="#br0" timeOffset="6698.59">8795 1401 244 0,'0'-6'375'0,"0"6"-17"0,-2-10-23 0,2 10-25 0,-1-5-31 15,1 5-29-15,0 0-33 0,-1-4-23 0,1 4-29 16,0-5-38-16,0 5-49 0,0 0-26 0,0 0-10 15,0 0-5-15,0 18-7 0,0-1 2 16,-4 8-5-16,3 4-1 0,-2-2 0 0,0 7-1 16,0-3-7-16,0 1 0 0,1-2 2 0,1 1-5 0,-2-3 1 0,2-3-3 15,-1-6 0-15,2-2-1 0,-1 0-2 0,1-8-1 16,0 1 3-16,1-2-2 0,-2-1 1 0,1-3-3 16,0 2 9-16,0-2 4 0,0-4-2 0,0 3-1 15,0-3 12 1,0 6 4-16,0-6 0 0,-1 1-9 0,1-1 4 15,0 0-20-15,-2 4-18 0,2-4-28 0,0 0-32 16,0 0-37-16,0 0-59 0,0 0-116 0,0 0-217 16,0 0-538-16,0 0 238 0</inkml:trace>
  <inkml:trace contextRef="#ctx0" brushRef="#br0" timeOffset="7162.61">9072 1628 242 0,'0'0'416'16,"0"0"-13"-16,0 0-15 0,0 0-24 0,0 0-34 0,0-9-29 0,0 9-37 16,0 0-19-16,0 0-31 0,0 0-29 0,0 0-19 15,0 0-21-15,0 0-43 0,0 0-24 0,0 0-12 16,0 0-15-16,0 0-9 0,0 18-13 0,0-11-5 15,0 2 4-15,0 1-10 0,0 3-1 0,0-1 0 16,1 0-2-16,-2 1 13 0,5 3-13 0,-3-5-5 16,-1 2 3-16,0-3-3 0,-1 1-6 0,1-1-20 0,0 0-11 15,-3-3-17-15,3-2-17 0,0 0-3 0,0 0-4 16,0-1 5-16,0-4 6 0,0 6 8 0,0-6 5 16,0 0 2-16,0 0-24 0,0 0-87 0,0 0-77 15,-9-18-54-15,3-1-210 0,-2-7-535 0,8-3 236 16</inkml:trace>
  <inkml:trace contextRef="#ctx0" brushRef="#br0" timeOffset="7316.31">9109 1359 73 0,'0'-7'337'0,"-1"2"-9"16,0-1-8-16,1 6-26 0,0-11-30 0,0 11-25 16,-3-3-31-16,3 3-22 0,3-7-28 0,-3 5-40 15,0 2-45-15,0 0-20 0,0 0-25 0,0 0-33 16,14 9-48-16,-8-4-44 0,2 4-66 0,-2-1-71 0,-2 2-121 15,5 0-384-15,-5 0 170 0</inkml:trace>
  <inkml:trace contextRef="#ctx0" brushRef="#br0" timeOffset="8102.4">9307 1602 27 0,'0'0'308'0,"0"0"-34"0,0 0-23 16,0 4-31-16,0-4-22 0,0 0-28 0,0 6-18 15,0-6-17-15,3 5-10 0,-3 1-15 0,1 1-10 16,-1 4-11-16,0 0-7 0,-1 3-11 0,2 1-4 0,-2 1-6 0,-2 1-3 16,3-1-8-16,0 0-3 0,0-5 0 0,0-1-11 15,0 0-1-15,0-5-3 0,-1 2 2 0,-3-2-6 16,4 2 8-16,0-5 14 0,0-2 39 0,4 6 37 15,-4-6 37-15,0 0 36 0,0 0-10 0,0 0-16 16,13-8-22-16,-7-1-16 0,2-2-5 0,5-1-21 16,-4-1-8-1,3-2-12-15,2 1-7 0,-1 1-9 0,1 0-9 0,-5 4 0 16,1 1-6-16,-3 0-6 0,-3 5-3 0,-1-2-10 16,1 1-8-16,0 2-7 0,-4 2-10 0,5-3-28 15,-5 3-25-15,0 0 0 0,0 0-5 16,0 0-1-16,18 7-3 0,-14 0 3 0,1 0 6 0,1 3-3 0,2 2 5 0,-2 3 14 15,2-1-7-15,-3-1-1 0,0-2 8 16,0-1-5-16,2-1 0 0,-2-1-4 0,-4-1 7 16,3-2-3-16,-1-2 7 0,-2 1 27 0,-1-4 12 15,5 7 39-15,-4-6 30 0,-1-1 27 0,0 0-11 16,11-8-9-16,-5 2-10 0,2-3-7 0,0 3-6 16,3-9-9-16,0 5 0 0,3-4-12 0,-2 2-1 15,0-4-6-15,-1 3-5 0,-2 3-2 0,2 1-2 16,-4 1-5-16,-1 1-4 0,-1 0-2 0,-1 2-4 0,1 1-16 15,-2 1-12-15,-3 3-25 0,6-2-32 0,-6 2-19 0,9-1-1 16,-9 1-8-16,11 3-2 0,-3 0-4 16,1 5-15-16,0 0-7 0,4 2-6 0,-4-1-12 15,6 2 4-15,-1 1 1 0,0-1-3 0,-2-4 6 16,-2 2 8-16,0-3 7 0,0-1 12 0,2 0 11 16,-1-4 7-16,-2 0 11 15,2-2 9-15,-3 0 23 0,1-4 22 0,0-1 21 16,-1-3 18-16,2 1 24 0,-2-1 7 0,1-3 19 15,-3 1 25-15,2 0 8 0,-3-1 21 0,0 3 13 0,-1 0 11 16,4 0 12-16,-7 2 4 0,3 3-12 0,-3-2-14 16,2 1-16-16,-3 5-11 0,2-6-23 0,-2 6-12 15,3-5-17-15,-3 5-36 0,0 0-25 0,0 0-31 16,0 0-21-16,0 0 7 0,0 0-2 0,0 0 2 16,1 19 15-16,2-10-3 0,-3 2 6 0,0 1 2 15,0 5 9-15,-3-2-9 0,2 1-7 0,1-2-7 16,0-1-9-16,-2-1-15 0,2-1-15 0,2-1-9 15,-2 0-10-15,0-3-17 0,1-2-12 0,-1 1-2 16,0-6-1-16,0 8 10 0,0-8 6 0,0 0-59 16,0 0-94-16,0 0-225 15,0 0-537-15,-4-28 238 0</inkml:trace>
  <inkml:trace contextRef="#ctx0" brushRef="#br0" timeOffset="8249.33">10069 1376 95 0,'0'-9'367'0,"0"1"-7"0,-2 3-22 15,2 0-29-15,0 5-31 16,2-7-32-16,-2 2-30 0,0 5-32 0,0 0-51 16,-2-7-44-16,2 7-37 0,0 0-16 0,0 0-35 15,0 0-48-15,0 0-44 0,6 20-64 0,-5-11-52 16,-1 0-161-16,0 3-397 0,2-4 175 0</inkml:trace>
  <inkml:trace contextRef="#ctx0" brushRef="#br0" timeOffset="9551.32">10239 1572 329 0,'0'0'362'0,"0"0"-22"0,0 0-35 16,0 0-34-16,0 0-31 15,0 0-30-15,-4 5-26 0,4-5-25 0,0 0-25 16,0 8-17-16,-1 0-12 0,2-3-12 0,-2 9-8 15,-2 1-6-15,1 2-7 0,-1 1-10 0,2 3-5 16,-2-3-4-16,2 0-2 0,-2-2-9 0,1-3-1 16,2-1-5-16,-4-3-9 0,4-1-18 0,0-1 1 15,0-2 0-15,0 1 1 0,0-6 14 0,-1 6 29 16,1-6 30-16,1 5 42 0,-1-5 22 0,0 0 34 0,0 3-7 16,0-3-19-16,10-10-15 0,-5 2-16 0,2-2-13 15,0 1-11-15,3-5-18 0,-1 4-3 0,2-4-17 16,-1 1 1-16,-2 2-9 0,-2 3-6 0,-1 1-4 15,0 0-1-15,0 4-11 0,-3-2-2 0,1 1-7 16,-1 2-8-16,-2 2-23 0,0 0-26 0,6-4-36 16,-6 4-28-16,1-2-41 15,-1 2-28-15,0 0 4 0,0 0 19 0,8 8 12 16,-7-1-1-16,4-2-7 0,0 7-1 0,3-2-4 16,1 3 1-16,4 0 7 0,1-1 1 0,5 0-5 15,8-2 5-15,-9 0-1 0,4-5 12 0,6-1 0 16,-7-2 11-16,-1-2 7 0,3-4 12 0,-2 1 13 0,6-4 27 0,-2-3 29 15,-9 0 33-15,2 1 31 0,-4-5 12 0,-2 1 25 16,-1-3 20-16,-1 3 12 0,-2-3 10 16,-2 6 8-16,-1-2 14 0,0 3-1 0,-1 0 12 15,0 3-26-15,-4 0-9 0,2 1-5 0,-2 5-11 16,2-7-15-16,-2 2-17 0,0 5-24 0,0 0-18 16,-6-6-18-16,6 6-3 0,0 0-7 0,-26 11 2 15,15-6 0-15,-6 6-1 0,-1 2-1 0,-2 4-14 0,-2-1-14 16,5 3-6-16,2-5-13 0,2 1-5 0,-1-2-9 0,6 0-5 15,2-4-8-15,0-1-2 0,0-3 7 0,4 0 12 16,-2 1 11-16,2-3 31 0,-1-1 26 0,3-2 19 16,0 0 20-16,0 0-13 0,17-8 6 0,-8 2 6 15,7-3-1-15,-3-1 2 0,5 0 3 0,-4-3-1 16,1 2-10-16,1-3 2 0,0 1-4 0,-2 0 2 16,1 4-2-1,-5-2-5-15,0 2-6 0,0 3 2 0,-2-1-6 0,-3 2-12 16,1 1 5-16,-2 3 0 0,-1-4-19 15,-3 5-15-15,7-4-25 0,-7 4-4 0,0 0-12 16,0 0 3-16,16 9-1 0,-10-6 3 0,0 6-8 16,3-1 9-16,-1 1 10 0,1 1-10 0,5 0-15 15,0 2-1-15,3-3 1 0,-2 1 4 0,3-3 0 16,-4-2 5-16,0-2-4 0,-1-1 9 16,2-2 4-16,-1 0 13 0,0-5-1 0,-1 3 4 15,0-10 13-15,0 2 12 0,-3-2 21 0,1-1 13 16,-2-3 19-16,-1 1 19 0,-3-2 26 0,4-2-4 15,-4 0 14-15,4-5 10 0,-3-2-7 0,1 1 1 16,-1-4 3-16,-1 11 3 0,0-3-2 0,1 3-5 16,-3 1 12-16,1 7 4 0,-3-1-18 0,2 6-6 15,-2 1-12-15,0-1-13 0,1 0-32 0,-2 2-44 16,0 3-45-16,1-4-53 0,-1 4 0 0,0 0 5 16,0 0 11-16,-3 17 8 0,3-8 8 0,-2 11 7 0,1 6 12 15,-6-2 4-15,4 3 12 0,0 0 1 16,-1-1 6-16,3 2-11 0,0-2-2 0,-1-8-5 15,1 2-1-15,0-5 6 0,1-4-4 0,0 0 4 16,0-2 0-16,0-2 10 0,0-2 4 0,-2 1 9 0,2-2 10 0,-1-1 34 16,1-3 32-16,0 0 33 0,-3 4 3 0,3-4-14 15,0 0-2-15,0 0-16 0,-11-17-3 0,6 8-17 16,-1 1 6-16,-1-1-10 0,-3-1-6 0,6 0 1 16,-2 1-8-16,-1 2 0 0,1-1-2 0,-2 5-1 15,3-6-3-15,1 4-10 0,3 1 1 0,-3 0-9 16,4 4-16-16,-5-6-18 0,5 6 3 0,0-4-11 0,0 4-4 15,0 0 2-15,13-4 5 0,-2 1 1 0,10 2 14 16,-2 0-9-16,13 1 6 0,-1-4 4 0,-1 0-1 16,1 1 6-16,1 0 0 0,-4-2 1 0,4 3 3 15,-3-3 3-15,-2 1 10 0,-6 1 13 0,-3-1 18 16,-2 1 24-16,-4 0 17 0,-3 1 20 0,2 2 9 16,-5-2 0-16,-6 2-8 15,12-3-6-15,-12 3-7 0,6-2-10 0,-6 2 1 16,8-2-19-16,-8 2-2 0,0 0-13 0,0 0-5 15,0 0-22-15,0 0-20 0,9 4-8 0,-9-4-2 16,4 7 5-16,-3-2 0 0,-1 0-2 0,4 4 5 16,-3 0-5-16,3 2 19 0,-3-1-16 15,3 2 3-15,-4 0 0 0,4-1-24 0,-3-1-12 0,2 0-8 16,-2 2-14-16,2-6-6 0,-3 3-17 0,1-2-13 0,-1 0-19 16,3-2-10-16,-2-2-17 0,0 1-11 0,-1-4 8 15,3 6 6-15,-3-6-19 0,0 0-87 0,0 0-197 16,1-15-491-16,3 5 216 0</inkml:trace>
  <inkml:trace contextRef="#ctx0" brushRef="#br0" timeOffset="9689.09">11566 1388 92 0,'2'-7'358'0,"-2"2"0"0,0 5-12 16,-2-9-13-16,4 5-33 0,-2 4-26 0,0-5-34 15,0 5-28-15,0 0-32 0,1-6-42 0,-1 6-47 16,3-2-36-16,-3 2-39 0,0 0-35 0,16 9-50 0,-7-2-39 15,0-2-44-15,1 3-44 0,3 4-213 0,-3-1-441 16,3 1 195-16</inkml:trace>
  <inkml:trace contextRef="#ctx0" brushRef="#br0" timeOffset="10054.84">11947 1524 38 0,'0'0'233'0,"-5"-7"-25"16,5 7-20-16,0 0-21 0,0 0-20 16,-10 0-19-16,10 0-7 0,-9 4-20 0,0 1-9 15,1-1-15-15,-1 6-3 0,-1-3-10 0,-4 5-5 16,3-2-8-16,-1 2-2 0,1 1-8 0,0 3 1 16,1-3-5-16,3 1-4 0,1 1-3 0,2-4 5 0,1-1 0 15,1 0 4-15,2-2 0 0,3-1 3 0,-2 0 10 0,4-2 9 16,3 2 7-16,0-5 2 0,4 1 6 0,-1-2 6 15,3-1 19-15,-3 0 15 0,2-4 9 0,1 2 11 16,-5-5 5-16,5 2 0 0,-5-3-3 0,3 1 1 16,-1-7 1-16,-2 1-20 0,0 2-13 0,-2-4-15 15,0 1-3-15,-3 4-20 0,0-5-16 0,-3-2 0 16,-2 5-22-16,-1 2-6 16,0-1-24-16,-5 3-33 0,-1-1-22 0,0 4-23 15,-5-2-19-15,-1 2-27 0,0 0-27 0,-4 4-35 16,-4 1-50-16,3 1-42 0,1-1-252 0,3 2-571 15,2 1 253-15</inkml:trace>
  <inkml:trace contextRef="#ctx0" brushRef="#br0" timeOffset="10390.6">12144 1555 106 0,'5'0'384'0,"-5"0"-34"15,0 0-26-15,0 0-33 0,0 0-25 0,0 0-31 16,0 0-24-16,8-3-30 0,-8 3-24 0,0 0-26 0,5 5-14 16,-5 0-14-16,1 0-17 0,-1 0-9 0,-1 4-8 15,-2 4-8-15,1-1-12 0,1 0-4 0,-2 0-5 16,2-1-2-16,-2-2-17 0,3-3-1 0,-1 0-3 16,-3-1 1-16,4 1 11 0,0-3 11 0,0-3 24 15,0 0 37-15,0 0-2 0,8 0 0 0,-8 0-11 16,24-10 6-16,-9 2-1 15,1-1 6-15,-1-1 6 0,-1 1 14 0,-2 3 9 16,-2-3-3-16,-1 2-5 0,0 1-4 0,-2 2-7 16,-3 2-15-16,1 0-13 0,-1-1-13 0,-4 3-12 15,7-2-30-15,-7 2-47 0,0 0-26 0,16 7-24 16,-7-2-36-16,0 1-41 0,0 2-51 0,1 7-60 16,3-4-86-16,-4-3-348 0,0 2-749 0,-4-5 331 15</inkml:trace>
  <inkml:trace contextRef="#ctx0" brushRef="#br0" timeOffset="11407.9">13110 1534 195 0,'0'0'241'0,"0"0"-7"16,0 0-14-16,0 0-5 0,0 0-14 0,0 0-10 16,0 0-16-16,0 0-11 0,0 0-16 0,0 0-9 15,0 0-13-15,0 0-15 0,0 0-15 0,0 0-18 16,0 0-25-16,0 0-15 0,0 0-6 0,0 0-4 15,-18 11-8-15,12-1 3 0,-6 2-8 0,1 1 2 16,-2 3-7-16,-2 6 5 0,6-6-4 0,-3 2 3 0,7-2-6 16,-4 1 3-16,0-1-2 0,5 0-13 0,3-4 0 15,1-1 1-15,0 0-1 0,1-2 5 0,3-2 4 16,0-1 10-16,1-1 11 0,4-2 7 0,0-2 9 16,4-1 4-16,5-2 9 0,-3-5 11 0,3-1 9 15,-3-2 3-15,2 1 10 0,-1-3 5 0,-1-3 0 16,-4 1-6-16,3-1-5 15,-5-2-5-15,5 0-11 0,-9-2-6 0,4 2-10 16,-1-7-2-16,-7 9-10 0,2 1-8 0,-3-1-13 16,-3 1-3-16,2 4-1 0,-3-1-13 0,0 3-15 15,-4-2-15-15,-2 5-13 0,1-3-15 0,-1 5-7 16,-3 0-16-16,3 3-15 0,-3 0-28 0,-1 2-25 16,1 1-45-16,1-1-20 0,3 3-37 0,0-1-217 15,4 0-505-15,5-4 225 0</inkml:trace>
  <inkml:trace contextRef="#ctx0" brushRef="#br0" timeOffset="11840.08">13626 1221 308 0,'0'-9'345'0,"3"-1"-16"0,-2 3-10 0,-1 1-1 16,0-1-21-16,4 5-11 0,-4-3-16 15,0 0-28-15,4 0-18 0,-4 5-28 0,1-3-17 0,-1 3-26 0,0-4-18 16,0 4-33-16,0 0-24 0,0 0-45 0,0 0-47 16,0 0-11-16,0 0-3 0,0 0 4 0,-4 19-2 15,3-2-1-15,-7 6 8 0,-1 5-3 0,-1 4 2 16,-3 16 2-16,-1 3 10 0,0 2-11 0,5-4 8 15,-3 4 6-15,4-5 1 0,4 1 2 0,1-13-10 16,1 1 14-16,0-3 2 0,1 0-4 0,2-2 6 0,2-7-5 16,-3-5 3-16,0-3-1 0,0-5 0 0,0-2 2 15,0 1-1-15,-1-6 6 0,1 1 2 0,0 0 1 16,0-6 28-16,-2 6 23 0,2-6 26 0,0 5 13 16,0-5 6-16,0 0-15 0,0 0-12 0,0 0-6 0,-16-4-8 15,6 1-12-15,0-1-7 0,-2-1-10 0,3-1-21 16,-2 2-32-1,-1-3-32-15,2 2-37 0,-3 0-37 0,4 1-37 16,0-1-51-16,-4 0-43 0,8 2-104 0,0-3-187 16,3-1-588-16,2 1 261 0</inkml:trace>
  <inkml:trace contextRef="#ctx0" brushRef="#br0" timeOffset="12140.77">13525 1618 261 0,'0'0'268'0,"0"0"-18"0,0 0-16 16,0 0-9-16,-7 1-11 0,7-1-19 0,0 0-18 0,0 0-20 15,0 0-10-15,0 0-13 0,0 0-6 16,27-4-14-16,-6 3-11 0,9-5-11 0,3 4-5 15,0-1-12-15,2 1-9 0,-6-1-7 0,-7-1-2 0,-2 3-4 16,-5-4 1-16,1 3-3 0,-6 1-5 0,0 0-2 16,-1 1-2-16,-4 0-4 0,0-3-5 0,-5 3-5 15,8 0-23-15,-8 0-15 0,4 3-23 0,-4-3-22 0,0 0-32 16,0 0-44-16,0 0-59 0,-22 7-89 0,12-5-163 16,4-1-480-16,-1 1 213 0</inkml:trace>
  <inkml:trace contextRef="#ctx0" brushRef="#br0" timeOffset="12826.84">15189 1426 135 0,'0'-7'286'0,"-4"1"-47"15,4-2-17-15,-1 4-20 0,1-2-22 0,-4 2-14 0,0-2-22 0,3 5-15 16,-4-3-20-16,-4 4-10 0,-3 0-14 0,2 4-10 16,-11 0-9-16,-5 6-9 0,-2 5-7 0,2 2-4 15,1 4-2-15,-1-5-5 0,3 11-2 0,0-8-6 16,0 3 0-16,3 2-3 0,3-2-3 0,3 0-2 15,5-5-16-15,2-3-11 0,1-2 1 0,2-2-1 16,3-3 6-16,0 0 3 16,0-1 11-16,2-3 13 0,1 1 13 0,5-3 14 15,-1 0 9-15,6-3 14 0,-1-2 1 0,3-1 3 16,4-2 2-16,0-1-7 0,-1-2 1 0,2 2-7 16,0-3 3-16,-2 1 0 0,2 2-11 0,-2-2-5 15,-2 2-7-15,-4 2 2 0,5-1-10 0,-7 3-5 16,0 0-3-16,-3 3-11 0,1-2-14 15,1 1-19-15,-8 2-29 0,14-3-27 0,-14 3-30 0,18 5-36 0,-9-2-36 16,4 2-31-16,-3-1-73 0,-1 0-211 0,0 0-521 16,-4-3 232-16</inkml:trace>
  <inkml:trace contextRef="#ctx0" brushRef="#br0" timeOffset="13196.18">15355 1469 150 0,'1'-6'282'0,"2"3"-33"0,2-2-22 16,-1-2-20-16,1 7-24 0,1-2-23 0,2 2-14 15,-8 0-14-15,14 6-8 0,-5-2-16 0,0 3-7 16,0-1-11-16,1 5-8 16,-2 0-9-16,2 2-7 0,-3-3-6 0,1 6-7 15,-2-4-7-15,-1 3 0 0,-1 2-4 0,-2-1-4 16,-1 0-5-16,-1-4-5 0,2 0-2 0,-2-1-4 15,-2-5 0-15,2 1-1 0,0 0-2 0,-1-2 2 16,1-1 13-16,-1 0 17 0,1 0 31 0,0-4 34 16,0 0 49-16,-1 5 39 0,1-5 31 0,0 0 21 15,0 0-15-15,0 0-28 0,3-13-29 0,1 2-17 0,2-4-19 16,3-1-14-16,1-2-21 0,5-3-23 0,0-4-26 0,-1 2-20 16,0 0-14-16,0 5-7 0,-5 5-20 15,3 3-22-15,-6-2-33 0,3 4-46 0,0-1-40 16,-2 1-44-16,-2 3-50 0,2 0-57 0,0 1-52 15,-1 2-47-15,-6 2-232 0,13 3-671 0,-8 1 298 16</inkml:trace>
  <inkml:trace contextRef="#ctx0" brushRef="#br0" timeOffset="13696.73">15797 1630 239 0,'0'0'220'0,"-1"4"-11"0,1-4-16 0,0 0-13 0,0 0-8 0,0 0-10 15,0 0-6-15,0 0 1 0,0 0 4 0,0 0 19 16,0 0-2-16,0 0 4 0,15-10 6 0,-11 4 5 16,5 0-4-16,0-5-3 0,4-2-15 0,-2-1-9 15,2 0-4-15,3-8-9 0,-1 0-7 0,0-2-9 16,2-5-6-16,-4 0-15 0,3 0-12 0,-2 0-3 15,0-1-10-15,0-1-1 0,-1 2-1 0,1 0-5 16,-9 6 7-16,7-2 3 0,-10 8 6 0,2-1 3 16,-4 4-6-16,4 3-6 0,-1 2-11 15,-6 0-8-15,6 4-12 0,-3 0-16 0,0 1-26 16,-3-1-46-16,3 5-21 16,0 0-6-16,-9 2 2 0,-1 5 7 0,-6 3 6 15,1 4 6-15,-3 4-4 0,-5 4-3 0,2 4-1 16,1-2-15-16,0 5-11 0,1 1-8 0,2 3-8 15,2-1-9-15,5 1-3 0,2-2 2 0,3-1 4 16,1-3 4-16,9 1 6 0,-4-10 6 0,2-2 16 16,2-3 4-16,3 1 9 0,1-3 6 0,2-2 11 15,6-2 8-15,1-2 9 0,1-1 8 0,0-4 5 0,3-2 5 0,4 0 6 16,-5-3 3-16,-2-3-7 0,0 0 1 0,-3-1 3 16,-2-2-4-16,-1 1-2 0,-3-2-13 0,1-3-11 15,-7 4-27-15,-1 0-28 0,-5 4-49 0,-3-7-37 16,-3 8-20-16,-12-1-10 0,-8 2-28 15,1 6-16-15,-7-1-27 0,-1 1-147 0,3 2-444 16,0 5 197-16</inkml:trace>
  <inkml:trace contextRef="#ctx0" brushRef="#br0" timeOffset="14191.6">16362 1472 121 0,'-2'-9'348'0,"2"9"-7"0,0 0-19 15,2-3-16 1,-2 3-24-16,0 0-33 0,0 0-28 0,0 0-18 15,0 0-34-15,-2-9-15 0,2 9-22 0,0 0-21 16,0 0-24-16,0 0-24 0,0 0-14 0,0 0-9 16,0 0-7-16,2 21-3 0,-3-15-8 0,1 2-2 15,-1 1-2-15,-1 4-1 0,1-4-2 0,1 3-3 0,-1 1 4 0,1 0-2 0,-2-1-1 16,1 1-8-16,0-3 11 0,0 1-5 16,1-4 2-16,-2-1-5 0,1 2 1 0,1-3-16 15,0-2-13-15,0 3-2 0,0-1 0 0,0-5-3 16,-2 3 1-16,2-3-7 0,0 0-36 0,0 0-110 15,0 0-100-15,0 0-190 0,-2-26-505 0,4 11 223 0</inkml:trace>
  <inkml:trace contextRef="#ctx0" brushRef="#br0" timeOffset="14345.28">16443 1262 330 0,'0'0'325'0,"-2"-6"-43"0,2 6-12 16,0-4-35-16,0 4-23 15,0 0-41-15,0 0-30 0,0-4-52 0,0 4-35 16,0 0-31-16,0 0-41 0,0 0-51 0,0 0-64 16,17 7-186-16,-9-6-345 0,-2 2 152 0</inkml:trace>
  <inkml:trace contextRef="#ctx0" brushRef="#br0" timeOffset="14646.4">16813 1020 192 0,'-1'-5'345'16,"1"5"-32"-16,2-5-37 0,-2 5-31 0,3-4-31 16,-3 4-28-16,0 0-27 0,0 0-17 0,0 0-10 0,1 16-17 15,-3 0-7-15,-1 10-16 0,-1 0-8 0,-2 6-6 16,-5 3-9-16,-2 9-4 0,-1 1-8 0,6-10-4 15,-6 9-2-15,4-8-2 0,2 9-9 0,0-15-2 16,3 2-4-16,0-4-2 0,3-3-8 0,-1-6-11 16,-1-4-14-16,4-1-1 0,-1-3-11 0,-2-2-12 15,3-4 2-15,0 2 3 0,0-7 7 0,-1 9 4 0,1-9 9 0,-1 4-1 16,1-4-35-16,0 0-54 0,0 0-45 16,0 0-21-16,0 0-72 0,6-29-181 0,-3 13-444 15,-2-1 197-15</inkml:trace>
  <inkml:trace contextRef="#ctx0" brushRef="#br0" timeOffset="14877.95">16652 1356 160 0,'-5'-4'187'0,"0"1"-14"15,5 3-8-15,-12-5-20 0,12 5-12 0,-5-3-19 16,5 3-8-16,0 0-14 0,-7-4-10 0,7 4-9 16,0 0 0-16,0 0-3 0,0 0 5 0,0 0 15 15,0 0 5-15,0 0 4 0,39 10-6 0,-18-5-7 16,13-1-2-16,-2-1-8 0,4-1-7 0,-2 0-5 15,2 2-8-15,-4-2-4 0,-4 0-1 0,-5 0-10 0,-3-1 1 16,-1 1-4-16,-9-4-5 0,-1 2-4 0,-9 0-10 16,13 2-9-16,-13-2-14 0,0 0-2 0,14-2-34 15,-14 2-26-15,0 0-37 0,0 0-2 0,0 0-31 16,-35-5-31-16,20 4-46 0,-4-1-110 0,6-3-349 16,-1 3 155-16</inkml:trace>
  <inkml:trace contextRef="#ctx0" brushRef="#br0" timeOffset="15263.24">17167 1334 180 0,'0'0'368'0,"8"-2"-23"0,-8 2-31 15,0 0-26-15,0 0-35 0,0 0-26 0,10 0-26 16,-10 0-32-16,0 0-10 0,7 5-20 15,-7-5-15-15,8 8-11 0,-4-3-17 0,3 4-7 16,-4 3-12-16,3-3-10 0,-1 3 2 0,1 2-16 16,-5 3-4-16,2-1-5 0,-3 1-4 0,0-5-6 15,1 3-4-15,-2-2-6 0,1 0-4 0,-3-3-2 0,1-3-7 0,0-2-12 16,0-1 8-16,2-4 6 0,-4 11 7 0,3-6 12 16,1-5 25-16,0 0 24 0,-3 6 45 0,3-6 24 15,0 0 30-15,0 0 27 0,0 0-18 0,0 0-12 16,0 0-21-16,0 0-13 0,13-22-19 0,-7 11-17 15,3-5-18-15,3-1-18 0,3-7-29 0,2 3-19 16,-1 4-19 0,6-2-19-16,-8 6-24 0,9-4-42 0,0 3-28 15,3 0-36-15,-7 6-30 0,9-3-27 0,0 5-21 16,-1 2-15-16,0 0-10 0,2 1-10 0,-7 2-20 16,-2 0-18-16,11 1-18 0,-12 0-183 0,0 0-537 15,-2-1 238-15</inkml:trace>
  <inkml:trace contextRef="#ctx0" brushRef="#br0" timeOffset="15579.07">17797 1302 14 0,'3'-1'191'0,"-3"1"-5"0,5-7 0 0,-5 7 12 0,1-8 0 16,-1 6-6-16,0 2-11 0,0 0 0 0,-5-10-10 16,5 10-33-16,-1-5 0 0,1 5-17 0,0 0-16 15,-5-2-12-15,5 2-10 0,0 0-10 0,0 0-11 16,-26 6-11-16,17-1-2 0,-4 1-7 16,-1 5 0-16,0-1-11 0,-2 3-9 0,-4 6 4 15,-1 0 0-15,0-1 1 16,1 1-4-16,3 2 0 0,3-5-5 0,4-2-1 15,-3 2 0-15,4-8-1 0,4 2-4 0,1-5-5 16,0 3 4-16,3-4 0 0,1-4 9 0,-5 9 19 16,5-9 20-16,-3 5 36 0,3-5 14 0,0 0 3 15,0 0 8-15,0 0-2 0,27-10-2 0,-18 7-7 16,3-1-7-16,4-3-4 0,-4 2-13 0,-3 2-3 16,4-6-12-16,-3 4-7 0,4 2 1 0,-4-5-8 0,5 4-8 15,-6 0-3-15,2 0-3 0,-11 4-16 0,16-4 2 16,-16 4-14-16,16-1-12 0,-4 2-16 0,-12-1-32 15,14 2-23-15,-6-1-29 0,5 0-32 0,-7 3-47 16,3 0-53-16,3-1-82 0,-12-3-293 0,11 6-656 16,-11-6 291-16</inkml:trace>
  <inkml:trace contextRef="#ctx0" brushRef="#br0" timeOffset="15920.69">17991 1298 25 0,'3'-3'364'0,"-3"3"-25"16,4-7-41 0,-4 7-25-16,2-4-27 0,-2 4-31 0,4-3-18 15,-4 3-23-15,0 0-19 0,17 7-20 0,-11-2-14 16,-2 0-14-16,1 2-14 0,3 3-6 0,-2 3-12 16,-1 0-6-16,3 4-10 0,-4-2-8 0,-2 3 2 15,0-2-25-15,-2 4 13 0,0-1-6 0,-4-1-2 16,1 1-5-16,-1-2-1 0,-1-1-5 0,0-6 1 15,1-2-6-15,2-1 5 0,1-1-14 0,-1-1 17 0,2-5 16 0,-5 7 38 16,5-7 61-16,0 0 42 0,0 0 44 0,-1 5 30 16,1-5-11-16,0 0-22 0,0 0-22 15,0 0-14-15,6-21-18 0,2 7-16 0,-4 2-21 16,5-6-23-16,2-4-38 0,2-2-37 0,2 0-40 16,4-3-64-16,3 1-54 0,3 6-73 0,0-6-63 15,3 9-63-15,-1-2-71 16,-11 9-360-16,0-3-815 0,0 4 361 0</inkml:trace>
  <inkml:trace contextRef="#ctx0" brushRef="#br0" timeOffset="16503.03">18326 1332 323 0,'0'0'384'0,"0"0"-27"0,0 0-36 16,0 0-20-16,0 0-32 0,0 0-36 0,0 0-24 15,0 0-27-15,0 0-26 0,0 0-38 0,17 5-32 16,-11-3-30-16,3-2-22 0,1 5-21 0,4-4-23 16,-3 1-15-16,1 0-18 0,2-1-10 0,-1 1-15 15,1 0 4 1,-1-2-12-16,1-2 8 0,-1 2 1 0,-2-3 12 16,1 0 2-16,-1-1 8 0,0 1 12 0,-4-6 7 0,3 6 25 15,0-5 14-15,0 1 20 0,-3 0 28 0,0-2 8 16,-3 3 27-16,2 1-3 0,-2-1 19 0,-4 6-17 15,7-7 7-15,-3 4 0 0,-4 3-9 0,0 0-19 16,4-7-19-16,0 5-35 0,-4 2-9 0,0 0-19 16,0 0-7-16,0 0 4 0,1 14-6 0,-1-4-7 0,-4 4 5 15,3 4-5-15,-4 10 4 0,-1 1 8 0,-5 0-4 16,-1 17 5-16,-1-12 2 0,-4 14 3 0,1-5-1 16,-2 2 6-16,1 1-2 0,2-13 4 0,-11 10 1 15,10-15-13-15,-5 3 16 0,2-6-2 16,6-3 3-16,-3-1-12 0,3-7 7 0,3 1 5 0,3-8 2 15,0 0 8-15,0 0 13 0,2-2 15 0,-1-3 45 0,6-2 52 16,-5 6 48-16,5-6 12 0,0 0-10 0,0 0 4 16,-15-10 5-16,13 3 1 0,-3-4-7 0,5-1-15 15,4-7-15-15,1-5-23 0,8-6-24 0,4-3-29 16,14-11-39-16,10-3-34 0,19-16-15 0,-14 19-18 16,-1 3 7-16,-3 4 2 0,-4 3-3 0,-10 11 1 15,-1 6-1 1,0 0 7-16,-5 1-1 0,-6 4-1 0,-2 3-4 15,-2 3 6-15,-3 0 0 0,-3 2 5 0,-1 1-8 0,3 0-4 0,-3-1 8 16,-5 4-33-16,5-5-35 0,-5 5-48 16,5-2-53-16,-5 2-10 0,0 0 15 0,0 0-33 15,-15 14-54-15,6-8-105 0,-2-2-296 0,-1 1-711 16,4 2 315-16</inkml:trace>
  <inkml:trace contextRef="#ctx0" brushRef="#br0" timeOffset="17521.66">20143 1038 258 0,'1'-10'313'0,"3"0"-11"0,-1 5-14 0,-3 0-30 0,1 0-30 15,-1 5-23-15,0-8-22 0,0 8-24 16,1-4-41-16,-1 4-33 0,0 0-45 0,0 0-14 0,0 0-1 15,0 0-10 1,-2 31 7-16,-6-7-18 0,-2 9 12 0,-5 10-5 16,-6 5 3-16,0 3-4 0,-1-1 1 0,1 6 3 15,2-2-1-15,1 0 0 0,2-3-1 0,3-3-1 16,3-1 1-16,2-13-6 0,3 0 3 0,-2-4 1 16,5-4 2-16,-2-1-3 0,-1-9-4 15,3-5 3-15,0-1-2 0,2 0 5 0,-1-5-1 16,-3 0 7-16,4 2 36 0,0-4 21 0,0-3 34 0,0 0 19 0,-4 7 13 15,4-7-6-15,0 0-12 0,0 0-9 0,-21-10-15 16,12 3-13-16,-2 1-6 0,-3-2-17 0,3-2-5 16,-4-1-27-16,4 3 4 0,0-2-8 0,2 2-11 15,-1-1-16-15,0 2-11 0,2 2-20 0,1-3-20 16,2 3-24-16,1-2-42 0,-1 5-46 0,5 2-58 16,0-10-64-16,0 10-242 0,5-10-571 0,2 3 254 0</inkml:trace>
  <inkml:trace contextRef="#ctx0" brushRef="#br0" timeOffset="17869.14">19863 1451 225 0,'0'0'227'0,"0"0"-10"16,0 0-14-16,0 0-12 0,-14 0-4 0,14 0-4 0,0 0-17 15,0 0-14-15,0 0-20 0,0 0-10 0,0 0-10 16,0 0-16-16,45-10-7 0,-15 8-8 0,4-2-14 16,3 0-6-16,0 2-5 0,1-5-7 0,2 4-6 15,1 1-11-15,-5-2 5 0,-3 0-9 0,-6 2-1 16,-8 0-6-16,-6-1 2 0,-2 1-1 0,1 2 0 15,-3-2 2 1,-9 2 1-16,11-1 5 0,-11 1-1 0,0 0-7 16,14-2-2-16,-14 2-9 0,0 0-16 0,0 0-18 0,0 0-19 15,0 0-20-15,0 0-17 0,0 0-23 0,-41 3-23 16,41-3-57-16,-15 0-55 0,15 0-126 16,-16 2-392-16,16-2 173 0</inkml:trace>
  <inkml:trace contextRef="#ctx0" brushRef="#br0" timeOffset="18607.98">20534 1368 211 0,'0'0'361'16,"0"0"-33"-16,0 0-49 0,0 0-17 0,5-5-31 15,-5 5-27-15,0 0-24 0,0 0-28 0,0 0-15 16,0 0-10-16,0 0-20 0,4 13-9 0,-4-4-8 15,1 3-11-15,1 1 0 0,-2 4-10 0,-2 2-4 16,1-1-7-16,1 0-7 0,0 1-11 0,0-6-18 16,0 3 17-16,0-5-17 0,1-1-4 0,-1-4 1 15,0 1-2 1,2-2-2-16,-2-5 3 0,2 10 15 0,-2-10 28 16,0 0 10-16,4 2-11 0,-4-2-3 0,0 0-4 15,23-12 9-15,-13 5 2 0,4-4-7 0,-1 0-5 16,0-1 0-16,5-3-6 0,2-4-18 0,1 2 13 15,-6 3-12-15,1 2-4 0,-3-3-6 0,-4 8-3 16,0-3-2-16,0 4 1 0,-5 0 2 0,1 1-4 16,-1 3-7-16,-4 2 2 0,7-7-27 0,-7 7-19 0,8-4-32 0,-8 4-9 15,0 0 7-15,0 0-2 0,12 9 10 0,-12-9 1 16,9 12-1-16,-3-5-12 0,7 6 13 0,0-2-4 16,2 1-9-16,1-1-5 0,3 0-7 0,-3-4-3 15,1 2 10-15,3-5 0 0,-2 1 8 0,1-1 9 16,3-4 4-16,-4-3 11 0,1-1 3 0,-1-1 22 15,-4-2 30 1,-2 0 19-16,2-4 30 0,-5 1 19 0,1 1 16 16,0-4 14-16,0-3 12 0,-6 6 14 0,4-2 3 15,-6 0 5-15,3 1 6 0,1 3-2 0,-3-2 0 16,-1 4-5-16,2 1-10 0,-4 5-18 0,2-8-8 16,-2 8-13-16,1-7-16 0,-1 7-12 0,0 0-42 15,2-5-18-15,-2 5-40 0,0 0-21 0,0 0-5 16,0 0 4-16,0 0 3 0,0 0 10 0,0 0 2 0,-7 24 6 15,3-10 6-15,-2 1 3 0,2 3 2 0,-2-2 0 16,1 1-11-16,0-2 6 0,2-3 3 0,0 0-3 16,1-3-15-16,1-1 2 0,-1-1 7 0,1-3 3 15,1-4 20-15,-3 10 21 0,3-10 27 0,0 6 31 16,0-6 27-16,0 0 22 0,0 0-13 0,0 0-11 0,0 0-10 16,0 0-11-1,22-12-4-15,-12 6-4 0,-3-2-12 0,-1 4-9 16,4 0 2-16,-3 0 0 0,-7 4-11 0,10-9 1 15,-10 9-5-15,9-5-7 0,-9 5-4 0,6-7-12 16,-6 7-29-16,13-2-24 0,-13 2-31 0,14 1-35 16,-1 2-41-16,-3 2-37 0,3 0-44 0,1 2-72 15,3 1-293-15,-5-5-657 0,5 3 290 0</inkml:trace>
  <inkml:trace contextRef="#ctx0" brushRef="#br0" timeOffset="19523.93">21491 1424 253 0,'0'0'264'0,"0"0"-24"0,0 0-12 15,-2-5-19-15,2 5-20 0,0 0-19 0,0 0-20 16,0 0-15-16,0 0-14 0,15-2-7 16,-3-1-18-16,-1 3-10 0,3 0-13 0,0-1-13 15,4-2-4-15,-1 2-14 0,3-2-6 0,-2 2-7 16,1-2-13-1,-1-1 1-15,0 2-2 0,-3-5-1 0,-2 3 5 16,-1 0-5-16,-1-1-1 0,-1 0 2 0,2 0 12 0,-5 0 8 16,0 0 0-16,-2 1 6 0,1-1 8 0,-2 3 7 15,-1-1-12-15,-3 3-6 0,4-5-3 0,-4 5-14 16,0 0 1-16,-11-9-8 0,3 9-6 0,-4 0 1 16,-6 2 0-16,0 1-8 0,-2 3 3 0,-6 2-2 15,7-1-3-15,-8 2 3 0,5-1-5 0,-3 5 0 16,8-4 0-16,-4 7 3 0,5-3-7 0,1-1-8 0,2 5 18 15,3-5-12-15,2 2 9 0,4 1 0 0,7-3-1 16,2 0 0-16,4 2 2 0,10-3-6 0,5 3 3 16,7-2 1-16,2-3-5 0,4-4 4 0,3 0-8 15,1-3 4-15,-2-4 2 0,-3-3 1 0,0 1 5 16,1-6-5-16,-4 3 15 0,-2-7 7 0,-4-3 27 16,-4 2 17-1,-1-4 10-15,-2-2 12 0,-1-2 19 0,0-4-3 0,-6 3 3 16,2-2 0-16,-2-3 7 0,1 0 23 0,-2 6 12 15,-2-3 7-15,-2 9 1 0,-2 0 8 16,-1 1 3-16,-2 7-7 0,1-2-6 0,-3 5-15 16,0-2-18-16,2 5-14 0,-1 0-19 0,-2 3-39 15,1-7-44-15,-1 7-38 0,0 0-61 0,3-5-36 16,-3 5 13-16,0 0 9 0,-3 17-2 0,-3-4 23 0,1 4 12 0,-4 6 3 16,0-1 12-16,-1 6 11 0,1-1 2 0,0 3 13 15,-1-1-1-15,2 2 8 0,-1-2-3 0,5-4 1 16,-2-1 1-16,-2-5-10 0,7-2-2 0,-2-7 3 15,0-1 5-15,1 2 5 0,-2-6 3 0,4 0 9 16,0-5 8-16,-1 8 8 0,1-8 18 0,0 0 21 16,-9 7 30-16,9-7 13 0,0 0-14 0,0 0-8 0,0 0-8 15,-14-20-4-15,8 11-8 0,-2 1 2 0,-1 0-8 16,0-1-5-16,3 3-1 0,1-4 1 0,-3 4-6 16,3 0 0-16,1 0-4 0,4 6 2 0,-6-6-4 15,6 6-16-15,-5-8 4 0,5 8-8 0,0 0 2 16,-2-6-19-16,2 6-21 0,0 0-1 0,22-10-3 15,-3 8 11-15,2-3 0 16,7 0-15-16,0 2 22 0,0-1 0 0,3 1 3 16,-2-1-4-16,2 1 13 0,-2 0 0 0,-2-4 6 15,-8 6 0-15,-1-3 9 0,1 1 24 16,-7-1 7-16,-1 3 22 0,-3 0 8 0,-3-2 6 16,-5 3 7-16,10-5 2 0,-10 5-6 0,9-3-5 15,-9 3-10-15,0 0-10 0,0 0-7 0,12-1-15 16,-12 1-7-16,0 0-17 0,0 0-25 0,0 0-14 0,0 0-2 0,0 0 8 15,4 14 6-15,-7-7-3 0,3 3 1 0,-1 2 9 16,-2 2 0-16,1 3-5 0,-1-2-14 16,-1 2 10-16,4-2-18 0,-4 2-6 0,-1-8-13 0,5 4-14 15,-5-4-13-15,5 3-23 0,-2-5-17 0,-1-2-21 16,3-5-10-16,-1 10 4 0,-2-5 14 0,3-5-3 16,0 0-91-1,0 0-277-15,0 0-561 0,-6-19 248 0</inkml:trace>
  <inkml:trace contextRef="#ctx0" brushRef="#br0" timeOffset="19655.04">22409 1314 9 0,'2'-16'325'0,"4"3"3"0,-3 2-5 0,0 0-5 15,-2 3-14-15,2 0-18 0,-1 1-25 0,1 2-23 0,-2 1-36 16,0 1-20-16,-1 3-45 0,2-7-43 0,-2 7-58 16,0 0-50-16,2-3-31 0,-2 3-14 0,0 0-20 0,0 0-28 15,8 13-45-15,-3-6-52 0,-3 1-194 16,4-2-430-16,0 1 191 0</inkml:trace>
  <inkml:trace contextRef="#ctx0" brushRef="#br0" timeOffset="20039.38">22777 1333 138 0,'4'-3'265'15,"-4"3"-28"-15,0 0-22 0,0 0-23 0,0 0-21 16,0 0-24-16,-16-5-11 0,16 5-15 0,0 0-15 15,-29 7-12-15,12 2-9 16,3 0-6-16,-4 2-13 0,4-1-4 0,-3 0-11 16,1 4-3-16,1 0-6 0,3-2-7 0,1 3 1 15,1 0-3-15,3-1-1 0,2-2-5 0,0 0 8 16,2-1-1-16,3-2 4 0,3 1 8 0,1-3 12 16,0 0 16-16,5 0 13 0,1-4 1 0,1 2 18 15,1-2 12-15,-1-4 15 0,3-1 5 0,4-1 6 16,-4-1-7-16,2-2-7 0,0-1 2 0,-2-2-11 0,-1-2-8 15,-3-2-10-15,4 0-14 0,-5 0-2 0,0 0-17 0,0 1 1 16,-4-1-15-16,-2 1-6 0,-2 0-9 0,2 1-7 16,-3 0-6-16,1 2-22 0,-5 0-18 0,2 1-23 15,-5-1-18-15,-2 3-25 0,-2-1-19 0,-1 2-18 16,-7 3-28-16,1 0-24 0,-2 1-40 0,4 4-32 16,0-3-57-1,1 2-262-15,4 0-603 0,5 1 267 0</inkml:trace>
  <inkml:trace contextRef="#ctx0" brushRef="#br0" timeOffset="20370.64">23003 1380 2207 0,'13'-2'323'16,"-13"2"-52"-16,11-2-47 0,-11 2-59 0,0 0-33 15,9-2-27-15,-9 2-35 0,0 0-16 0,0 0-8 16,8-3-15-16,-8 3-3 0,0 0-18 15,0 0-2-15,0 0-4 0,3 12 0 0,-3-6 5 0,0-6-6 16,-2 16 5-16,0-4-3 0,-2 5 3 0,1 0 0 16,-1-4 2-16,-1 3-4 0,2-5-6 0,1-2-1 0,1-1-5 15,0-3-7-15,-2 1 2 0,3-6 2 0,-1 9 18 16,1-9 18-16,0 0 28 0,-3 6 40 0,3-6 1 16,0 0-8-16,0 0-8 0,30-15-20 0,-20 8 5 15,6-1-9-15,0-4-2 0,2 0-8 0,-2 4 8 31,-2-2 0-31,2 0 8 0,-5 4-5 0,-2 0 6 16,0 1-4-16,-3 4-4 0,1-4-6 0,-2 0-9 0,-5 5-6 16,0 0-19-16,10-5-37 0,-10 5-21 0,0 0-38 0,17 5-38 15,-8 2-33-15,2 1-73 0,2 4-85 16,1 0-360-16,-1-5-727 0,1 3 322 0</inkml:trace>
  <inkml:trace contextRef="#ctx0" brushRef="#br0" timeOffset="20508.43">23601 1557 2739 0,'0'0'369'0,"0"0"-14"0,0 0-23 0,0 0-46 16,0 0-48-16,0 0-36 0,0 0-49 15,0 0-35-15,0 0-26 0,0 0-30 0,0 0-61 16,0 0-58-16,0 0-98 0,0 0-131 0,0 0-456 16,0 0-804-16,-22-14 357 15</inkml:trace>
  <inkml:trace contextRef="#ctx0" brushRef="#br0" timeOffset="29860.64">3171 3866 70 0,'5'-6'298'0,"-5"-3"-4"0,0 4 4 16,1-1-7-16,-1 0-5 0,2 1-4 0,-1-2-24 16,-1 2-12-16,1 2-14 0,-1 0-1 0,4-1-37 15,-4 4-21-15,1-5-21 16,-1 5-22-16,0 0-40 0,0-3-47 0,0 3-31 15,0 0-19-15,0 0-10 0,-3 13 6 0,1-2-2 16,-3 7 0-16,-2 1 3 0,-2 5 0 0,2 5 2 16,-3-3 9-16,1 2-4 0,1 1-3 0,-1-3 2 15,2 1 2-15,0-9 0 0,2 0 1 0,0-3-2 16,3-3 0-16,-1-2 2 0,0 0 0 0,1-4 4 16,-1-1 4-16,1 1 2 0,2-4 11 0,-3 1 36 0,3-3 42 15,-1 4 45-15,1-4 6 0,0 0-32 0,-1-12-14 16,1 3-6-16,1-5-17 0,2-4-5 0,-2 1-13 15,8-8-6-15,-3-3-5 0,2 3-13 0,-2-3-1 16,2 9 4-16,-2-3-7 0,-1 5-2 0,2 2-3 16,-3 2-3-16,-2 2-2 0,2 8-4 0,-3-4-8 15,0 0-1-15,2 2-2 16,0 4-7-16,-1-3-4 0,-1 0 1 0,-1 4-35 16,7 0-1-16,-7 0-12 0,10 8 5 0,-2-3-11 15,-1 6 5-15,5 0 7 0,-2 6 1 0,-1-2-3 0,0 2-3 0,0 0 3 0,0 0 3 16,-1 1 2-16,-2-1-8 0,2 4-22 0,-3-7-4 15,0-2-14-15,-1 0-12 0,0-3-9 0,-2 1-14 16,-2-2-10-16,3-2-2 0,-1 0-9 16,0-1-4-16,0-2 10 0,-2 1-21 15,0-4 12-15,-4 5-27 0,4-5-71 0,0 0-138 16,-13-6-414-16,11 1 184 0</inkml:trace>
  <inkml:trace contextRef="#ctx0" brushRef="#br0" timeOffset="30177.55">2942 4047 255 0,'-5'3'249'0,"1"-2"17"0,4-1 8 0,-6 0 0 16,6 0-24-16,-4 3-18 0,4-3-32 0,0 0-18 0,0 0-17 0,22-8-20 15,-2 1-14-15,11 1-15 0,0-2-6 0,17-4-18 16,-14 4-10-16,1-1-5 0,2 0-7 16,-1 2-19-16,-4 2 8 0,0 0 0 0,-3-1-10 15,-8 4-2-15,-8 1-5 0,-2 0-4 0,-1 0-8 16,-2-1-2-16,-3 1-9 0,0 1-7 0,4-1-16 16,-9 1-15-16,5 0-15 0,-5 0-18 0,5-2-5 0,-5 2 8 0,0 0 5 15,0 0-13-15,-13 10-32 0,6-6-24 0,-2 1-42 16,0-2-39-16,1 1-67 0,-1-3-152 0,2-1-448 15,7 0 199-15</inkml:trace>
  <inkml:trace contextRef="#ctx0" brushRef="#br0" timeOffset="30693.74">3286 3678 132 0,'-6'-1'214'0,"-2"-3"-16"16,3 1-17-16,-4 0-17 0,0 3-14 0,5-1-18 16,-6 1-12-16,-3 1-13 0,3-1-10 0,-3 3-13 15,-1 1-8-15,-4 2-8 0,2 2-6 0,-2 3-7 16,1 0-9-16,-5 4-1 0,-2 3-5 0,0 3 1 15,-3 4-7 1,4-1-5-16,0 4 2 0,-8 9-3 0,10-9-3 16,-2 1-5-16,-7 10-1 0,11-9 1 0,4 1-3 15,1 2-3-15,0-3-2 0,5 0 2 0,1-2-2 16,4-1-2-16,0-1 20 0,4-1 6 0,4-6 5 0,0 1 4 16,5-2 2-16,0-1 0 0,5 7 4 0,5-5-2 15,-6-4 9-15,11-1 0 0,-1 0 4 0,0 0 6 16,4-4 7-16,1 0 4 0,4-2 6 0,4-3 2 0,-4-3 0 15,6 1-1-15,-5-8 4 0,3 3 2 0,0-5 9 16,0 2 3-16,0-5 0 0,-2 0 9 0,-1-3-6 16,-1 0 18-16,-3 0-2 0,2-6-7 0,-4-2 10 15,-4-3-5-15,3-2-3 0,-1-14-18 0,-2-3-6 16,-4-3-7-16,-3-5-20 0,-6 0-17 0,-4-1-12 16,-2-2-1-16,-4 5 3 0,-9 12 2 0,-1 5-8 0,-4 0-9 15,-7 0-9-15,-3 3-15 0,-13-2-30 0,-10 9-21 16,-2 5-26-16,-11 5-22 0,1 5-30 0,-1 7-31 15,2 3-45-15,4 6-59 0,16 0-103 0,-11 6-315 16,16 0-738-16,2-3 326 0</inkml:trace>
  <inkml:trace contextRef="#ctx0" brushRef="#br0" timeOffset="32396.97">5664 3840 106 0,'4'-10'279'0,"-3"0"-14"0,3 0-3 0,0 0-15 0,-2 5-12 16,-2-2-8-16,3 0-12 0,-2 1-1 0,1 2-8 16,-2 0-18-16,1 1-17 0,2-1-19 15,-3 4-22-15,0 0-14 0,1-5-31 0,-1 5-30 16,0 0-27-16,0 0-1 0,0 0-3 0,3 16-2 0,-1-4-4 0,-4 4-4 15,-2 2 2-15,1 8-4 0,0-1-1 0,3 4 0 16,-4-2-3-16,2 2 3 0,2-4-4 0,0 1 4 16,0 2-1-16,2-9-1 0,1-2 3 0,-2 0-2 15,6 0 3-15,-6-7-1 0,4 1 1 0,-2-4 6 16,-1 1 6-16,2-3 14 0,-1-2 21 0,0 0 19 16,3-1 38-16,1-2 9 15,3-2 18-15,2-6 2 0,4-4-8 0,0 0-6 16,7-5 0-16,-4 0-5 0,0-3-9 0,3-4-6 15,0 1-5-15,-3-1-9 0,0-1-4 0,-1 0-7 16,-1 1 2-16,2 3 3 0,-12 6 8 0,-2 1 4 16,1 6 12-16,1-3 5 0,-3 3-2 0,-1 1-10 15,-1 3-10-15,-1-2-12 0,2 4-13 0,-2 0-10 16,-1 2-15-16,4-4-16 0,-4 4-19 0,4-3-28 0,-4 3-34 0,0 0-34 16,0 0-30-16,0 0 16 0,0 12 7 0,0-3 6 15,-3 3 13-15,2 5 9 0,1-2 7 0,-4 3 1 16,0 0 7-16,3 1 7 0,-1-2 5 15,-1 0 6-15,3 0 0 0,-3-5 2 0,3 0 5 0,0 0 3 16,3-2-2-16,-3-2 2 0,0-1 5 0,1-1 0 16,1 0 1-16,0-3 9 0,2 3 7 0,-1-4 6 0,3 1 1 15,5-3 0-15,9 0 4 0,0-3-1 0,9 2-26 16,2-2-44-16,2-5-76 0,-1 1-89 0,2 0-107 0,4-3-134 16,-1-4-271-16,-4 3-794 0,-2-1 352 15</inkml:trace>
  <inkml:trace contextRef="#ctx0" brushRef="#br0" timeOffset="32766.81">6789 3892 127 0,'0'0'303'0,"-3"1"-10"0,3-1-9 16,0 0-16-16,0 0-5 0,0 0-14 0,0 0-10 15,0 0-26-15,0 0-16 0,0 0-24 0,0 0-28 16,0 0-34-16,0 0-33 0,26-4-41 0,-7 0-53 0,1 3-62 16,7-3-66-16,2 2-77 0,-8-3-200 0,7 0-454 15,-8 3 201-15</inkml:trace>
  <inkml:trace contextRef="#ctx0" brushRef="#br0" timeOffset="32936.06">6820 4049 56 0,'-7'2'172'0,"3"1"13"0,2 2 6 0,-2-5-7 0,4 0-2 0,0 0-6 0,7 5-19 0,5-6-14 15,5 0-15-15,13-2-23 0,2 0-49 0,5-2-66 31,0-1-69-31,3-1-196 0,-3-1-297 0,1-1 131 0</inkml:trace>
  <inkml:trace contextRef="#ctx0" brushRef="#br0" timeOffset="33352.75">7696 3502 190 0,'0'-8'314'0,"-3"2"-2"0,2-2-23 16,1 3-10-16,0 1-28 0,0-2-26 0,0 3-22 15,0 3-24-15,0-7-22 0,-1 4-19 0,1 3-21 16,0 0-41-16,0 0-5 0,0 0-8 0,-8 8-5 16,4 3-13-16,-1 6 0 15,-8 7-5-15,3 3-4 0,-1 5-5 0,-2 1-3 16,-3 15-3-16,0 4 1 0,6 3-3 0,-3-1-4 15,1-4 7-15,6 0-5 0,1 0 2 0,-3-3-6 16,3-15-3-16,4 1 4 0,-2-3-2 0,-1-1-2 16,3-4-1-16,-1-6 1 0,0-2-4 0,1-7 5 15,1 1-5-15,-3-4 2 0,2-2 5 0,1 2 12 16,-2-4 14-16,0 1 12 0,2-4 25 0,0 0-6 0,-11 1-12 16,1-6-5-16,-8 0-5 0,0-5 6 0,-6-2-21 15,1-4 3-15,0 1-13 0,2-2-18 0,3 3-11 16,3-5-10-16,-2 3-7 0,7 4 6 0,-3-2-11 0,3 0-1 15,4 6-22-15,1-2-20 0,-2 3-21 0,3 0-34 16,2 0-34-16,1 2-49 0,3 0-57 0,2 1-249 16,5-4-552-1,1 5 244-15</inkml:trace>
  <inkml:trace contextRef="#ctx0" brushRef="#br0" timeOffset="33715.61">7436 3912 19 0,'0'0'229'0,"-6"2"-14"0,6-2-15 0,-5 3-10 0,5-3-6 15,-5 1-10-15,5-1-6 0,0 0-2 0,0 0-2 16,0 0-12-16,0 0-12 0,0 0-11 0,0 0-15 16,0 0-12-16,0 0 0 0,36-4-21 0,-18 2-4 15,11-4-12-15,0 4-6 0,3-3-6 0,4-2-4 16,0 4 3-16,0-2-14 0,-3 4-4 0,-3-2-6 16,-1 1 0-16,-10-1-4 15,-1 1 0-15,-8 2-4 0,3-2-2 16,-7 1-4-16,2-1-11 0,-3 2-15 0,1-1-8 15,-6 1-7-15,0 0-18 0,0 0-24 0,0 0-27 16,-25 1-21-16,12 1-20 0,3 1-34 0,-2-3-47 16,2 2-150-16,-2-2-398 0,12 0 177 0</inkml:trace>
  <inkml:trace contextRef="#ctx0" brushRef="#br0" timeOffset="34421.14">8456 3710 237 0,'-5'-6'227'16,"0"1"-18"-16,4 1-15 0,-7-3-19 0,4 3-21 15,-4 2-13-15,-2-2-13 0,0 3-13 0,1-2-15 16,-4 6-6-16,0-3-10 0,0 3-3 0,0 1-19 0,0 3-2 0,-1 1-7 16,4-1-4-16,-4 4-5 0,3 2-2 0,-1 2 0 15,3-1-8-15,1-2-16 0,7-2-13 0,-2 1-8 16,3-1-4-16,0 1 2 0,4 0-5 0,0-3 1 16,4 0-4-16,-2-3-2 0,4-1 11 0,2 0-9 15,0-4 5-15,1 0-1 0,-1-3 3 0,2-1 4 16,-1 1-7-16,-1-3-2 0,-1-2 17 0,1-1 10 0,1 1 10 0,-4 1 11 15,-1-3 7-15,-1 0 10 0,0 3 14 0,-2 3 9 16,-4-2 12-16,3 1-5 0,1 1-6 0,-1 0-12 16,-4 4 3-16,4-6-19 0,-3 3-17 15,-1 3-23-15,4-3-9 0,-4 3 0 0,0 0-1 16,4 16 5-16,-4-7-13 0,1 3 6 0,-1 6-4 0,0 1 2 16,0 7 0-1,0 1 0-15,-1 3 3 0,-6 0 0 0,2 1 3 16,-1 0 0-16,-2-2-2 0,-1 1 2 0,1 2 2 15,-2-5-5-15,4-3 4 0,-4 0 0 0,2-7 1 16,0-3-2-16,2 2 2 0,-1-4 2 0,1-4-2 16,1 1 12-16,-3-2-3 0,5-3 18 0,-3 1 12 15,1-3-3-15,-3-2-3 0,0 0 17 0,0-2 28 16,-2-4 20-16,1 1 0 0,4-3 19 0,1 0-7 0,0-4 7 0,1-3-8 16,5-3-11-16,-4-3-8 0,9-7-17 0,5-2-4 15,4-1 0-15,8-12-19 0,-2 14-16 16,1 0 0-16,0 0-7 0,0 1 1 0,0 2-13 15,0 5 6-15,0 1-11 0,-1 5 6 0,-7 3-4 0,0-2-4 16,-2 3-1-16,-2 3-3 0,-3 1-2 0,-1 4 2 16,-2-2-1-1,0 3-4-15,-1-1-1 0,2 2-8 0,-5-2-11 16,2 0-25-16,-3 3-31 0,5-5-21 0,-4 4-26 16,-1 1-27-16,0 0 12 0,0 0 14 0,0 0-7 15,0 0-20-15,-1 12-22 0,-1-8-32 0,2-4-39 16,-3 5-49-16,3-5-188 0,0 0-516 0,0 0 229 15</inkml:trace>
  <inkml:trace contextRef="#ctx0" brushRef="#br0" timeOffset="34653.97">8793 3616 32 0,'0'0'191'0,"0"0"-17"15,9 10-3-15,-7-4-7 0,4 4-15 0,-2 5 1 16,2 5-4-16,-1 7-5 0,-2 6-12 0,2 1-8 16,-7 0-4-16,-1 12-9 0,-8 2-7 0,-1-3-12 15,-1 0-1-15,-1-13-11 0,-7 11-8 0,1-14-15 16,-1-1-13-16,-5-3-17 0,-2-4-23 0,-3 1-43 16,1-2-60-16,-2-6-79 15,1-4-155-15,-1-5-363 0,0-2 161 0</inkml:trace>
  <inkml:trace contextRef="#ctx0" brushRef="#br0" timeOffset="35127.54">8183 3555 187 0,'-8'3'179'0,"0"2"-16"0,2-1-10 0,-3 6-10 16,-5 2-10-16,-1 11-6 0,-7 0-3 0,-1 6-4 0,-9 16-5 16,0 2-6-16,0 2-10 0,1 1-6 0,7 1-5 15,-1-1-10-15,7-5-7 0,5 4-9 0,5-16 21 0,4-2 5 16,6 0 8-16,3 2 3 0,3-7 1 16,4 0 14-16,4-1-7 0,1-5 14 0,5 0 3 15,3-6 4-15,0 1-4 0,2-6 6 0,1 0-4 16,-1-1 2-16,-8-4-1 0,-2-1 5 0,-2 1 9 0,-5-2 4 0,-1-1 8 15,-4 1 0-15,2 0-6 0,-2-2-6 0,1 0-12 16,-6 0-9-16,5 3-14 0,-5-3-9 0,0 0-9 16,0 0-21-16,8 0-36 0,-8 0-51 0,0 0-65 15,6 0-78-15,-6 0-73 0,0 0-141 0,0 0-375 32,0 0-813-32,0 0 359 0</inkml:trace>
  <inkml:trace contextRef="#ctx0" brushRef="#br0" timeOffset="51018.95">11941 3800 96 0,'0'-4'228'0,"0"4"-2"0,0 0-2 0,0 0-5 15,0 0-5 1,0-4-5-16,0 4-9 0,0 0-12 0,0 0-8 0,0 0-16 16,0 0-15-16,0 0-16 0,0 0-16 0,0 0-12 15,0 0-12-15,0 0-9 0,0 0-10 16,0 0-8-16,0 0-4 0,0 0-9 0,0 0-2 15,0 0 0-15,6-3-16 0,-2 2 0 0,5-2-8 16,4 3-10-16,5-4-17 0,-1-2-17 0,3 4-17 0,7-3-19 16,-1 1-25-16,1-1-22 0,1 2-27 0,-5 1-31 0,-2-2-33 15,6 0-24-15,-7 1-174 0,-1-1-419 0,0 2 186 16</inkml:trace>
  <inkml:trace contextRef="#ctx0" brushRef="#br0" timeOffset="51156.57">12044 3912 121 0,'-6'2'126'0,"2"1"3"15,0-2 0-15,4-1-9 0,-4 3 5 0,4-3-11 16,0 0 8-16,7 5-8 0,0-4-9 0,5 0-15 16,7 2-3-16,0-1-11 0,3-2-25 15,6 0-28-15,2 1-55 0,-4-5-55 0,-5 1-149 0,-1 0-255 16,2-3 113-16</inkml:trace>
  <inkml:trace contextRef="#ctx0" brushRef="#br0" timeOffset="51656.48">12269 3652 166 0,'-1'-4'262'0,"1"4"-17"0,0-4-23 15,0 4-24-15,0 0-19 0,0 0-21 0,0 0-18 16,0-5-17-16,0 5-14 0,0 0-20 16,0 0-4-16,0 0-12 0,0 0-5 0,8 10-8 0,-1-6-1 15,-3 2-8 1,5-1-5-16,-2 2-4 0,1 0-2 0,1-1-2 16,3 1-5-16,-1-2-3 0,-3 0-5 0,2 0-1 15,3 1-2-15,-4-5-2 0,0 2 0 0,1-1-2 16,-2 1-2-16,-2-2 1 0,-1 0-2 0,1 1-3 15,-3-2 12-15,-3 0 12 0,9 0 11 0,-9 0 10 16,5 2-4-16,-5-2 0 0,4 3-5 0,-4-3 3 16,0 0-13-16,4 2-15 0,-4-2-20 0,1 2-2 0,-3 6-5 0,-3 2 5 15,-6 6-4-15,-7 10 3 0,-2 2 1 0,-9 13 3 16,-6 2-6-16,3-3 3 0,-2 4-1 0,-1-2 4 16,2-3 1-16,9-10-1 0,1 1 5 15,1-2 4-15,-1-1 2 0,5 0 2 0,1-4 3 0,6-8 8 16,1-2-8-16,5-4-1 0,-1-1 7 0,0 0 17 15,4-3 9 1,-2-2 17-16,1 1 28 0,1 0-9 0,0-1 33 16,2-3 19-16,-4 4 4 0,4-4 6 0,-1 2 11 15,1-2-2-15,0 0-9 0,-4 3-12 0,4-3-12 16,0 0-13-16,0 0-16 0,0 0-6 0,-2 1-10 0,2-1-32 16,0 0-43-16,0 0-46 0,0 0-61 15,0 0-62-15,0 0-109 0,0 0-123 0,11-8-343 16,-4 3-798-16,3 0 354 0</inkml:trace>
  <inkml:trace contextRef="#ctx0" brushRef="#br0" timeOffset="53824.43">13969 3700 202 0,'1'-8'300'15,"0"-3"-14"-15,-1 3-5 0,2-2-13 0,-1 2-10 16,0 2-4-16,1 0-13 15,-1 1-9-15,-1-1-12 0,2 2-27 0,-2 1-20 16,0 3-14-16,1-7-28 0,-1 7-18 0,2-3-34 16,-2 3-25-16,0 0-8 0,0 0-4 0,0 0-7 15,-3 23-1-15,0-11-5 0,0 5-4 0,-1 3-1 16,-1 6-2-16,1 4-1 0,-1 0-6 0,-3-3 5 16,5 1-7-16,-1-1 1 0,0 0 0 0,1-3-4 15,2 1 0-15,1-8 2 0,0-1 4 0,3 1-2 16,-2-3-3-16,1-4 5 0,0 1 4 0,-1-5-5 15,0 0 12-15,1-1 2 0,-2-1 25 0,3-2 8 16,-3-2 11-16,14-2 8 0,-2-2 8 0,4-4 0 0,1-4 1 16,0-1 6-16,3-5 4 0,2-1-6 0,-2-3-4 15,2-1-8-15,-1-3-9 0,-1-3-4 0,2 3-9 16,-6 2 7-16,2 0-3 0,-2 3 8 0,-8 4 2 16,0 4 4-16,-3 0 12 0,2 4 6 0,-5 5-2 0,3-2-9 15,-1 0-8-15,-3 2-14 0,1 1-7 0,0-2-12 16,-2 5-24-16,1-1-23 0,-1 1-34 0,7-3-37 0,-7 3-4 15,0 0 8-15,-4 16 10 0,4-3 5 0,-4 6 7 16,0 0 7-16,-1 6 3 0,-4-1-1 0,6-2 2 16,-1 2 9-16,1 1 7 0,1-4-7 0,-2-4 12 15,2-1 3 1,0 0 1-16,0-5 7 0,2-2-7 0,-1 0 4 16,1-4-4-16,0 0 9 0,0-1 3 0,0 2 7 15,0-1 12-15,0-5 12 0,-3 4 14 0,3-4 3 0,12 0-12 16,-1-4 1-16,5-1-2 0,3-1-6 15,8-1-45-15,3-3-33 0,-2 0-52 0,0-1-66 0,-1 4-61 16,-6 2-89-16,7-4-107 0,-10 2-311 0,1-1-795 16,2-1 351-16</inkml:trace>
  <inkml:trace contextRef="#ctx0" brushRef="#br0" timeOffset="54278.87">15003 3739 270 0,'0'0'386'0,"0"0"-2"0,0 0-19 0,0 0-15 16,0 0-22-16,0 0-20 0,0 0-14 0,0 0-33 15,0 0-26-15,0 0-25 0,-4-6-25 0,4 6-36 16,0 0-49-16,16-3-51 0,-5 0-55 0,-1 3-56 16,4 0-66-16,2-2-73 15,4-1-93-15,-9 2-237 0,6-4-574 16,-1 2 253-16</inkml:trace>
  <inkml:trace contextRef="#ctx0" brushRef="#br0" timeOffset="54430.3">15029 3906 129 0,'-6'6'206'0,"1"-2"13"0,1 1 11 0,-1-3-9 0,2 1-8 16,3-3-1-16,0 0-12 0,12 4-17 15,-1-6-18-15,11 2-15 0,11-1-34 0,-1 0-64 16,5-1-92-16,17-5-116 0,-17 0-194 0,-1 2-380 15,-2-4 169 1</inkml:trace>
  <inkml:trace contextRef="#ctx0" brushRef="#br0" timeOffset="55243.45">16096 3421 219 0,'0'-12'268'0,"0"-1"-5"0,2 5-2 0,-2-2-12 16,-2 4-3-16,2-2-4 0,2 4-20 0,-2-1-20 16,0 0-23-16,0 5-26 0,-2-5-22 0,2 5-37 15,0 0-25-15,0 0-7 0,0 0-9 0,-6 18-6 16,1-2-8-16,-4 9-1 0,-4 4-4 0,4 3-1 15,-5 14-3-15,5 3-2 0,-5 0 3 0,0 3-9 16,-1 3 6-16,5 0-5 0,1-3-3 0,0-2 3 0,2-5-1 16,0-13-7-16,-1-1 3 0,3 1-5 0,0-6 4 0,-2-1-3 15,2-6 2-15,0-3-6 0,4-5 1 0,-2-3 0 16,1-1 3-16,-1 0 15 0,0-1 25 0,2-3 14 16,0 2 16-16,0-2 35 0,1-3 21 15,-8 1-18-15,8-1-10 0,-13-4-16 0,3-1-6 16,0-2-11-16,0 1-8 15,-1-1-10-15,0-1-3 0,2 1-16 0,0-1-19 16,-2 2-3-16,4-1-28 0,2-2-25 0,-1 6-24 16,-2-3-35-16,4 2-26 0,-2 0-33 0,3-3-43 15,-2 4-57-15,4-1-67 0,-2-3-268 0,3 2-636 16,1 0 282-16</inkml:trace>
  <inkml:trace contextRef="#ctx0" brushRef="#br0" timeOffset="55566">15792 3822 98 0,'-5'2'232'0,"5"-2"-15"16,-4 3-8-16,4-3 4 0,0 0-12 0,0 0-26 15,0 0-16-15,0 0-13 0,0 0-20 0,19-2-11 16,-2 1-11-16,6-3-10 0,5 1-6 0,7-1-12 16,-2 2-7-16,0-4-9 15,4 1-4-15,-1-2-8 0,-3 2-4 0,0-1-9 16,-3 5-3-16,-10 0 1 0,-1-2-5 0,-6 1-2 16,1-2-2-16,-5 1-4 0,-1 2-3 0,-2-2-12 15,-1 2-14-15,-5 1-1 0,8-1-10 0,-8 1-20 16,0 0-18-16,0 0-16 0,-19 4-30 0,7-3-14 15,3-1-13-15,-3 1-20 0,3-1-16 0,2 0-145 16,7 0-337-16,-15-2 149 0</inkml:trace>
  <inkml:trace contextRef="#ctx0" brushRef="#br0" timeOffset="55882.3">16721 3488 6 0,'0'-5'300'0,"4"2"-13"16,-4-2-15-16,3 3-23 0,-3 2-23 0,1-6-30 16,-1 6-23-16,0 0-21 0,0 0-19 0,0 0-17 15,-13 9-10-15,3 0-10 0,-3 2-11 0,-1 5-8 0,-6 4-13 0,0 6-4 16,2 0-8-16,-2 0-3 0,2 5 0 0,3-5-12 15,-2 6 1-15,6 2-1 0,-1-3-4 16,6 0-3-16,1-1 0 0,2-1-4 0,4 0-2 16,5-3-1-16,4-2-3 0,-1-7-9 0,2-3-10 15,6 0-25-15,0-2-41 0,9-1-47 0,1-2-64 16,1-3-85-16,-1-6-143 0,4-3-436 0,-3-2 193 0</inkml:trace>
  <inkml:trace contextRef="#ctx0" brushRef="#br0" timeOffset="56313.96">16974 3650 228 0,'3'-5'273'15,"1"1"-23"-15,3 1-27 0,2-3-19 0,0 2-21 16,3 2-16-16,-1 0-19 0,1-1-11 15,2 5-10-15,1-1-12 0,-1 0-8 0,-4 2-14 16,3 4-3-16,-3 1-19 0,-2-1-4 0,0 5-8 0,-1 3-6 0,-3-4-5 16,-4 7-6-16,3 1 0 0,-6-1-8 0,-1 2 0 15,-3-2-5-15,-1 1 2 0,0-2-6 0,-1-2-1 16,-2-1-4-16,3-2 1 0,-1-4-5 0,3 1 3 16,0-2 1-16,4-1-2 0,-2-2 8 0,3 0 29 15,-3-1 33-15,4-3 36 0,-2 2 59 0,2-2 28 16,0 0-3-16,0 0-36 15,6-12-26-15,1 3-14 0,1-3-14 0,5-3-13 16,6-4-6-16,-1-3-23 0,5 3-6 0,-2 1-7 16,-6 5-16-16,2-2-4 0,-5 6-5 0,0 1-8 15,-2 1-3-15,-1 0-7 0,-1 1-16 0,-1 2-3 16,1 1-10-16,-1 1-18 0,0 2-12 16,-7 0-5-16,14 2-7 0,-7 3 4 0,0 0-7 0,2 5 2 15,-1 0-9-15,-2 6-19 0,2-1-27 0,-3-1-20 0,0-1-30 16,0-2-25-16,-1 0-44 0,-1 0-38 0,-1-3-40 15,-2-2-242-15,3 1-591 0,-2-6 262 0</inkml:trace>
  <inkml:trace contextRef="#ctx0" brushRef="#br0" timeOffset="56714.78">17438 3468 329 0,'0'-5'371'0,"0"-2"-18"0,2 5-21 0,-2-4-24 16,2 4-31-16,-2 2-33 0,1-4-22 15,-1 4-23-15,3-3-25 0,-3 3-21 0,7 0-15 0,-7 0-14 0,9 3-12 0,-5 1-15 16,2 1-7-16,-2 0-7 0,3 4-19 16,-1-1-6-16,-3 2-10 0,1 1 1 0,-2 0-13 15,-2 1-3-15,0 1 1 0,0 0-18 0,-2-1 8 16,0-4-8-16,0 4 1 0,-1-2-3 0,1 0 0 15,-1-4-2-15,2-1-1 0,-1 1 1 0,1-2-2 0,1 1 0 16,-2-2 2-16,2-3 5 0,-2 6 3 0,2-3 12 0,0-3 6 16,4 2-1-16,-4-2 1 0,16-1-2 0,1-2-6 15,5 0-1-15,0 1-10 0,6-3 3 0,0 2-4 16,-6 0-3-16,7 0 3 0,-1 0-4 0,-1 0-4 16,-8 2-2-16,1 0 5 0,-8-1-3 0,1 2-7 15,-5-1 6-15,-2 1-2 0,3-1 4 0,-4 0 2 16,-5 1 10-16,9 0-23 15,-5-2-16-15,-4 2-21 0,0 0-28 0,9 2-29 16,-9-2-29-16,0 0-1 0,0 0-28 16,0 0-40-16,0 0-50 0,-14 6-61 0,6-5-237 15,8-1-585-15,0 0 259 0</inkml:trace>
  <inkml:trace contextRef="#ctx0" brushRef="#br0" timeOffset="59464.11">18292 3718 112 0,'-9'3'177'0,"1"-2"-10"15,2 2-4-15,-1-3-5 0,7 0-7 0,-11 0-13 0,11 0-9 16,-8-2-9-16,8 2-7 0,0 0-10 0,-6 2-5 16,6-2-1-16,0 0 1 0,0 0 6 0,0 0 0 0,-9 0-2 0,9 0-6 15,0 0-4-15,0 0-8 0,0 0-5 0,0 0-4 16,0 0-6-16,0 0 0 0,0 0-8 15,0 0-2-15,0 0-3 0,0 0-2 0,0 0-6 16,0 0-2-16,0 0-2 0,-8 0 0 0,8 0-5 0,0 0-1 16,0 0 0-16,0 0 1 0,0 0-7 0,0 0 0 15,0 0 0-15,0 0-2 0,0 0-1 0,0 0 5 16,0 0-8-16,0 0-1 0,0 0-1 0,0 0-5 16,0 0-3-16,0 0-1 0,0 0 0 0,0 0-2 0,0 0 2 15,0 0 1-15,0 0-3 0,0 0 0 0,0 0-2 16,0 0 0-16,0 0-5 0,0 0 3 0,0 0-2 15,0 0 0-15,0 0 3 0,0 0-7 0,0 0 3 16,0 0 3-16,0 0-2 0,23-2-3 0,-4 0-2 16,3-1 2-16,7-2-1 0,3 5 2 0,2-3-5 15,4-1-1-15,0-2-1 0,15 2-1 0,-3-4-1 16,1 4-6 0,-17 1-6-16,1-1-3 0,-6 1-2 0,-2 3-14 15,-9-3-12-15,-7 2-7 0,0 1-11 0,-3-3-27 16,-3 3-9-16,1 0-18 0,-6 0-19 15,0 0-10-15,0 0-10 0,-22-4-20 0,9 4 3 0,-6 0 1 16,1 1 9-16,-4-1 9 0,1 0 0 0,0 2-6 16,-1-4-100-16,3 4-283 0,1-4 126 0</inkml:trace>
  <inkml:trace contextRef="#ctx0" brushRef="#br0" timeOffset="59673.63">18499 3641 147 0,'0'-6'234'0,"0"6"8"0,0-8-1 0,0 4-1 16,1-3 9-16,-1 1 5 0,0 1 2 0,0-1-2 15,1-1 5-15,2 3-13 0,-2 0 0 0,-1 0-12 16,0 4-25-16,-1-5-23 16,1 5-18-16,0-5-24 0,0 5-11 15,1-4-22-15,-1 4-25 0,0 0-38 0,0 0-20 16,0 0-7-16,0 0-3 0,-6 17 0 0,4-7-2 0,0 6 4 16,1 2 0-16,-1 1-6 0,1 8 2 0,2-1-24 15,1 0-28-15,-1 0-24 0,0 0-27 0,2 2-33 16,-2-4-37-16,0-4-48 0,2-3-52 15,1 2-315-15,-1-3-618 0,1-5 273 0</inkml:trace>
  <inkml:trace contextRef="#ctx0" brushRef="#br0" timeOffset="60306.96">19070 3492 246 0,'0'-4'282'0,"1"0"-10"0,-1 4-16 16,0-4-26-16,0 4-24 0,0-7-25 0,0 7-19 0,0 0-23 15,3-2-11-15,-3 2-10 0,0 0-17 0,0 0-9 0,11 10-20 16,-7-6-13-16,0 4-13 0,2-1-9 0,-2 3-9 15,0 0-14-15,6 1-9 0,-3 0-10 0,0-2-3 16,2 3-5-16,-3-3-5 0,1-1 2 0,1 1-2 16,-3-5 6-16,4 3 1 0,-4-3 0 0,0-2-1 15,1 1-1-15,-1-3 4 0,3 0 0 0,-2-3 1 0,3 1 7 16,-1-5 9-16,2 2 3 0,-1-3 5 0,0-1 10 16,1-3 7-16,-2 4 3 0,-2-2 6 0,5-1 8 15,-4 4 10-15,2-3-4 0,-5 3 7 0,1 0 8 16,-1 4-8-16,1-1-10 0,0 1-5 0,-5 1-16 15,0 2-12-15,8 0-6 0,-8 0-5 0,4 7-4 16,-3 2-3 0,2 1 4-16,-2 7-3 0,-1 4 4 0,0 7-2 0,-4 1 2 15,-1 1-1-15,-3 5 3 0,-2 9 5 0,4-9-8 16,-3-3 2-16,1 2-1 0,-5-3 1 0,4-1-1 16,0-4 3-16,-1-4-1 0,1-7 3 0,3-1-5 15,-1-3-3-15,2-3 9 0,2-3 5 0,1 2 23 16,-3-3 32-16,1-4 23 0,4 0-14 15,-10-4-9-15,2-3-7 0,2-3 10 0,1-1 7 0,1-4 7 0,1-2 0 16,3-1-6-16,2-7-10 0,2-3-4 0,2-5-5 16,7 0-10-16,0 2-6 0,4 0-4 0,0 0-9 15,2 4-7-15,-1 3 2 0,1 4-7 0,-6 4-7 16,1 1-4-16,0 1-1 0,0 2-4 0,-4 2 2 16,-1 5-1-16,-1-4-3 0,-3 6-8 0,-1-1-32 15,1 1-43-15,0-2-35 16,4 5-32-16,-4-2-41 0,-5 2-36 0,9 2-41 15,-9-2-37-15,4 5-279 0,-3-2-626 0,-1-3 277 16</inkml:trace>
  <inkml:trace contextRef="#ctx0" brushRef="#br0" timeOffset="60739.13">19627 3309 35 0,'6'-7'322'16,"-3"3"-14"-16,2 0-23 0,-1 2-18 0,2-2-32 16,1 1-26-16,0 2-18 0,0 1-21 0,0 0-12 0,2 3-18 15,-1-1-14-15,-3 1-12 0,2 4-11 0,0 0-12 0,-1 2-7 16,-2 2-8-16,0 2-11 0,-4-2-3 0,0 6-6 16,-1-2-13-16,-3 2 1 0,-5-3-1 0,4 5-5 15,-4-4-6 1,1-2 2-16,-2 0-7 0,3-3-3 0,1 0-2 15,1-3-3-15,-1 2 0 0,3-4-5 0,-2 1 1 0,3-2-2 0,-1-1 2 16,1 0 0-16,2-3 22 0,-3 4 20 16,3-4 6-16,-1 3 17 0,1-3-5 0,0 0-10 15,7 2 2-15,7-4-11 0,-1 2-3 0,6-3-1 16,3 3 2-16,0-2-19 0,0 2-14 0,-2-3 17 16,-1 2-8-16,2 1-3 0,-3-1-3 15,-3 1-4-15,-4 0-7 0,0 0 1 0,-4-1-5 0,0 1 5 16,-7 0-3-16,12 0 0 0,-12 0-1 0,8 0 2 15,-8 0-19-15,6-2-11 0,-6 2-13 0,4-3-14 0,-4 3-13 16,4-1-35-16,-4 1-35 0,0 0-39 0,0 0-28 16,-14-4-18-16,10 1-42 0,0 1-54 0,-1-2-182 15,4-3-531-15,-1 3 235 0</inkml:trace>
  <inkml:trace contextRef="#ctx0" brushRef="#br0" timeOffset="61140.23">20044 3130 98 0,'0'-5'346'0,"0"5"-27"0,1-5-32 16,-1 5-34-16,1-3-27 0,-1 3-25 0,0 0-22 0,9 8-22 15,-3-1-16-15,5 9-10 0,1 11-6 0,1 3-22 16,2 15-4-16,0 6-12 0,-5 0-9 0,-4 7-3 15,-6 0-10-15,-6 25 0 0,-4-25-14 0,-5 28-1 16,-5-6 2-16,2-31 3 0,-1 2-11 0,-5-1-3 16,-2-5-4-16,-2-3-1 0,8-12-3 0,-11 6-3 15,10-11-3-15,1-1 1 16,-3-5 2-16,4-2 8 0,4-2 7 0,-1-5-7 16,5-3 4-16,3-1-2 0,2 0 12 0,-1-1 15 15,1-1 18-15,2-2 24 0,0 1 1 0,2 0 20 16,2-3 14-16,-5 2-9 0,2 0 5 0,3-2-7 15,0 0 0-15,-4 3-4 0,4-3-7 0,0 0-3 16,0 0-6-16,-6 3-3 0,6-3-11 0,0 0-5 0,0 0-11 0,0 0-9 16,0 0-8-16,0 0-3 0,0 0-5 0,0 0-9 15,0 0-11-15,0 0-22 0,0 0-17 16,0 0-27-16,0 0-31 0,0 0-34 0,0 0-56 16,0 0-39-16,0 0-104 0,-4-9-143 0,0 5-395 0,4 0-899 15,-4-4 397-15</inkml:trace>
  <inkml:trace contextRef="#ctx0" brushRef="#br0" timeOffset="62727.03">22413 3410 152 0,'0'-6'261'15,"0"-2"-4"-15,1 5-10 0,-1-1-3 0,-1-1-16 16,1 5-24-16,1-5-21 0,0 3-22 0,-1 2-16 16,0 0-26-16,0 0-18 0,0 0-13 0,0 0-8 15,-1 15-10-15,1-4-6 0,-1-1-7 0,1 9-6 16,-2 0-6-16,1 6-1 0,0-1-4 0,1 3-7 16,0 0-1-16,0-4 0 0,0 4-8 0,2-4 0 0,1-4-2 15,0-1 1-15,0-1-7 0,2 1 3 0,-1-1-5 0,-1-6 6 16,1 0 2-16,-2-4 9 0,1 0-2 15,-2 0 12-15,2-3 24 0,-1-1 15 0,-2-3 26 16,17-3-5-16,-6-1 3 0,8-5 0 0,0-2-5 0,6-3 3 16,-2-3-12-16,0-3 0 0,1-1-3 15,-1 2-8-15,0-3-3 16,0-2-3-16,0-1-3 0,0-1-2 0,-5 2 1 0,2 0 1 16,-3 2-9-16,-7 5 9 0,2 0 1 15,-2 2 7-15,-2 0 2 0,-3 6 15 0,-4 0 12 16,6 2 1-16,-7 2-2 0,2-1-17 0,-1 2-13 15,2 1-11-15,-2-1-11 0,1 1-25 0,-2 3-23 16,0 0-35-16,6-3-27 0,-6 3-9 0,0 0 4 16,-4 14 7-16,3-4 3 0,-6 6 10 0,1 0 3 0,-3 1 2 0,-1 6 6 15,-2 0 3-15,3-6 2 0,4 3 3 0,-5-1-1 16,5 0 6-16,-2 0 0 0,2-3 0 0,0 3 4 16,2-4-5-1,1 1 9-15,1-7-1 0,-2 1-2 0,2-2 5 16,1-1 8-16,0-3 1 0,0 2 0 0,0 0 6 0,4-3-2 15,-1 1 10-15,5 2 2 0,1 0-1 0,12-5-1 16,-6 2-13-16,13-3-36 0,4 0-58 0,0-4-87 16,5 0-102-16,-2-5-139 0,2 1-292 15,-2-5-769-15,1-3 341 0</inkml:trace>
  <inkml:trace contextRef="#ctx0" brushRef="#br0" timeOffset="65586.25">23160 3600 147 0,'1'-5'135'0,"-1"5"-10"0,4-3-14 16,0-1-7-16,1 3-6 0,0-2-16 0,0 2-3 15,2 0-9-15,-1-1-7 0,1 2-7 0,0 0-8 16,-7 0-6-16,16 0-4 0,-10 3-2 0,2 1-3 16,-3-2-5-16,0 6 0 0,0-1 2 0,0 1 13 0,-2 3 1 15,-2-1 8-15,-1 7 3 0,-1-3-2 16,-3 4 2-16,0 1-2 0,-2 1-4 0,-3 5-4 0,-3 0 0 0,3-2-4 15,0-5-1-15,-9 4 3 0,9-6-3 0,-5 0 1 16,5 0 0-16,-1-5-1 0,0-3 8 0,2 1-6 16,3-2-2-16,1-1 0 0,-1-3 0 0,0 2 13 15,0-1 11-15,3-1 27 0,-1 0 31 0,3-3 31 16,-4 2 19-16,4-2 20 0,0 0 4 0,0 0-23 16,0 0-19-16,10-17-13 15,-1 8-17-15,4-7-14 0,7-5-12 0,-2-1-13 16,4-4-19-16,1 3-8 0,1 2-14 0,-2 1-1 15,0-1-4-15,-3 1-4 0,-5 6-4 0,1-3-2 16,-2 5 0-16,-4 1-6 0,1 2 0 0,-3 2-2 16,-1 2 9-16,-1 1-5 0,-1-1-6 0,-3 1 1 15,4 3-9-15,-5 1-8 0,4-5-27 0,-4 5-33 16,0 0-12-16,0 0 8 0,0 0 4 0,0 11 3 0,-9-2 8 0,4 2 9 16,-6 4 2-16,-1 1-3 0,3 2 10 0,0 1-1 15,-2 5 4-15,3-6 0 0,1 0 5 16,3 0 7-16,0-1 0 0,2 1-1 0,2-3 9 15,3-4 0-15,2 1 4 0,6 1 3 0,4 0-1 16,10-4-14-16,7 1-40 0,0-3-60 0,5 0-71 16,16-6-87-16,-19 0-319 15,7-3-637-15,-4-2 283 0</inkml:trace>
  <inkml:trace contextRef="#ctx0" brushRef="#br0" timeOffset="66203.2">24067 3592 183 0,'0'0'188'0,"0"0"3"15,0 0 2-15,0 0-1 0,0 0 6 0,0 0 0 16,0 0-3-16,0 0-2 0,0 0-4 0,0 0-8 16,0 0-2-16,0 0-4 0,0 0-12 0,0 0-14 15,0 0-5-15,0 0-14 0,0 0-12 0,0 0-18 16,0 0-12-16,17-9-11 0,-7 6-28 0,8 0-25 15,0-1-30-15,1 1-22 0,2-4-34 0,-1 7-28 16,8-5-34-16,-2 1-43 0,-6-1-41 0,3 2-45 0,-5 2-174 0,-1-3-462 16,1 0 204-16</inkml:trace>
  <inkml:trace contextRef="#ctx0" brushRef="#br0" timeOffset="66388.06">24092 3699 174 0,'-3'2'227'16,"3"-2"-14"-16,0 0-15 0,0 0-19 0,14 2-15 15,8-2-19-15,5 0-15 0,5 1-42 0,0-2-55 16,2-3-78-16,-1 1-206 0,1-1-273 0,-4-1 121 16</inkml:trace>
  <inkml:trace contextRef="#ctx0" brushRef="#br0" timeOffset="67489.22">25157 3273 180 0,'3'-6'197'0,"-3"6"-19"16,1-4-17-16,3 1-16 0,1 1-15 0,-1 0-9 15,6 0-11-15,-1 1-15 0,4 1-8 0,4 0-10 16,2 1-10-16,0 3-4 0,1 1-3 0,0 2-2 16,-1 0-4-16,1 4-4 0,-3-1-8 0,-1 2-3 15,-3 3-5-15,1 1-1 0,-5 0 0 16,-1 2-3-16,-4 2 1 0,-4-2-7 0,-4 8 0 0,-4 0-2 0,-2 0-2 15,-8-1 2-15,1 0-2 0,-2-4-1 0,-4-3-1 16,5 2-3-16,-5-4 13 0,4-2 0 0,4-3 1 16,0-2-1-16,-1 1 2 0,6-4-5 0,1-1-2 15,0 1-1-15,4-4-1 0,-1 1-1 0,3-1 23 16,-1 1 12-16,-1-2 6 0,5-1 11 0,-1 5 0 16,1-5-8-16,0 0 4 15,0 0-18-15,29-6 0 0,-7 3-7 0,-2 0-5 16,9 0-3-16,1 3-1 0,-11-1-3 0,4-2-6 15,-1 0-2-15,-3 2-3 0,0 1 3 0,-6-3-6 16,0 3-3-16,0-1-8 0,-3-1-13 0,-4 1-19 16,2 1-26-16,-8 0-23 0,9-1-23 0,-9 1-51 15,0 0-70-15,0-5-46 0,0 5-146 0,0 0-446 16,-13-9 197-16</inkml:trace>
  <inkml:trace contextRef="#ctx0" brushRef="#br0" timeOffset="67955.39">25685 3370 33 0,'4'-4'251'0,"1"1"-27"0,1 0-19 0,1 2-20 15,-1-1-19-15,5 4-12 0,-1-2-14 0,1 3-9 16,-2 2-14-16,1 3-9 0,-1 1-8 0,-1 2-9 15,2 4-12-15,-6-3-7 0,0 4-5 0,-3 0-7 16,-1 1-5-16,-4 0-4 0,-1 1-2 0,-4 0-8 0,0-1 1 0,0-2-4 16,-5 1-5-16,4 1 0 0,-4-6-5 0,3-1 2 15,0-2-3-15,4 0 6 0,-1-3-2 16,3 2 5-16,0-3 3 0,1-1 18 0,1 0 23 16,-1-2 39-16,4-1 31 0,-4 3 32 0,4-3 10 15,0 0-26-15,0 0-17 0,11-14-7 0,-1 6-31 0,5-7-2 16,7 0-10-1,-1-5-10-15,2 2-10 0,3-3-8 0,1 0-9 16,-2 3-6-16,-1-1-9 0,-2 3-4 0,-7 4-6 16,-1 0-2-16,-5 4-2 0,1 3-2 0,-4 0-6 15,2 2 0-15,-4-1-2 0,1-1-12 0,-1 5-19 16,-1-3-23-16,-3 3-33 0,0 0 6 0,0 0 2 16,-3 10 4-16,-1-3 7 0,-5 4 2 0,0 3 9 15,-1 1 6-15,1 1-3 0,0 0 7 0,-1 2 0 0,5-3 7 0,0 1 0 16,1-1 6-16,1-1-10 0,3-2-6 0,2 1-8 15,1-2-3-15,5 0-24 0,7-1-31 0,3 0-76 16,13-2-102-16,1-1-349 0,2-5-669 0,5-3 296 16</inkml:trace>
  <inkml:trace contextRef="#ctx0" brushRef="#br0" timeOffset="68455.14">26780 3038 163 0,'3'-11'292'16,"-2"4"-9"-16,0 0-11 0,1 0-7 0,1 2-6 0,-1 0-13 0,-2 1-20 16,1 0-20-16,0 0-29 0,-1 4-21 0,0-7-26 15,0 7-29-15,0 0-20 0,0 0-13 16,0 0-7-16,-4 12-6 0,-4 1-7 0,-3 4-5 0,0 9-3 16,-5 3-8-16,1 5 2 0,-5 10-10 0,-1 2 8 15,-2 2-8-15,5 0-6 0,3 0-1 0,2-2 3 16,4 0-2-1,4-13-3-15,-1 0 3 0,3 1-7 0,3-2 6 16,-2-2-5-16,2-3 1 0,2-7 2 0,-2-3-5 16,0 0 5-16,0-7-8 0,0-1 1 0,0 1-1 15,0-3 2-15,0-3 6 0,2 1 10 0,-2-5 21 16,-2 8 22-16,2-8 17 0,0 3 4 0,0-3 1 16,0 0-13-16,0 0-21 0,-15-1 4 0,5-4-2 0,-1 1-13 0,0-3-14 15,-2 3-11-15,3-2-15 0,-1-1-3 0,2 4-29 16,1-2-20-16,-1-2-22 0,3 4-31 0,-1-1-26 15,2-2-41-15,1 2-55 0,3-2-66 0,1 0-258 16,4 0-591-16,1-2 261 0</inkml:trace>
  <inkml:trace contextRef="#ctx0" brushRef="#br0" timeOffset="68971.38">26493 3443 26 0,'-9'0'247'0,"9"0"-16"16,0 0-12-16,-8 0-8 0,8 0-7 0,0 0-15 15,0 0-16-15,-6 0-15 0,6 0-17 0,0 0-13 16,0 0-11-16,0 0-7 0,0 0-9 0,0 0-1 0,0 0-6 16,0 0-2-16,0 0-9 0,-7 0 4 0,7 0-16 15,0 0-4-15,0 0-6 0,0 0-7 0,0 0-5 0,0 0-7 16,0 0 1-16,0 0-6 0,0 0-2 0,0 0-1 16,0 0 0-16,0 0 5 0,0 0-2 15,0 0-1 1,0 0 8-16,0 0-15 0,0 0 4 0,0 0 2 15,0 0 2-15,0 0 3 0,0 0 0 0,0 0 0 0,0 0 3 16,0 0 3-16,0 0 3 0,-4 3-1 0,4-3 2 16,0 0-9-16,0 0 3 0,25-7-10 0,-7 5-8 15,2-2 4-15,8 1-7 0,3-2 11 0,1 1-10 16,2 0-13-16,2 0 8 0,0 0-11 0,-3 0 0 16,-2-2 0-16,-2 3-3 0,-8 2-1 0,-1-2-2 15,-8 0 10-15,-1 2-8 0,-1 0 1 0,-2-2-2 0,-3 3-12 16,0 0-4-16,-5 0-16 0,10-2 0 0,-10 2-18 0,4-1-15 15,-4 1-34-15,0 0-25 0,0 0-21 0,0 0-23 16,-19-4-12-16,14 4-31 0,-3 0-46 0,3-2-226 16,-4 1-519-16,4-3 229 0</inkml:trace>
  <inkml:trace contextRef="#ctx0" brushRef="#br0" timeOffset="69572.95">27346 2738 37 0,'0'0'308'0,"0"0"-18"0,0 0-29 0,0-1-24 0,0 1-24 15,0 0-25-15,0 0-22 16,0 0-17-16,0 0-21 0,0 0-12 0,0 0-15 15,-9 8-9-15,-1 0-10 0,4 1-7 0,-6 4-12 16,-3 1-6-16,2 0-6 0,-1 0-1 0,1 1-11 16,-2 1-6-16,2 0 2 0,3 0-5 0,-5-2-4 15,4-1-1-15,1 1-5 0,4-5 0 0,1-1-1 16,0-2-2-16,2-1-4 0,-1 0 1 0,3-1 5 16,1-4 17-16,-6 6 13 0,6-6 16 0,-4 6 12 0,4-6-7 15,0 0 17-15,-4 5 1 0,4-5 5 0,0 0-15 16,0 0-8-16,0 0-8 0,0 0 1 0,0 0-17 15,0 0-41-15,-4 5-47 0,4-5-57 0,0 0-64 16,0 0-20-16,-4 8-61 0,0-4-278 16,4-4-566-16,-10 4 250 0</inkml:trace>
  <inkml:trace contextRef="#ctx0" brushRef="#br0" timeOffset="74005.7">27785 3543 76 0,'-3'-1'181'0,"3"1"-13"0,0 0-5 16,-9-1-14-16,9 1-18 0,0 0-8 0,0 0-14 15,-8 0-10-15,8 0-9 0,0 0-12 0,0 0-4 0,0 0-4 16,0 0-5-16,0 0-6 0,0 0 1 15,0 0-1-15,0 0 0 16,0 0 2-16,0 0 2 0,0 0 0 0,-6-2-3 16,6 2 4-16,0 0-3 0,0 0-5 0,0 0-3 15,0 0-8-15,0 0 0 0,0 0-2 0,0 0-7 16,33-2-3-16,-12 2 0 0,2-3-8 0,10 3 0 16,-2-2-3-16,3 2-2 0,3-1-5 0,3-1 1 15,-3 1-1-15,-1 0-2 0,-2 1 0 0,-1-1-5 16,-2 1 2-16,-8 0-4 0,-1 0 3 0,-5-5-1 0,-4 5 0 0,-2 0-2 15,-4 0 0-15,1 0 1 0,-2 0 1 0,-6 0-7 16,11 0-4-16,-11 0-5 0,6-1-5 0,-6 1-13 16,0 0-13-16,0 0-10 0,0 0-14 0,0 0-17 15,0 0-16-15,-23 4-8 0,18-4-25 0,5 0-17 16,-13 0-30-16,7-3-131 0,1 2-332 0,5 1 148 16</inkml:trace>
  <inkml:trace contextRef="#ctx0" brushRef="#br0" timeOffset="74369.22">28315 3367 218 0,'-3'-3'257'0,"3"3"-10"0,0 0-19 16,0 0-19-16,-4-2-21 0,4 2-16 0,0 0-19 15,0 0-16 1,0 0-13-16,0 0-16 0,0 0-10 0,0 0-12 0,16 5-6 16,-8 2-10-16,2-3-6 0,5 6-6 15,-5-3-7-15,8 2-6 0,1 0 0 0,3 8-4 0,0-2-5 16,1 0 8-16,-4 3-14 0,-5-3-1 0,-1-2-5 16,1 1-3-16,-4 0-4 0,0 0-3 0,-7 0-3 15,-1-5-3-15,0 2 5 0,-4-1-4 0,0 2 1 16,-4-4 1-16,-2 1 0 0,-2 0-4 0,-6 2 6 0,2-3 1 15,-5 0-3-15,1 2 3 0,0 0-5 16,-1-5 5-16,1 1-5 0,4 1-3 0,1-2 2 16,-1 1-2-16,4-2-3 0,-1-1-17 0,1 0-24 15,4-1-28-15,-1 2-31 0,1-1-25 0,1-1-12 16,5-2-49-16,0 0-222 0,0 0-438 0,0 0 193 16</inkml:trace>
  <inkml:trace contextRef="#ctx0" brushRef="#br0" timeOffset="78247.6">29574 3312 129 0,'2'-3'247'0,"1"-2"-4"0,-2-1-7 16,-1 2-5-16,1-1-17 0,3 3-14 0,-4 2-7 15,1-7-14-15,1 4-16 0,-2 3-20 0,0-4-13 16,0 4-17-16,0 0-17 0,2-3-18 0,-2 3-14 16,0 0-9-16,0 0-2 0,0 0-14 0,-1 19-4 15,1-9-4-15,-1 4-6 0,-1 1-1 0,1 2 5 16,-4 2-6-16,3-1-5 0,-1 3 1 0,-1-3-4 0,2 0 3 16,-1-1 4-16,2-2-9 0,-1-4-3 0,1 0-1 0,0-2 3 15,-2 1-2-15,3-2 3 0,-1 0-1 16,0-4-3-16,1 3 0 0,0-4-1 0,-2 0 2 15,2-3-6-15,-1 4-4 0,1-4 3 0,-1 5-3 16,1-5 5 0,0 0-59-16,0 0-38 0,0 0-34 0,-13-9-27 15,12 1-34-15,-3-1-42 0,-1-2-164 0,2 0-424 0,3-7 189 16</inkml:trace>
  <inkml:trace contextRef="#ctx0" brushRef="#br0" timeOffset="78378.82">29552 3197 16 0,'0'-9'248'16,"2"4"1"-16,0 0-11 0,0 0-20 0,-1 0-20 0,1 1-11 16,-2 0-20-16,0 4-16 0,2-4-15 0,0 0-18 15,-2 4-36-15,0 0-41 0,0-5-43 0,0 5-27 0,0 0-45 16,0 0-37-16,0 0-59 0,0 0-108 16,0 0-300-16,0 0 133 0</inkml:trace>
  <inkml:trace contextRef="#ctx0" brushRef="#br0" timeOffset="78879.69">29411 2968 103 0,'-9'5'108'0,"-7"2"-10"0,0 2-7 16,0 4 0-16,-3 5-2 0,-2 2 2 0,1 3-7 0,-2 5 6 0,0-1-12 16,-5 14 4-16,1-2-11 0,3 5-2 0,1-4-6 15,9-6-2-15,-1 0-4 0,4 0 16 0,2 3 3 16,-1-3-2-16,4-2 10 0,4 1-3 15,2-2-2-15,4 1-4 0,3-2-1 0,2-1 0 0,7 0-1 32,2 1-1-32,3-1 2 0,2 0-4 0,5-10-2 15,-1 2 2-15,4-6 2 0,0 0 3 0,2-3 3 0,-1-4 4 16,1-2 1-16,0-3 8 0,1-3 0 0,0-4-1 16,-2-1-2-16,-1-6-5 0,-1 0-2 0,0-5 0 15,9-13-3-15,-8 7-7 0,4-11-11 0,-9 9-10 16,2-13-11-16,1-4-14 0,-4 0-19 0,-4-1-3 15,-8 7-5-15,-4-12-5 0,-5 12 8 0,-5-12 1 16,-3 12-13-16,-11-10 0 0,-1 13 2 0,-11-8-8 0,-8 5-1 0,-9 7-20 16,-4 7-10-16,-7 1-22 0,-7 2-32 0,-29 5-38 15,25 9-43-15,-1 1-77 0,-28 0-217 0,39 6-515 16,18 1 228-16</inkml:trace>
  <inkml:trace contextRef="#ctx0" brushRef="#br0" timeOffset="80515.17">22657 4867 94 0,'1'-4'260'0,"-1"4"-18"0,-1-6-19 0,1 6-21 0,0 0-24 16,0 0-19 0,1-2-16-16,-1 2-20 0,0 0-16 0,0 0-17 15,0 0-5-15,0 0-10 0,-2 17-6 0,0-5-4 16,0-2-6-16,-1 4-7 0,-1 3-3 0,2 0-4 15,-1 2-6-15,-1-1-5 0,4 0-2 0,-2 2-3 16,2-3-3-16,1 1 0 0,3-2-4 0,-2-1 0 16,1-3 15-16,1 0 4 0,1 1 4 0,-1-7 3 15,2 4 4-15,-1-4 10 0,0-1 20 0,0 1 10 0,3-4 8 0,4 1 4 16,-1-3 11-16,-1-3-3 0,3-2 23 0,1 1-21 16,4-4 3-16,-1-5 2 0,2 1-1 0,4-4-6 15,-2-2-15-15,0 0-7 0,1-2-16 0,1 1 11 16,-5-3-6-16,-1 0-7 0,0-2-5 0,-3 8 4 15,-5 1 1-15,4 1 4 0,-7 4 9 0,1 0-3 16,-2 2 5-16,-1 1-11 0,2 3-3 0,-5-1-11 0,3 2-8 0,-1-2-14 31,-1 4-7-31,1 0-22 0,-3 1-22 0,0 0-34 0,0 0-4 0,0 0-4 0,0 0 11 16,-7 17 4-16,-1-2 3 0,-3 2 3 0,-3 7 1 0,0-1 6 16,0 1 9-16,-3 1-4 0,7-2 1 0,1-5 0 15,-1-1 4-15,4 0 2 0,1 0-2 0,-1-2 4 31,2-4-13-31,2-3 24 0,-2 1-2 0,4-3 6 0,0 0 3 16,3 1 9-16,0-3-1 0,5 3 8 0,1-2-1 16,9-1-2-16,0-1 5 0,10-3-6 0,3 2-23 0,0-4-30 15,-2 2-60-15,3-3-66 0,-3-1-68 16,3 4-74-16,0-3-108 0,-4-5-248 0,-7 6-713 16,-2-5 317-16</inkml:trace>
  <inkml:trace contextRef="#ctx0" brushRef="#br0" timeOffset="81222">23390 5066 41 0,'0'-3'308'16,"0"3"-23"-16,0-6-12 0,0 2-8 0,0 4-12 16,-4-5-20-16,4 5-28 0,0-4-21 0,0 4-20 15,5-3-19-15,-5 3-19 0,0 0-23 0,0 0-23 16,0 0-18-16,0 0-6 0,0 0-1 0,0 0-7 15,4 12-3-15,-4-6-4 0,0 1-6 0,4 1-2 16,-4 1-4 0,4-1-1-16,0 0-4 0,-3 0 0 0,4-1-10 15,-1 3-3-15,2-5-3 0,-2 2-5 0,1-2 5 16,-1-3 2-16,3 1-3 0,-1 1 2 0,2-4-6 0,1 2 5 16,0-4-1-16,2-1 0 0,-1-1-1 0,2 2 3 15,0-5 7-15,-1-1 6 0,1 3 4 0,-3-4 4 16,0 4 9-16,3-2 5 0,-6 2 5 0,-1 1-2 15,1 1 2-15,-3 1-5 0,1-2-7 0,0 1-9 0,-4 3-17 16,6-1-21-16,-6 1-4 0,0 0-5 0,4 8 5 16,-4-2-3-16,-1 6 9 0,-2 5-6 0,-3 3 2 15,1 6 1-15,-8 6 0 0,4 1 4 0,-9 16 4 16,-1 1-1-16,-1-6 1 0,1 2 4 0,-1-2-2 16,8-10 3-16,-5-1-3 0,0-2 4 0,1-3-3 15,3-2 1-15,-4-1 3 0,7-8-2 0,2-3 5 0,3-5-1 0,-2 0 2 16,-1-3 2-16,4-1 28 0,0 0 19 0,2-3 48 15,0 1 42-15,2-3-12 0,0 0-13 0,-11-13-17 16,7 4-8-16,3-7-4 0,1-1-15 0,3-9 3 31,5-1-15-31,-1-3-7 0,16-12-11 0,-7-3-4 0,2 13-3 16,8-12-7-16,-2 3-1 0,6 5-8 0,-7 9-1 16,2-1-3-16,-1 6-7 0,-2 0 6 0,1 5-6 15,1 1-10-15,-11 5 7 0,0 4-3 0,-7-1-4 16,2 2 0-16,1 3-4 0,-3-4-11 0,-2 5-24 0,1-1-39 15,-2 1-37-15,-3 2-32 0,8 0-1 0,-8 0-28 16,0 0-20-16,11 4-28 0,-9-2-35 0,-2-2-39 16,6 8-286-16,-5-5-626 0,-1-3 277 0</inkml:trace>
  <inkml:trace contextRef="#ctx0" brushRef="#br0" timeOffset="81410.03">24083 5160 88 0,'0'0'396'0,"0"0"-30"16,0 0-37-16,0 0-37 0,11-6-32 0,-4 4-27 0,3-3-35 0,3 3-43 16,5-2-48-16,2 4-51 0,0 0-57 0,0-3-67 15,1 3-71-15,-2-2-240 0,-6 1-410 0,0 0 181 16</inkml:trace>
  <inkml:trace contextRef="#ctx0" brushRef="#br0" timeOffset="81569.45">24135 5266 121 0,'-2'3'225'16,"-1"-1"1"-16,-1-2-1 0,4 0-12 0,0 0-19 0,0 0-20 15,18 3-17-15,-4-3-14 0,5-3-19 0,4-1-31 0,7 0-39 16,-1 0-55-16,3 2-57 0,-4-5-66 0,4 2-171 15,-4-4-319-15,2 1 142 0</inkml:trace>
  <inkml:trace contextRef="#ctx0" brushRef="#br0" timeOffset="81955.02">24738 4947 21 0,'3'-2'310'16,"-2"-3"-25"-16,3 0-15 0,-1 0-20 0,2 0-25 16,-2 1-24-16,4 2-17 0,-1-1-16 0,2 0-19 15,2 1-16-15,-2 2-11 0,1 2-12 0,3 1-13 0,-3 4-10 16,2-2-13-16,-5 4-8 0,2 0-8 0,-3 4-5 16,-3 3-7-16,0 2-5 0,-5 4-7 0,-5 2-3 0,-4 3 1 15,-2 2-3-15,-6-3-3 0,-4 3-3 0,-10 5-1 16,8-7-1-16,-2-1-3 0,-1-4-1 0,3 2 1 15,2-5-1-15,2-3-7 0,9-7 3 16,3 0-2-16,1-2 0 16,0-1 5-16,4-3 30 0,1 1 41 0,-1-3 58 0,5-1 20 15,-4 6 23-15,4-6 6 0,0 0-16 16,0 0-24-16,0 0-13 0,25-17-19 0,-6 10-18 16,-4 2-6-16,5-4-12 0,-4 2-11 0,11-2-10 0,-11 7-9 0,-3-2-6 0,6-2-10 15,-6 5-5-15,5 0-4 0,-5 1-10 0,-1 0-12 16,1 1-20-1,-1 0-24-15,2 5-37 0,-1-4-41 0,1 1-33 0,-3 1-41 0,-2 1-47 16,1-2-52-16,-1 3-68 0,-5-5-305 0,3 1-713 16,-7-2 316-16</inkml:trace>
  <inkml:trace contextRef="#ctx0" brushRef="#br0" timeOffset="82502.35">25090 5080 180 0,'2'-2'392'0,"-1"-2"-33"16,-1 4-34-16,4-4-29 0,-2 2-35 0,-2 2-33 15,2-4-30-15,-2 4-24 0,4-3-43 0,-4 3-13 16,0 0-12-16,6 9-9 0,-2-5-18 0,3 0-31 16,2 5-22-16,1-4-23 0,-4 3-14 0,3-1-7 0,-1 2-4 15,1-1-8-15,1-3-2 0,-2 1-2 0,-2-3 8 0,2 0-1 16,-1-2 5-16,1 0 0 0,1-2 4 15,-1 0 2-15,0-2 5 0,2-1 1 0,-3-4 11 16,1 3 9-16,3-3 13 0,-4 2 8 0,1-2 6 16,0 1 8-16,1 0 14 0,-2 0 7 0,-1 2 2 0,-1 0 1 15,0 1-6-15,-1 1-8 0,1 0-7 0,-3 1-6 0,-2 2-11 16,6-3-13-16,-6 3-4 0,0 0-2 0,5 8-3 16,0-3 2-16,-4 7-4 0,2 1 3 0,-3 5 0 15,0 8 1-15,-4 3-3 0,-5 1 5 0,0 16 2 16,-9-1 1-16,0 2-2 0,-5-4-2 0,-1 3 1 15,0-5 3 1,0 0-1-16,3-12-3 0,1 0-2 0,-1-4 0 16,2-2 3-16,6-6-3 0,-1-2 2 0,3-5 1 0,3-1 11 15,1-3 10-15,1-1 24 0,2 1 44 0,2-5 71 16,-1 1 36-16,3-2-23 0,-8-10-26 0,5 1-17 16,3-4-7-16,3-6-12 0,5-5-16 0,3-2-10 15,6-5-9-15,10-9-15 0,5-1-7 0,4-5-11 16,4 3-13-16,2 4-12 0,1 2-3 0,-2 2-6 15,-10 13-2-15,0-3-9 0,-2 6 3 0,-2 2-2 0,-2 3-4 0,-2 2-3 16,-5 4-1-16,0 0-1 0,-9 4-1 16,-1 2-7-16,-1 0-28 0,-2-2-41 0,2 2-37 15,-3 0-61-15,-4 2 7 0,0 0 10 0,2 9-10 16,-2-9-28-16,-9 8-46 0,3-1-76 0,-4 1-368 16,0-6-737-16,3 2 326 0</inkml:trace>
  <inkml:trace contextRef="#ctx0" brushRef="#br0" timeOffset="83302.56">26297 4768 102 0,'4'-11'269'0,"0"0"-12"0,-2 2-10 15,2 4-7-15,0-3-10 16,-4 4-8-16,1-1-23 0,1 1-20 0,-2 0-23 15,2 2-16-15,1-1-26 0,-3 3-30 0,0 0-12 16,0 0-8-16,2 11-2 0,-3-2-5 0,-3 6-13 16,-2 11-3-16,-1 6-2 0,-5-1 19 0,-2 16-6 15,-3 1-4-15,0 2-7 0,1-1-3 0,-1 0 0 16,-1 2-6-16,3-4-1 0,2-3-7 0,5-9 4 16,1 0-4-16,1-3 0 0,0-1-6 0,1-4 3 15,1-7-5-15,2-4-2 0,-3 1 2 0,2-8-1 0,-1 0-4 16,2-1 13-16,1-1 23 0,-1-4 30 0,0 2 36 15,0-2 33-15,2-3 33 0,-1 6 25 0,1-6-26 16,-13-7-8-16,3 0-23 0,-4-3-14 0,0 1-11 16,4 1-14-16,-3-4-9 0,3 4-11 0,-2-1-10 15,5 3-9-15,0 0-6 0,0 1-7 0,1 3 0 0,3-3-11 0,0 3-3 0,-1-1-11 16,2-1-5-16,2 4-21 0,0 0-19 0,-7-1-42 16,7 1-12-16,0 0-10 0,0 0-26 0,-1-4-38 15,1 4-18-15,0 0-9 0,0 0-22 16,0 0-36-16,15-2-57 0,-4 1-78 0,1-1-275 15,-3-1-689-15,0-3 305 0</inkml:trace>
  <inkml:trace contextRef="#ctx0" brushRef="#br0" timeOffset="83556.07">26100 5125 146 0,'0'0'287'0,"-3"3"0"0,3-3-5 0,0 0-24 0,-7 1-14 16,7-1-25-16,0 0-27 0,0 0-18 0,32-5-17 16,-13 1-14-16,11 0-12 0,4 0-24 15,-2-1-26 1,5 2-30-16,0-1-43 0,-2 0-54 0,-5 0-53 15,-1-1-55-15,-3-2-87 0,-5 5-131 0,-2-5-402 0,-4 0 179 16</inkml:trace>
  <inkml:trace contextRef="#ctx0" brushRef="#br0" timeOffset="83888.18">26908 4505 146 0,'0'-4'346'0,"4"0"-23"0,-2-1-26 0,0 4-35 31,-2 1-29-31,1-4-24 0,-1 4-28 0,0 0-22 16,0 0-15-16,0 0-15 0,-13 8-16 0,4-1-7 0,-4 7-10 0,-2 5-8 15,-4 1-7-15,0 3-7 0,0-2-37 16,-1 4-29-16,1 0-39 0,0-3-37 0,0 5-42 16,4-5-64-16,-1-1-268 0,6-5-479 0,6-5 213 0</inkml:trace>
  <inkml:trace contextRef="#ctx0" brushRef="#br0" timeOffset="84342.48">27115 5068 97 0,'0'0'193'16,"-5"2"-14"-16,5-2-7 0,0 0-19 0,0 0-4 0,0 0-11 0,0 0-9 15,0 0-8-15,0 0-11 0,0 0-7 0,0 0-10 16,0 0 0-16,0 0 1 0,0 0-1 0,0 0 8 15,0 0 6-15,0 0 24 0,0 0-5 0,0 0-7 16,0 0-6-16,0 0-4 0,0 0-13 0,0 0-6 16,23-4-15-16,-9 2-7 0,8-1-7 0,5-2-9 15,-1 1-5-15,8 0-2 0,-2 1-5 0,6-1-3 0,3 0-3 0,9-2-7 32,-12 4-2-32,2-2-4 0,-5 1 5 0,0 1-8 15,-7 0 2-15,-9 1-6 0,-5 1 0 0,-2-2 2 0,-3 2 1 0,-3-1-7 0,0 0-2 16,-2-2-11-16,-4 3-10 0,12-1-2 0,-12 1-17 15,0 0-23-15,0 0-27 0,0 0-29 0,-27-2-23 0,16 1-22 16,-1 2-30 0,3-2-44-16,-2 0-199 0,3 0-463 0,3-1 206 15</inkml:trace>
  <inkml:trace contextRef="#ctx0" brushRef="#br0" timeOffset="84621.09">27716 4838 298 0,'2'-3'281'0,"-2"3"-27"0,0 0-24 15,4-2-26-15,-4 2-22 0,0 0-22 0,0 0-12 16,18 6-2-16,-9 2-11 0,6 1-6 0,-1 2-8 16,0 0-6-1,0 2-10-15,-1 0-12 0,0-1-3 0,-3 4-8 16,0-2-7-16,-5 2-4 0,1 0-11 0,-4-3-2 0,1 2-6 15,-2-3-10-15,-2 1-6 0,-2 0-4 16,-1-3-5-16,-2 2-1 0,-2-3-9 0,-1-1-6 0,0 1-17 16,-3 3-13-16,3-5-23 0,0 0-25 0,0-1-33 15,-3-4-27-15,7 3-41 0,0-1-46 0,0-1-210 16,0-3-457-16,5 0 203 0</inkml:trace>
  <inkml:trace contextRef="#ctx0" brushRef="#br0" timeOffset="84975.4">28412 4887 39 0,'1'-3'363'16,"-1"-3"-1"-16,4 2-17 0,-4 1-1 0,0-1-15 15,0 4-25-15,3-4-18 0,-3 4-29 0,2-6-31 16,-2 6-17-16,0 0-27 0,3-2-20 0,-3 2-20 16,0 0-17-16,0 0-19 0,0 0-22 0,0 0-19 0,0 0-2 0,0 0-7 15,0 16-10-15,0-6-10 0,0 0-6 0,-3 2-8 16,3 5 8-16,-1 0-8 0,-3 0-2 0,3 3 2 16,-2-3 1-16,1 1-9 0,-1 0 0 0,2-3 5 15,-2 2-2-15,-1-5 5 0,3-1 4 0,-1-2-21 16,-1-3-25-16,3 1-5 0,-1 0-8 0,1 0-17 0,-3-4-1 15,2 2 3-15,1-1 1 0,0 1 6 0,0-5 3 16,0 0-4-16,-2 6-4 0,2-6-52 0,0 0-78 16,0 0-56-16,0 0-37 0,2-15-265 0,-1 10-578 15,3 0 256-15</inkml:trace>
  <inkml:trace contextRef="#ctx0" brushRef="#br0" timeOffset="85260.22">28680 4817 295 0,'0'0'321'0,"3"-3"-31"0,-3 3-28 0,3-3-29 0,-3 3-27 15,0 0-28-15,0 0-20 0,0 0-15 0,3 8-13 16,-3-3-13-16,-1 6-10 0,0-1-13 0,0 2-7 0,-2 1-8 15,0 2-9-15,-1 1-4 0,1 1-7 16,-1-2-7-16,0 3 3 0,0-2-8 0,2-5-20 16,-1 2-16-16,-1-4-15 0,2 0-11 0,-5 0-14 15,6-2-10-15,-3 0-9 16,2-3-10-16,-2 0-8 0,0-2-10 0,0 0-54 16,4-2-59-16,0 0-217 0,-13-5-440 0,8 0 196 15</inkml:trace>
  <inkml:trace contextRef="#ctx0" brushRef="#br0" timeOffset="85460.49">28560 4681 48 0,'0'-2'351'15,"-2"-3"-16"-15,2 5-28 0,-2-3-25 0,2 3-29 16,0 0-37-16,-3-3-33 0,3 3-43 15,0 0-45-15,0 0-39 0,0 0-39 0,0 0-36 0,0 0-58 0,0 0-63 16,10 10-202-16,-8-9-369 0,-2-1 163 0</inkml:trace>
  <inkml:trace contextRef="#ctx0" brushRef="#br0" timeOffset="85645.49">28426 4706 80 0,'-1'-4'228'0,"1"4"-27"0,0 0-20 0,6-5-36 0,-6 5-49 16,5-1-49-16,-5 1-60 0,11-3-80 0,-11 3-53 0,7-2-157 0,-3 0 69 15</inkml:trace>
  <inkml:trace contextRef="#ctx0" brushRef="#br0" timeOffset="86129.92">28403 4521 33 0,'-9'0'172'0,"0"0"-10"0,-2 0-18 0,-1 0-8 0,3 2-11 15,-4 3-8-15,-2-2-9 0,-2 8-6 0,0 2-13 16,-8 3-5-16,3 2-2 0,1 4-3 0,-2 2 15 16,0 4-22-16,2 2-2 0,-3 11-5 0,-7 0-6 15,12-9 2-15,-5 11 5 0,5 1-1 0,6-13 4 16,3 3-3-16,2 0 2 0,6 2 2 0,-3-6 1 15,8 3 4 1,-1 0-3-16,4-1 0 0,2-2 0 0,2 1 3 16,7-4-5-16,-1-3 2 0,5 0 3 0,3-3 4 15,1-1 9-15,4-6 1 0,1 1 1 0,5-4 2 16,2-3 7-16,15-2 2 0,-2-2-2 0,-8-1 11 16,8-10 2-16,-9 1 4 0,8-7 10 0,0-2-16 15,-14 1-12-15,12-6 15 0,-14 2-13 0,11-10-12 16,-1-4-8-16,-6 1-4 0,-1-4-14 0,-1 0-8 0,-5-4-7 0,-9 7-4 15,-5 1-10-15,-2-2 4 0,-3-2 0 0,-4 0-4 16,-7 0-7-16,-9 1-4 0,-5 3-11 0,-6-3-5 16,-16-2-9-16,-14 4-27 0,-8 3-37 0,-32-5-50 15,-6 14-51-15,-6 7-64 0,2 5-94 0,5 3-382 16,28 3-767-16,2-1 339 0</inkml:trace>
  <inkml:trace contextRef="#ctx0" brushRef="#br0" timeOffset="87995.43">5585 6667 143 0,'0'0'323'15,"0"-4"-16"-15,0 4-11 0,-3-3-11 0,3 3-18 16,0 0-22-16,0-6-17 0,0 6-24 0,0 0-22 0,0 0-21 15,0 0-18-15,0 0-22 0,0 0-29 16,3-4-11-16,-3 4-45 0,0 0-16 0,0 0 3 16,-3 15-4-16,2-6-2 0,1 1 0 0,-3 2-2 0,2 1-2 0,1 2 8 15,-2 1-12-15,0 0-4 0,1-1 3 0,1 0-4 16,-4-1 2-16,3 3 1 0,1-2-3 0,-2-3 1 16,0-2 0-16,2 1-2 0,0-5 1 0,0 0 1 15,0 1-4-15,2-4 4 0,-2-3 10 0,-2 5-11 16,2-2 17-16,0-3 5 0,-1 7 7 0,1-7 4 0,1 2 0 15,-1-2 1 1,0 0 15-16,0 3-14 0,0-3-5 0,0 0-1 16,0 0-6-16,0 0-10 0,0 0-11 0,0 0-12 15,0 0-39-15,0 0-73 0,4-9-75 0,1-1-65 16,-5 5-264-16,1-7-565 0,3 0 250 0</inkml:trace>
  <inkml:trace contextRef="#ctx0" brushRef="#br0" timeOffset="88195.85">5608 6401 213 0,'0'0'358'0,"-4"-5"-22"0,4 5-31 16,-4-4-33-1,4 4-23-15,-1-4-30 0,1 4-30 0,0 0-31 0,0 0-38 16,0 0-50-16,0 0-48 0,0 0-36 15,0 0-34-15,9-2-51 0,-9 2-57 0,0 0-210 16,13 0-396-16,-8 0 175 0</inkml:trace>
  <inkml:trace contextRef="#ctx0" brushRef="#br0" timeOffset="88666.08">5527 6309 39 0,'-11'5'177'0,"-1"0"-11"0,1 0-16 15,1 2-14-15,-4 3-15 0,2 2-14 0,-1 2-7 16,-2 6-7-16,1 4 9 0,1-2-12 0,-2 5-5 16,2-1-10-16,1 5 6 0,-1-2-16 0,2 5-2 15,2 0-6-15,0 1-2 0,-1 9-8 0,5-9-9 16,0 1 6-16,0 10-7 0,2-13-3 0,2 1-3 15,4 1 3 1,2-2 18-16,0 0 0 0,1 0 1 0,3-4 0 0,0 2-1 16,1-4 3-16,1-2 2 0,1-3 2 0,-2-4 2 15,2-4 0-15,3-1 3 0,2 0 1 0,1-1 3 16,2-6 5-16,7 2-3 0,-6-4 2 16,8-2-1-16,0-4-5 0,2-3 0 0,1-3-6 15,-1-2 14-15,2 1 10 0,1-8 11 0,3 1 11 0,-5-2 6 16,0 0 3-16,0-3-2 0,-2-4-1 0,-4 0-1 0,1-2 1 15,5-12-4-15,-13 9 1 0,10-11-3 0,-9 9-11 16,-2-11-4-16,-8 11 1 0,-1 1-5 0,-4-5-6 16,-1 1 3-16,-4-1 3 0,-6 3 8 0,-1-1-8 0,-2 0-6 15,-2-1-13-15,-10 5-6 0,2 1-10 16,-3 2-13-16,2 3-10 0,-4 5-12 0,-3 2-16 16,0 4-28-16,-1 3-34 15,1 3-44-15,0 2-26 0,8 5-42 0,-5 3-41 16,-3 3-42-16,0 7-34 0,10-2-54 0,-6 5-350 15,7-6-752-15,7 2 334 0</inkml:trace>
  <inkml:trace contextRef="#ctx0" brushRef="#br0" timeOffset="88998.4">6460 6774 26 0,'-4'3'304'0,"4"-3"-28"16,-4 1-19-16,4-1-25 0,0 0-18 0,0 0-10 16,-4 3-15-16,4-3-16 0,0 0-20 0,0 0-13 0,0 0-11 15,0 0-13-15,24 0-15 0,-8-2-8 0,5 0-9 16,10-4-6-16,5 4-7 0,0-2-9 0,3-2-5 15,-1-1-8 1,3 3-5-16,-3-4-3 0,-5 2-6 0,-1 2-1 16,-1-2 5-16,-12 3-14 0,-1 2-4 0,-4-2-5 15,-2 1-10-15,-6 0-10 0,-1-1-49 0,0 1-59 16,-5-2-50-16,0 4-51 0,-6-5-242 0,-4-1-492 16,-2 1 218-16</inkml:trace>
  <inkml:trace contextRef="#ctx0" brushRef="#br0" timeOffset="89167.34">6717 6459 157 0,'-1'-3'369'0,"-2"-1"-25"0,2 0-29 16,1 4-35 0,0-5-30-16,0 5-28 0,0 0-29 0,0-5-47 0,0 5-56 15,0 0-11-15,0 0-30 0,5 11-49 0,-1-1-40 16,2 1-61-16,1 5-61 0,-7 3-204 0,1 5-395 15,-2 2 175-15</inkml:trace>
  <inkml:trace contextRef="#ctx0" brushRef="#br0" timeOffset="89320.48">6676 7057 182 0,'-4'8'358'0,"4"-3"-6"16,-1-1-14-16,1 0-5 0,-3 0-30 0,3-4-25 15,0 0-26-15,0 0-27 0,0 0-22 0,0 0-32 16,12-11-50-16,-7 8-49 0,4-8-62 0,0 5-69 15,5-6-84 1,4 1-101-16,-4-1-215 0,10-5-497 0,-3 0 220 16</inkml:trace>
  <inkml:trace contextRef="#ctx0" brushRef="#br0" timeOffset="89637.36">7572 6532 59 0,'0'-5'400'0,"-1"2"-15"0,-2-1-17 16,3-1-10-16,0 5-10 0,0-4-25 0,0 4-26 16,-1-6-33-16,1 6-20 0,0 0-30 0,0 0-24 15,0-5-21-15,0 5-30 0,0 0-34 0,0 0-29 16,0 0-43-16,0 0-19 0,0 0-6 0,0 0 17 0,-3 17-23 0,2-7-4 15,-2 0 5-15,2 2-8 0,1 3 5 0,-4 1 0 16,0 1-5-16,-1 0-1 0,4 2 3 0,-4 1 3 16,0-6-1-16,1 5-10 0,0-2-27 0,2-2-21 15,0-2-18-15,1-1-23 0,1-1-25 0,-3 1-41 16,2-1-27-16,5-6-32 0,-3 1-63 0,3-3-166 16,1-1-491-16,4-4 218 15</inkml:trace>
  <inkml:trace contextRef="#ctx0" brushRef="#br0" timeOffset="89938.03">7833 6538 42 0,'6'-6'343'15,"-2"-2"1"-15,3 1 3 0,-4 2 6 0,2 0-12 16,-4 1-14-16,3 1-20 0,-1-1-25 0,-3 4-29 0,2-3-30 16,-2 3-25-16,4-5-33 0,-4 5-14 0,0 0-30 15,3-2-33-15,-3 2-18 0,0 0-8 0,5 9-4 0,-5-1-11 16,1-2 1-16,0 5-19 0,1 1 0 0,-1 0 5 15,-1 2-18-15,1-2-3 0,-2 5-1 0,1-1-1 16,0 2 3-16,-1-1 4 0,-1-1-7 0,2-3-2 16,-1-1 5-1,0-2-7-15,-1 1 4 0,2-1-3 0,0-3 3 0,-2-1 0 16,1 1 3-16,1-3-10 0,0-4-8 16,0 6 9-16,-1-1-1 0,1-5 1 0,0 4 7 15,0-4 4-15,0 0-2 0,0 0-2 0,0 0-39 16,0 0-55-16,0 0-31 0,0 0-26 0,-6-14-43 0,5 7-57 15,-1-4-63-15,-2-1-269 0,1-5-620 0,2-1 275 16</inkml:trace>
  <inkml:trace contextRef="#ctx0" brushRef="#br0" timeOffset="90116.5">7825 6275 70 0,'-5'-2'374'0,"5"2"-15"0,-5-4-20 15,5 4-26-15,0 0-32 0,0 0-30 0,-4-3-26 16,4 3-24-16,0 0-27 0,0 0-43 0,-4-2-45 16,4 2-49-16,0 0-39 0,0 0-42 0,0 0-64 15,0 0-73-15,0 0-237 0,0 0-452 0,0 0 199 16</inkml:trace>
  <inkml:trace contextRef="#ctx0" brushRef="#br0" timeOffset="90316.72">7554 6341 12 0,'0'0'400'16,"0"0"-28"-16,0 0-40 0,0 0-31 0,0 0-27 0,-9 0-28 15,9 0-32-15,0 0-55 0,0 0-52 0,0 0-60 16,0 0-67-16,0 0-69 0,13-9-85 15,-11 6-190-15,1 1-394 0,2-1 174 0</inkml:trace>
  <inkml:trace contextRef="#ctx0" brushRef="#br0" timeOffset="90802">7577 6186 98 0,'-9'0'217'15,"1"0"-15"-15,2 0-22 0,-7 0-17 0,4 2-18 16,-1 3-15-16,-3 2-12 0,-2 5-12 0,-2 1-13 16,1 8-3-16,-3-1-16 0,-2 9-4 0,6 0-7 15,-4 2-5-15,1 11-6 0,1-7-1 0,-1 9-2 16,6-9-4-16,1-2-5 15,2 3-4-15,0-1 0 0,2 10-1 0,4-11 4 16,1 12 4-16,2-12 6 0,2 3 0 0,1-2 10 16,3 1 2-16,4-4-1 0,-1 0 2 0,4-1 1 15,2-5-2-15,2-1-5 0,2-1 11 0,-1-2-12 16,0-1-2-16,5-1-5 0,-3-3-6 0,1 0-2 16,-3-5 4-16,0-3 24 0,2-1-3 0,8-2 6 15,-6-5 9-15,7-1 5 0,1-3-3 0,0-4 22 0,5-1 6 16,-2-3 5-16,-1-1 5 0,1-4 0 0,0-2 0 15,9-10 2-15,-13 5-4 0,10-8-7 0,-3-1-8 0,-4-6-7 16,0-1-6-16,-4-6-11 0,1 3-7 0,-3-4-9 16,-3-1-9-16,-2 0-9 0,-8 0-9 0,-1-1-2 15,-3 0-4-15,-8-1-1 0,-3 1 0 16,-6 2-2-16,-1 12-1 0,-7 0-9 0,-5 5-4 0,-10-7-21 0,-11 9-33 16,-10-4-37-16,-11 8-30 0,-33 2-30 0,-2 9-25 15,1 7-31-15,-4 11-44 0,10 0-67 0,29-1-390 16,0 5-750-16,11-5 331 0</inkml:trace>
  <inkml:trace contextRef="#ctx0" brushRef="#br0" timeOffset="91703.82">9636 6317 276 0,'-2'-5'325'0,"2"3"-11"16,0 2-11-1,-2-6-14-15,2 6-6 0,-3-5-42 0,3 5-27 0,-1-4-21 16,1 4-26-16,0 0-21 0,-1-3-29 0,1 3-32 16,0 0-31-16,0 0 5 0,0 0-19 0,-4 19-3 15,3-6-5-15,-2 1-2 0,0 7-6 16,-2 4-4-16,3 2 2 0,-3 0-4 0,1 1 0 0,1-1-3 15,2-3-6-15,0 2 6 0,2-8-2 0,0 1-1 16,2-1 2-16,-1-1-3 0,1-5 2 0,1-3 4 0,-2 1 3 16,1-3 0-16,-2-2 12 0,2 2 12 0,-2-5 14 15,2 2 37-15,0-3 26 0,3 1 21 0,2-4 7 0,0 0 5 16,4-3 2-16,4-5 2 0,-3 0 0 16,2-2-1-16,2-2-4 0,1-6-7 0,-3-1-10 15,3-1-13-15,-1 0-2 0,-2-1-11 0,0 0-7 16,1-1-7-16,-3 3-2 15,-2 5 4-15,-3 0-9 0,-3 5-1 0,1 3-8 16,-3 2-2-16,2-1-10 0,-3 2-10 0,2 1-4 16,-4 1-8-16,1-1-13 0,-1 4-7 0,3-5-23 15,-3 5-23-15,5-3-30 0,-5 3-41 0,0 0-40 16,0 0-14-16,0 0 18 0,-2 15 6 0,-1-3 11 16,2 5 16-16,-2 0 14 0,-1 3 7 0,-1 6 0 15,-1-2 6-15,5-5 18 0,-2 1 8 0,3-3-14 0,1 0-3 0,2-2-9 16,3-2 4-16,-2-1-9 0,8 0-8 0,4-2-25 15,0-3-49-15,13-1-70 0,-1-2-99 0,3-6-381 16,-1 0-761-16,0-6 336 0</inkml:trace>
  <inkml:trace contextRef="#ctx0" brushRef="#br0" timeOffset="92120.43">10158 6581 234 0,'-10'-8'380'0,"10"8"-12"16,0 0-3-16,4-8-17 0,-4 8-13 15,0-2-27-15,0 2-26 0,0 0-29 0,1-4-32 0,-1 4-23 16,0 0-22-16,0 0-26 0,0 0-23 0,0 0-39 15,0 0-11-15,0 0-16 0,0 0-9 0,5 12-14 16,-4-5-3-16,2-2 1 0,-3 5-7 0,0 0-4 0,0 2 12 0,0 0-14 16,0-1-3-16,0 0 0 0,0-2-11 0,0 0 25 15,0-1-27-15,0-1-8 0,0-3 1 16,0 1 0-16,0-2 3 0,0 2 10 0,0-5 22 16,0 3 30-16,0-3 30 0,4 2 4 0,-4-2-8 0,0 0-9 15,17-13-5-15,-6 6-2 0,-2-1-16 0,6-3-9 16,-2 1-5-1,4 3-6-15,-3-3-2 0,-4 5-5 0,4-1-6 16,-4 1-8-16,2 2-16 0,-2 0-22 0,0 2-16 16,2 2-26-16,-1 0-19 0,2 4-18 0,-3 2-27 15,3 4-26-15,-2 3-43 0,0 2-60 0,-5 0-84 16,-2 0-314-16,-4-1-706 0,0-4 313 0</inkml:trace>
  <inkml:trace contextRef="#ctx0" brushRef="#br0" timeOffset="92675.4">9444 7074 173 0,'-13'3'280'16,"2"-2"-15"-16,2 0-14 0,2 1-10 0,2-2-7 15,-1 1-3-15,1 0-14 0,5-1-18 0,-8 1-13 16,8-1-7-16,0 0-12 0,-5 2-3 0,5-2-26 16,0 0-18-16,0 0-14 0,0 0-7 0,0 0-11 15,0 0-8-15,0 0-5 0,15-4-6 0,-15 4-8 0,4-3 10 0,-4 3-3 16,0 0-7-16,0 0 2 0,6-1-10 0,-6 1 0 16,0 0-2-16,0 0 0 0,0 0-1 0,0 0-2 15,0 0-17-15,0 0 5 0,4-4 4 0,-4 4 2 16,0 0-9-16,0 0 11 0,0 0-17 0,0 0-1 0,0 0-10 15,0 0 7-15,0 0 1 0,0 0-3 16,0 0 2-16,0 0-2 0,0 0 2 0,0 0-4 0,0 0 2 0,0 0 1 16,0 0-3-16,0 0-2 0,0 0 7 0,0 0-12 15,0 0 10-15,0 0-2 0,0 0-3 0,0 0-2 16,0 0-13-16,0 0 11 0,0 0 1 0,0 0-3 16,8-2 7-16,2 1 5 0,9-2-6 0,12-1 2 15,20-8-11-15,7 5 0 0,5-4 4 0,36-6 1 16,-4 3-3-16,0-3 13 15,7 3 10-15,-2 0 2 0,3 1 8 0,-8 4 0 16,-5-5-1-16,-30 9-6 0,-3 2-2 0,-16-4-4 16,-5 3-1-16,-3 0-2 0,-6 0 2 0,-10-1 12 15,1 4 11-15,-8 0 5 0,-2 0 5 0,-1-1-2 16,-1 1-3-16,0 1-5 0,-2-1-16 0,-4 1-24 16,5-1-23-16,-5 1-44 0,0 0-62 0,0 0-52 15,0 0-42-15,-37 3-43 0,18 4-52 0,0-2-57 0,-10 4-362 0,6-4-784 16,5 1 347-16</inkml:trace>
  <inkml:trace contextRef="#ctx0" brushRef="#br0" timeOffset="93408.47">9757 7357 104 0,'0'-5'304'16,"4"-1"-11"-16,-3 0-4 0,-1-1 0 0,0 2-13 16,0-3 2-16,0 1-17 0,4 1-5 0,-3 2-8 0,-1 0-21 15,0 4-21-15,0-5-30 0,0 5-13 0,0-6-22 16,0 6-22-1,3-2-20-15,-3 2-22 0,0 0-9 0,0 0-12 16,-3 13-8-16,2-4 0 0,-3 4-6 0,3 2-4 16,-3 2-8-16,-1 1 2 0,4 1-2 0,-2 2-4 15,3-3 0-15,0-1 0 0,0 2-10 0,3 0 5 16,-2-3-2-16,-1-5-1 0,5 2-10 0,-1-2 9 16,-3-6 4-16,3 7 2 0,-3-7 3 0,3 1 10 0,1-2 12 15,3-3 2-15,2 1-4 0,2-7 7 0,5-2 4 0,3 2 3 16,-1-8 15-16,2 0 10 0,0-4 0 0,-1 2 2 15,2-6 1-15,0 0-5 0,-3 0-6 0,-1-3-2 16,1 5-4-16,-1 0 8 0,-8 2 11 0,-1 4 16 16,3 1 2-16,-7 2 0 0,0 5-4 0,-3-2-9 15,2 3-13-15,1-2-8 0,-3 4-10 0,-1-1-7 16,1 0-16-16,-2 3-14 16,2-3-18-16,-2 3-19 0,0 0-21 0,0 0-9 15,0 0 0-15,0 0 6 0,0 14 1 0,-2-6 5 16,-1 5 1-16,1 3 4 0,-5 1 3 0,2 1 3 15,2 0 0-15,0 1 2 0,1 1 4 0,2-2 3 16,2-3 2-16,0 2 3 0,2-6-2 0,-2 2 5 16,3-5 0-16,3 2 7 0,0-3 0 0,1 2 5 15,3-5-4-15,2-1-8 0,4-1-25 0,0 1-26 0,1-6-39 0,4 6-45 16,-3-8-42-16,-1 2-57 0,-3-1-64 0,-2-1-80 16,-2 1-430-16,1-3-874 0,-2 0 387 0</inkml:trace>
  <inkml:trace contextRef="#ctx0" brushRef="#br0" timeOffset="94024.48">10428 7449 314 0,'-4'-3'385'0,"4"3"-19"0,-1-7-21 0,1 7-21 0,-4-4-26 16,4 4-28-16,-1-3-36 0,1 3 0 0,0 0-41 16,0 0-23-16,-4-3-21 0,4 3-21 0,0 0-8 15,0 0-29-15,0 0 2 0,9 11-5 16,-4-6-10-16,-1-1-14 0,1 5-14 0,0-3-2 0,-1 0-16 16,1 2-9-16,5-1-3 0,-4 0-1 0,0-2-9 15,-1 1-5-15,1-2 7 0,3 2 0 0,-3-1-4 0,2-3-4 16,-1-1 21-16,1-1-21 0,0 1-3 0,2-1 8 0,2-1 1 15,-2-2 0-15,-1-2-2 0,2-1 12 16,1 2 5-16,-3 1 7 0,1-2 9 0,-5 0 6 16,-1 4-5-16,1-3 7 0,2 4-2 0,-7 0 10 15,7-2-28-15,-7 2-4 0,4-2-2 0,-4 2-15 0,0 0 2 16,6 3-12 0,-6 2 0-16,3 5-3 0,-3 1 0 0,0 6 2 15,0 4-1-15,0 3 7 0,-1 4-15 0,-2 1 10 16,1 2 5-16,-5-1 1 0,1 4-4 0,-2-2-1 15,-1-2 12-15,-1 1-7 0,1 0 2 0,-4-2 0 16,2-6 2-16,3-4 0 0,-1-3 1 0,-3-1 0 16,3-2 2-16,2-4 8 0,-1-2 3 0,1-3 19 15,2-2 8-15,-3-1 17 0,8-1 3 0,-15-9 13 0,8-3 1 0,1-3-11 16,2-3-7-16,3-7-4 0,2-4-6 0,5-1-9 16,11-15-5-16,2-1-4 0,7 0-5 0,3 2-1 15,-1 0-7-15,4 3-6 0,1 4 1 0,-6 12-6 16,-1 0 0-16,-1 4 1 0,0 2-1 0,-10 6 0 15,0 3 2-15,-6 3 1 0,3-1-4 0,-7 4-2 16,1-1-8-16,-1 3 2 16,-1-1-7-16,0 0-9 0,-4 3-10 0,5-2-21 15,-5 2-4-15,0 0 0 0,0 0-6 0,0 0-7 16,7 8-16-16,-7-8-26 0,1 2-24 0,-1-2-22 16,0 4-28-16,0-4-24 0,4 3-31 0,-4-3-38 15,0 0-54-15,0 0-323 0,0 0-699 0,0 0 308 16</inkml:trace>
  <inkml:trace contextRef="#ctx0" brushRef="#br0" timeOffset="94441.04">11422 6805 368 0,'-4'-1'370'16,"4"1"-7"-16,-4-1-6 0,4 1-21 0,0 0-25 16,0-7-32-16,0 7-35 0,4-6-24 0,1 4-26 15,8-2-44-15,-4 1-47 0,6-1-49 0,3-2-66 16,4 2-56-16,0-1-78 0,3 0-82 0,-7 0-255 15,1 1-522-15,-2 1 230 0</inkml:trace>
  <inkml:trace contextRef="#ctx0" brushRef="#br0" timeOffset="94578.82">11492 6877 200 0,'-15'12'228'0,"2"0"-11"0,4-6-9 0,3 1-6 15,-1-2-6-15,2-3 3 0,1 4-7 0,3-4 1 16,1 3 10-16,0-5-4 0,7 5-9 0,4-4-33 15,12-1-14-15,5-1-42 0,3-2-68 0,2 3-85 0,-1-4-117 0,5-1-271 16,-1-6-477-16,2-1 210 0</inkml:trace>
  <inkml:trace contextRef="#ctx0" brushRef="#br0" timeOffset="96250.47">12859 6086 47 0,'3'-7'242'0,"1"4"-16"0,1-3-13 16,0 3-23-16,2 1-21 0,0-1-17 0,1 0-14 0,0 2-16 15,4 0-14-15,-3 2-9 0,2 0-1 0,1 3-11 16,-3 0-6-16,-1 5-4 0,6-3-1 0,-5 4-13 16,-4-1 1-16,3 3-8 0,-1 3-6 0,-3 2-4 15,0-3 1-15,-1 2-6 0,-2 0-2 0,-2 0-1 16,-2-3-3-16,3-1-3 0,-4 3-2 0,0-1-1 15,-2-4-1-15,5 0-2 0,-2-1 1 0,-1-4-4 0,3 2 2 0,1-2 10 16,-1-3 21-16,-2 1 28 0,3-3 34 0,-1 5 34 16,1-5 33-16,0 0 26 0,0 0-9 0,0 0-23 15,0 0-19-15,14-17-13 0,-5 7-18 0,1-3-13 16,3-3-1-16,2 1-8 0,4-4-6 0,-2-3-8 16,-3 8-6-16,-1 1 1 0,-4 4-11 15,2 1-1-15,-6 1-9 0,1 2-10 16,-3 1-7-16,1 1-7 0,0-1-19 0,1 2-15 15,-5 2-31-15,3-3-24 0,-3 3-21 0,0 0 8 16,9 9-2-16,-3-1 1 0,-2 2 6 0,2 4 5 16,3 3-4-16,-4 1 1 0,4 5-14 0,4 3-23 15,1-3-29-15,-5 3-18 0,2-2-29 0,4-2-44 16,0-3-51-16,3 1-81 0,-5-9-274 0,-3-3-665 16,2-3 295-16</inkml:trace>
  <inkml:trace contextRef="#ctx0" brushRef="#br0" timeOffset="96813.98">12944 6641 113 0,'-13'3'303'0,"4"-2"-21"0,-1 2-12 15,4-2-12-15,-1 0-8 0,2-1-9 0,5 0 1 16,-9 3 0-16,5-3-11 0,4 0-22 0,0 0-21 0,-6 0-19 15,6 0-14-15,0 0-8 0,-5 1-15 16,5-1-14-16,0 0-11 16,0 0-11-16,0 0 2 0,0 0-5 0,0 0-1 15,0 0 2-15,0 0-4 0,0 0-11 0,0 0-4 16,-7 3 1-16,7-3-13 0,0 0-12 0,0 0-3 16,0 0-4-16,0 0-7 0,0 0-6 0,0 0-5 15,0 0 0-15,0 0 1 0,0 0-4 0,0 0-8 16,0 0-2-16,0 0 3 0,0 0-3 0,0 0 0 15,-1 4 4-15,1-4 0 0,0 0 0 0,0 0-2 0,0 0-6 0,0 0 2 16,0 0 1-16,0 0 1 0,0 0-8 0,0 0 8 16,0 0-4-16,0 0 2 0,0 0-1 0,0 0-1 15,0 0 0-15,0 0 0 0,0 0-1 0,0 0-1 16,0 0 5-16,0 0 0 0,0 0 0 0,0 0-4 16,0 0-2-16,0 0-1 0,0 0-3 0,0 0 8 15,0 0-4-15,0 0 12 16,0 0-3-16,0 0 0 0,27-8 1 15,-6 4-6-15,13-2-5 0,4-1 2 0,16-2 2 0,0 2-1 16,4-3-2-16,0 2-6 0,2 1-3 0,4-5 20 16,1 7-3-16,-9-2-3 0,-1 0 2 0,-16 4 1 15,-2-2 2-15,-3 0 1 0,-15 3-6 0,-1-1 6 16,-4 2-6-16,-2-1 1 0,-6 1 1 0,2 0 0 16,-2 1 2-16,-2-2-9 0,-4 2-6 0,10-1-23 0,-10 1-28 15,4-1-30-15,-4 1-22 0,0 0-30 0,0 0-26 16,-23 9-31-16,5-1-34 0,0-1-42 0,-10 3-39 15,9-1-60-15,-7-1-231 0,3-3-646 0,-5 1 285 0</inkml:trace>
  <inkml:trace contextRef="#ctx0" brushRef="#br0" timeOffset="97450.47">13013 6865 313 0,'-4'-4'340'0,"-1"3"-15"0,5 1-16 0,-4-4-16 0,4 4-15 15,-4-4-32-15,4 4-24 0,0 0-26 0,0 0-31 16,0 0-15-16,-5 0-16 0,5 0-28 0,0 0-10 16,0 0-9-16,3 14 0 0,-2-6-19 0,-1 5-4 15,4-1-9-15,0 5-6 0,1 1-6 0,-3-2 1 16,2 1-11-16,0-2-7 0,1 2-8 0,-2-6-6 15,2 0-4-15,-4 0-5 0,7-3-7 0,-3 2 2 0,-1-7 4 0,0 3-4 16,1 0 8-16,0-3-3 0,4-2 2 0,-2 0-4 16,4-3 8-16,0-1-1 0,1-5 11 0,-1 3 8 15,4-4 3-15,0 0 3 0,-2-2 6 0,3 1 12 16,-2 1 0-16,-1 0 11 0,-2 0-2 0,-2 2 1 16,-1-1-4-16,-3 4-5 0,0 2-1 0,3-3-6 15,-5 1-8-15,0 2-6 16,1 1-13-16,-4 1-11 0,0 0-9 0,12 5-4 15,-8 0-7-15,-1 3 5 0,3 8 0 0,-2 2 4 16,1 5 3-16,-1 6 5 0,0 4-3 0,1 2 16 16,-5 1-25-16,-1 10 5 0,-3 0-1 0,0-11-2 15,0 1 9-15,-3 0 2 0,-2 10-6 0,0-13 4 16,-1 1 0-16,-2-3-6 0,-2 4 17 0,1-9 1 16,-2 5 0-16,1-10 7 0,1-4 1 0,4-4 9 0,0-3 25 15,-1-4 11-15,-1 1 18 0,0-3 15 0,-1-4 8 0,0-2 11 16,2 0 9-16,-3-11 12 0,3 1 6 0,3-4 0 15,0-9-15-15,6 0-12 0,6-1-17 0,6-6-11 16,3-1-11-16,14-11-9 0,8-2-8 0,1 0-6 16,3-3-13-16,2 8-3 0,-1 1-7 0,2 6 0 15,-3 3-1-15,-11 10 11 16,2 2 8-16,-3 2 8 0,-2 3 9 16,-7 2 6-16,-5 6 4 0,-4-3 6 0,0 4-2 15,-5 2-5-15,1-1-10 0,-1 0-8 0,2 1-7 16,-4 1-12-16,1-1-19 0,-4 3-40 0,6-1-48 0,-6 1-68 15,3-2-77-15,-1-2-94 0,-2 4-91 0,0 0-110 16,0 0-477-16,0 0-1064 0,0 0 472 0</inkml:trace>
  <inkml:trace contextRef="#ctx0" brushRef="#br0" timeOffset="102362.88">8630 9193 60 0,'-5'1'307'0,"5"-1"-16"16,-7 3-12-16,7-3-14 0,0 0-24 0,-5 1-15 0,5-1-3 15,0 0-26-15,0 0-24 0,0 0-11 0,0 0-18 16,0 0-15-16,0 0-14 0,18-5-13 0,1 1-23 16,11 3-31-16,2-6-37 0,0 2-48 0,1 3-60 15,2 0-62-15,-1-3-83 0,-6 3-178 0,-1-3-454 16,-8 5 200-16</inkml:trace>
  <inkml:trace contextRef="#ctx0" brushRef="#br0" timeOffset="102542.24">8701 9472 85 0,'-11'10'223'0,"6"-3"-23"15,0-2-18-15,0 1-11 0,2-3-11 0,-1 0-5 16,4 0-5-16,0-3-7 0,0 0-10 0,9 4-9 16,2-6-14-16,5 0-8 0,5-1-19 0,5-2-26 0,4 0-40 15,-1-2-51-15,-1 2-51 0,3-7-88 16,-3 5-128-16,-5-5-326 0,-1 4 145 0</inkml:trace>
  <inkml:trace contextRef="#ctx0" brushRef="#br0" timeOffset="103026.85">8993 9021 304 0,'-4'-5'323'0,"1"-1"-20"15,1 3-16-15,1-1-12 0,1 4-35 0,-3-4-23 16,3 4-22-16,-1-5-24 0,1 5-16 0,0 0-23 16,-2-4-12-16,2 4-14 0,0 0-11 0,0 0-2 15,12 9-18-15,-5-1-10 0,0-2-6 0,5 2-2 16,-3 1-9-16,3 3-5 0,5 0-5 0,-1-1-5 16,1 0-2-16,1 0-1 15,9 4-6-15,-4 1-7 0,-6-3-3 0,2-2-5 16,-4 0-5-16,0 0-7 0,-2 0 2 0,-4-3-11 15,1 0-2-15,-2-1-7 0,-2 1 11 0,-2 1-14 16,1 2 5-16,-8 1 0 0,0 6 2 0,-3 0 1 16,-7 5 2-16,-4-1 5 0,-7 5-1 0,1-1 1 15,-3 1 5-15,1 0-4 0,-1 0-1 0,2-4 7 16,2 1-1-16,-1-3-3 0,0 1 8 0,2-4 2 0,1-1 6 0,6-2-4 16,3-4 3-16,2-1 0 0,0-5 8 0,4 0 5 15,1 2 10-15,0-4 18 0,0 0 23 0,2 1 14 16,-1-4 4-16,-2 3 16 0,5-3 6 0,-2 4 6 15,2-4 8-15,0 0-8 0,-4 2-6 0,4-2-3 16,0 0-14-16,0 0-12 0,0 0-6 0,0 0-12 16,0 0-11-1,0 0-16-15,0 0-25 0,0 0-35 0,0 0-47 0,0 0-45 16,16-6-47-16,-16 6-57 0,9-3-69 0,-1 1-104 16,3-1-232-16,0-1-673 0,3-6 297 0</inkml:trace>
  <inkml:trace contextRef="#ctx0" brushRef="#br0" timeOffset="103729.42">10130 9135 331 0,'0'-4'330'15,"0"4"-10"-15,0-7-18 0,-3 3 1 0,3 4-39 0,-1-4-13 0,1 4-30 16,-3-2-16-16,3 2-32 0,0 0-13 0,0 0-25 15,0 0-15-15,-2-4-37 0,2 4-11 0,0 0-6 16,0 0-11-16,5 13-3 0,-1-8-11 0,-1 0-7 16,-1 5-13-16,3-1-10 0,3-1-8 0,-3-1-5 15,1 2-4-15,2-1-3 0,-3-1 0 0,3-2-1 16,1 0-2-16,-4-2 6 0,4-1-2 0,0 2 0 0,4-4 0 0,-3 0 2 16,3-4 2-16,-2 1 0 0,-2-1 2 0,3-1-1 15,-1 0 0-15,-2-1 9 0,1-2 9 0,-2 2 5 16,1 1 4-16,-1-4 13 0,-1 6 1 0,-3-1 13 15,1 0-4-15,-1 2 4 0,0-3-5 0,1 4-5 16,0 0 1-16,-5 1-18 0,4-3-12 0,-4 3-12 16,0 0-8-16,5 5 0 15,-5 3-3-15,1 1 2 0,2 9-1 0,-3 1 5 16,0 5 0-16,0 4-5 0,-4 0-6 0,4 5-1 16,-4 2 4-16,-1 11 2 0,0-11 1 0,-4 12 6 15,0-13-6-15,-5 9 5 0,5-9 1 0,0-1 0 16,-5-3 3-16,1 0 0 0,-2-4 1 0,2 0-1 15,-2-6 3-15,2-6 2 0,1 0 13 0,-4-4-6 16,6-4 1-16,-3-2 9 0,0-3 8 0,-2 2 8 0,-2-7 11 0,2-1 16 16,2-3 25-1,3 1 12-15,-3-9 4 0,7 1-10 0,1-6-7 16,3-5-13-16,6-2-6 0,1-4-4 0,9-1-7 16,-1-12-9-16,1 12-2 0,11-7-1 0,-4 11-15 15,2 2 0-15,-1-2-11 0,5 5 8 0,-2 4-4 0,2-1 0 16,-3-1-6-16,-1 7 0 0,-9 3 1 15,3 3-6-15,-8 1-5 0,0 2 1 0,-1 2-8 0,-1 1-28 16,-3-1-32-16,4 4-45 0,-4-2-28 0,-4 2-23 16,10 2-34-16,-10-2-54 0,7 4-31 0,-4 0-49 15,0 0-280-15,-2 0-653 0,2-3 290 0</inkml:trace>
  <inkml:trace contextRef="#ctx0" brushRef="#br0" timeOffset="104283.64">10922 9106 208 0,'0'-4'377'0,"2"1"-25"15,-2-2-20-15,0 5-18 0,1-5-28 0,-1 5-27 16,0-4-22-16,0 4-32 0,0 0-21 0,0 0-21 15,0 0-24-15,0 0-11 0,0 0-25 0,0 0-13 16,0 0-14-16,3 12-10 0,-2-5-9 0,-1 5-4 16,1 5 6-16,-2 0-10 0,1 2-6 0,-4 6-3 15,3-6 2-15,-2 0-13 0,2 6 3 0,-2-6-8 0,3 0 1 16,-2-2-5-16,2-2-1 0,0-1 3 0,0-2-3 0,1-1 6 16,-1-3-3-16,2 0 1 0,0-3 8 0,0 0 14 15,1-1 28-15,0-1 20 0,0-1 17 0,4-2 11 16,-7 0 6-16,18-6-1 0,-7-2 2 0,4-1 2 15,2-3 5-15,4-6 0 0,-1-1-4 0,-1-4-7 0,2 1-11 16,-2-1-9-16,1-4-8 0,1 3-2 0,-2-1-7 16,-3 4 0-16,2 1 3 0,-5 3 0 0,-8 7 3 0,7-3 2 15,-6 5-3-15,-1-1-1 0,-1 5-13 0,0-1-7 16,0 1-12 0,-2 0-3-16,2 1-14 0,-4 3-14 0,1-2-18 0,2-1-22 15,-3 3-33-15,0 0-28 0,0 0 2 0,0 0 1 0,-4 15 8 16,0-4 6-16,-6 5 4 0,2 2 7 15,-1 6 2-15,-1 1 7 0,3-1 3 16,-2-2 5-16,2 3 5 0,0-5-2 0,0 5-18 0,3-8 5 0,0 0 3 0,3-2 5 16,0-3 4-16,1 0 9 0,0-2 2 0,1-3 6 15,2 0 7-15,1-1 11 0,2 3 3 0,3-5 2 16,1 1 4-16,8-2 0 0,3-1-25 0,0-2-33 16,1-2-56-16,5-4-70 0,4 0-77 0,-5-1-85 15,8-2-126-15,-8-2-373 0,1-5-893 0,-3 1 395 16</inkml:trace>
  <inkml:trace contextRef="#ctx0" brushRef="#br0" timeOffset="104869.36">11609 9252 166 0,'0'0'333'15,"1"-5"-22"-15,-1 5-20 0,4-4-27 0,-4 4-19 16,0 0-34-16,1-3-20 0,-1 3-26 0,0 0-18 15,0 0-15-15,0 0-12 0,14 7-16 0,-9-3-5 16,-1 2-15-16,2 2-5 0,-2 1-9 0,0 2-8 0,1 2-6 0,-5 4-2 16,0-1-6-16,-2 0-5 0,-1 1-6 0,-1 1-3 15,-1 1-16-15,-2 0-1 0,-3-2-6 0,1 1 6 16,1-1-3-16,0-1-2 0,-1-3 2 0,4-4 0 16,-3-1 0-16,4 0 6 0,1-4 8 0,-1 1 9 15,2-2 22-15,0 1 25 0,-1-2 31 0,1 1 22 16,2-3 24-1,0 0 2-15,0 0-18 0,0 0-17 0,0 0-8 0,7-19-19 16,0 12-9-16,-1-3-7 0,6-3-11 0,-2-2-15 16,4 1-2-16,3-6-5 0,0-3-4 0,1-1-13 15,4 2-15-15,-3 0 4 0,1 0-7 0,-7 7 0 16,4-4-5-16,-7 5-1 0,-1 7 1 0,-1-3-5 16,-3 4 0-16,0 2-3 0,-1 0-9 0,-2 0-7 0,1 0-17 15,0 2-15-15,-3 2-16 0,0 0 10 0,0 0-3 16,2 10-2-16,-4-1 15 0,-2 6 8 0,0-6 4 0,0 11-4 15,-2-3-3-15,2 2 11 0,3-1-2 0,-1 0 14 16,4 3-11-16,3-3 11 0,4-1 5 0,2 6 8 16,8-2 0-16,1-4-2 0,6-3-29 15,5-5-67-15,5-4-78 0,3-1-110 0,14-7-138 0,1-3-214 16,-1-5-690-16,-3-1 306 16</inkml:trace>
  <inkml:trace contextRef="#ctx0" brushRef="#br0" timeOffset="105548.87">12512 9215 215 0,'0'0'282'0,"0"0"-8"0,0 0-4 0,0 0-4 16,0 0-14-16,0 0 3 0,0 0-21 0,0 0-2 15,-9-6-29-15,9 6-3 0,0 0-34 0,0 0-3 0,9-8-31 0,-4 4-17 16,4 1-10-16,0-2-7 0,4 2-23 0,2-3-20 16,3 2-26-16,3 2-30 0,-1-3-36 0,3 2-33 15,-4 1-44-15,9-2-44 0,-7 2-45 16,-3 1-62-16,-1-1-198 0,-4 0-500 0,1 2 221 0</inkml:trace>
  <inkml:trace contextRef="#ctx0" brushRef="#br0" timeOffset="105702.12">12669 9310 104 0,'-9'7'201'16,"2"-2"-14"-16,0 0-15 0,2 1 4 0,0-3 6 15,2 0 6-15,-3 1 3 0,5-3 0 0,1-1-11 16,0 0-10-16,0 0-17 0,19 0-16 0,-2-5-16 15,3 4-11-15,8-4-31 0,0-1-31 0,4-2-40 0,0 1-47 16,3 2-54-16,-1-2-62 0,-2-3-231 0,0 3-417 0,0-5 185 16</inkml:trace>
  <inkml:trace contextRef="#ctx0" brushRef="#br0" timeOffset="106172.37">13170 9056 227 0,'0'0'283'0,"0"0"-29"0,5-5-26 0,-1 2-21 16,3 1-9-16,0 0-25 0,2 2-12 0,1 0-11 0,4 2-10 16,-1 0-7-16,1 3-12 0,3 0-12 15,-1 2-4-15,-3 4-8 0,2 0-8 0,-2 3-8 16,-1-1-2-16,-1 4-9 16,-2 0-9-16,-1 1-3 0,-2-1-6 0,-3 1-5 0,1 1-3 15,-8 5-4-15,-2 1 1 0,-1-6-8 16,-2 0-2-16,-1-1-1 0,-4-2-2 0,2 1-2 15,0-2-4-15,0-1 0 0,-2-2 0 0,5-4-7 0,0 1 7 16,3-4-8-16,-2 2 2 0,3-3 2 0,1-1 19 16,3-1 24-16,1-2 41 0,-5 1 37 0,5-1 5 15,0 0-21-15,0 0-13 0,1-12-11 0,4 1-7 0,4 2-9 16,5-7-9-16,-1 1-11 0,7-9-7 0,2 0-8 16,0 0-2-16,2 2-2 0,0-6-10 0,3 6 2 15,-5 0-10-15,-3 2-1 0,-2 6 3 0,-4-1-5 16,-2 8-1-16,-2-1-5 0,-1 0-6 0,-2 4 5 15,1-1-6-15,-3 1 0 0,0 3-1 0,0-4-17 0,-1 3-15 16,-3 2-22 0,0 0-10-16,0 0 6 0,6 5 2 0,-6 6-1 15,0-5-1-15,-2 6 15 0,3-2 1 0,-1 6 5 16,2 1 0-16,2 1 8 0,1 1 3 0,2-2-5 16,0 1-16-16,7-2-15 0,-1 0-27 0,1-3-39 15,9 1-41-15,3-2-57 0,2-1-61 0,0-5-80 16,-1-1-197-16,1-5-601 0,-6-2 267 0</inkml:trace>
  <inkml:trace contextRef="#ctx0" brushRef="#br0" timeOffset="106704.28">14058 9093 95 0,'-1'-8'368'15,"1"3"-12"-15,-3-3-12 0,6 4-12 0,-6-1-9 0,6 0-20 0,-3 1-12 16,0 4-26-1,1-5-25-15,-1 5-22 0,0-5-30 16,0 5-21-16,0 0-20 0,0 0-21 0,0 0-25 0,0 0-11 0,0 0-15 16,0 0-8-16,0 0-14 0,4 16-8 0,-4-7 1 15,1 3-14-15,2 0 1 0,-3 6-4 16,0 2-1-16,1 2-6 0,-1-1 0 0,0-2-6 0,0-1 15 16,4 1-15-16,-3-2 1 0,-1-3-7 0,1-2 4 15,2 0 5-15,-3-3-10 0,1 0 3 0,2-2 12 16,-3-2-5-16,1-1 3 0,-1-1 7 15,4 0 27-15,-4-3 34 0,1 6 22 0,3-5 5 0,-4-1 1 16,0 0-3-16,14-7-8 0,-5 1-4 0,0-1-4 16,2-2-3-16,2-7-12 0,0 2-10 0,6-7-2 15,0 1-11-15,-1-1-7 0,2-1 1 0,-9 7-7 0,8-7-2 0,-1 2-3 16,-5 3-1-16,-3-1-1 0,-5 3-1 0,7 2 3 16,-6 3 11-16,1 0-16 0,-1 2-1 0,-1 3-1 15,-1-2-4-15,0 2-6 0,-1 2-1 16,0-1-2-16,0 0-6 0,-3 4-11 0,1-3-15 0,-1 3-20 15,1-3-24-15,-1 3-31 0,0 0-28 0,0 0 3 16,0 0 7 0,0 12 12-16,-2-1 7 0,-2 0 11 0,-1 6 8 15,-8 6 0-15,5 0 13 0,-1 4 6 0,0-4 5 0,3 2 0 16,-2 0 5-16,3-6 4 0,1 0 6 0,3-1 2 16,1 0 2-16,0-2 8 0,0-5 10 0,4-1 7 15,-3 0 9-15,7 1 10 0,-3-4 2 16,5 0-2-16,6-1 2 0,0 1-21 0,1-5-20 0,2 1-42 15,1-3-56-15,1-3-65 0,-1 1-61 0,-1-3-78 0,-1-3-107 16,0-3-280-16,-4 1-762 0,3-5 338 0</inkml:trace>
  <inkml:trace contextRef="#ctx0" brushRef="#br0" timeOffset="107375.14">14697 9206 161 0,'0'0'356'0,"-4"-3"-18"0,4 3-19 0,-1-5-19 16,1 5-8-16,0 0-25 0,-4-4-21 0,4 4-19 0,0 0-22 15,0-5-20-15,0 5-32 0,0 0-16 0,0 0-9 16,0 0-19-16,0 0-12 0,0 0-11 0,17 5-8 15,-11 0-18-15,-1-1-9 0,-1-1-3 0,5 5-19 16,-1-1-12-16,-1 0 2 0,1 1-9 0,1 0-12 0,1 0-8 16,-1-1-7-16,3-1-12 0,-2 2 0 0,-2-3 2 15,1 0-4-15,-3-2-5 0,1-1 3 0,0 0 6 0,-1 0 2 16,1-2 5-16,2-2 2 0,-4 0 17 0,1 0 11 16,1 1 12-16,0-3 11 0,2-3 14 0,-4-1 6 15,4 3 1-15,-4 1 20 0,2-1 3 0,-1 0 3 16,-2 1 4-16,-2-1 4 0,2 2 1 0,0-1-9 15,-1 0-10-15,-3 4-9 0,5-1-15 0,-5 1-25 0,5-1-12 16,-5 1-5 0,0 0-4-16,5 7-3 0,-1-1-6 0,-3 5-6 15,3 1 8-15,0 8-2 0,0-1-2 0,0 6 5 16,-1 4 2-16,-3 2-3 0,0 0 0 0,0 5 4 16,-3-4-9-16,-1 2 1 0,-4-3 1 0,0 1 19 15,-1-3-12-15,-2 0-2 0,-1-1-4 0,-2-2 10 16,2-4 2-16,1-5-1 0,-4-2 15 0,3-2-16 15,2-2 2-15,1-4 16 0,0 1-5 0,1-3 13 0,0-4 4 0,0-1 13 16,0-1 31-16,1-1 15 0,0-3 25 0,1-5 5 16,2 1-2-16,4-3-6 0,0-6-9 0,4-2-12 15,9-2-13-15,3-6-6 0,5 0-7 0,8-10-7 16,4-2-6-16,4 2-6 0,3 0-10 0,0 2-1 16,3 0-4-16,-2 1-1 0,-15 12-8 0,3 4-1 15,-6-1-5-15,1 4 1 16,-6 4-4-16,-3 2-5 0,0 0 3 0,-5 5-1 15,-4 1 0-15,-1 0-5 0,-1 2 0 0,0 0-12 16,-1 0-18-16,0-2-21 0,-3 4-28 0,5-4-46 16,-5 4-35-16,0 0 0 0,0 0-18 0,0 0-42 15,-10 10-45-15,0-7-81 0,0 2-109 0,-4-3-234 16,3-1-740-16,1-1 328 0</inkml:trace>
  <inkml:trace contextRef="#ctx0" brushRef="#br0" timeOffset="109996.27">17011 9106 225 0,'-7'-2'266'0,"7"2"-15"16,0 0-16-1,0 0-14-15,-4-2-12 0,4 2-13 0,0 0-20 16,0 0-15-16,0 0-17 0,0 0-16 0,0 0-10 16,13-3-19-16,-1 1-17 0,2-1-33 0,6 3-28 15,8-4-40-15,-7 1-37 0,9 2-41 0,-1 0-45 0,-1-3-63 16,-7 1-139-16,-2 1-373 0,-4 2 166 0</inkml:trace>
  <inkml:trace contextRef="#ctx0" brushRef="#br0" timeOffset="110143.19">17041 9223 163 0,'-13'12'170'16,"4"-5"-11"-16,0 0-15 0,4-3-6 0,1 2-2 0,0-1-2 0,0-4 3 15,4 3 0-15,0-4-3 0,4 4-12 0,5-1-7 16,6-3-17-16,5 0-24 0,3-2-38 0,7-2-50 16,1 0-51-16,1-1-50 0,-3 1-170 0,-2-6-307 15,-3 1 137-15</inkml:trace>
  <inkml:trace contextRef="#ctx0" brushRef="#br0" timeOffset="110381.23">17356 8966 293 0,'0'-1'303'0,"0"1"-25"16,-4-4-22-16,4 4-26 0,0-5-24 0,0 5-27 15,-1-4-23-15,1 4-14 0,0 0-20 0,0 0-13 16,0 0-12-16,12 13-8 0,-6-7-13 0,2 5-2 0,3 2-12 15,-1 0-5-15,3 4 2 0,-3-1-9 0,5 6 1 16,0 0-6-16,-7-4-3 0,1 7-4 0,-3-6 0 0,-4-1-3 16,0 1-3-16,-4 1 1 0,-3 4-3 0,-5-5-3 15,-5 5 2-15,-3 3-4 0,-6-4-12 16,-2-1-37-16,-1 0-50 0,-1 1-77 0,-1-5-119 16,2-3-190-16,10-5-498 0,3-6 220 0</inkml:trace>
  <inkml:trace contextRef="#ctx0" brushRef="#br0" timeOffset="111261.9">18753 8836 216 0,'1'-4'271'0,"0"0"-14"0,-1-3-10 0,0 2-15 16,2 3-25-16,-1-1-15 0,-1 3-28 0,1-7-21 16,-1 7-19-16,0 0-17 0,0 0-14 0,0 0-12 15,5 11-8-15,-2-6-7 0,0 6-9 0,1-2-5 16,4 1-5-16,-3 4-3 0,3 2-6 0,1-2-1 16,1 2-1-16,-1-3-7 0,-1-1 0 0,-2-4-6 0,3 1-1 0,-1 0-2 15,-3-4 0-15,5 4-6 0,-5-6 6 0,3 0-3 31,1-3-3-31,1-3-5 0,3 0 3 0,-3-4 1 0,2 3-2 0,3-9 0 0,0 2-2 0,-1 1 2 16,2-5 0-16,-3 4 1 0,0 0 2 0,2 0 0 16,-5 4 0-16,1 1-5 0,-3-3-1 0,1 4 0 15,-3 0-4 1,2 3-4-16,-3-1-4 0,3 3-6 0,-8 0-1 16,14 5-7-16,-9 0-1 0,0 3 2 0,2 8 0 15,-2 1 3-15,-2 7-5 0,-3 5 6 0,-3 3 3 0,0 0 1 16,-6 18-2-16,-4-2 7 0,1 3-4 0,-8-2 4 15,1 0-2-15,-4-1 5 0,0-3-3 0,1-1 2 16,-2-4 0-16,5-10 5 0,2-4-2 16,0-4 0-16,0-2-2 0,4-6 5 0,4-3 19 0,0-3 11 0,3-2 24 15,1-2 28-15,-3-1 12 0,3-2 18 0,5-1-1 16,-13-8 16-16,8-2 9 0,1 1-4 0,0-9-1 16,4-1-15-16,4-7-15 0,1-2-11 0,9-4-9 0,-1-1-10 15,6 2-5-15,8-12-12 0,4-1-7 0,-1-1-1 16,2 6-6-16,2 2-4 0,-9 13-3 15,-2 2 2-15,3 0-13 16,-4 2 0-16,-8 8 4 0,3 0-6 0,-8 3-1 16,2 2-5-16,-2 1-3 0,-3-1-1 0,2 4 1 15,-3-1-10-15,-2 2-37 0,1-1-37 0,0 1-36 16,-4 2-23-16,7-2-18 0,-7 2-24 0,10 4-20 16,-8-3-42-16,3 4-45 0,1-1-53 0,-3-2-241 15,1 1-618-15,0 0 273 0</inkml:trace>
  <inkml:trace contextRef="#ctx0" brushRef="#br0" timeOffset="111746.89">19603 8881 67 0,'1'-5'371'0,"1"1"-29"16,1 1-30-16,0-2-27 0,-2 1-27 0,-1 4-30 15,1-3-25-15,-1 3-26 0,3-3-21 0,-3 3-27 16,0 0-11-16,0 0-20 0,4 10-7 0,-3-2-13 16,-1 1-8-16,-4 2-8 0,5 1-7 0,-1 4-4 15,0 0-5-15,0 4-9 0,0-1 9 0,0-1-10 16,2-1-4-16,-1 0-5 0,0-1 5 0,3 0-12 0,-4-4-1 0,2-1-2 16,0-3 0-16,0-1 0 0,-2 0 5 0,2 0-5 15,-2-3 20-15,2 0 34 0,-1-2 51 0,-1-2 38 16,3 4 32-16,-3-4 2 0,0 0-9 0,12-9-14 15,-5 7-11-15,2-8-2 0,4-1-9 0,1-1-9 16,-4-1-12-16,4-1-12 0,-1-1-9 0,6-7-13 16,-7 8-7-16,-2-3-9 0,4 4 0 0,-2 1-1 0,-4 2 1 0,-1 2-7 31,-3 1-7-31,-1 3-7 0,0 0-10 0,0-1-10 16,-1 2-15-16,1 1-21 0,-1-1-23 0,-2 3-26 15,0 0-31-15,0 0-20 0,0 0 6 0,0 0 11 16,0 13 7-16,-1-6 6 0,-3 5 5 0,2 5 10 15,-4-3 6-15,4 3 7 0,-2 2 0 0,1-1 2 16,3 1 11-16,0-2-17 0,2 1-8 0,2 0-3 0,2 1-23 16,1-2-5-16,1-2-13 0,3 1-16 0,0-6-33 0,4 0-42 15,2-3-50-15,0-2-70 0,4-5-88 16,-5 0-226-16,-1-4-675 0,-3-1 299 0</inkml:trace>
  <inkml:trace contextRef="#ctx0" brushRef="#br0" timeOffset="112116.76">20038 9086 252 0,'-5'3'373'0,"5"-3"-5"0,0 0-43 0,0 0-33 16,0 0-27-16,-4 1-20 15,4-1-28-15,0 0-23 0,0 0-31 0,-2 3-14 16,2-3-22-16,0 0-10 0,0 0-12 0,1 4-12 15,-1-4-10-15,1 7-8 0,1-1-15 0,-1-1-16 0,0 1 8 16,1 4-5-16,-2-5-11 0,1 7 1 0,0-2-6 16,0-1-4-16,-2 0-4 0,1-1-2 15,1-3 14-15,-1 2-14 0,0 0-3 0,2-4-3 0,-2 1 3 16,0 0 9-16,0-4 24 0,2 1 6 0,-2-1 5 0,0 0 0 16,16-7 5-16,-7 2 3 0,0-2-5 0,7-1 6 15,-4 1-3-15,4 0-3 0,-3-1-1 0,-2 2-8 16,-2 1-2-16,3 2-6 0,-2-1 1 0,-1 0-5 15,-4 2-6-15,3-2-6 0,-2 3-5 0,1 1-6 16,-1 0-2-16,3 1-8 0,0 3-10 0,1-1-13 16,0 1-38-16,3 0-35 0,-3 3-29 0,3-1-47 0,4 2-52 0,-2-1-59 15,4 0-91-15,-5-6-269 0,-1 2-684 0,1-2 303 16</inkml:trace>
  <inkml:trace contextRef="#ctx0" brushRef="#br0" timeOffset="112448.95">20766 9056 244 0,'0'0'272'0,"-7"0"-15"15,7 0-16-15,-8 0-14 0,8 0-10 0,0 0-9 16,0 0 5-16,-8-2 0 0,8 2 0 0,0 0-13 0,0 0-11 0,0 0 9 15,-4-1-27-15,4 1-13 0,0 0-21 0,0 0-9 32,21-4-1-32,-8 2-27 0,6-2-7 0,3 3-8 15,6-5-7-15,-1 1 4 0,1 0-5 0,4 1 13 16,-4 1-7-16,-1 0 1 0,-4-1-9 0,-4 2 12 0,-5-1 2 0,-1 3 12 16,-3-4 5-16,-2 4-10 0,-3 0-7 15,0-1-8-15,-5 1-10 0,8 0-11 0,-8 0-15 16,7-3-24-16,-7 3-30 0,0 0-31 0,7 0-44 0,-7 0-47 15,0 0-61-15,0 0-60 0,0 0-69 0,0 0-393 16,0 0-772-16,-17-4 343 0</inkml:trace>
  <inkml:trace contextRef="#ctx0" brushRef="#br0" timeOffset="113250.51">21480 8685 92 0,'1'-6'251'0,"0"3"-26"0,-1 3-22 0,9-3-22 16,-2 3-18-16,1 0-17 0,2 1-17 0,1 3-13 15,4 3-12-15,1 3-2 0,0 0-12 0,0 2-4 16,0 3-9-16,-2 6-8 0,2 1-6 0,-5 0-3 16,-6 2-11-16,-1 3-1 0,0-3-5 0,-8 0-3 15,0 0-5-15,-1-4 0 0,-4 5-4 0,-1-5-5 16,-3-3 10-16,2 0-3 0,-2-2-1 0,1 0 3 0,-1-3 4 16,1 2 2-16,4-7 1 0,0 0 6 0,2-3 2 15,1 0 7-15,1 0 16 0,0-1 23 0,1 2 25 16,0-4 31-16,3-1 29 0,-4 4 13 0,4-4-21 0,0 0-13 15,9-15-23 1,1 8-16-16,7-7-11 0,4-1-8 0,4-2-10 16,3-4-15-16,0-1-1 0,3 1-9 0,0-3-11 15,-1 1-7-15,1 1-2 0,-2-1-3 0,-3 4-9 16,-5 2-2-16,-4 5 4 0,-3 2 5 0,-5 3-3 16,-1 0-2-16,-3 3-4 0,1 1-6 0,-2-2-2 0,1 2-21 0,-1 1-28 0,-4 2-21 15,5-2-25-15,-5 2 3 0,0 0-6 0,-1 10 19 16,-3-3 3-16,0 8 8 0,2-4 1 0,-5 4 5 15,1 2 1-15,-2 1 3 0,3-1 9 16,4 1-4-16,-2 2-6 0,3-3-6 0,0 1-1 16,5-2-2-16,3-2-10 0,6 0-14 0,0-1-25 15,4-1-45-15,6 0-48 0,3-4-69 0,9-7-76 16,-3 2-239-16,-3-6-617 0,0-1 272 0</inkml:trace>
  <inkml:trace contextRef="#ctx0" brushRef="#br0" timeOffset="113720.75">22372 8713 293 0,'0'-6'351'0,"0"2"-9"0,-3-2-26 16,3 4-31-16,0 2-22 0,0-7-24 0,0 7-33 16,0-3-23-16,0 3-19 15,0 0-22-15,0 0-4 0,0 0-32 0,0 0-8 0,0 0-11 16,4 17-9-16,-3-7-10 0,-1 2-11 0,2 4-1 15,-4 2-5-15,2 2-7 16,-1-1-5-16,1 4-5 0,-4-3-7 0,4 0-1 16,-1-1 4-16,0 0-10 0,1-2 1 0,0 0 0 0,0-5-2 0,1-2-5 0,0 1 3 0,-1-6 2 15,3 3 6-15,-1-3 8 0,0-1 18 16,-1 1 40-16,1-2 21 0,4-3 28 0,2 0 13 16,3-2 2-16,-1-3-7 0,8 0-5 0,0-3-9 15,0-3-11-15,5-4-9 0,2 1-13 0,-3-3-5 16,1-2-9-16,0 1-10 0,2-1-4 0,-2 0-3 15,-5 1-6-15,1-3-1 0,-6 8-3 0,1 2-1 16,-7-1 1-16,2 3-5 0,-3 1 4 0,0 3-5 16,3-1-3-16,-5 2-4 15,0 0-9-15,-4 2-8 0,4-2-22 0,-4 4-28 16,1-2-27-16,-1 2-43 0,0 0-32 0,0 0 12 16,0 0 9-16,-1 14 11 0,-3-4 13 0,2 1 0 15,-1 5 12-15,-1 0 7 0,1 2 3 0,2 1 7 16,1-1-2-16,0 1-24 0,1 2-1 0,3-4-16 15,4 0-19-15,-1 0-23 0,1-1-23 0,1 0-38 16,-1-2-49-16,7-2-58 0,-3-5-91 0,-1-2-217 0,1-2-658 0,1-3 291 16</inkml:trace>
  <inkml:trace contextRef="#ctx0" brushRef="#br0" timeOffset="114268.72">22994 8860 281 0,'0'0'332'0,"-1"-5"-16"0,1 5-19 0,-3-5-20 16,3 5-23-16,0-4-16 0,0 4-43 0,0 0-17 16,0 0-21-16,0 0-19 0,0 0-19 0,0 0-13 15,0 0-6-15,0 0-20 0,0 0-7 0,0 0-7 16,0 0-13-16,4 16-2 0,1-14-6 0,-1 3-6 16,-3-2 4-16,3 0-9 0,1-1-3 0,-1 1-1 15,1-2-9-15,0 0 5 0,3-1-5 0,-8 0-3 0,13 0 13 0,-8-2-13 16,4 1-1-16,-2-2 2 0,2-1 7 15,0 1 0-15,0-4 5 0,-2 3 3 0,0-1 8 0,1 0 15 0,-2 1 10 16,-1 0 0-16,1 0-5 0,-2 3 6 0,-1-2-9 16,2 2-8-16,-5 1-9 0,4-3-6 0,-4 3-23 15,5-3-15-15,-5 3-13 0,0 0-7 0,4 8-11 16,-6-1 15-16,2 3-4 0,-2 3-3 0,2 4 17 0,-4 2-12 16,-1 7 3-16,-1 0 3 0,-2 4-6 0,1-4 4 15,-5 5 4-15,3-1 0 0,0 1 5 16,-2 1-2-16,-1-3 2 0,1-1 4 0,1-3-3 15,-2 0 3-15,3-7-4 0,-1-1 2 0,0-4 0 0,3-1 2 16,2-5 10-16,0 2 6 0,0-4 8 0,1-2 22 16,3 0 42-1,-3 1 29-15,0-2 8 0,4-2 0 0,-8-9 4 16,5 6 19-16,0-6 8 0,2-1 5 0,1-8-8 0,1 1-15 16,5-9-14-16,2 1-11 0,6-3-16 0,4-3-8 15,1 1-8-15,8-10-12 0,8 1-8 16,-5 1-7-16,3 3-8 0,-6 11-2 0,-5 2-6 15,4 1-4-15,-3 4-2 0,-3 0-5 0,-7 5-3 0,-3 5-4 16,0 0 4-16,-3 1-8 0,-1 2-1 0,-2 1-7 0,1 1-18 16,-1-1-35-16,-4 3-34 0,4-2-44 0,-4 2-38 15,5-2-70-15,-5 2 5 0,0 0 5 0,0 0-22 0,-7 11-26 16,-1-6-37-16,4-1-72 0,-1 0-302 0,-1 0-740 16,2-2 328-16</inkml:trace>
  <inkml:trace contextRef="#ctx0" brushRef="#br0" timeOffset="114554.38">23878 8797 85 0,'0'0'326'0,"0"0"-30"0,0 0-28 0,7-11-25 0,-2 7-28 0,1 2-21 0,4 0-22 16,2-4-13-16,5 2-16 0,4 1-29 15,9-1-32-15,-1 2-54 0,3-1-60 0,-1 0-82 16,1 3-250-16,-3-2-393 0,-1-1 174 0</inkml:trace>
  <inkml:trace contextRef="#ctx0" brushRef="#br0" timeOffset="114723.38">24039 8931 42 0,'-9'4'237'0,"-1"0"10"0,5-1 8 16,-1 2 3-16,2-5-11 0,4 0-17 0,-3 2-15 15,3-2-22-15,0 0-23 0,22 2-15 0,-3-2-20 16,9 1-28-16,4-1-36 0,1 0-39 0,2-1-42 0,0 1-45 0,3-2-48 16,0 0-58-16,-2-3-217 0,0 0-409 0,-2 0 182 15</inkml:trace>
  <inkml:trace contextRef="#ctx0" brushRef="#br0" timeOffset="115092.07">24894 8652 46 0,'0'-5'245'15,"-2"2"-8"-15,2-4-10 0,-2 5-15 0,2 2-17 16,0-5-12-16,0 5-19 0,-1-7-14 0,1 7-15 16,-4-1-18-16,4 1-12 0,-6-2-11 0,6 2-10 15,-12 3-9-15,7 2-7 0,-5-1-10 0,-3 5-6 0,0-1-6 0,-2 4-4 16,0 1-5-16,0 1-7 0,2 1-2 0,-1 1-4 15,2-1-3-15,-1 0-2 0,3 1-2 0,1 0 0 16,1 0 13-16,3-4 5 0,4-1 1 0,-4 2 9 16,5-1 7-16,0 0 13 0,6 0 16 0,-1-4 18 15,3 3 11-15,5-2 13 0,6-2-4 0,0-1-5 16,3-3 3 0,6-2-3-16,2-4 6 0,0-2-2 0,-2-2 0 0,-1-3-3 15,0 0-8-15,-9-2-12 0,4-6-12 16,-2 0-11-16,-7-5-17 0,0 0-23 0,-6 6-6 15,-5-4-23-15,-1-5-42 0,-9 0-46 0,-3 2-53 0,-10 2-57 16,-7 8-66-16,-4-1-110 0,-8 4-250 0,-7-2-672 16,-4-2 297-16</inkml:trace>
  <inkml:trace contextRef="#ctx0" brushRef="#br0" timeOffset="192372.28">2735 11208 71 0,'0'0'240'16,"-1"-7"1"-16,1 7-16 0,0-4-10 0,0 4-1 15,0-7-9-15,0 7-5 0,0-5-4 0,0 0-8 0,0 5-4 16,0 0 1-16,0-5 4 0,1 3-34 0,-1 2-10 15,0 0-16-15,0-5-16 0,0 5-10 16,0 0-6-16,0 0-22 0,0 0-24 0,0 0-32 16,0 0-27-16,0 0-6 0,0 0 0 0,-1 12 2 0,-1-2-1 0,0 6 1 15,0 1-2-15,-1 2 3 0,-1-1 0 0,-1 7 0 16,0 0 2-16,1 0 0 0,0-7 1 0,1 10 2 16,0-7 3-16,0-1 0 0,1-2-2 0,1 0-3 15,-1-4 8-15,1 0-6 0,0-3 3 0,-2-1-2 16,2-3 3-16,0-1-1 0,-1 0 4 0,2-1 3 15,-1-1-2-15,1 0 8 16,0 0 1-16,0-4 21 0,0 5 1 0,0-5 3 16,-1 4 5-16,1-4-7 0,0 0 1 0,0 0-7 15,0 0 1-15,-1 3-29 0,1-3-47 0,0 0-51 16,0 0-63-16,-2-13-69 0,2 5-272 0,-2-3-543 16,-1 0 239-16</inkml:trace>
  <inkml:trace contextRef="#ctx0" brushRef="#br0" timeOffset="192872.95">2716 11153 8 0,'4'-5'208'0,"0"2"-16"0,1 0-20 16,1 0-12-16,7-2-11 0,0 2-10 0,6 0-14 0,-1 1-10 15,4 2-13-15,-3 1-6 0,-1 0-12 0,2 2-13 16,-4 0-3-16,-3-1-10 0,0 4-12 16,0-3-5-16,-3 3-10 0,-2-1-2 0,1 1 1 15,-3 1-14-15,-2-1-8 0,-3-1 2 0,-1 4-6 16,-1-1 5-16,-4 1 2 0,-4-1-3 0,1 1 1 0,-2-2-3 0,-1 1 1 16,1 0-1-16,-2-2 0 0,1-1 0 0,2 1 0 15,0-1 0-15,1-1-1 0,3-1-6 0,0 1 1 16,1-3 3-16,0 0-2 0,3 2-4 0,1-3 3 15,-3 5-1-15,3-5-1 0,3 4 1 0,1 0 4 16,5 0-3-16,2 0-2 0,-2 1 0 0,6 0 2 16,5 3-1-16,-4-2 3 0,2 2-1 0,1 2-3 0,-2-4 4 0,2 5 1 15,-5 0-1-15,3-1-1 0,-7 1 2 0,5 0-4 16,-7-3 1-16,-2-1 9 0,-3 3 8 0,2-3 4 16,-3 2 5-16,-2-1 8 0,-2 1 6 0,-3 1 2 15,0 0 0-15,-3-3 0 0,-1 2-2 0,-6-1-4 16,3 0 3-16,1-3-4 0,-2 6-5 0,1-9 2 15,1 2-7 1,2 0-2-16,0 0 0 0,2-1-1 0,0-1 0 16,2-2-3-16,0 3 4 0,0-3-3 0,5 0 2 0,0 0-24 15,0 0-26-15,-9-7-24 0,10 2-46 0,0-2-41 16,6 0-53-16,-4-2-180 0,1 0-401 16,1-5 179-16</inkml:trace>
  <inkml:trace contextRef="#ctx0" brushRef="#br0" timeOffset="193542.5">2884 10935 126 0,'-8'-1'164'0,"-2"0"-16"0,-1 1-9 16,0 0-18-16,-3 0-11 0,1 1-10 0,-5 3-9 15,4-2-6-15,0 1-11 0,-3 1-7 0,1 4-8 16,-2 0-9-16,-1 1-2 0,0 3-6 0,-2 1-4 0,1 4-5 16,-2 1 6-16,4 0-16 0,-1 3-5 0,0 1-3 15,1-1-1-15,0 1 1 0,1 0-9 0,2 2-1 0,0 0 4 16,2 0-1-16,1-2-3 0,0 1-5 15,7-4 0-15,1-1-1 0,-3 0 1 0,4 2-1 16,3-1 6-16,-3 2-5 0,3 4-3 0,0 0 1 16,4-5 3-16,-3-1-2 0,3-1 18 0,4 2-1 0,-3-3 4 0,1 0 1 31,3 1 5-31,-1-1 5 0,3 2 4 0,2-3 5 16,0-1 13-16,2 0 5 0,8 3 6 0,-5-2 11 15,6 0 6-15,3-3 1 0,-1-1 1 0,0-1 0 16,4-1-1-16,-1-2-3 0,1 0-3 0,-5-2-5 15,5-2 1-15,-3-1 2 0,-1 1-1 0,-4-4 5 0,6 0-7 0,-6-2-1 16,6 0-2-16,-5 0 0 0,-4-1 2 0,3 0 0 16,-3-1-2-16,0-3 4 0,0 4 2 0,-1-3 11 15,0 0 12-15,-1-1 21 0,-2-2-2 0,-1 0 13 16,1-3-4-16,-2 0-4 0,2 0-6 0,1-1-9 16,-1-3-6-16,2-1-4 0,-3 0-10 0,0-4-1 15,2 0-8-15,-6 5 1 0,4-9-4 0,-3 7-2 16,-1 2 0-16,-2-5-8 0,3-1 1 0,-2-2-2 0,-3 5-3 15,-1 0 4-15,2-1-6 0,-3 1 0 0,-1-6 0 0,-2 0-3 16,0 2 2-16,-2 3 5 0,-3-5 0 0,0 0-9 16,-6-2-2-16,-1-2-12 0,-6 2-8 0,-1-2-10 15,-6 0-15-15,-8-7-21 0,-8 4-17 0,-7 2-20 16,-3 5-20-16,-5 6-24 0,-5 5-43 0,1 2-42 16,-1 4-41-16,1 7-52 15,2 2-74-15,5 7-109 0,17-2-287 16,3 1-806-16,11-2 357 0</inkml:trace>
  <inkml:trace contextRef="#ctx0" brushRef="#br0" timeOffset="196816.75">5906 11306 169 0,'0'0'171'0,"-4"-3"-15"0,4 3-11 15,0-5-11-15,0 5-3 0,0 0-4 0,-1-4-4 16,1 4-14-16,-2-4-9 0,2 4-3 0,-1-4-7 16,1 4-8-16,0 0-5 0,-4-2-6 0,4 2-12 15,-5-3-2-15,5 3-8 0,-5-2-5 0,5 2-6 0,-9 0-4 0,-2 0-6 16,0 1-1-16,-3 3-3 0,0 1-2 0,-14 3-5 15,1 0-2-15,-1 2 1 0,-1 4-3 0,-2-2-1 16,-1 7-5-16,0-3-1 0,-9 11-4 0,8-5 4 16,-9 7 0-16,13-8-4 0,2 4 1 0,1 1-4 15,2-2 4-15,2-2-3 0,3-1-6 0,4 0 2 16,5-6 1-16,0 0 2 0,4 1 0 0,3-4 9 0,3 0 0 16,2 0 3-16,4-3 3 0,4-1 8 0,7-2 5 15,11 1 0-15,4-4-4 0,4-5-3 0,3-3 2 0,14-3-5 16,-1-5-3-16,2-3 0 0,-4 0 7 0,-2-1-7 15,2-5 1-15,-8 1 5 0,-7 4-3 16,9-8 0-16,-12 4 2 0,-1 1-2 0,-3-4 2 16,-5 1-1-16,-1 1-1 15,-4 0 6-15,-8 5 5 0,-1 0 5 0,-1 1 11 16,-6-1 6-16,-2 2 6 0,-1 3-11 0,-3 1-3 16,-5 0-3-16,3 2-8 0,-3 0-4 0,-4 2-3 15,-5-1-1-15,0 2-6 0,0 1-6 0,-1 2-15 16,-2 0-3-16,1 3-16 0,-1 3-25 0,1 1-26 15,4-1-33-15,-2 2-36 0,1 0-42 0,6 0-246 16,2-1-464-16,1 1 205 0</inkml:trace>
  <inkml:trace contextRef="#ctx0" brushRef="#br0" timeOffset="197333.11">5810 11096 207 0,'0'-6'242'16,"0"6"-15"-16,-3-5-15 0,3 5-18 0,0 0-23 0,-1-4-14 15,1 4-19-15,0 0-15 0,0 0-15 16,0 0-18-16,-3-3-30 16,3 3-19-16,0 0-1 0,-2 12-9 0,-1-1-6 15,-1 3 0-15,1 6-4 0,-4 6-7 0,-2 7-1 16,-4 15-10-16,-4-1 3 0,3 8 2 0,-8 24 0 15,6-23 3-15,2 3-8 0,-6 22 7 0,9-24-5 16,0-2 8-16,1-1 19 0,5-6 6 0,1-12 1 16,3-4-4-16,-3-1 4 0,1-4-2 0,2-7-2 15,0-1-5-15,1 0-4 0,-3-9 2 0,3 2-1 0,3-3-2 0,-3-1 5 16,-3-1 15-16,3-2 17 0,0-2 20 0,0 0 4 16,0-3 11-16,3 6 13 0,-3-6 4 0,0 5 7 15,0-5 1-15,1 2-10 0,-1-2-5 0,0 0-11 16,0 0-6-16,0 0-8 0,0 0-11 0,0 0-19 15,0 0-16-15,0 4-23 0,0-4-34 0,0 0-26 16,0 0-128-16,0 0-92 0,5-13-73 0,-1 4-207 0,1 1-590 16,2-2 261-16</inkml:trace>
  <inkml:trace contextRef="#ctx0" brushRef="#br0" timeOffset="199137.65">6661 11025 230 0,'4'-4'241'16,"-2"1"-14"-16,-2 3-11 0,0 0-9 0,-2-6-14 15,2 6-12-15,0 0-13 0,2-5-13 0,-2 5-21 0,0 0-16 16,0 0-12-16,0-4-5 0,0 4-32 16,0 0-27-16,0 0-7 0,0 0-6 0,-9 18-4 15,4-4-5-15,-8 9-3 0,-2 2 0 0,1 5-6 0,-1 0-2 0,-3 13 0 0,-5 0-4 16,4 1 3-16,7-10-2 0,3 1-5 15,-1 12 3-15,0-1 5 0,2-13-3 0,5-1-4 16,3 1 5-16,3-3 1 0,2-1 2 0,3-3 0 16,2 0 3-16,4-3 2 0,6-2-1 0,2-4-13 0,4 0-28 15,3-3-43-15,2-3-57 0,2-3-84 0,-1-5-163 16,3-2-406 0,-1-3 180-16</inkml:trace>
  <inkml:trace contextRef="#ctx0" brushRef="#br0" timeOffset="199738.29">6996 11294 147 0,'0'-5'252'0,"2"1"-1"0,-2 0 5 0,0 0-18 16,1-1-14-16,-1 5-21 0,0-4-22 0,0 4-21 16,2-4-20-16,-2 4-19 0,0 0-25 0,0 0-26 15,0 0-5-15,0 0-9 0,0 0-9 0,-8 15-3 16,6-5-6-16,-2 2-9 0,1 0 0 0,-2 5-4 15,1 3-2-15,-1 6-3 0,0-9-3 0,4 3-4 0,0-1 1 0,-2 6-3 16,3-6 0-16,0 2 0 0,3-1-2 0,-2-6-1 16,0 1 0-16,4-3 1 0,-1-2-2 0,-2-3 5 15,1 2 2-15,0-3 10 0,0 0 32 16,1-1 18-16,0-2 31 0,2-2 12 0,1-1 9 0,2-1 13 0,1-5 5 16,3 1-4-16,0-6-14 0,3 1-6 0,-3-4-13 15,7-8-1-15,-3 3-18 0,1-2-7 0,1-2-5 16,-2 3-10-16,-2-1-8 0,-3 4 0 0,-2 3-8 0,0-1-2 15,-1 4-3-15,-1 0 1 0,-2 0-3 0,-4 5 2 16,2 0-3-16,0 1-3 0,-1-1-4 16,1 2-6-16,-3 1-8 15,1 1-10-15,-2 2-28 0,3-6-13 0,-3 6-30 16,3-3-39-16,-3 3 1 0,0 0 7 0,0 0 12 16,0 12 9-16,-2-6 1 0,2 3 21 0,0 2-6 15,0 0 5-15,-1 0 3 0,1 2 3 0,0 3 4 16,0-3 5-16,1-2 3 0,2 3 0 0,-2 1 9 15,3-1-1-15,-2-2 5 0,4-2 0 0,-4 0 5 16,-1-3 3-16,1 0 2 0,2 0 4 0,-1-2-15 16,0 0-5-16,3-2-4 0,-2 1-22 0,-3 1-26 15,4-5-28-15,2 3-42 0,-1-1-50 0,3-2-61 0,-9 0-263 0,13-5-564 16,-13 5 250-16</inkml:trace>
  <inkml:trace contextRef="#ctx0" brushRef="#br0" timeOffset="199954.19">7654 11485 183 0,'0'0'202'15,"0"0"-20"-15,-3 4-15 0,1-1-20 0,-1 2-10 16,-1 1-17-16,-1 3-12 0,-1 0-9 0,-1 1-11 15,2 2-6-15,-1-2-7 0,-2 6-8 0,1-1-31 0,-4-1-20 16,5 2-35-16,-3-1-44 0,1-2-93 0,2-4-90 0,2-1-265 16,-1 0 117-16</inkml:trace>
  <inkml:trace contextRef="#ctx0" brushRef="#br0" timeOffset="200424.31">7836 11347 216 0,'3'-1'334'0,"-3"1"-29"16,0 0-20 0,4-4-22-16,-4 4-25 0,0 0-25 15,5-3-29-15,-5 3-15 0,0 0-20 0,0 0-22 0,0 0-15 16,0 0-10-16,4 8-13 0,-3-4-10 0,2 4-10 15,-2 0 3-15,-1 1-17 0,2 0-6 0,1 2-4 16,0 1-8-16,0 3 0 0,1 1-3 0,-1 1-5 16,0 1-3-16,1-2-3 0,-1-1-3 0,0-2 1 15,-1 0-6-15,-1-2 1 0,1-5 0 0,-1 1-5 0,-1-2-2 0,1 0 1 0,1-1 8 16,-2 0-1-16,1 0 43 0,0-1 48 0,-1-3 42 16,0 0 39-16,1 4 32 0,-1-4 5 0,0 0-19 15,7-9-21-15,0-1-18 0,0 0-19 0,4-6-12 16,3 0-15-1,3-5-11-15,0-2-11 0,-6 9-9 0,3-3-11 16,-2 5-7-16,-2-1-5 0,-4 4-9 0,2 0-8 16,-3 2-5-16,1 2-1 0,-3-3-5 0,2 6-8 0,-1-2-6 15,-2 1-10-15,0-2-22 0,-1 2-29 0,-1 3-25 16,3-4-42-16,-3 4-41 0,0 0-34 0,3-2-35 16,-3 2-32-16,0 0 19 0,0 0 1 0,0 0-17 15,9 5-27-15,-6-4-42 0,-3-1-52 0,9 3-246 16,-9-3-659-16,6-2 292 0</inkml:trace>
  <inkml:trace contextRef="#ctx0" brushRef="#br0" timeOffset="200787.5">8202 11073 104 0,'0'0'284'0,"-4"-6"-29"0,4 6-27 0,0 0-27 16,0 0-18-16,0 0-26 0,0 0-24 0,0 0-10 15,10 14-18-15,-1-5-2 0,0 6-14 16,3 2-11-16,3 4-5 0,3 4-2 0,2 3-7 0,-3-1-3 16,2 1-1-16,-5 1-11 0,0-1-3 0,-2 4-3 0,-3 0-5 15,-3 4-5-15,-1 10-1 0,-5-14-3 0,-1 2-2 16,-3-1-2-16,-4-2-1 0,1-2-2 0,-9-2 3 15,1 1-2-15,-3-3-2 0,-3-3 3 0,2 0-2 16,-2-3-1-16,-1-1 0 0,7-6 0 0,-2 0-1 16,4-2 2-16,2-2 0 0,2-2-7 0,0 1 0 15,3-3 8-15,-1 0-9 0,3-2 3 0,1 2 0 0,0-1 0 0,3-3 14 16,-6 4 10-16,6-4 12 0,-4 1-7 0,4-1-21 16,0 0-47-16,0 0-46 0,10-14-52 0,-1 7-63 15,5-4-91-15,0-3-165 0,0 0-474 0,-1-1 210 16</inkml:trace>
  <inkml:trace contextRef="#ctx0" brushRef="#br0" timeOffset="201025.04">8777 11472 200 0,'0'0'295'0,"3"-7"-16"0,-3 7-21 0,6-5-21 15,0 1-18-15,-1-1-20 0,3 2-18 0,1-2-20 16,5 1-19-16,-4 0-11 0,8-2-6 0,0 0-38 16,1 2-42-16,-1 0-54 0,0 2-66 0,2-3-73 15,-3 2-241-15,1-1-419 16,-5 0 186-16</inkml:trace>
  <inkml:trace contextRef="#ctx0" brushRef="#br0" timeOffset="201203.67">8735 11654 172 0,'-5'5'202'0,"0"0"8"15,2-2 6-15,0-1 3 0,3-2-5 16,0 0-11-16,7 3-18 0,7-2-16 0,1-2-19 15,8 0-19-15,9-1-43 0,4-3-51 0,2 0-66 16,13-7-79-16,-17 6-236 0,4 0-372 0,-1-5 165 0</inkml:trace>
  <inkml:trace contextRef="#ctx0" brushRef="#br0" timeOffset="201606.84">9688 11330 138 0,'0'0'195'16,"-6"-1"-18"-16,2 1-10 0,4 0-15 0,-8-3-13 16,8 3-18-16,0 0-9 0,-16 3-13 0,10-3-5 15,0 1-13-15,-3 4-5 0,1 0-12 0,1 1-9 16,-2-2-3-16,-1 3-4 0,-2 3-5 0,6-2-2 15,-3 0-7-15,0 1 0 0,1 0-2 0,2 2-1 0,-7 3-6 0,9-4-7 16,-1 1 2-16,1 0-5 0,0 0 4 0,3 0-4 0,1 1 3 16,0-1 5-16,4 0 22 0,-2 1 8 15,6-4 11-15,1 1 9 0,4 0 6 0,1-1 5 16,5 0 2-16,0-7 6 0,3 2 5 0,5-6 6 16,0-2 9-16,2-4 4 0,-10 0 1 0,3-7 1 15,2 0 9-15,-2-1 4 16,-5-5-10-16,-5 7-7 0,1-2-2 0,1-4-9 15,-2 0-7-15,-7 3-6 0,0-1-11 0,-2 2-11 16,-5-1-9-16,0 1-20 0,-5 3-31 0,-4-3-36 0,-5 3-55 16,-8-2-48-16,-5 3-64 0,-2 4-70 0,-5-3-372 15,4 5-691-15,3-1 306 0</inkml:trace>
  <inkml:trace contextRef="#ctx0" brushRef="#br0" timeOffset="203759.26">11850 11142 301 0,'0'-6'302'16,"0"1"-10"-16,0-1-19 0,1 0-13 0,3 4-13 16,-4-2-22-16,0 4-26 0,0-6-24 0,0 6-15 0,0-4-23 0,0 4-38 15,0 0-33-15,0 0-13 0,0 0-7 0,0 0-3 16,0 14-7-16,1-4-8 0,3 6-11 0,-2 2-3 16,-2 0 0-16,2 0 0 0,-2 3-2 15,4 4-1-15,-3 0-3 0,3-4 3 0,0-3-6 0,-1 0 3 16,4 3-1-16,-2-3 2 0,-1-3-4 0,4 2 1 15,-3-8 1-15,-1 3 11 0,2-3-6 0,-2 0 7 0,0-5 11 16,-3 1 15 0,3-1 34-16,0-1 26 0,2-1 19 0,2-4 8 15,2-1-5-15,2-2 0 0,3-3-12 0,0-2 3 16,2-1-7-16,1-1-16 0,-3-1-7 0,9-1-7 0,-6-6-14 0,4 2 1 16,-7 4-2-16,2-5-8 0,-2 4-4 0,-2 1 1 15,1 1-1-15,-4 1 5 0,-3 2-4 16,-1 1 3-16,2 1-3 0,-5 2 3 0,1 1-5 15,0 2-5-15,-1-4-2 0,-1 5-9 0,1-1-4 16,-2 0-5-16,-1 3-9 0,4-4-6 0,-4 4 0 16,0 0-27-16,3-4-23 0,-3 4-6 0,0 0-42 15,0 0-16-15,0 0 6 0,0 0 9 0,3 11 12 16,-3-7 9-16,0 5 1 0,-1-2 11 0,1 2 6 16,-2 4 3-16,2-2 1 0,0-1 10 0,0-1 0 0,-2 1 4 0,4 0 1 15,0-4 18-15,-4 3-7 0,4-3-10 0,-2-1 10 16,0 2 2-16,0-3-2 0,1 0 6 0,-1 1 2 15,2-1 3-15,-1-1 2 0,-1-3-1 0,2 5 12 16,-2-5-1-16,3 3 15 0,1-3-3 0,-4 0 13 16,11 0-2-16,3 0-4 0,4-3 8 0,4 3-39 15,6-6-68-15,3 1-71 16,-1-1-103-16,2-2-136 0,2-4-235 0,0 0-672 16,3-2 298-16</inkml:trace>
  <inkml:trace contextRef="#ctx0" brushRef="#br0" timeOffset="204122.78">12865 11337 151 0,'0'0'218'15,"0"0"-20"-15,0 0-22 16,0 0-19-16,0 0-16 0,0 0-20 0,0 0-12 15,0 0-16-15,0 0-9 0,0 0-10 0,0 0-3 16,-13 10-9-16,8-4-6 0,1 3-5 0,-2 0-9 16,-2 1 0-16,-4 5-4 0,2-1-2 0,-6 8-12 15,3-7-32-15,-8 7-42 0,9-6-68 0,-2-1-177 16,1-1-319-16,0-6 140 0</inkml:trace>
  <inkml:trace contextRef="#ctx0" brushRef="#br0" timeOffset="204824.48">13344 11200 53 0,'1'-3'279'0,"0"2"-14"0,-1 1-12 0,0 0-15 16,2-7-20-16,-2 7-27 0,2-4-17 0,-2 4-22 0,0 0-16 0,0 0-19 15,0 0-11-15,0 0-11 0,0 0-13 0,0 0-6 16,9 12-12-16,-9-7-4 0,4 7-5 0,-3-3-8 16,2 2 1-16,3 5-10 0,-5-4-4 15,2 3-6-15,0 2-2 0,-1-1-1 0,2 0-5 0,-4 0 0 16,3 1-2-16,-1-7-4 0,-1 4 4 0,2-4 2 16,-2 2-9-16,2-4 0 0,-2-2-3 0,-1 0 3 0,0 0-4 15,0-3 13-15,3-1 42 0,-1 1 33 0,-2-3 43 16,1 5 46-16,-1-5 35 0,0 0 34 0,0 0 29 0,0 4 5 15,0-4-23-15,0 0-29 0,12-13-25 16,-7 5-23-16,3-1-13 0,3-7-25 0,2 0-13 16,0-1-13-16,4-2-9 0,-5 4-17 0,-2-1-6 0,2 1-15 15,-2 1-6 1,-2 4-5-16,-2 2-8 0,1 0-7 0,-2 4-3 16,-2-1-6-16,1 0-6 0,0 1-23 0,-3 0-18 15,-1 4-36-15,3-4-48 0,0 1-52 0,-1 1-64 0,-2 2-60 16,0 0-11-16,0 0-34 0,14 7-63 15,-11-1-86-15,1-1-310 0,2-1-834 0,-1-2 369 16</inkml:trace>
  <inkml:trace contextRef="#ctx0" brushRef="#br0" timeOffset="205546.75">14701 11242 22 0,'0'-7'256'0,"1"2"-7"0,-1 0-5 0,0-2 2 16,0 3-9-16,0 4-6 0,-1-6-18 0,1 0-19 15,0 6-21-15,-3-5-20 0,3 5-16 0,-1-3-17 16,-4 2-11-16,5 1-16 0,0 0-11 0,-13 3-17 16,4-2-5-16,0 4-8 0,0 3-9 0,-1-1-6 0,-7 5-2 0,4 2-6 15,0 0-1-15,-2 1-2 0,-1-1-1 0,2 1-3 16,5 2-1-16,-1 0-5 0,2-5-8 0,3 1-7 16,0-4-3-16,2 2-2 0,3-5 5 0,-1 4 1 15,1-5-1-15,4-1 5 0,-3 1 3 0,7-3 4 16,-2-1 7-16,6-2-2 0,-2-1 5 0,9-3 5 15,-2-3 6 1,2 0 2-16,-1-2 0 0,0-2 10 0,0 0 18 16,1 3-9-16,0-5-6 0,-2 3-3 0,-2 0-2 15,4 2-5-15,-5 0 10 0,-2 2-13 0,-2-1-3 0,-1 3-3 16,-3 1-4-16,1-1-2 0,-2 2-10 0,0 0-3 16,0 1-8-16,0 2-24 0,0-2-15 15,-5 2-22-15,12 2-22 0,-6 0-34 0,-1 1-37 0,1 2-50 16,2 2-59-16,-4-3-256 0,1 1-559 0,0 0 247 0</inkml:trace>
  <inkml:trace contextRef="#ctx0" brushRef="#br0" timeOffset="205863.37">15093 11183 71 0,'5'-8'301'0,"4"1"-14"0,-4 1-12 16,3 0-24-16,-3 3-24 0,4 1-25 0,-6-2-26 15,4 3-21-15,1 1-8 0,0 2-17 0,3 1-12 16,-2 2-12-16,0 1-13 0,1 1-8 0,-1 3 0 16,-1-3-20-16,1 4-7 0,-3 1-7 0,-1-2-3 0,0 2-4 15,-1 0-7 1,0 0 0-16,-1-2-6 0,0-2-3 0,0 0-3 16,-2 0-1-16,1-3-3 0,0-1-1 0,-1 1 3 15,-2-2 2-15,2 1 43 0,-1-4 40 0,0 3 46 16,0-3 31-16,0 0 22 0,3 5 14 0,-3-5 5 15,0 0-11-15,0 0-25 0,0 0-18 0,8-12-20 16,-4 7-23-16,2-3-29 0,0-1-42 0,3-2-44 16,2-2-58-16,1-1-53 0,2-3-48 0,8 0-34 0,-8 5-50 0,1-1-40 15,2 5-49-15,1 0-51 0,-2-1-264 0,1 3-685 16,1 1 303-16</inkml:trace>
  <inkml:trace contextRef="#ctx0" brushRef="#br0" timeOffset="206248.34">15602 11290 191 0,'-3'3'230'0,"3"-3"12"0,-1 5 13 15,1-5 10-15,0 0 0 0,0 3 0 0,0-3-9 16,0 0-20-16,0 0-29 0,0 0-25 0,14-4-11 16,-9-1-19-16,8-1-14 0,-1 0-13 0,4-5-14 15,-1 2-13-15,2-1-6 0,-2-2-14 0,3 0 9 16,3-4-22-16,-1-1-12 0,1-2-4 0,-9 6-10 0,2-1-2 0,-6 6-6 15,1-1-1-15,-3 1 1 0,1-1-7 0,-6 3-3 16,2 1-10-16,-6-1 2 0,-1 3-6 0,-2 0-7 16,-7 3 1-16,-5 6-5 0,-4-2 4 0,-6 6-3 15,1-1-1-15,-1 6 0 0,4-2-1 0,2 2-2 16,6-2 1-16,-1 2-6 0,7-1-9 0,2 0-4 16,3 3 2-16,2-1 6 0,10 2-2 0,2-2 3 0,6-3 4 31,7 3 4-31,6-1 2 0,4-2 1 0,4-5 1 0,2-1 15 15,-1 0-13-15,16-4-1 0,-15-2 5 0,-1-1 24 0,1 0-4 0,-2-1 3 0,-8 1 10 16,-6 0 18-16,-4-3 4 0,-7 3 13 0,2-2-1 16,-5 2-3-16,-1-1-4 0,0 1-4 0,-1-1-26 0,-6 1-38 31,7-3-42-31,-7 3-120 0,0 0-106 0,0 0-384 0,-14-7-712 16,7 4 316-16</inkml:trace>
  <inkml:trace contextRef="#ctx0" brushRef="#br0" timeOffset="207266.72">17870 10757 211 0,'-1'-10'292'0,"1"2"-14"15,0-2-14-15,-2 4-26 0,1-2-6 0,0 3-20 16,1 2-21-16,0-3-23 0,0 6-13 0,-3-6-26 0,3 3-30 15,0 3-46-15,0 0-29 0,0 0-5 0,0 0-3 0,-5 20-2 16,0-2 2-16,1 13-3 0,-2 2-5 0,-4 16 2 16,-2 1 2-16,10 3-1 0,-5-3-4 0,1 1-1 15,1 0-4-15,1-2 0 0,-1-2 0 0,2-12 1 16,2 0-1-16,1-4 0 0,-3-2 2 0,3-2 0 16,-1-2 0-16,0-5-1 15,-2-6 2-15,-1-2-2 0,3-3 1 16,-4 2 16-16,5-5 14 0,-4 0 22 0,3-2 11 0,-3 0 3 15,2-1 6-15,-5 1-9 0,-3-2-11 0,1-4-4 16,-4 2-1-16,-1-1-7 0,-4-3-1 0,2 0-6 16,-1-1-2-16,4 1-5 0,2-1-4 0,-3-1 0 15,2 1-2-15,1 1-8 0,-1-1-17 0,3 1-27 16,4 1-34-16,-5-3-35 0,5 3-45 0,-2-2-49 0,6 2-43 16,-3-3-232-16,4 0-505 0,3 0 225 0</inkml:trace>
  <inkml:trace contextRef="#ctx0" brushRef="#br0" timeOffset="207582.83">17519 11171 125 0,'0'0'204'0,"-6"1"-21"16,6-1-13-16,0 0-17 0,0 0-12 0,0 0-15 16,0 0-12-16,0 0-7 0,27 2-12 0,-5-3-7 15,6-1-11-15,8-1-2 0,0-1-1 0,2 0-2 16,3 0-1-16,0-1-9 0,-4 1-6 0,-1 1-7 16,-6-1-7-16,-3 3-1 0,-7-2-8 0,-3 2-1 15,-3-2 1-15,-4 3 0 0,-2-1-7 0,-4 0 1 16,5 1 3-16,-5-2-7 0,-4 2-7 0,0 0-18 0,0 0-23 0,0 0-23 15,0 0-42-15,-21 6-25 0,11-5-43 0,1 0-166 16,-4-1-350-16,4 3 155 0</inkml:trace>
  <inkml:trace contextRef="#ctx0" brushRef="#br0" timeOffset="208338.09">18193 11058 252 0,'0'0'280'0,"4"-2"-21"0,-4 2-31 16,0 0-26-16,0 0-27 0,0 0-17 0,0 0-20 0,0 0-14 0,0 0-12 16,0 0-13-16,5 11-11 0,-5-5-8 0,1 4-9 15,2-3-7-15,-3 5-8 0,1-1-6 0,-1 2 0 16,0 0-11-16,0 1 1 0,3 1-6 0,-3-4-4 15,1 0-2-15,2-1-5 0,-1 0-1 0,-2-3-1 16,0 1 4-16,4-4-7 0,-4 1 1 0,3 0 0 16,-2-1 3-1,5-1 24-15,1-2 16 0,-7-1 3 0,15-4 2 16,-4 3-1-16,1-6-2 0,5-2-3 0,-3 0-7 0,2 1-4 16,-2-4-4-16,2-2-7 0,-1 2-1 15,0-2-3-15,-2 2-4 0,-4-1-6 0,1 4 17 16,-1 1-2-16,-4 3-12 0,-1-2-5 0,3 2 1 15,-4 3-6-15,1-4-6 0,0 5-1 0,-1-2-20 0,-1 1-24 0,-2 2-15 16,4-3-2-16,-4 3-3 0,0 0 3 0,4 9 10 16,-1-6 1-16,-1 5 9 0,1-2-4 0,2 2 3 15,0 0-2-15,1 3-5 0,1-2-6 0,0-1-6 16,3 2-6-16,-1-2-2 0,2 1-10 0,4-2-1 16,-3-2 7-16,5 2 3 0,0-4 1 0,2-3-4 15,-1 1 7-15,1-2 8 0,-1-2 1 0,-2-1 10 16,0-6 8-16,-4 6 33 0,1-7 25 0,-3 0 16 0,1-1 15 0,2-1 10 15,-4-1 0-15,2-1 10 0,-3 0 20 0,-2 3 15 16,1 0 23-16,-3 0 2 0,3 4 17 0,-2-1-18 16,-3 3-6-16,0 2-4 0,-1 0-19 0,3 0-11 15,-4 0-19-15,2 1-11 0,-2 3-18 0,2-4-44 0,-2 4-35 16,0 0-20-16,0 0 8 0,0 0-1 16,1 9 3-16,-1-2 4 15,4 1 2-15,-5 6 1 0,-3 1 4 0,2 2 4 16,-1 0-1-16,-1 2 7 0,0-3-1 0,0 2 7 15,3-4-3-15,-4-2 0 0,3-1-2 0,0 0 6 16,1-5-1-16,0 2 6 0,-1-4 2 0,2 1 10 16,-1-3 26-16,2 4 26 0,-1-6 39 0,-1 4 26 15,1-4 7-15,0 0-8 0,0 0-20 0,0 0-8 16,14-10-9-16,-9 8-10 0,-1-4-8 0,1-1-6 0,3 0-7 0,-2 2-8 16,3-2-3-16,-4 1-7 0,3-1-2 0,-3 3-9 15,0-1-3-15,0 2-3 0,-2 0-8 0,1-1-15 16,1 2-32-16,-4-1-29 0,6 1-39 0,0 2-25 15,1 0-17-15,2 0-44 0,1 2-29 0,1 1-36 16,0 1-33 0,5 1-85-16,-4-3-207 0,1 0-627 0,-1-1 278 15</inkml:trace>
  <inkml:trace contextRef="#ctx0" brushRef="#br0" timeOffset="209287.13">19225 11102 82 0,'0'0'240'0,"0"0"-8"0,0 0-14 16,0 0-13-16,0 0-14 0,0 0-14 0,0 0-19 15,0-4-15-15,0 4-12 0,0 0-15 0,12-1-10 16,-8 0-13-16,5 1-5 0,-2-3-12 16,5 0-10-16,-3 2-9 0,5-3-7 0,-2 0-2 0,-1 1-10 15,2-2-3-15,-2-1-4 0,5-1-6 0,-5-1 0 16,3 0-1-16,-2-1-3 0,-3 2-3 0,-1-2 2 0,-2 1 1 15,1 0 7-15,-3 2 7 0,2 1 10 0,-4-1 3 0,3 4-5 16,-3-4-7-16,-1 4-5 0,-1-2-6 0,0 4-11 16,-1-4-2-16,1 4-4 0,-8-1-2 0,8 1-4 15,-13 2-1-15,0 4-2 0,2 1-1 0,-5 4 1 32,1-1-1-32,-3 2-2 0,4 3-2 0,-5 2 2 0,5 0-2 15,0-1 4-15,2 0-2 0,3-2 0 16,-1 2-3-16,5 0 1 0,1-5 3 0,0 1 0 15,6 2 1-15,0-4 2 0,5 1 2 0,5 0 1 16,6 0 1-16,4-4-1 0,6-1 8 0,8-1-8 0,0-2-3 16,3-4-4-16,0-3 0 0,0-3 0 0,-3 1 2 15,0-2-1-15,-1-5 0 0,-5 2 4 0,0-3 0 16,1-2 3-16,-5-1 12 0,-2-1 14 0,-2 0 14 0,-3-8 11 0,-4 2 17 16,-1-1 8-16,-1-2 35 0,-3 1 10 0,1-1 2 15,-4 2 12-15,-2 3 14 0,1-6-6 0,-3 13-9 16,1 3-1-16,-3 2-1 0,1 1-8 0,0 1-13 15,-2 1-14-15,1 2-14 0,-1-2-19 0,0 5-34 16,0-3-44-16,0 5-51 0,3-3-38 0,-3 3 5 16,0 0 6-16,0 15 14 15,-3-3 4-15,2 6 6 0,-3 1 8 0,3 9 3 16,-4 0 6-16,1 1 6 0,0 0 2 0,-1 1 4 16,0-2 3-16,3 1 5 0,0-2 4 0,2-2 6 15,-5-5 0-15,4-3 2 0,0-6-2 0,-1 0 6 0,1-2 0 16,1-1 2-16,-1-1 2 0,0-4 1 0,-1 3 9 15,2-1 6-15,0-2 21 0,0-3 41 0,-1 4 8 16,1-4 11-16,-4 4-8 0,4-4-9 0,0 0-4 0,-10-5-8 16,0-2-11-16,-1-2-22 0,-3 2-12 0,-2-5-8 15,-2 3-6-15,0 0-1 0,0 0-10 0,0 0 4 16,0 2 0-16,8 3-2 0,-3-1 4 0,6 0-6 16,0 2 4-16,1 0 0 0,-2 2-16 0,4-2-23 15,1 2 1-15,3 1-3 0,-4-4-9 0,4 4 0 16,0 0-4-16,16-3 2 15,-3 3 3-15,10-2 11 0,5 2-5 0,7-2-1 16,1 1 3-16,13-3 0 0,-10 3 4 0,0 0 8 16,15-2 0-16,-16-1 14 0,1-1-10 0,-4 2 4 15,1-2 0-15,-4 1 7 0,-4-1 0 0,-7 2 13 16,-2 0 17-16,-5 0 34 0,-3-3 26 0,0 4 30 16,-5 2 9-16,3-3 12 0,-4 2-4 0,0-1-2 0,-1 1-3 0,1-1-13 15,1 0-9-15,-6 2-9 0,6-2-16 0,-6 2-11 16,0 0-7-16,0 0-16 0,0 0-26 0,0 0-22 15,9 4-30-15,-9-4-10 0,2 3 8 0,0 0-1 16,-1 0 23-16,-1 5-20 0,1-2 11 0,0 1 0 16,-1 1 0-16,0 2-10 0,0 1-3 0,0-1-2 15,0-1-7-15,-1 0-14 0,1-1-15 0,-1-1-15 16,1 1-12-16,-1-4-14 0,-1 2-6 0,0 1-7 0,-1-3-2 16,2-1-4-16,-1 1 8 0,1-3-5 0,1-1-38 0,0 0-52 15,-14-2-216-15,7-3-486 0,1-4 215 16</inkml:trace>
  <inkml:trace contextRef="#ctx0" brushRef="#br0" timeOffset="209422.23">20258 11058 57 0,'-1'-16'196'16,"2"3"20"-16,-1-2 15 0,0 4 26 0,0-2 8 15,3 1 8-15,-2 1 11 0,1 1-13 0,1 0-15 0,-2 2-22 0,1 0-24 16,-1 1-14-16,0 1-27 0,2 0-18 0,-1 2-18 16,0-3-18-16,2 3-39 0,-1 1-40 0,1 1-39 0,2 0-44 15,-2 1-42-15,4-3-45 0,0 4-44 16,3 0-61-16,-2 0-251 0,1-2-530 0,3 4 235 15</inkml:trace>
  <inkml:trace contextRef="#ctx0" brushRef="#br0" timeOffset="209797.59">20759 10923 16 0,'-23'-1'161'16,"19"3"-12"-16,-1 0-13 0,0 1-13 0,-1 2-21 16,-1 1-7-16,-2 2-12 0,0 1-5 0,-2 6-1 15,1-2-17-15,-2 1 0 0,3 0-9 0,-1 1-4 16,2-1-4-16,1-5-9 0,2 4-1 0,1-2-8 16,0-2-2-16,1 0 6 0,2-1 7 0,1-2 20 15,1 2 20-15,2-1 14 0,2-2 11 0,0 0 5 0,7-1 3 0,-1 0-4 16,3-2 1-16,3-1 2 0,1-1 0 0,0-3-1 15,-1-1 9-15,-4 3-3 0,5-6 4 0,-5 2-3 16,-2 1-4-16,2-3-4 0,1-4-7 0,-5 0-4 16,-1 4-13-16,-3-4-10 0,0-1-3 0,3-1-12 15,-6 1-7-15,0 2 1 0,-2-2-13 0,-2 2-16 16,-3 1-1-16,0 0-8 0,-1 0-14 0,-2 2-13 0,-4 1-8 0,2 0-9 31,0 2-14-31,2 2-19 0,-2-1-22 0,1 1-28 16,2 2-28-16,-4 0-22 0,6 2-33 0,-1 2-22 0,1-1-245 0,3 2-502 15,2-2 223-15</inkml:trace>
  <inkml:trace contextRef="#ctx0" brushRef="#br0" timeOffset="210142.72">21091 10989 332 0,'0'0'349'0,"9"-3"-21"0,-3 6-13 0,-6-3-47 0,0 0-22 15,0 0-27-15,10 0-24 0,-10 0-27 0,3 0-18 16,-3 0-20-16,0 0-17 0,3 5-15 0,-2 0-8 0,-1 1-16 16,-1 1-15-16,0 0-6 0,-2 4-8 0,1 2-8 15,-2-5-7-15,-1 5-1 0,2-4-8 0,1 1-2 0,-1-4 1 16,2 1-4-16,-1-3 1 0,1-1 5 16,1 1-4-16,-1-1 18 0,1-3 20 0,-1 7 38 15,1-7 12-15,0 0-9 0,0 0 4 0,0 0 2 16,16-12-3-16,-9 8-3 15,2-1-7-15,-2-2-17 0,0 2-3 0,1-1-4 16,0 0-5-16,-3 1-7 0,2 2-6 0,0 0-6 16,0 2-5-16,-1-2-8 0,3-2-10 0,1 3-17 15,1 2-20-15,0 0-11 0,3 0-35 0,3 6-36 16,-2-3-40-16,3 2-41 0,0 2-52 0,1-2-73 16,-6-1-323-16,1 1-681 0,-4-2 302 0</inkml:trace>
  <inkml:trace contextRef="#ctx0" brushRef="#br0" timeOffset="210992.03">22443 10969 129 0,'0'0'237'0,"0"0"-19"16,0 0-22-16,0 0-21 0,0 0-18 0,0 0-19 15,0-4-14-15,0 4-12 0,0 0-13 0,0 0-9 16,0 0-6-16,-12 2-14 16,12-2-7-16,-12 2-9 0,4 3-7 0,-1-1-7 15,-1 2-4-15,0-1-1 0,0 2-5 0,-2 0-4 16,-2 4-8-16,1 2 2 0,3-3-2 0,1 0-2 0,2 2-4 15,0-4-1-15,0 5 1 0,4-3 1 0,0 2 0 16,3-2 0-16,3 0 3 0,0-1 2 0,4-1 1 16,3-2-2-16,3 0-2 0,5-1-5 0,4-3 5 15,-3 0 4-15,3-4 3 0,-1 0 11 0,-4-1 12 0,2-4 3 0,-3 0 4 16,0-1 4-16,-6 0 3 0,0 0-2 16,2 0-2-16,-7-3-1 0,0 0-4 0,4-3-8 15,-9 1-1-15,1-4-7 0,-2 1-7 0,-3-1 0 16,-1 2-2-16,0 0-6 0,0 5-3 0,-3-1-1 0,1 1-3 15,-1 2-2-15,-1-1-8 0,0 1-8 16,-1 3-6-16,6 0-17 0,-4 2-24 0,3 0-26 0,-2 1-30 0,0 2-28 16,7 0-19-16,-7 0-21 0,7 0-27 0,0 0-175 15,0 0-412-15,0 0 183 0</inkml:trace>
  <inkml:trace contextRef="#ctx0" brushRef="#br0" timeOffset="211477.03">22811 10647 177 0,'4'-7'313'0,"-1"2"-20"0,-1-1-28 16,1 3-27-16,-2-1-29 0,3 1-35 0,-1 1-51 15,-3 2-18-15,0 0-12 0,0 0-14 0,2 12-6 0,-2-1-7 0,-2 6-11 16,-2 11-1-16,-2 1-6 0,-4 4-6 0,-1 16-3 15,-2-2-2-15,0-1-4 0,7-12-1 0,-2 0-4 16,-2 1 2-16,5-2-9 0,1-2-5 0,2-2-2 16,0-4 8-16,2 1-10 0,2-9 4 0,0-1-3 15,-2-5 0-15,4-1-2 0,-3 0 1 0,-1-4 7 16,2 0 24-16,0-1 25 16,-2 1 25-16,1-3 33 0,3 0 29 15,-4-3 12-15,4 2 4 0,-4-2-5 0,0 0-11 16,0 0-14-16,6-6-13 0,-2-2-19 0,-4 3-14 15,0-3-16-15,0-2-23 0,-4-4-17 0,0-2-13 0,-2-2 7 16,-4 0-18-16,-3-5-2 0,-3 2-9 0,5 4 3 16,-2 0 4-16,3 2 1 0,3 9 1 15,0-5-2-15,2 4-6 0,-1 1 4 0,5 2 4 0,-3-2 1 0,4 1-5 16,4 1-9-16,4-3 0 0,10 2-12 0,9-1-5 16,5-1-23-16,19 1-23 0,1-1-11 0,0 2 10 15,3 2-13-15,-2-4 7 0,-3 3-2 0,1 1 0 16,-12 0-5-16,0-1-4 0,-4 2 0 0,-7-1 10 0,-9 3 4 15,-6-2 7-15,-3 2 1 0,-2-1-1 0,-2 0-6 16,-6 1-9 0,0 0-16-16,0 0-31 0,-20-4-40 0,2 2-54 15,-3-2-270-15,5 3-526 0,-5-1 233 0</inkml:trace>
  <inkml:trace contextRef="#ctx0" brushRef="#br0" timeOffset="214168.05">25124 10741 137 0,'4'-4'202'0,"-1"-1"-17"15,4 2-20-15,-2 1-12 0,4-2-23 0,0 3-10 16,3-3-6-16,2 4-21 0,-1-1-7 0,1 1-9 0,4 1 1 15,-1 5-15-15,-1-1-5 0,0 1-5 16,-1 5-10-16,-3-1-1 0,0 5-3 0,-1-1-6 16,-2 3-5-16,-4 0-4 0,-3 0-1 0,0 3 2 15,-4 1-5-15,-1 3-5 0,-3 1 1 0,-1 0 0 0,-2-1-2 0,2-6 2 16,-4 4-8-16,1-5 3 0,-3-2-2 0,2 2-1 16,1-5 5-16,-2 1-6 0,3-4 6 0,2-2 3 15,0 1 4-15,2-2-1 0,1-3 12 0,0 2 18 16,-2-1 17-1,4 0 26-15,-1 0 29 0,0-3 35 0,3-1 28 16,-5 3-18-16,5-3-7 0,0 0-24 0,11-13-14 16,-5 2-9-16,8-1-9 0,-3-2-18 0,11-8-4 0,0-2-14 15,0 4 5-15,3-6-16 0,2 2-5 0,-3 0-5 16,-1 1-4-16,1 2-7 0,-3-3-4 0,-6 11-4 0,-1-1 3 0,0 0-4 16,-5 6-5-16,0-1-4 0,-3 1 0 0,0 3-3 15,-2 1-4-15,1 1-19 0,-3 1-19 0,2 0-17 0,-4 2-23 16,0 0 6-16,0 0 5 0,5 7 0 15,-7 1 12-15,-1 2 14 0,-3 6-8 0,1 0 4 16,-1 3 4-16,-2 3 5 0,-1 3-5 0,0-1 14 0,1 0-7 16,3-6 2-16,1 1 14 0,2-2-11 15,0-2 0-15,2 1 2 0,0-4 4 0,3-2 6 16,2 2-4-16,1-3 8 0,4-1 2 0,7 1 5 16,2-2-4-16,8 1-3 0,1-6-31 0,0 2-28 0,-1-2-49 15,2-4-42 1,-3-2-67-16,-3 3-299 0,5-4-561 0,-7 0 248 15</inkml:trace>
  <inkml:trace contextRef="#ctx0" brushRef="#br0" timeOffset="214446.6">26155 11076 266 0,'0'0'293'0,"0"0"-17"15,0-5-17-15,0 5-29 16,0 0-22-16,0 0-22 0,0 0-21 0,0 0-26 16,0 0-30-16,0 0-28 0,0 0-8 0,0 0-7 15,0 0-5-15,-15 13-8 0,7-7-7 0,-1 4-3 16,-2-3-4-16,2 4-6 0,-6-1-18 0,1 4-20 15,-3-1-22-15,-5 3-34 0,2-1-54 0,3-1-38 16,-1-4-227-16,3-2-412 0,4 0 182 0</inkml:trace>
  <inkml:trace contextRef="#ctx0" brushRef="#br0" timeOffset="-214395.7">26410 10793 63 0,'2'-9'314'0,"0"-1"-16"0,-2 3-20 0,2 1-5 0,-2 0-32 16,1 0-25-16,-1 3-23 0,4 0-24 16,-4 3-5-16,0-6-38 0,0 6-27 0,0 0-13 0,0 0-12 15,0 0-11 1,0 0-5-16,13 10-20 0,-7-2-6 0,-2-1-11 15,1 2-12-15,4 0-5 0,-4 4-3 0,3-4-14 16,0 1-7-16,-1 0-7 0,4 0-4 0,0 1-7 0,-1-4 2 16,-1 3-9-16,0-6 6 0,0 3 2 15,1-1 3-15,1-4-3 0,-1-1 7 0,1-1 10 16,0-1 3-16,-1-3 5 0,-1-3 9 0,0 2 15 16,1-2 8-16,-3-1 14 0,2-1 10 0,-1-3 10 0,1 3 5 0,-4-6 6 15,0 5 4-15,3-2 8 0,-3 2 0 0,-1 1 4 16,0 4 2-16,-2-1-11 0,2 2-10 0,-1-1-10 15,-3 1-13-15,2-1-32 0,-2 5-24 0,0 0 3 0,0 0 1 16,2 14 1-16,-2-5-1 0,-2 7-3 16,1 2 6-16,0 9 0 0,-3 0 1 0,1 4 8 15,-3 2-7-15,1-2 1 16,-3 4 2-16,-5 10 0 0,3-12-1 0,1 0 1 16,0-1 1-16,-1-4 1 0,1 0 0 0,1-4-1 15,-2-4 3-15,4-4-4 0,-1-2 9 0,2-4-6 16,-1 1 0-16,3-6 4 0,0 3 7 0,-1-3 13 15,1-1 18-15,1 0 30 0,-2-1 12 0,4-3 9 0,-9 0-2 16,9 0 4-16,-9-8 14 0,5 1 8 16,0-2 18-16,0 0-11 0,2-3 5 0,2-5-6 0,2-4-20 0,6-8-16 15,2-3-10-15,3 1-7 0,11-10-13 0,-3 10-17 16,7-8-14-16,6 4-1 0,-8 9-3 0,1 2-5 16,4 3-3-16,-3 1-1 0,0 3-1 0,-3 2-2 15,-2 2-1-15,-5 7 3 0,-4-1-16 0,-2 2 6 16,-2 2-2-16,-4 1-7 0,1-3-11 0,-3 4-29 0,1 0-23 15,-5 1-7-15,0 0-8 0,6 2-5 0,-6-2-3 0,0 7-15 16,-1 0-3-16,-3-2-11 0,-1 0-28 0,-3 3-35 16,-1 1-55-16,-2-1-87 0,-1-2-194 0,4-1-566 15,-3-2 251-15</inkml:trace>
  <inkml:trace contextRef="#ctx0" brushRef="#br0" timeOffset="-212823.92">28077 10796 33 0,'-6'-7'234'0,"1"2"-21"0,-4-1-28 16,-1 2-8-16,1 1-12 0,-7-1-15 0,2 4-13 0,-5 0-12 15,0 4-11-15,-2 1-14 0,-3 3-10 0,3-2-10 0,2 6-8 32,-3 4-10-32,0 0-7 0,5-4-9 0,2 2 3 15,1 1-7-15,0 1-12 0,2-2-7 0,1 2 3 0,3-1-2 0,0 0-5 0,6-3-1 0,-2-1 8 16,1 0 4-16,3-3 2 0,3 0 4 0,-2-2 16 16,3 0 13-16,1-1 11 0,4 0 12 0,4-1 13 15,-3-6 6-15,2 2 3 16,1-4 11-16,3-3-1 0,-1 0 2 0,1-1 1 15,2-2-1-15,-3 0-13 0,0-2-14 0,3 0-5 16,-4 0-15-16,0-1 1 0,-5 5 1 0,0 0 1 16,0 0 1-16,-4 2-5 0,0 3-12 0,2-2-3 0,-3-2-10 15,-3 5-15-15,0-1-1 0,3 2-10 16,-4 1-38-16,0 0-31 0,8-1-22 0,-8 1 6 16,0 0 3-16,2 4 9 0,1-1 5 0,-2 4 5 0,2-2 3 0,-2 2-1 15,0 1-11 1,3 3 5-16,0-3 10 0,1 1-13 0,3-1 1 15,-2 1 7-15,0-2 4 0,2 1 4 0,2-3 4 16,1 2 4-16,-2-5 3 0,4 1-2 0,0-2 5 16,5-1 3-16,0-1 12 0,-3 1 14 0,2-5 15 0,2-1-2 15,-1-3 20-15,-4 1 14 0,3 0 25 16,-3-2-13-16,2 1 13 0,-5 1 9 0,-2 1 9 0,1 0 3 16,-3 1 6-16,0 0-6 0,-1 3-8 0,-2 0-10 15,2-1-9-15,-2-1-16 0,-2 3-3 0,-2 2-12 16,5-3-8-16,-5 3-28 0,4-1-12 0,-4 1-28 15,0 0-13-15,0 0 0 0,0 0 0 0,3 6 5 16,-1 2 6-16,-4-4-1 0,2 4-3 0,0 1 9 0,-1 3-5 16,1-2 0-16,0 2 9 0,0 0 1 0,0-3-9 0,0 1 9 15,0-3-6-15,0 0-6 0,0-1 15 0,1 0-1 16,-1-3 2-16,2 1 6 0,-2-4 28 0,0 5 22 16,2-3 28-16,-2-2 16 0,0 0-3 0,0 0-1 15,12-5-8-15,-6 2-6 0,-1-2-3 0,4 0-12 16,0-2-2-16,1-2-3 0,2-2-7 0,3-2 0 15,-3 2-9-15,2-1-8 16,-1 2-3-16,-6 0-5 0,2 3-1 0,-3 0-3 16,0 0 1-16,-1 4-3 0,-1 0-13 0,1-3-11 15,-3 4 3-15,1-1-41 0,-3 3-26 0,6-1-11 16,-6 1-22-16,5-1 1 0,-5 1-1 0,9 4 10 16,-2-1-6-16,0 4 0 0,4-2-5 0,1 2-1 15,2 3 5-15,13-1-5 0,0 3-6 0,2-4-13 16,2 1-8-16,6-1-14 0,0-1-4 0,14 0 6 0,-10-5 0 0,12 0 8 15,-15-1 15-15,14-4 18 0,2 1 3 0,-17-3 13 16,-1 1 15-16,-2-4 28 0,-2 1 31 0,-5-3 33 16,-8 3 24-16,-2-2 16 0,-3-1 16 0,-8 0-1 15,2 2-1-15,-4-5-10 0,-2 4-11 0,-5-3-4 16,-4 3-6-16,-2-1-2 0,-5 1-5 0,-9-3-5 16,-4 4 1-16,0-1-6 0,-3 6 0 0,0 2-2 0,0 1-1 0,0 1-1 15,-2 2-4-15,4-1-1 0,-4 3 1 0,4 2-3 16,8-2-1-16,2 3-5 0,-1 0 3 0,5 1-2 15,-3 2-10-15,8-3-2 0,1 1 2 0,2-1 4 16,5 4-1-16,-2 0 1 0,3-2 4 0,4 0 3 16,5 0-3-16,-3-2 1 0,9 2 4 0,1-2 3 15,0-1-7-15,1-3 5 16,4-1 2-16,-3-3-2 0,3-1-1 0,2-2 2 16,-3-3-1-16,1 2 6 0,-3-4 18 0,-1-2 20 15,-1-2 19-15,-2 0 13 0,0-1 0 0,-2-3 12 16,0 0 9-16,-1-11 7 0,-2 3 3 0,0-1 3 15,0-4-1-15,-3-1 1 0,1 0 2 0,0 0 3 16,-2 0-18-16,2 3-13 0,-5-2-8 0,5 7 2 16,-1 5 3-16,-5 3 7 0,2 2-1 0,-2 2-6 0,4 2-5 0,-5 1-16 15,1 2-8-15,2 0-10 0,-3-2-31 0,0 5-36 16,0 2-50-16,1-3-11 0,-1 3 8 0,0 0 2 16,-1 15 9-16,-2-4 6 0,2 5 7 0,-2 1 3 0,1 10-8 15,1 2 16-15,-3 0 3 0,4 4 2 16,0 1 6-16,0-1 0 0,0-1 5 0,0-4 4 15,0-2 1 1,1-6 5-16,3-4-7 0,-4 1 10 0,0-6 5 16,2 1-10-16,-2-6 13 0,0 1 2 0,3-1-1 0,-3-2 10 15,0 1 9-15,1-2 17 0,2 1 24 0,-3-4 5 16,0 3 4-16,0-3-5 0,0 0-8 0,1 4-1 16,-1-4-31-16,0 0-29 0,0 0-61 0,0 0-67 15,6-12-83-15,-3 5-84 0,5-2-342 0,6-5-697 16,-1 2 309-16</inkml:trace>
  <inkml:trace contextRef="#ctx0" brushRef="#br0" timeOffset="-212359.91">29939 10446 47 0,'0'0'216'0,"-4"-4"-27"0,4 4-21 0,0 0-16 0,0 0-14 16,0 0-13-16,7 13-9 0,-5-7-14 0,6 2-12 15,-4 1-5-15,1 3-12 0,1 0-8 0,1 5-1 16,0 0-9-16,0-2-2 0,2 11-6 0,-6-7-8 0,1 6-2 16,-2-6-8-16,-4 5 4 0,1 1-8 0,-4 0-1 0,0-6 0 15,-3 7-3-15,-3-4-1 0,-2 2-2 16,-5-5 2-16,1 1-5 0,-4 0 3 0,5-5-4 15,-2-3 3-15,3-3-2 0,-2 5 6 0,0-5 1 16,1-1-4-16,5-1 6 0,-2 1-5 0,3-4 2 0,-2 1-4 16,5-3-2-16,0 2-1 0,1-1-2 0,3 0-1 0,-3-1 5 15,2-2 16-15,0 3 18 0,4-3 14 0,-4 3 10 16,4-3 8-16,0 0 8 0,0 0 1 0,0 0-4 16,0 0-6-16,21 1-8 0,-8-3-5 0,8-3-6 15,7 1-10-15,2 0-6 0,2-2-4 0,2 2-3 16,2-1-4-16,0 2-1 0,2-4-7 0,-4 2-3 15,0 2-2-15,-2-2-7 16,-6 1 4-16,-6 2 12 0,-6 2-15 0,-3-3 1 16,-2 3 2-16,-1 0-6 0,0-2-1 0,-3 1-8 15,-5 1-25-15,7-1-14 0,-7 1-44 0,0 0-55 16,0 0-64-16,0 0-76 0,-23-4-217 0,12 3-532 16,-1-3 236-16</inkml:trace>
  <inkml:trace contextRef="#ctx0" brushRef="#br0" timeOffset="-211943.79">29738 10756 110 0,'0'0'244'0,"0"0"-4"0,-10-1-18 0,10 1-9 0,0 0-17 16,0 0-15-16,-5 0-13 0,5 0-9 0,0 0-9 15,0 0-2-15,0 0 6 16,0 0-7-16,0 0 2 0,0 0-2 0,0 0 9 16,0 0 2-16,0 0-9 0,0 0-22 0,0 0-4 15,0 0-19-15,24-8-2 0,-6 0-12 0,12-1-14 16,1 3-8-16,7-3-5 0,13 1-9 0,6-5-2 0,3 8-4 15,3-6-20-15,0 5 6 0,-1-5-1 16,-4 5-10-16,-6-1 21 0,-15 2-28 0,-5 2 7 16,-5-2-9-16,-9 3 5 0,-1-2-2 0,-6 3-5 0,-3-1 5 0,-1 0-4 15,1 1-1-15,-2 0-14 0,-6 1-14 0,7-1-6 16,-7 1-13-16,0 0-10 0,0 0-25 0,0 0-17 16,0 0-28-16,-21 3-23 0,11-1-29 0,0 1-32 15,-2 2-29-15,2-1-35 0,-2-2-223 0,1 1-527 16,2 1 233-16</inkml:trace>
  <inkml:trace contextRef="#ctx0" brushRef="#br0" timeOffset="-211705.79">30624 10965 43 0,'0'3'491'0,"0"-3"-14"0,0 0-36 0,0 0-40 16,0 0-44-16,0 0-46 15,0 0-85-15,0 0-118 0,0 0-134 0,0 0-166 16,18-7-248-16,-13 3-476 0,-1-1 211 15</inkml:trace>
  <inkml:trace contextRef="#ctx0" brushRef="#br0" timeOffset="-206248.26">8445 13371 183 0,'2'-3'192'0,"-2"3"-10"16,0 0-7-16,4-2-15 0,-4 2-11 15,0 0-16-15,0 0-10 0,5-3-13 0,-5 3-8 16,0 0-10-16,3-2-11 0,-3 2-11 0,0 0-4 0,0 0-11 0,0 0-5 16,0 0-9-16,-17 7-4 0,11-3 1 0,-11 6-6 15,-1 0-9-15,-10 4 0 0,-1 2-1 0,-2 2-3 16,0-2-6-16,1 4-2 0,0-2-1 0,2 1-1 15,0 1 0-15,1-2-3 16,4 2-3-16,3-3 0 0,-1 1 1 0,8-6-3 0,1 1 1 16,3-1-13-16,1 0 13 0,2-5 1 0,2 3-1 0,3-5 8 0,-2 0 3 0,7 0 14 31,0-1 9-31,10 0 2 0,6-3-2 0,12-1-5 16,3-5 0-16,16-3-4 0,0 0-1 0,-14-1 0 0,15-2-5 0,-2-3-3 0,-13 2 1 0,2 0 8 31,-6-3 5-31,3 2 3 0,-3 1 4 0,-6-3 4 15,-3 3 9-15,-7-1 16 0,-5 1 5 0,2 2 2 16,-6 0-4-16,-4-1-8 0,-4 0-12 0,-3 1-13 0,-3-1-20 0,-7-1-12 16,-3 2-18-16,-10 0-14 0,6 1-18 0,-8 4-21 15,-3 1-22-15,3 2-21 0,1 2-33 0,5-1-36 16,0 1-28-16,2 0-197 0,-2 0-435 0,4 0 192 16</inkml:trace>
  <inkml:trace contextRef="#ctx0" brushRef="#br0" timeOffset="-205861.16">8340 13249 28 0,'-3'-7'338'15,"2"-1"-5"-15,0 4-7 0,-3-1-14 0,4 0-14 16,-1 0 7-16,0 1-44 0,1 4-21 0,-2-6-33 15,2 6-26-15,3-2-18 0,-3 2-26 0,0 0-38 0,-1-5-45 16,1 5-7-16,0 0-13 0,-2 19-5 16,2 1 2-16,-1 7-7 0,-2 6 0 0,2 3-2 15,-4 11-5-15,-2 1-2 0,4 0 0 0,0-2-7 16,-6 0 2-16,3-12-4 0,1 17 0 0,1-20 3 0,0 6-1 0,-1-7-3 16,4 4 2-16,-2-4-2 0,2-4-2 0,-4-1 2 15,2-8-2-15,-2 0 0 0,4-3 3 0,-2-6-1 16,3 3-2-16,0-5 3 0,-1-1 7 0,1 1 18 15,-3-1 11-15,3-2 20 0,0 0 8 0,3 1 6 16,-3-4 3-16,0 0 3 0,-4 5 1 0,4-5-8 16,0 0 4-16,0 0-5 15,0 0-16-15,0 0-9 0,0 0-23 0,0 0-22 16,0 0-43-16,0 0-48 0,0 0-53 0,0 0-183 16,0 0-336-16,0 0-714 0,0 0 317 0</inkml:trace>
  <inkml:trace contextRef="#ctx0" brushRef="#br0" timeOffset="-203273.88">9021 12997 8 0,'0'-8'238'0,"0"1"-14"0,1 1-2 15,1 1-6-15,0-2-17 0,-2 3-5 0,1-1-14 0,-1 1-16 16,3 2-21-16,-3 2-13 0,0-6-18 0,0 6-12 0,0 0-22 15,0 0-21-15,0 0 2 0,0 0-15 0,0 18-5 16,0 1-7-16,-3 15-2 0,-2 12-2 0,-2 7-3 16,-2 1-3-16,-1 4-4 0,-5 26-5 0,3-31 2 15,1 6-1-15,1-1-3 0,1-3 1 0,-1-1 5 16,6-1 4-16,2-3 3 0,-1-3 1 0,2 1-3 0,1-12 6 16,0 0-3-16,4-4-7 0,-3 1 3 0,0-1-3 15,2-5-1-15,-2-1 16 0,3-1 2 0,-3-7-10 16,0-2-3-16,1-3 1 0,-1-2-2 0,0 1-3 15,-1-2-1-15,3-3-1 0,-2-2-1 0,2 2-1 16,-3-2-2-16,1-2 1 0,-1 1 0 0,0-1-1 16,0-3 0-16,1 7-1 15,-1-7 2-15,1 3-1 0,1-1-1 16,-2-2-2-16,0 0 3 0,0 0 8 0,0 0 13 0,0 0 3 16,0 0-4-16,0 5 0 0,0-5-2 0,0 0 1 15,0 0-6-15,0 0 6 0,0 0 4 0,0 0 1 16,0 0 3-16,2 2-3 0,-2-2-2 0,0 0-2 15,18-5-8-15,0-2-17 0,11 0-25 0,6-3-35 16,20-5-52-16,0 1-77 0,6-5-94 0,-1-2-243 0,-5 0-561 0,-4-5 248 16</inkml:trace>
  <inkml:trace contextRef="#ctx0" brushRef="#br0" timeOffset="-202757.36">9095 12955 60 0,'0'0'183'0,"0"0"-7"16,0 0-10-16,0 0-10 0,-6 0-7 15,6 0-3-15,0 0-7 0,0 0-5 0,0 0-5 0,0 0-19 16,0 0-14-16,0 0-8 0,0 0-7 0,0 0-8 0,24 4-3 16,-1-4-5-16,10 0-8 0,3-1-6 0,18 1-44 15,2 1-54-15,3-6-74 0,1 1-207 0,-2 0-356 0,1-1 158 16</inkml:trace>
  <inkml:trace contextRef="#ctx0" brushRef="#br0" timeOffset="-201710.55">9831 13234 3 0,'1'-7'255'0,"-1"1"-8"0,2 1-8 15,-2 0-18-15,1 2-21 0,-1 3-25 0,0-7-15 0,0 7-21 16,-1-3-16-16,1 3-19 0,0 0-8 0,0 0-11 15,0 0-12-15,0 23-8 0,-3-11-7 0,3 1-7 16,-4 7-6-16,2 4-6 0,-1 1 1 0,-2 0-12 16,5 1 1-16,-1-8-6 0,-2 10-11 0,3-10 6 15,2 8 1-15,-1-6-2 0,-1-5-2 0,2 2 0 16,2 0 0-16,-1-5-4 16,-1-2-1-16,1-3 0 0,-2 1 16 0,2-2 26 15,-2-1 22-15,2 1 21 0,2-5 29 0,-1 2 19 16,3-3 5-16,-7 0 7 0,17-3-11 0,-5-5-1 15,3 0-12-15,1-2-5 0,-3-2-6 0,1 0-4 16,0-2-9-16,0-2-6 0,4-3-10 0,0 0-2 16,-5 4-5-16,-2-2-4 0,1 3-5 0,-2-1 5 15,-2 3-6-15,0 5-2 0,-4-3-1 0,1 3-6 0,-1 0-4 0,-1 4-3 16,1-2-11-16,0 1-5 0,-1 2-10 0,-3 2-6 16,3-3-3-16,-3 3-22 0,1-3-19 0,-1 3-28 15,0 0-11-15,0 0 4 0,0 0 0 0,0 0 2 16,4 11 18-16,-5-5-6 0,1 1-1 0,-2 3 4 15,1 1 5-15,1 0 3 0,-1-1 0 0,1 2 2 16,-1-1 4-16,2-1 4 0,-2 0-1 0,2 0 2 0,-1-2 6 0,1 3-3 16,0-6 4-16,1 2 1 0,-1-2 6 0,2 1-2 15,-1 0 3-15,2-3 6 0,2 1 6 16,4 1-12-16,2 0 6 0,-2-2-1 0,4-1-23 0,8 0-45 16,-4 1-43-16,1-2-57 0,3-2-69 0,7-4-86 15,-2 0-339-15,3-4-715 0,-4-1 317 0</inkml:trace>
  <inkml:trace contextRef="#ctx0" brushRef="#br0" timeOffset="-201403.4">10743 13078 156 0,'0'0'251'0,"0"-6"-28"0,0 6-17 0,0-5-29 16,0 5-19 0,0 0-17-16,0 0-19 0,-11 17-11 0,2-1-10 15,-4 6-13-15,-3 3-9 0,-1 2-6 0,-2 0-11 16,0 6-6-16,2-1-6 0,3 0-3 0,-3 13-3 15,7-13-13-15,0-1 8 0,2 3-5 0,7-7-3 16,2 2-3-16,3 0 3 0,4-5 1 0,-1-7 1 16,9 5-15-16,0-1-20 0,1-11-45 0,10 5-65 15,2-6-71-15,-10-4-164 0,11-4-375 0,-1-1 166 0</inkml:trace>
  <inkml:trace contextRef="#ctx0" brushRef="#br0" timeOffset="-200971.11">10950 13266 155 0,'8'-6'225'0,"-3"-3"-12"16,3 5-21-16,2-1-17 0,-1 2-15 0,1 1-13 16,3 2-17-16,0 2-14 0,-2 2-8 0,1 2-12 15,-3 0-9-15,1 5-10 0,-1 1-5 0,0 2-9 16,-4-2-11-16,0 6 3 15,-1 0-10-15,-4 0 0 0,-1 1-9 0,-4-2-5 16,0 1 2-16,-2 0-3 0,-2-1-4 0,-1-2-2 16,4-1-2-16,-1-4-2 0,1-2-1 15,2-1 4-15,0-1 4 0,-1-2 14 0,0 0 19 0,5-1 28 16,-4-1 34-16,4-2 45 0,-2 5 27 0,2-5-11 16,0 0-22-16,0 0-14 0,11-15-17 0,-2 5-3 15,1-2-20-15,12-9-15 0,-3 1-7 0,3 0-17 0,3-3-20 16,0 2-8-16,3 0-9 0,-2 2-8 0,-4 2-7 0,0 0 3 15,-8 6-7-15,-4 6 1 0,1-3-15 0,-5 6-7 16,1-1-15-16,-4 0-21 0,2 1-14 16,-5 2 1-16,0 0-2 0,9 5 7 0,-7-1 1 15,-4 5 1-15,2 2 0 0,-1 4 1 0,0 4 3 0,-3-3-4 16,2 2-21 0,0 2-29-16,-2 4-25 0,-1 2-45 0,4-9-59 15,-3 3-298-15,4-6-572 0,0-2 253 0</inkml:trace>
  <inkml:trace contextRef="#ctx0" brushRef="#br0" timeOffset="-200754.92">11607 13350 270 0,'0'0'252'0,"0"0"-29"0,2-4-26 0,-2 4-22 15,0 0-18-15,0 0-13 0,0 0-17 0,-4 19-6 16,0-9-16-16,-1 2-11 0,-3 5-8 0,-2-3-10 0,1 3-7 0,0 3-4 0,-5 2-3 0,4-5-8 16,1 1-33-16,-1-1-26 0,-2 0-36 0,6 0-45 15,-1-7-56-15,1 1-196 0,2-2-365 0,4-5 161 16</inkml:trace>
  <inkml:trace contextRef="#ctx0" brushRef="#br0" timeOffset="-200252.59">11711 13251 83 0,'0'-4'314'0,"1"-1"-21"16,-1 0-25-16,0 5-21 0,0-5-28 0,0 5-27 16,4-4-21-16,-4 4-24 0,0 0-18 0,0 0-16 15,0 0-16-15,0 0-12 0,5 9-13 0,-1-3-19 0,0 2-25 16,2 2-17-16,-1 0-13 0,-1-1-19 0,2 1-13 0,0-2-11 15,-1 3-14-15,1-5-5 0,-2 1 0 16,-2-1 1-16,2-3 7 0,0 0 5 0,1-3 4 16,-5 0 5-16,10-3-1 0,-6 0 11 0,1-3 22 15,1-4 9-15,0 2 7 0,-1-3 17 0,1-2 7 0,1-1 10 16,-1-2 10 0,-1 5 7-16,4-1 3 0,-6 1 7 0,3 3 3 15,-1-1 2-15,-1 1 0 0,0 1-10 0,-1 2-8 16,-1 2-9-16,3 1-6 0,-5 2-3 0,0 0-13 15,9 5-5-15,-4 3-3 0,-1 1-3 0,1 8-1 16,3 2-5-16,-3 4 2 0,-1 5 1 0,0 1-1 16,-7 3 1-16,3 1-2 0,-4-1 1 0,-2 2 2 15,-6-3 2-15,2 2-5 0,1-6 1 0,-7 1-1 0,3-2-1 0,0-3-1 16,1-8 7-16,2 0-6 0,1-6-1 0,2 1 3 16,-1-3 4-16,0-2 16 0,1-2 14 0,0-1 13 15,0-2 15-15,-1 0 19 0,2-5-5 0,0 0 8 16,3-4-1-16,-1-1 0 0,2-2-1 0,1-6-10 15,5 0 6-15,2-10-9 0,5 0-16 0,3-3-15 16,1-1-24-16,12-9-23 16,-7 11-17-16,11-9-17 0,-8 11-13 0,0 6-31 15,3-2-23-15,-2 4-31 0,0 3-37 0,-5 6-42 16,7 1-45-16,-10 3-235 0,2 0-533 0,-9 4 235 16</inkml:trace>
  <inkml:trace contextRef="#ctx0" brushRef="#br0" timeOffset="-200021.11">12303 13469 46 0,'0'0'252'0,"0"0"-21"0,0 0-19 15,0 0-20-15,0 0-21 0,0 0-15 0,0 0-12 0,-2 10-20 0,-2-3-5 16,-1 1-10-16,0 3-13 0,-4 1-7 15,-2 4-7-15,0 1-11 0,-1-1-27 0,-1-2-20 16,-2 7-35-16,3-5-41 0,0-4-51 0,0 0-67 16,2-3-135-16,2-1-329 0,-1-4 145 0</inkml:trace>
  <inkml:trace contextRef="#ctx0" brushRef="#br0" timeOffset="-199636.07">12493 13154 148 0,'0'0'195'0,"0"0"-22"0,4-4-8 0,-4 4-11 15,0 0-8-15,15 6-15 0,-6-3-8 0,2 4-7 16,5 3-8-16,-1 0-8 0,2 0-13 0,1 4-5 15,-4 1-8-15,0-1-10 0,-1 1-1 0,1 8-6 16,-5-6-8-16,-3 1-7 16,-3 2-2-16,-2-1-1 0,-2 1-8 0,-3-2-3 15,-1 7 1-15,-6 0-7 0,-4-2-2 0,-3-1 0 16,-1-1-8-16,1-8 4 0,5-1-4 0,-2-1 5 16,2-2-4-16,4-1 6 0,-1 0 1 0,1-3 5 15,1 0 0-15,4-1 4 0,1-1 3 0,-1-2 11 16,0 2 6-16,2 2 13 0,-1-3 16 0,3-2 7 15,-4 3 0-15,4-3-5 0,0 0-6 0,0 0-8 0,0 0-2 0,23 0-12 16,-9-3 0-16,4 1-8 0,1-3-9 0,3 2-28 16,0-1-37-16,-2 3-42 0,8-5-66 15,-2 1-82-15,-4 0-271 0,-1-2-531 0,-5 0 235 16</inkml:trace>
  <inkml:trace contextRef="#ctx0" brushRef="#br0" timeOffset="-199419.9">12540 13464 173 0,'-5'1'256'0,"5"-1"7"0,-8 2 0 0,8-2-13 0,-4 0-22 15,4 0-20-15,0 0-26 0,0 0-15 0,21-2-16 16,-6 2-15-16,12-3-15 0,4 0-11 0,-1 1-36 15,1-3-43-15,2 3-48 0,-2 2-58 0,-3-5-64 16,0 0-75-16,-7-1-148 0,-2 2-391 0,-4-4 173 16</inkml:trace>
  <inkml:trace contextRef="#ctx0" brushRef="#br0" timeOffset="-199129.72">12918 12964 69 0,'0'0'167'0,"0"0"-20"0,7 13-3 16,-1-1-12-16,7 4 2 0,4 8-8 0,3 5-13 16,-2 2 15-16,6 13-15 0,-1 2 0 0,-4 0-10 15,-2 4-6-15,-5-6-6 0,-5-8-9 0,-4 9-3 16,-5-11-8-16,-3 3-3 0,-2-3-6 0,-4-5-7 0,-3 3-4 15,-5-3-1-15,0-1-6 0,-8-5-2 0,3-1-2 16,-4-1-4-16,1-1-4 0,-1 0-3 0,0-6-18 16,0-2-28-16,1 0-33 0,-3-3-45 0,10-2-80 15,3-4-174-15,7-3-378 0,1 0 168 0</inkml:trace>
  <inkml:trace contextRef="#ctx0" brushRef="#br0" timeOffset="-198649.12">13477 13422 95 0,'0'0'213'0,"-9"0"-6"0,9 0-7 0,0 0-3 16,0 0-14-16,0 0-12 0,0 0-18 0,0 0-17 0,0 0-14 16,14-6-13-16,0 6-11 0,4-3-9 15,4 2-6-15,8-5-11 0,3 4-7 0,7-1-6 16,10-1-9-16,2 3-6 0,1-3-8 0,-1 3-7 15,-12-1-12-15,-2-3-11 0,-4 4-17 0,-3-4-16 0,-8 2-22 0,-4 0-7 16,-5 3-22-16,-2-4-24 0,-7 2-19 0,0-2-29 16,-5 2-157-16,0 2-332 0,-13-6 146 0</inkml:trace>
  <inkml:trace contextRef="#ctx0" brushRef="#br0" timeOffset="-197777.13">13904 13304 157 0,'-7'-6'139'0,"2"5"-8"16,-4 1-12-16,-1-3-16 0,-2 1-6 0,-2 2-8 0,1 0-5 16,-3 0-8-16,-3 3-7 0,-2 0-7 0,1 6-1 15,1-2-7-15,-3 2-3 0,3 0-9 0,-3 5-2 16,4 1-11-16,-1 2-1 0,6-4-5 0,-1 1 2 15,4 2-4-15,4-3 0 0,0 0 1 0,5 1 11 16,1-2 7-16,5-2 8 0,4 3 2 0,5-1 4 16,3-3-4-16,11 1-4 0,3-5-3 0,3-3-2 15,2-3-3-15,6-3-11 0,-5-2 0 0,2-1 1 16,-4-4 4-16,0-3-4 0,-5 2 3 0,-3-2 3 16,-5-1 0-16,-5-2 2 0,-6 2-3 0,3-7-2 0,-6 4-3 15,-3 2-1-15,-4-3-5 0,-2 2 1 0,-4 0-4 0,-3 2-7 16,-4 1 2-16,-3 0-5 0,-2 3-1 0,-9 1 0 15,5 4-4-15,-9 4 2 0,-1-1-2 0,2 3-4 16,-2 8 2-16,3-1 0 0,1 3 0 16,0 2-2-16,4 0 1 0,7 2 0 0,3-2-2 15,3 2-11-15,2 1-8 0,7-4-1 16,2 1 7-16,5-1-1 0,6 1 4 16,6-1 1-16,9-2-10 0,5 0-16 0,-2-1-8 15,5-7-5-15,-2-1-4 0,-4-1 4 0,1-7 2 16,-3 1 5-16,-9 1-1 0,-1-5 11 0,-8 4 2 0,1-3 2 15,-2 0-2-15,-4-1 5 0,-4 1 4 0,-4-2-1 16,-1 2 0-16,-5 0-4 0,-5-1-10 16,-3 3-15-16,-2 2-27 0,-6 0-33 0,-2 4-143 0,-2-1-274 0,2 3 121 15</inkml:trace>
  <inkml:trace contextRef="#ctx0" brushRef="#br0" timeOffset="-197512.8">13703 13754 98 0,'0'0'180'0,"0"7"-12"0,0-7-5 15,-5 8-20-15,1 2-14 0,-5-3-13 0,0 8-8 16,-5-3-14-16,1 4-4 0,-6 2-3 0,-3 3-9 16,3-1-11-16,-6 3-26 0,-5-5-52 0,2 3-93 15,0-5-138-15,1-2-261 0,9-7 116 0</inkml:trace>
  <inkml:trace contextRef="#ctx0" brushRef="#br0" timeOffset="-196490.48">14568 13239 190 0,'0'-2'300'0,"0"2"-13"0,0-4-10 15,0 4-14-15,0-5-26 0,0 5-15 16,0 0-28-16,0 0-22 0,0-6-20 0,0 6-19 15,0 0-27-15,0 0-13 0,0 0-25 0,0 0-4 0,0 0-1 16,-3 20-11-16,0-11-9 0,0 4-5 0,2 0-4 16,-3 5-4-16,0 1-3 0,2 0-3 0,-1 1-2 0,2-1-2 15,-2 5-1-15,2-7-4 0,1 0 0 0,-1 3-3 16,1-6 11-16,1-2-14 0,-1 1 0 0,1-3-1 16,-1-1 2-16,3-1 1 0,-2-2-4 0,2-1 4 15,-2 0 10-15,2-3 12 0,-2 3 6 0,4-2 15 16,0-1 3-16,-5-2 12 0,14-5 2 0,0 3-3 15,-2-3-1-15,4-5-8 16,0-1-5-16,1-1 2 0,5-6-1 0,1-1-12 16,-4-1-4-16,2-4-4 0,-1 1-5 0,-2-4-1 15,0 3-5-15,-1-1-3 0,-2 0-4 0,-1-1-1 16,-2 4 18-16,-5 4 5 0,-1 1-27 0,-2 0 11 16,-1 6 3-16,-1 0 3 0,0 0-8 0,-2 0 5 15,-2 6-16-15,0-1-7 0,-2 0 2 0,-1 3-13 16,-3 3-3-16,-1 0-4 0,-1 0-6 0,-1 5-7 0,0 2 3 0,2-1-12 15,-2 3-3-15,2-1-3 0,3 3-4 0,-1 2-10 16,1-3-4-16,2 2 5 0,4-1 2 0,3 4 1 16,3-3-2-16,4 0-11 0,7 0-18 0,7-2-40 0,3 2-55 15,4-7-72-15,-1-1-271 0,1-3-565 16,-3-2 250-16</inkml:trace>
  <inkml:trace contextRef="#ctx0" brushRef="#br0" timeOffset="-196209.37">15498 12982 19 0,'3'-2'303'15,"-3"-2"-23"-15,1 0-28 0,-1 4-24 0,1-4-21 16,-1 4-27-16,0 0-21 0,0 0-17 0,0 0-17 15,-7 10-14-15,0 0-12 0,-4 6-12 0,-4 6-1 16,-1 6-16-16,-4 2-9 0,-6 12-4 0,4-3-8 16,7-5-4-16,-2 9-7 0,6-9-6 0,5-1 1 0,2 1-7 0,2-2-1 15,4-3 1-15,4 0-2 0,5-1 0 0,2-3-2 16,4-3 2-16,6-1-9 0,3-3-15 0,2-2-33 16,1-2-48-16,0-6-71 0,6 1-78 0,-6-6-163 15,2 0-424-15,1-6 187 0</inkml:trace>
  <inkml:trace contextRef="#ctx0" brushRef="#br0" timeOffset="-195742.48">15845 13194 146 0,'9'-7'205'16,"7"-1"-4"-16,-4 5-16 0,2-1-19 0,2-2-14 0,-2 6-11 15,4 0-15 1,-4 3-18-16,-1 1-9 0,4 5-7 0,-2 2-11 16,-1 0-5-16,-5 1-10 0,0 1-5 0,0 3-5 0,-5 2-7 0,-2-1 0 0,-2 0-11 0,0 1-2 15,-5 0 1-15,0-1-7 0,-4 0 3 0,0 0-5 16,-1-1-6-16,-3-3-2 0,0 1 0 0,1-2 0 15,1-4 2-15,2 1 3 0,1-3 3 0,2-1 6 16,1 0 17-16,1-1 15 0,1-1 24 0,0-3 32 16,3 0 20-16,0 0 11 0,0 0-13 0,0 0-15 15,0 0-16-15,8-18-1 16,1 7-23-16,5-5-9 0,-1 3-8 0,6-7-1 16,0 3-10-16,-4 4-7 0,7-4-6 0,-5 4-6 15,-6 1-4-15,2 6-6 0,-4-3-4 16,-1 4-8-16,-2 0 3 0,-2-1-8 0,1 5-5 0,-3-1-15 15,2 0-18-15,-4 2-6 0,0 0 0 0,0 0 6 16,0 0-4-16,4 11 1 0,-5-3 3 0,-3 3 0 16,1 2 3-16,-1 1-3 0,1 3-5 0,-3 0-12 0,0 0-10 15,0 0-28-15,2 2-28 0,-4 1-39 0,-2-3-38 0,1-1-67 16,4-1-242-16,-3-7-537 0,7 1 238 0</inkml:trace>
  <inkml:trace contextRef="#ctx0" brushRef="#br0" timeOffset="-195522.2">16429 13413 198 0,'2'-1'324'0,"-2"1"-23"0,0-7-22 15,0 7-24-15,4-1-33 0,-4 1-25 0,0 0-20 16,0 0-24-16,0 0-15 0,0 0-14 0,0 0-12 0,-9 12-11 15,5-3-10-15,-1-1-11 0,-1 4-22 0,-2-2-12 0,-1 4-23 0,0-1-29 16,-1 1-29-16,1 0-18 0,0-1-37 0,-4 1-41 16,4-5-59-16,0-1-206 0,2 1-429 15,-2-4 190-15</inkml:trace>
  <inkml:trace contextRef="#ctx0" brushRef="#br0" timeOffset="-194941.08">16588 13091 218 0,'4'-7'267'0,"-3"1"-28"0,2 0-22 0,-2 2-27 16,2 2-30-16,-2-1-13 0,-1 3-15 0,0 0-18 15,9 7-9-15,-4 1-16 0,-1 1-11 0,4 1-13 16,-2 4-18-16,3 3-12 0,-4 0-21 0,5 0-8 15,-1-3-16-15,0 3-9 0,0-5-14 0,0 3-10 16,-1-6-10-16,-2 1-3 0,2-2-5 0,-6-1 9 16,2-2-1-16,0-1 13 0,2-1 8 0,0-3-4 0,-6 0 14 0,11-5 3 15,-6-2 12-15,0 3 8 0,4-4 21 0,-1-4 0 16,-1-2 18-16,0 3 8 0,-1-3 4 16,2-1 8-16,1 3 7 0,-4 0 6 0,1 2 4 15,0 0 6-15,0 5 1 0,-4-4-1 0,2 5-9 0,-2 0-9 16,0-1-6-16,1 1-11 0,1 3-14 0,-4 1-10 15,0 0-2 1,6 5-8-16,-6 1-2 0,1 4-1 0,4 6-7 16,-4 2 2-16,-1 6 2 0,0 2-2 0,-1 3 3 15,-4 0-3-15,4 5-2 0,-3-2-1 0,-4 0 0 0,1 1 1 16,-3-1-1-16,-1-3-2 0,1-1-1 16,-3 0 2-16,3-5 2 0,2-3 2 0,-2-3-6 15,3-4 1-15,-1-2 2 0,0-4 1 0,3 2 5 16,-1-3 5-16,1-4 8 0,-2 1 9 0,1-2 14 0,6-1 20 0,-14-7 10 15,6 0 0-15,3-2 17 0,1-3-7 0,-1 1 0 16,4-4 10-16,2-3-2 0,0-8-2 0,7 1-1 16,1-3-1-16,1 0-19 0,4 1-8 0,4-1-4 15,0 0-5-15,0 3-4 0,0 0-11 0,1 1-5 16,0 5 4-16,4 1-12 0,-9 5-17 0,0 4-28 16,0-1-7-16,-5 4-41 15,3 1-35-15,-1 1-30 0,-3 4-43 0,-2 0-50 16,1 0-22-16,-1 3-45 0,-2-1-196 0,-3 2-530 15,2 1 234-15</inkml:trace>
  <inkml:trace contextRef="#ctx0" brushRef="#br0" timeOffset="-194725.52">17208 13437 4 0,'0'0'266'0,"0"0"-20"16,0 0-22-16,0 0-23 0,0 0-22 0,0 0-21 16,0 0-14-16,0 5-15 0,-1 0-12 0,-2 0-11 0,-1 5-11 15,-3 2-8-15,0 4-11 0,1-1-22 0,-2 1-20 16,-2 0-22-16,1-2-37 0,0 3-35 0,3-5-59 0,-3-3-203 16,1 2-348-16,0-5 155 0</inkml:trace>
  <inkml:trace contextRef="#ctx0" brushRef="#br0" timeOffset="-194305.64">17468 13054 143 0,'0'0'207'0,"1"-4"-19"0,-1 4-18 16,2-4-19-16,-2 4-15 0,0 0-16 0,0 0-11 16,4-2-13-16,-4 2-9 0,0 0-8 0,8 10-6 15,-2-6-4-15,-3 1-7 0,6 3-7 0,0 0-2 16,0 0-7-16,2 5 0 0,3-2-3 0,0 1-8 16,3 0-2-16,-3 0 1 15,0-2 0-15,-5-2-6 0,2 1-4 16,-2 0-3-16,-2 1-2 0,-1-4-7 0,-2 3 2 0,-3 1-5 15,-1 0 2-15,-1 1-3 0,-3 1-4 0,-2 3 2 16,-3 2-3-16,-5-3 1 0,-2 6-1 0,-3-1 4 16,0-1-3-16,1-5-1 0,4 0 0 0,-3 1 0 15,2-3 2-15,4 0 0 0,2-2-1 16,0-4 3-16,2 4 2 0,1-4-3 0,2-2 5 0,0 0 18 0,0-1 9 0,2 2 20 16,2-4 10-16,0 0 7 0,5 6-1 0,1-6-5 15,7 0-10-15,1 0-4 0,7-1-5 0,7-1-24 16,-8 0-29-16,11-3-37 0,-9 4-47 0,1 0-59 0,2-4-68 15,-3 3-189-15,0-4-435 0,-6 2 193 0</inkml:trace>
  <inkml:trace contextRef="#ctx0" brushRef="#br0" timeOffset="-193939.39">17496 13307 76 0,'-6'0'299'0,"6"0"2"15,-7 0-4-15,7 0-4 0,0 0-5 0,-5-2-31 16,5 2-24-16,0 0-29 0,11-7-21 0,6 4-15 0,-2 0-17 15,7 0-13 1,7-3-19-16,3 3-12 0,1-1-12 0,1 0-13 16,0 0-7-16,2 2-9 0,-3 0-11 0,-2-1-3 15,-4 3-3-15,-7-1-5 0,-6 0-6 0,-1 1 0 0,-4-4-4 16,0 4 8-16,-3-1 1 0,1 1-4 0,-2 0 6 16,-5 0-12-16,6 0-2 0,-6 0-9 15,0 0-21-15,0 0-24 0,0 0-33 0,0 0-27 16,0 0-35-16,0 0-39 0,-19 4-38 0,14-3-52 0,-3 1-274 15,0 0-562-15,3-2 249 0</inkml:trace>
  <inkml:trace contextRef="#ctx0" brushRef="#br0" timeOffset="-193607.37">17931 12926 116 0,'-2'-4'254'0,"2"4"-25"0,0 0-32 15,0 0-21-15,0 0-19 0,0 0-15 0,0 0-19 16,15 17-12-16,-8-2-13 0,0 2-9 0,6 9 0 15,-4 6-7-15,1 2-3 0,-2 14-3 0,-2 5-10 16,2-5-2-16,-9 4 1 0,-2-2-8 0,-1-3-3 0,0-12-9 0,-2 2-3 16,-3-3-2-16,0-2-3 0,-4-2 0 0,-2-3-4 15,-2-3-4-15,-6 3-9 0,-1-3-36 0,-4-2-58 16,-5-5-77-16,-2-3-244 0,-2-2-427 0,5-4 189 16</inkml:trace>
  <inkml:trace contextRef="#ctx0" brushRef="#br0" timeOffset="-192582.1">18124 12697 81 0,'0'0'178'0,"0"0"-19"0,0 0-19 16,0 0-15-16,0 0-22 0,0 0-2 15,0 0-4-15,0 0-16 0,15 8-6 0,-7-4-6 16,1 1-10-16,5-2-5 0,-4 4-6 0,7-1-6 0,2-3 1 16,-1 1-6-16,-1-2-1 0,2 0-4 0,-6 0 1 15,1-1-6-15,0 1-3 0,0-4-5 0,-3 4 3 0,2-5 2 16,-3 1 29-16,1 0 7 0,-5 0 1 0,2-3 3 15,-2 1 2-15,-1-2-1 0,-1 0-1 0,1 1 5 16,-1-2-3-16,2 1 3 0,-2 1 1 0,-3-2 8 16,3 1-10-16,-1-1 5 0,-2 2-1 0,3 0-1 15,-3 2 0-15,2-1-5 0,-2 2-8 0,-1 2-9 16,3-7-4-16,-3 7-8 0,3-3-8 0,-3 3-17 0,0 0-23 0,0 0 0 16,0 0-3-16,4 14 1 0,0-4 1 0,-4 7 5 15,5 9-4-15,-2 2 1 0,-2 5-4 0,-1 16 6 16,0 1-3-16,-4 8 0 0,4 27 6 0,-5-2-3 15,1-21 6-15,-3 24 3 0,0-26-5 0,-2-3-3 16,5 2 5-16,-1-4-4 0,-1-3 3 0,2-1 1 16,-1-6-4-16,1-11 1 15,0 0 0-15,-1-5 1 0,-2 1 0 16,4-4 0-16,-1-7 2 0,-1-3-2 0,1-3 1 16,2-4 2-16,-1 2 2 0,2-5 0 0,-2 1 5 0,1-2 15 15,-1 0 11-15,3-2 11 0,0 1 24 0,0-4-6 16,-5 5-3-16,3-5-3 0,2 0-9 0,0 0-3 15,-17 0-6-15,8-4-3 0,-1 1-7 16,-2 1 1-16,-6-3-8 0,-2 0 2 0,2-1-3 0,-4 2-2 0,-2 0 1 0,3 1-7 16,-2 0 4-16,3-1-8 0,3 1 3 15,3 3 1-15,3-1-2 0,0-3 1 0,3 3-3 16,0 1 1-16,3-3-4 0,5 3-4 0,-10 0-10 16,10 0-14-16,-8-2-17 0,8 2-25 0,0 0-27 0,-9-2-46 15,9 2-87-15,5-5-289 0,-1 0-557 0,6 1 247 16</inkml:trace>
  <inkml:trace contextRef="#ctx0" brushRef="#br0" timeOffset="-192196.28">19177 13142 178 0,'0'0'237'0,"0"0"-8"0,0 0-8 16,0 0-11-16,-4-3-7 15,4 3-3-15,0 0-19 0,0 0-22 0,0 0-18 0,0 0-14 16,13-6-12-16,-5 5-13 0,4-1-13 16,3 0-21-16,6 1-20 0,1-3-20 0,6 2-25 15,-1-1-22-15,1 1-32 0,-1 0-35 0,1 1-20 16,-6-1-34-16,-2-1-36 0,-2 0-152 0,-4-1-353 0,-4 2 157 15</inkml:trace>
  <inkml:trace contextRef="#ctx0" brushRef="#br0" timeOffset="-192018.28">19241 13317 247 0,'0'0'228'0,"0"0"-23"0,9 2-16 0,-9-2-17 16,19-3-17-16,2-1-10 0,7 3-14 0,0-1-18 16,4 2-9-16,2-2-22 0,7 1-41 0,-5 0-47 15,1-2-43-15,0-1-53 0,-1 3-175 0,-2-3-298 16,0-1 132-16</inkml:trace>
  <inkml:trace contextRef="#ctx0" brushRef="#br0" timeOffset="-191547.93">20294 12987 60 0,'0'0'155'0,"-4"-7"-21"15,0 7-13 1,4 0-7-16,-6-4-17 0,6 4-9 0,-10-3-8 16,2 3 1-16,2-1-9 0,6 1-6 0,-17 0-1 15,6 4-3-15,-1-3-4 0,-3 2-2 0,3 1-9 0,-7 2 5 16,5 1-16-16,-4 5 0 0,0-2 0 0,0 0-7 16,-5 9 1-16,5-2-10 0,-1 2 8 0,6-4-4 15,0 0-6-15,1 1-3 0,2 1 3 0,1 0 1 0,1-2 2 16,4 2 3-16,-1 2-1 0,4-2 13 15,1 0-4-15,1 0 10 0,4 0 9 0,2-2 7 16,4 3 7-16,3-3 4 0,0-3 0 0,4 0-2 0,6 1 3 0,3-4 3 16,-9-4 2-16,10 0 3 0,2-5 2 0,-5-3 0 15,-2 1 8-15,4-8-4 0,0 0 1 0,-3-3-6 16,-1-5-3-16,-2 2-6 0,0-2-8 0,-4-3-3 16,-2-4-9-1,-2-1-5-15,0-1-3 0,-4 0-7 0,-3-2 4 16,-2 0-5-16,-4 3-8 0,0 0-7 0,-4 8-7 0,-2-1-15 15,-4 4-21-15,-6 0-18 0,-7 1-49 0,-5 2-51 16,-4 5-67-16,-4 4-312 0,3 0-565 0,1 2 251 16</inkml:trace>
  <inkml:trace contextRef="#ctx0" brushRef="#br0" timeOffset="-170875.7">3089 15115 164 0,'0'0'178'0,"-1"-6"-3"0,-2 1-10 16,3 1-9-16,0 4-1 0,0-10-9 0,0 6-2 0,-1-2 1 16,1 2-15-16,-1-2-10 0,1 2-13 0,0 4-9 15,0-7-8-15,0 5-16 0,0 2-6 0,-5-6-10 16,5 6-8 0,0 0-27-16,0-4-24 0,0 4-8 0,0 0-3 15,-4 11 6-15,3-4-2 0,-2 3-1 0,-2 6 1 16,2 1 0-16,-3 1 1 0,2 6 1 0,-2 3 7 15,2 3-7-15,-1-4-2 0,0 4 6 0,0-2-5 0,-3-4 5 16,7-5 2-16,-3-1-5 0,4-1 10 0,-4 0-5 16,4-8-5-16,-4 1-10 0,4-2-14 0,-1 0-12 15,1-3-5-15,0-1 2 0,0-1-4 0,-3 1 0 16,3-4-36-16,0 0-214 0,0 0-324 16,-1-15 144-16</inkml:trace>
  <inkml:trace contextRef="#ctx0" brushRef="#br0" timeOffset="-170320.67">2957 14947 188 0,'-3'-5'235'0,"2"-1"-14"0,-2 0-18 16,3 4-19-16,-3-2-17 0,3 4-25 0,-1-6-13 16,1 6-15-16,5-5-12 15,1 4-12-15,2 0-7 0,5 2-13 16,6 0-4-16,11 5-4 0,-2 1-6 0,6 4-9 0,2-1-4 15,13 8-6-15,-2 0 1 0,3 3 2 0,-16-5-14 16,-1 4-5-16,1-2-1 0,-5 4-9 0,-5 0-16 16,-1 2-9-16,-6 0-9 0,-3 1-5 0,-9 1-3 15,-2-1-2-15,-8 1-2 0,-8 1 9 16,-4-1 2-16,-7-4 2 0,-3 1 3 0,-4 0 5 0,1-4 1 0,-3 1-1 16,1-3 0-16,-2-2 6 0,5-1-3 0,2 1 5 15,0-5 0-15,10-2 3 0,0-2-2 0,5-1 0 0,2 1 3 16,4-4 4-16,1 0-6 0,-1-1 10 0,4 1-4 15,2-2 0-15,0 0-4 0,13-11-8 0,7 2-10 16,9-4-14-16,5-3-19 0,13-2-9 0,-1-5-4 16,5-2 15-16,-1 1 6 0,2-2 7 0,2 2 13 15,-4 2 4-15,0-2 9 0,-17 7 3 0,0 1 18 16,-2 1 20-16,-3-1 16 0,-3 2 29 0,-10 5 28 0,-3 2 32 16,-3-2 30-16,-2 7 15 0,-2-4 10 0,1 2-3 15,-1 1-4-15,-1-1-9 0,-4 4-18 0,7-5-20 16,-6 4-12-16,-1 1-11 0,5-2-21 0,-5 2-17 15,6-2-22 1,-6 2-25-16,0 0-24 0,0 0-16 0,0 0-5 16,3 7 3-16,-3 0-2 0,1 1 7 0,-1 3-1 15,-1 1 3-15,1-1-6 0,-2 1 7 0,1 1 4 16,1 0-11-16,0 3-16 0,-3 1-9 0,1-4-22 16,4 3-4-16,-4-5-24 0,2 0-8 0,-2 0-6 15,0-1-13-15,1 0-19 0,0-4-8 0,-2 2-20 16,-1-3-35-16,-1-2-213 0,5-3-444 0,-11-1 196 0</inkml:trace>
  <inkml:trace contextRef="#ctx0" brushRef="#br0" timeOffset="-170173.29">3686 15037 309 0,'-1'-10'332'0,"0"-5"-15"0,-2 6-23 16,3-1-29-16,-1 3-27 15,1 0-20-15,0 3-23 0,-3-1-21 16,6 1-36-16,-3 4-46 0,1-7-51 0,2 6-43 15,3 0-38-15,-6 1-44 0,13 0-55 0,-7 2-66 16,1 2-153-16,0-1-386 0,1-1 171 0</inkml:trace>
  <inkml:trace contextRef="#ctx0" brushRef="#br0" timeOffset="-169704.07">4330 14832 154 0,'8'-17'187'0,"-2"-1"-11"0,-2 1 2 0,2 0-9 15,1 3-6-15,-6 2 0 0,3 0-7 0,-3 6-7 0,2-2-14 0,-2 2-14 16,-1 4-19-16,0 2-14 0,3-7-27 16,-3 7-7-16,0 0-6 0,0 0-7 0,-3 24-3 15,-1-4-8-15,-2 8 2 0,-3 5-2 0,1 13-8 0,-1 3 1 0,4 0 0 0,-5 1-4 16,5-3-2-16,-2 3 2 0,6-4-4 0,-3-9 0 16,0 12-1-16,3-3-2 0,1-11 0 0,-4-4-3 15,8-2 7-15,-4-2-8 0,1-7 2 16,-1-3-3-16,3-5 2 0,-3-2-6 0,1-2 3 15,-1-1 6-15,0 0 10 0,0-3 8 0,0 0 29 16,0-4 16-16,-4 5 17 0,4-5-2 0,-7 1-12 16,7-1-7-16,-16-5-7 0,2 0-10 0,0 0-4 15,-2-3-5-15,2-1 1 0,1 5-15 0,-4-6 1 16,2 2-16-16,0 1-10 0,-2 0-11 0,4 1-13 16,4 1-23-16,-5 1-22 15,8 2-33-15,-3-2-39 0,0 4-48 16,5-3-46-16,4 3-211 0,-9-8-476 0,9 8 211 15</inkml:trace>
  <inkml:trace contextRef="#ctx0" brushRef="#br0" timeOffset="-169419.13">4103 15198 180 0,'-7'3'163'16,"7"-3"-11"-1,0 0-19-15,0 0-11 0,0 0-6 0,0 0-13 0,32-6-3 16,-6 1-10-16,6-4-8 0,2 3-9 0,3-5-7 0,0 2-6 16,4-1-5-16,-5-1 1 0,-3 3-14 0,-3 2-5 15,-10 1 2-15,-3 2-13 0,-3 0 0 0,-4-1-11 16,-1 3-13-16,-3 1-29 0,-6 0 4 0,0 0-20 15,0 0-17-15,0 0-36 0,0 0-25 0,-19 12-107 16,7-8-247-16,1-2 109 0</inkml:trace>
  <inkml:trace contextRef="#ctx0" brushRef="#br0" timeOffset="-169000.28">4803 14736 53 0,'0'-11'256'0,"0"6"-5"0,-4-3-16 16,4 8-20-16,0-8-25 15,0 8-19-15,-3-9-20 0,3 9-18 0,0 0-30 16,-2-5-14-16,2 5-14 0,0 0-5 0,0 18-9 15,-1-3-7-15,-2 13-7 0,-2 1 5 0,-1 7-17 16,2 12-3-16,-4 4-4 0,3-3-3 0,0 0-3 16,-3 2 0-16,7-7-5 0,0-8 0 0,2-2 0 15,-2-1-4-15,2 0-5 0,-1-4 5 0,1-2-4 16,-2-9-1-16,2-1 9 0,-2-6-12 0,1 1 3 0,0-6 2 16,0 0 0-16,0 1 17 0,-1-2 21 0,1-5 24 15,-3 7 21-15,3-7 19 0,0 0-16 0,-8 0-11 16,8 0-8-16,0 0-8 0,-15-10-8 0,5 4-4 0,2-2-3 15,-3 2-9-15,1 0 5 0,2-1-20 16,-1 1-2-16,0-2-9 0,1 2-6 0,3 4-6 16,0 0-19-16,1-3-27 15,2 2-31-15,2 3-38 0,-8-4-62 0,8 4-93 16,-3-9-222-16,3 9-523 0,6-9 232 0</inkml:trace>
  <inkml:trace contextRef="#ctx0" brushRef="#br0" timeOffset="-168655.27">4642 15144 36 0,'0'0'215'0,"-7"1"-12"16,7-1-13-16,-3 1-18 0,3-1-15 0,0 0-18 16,0 0-6-16,-7 1-7 0,7-1-16 0,0 0-7 15,0 0-14-15,0 0-6 0,0 0-13 0,0 0-3 16,25 0-6-16,-10-2-8 0,5 1-3 0,7-2-4 16,1-1-1-16,6 0-9 15,-2 0-5-15,-1 0-5 0,0 0 0 0,-1 0-1 16,-2 0 1-16,-8 3-5 0,-1-2-8 15,-6 1 9-15,1 0-9 0,-4 1 4 0,-2 1-6 16,-3-1 0-16,1 0-11 0,-6 1-27 0,11 0-19 0,-11 0-16 16,0 0-47-16,0 0-51 0,0 0-177 0,0 0-366 15,0 0 162-15</inkml:trace>
  <inkml:trace contextRef="#ctx0" brushRef="#br0" timeOffset="-167848.16">5225 15262 10 0,'0'0'361'0,"0"0"-13"0,0 0-16 15,0 0-18-15,0 0-24 0,0 0-36 0,0 0-23 16,0 0-44-16,0 0-33 0,0 0-57 0,0 0-74 16,0 0-87-1,0 0-88-15,10-9-246 0,-3 6-431 0,1 1 191 16</inkml:trace>
  <inkml:trace contextRef="#ctx0" brushRef="#br0" timeOffset="-167081.96">5944 15036 121 0,'0'0'304'0,"0"0"-21"0,1-4-19 0,-1 4-26 16,0 0-29-16,3-3-24 0,-3 3-17 0,0 0-26 15,0 0-38-15,0 0-16 0,0 0-8 0,1 12-9 16,-1-6-8-16,-1 1-10 0,1 5-3 0,0 0-5 15,0 3-6-15,0 4-2 0,0-2-2 0,0-1-1 16,0 1-6-16,0 0-2 0,-2-4-4 0,2-1-16 0,2-3-9 16,-2 1-1-16,0-3-1 0,0 0 3 0,0-2 2 15,0 0 9-15,0-2 18 0,0-3 23 0,1 7 26 16,-1-7 35-16,1 2 16 0,-1-2-10 0,0 0-3 16,8-9-12-16,-3 2-9 0,3 0-8 0,-2-3-7 0,2 0-10 15,0 1-5-15,3-5-7 0,-1 2-8 16,-1 3-5-16,0 0-8 15,0 1-6-15,-1 1-4 0,-3 3-4 0,1-2-8 16,-2 5 2-16,1-2-5 0,2 1-18 0,-2 0-13 16,1 2-4-16,-6 0-5 0,14 5 4 0,-6-2 0 15,4 4-1-15,-1-1 7 0,0 1 9 0,5 3-6 16,-1-2-1-16,0 2 2 0,2-2 5 0,-3 0-6 16,-4-2 8-16,3-1 3 0,-4 1 11 0,1-1-11 15,-1-3 8-15,-1 1-4 0,-2-2 9 0,1 1 5 0,-2-2 14 16,-5 0 27-16,14-4 6 0,-9 0 9 0,0-4 2 15,1 0-2-15,1-1-6 0,-4 0 0 0,1-5 0 0,2-1-10 16,-3-2-6-16,0-1 1 0,-3 1-6 0,0-2-6 16,0 0-3-16,0 0-6 0,-1 4 2 0,-1 1-4 15,1 4 2-15,0 1-23 0,0 0-17 16,-2 2-18-16,3 2-30 16,0 1-37-16,-1 0-47 0,1 0-61 0,0 4-35 15,0 0-8-15,0 0-40 0,0 0-273 0,-6 12-609 16,6-12 269-16</inkml:trace>
  <inkml:trace contextRef="#ctx0" brushRef="#br0" timeOffset="-166912.66">6587 15132 2462 0,'1'2'384'0,"-1"-2"-103"0,0 0-40 15,0 0-70-15,0 0-20 0,0 0-25 0,0 0-13 16,1 7-15-16,-1-7-19 0,0 0-3 0,0 0-12 15,0 0-14-15,0 0-32 0,3 2-38 0,-3-2-51 16,0 0-50-16,0 0-52 0,0 0-65 0,15-6-77 0,-15 6-248 16,7-5-610-16,-5 2 271 0</inkml:trace>
  <inkml:trace contextRef="#ctx0" brushRef="#br0" timeOffset="-166534.38">6762 14942 201 0,'5'-2'214'0,"1"0"-12"0,2 1-17 16,2 2-10-16,2 2-14 0,-1-2-12 0,6 7-15 16,-2-1-8-16,3 1-11 0,-3 3-10 0,2 4-11 15,2-1-12-15,-6 1-4 0,2 1-5 0,-3-1-9 0,-2 3-4 16,0-1-4-16,-3 0-6 0,-4 2-6 0,3-3-7 0,-5 4 4 15,-1-10-7-15,-3 5-3 0,1-3-5 0,-2 0 0 16,0-3 0-16,0-1 3 0,2-2 11 16,-2 0 21-16,-1-2 24 0,4-2 25 0,-3 1 25 15,0-3 25-15,4 0 12 0,0 0 22 0,0 0 9 16,-12-7 20-16,11 2-3 16,-3-2-4-16,4-3-23 0,0-2-18 0,0-2-19 15,3-6-22-15,-1 2-23 0,5-1-27 0,-1-5-27 16,3 1-28-16,1 3-19 0,4-2-25 0,-4 7-38 15,2-1-28-15,0 3-46 0,1 1-37 0,-1 3-32 16,3-2-35-16,-2 5-38 0,-3 3-59 0,3-1-326 16,-3 3-708-16,3 0 313 0</inkml:trace>
  <inkml:trace contextRef="#ctx0" brushRef="#br0" timeOffset="-166355.58">7269 15155 2807 0,'-5'3'377'0,"2"0"-74"0,1-2-36 16,2-1-12-16,0 0-58 0,-4 2-22 0,4-2-29 0,0 0-29 0,0 0-28 16,0 0-7-16,0 0-12 0,0 0-38 15,5-12-44-15,-1 8-48 0,4 1-50 0,1-1-51 16,-3 1-52 0,-1 0-68-16,0 0-78 0,1 0-262 0,0-2-671 0,-3 0 297 0</inkml:trace>
  <inkml:trace contextRef="#ctx0" brushRef="#br0" timeOffset="-165447.82">7835 14720 46 0,'1'-1'257'0,"-1"1"-9"16,2-6-13-16,-2 6-19 0,0 0-22 0,1-5-19 16,-1 5-18-16,0-3-19 0,0 3-16 0,0 0-13 0,0 0-9 15,0 0-15-15,0 0-4 0,0 0-10 16,0 0-8-16,0 0-4 16,4-1-10-16,-4 1-3 0,0 0-6 0,0 0-5 15,0 0-2-15,0 0-5 0,0 0-2 0,0 0-1 16,0 0-5-16,0 0-3 0,0 0 1 0,0 0-4 15,0 0 1-15,0 0-3 0,0 0 0 0,0 0-3 16,0 0-17-16,0 0-6 0,0 0-9 0,0 0-3 16,7 8-7-16,-7-8-15 0,0 0-10 0,6 3-4 15,-5 0 0-15,1-1-1 0,-2-2 5 0,0 0 2 0,6 3 8 16,-6-3 3-16,0 0 7 16,2 2 6-16,-2-2-1 0,0 0 12 0,3 5 12 0,-3-5 13 0,0 0-2 0,2 2 1 15,-2-2 5-15,0 0 3 16,0 0-1-16,0 0 5 0,0 0 0 0,0 0 4 0,0 0 0 0,0 0 2 15,0 0 7-15,0 0 2 0,0 0 11 0,0 5 2 16,0-5 9-16,0 0 3 0,0 0 4 0,0 0-1 0,0 0-5 0,0 0-5 16,0 0-7-16,0 0-6 0,0 0-10 0,0 0-11 15,0 0 1-15,0 0-7 0,0 0-3 16,0 0 1-16,0 0-7 0,0 0 3 0,0 0 1 16,0 0-6-16,0 0 0 0,0 0 6 0,0 0-7 31,0 0 1-31,0 0 0 0,0 0 1 0,0 0 0 0,0 0-2 15,0 0-10-15,0 0-5 0,-19-3 0 0,14 3-4 0,-4 0 6 16,4 2-6-16,5-2 4 0,-13 0 0 0,6 0 3 16,7 0 1-16,-11-2 0 0,11 2 2 0,-6 0 5 15,6 0 4-15,-8-1 4 0,8 1 2 0,0 0 18 16,-9 0 10-16,9 0 8 0,-5-2 12 0,5 2 8 16,-1-6 7-16,1 6 3 0,-4-2 5 0,4 2-3 15,0 0 3-15,0 0 0 0,-3-4-1 0,3 4-1 0,0-4 0 0,-1 0 0 16,1 4 2-16,0 0-1 0,1-6-4 0,-1 6 5 15,-1-3-6-15,1 3 0 0,4-5-12 0,-4 5 0 16,0-4-7-16,0 4-8 0,0 0-9 0,0 0-3 16,0 0 3-16,0 0-6 0,0 0-8 0,0 0-5 15,0 0-8-15,1-3-31 0,-1 3-13 0,0 0-16 16,0 0 4 0,0 0 15-16,-1 18-7 0,-3-6 3 0,4 8 14 15,-5 6-11-15,-4 3 4 0,4 1 3 0,-4 0 3 16,0 6 0-16,0-3 1 0,2 1 6 0,-1 1 2 15,1-5 2-15,1 1 2 0,0-2 0 0,-1-4 0 0,3 0 2 16,1-6 3-16,0-2 1 0,2-4-3 0,1-1 2 16,-2 1 2-16,0-4-2 0,2-2 5 0,0 0-1 15,0-1 4-15,0-1-1 0,-1-1 3 0,1-4 5 0,0 5 3 16,0-1 8-16,0-4 11 0,3 4 16 0,-3-4-8 16,6 1-3-16,0-1 3 0,6 0-5 0,5-4-22 15,4 1-43-15,8-2-57 0,-2-1-83 0,5-2-94 16,0-4-258-16,-5 2-570 0,0-3 252 0</inkml:trace>
  <inkml:trace contextRef="#ctx0" brushRef="#br0" timeOffset="-165062.43">7480 15066 6 0,'0'0'230'0,"-6"3"0"0,6-3-6 0,-7 0-4 0,7 0-10 0,0 0-8 16,-4 1-1-16,4-1-10 0,0 0-11 0,0 0-19 15,0 0-12-15,0 0-18 0,0 0-11 0,0 0-13 16,31-11-10-16,-11 6-10 0,7-2-13 0,5 0-6 16,4 1-6-16,1-2-5 0,0 1-9 0,14-4-5 15,-15 6-5-15,-3-2-2 0,-2 2-7 0,-12 0 2 16,-2 2-3-16,-3 2 0 16,-5-2 1-16,-2 0 1 0,-1 3-4 0,0-1-2 15,-1 0-4-15,-5 1-20 0,6-3-11 0,-6 3-22 16,0 0-40-16,0 0-43 0,0 0-58 0,0 0-76 15,-25 1-210-15,15-1-499 0,10 0 221 16</inkml:trace>
  <inkml:trace contextRef="#ctx0" brushRef="#br0" timeOffset="-164160.09">9252 14884 108 0,'4'-4'193'0,"3"-1"-7"0,2 2-17 16,3 0-17-16,1-2-12 0,5 4-13 16,2 1-15-16,0 6-10 0,6 0-4 0,-5-1-18 15,4 6-6-15,-3 5-9 0,-2 0-8 0,-4-2-8 16,-1 8-2-16,-3-5-8 0,-5 0-3 0,1 6 2 0,-8-2-9 15,-3 4-2-15,-2 0-1 0,-5 0-1 0,0-3-1 16,-8-1-3 0,6-4 0-16,-4 4 2 0,2-7-5 0,-3-2 7 15,3 1 1-15,-1-4 7 0,2 0 12 0,4-1 8 16,-2-3 5-16,6 1 13 0,-2-3 11 0,5 0 18 16,-2-2 30-16,0 2 36 0,4-3 22 0,-6 1 2 15,6-1-16-15,0 0-17 0,0 0-16 0,11-18-14 16,2 8-15-16,1-4-9 0,6-5-14 0,5-3-8 15,1 1-17-15,1-2 0 0,1 0-5 0,0 2-8 0,-1-1-4 0,0 1-3 16,-5 4-9-16,-6 2 0 0,-1 3-3 0,-2-1-1 16,-3 4-2-16,-1 2 1 0,-3 2-7 0,0 1 2 15,-2 0-4-15,1 0-9 0,-1 2-7 0,-3-1-4 16,-1 3-26-16,4-1-21 0,-4 1 11 0,0 0-8 16,0 10 6-16,-5-4-3 0,2 5 7 0,0 0-1 15,-1 1 0-15,1 5 3 16,1-2 4-16,-1 2 16 0,3-3-11 0,0 3-4 15,6-4 4-15,0 3 9 0,3-1 4 0,5-4 6 16,11 3-1-16,2-1 6 0,4-1-60 0,3-4-83 16,4-3-122-16,12-4-386 0,-13-1-702 0,2-4 311 15</inkml:trace>
  <inkml:trace contextRef="#ctx0" brushRef="#br0" timeOffset="-161786.49">12611 15270 33 0,'0'0'138'0,"0"0"0"0,1-5 0 0,-1 5 5 16,3-3 2-16,-3 3-1 0,3-4-6 0,-3 4-7 15,0 0-5-15,0 0-14 0,0 0-8 0,0-4-9 16,0 4-5-16,0 0-4 0,0 0-14 0,0 0-5 16,0-4-13-16,0 4 5 0,0 0-19 0,0 0 1 15,0 0-6-15,-18 12-8 16,9-4-2-16,-6 4-5 0,1 0-3 0,-3 2-1 16,-1 5-1-16,-1 3-6 0,0-1 4 0,1 2-1 15,-2-1-1-15,3 1-5 0,2 0-5 0,4-7 4 16,0 0-19-16,2 0 10 0,0-2-2 0,4-5 1 15,0 1-8-15,1-2 15 0,-1-1 8 0,4-5 5 16,-2 4 13-16,3-4 16 0,0-2 20 0,3 4 5 16,-3-4 2-16,15-6-3 0,-3 0-6 0,4-5-3 0,1-1-5 15,6-4-3-15,-5-2 2 0,0-2-5 0,1-4-4 0,-4 4 0 16,-1-6-3-16,-4 0-11 0,2 1 0 0,-6-3-5 16,-5 9-7-16,-1-7-13 0,-1 3-11 0,-9-1-12 15,-2 7-6-15,-3 2-3 0,-3-2 0 16,-9 2-1-16,1 3-3 0,-6 5 0 0,0 0-9 15,-3 4-15-15,1 2-4 0,-1 2-18 0,2 2-19 0,5 1-24 0,9 2-33 16,0-1-27-16,3 4-192 0,6-5-402 0,5 3 179 16</inkml:trace>
  <inkml:trace contextRef="#ctx0" brushRef="#br0" timeOffset="-161316.93">13198 15180 73 0,'-28'13'106'0,"-1"2"-8"0,-2-2-7 0,2 2-5 15,-2 1-7-15,2 1-7 0,3 1-3 0,3-4-5 16,5-1-1-16,4 2-12 0,1-2-4 0,4-1-3 15,2-1 9-15,3 0-1 0,3-1 5 0,3-1 3 16,8-2 2-16,-1-1-1 0,12-1-9 0,13 1-5 16,2-6 2-16,1-2-10 0,2 0-5 0,14-5-2 0,-2-1-8 0,-2-6-2 15,-11 6-9-15,-3-5-5 0,-2 0-14 0,-3 1-12 16,-3-3 0-16,-1 2-12 0,-12 2-10 0,0-2-11 16,-9 1-7-16,0 3-10 0,-5-3 2 0,-2 0-1 15,-8 1 7-15,-2-2-5 0,-2 3 2 0,-4 2-6 16,0 0-5-16,-2 1-10 0,-1-2-45 15,1 4-139-15,1-1 61 0</inkml:trace>
  <inkml:trace contextRef="#ctx0" brushRef="#br0" timeOffset="-161000.4">13262 15158 359 0,'-14'-3'-1'0,"4"1"14"16,1 1 16-16,1 0 10 0,2 0 11 0,1-2 17 15,-2 2 3-15,7 1 6 0,-5-3 6 0,1 1 5 16,4 2 18-16,-1-3 5 0,1 3 11 16,-4-5 7-16,4 5 5 0,0-7 9 0,4 5-1 0,-4-3 0 15,0 1 3-15,0 4 1 0,1-7 6 0,2 3-8 16,-2 0-6-16,-1 4-4 0,1-8-9 0,2 4-2 0,-3 2 1 15,0 2-6-15,0-6-17 0,1 2-6 0,-1 4-3 16,0 0-32-16,4-3-10 0,-4 3-24 0,0 0-25 16,0 0 0-16,0 0 5 0,-5 18-3 0,0-2-5 15,-4 7-4-15,0 5 2 0,1 4-6 0,-2 2 0 16,0 12 4-16,0 0 0 0,3 0 1 0,0-8 2 16,2-5-1-16,3 0-20 0,2 0-3 0,-1-3 8 0,1-5 1 0,-1-5 3 15,2-3 2-15,-2-5-2 0,2-2 9 0,-1 2-4 16,0-7 6-16,1 1 0 0,-1-2 16 0,-1 0 11 15,1 0 4-15,1 0 10 0,-1-4 4 0,-1 6 0 16,1-6-14-16,0 0-2 0,0 4-12 0,0-4-22 16,0 0-25-16,0 0-31 0,0 0-35 0,-1 4-41 15,1-4-49 1,0 0-329-16,0 0-562 0,-12-8 248 0</inkml:trace>
  <inkml:trace contextRef="#ctx0" brushRef="#br0" timeOffset="-160483.85">12199 15867 44 0,'-7'2'178'16,"0"-1"-4"-16,3-1-9 0,4 0 2 0,0 0-2 0,-10-1-8 0,10 1-11 16,0 0-17-16,-5 2-7 0,5-2-13 0,0 0-9 15,0 0-6-15,0 0-8 0,0 0-5 0,0 0-10 16,0 0-7-16,0 0-8 0,0 0-2 0,0 0-7 16,-7 0-4-16,7 0-7 0,0 0-6 0,0 0-4 15,0 0-1-15,0 0-2 0,0 0-4 0,0 0-4 16,0 0-3-16,0 0-1 0,-3 4-2 0,3-4-2 15,0 0 2-15,0 0-3 0,0 0 2 0,0 0-4 16,0 0 1-16,0 0-2 0,0 0 2 0,0 0 0 16,0 0-2-16,0 0 1 0,0 0-1 0,0 0 2 15,0 0-2-15,0 0 3 0,0 0-6 0,0 0 5 16,0 0-1-16,0 0-2 0,0 0-5 0,26-3 6 16,-4 1-2-16,13-3 4 0,16-2-3 0,10-1 0 0,30-2 2 15,7-1 21-15,9-5 6 0,6 5 2 0,2-1 5 0,1 2-2 16,-5-3 0-16,-10 8-4 0,-7-1-1 0,-34 3 0 15,-3-4-7-15,-6 4-2 0,-15-2-2 0,-4 5-2 16,-9-2-1-16,-4 0-1 0,-5 1 2 0,-4 1-3 16,-1-2 0-16,0 2 2 0,-4-2-5 15,-1 2-8-15,-4 0-13 16,0 0-28-16,0 0-33 0,-32 8-54 0,4-1-56 16,-5-1-259-16,1-1-475 0,0-2 211 0</inkml:trace>
  <inkml:trace contextRef="#ctx0" brushRef="#br0" timeOffset="-159935.36">12774 16167 47 0,'-13'3'128'0,"0"4"-21"0,-2-1-4 0,-2 5-13 15,-5 4-15-15,-5 1-3 0,5 0 11 0,-1 0-34 16,5-2 6-16,4-2-6 0,-1 3 1 0,3-2-3 0,-2-2-17 16,9 1 7-16,-4-2 5 0,3-1 6 0,3 0 17 0,-2-1-3 15,5-3 11-15,-2 2-6 0,2-2 7 0,0-2 6 16,2 2 4-16,4-1 6 0,2-2-1 0,2-2-2 15,4-1-2-15,-2-4-2 0,6 0 2 0,-3-2 1 16,-2-1-1-16,1-2 3 0,0-4-8 0,-4 0-3 16,0-2-11-16,-3-2-12 0,-1-2-19 0,-2-7-13 15,-4 3-4-15,-7-4-19 16,-3 1-8-16,-5 0-6 0,-3 8 4 0,-6-3-5 16,-3 3 4-16,-5 4-2 0,-2 2 2 0,-2 5-1 15,-3 2-2-15,-10-1 2 0,13 4 2 0,-3 2 2 16,6 1-8-16,4 1-20 0,2 5-33 0,7 0-51 15,7-2-53-15,1 0-190 0,6 0-392 0,6 1 174 16</inkml:trace>
  <inkml:trace contextRef="#ctx0" brushRef="#br0" timeOffset="-159365.62">13128 16022 192 0,'4'-3'250'0,"-2"0"-16"15,-2 3-21-15,0 0-24 0,0 0-19 0,2-4-18 16,-2 4-12-16,0 0-25 0,0 0-17 0,0 0-14 0,0 0-11 0,2 9-7 15,-2-9-9-15,-2 15-5 0,0-7-7 0,-4 3-10 16,5 6 1-16,-2-1-2 0,-2 2-5 0,2 0-3 16,0 2-2-16,1-2-1 0,0-1-2 15,0-1-2-15,4-3-2 0,-2-1-4 0,0-4 2 0,1 2 0 16,0-4 3-16,1 2 10 0,-1-4 14 0,0 1 23 16,2-2 18-1,1-1 20-15,-4-2 12 0,12 0 6 0,-12 0 12 16,16-9 2-16,-5 3-4 0,5-4-1 0,0-3-11 15,-2 2-6-15,8-6-11 0,-4-2 7 0,-4 5-22 0,-1-3 3 16,1 5-8-16,-3-3-3 0,0 4-6 0,-4-1-5 0,1 5 1 16,-3 1-6-16,0-1-4 0,-1 3-9 15,1 0-7-15,-1-1-5 0,-2 3-3 0,-2 2-10 16,4-7-13-16,-4 7-12 0,7-2-15 0,-7 2-28 0,0 0-10 16,0 0 3-16,0 0-4 0,0 0 4 0,2 12 6 15,-2-5 1-15,-2-1 4 0,0 5 5 16,-2 1 11-16,3 4-5 0,0 0 2 0,0 0 0 0,-1 1 6 15,-2-4 2-15,4 0-1 0,0 3 7 0,0-5 2 16,-1-1 3-16,4-1 1 0,-1 0 7 0,3-4 4 16,3 1 10-16,5-1-2 0,3-1-1 0,15-4-18 0,1 0-47 15,4-4-79-15,5-3-117 0,9-9-392 0,-1-5-694 16,-4-2 307-16</inkml:trace>
  <inkml:trace contextRef="#ctx0" brushRef="#br0" timeOffset="-156875.72">14284 15003 37 0,'-1'-7'208'0,"-3"2"-9"15,3 2-21-15,1-1-17 0,-2 0-19 0,2 4-17 0,0-5-18 16,0 5-12-16,0 0-16 0,0 0-5 0,-6 16-12 16,2-2-5-16,1 6-7 0,-4 9-5 15,-2 5-9-15,-1 15-6 0,-2 1-5 0,-4 8-1 16,-4 22-1-16,8-19-4 0,-1-6 14 0,-2 27 3 0,5-26-4 0,0 2-2 15,1 0 7-15,5-4-5 0,-3 1 3 0,5-4 1 16,-2-2 0-16,-1-15-2 0,5 1 3 0,-1-1-5 16,1 0-2-16,-3 0-2 0,3-5-1 0,0 0-5 15,0-1-4-15,0-5 0 0,-1-7-3 0,1 1 0 16,0-6 0-16,0 1-2 0,-3-2-4 0,3-4 3 16,3-1-3-1,-3 0 1-15,1 1-2 0,-1-2 3 0,-1 1-3 16,1-5 1-16,0 5 1 0,1-2 3 0,-1-3-4 0,0 0 6 15,-1 6 0-15,1-6 5 0,0 0 2 0,0 0-5 16,0 0-3-16,0 5 0 0,0-5-2 0,0 0-1 16,0 0-4-16,0 0 4 0,0 0-3 15,0 0 2-15,0 3-6 0,0-3-2 0,0 0 3 16,0 0-3-16,0 0 1 0,0 0-2 0,0 0 5 0,0 0-6 0,0 0 3 16,0 0-1-16,0 0-1 0,0 0-1 0,0 0 1 15,0 0 0-15,0 0 4 0,0 0-8 0,0 0 9 16,0 0-5-16,0 0 5 0,0 0-3 0,0 0 1 15,0 0 10-15,0 0 12 0,0 0-1 0,0 0 7 16,0 0-1-16,0 0 5 0,0 0 1 0,0 0-4 16,6 2-1-16,4-4-8 15,7-1 2-15,11-2-5 0,8-4-22 0,16-3-55 16,3-1-79-16,0 3-102 0,-4-8-202 0,-2-2-475 16,-2-5 209-16</inkml:trace>
  <inkml:trace contextRef="#ctx0" brushRef="#br0" timeOffset="-156305.62">14332 15027 141 0,'0'0'199'0,"0"0"-2"0,0 0-16 0,0 0-11 15,-4 3-13-15,4-3-16 0,0 0-13 0,0 0-13 16,0 0-13-16,18 0-2 0,-4 0-11 0,13-1-10 0,6-1-12 15,7 1-37-15,17-2-41 0,3 0-76 0,5-1-92 16,-2-1-92-16,-2-1-291 0,-3-3 129 0</inkml:trace>
  <inkml:trace contextRef="#ctx0" brushRef="#br0" timeOffset="-155586.99">15549 15175 114 0,'3'-6'192'0,"-3"6"-17"0,0 0-23 0,-4-4-22 15,4 4-5-15,0 0-19 0,-9 0-11 0,9 0-8 16,-14 4-10-16,1 2-11 0,-1-1-5 0,-2 5-9 0,-1 1-3 15,0 0-4-15,-5 6-9 0,6-3-5 0,-7 5-6 16,4 1 0-16,2 0 1 0,0 3-6 0,6-6-3 0,-1 1-4 16,4-3-4-16,-1 2 3 0,4 0 2 0,2-6-1 15,-2 3 10-15,3-3 5 0,-1-1 9 0,3-3 8 16,-1 0 13-16,2-1 15 0,0-1 15 0,4-1 9 16,2-1 7-16,0 0 3 0,6-9-6 0,1 2-4 15,2-4 1-15,1-3-17 0,6-6-8 0,-2-1 0 16,-2-3-11-16,1 2 0 15,-4-4-14-15,-1 2-3 0,-1-5-10 0,-5 1-12 16,0-1-10-16,-3-2-7 0,-4 0-7 16,-4 1-4-16,-3 3-3 0,-2-1-1 0,-2 7-4 0,-7-2 0 15,1 7-4-15,-6-3-5 0,-5 7-6 0,-5 1-8 16,-1 3-1-16,-3 3-8 0,1 2-15 0,0 5-15 16,3 2-21-16,3 1-31 0,6 0-31 0,7 5-37 15,-3-1-189-15,5 1-415 0,8-1 185 0</inkml:trace>
  <inkml:trace contextRef="#ctx0" brushRef="#br0" timeOffset="-155125.9">15779 15164 162 0,'3'-5'254'0,"-2"1"-1"0,3-1-13 0,-3 1-9 15,3 1-13-15,-2-2-17 0,0 4-20 0,-2 1-21 0,0-5-19 16,0 5-6-16,1-3-31 0,-1 3-22 0,0 0-9 0,0 0-8 16,0 0-12-16,8 12-2 0,-7-7-6 0,-1 4-5 15,1 1-5-15,-1 1-2 0,0 3-7 16,0-2-2-16,0 6-1 0,-1-2-2 0,2 1 0 15,-1-1-8-15,0 1 2 0,3-2 1 0,-3-2 0 16,0-2-3-16,1 0-2 0,2-4 0 0,-2 0 0 0,-1 0 4 0,3-2 18 16,-2-1 30-16,0-1 26 0,-1-3 18 0,0 0 10 15,17-7-10-15,-7-1-9 0,3-3-6 0,2-2-9 16,-1-1-7-16,8-4-2 0,0 0-5 0,-2 0-9 16,-2 1-2-16,-3 1-7 0,-2 0 1 0,0 2-8 15,-2 2 14-15,-3 2-11 0,1 2-12 0,-1 1-2 16,-3 0-1-1,-1 3-10-15,0 0-20 0,1 2-21 0,-4 0-23 0,-1 2-5 16,0 0 4-16,0 0-1 0,5 10 5 0,-5-1 7 16,0 4-1-16,-1 2-2 0,2 2-1 0,4 2-5 15,-2 0-14-15,1 6-25 0,3 0-38 0,1 3-28 16,2-3-41-16,2-2-56 0,-5-3-81 16,5-6-165-16,-5-4-529 0,2-1 234 0</inkml:trace>
  <inkml:trace contextRef="#ctx0" brushRef="#br0" timeOffset="-154571.03">15194 15637 110 0,'-6'0'185'16,"2"1"-12"-16,4-1-8 0,-8 2-10 0,8-2-9 16,-5 2-10-16,5-2-3 0,0 0-10 0,0 0-9 15,-9 1-5-15,9-1-11 0,0 0-4 0,0 0-9 0,0 0-5 16,0 0 1-16,0 0-5 0,0 0 3 0,0 0-3 16,0 0-5-16,0 0 5 0,0 0-13 0,0 0-8 15,0 0-6-15,0 0-2 0,0 0-7 0,0 0-6 16,0 0-2-16,0 0-6 0,0 0 1 0,0 0 0 0,0 0-8 15,0 0-1-15,0 0-2 0,0 0-3 16,0 0 1-16,0 0-3 0,0 0-3 0,0 0 2 0,0 0-1 0,-1 1-1 16,1-1-5-16,0 0 4 0,0 0-3 0,0 0 3 15,0 0-4-15,0 0 1 0,0 0-3 0,0 0 3 16,0 0 1-16,0 0-4 0,0 0 3 0,0 0-4 16,0 0 2-16,0 0 0 0,0 0 1 0,0 0-1 15,24-2 3-15,-3-2 0 0,9 0-5 0,5 1 4 16,17-2 6-16,12-1 2 15,42-3-5-15,-5-1 2 0,7-3 2 0,-4 4 4 16,2 2 2-16,-4-3 0 0,-6 2 2 16,0-1 1-16,-29 0 5 0,-3 2-2 0,-2 1-4 15,-7-2 4-15,-18 4-4 0,3 0-1 0,-8-4 1 0,-13 6 2 16,0-1 8-16,-7 2 3 0,0 0 2 0,-7 0-10 16,3 0 2-16,-4 1-12 0,-4 0-13 0,0 0-30 15,0 0-28-15,0 0-23 0,-33 2-43 0,12 1-54 0,1 2-53 16,-7 3-225-16,0-1-492 0,4-2 218 0</inkml:trace>
  <inkml:trace contextRef="#ctx0" brushRef="#br0" timeOffset="-154070.25">15742 15973 158 0,'5'-2'172'0,"1"0"-7"0,-3-1-9 16,0 0-13-16,2 2-12 0,-5 1-15 15,4-2-14-15,-4 2-9 0,0 0-8 0,0 0-12 16,0 0-7-16,-15 5-8 0,4-1-5 0,-7 6-7 0,-1-3-9 0,1 5-2 16,-8-2-5-16,0 4-3 0,8-2-4 0,3-2-3 15,-3 4-2-15,5-4-7 0,0 3 3 0,3-3 0 16,1 3-2-16,3-1 12 0,3 0 5 0,2-4 7 16,1 1 3-16,5-2 9 0,3 2 4 0,2-5 1 15,9 0-6-15,4-4 1 0,8 0-6 0,-2-4-2 16,2-3-10-1,-4-6 5-15,-2 1-6 0,2-1-1 0,-9 0 10 16,-3 0 3-16,-1-1 1 0,-1-1-8 0,-4-2 2 16,-4 0 1-16,-2-2-13 0,-2 2-7 0,-6-9-6 0,-4 9-1 15,-5-5-3-15,-4 1-1 0,-4 3-2 16,-3 3 0-16,-3 0-1 0,-4 4-3 0,-2 5 1 16,-4-2-3-16,5 5 4 0,-3 1-5 0,4 2-1 15,0 0-16-15,4 5-23 0,10-3-30 0,-1 5-27 0,5-4-45 0,8 3-39 16,2 1-180-16,1-3-394 0,7 2 174 0</inkml:trace>
  <inkml:trace contextRef="#ctx0" brushRef="#br0" timeOffset="-153653.22">16050 15887 106 0,'13'4'134'16,"0"0"-2"-16,-3 2-14 0,2 1-6 0,-2 2-7 15,-3-1-21-15,0 1-3 0,-1 1-10 0,-3 0 1 0,2 1 2 16,-5 1 2-16,-4 1-2 0,2-3-10 0,-2 1 1 16,-3-3-3-16,1 2-4 0,-1-1-1 0,-1 1-3 0,-1-3 1 15,1 0-3-15,-1-2 8 0,8-2 4 16,-3 2 5-16,0-3 12 0,2 2 18 0,-1-2 29 15,-1 0 33-15,4-2 30 0,-4 2 0 0,4-2-20 16,0 0-20-16,8-11-16 16,1 3-18-16,5-5-6 0,0 1-14 0,8-5-11 15,-1 1-8-15,4-3-9 0,-1 0-8 16,-4 2 7-16,2 2-24 0,-8 3-7 0,0 4 1 0,-2 1-3 16,-6 0-1-16,2 2-10 0,-2 2-9 0,-2-1 13 15,0 1-31-15,1 0-16 0,-5 3-12 0,0 0 0 16,0 0 1-16,0 10 1 0,-3-3 4 0,-3 1 0 15,2 4 1-15,3 0 4 0,-4 5 5 0,5 2 0 0,0 1 7 16,6-1-15-16,7 3-19 0,7 0-44 0,7-2-67 0,19-2-134 16,8-5-261-16,-3-7-593 0,4-6 263 0</inkml:trace>
  <inkml:trace contextRef="#ctx0" brushRef="#br0" timeOffset="-151367.43">17237 15519 82 0,'-3'0'143'0,"3"0"-5"0,0 0-20 0,0 0 1 0,0 0-4 16,0 0-1-16,12-8-8 0,-6 6 0 0,-3 0-1 16,2-1 2-16,-1 1-6 0,0 0 1 0,-4 2-6 15,5-5-2-15,-5 5-8 0,4-1-6 0,-4 1-6 16,0 0-9-16,0 0-3 0,5-1-5 0,-5 1-5 16,0 0 4-16,0 0-7 0,0 0-7 0,0 0 0 15,0 0-1 1,0 0-3-16,0 0-5 0,0 0-4 0,0 0-1 15,0 0 1-15,0 0-4 0,0 0-3 0,0 0 0 0,0 0-4 16,0 0 1-16,0 0 0 0,0 0 0 0,0 0-2 16,0 0-4-16,10 0 1 0,-10 0-3 15,0 0 1-15,0 0 0 0,0 0-2 0,0 0-1 16,0 0-2-16,0 0 0 0,0 0-3 0,0 0 2 16,0 0 0-16,0 0-3 0,0 0 1 0,0 0 1 0,0 0-2 0,0 0-1 15,0 0 1-15,0 0 1 0,0 0 1 0,0 0-3 16,0 0 1-16,13 0-4 0,-5-1 2 0,6 0 0 15,5 0 0-15,9-2 0 0,4-1-5 0,2 3 2 16,6-6 3-16,12 0 1 0,1 1-5 0,-13 2 1 16,-2-3 1-16,-1 0-6 0,-2 0-8 0,-2 3-10 15,-4 1-19-15,-11 2-19 0,-5-2-34 0,1 3-29 0,-4-2-36 0,-5 0 1 16,-5 2-23 0,0 0-138-16,0 0-347 0,0 0 154 0</inkml:trace>
  <inkml:trace contextRef="#ctx0" brushRef="#br0" timeOffset="-151119.28">17510 15320 199 0,'-2'-9'270'0,"2"-1"0"0,0 4-7 16,0-1-15-16,2 2-18 0,-4 1-26 0,4 0-19 15,-2 4-25-15,0-8-24 0,0 8-15 0,2-2-13 0,-2 2-12 0,0 0-13 16,-4 19-10-16,4-3-9 0,-4 10-4 0,-2 2-6 16,2 5-4-16,-1 2-3 0,1 11-30 0,-1-1-35 15,0-8-42-15,-4 9-41 0,7 1-55 0,0-12-94 16,2-9-143-16,4-8-424 0,-2-6 187 0</inkml:trace>
  <inkml:trace contextRef="#ctx0" brushRef="#br0" timeOffset="-149415.05">18647 15155 88 0,'1'-4'180'0,"-1"0"-9"0,4 0-10 0,-4-1-1 15,0 2-13-15,4-2 4 0,-3 1-10 16,-1 2-9-16,0 2-8 0,1-4-8 0,-1 4-18 15,3-4-8-15,-3 4-13 0,0 0-13 0,0 0-10 0,0 0-5 0,0 0-8 16,-13 9-4-16,4 0-1 0,-4 2-8 0,2 2-1 16,-4-1-3-16,1 5-2 0,-6 3-2 0,2-1-1 15,1 0-7-15,4-2-1 0,1 0 1 0,0 0-4 16,3-1 5-16,0 2-6 0,1-4-3 0,3-1 9 0,0 1-11 16,0-2 2-16,2-3 3 0,2 1-4 15,-2-3 3-15,3-1 11 16,3-1 3-16,-2 0 12 0,3-4 14 0,4 2 6 15,-2-3 7-15,7-3 2 0,-4 1 5 0,2-6-3 0,6-1-1 16,-4-3 4-16,2 0-9 0,-1-2 4 0,1-3-6 16,-2-5-3-16,1 0-3 0,-5 5-6 0,0-8-5 15,0 1 3-15,-8 5-11 0,3-7-4 0,-4 8-6 16,-8-8-8-16,2 7-4 0,-2 0-3 0,-2 1-4 16,-4 4-4-16,-1 0 0 0,-8-1 0 0,-1 2-2 0,-1 4-7 15,0 4-8-15,-2 1-10 0,-4 3-11 0,9 2-39 16,-6 1-12-16,5 3-16 0,-1 2-22 0,4 0-27 15,3 3-32-15,3-2-26 0,-1 5-171 0,7-5-418 16,3 0 185-16</inkml:trace>
  <inkml:trace contextRef="#ctx0" brushRef="#br0" timeOffset="-148844.75">18842 15042 188 0,'0'-2'230'16,"3"-1"-11"-16,-2 0-12 0,-1 3-25 0,1-4-17 15,-1 4-22-15,3-3-16 0,-3 3-15 0,0 0-15 0,0 0-4 16,0 0-15-16,0 0-8 0,5 13-9 0,-6-6-7 16,1 3-7-16,-4 2-4 0,4 2-7 0,-4 3 1 0,3-1-5 15,-2 0-6-15,3 2-1 0,-4-2-8 16,4 4 2-16,0-5-2 0,0 0-3 0,0-1 0 16,3-2-2-16,-2-1-1 0,2-2-2 0,-2 0 2 15,0-4-1-15,2 2 2 16,-3-2 5-16,4-2 24 0,-3 1 23 0,-1-2 24 15,0-2 16-15,13 1 5 0,-13-1-5 0,13-5-4 16,-4-2-6-16,2 0-1 0,2-3-4 0,3-4-13 16,-1 2-8-16,1-1-5 0,-2-1-4 0,3 0-3 15,2-2-5-15,-5 2-1 0,0 0-1 0,-4 2-5 16,-1 3-1-16,-1 1 4 0,0-1 4 0,-6 4-8 16,3-1 1-16,-1 1-6 0,0 1-5 0,0 1-6 0,-3-1-11 0,2 2-1 15,-3 2-27-15,4-4-20 0,-4 4-6 0,0 0 1 16,0 0 8-16,-4 13 9 0,1-4-4 0,-1 2-2 15,-1 1 6-15,0 0 0 0,-4 2 3 0,4 3 1 16,1-2 0-16,0-3 3 0,3 2-1 16,1-4 1-16,-3 2 2 0,3 0 4 0,0-4 2 0,4-1 3 15,0-1 1 1,4 2 3-16,3-3-2 0,9 2 2 0,5-2-2 16,6-4-32-16,1-1-39 0,2-1-57 0,-4-1-68 15,4-1-62-15,-12-1-266 0,6-4-566 0,-3-2 250 16</inkml:trace>
  <inkml:trace contextRef="#ctx0" brushRef="#br0" timeOffset="-148066.19">18349 15623 2 0,'-5'0'187'0,"1"2"1"0,4-2-12 16,-9 0-11-16,5 0-13 0,4 0-12 0,0 0-13 15,0 0-14-15,0 0-3 0,0 0-2 16,0 0-9-16,0 0-1 0,0 0-3 0,0 0-6 16,0 0 0-16,0 0-4 0,0 0-6 0,0 0-3 0,0 0-8 15,0 0-3 1,0 0-5-16,0 0-8 0,0 0-3 0,0 0-6 16,0 0-3-16,0 0-6 0,0 0-2 0,0 0-4 15,0 0 0-15,0 0-7 0,0 0-2 0,0 0 0 16,0 0-2-16,0 0-3 0,0 0-1 0,0 0-2 15,0 0 3-15,0 0-4 0,0 0-2 0,0 0-1 16,0 0 2-16,0 0-2 0,0 0-1 0,0 0-1 16,0 0 3-16,0 0 4 0,0 0 0 0,0 0-6 0,0 0 1 0,0 0 2 15,0 0-1-15,0 0 1 0,0 0-5 0,0 0 3 16,0 0 0-16,0 0-2 0,0 0-3 16,0 0 4-16,18-3-1 0,-9 1 6 0,1 2-7 15,10-5-2-15,9-2 1 0,0 2-3 0,8-3 0 0,13 0 3 16,5-3-2-16,9 0-1 0,30-1-1 0,1 0 4 15,5-2-2 1,-3-1 0-16,-6 1-2 0,-25 7 0 0,26-9 4 16,-29 10-3-16,-9-1 2 0,-15 0-1 0,-6 0 1 15,3 3-2-15,-8-2 5 0,-10 5-1 0,-4 0-1 16,-2-1 2-16,-2 0 1 0,-1 0 8 0,-3 1 2 16,-2-2 0-16,-4 3-5 0,0 0-18 0,0 0-13 15,0 0-23-15,0 0-33 0,-31 7-38 0,14-2-43 16,-3 0-49-16,-5-1-204 0,3 3-443 0,4-3 197 15</inkml:trace>
  <inkml:trace contextRef="#ctx0" brushRef="#br0" timeOffset="-147472.78">18810 15836 46 0,'0'-5'234'16,"0"5"-17"-16,0 0-22 0,0 0-20 0,0 0-15 16,0 0-18-16,0 0-20 0,0 0-14 0,0 0-9 0,0 0-14 15,-19 7-8-15,12 0-8 0,-3-2-10 0,-3 10-4 16,0-5-5-16,-1 2-2 0,2 2-10 15,-2-1-2-15,4 3-6 16,0-1-5-16,0 1-1 0,1-1-4 0,2-1-2 16,3-4 0-16,-2 2-1 0,6-2-2 0,-1 0-3 0,1-1-1 0,0 0 6 15,1-3 2-15,-1 1 5 0,5 0 1 0,0-4 9 16,-1 0 0-16,5 4 6 0,-1-6-3 0,3-4 4 16,-1 0 9-16,2 1 3 0,-1-2 3 0,0-3-2 15,0 0 0-15,-1-3-1 0,2-2-3 0,-3 2-2 16,0-5-3-16,-3-1-11 0,-5 0-6 0,2-1-9 15,-2-3-7-15,-5 3-13 0,-1-3-3 0,-6-3-1 16,-6 3-1-16,3 6 0 0,-10-3-1 0,-3 2 2 16,-2 9-8-16,-1-4 6 0,2 4-3 0,-1 2 1 15,3 4 3-15,4 0-5 0,1 3-6 0,2-2-22 16,2 5-28-16,-1 0-30 0,9 0-35 0,-1 2-12 16,5 3-27-1,5-6-209-15,1 4-411 0,9-4 183 0</inkml:trace>
  <inkml:trace contextRef="#ctx0" brushRef="#br0" timeOffset="-147114.75">19162 15731 64 0,'10'-2'174'0,"0"2"-18"0,2 0-9 16,2 0-16-16,-1 3-12 0,1 2-9 0,-2-1-9 0,6 5-11 15,-5-1-8-15,1 2-8 0,-5-1-10 0,-1 1 2 16,2 3-3 0,-4 2-10-16,-2 1 2 0,-1 1-8 0,-3 0-1 0,-4 0-2 0,-1 1-2 15,-4 2-5-15,-1 1-2 0,-4 0-5 0,1 0 1 16,1-4-6-16,2-2 1 0,1-6-13 0,0 0 10 15,3-4-6-15,0 5 11 0,2-7-14 16,0 2 9-16,1-3-6 0,1 2 32 0,-1-1 16 16,2-1 5-16,1-2-1 0,0 0-5 0,0 0-7 15,0 0-23-15,17-2-22 0,-4-1-30 0,0-1-32 16,5-3-52-16,-1 1-48 0,-2-1-209 16,3 0-386-16,-1 0 170 0</inkml:trace>
  <inkml:trace contextRef="#ctx0" brushRef="#br0" timeOffset="-146840.02">19144 15943 93 0,'0'0'267'0,"-9"1"0"0,9-1-13 15,-5 0-23-15,5 0-20 0,0 0-24 0,0 0-17 16,22-3-20-16,-2-1-13 0,11 1-18 0,4-3-9 16,4 1-11-16,12-4-11 0,0 1-11 0,2 1-9 15,-2 1-4-15,-13 0-6 0,-2 2-6 0,-4 0-9 16,-4 0-3-16,-9 3-3 0,-6-1-5 0,-1 1-12 0,-4 0-17 0,-1 0-19 16,-1-1-20-16,-6 2-21 0,0 0-32 15,0 0-42-15,0 0-56 0,0 0-207 0,-32-1-427 16,20 0 190-16</inkml:trace>
  <inkml:trace contextRef="#ctx0" brushRef="#br0" timeOffset="-144150.25">19980 15095 35 0,'-5'-2'193'0,"5"2"-9"0,0 0-18 0,0 0-19 16,0 0-14-16,0 0-11 0,0 0-16 0,0 0-9 0,0 0-11 15,0 0-11-15,0 0-3 0,0 0-10 0,0 0-6 16,0 0-1-1,0 0-5-15,0 0-1 0,29 4-1 0,-10-1-2 16,2-3 0-16,7 2-6 0,1-1-1 0,-1-1-3 16,3 0 1-16,-2 0-4 0,-2-3-4 0,-7 3 1 0,1-3-5 15,-2 3-3-15,-7-2-1 0,2 2-2 16,-5 0-1-16,2 0 0 0,-6 0-4 0,2 0 1 16,-7 0-8-16,9 0-3 0,-3 0 3 0,-5 2-3 15,-1-2 2-15,-1 11 0 0,-5-2 0 0,-3 3-3 0,-8 9 0 0,-1 1-1 16,-2 0 0-16,-5 4 1 0,4 1-1 0,-2 0-3 15,-3-1 5-15,3 1-6 0,0 0 1 0,5-1 0 16,-3 1-1-16,4-2 2 0,2-3 1 0,3-6-16 16,1-3 1-16,3-2 1 0,1-3 2 0,2 1 3 15,0-4 5-15,2 0 27 0,0 1 22 0,-1-3 29 16,2-1 33-16,-1 2 16 0,3-4 10 0,0 0-3 0,0 0-13 0,0 0-3 16,0 0-23-16,0 0-12 0,8-13-4 0,-4 6-11 15,-1 4-6-15,1 0-13 0,0 0-13 0,-2-4-5 16,2 4-8-16,0-1-6 0,-1 2-4 0,-3 2-5 15,6-4-5-15,-1 3-2 0,-5 1-3 0,9 5 3 16,-2-4-1-16,0 0 0 0,5 0 3 0,-1 3-3 16,2-2 3-16,2 5-6 15,3-3 1-15,0 0 4 0,0 0-11 16,0-2-5-16,0 3-1 0,2-5-2 0,-8 1 3 16,1-1-1-16,1-1 2 0,-4-4 2 0,2 3 4 0,-3-2 0 15,2 0 2-15,0 1 3 0,-6-3-1 0,3-2-1 16,-3 5 1-16,-1-4 2 0,0 2-2 15,0-1-10-15,-2 2-10 0,-1-1-19 0,2 0-11 16,-3 4-21-16,0 1-29 0,-3-7-25 0,3 7-31 0,-3-3-35 0,3 3-48 16,-8-2-144-16,2 1-421 0,6 1 187 0</inkml:trace>
  <inkml:trace contextRef="#ctx0" brushRef="#br0" timeOffset="-143780.75">19879 15365 56 0,'0'0'152'0,"0"0"-3"15,0 0-12-15,0 0-6 0,0 0 0 16,-7 1-2-16,7-1-3 0,0 0-11 0,0 0-12 16,0 0-18-16,0 0 3 0,16-7-10 0,-2 5-9 15,2-3-6-15,7 2-7 0,7-2-2 0,3 1-9 16,3-3 1-16,1 1 0 0,4 4 2 0,10-7-4 0,-13 6 1 0,-2-2-6 16,-4 2-2-16,-3 0 0 0,-8 1-3 0,-1-1-7 15,-6 3 1-15,-4-2-8 0,2 1 0 0,-6 0-6 16,2 1 3-16,-3 0-8 0,-5 0-5 0,0 0 0 15,0 0-10-15,0 0-13 0,0 0-24 0,-23 7-29 16,9-2-20-16,0-2-22 0,1 2-29 0,-1-2-157 16,-4 0-324-16,6 3 143 15</inkml:trace>
  <inkml:trace contextRef="#ctx0" brushRef="#br0" timeOffset="-143233.18">20546 15362 19 0,'6'-2'153'0,"-1"-1"-19"0,3 3-10 0,-1 0-10 15,1 0-14-15,1 0-9 0,0 0-14 16,-1 2-1-16,-2 1-7 0,3 0-12 0,-1 1 1 16,-2 2-6-16,2 2-5 0,-6 1-2 0,1 2-4 0,-3-1-14 15,-1 3 12-15,-3-1-4 0,0 1 4 0,-2 1-5 0,-6 1-1 16,3-1-5-16,0 1 0 0,-1-4-3 0,1-1 1 15,0 0-3-15,1-2-4 0,0-2 8 0,1 2-3 16,3-4 4-16,-1 0 14 0,1 0 14 0,4-2 20 16,-5 1 26-16,5-3 26 0,-5 3 12 0,5-3 0 15,0 0-15-15,0 0-16 0,10-10-8 0,-1 3-12 16,2-5-6-16,5-1-10 0,-2-1-8 0,3-1-8 0,1-5-4 0,3 1-4 16,-8 2-7-16,8-2-1 0,-2-1-2 0,-6 7-2 15,-1 0 2-15,-3 3 1 0,-4 4 3 0,3-2-3 16,-3 4-5-16,0 1-12 0,-3-2-2 0,0 0-9 15,1 3-16-15,-3 2 2 0,0 0-6 0,0 0-3 16,4 7 4-16,-6 0-3 0,0 3 2 0,4 2 3 16,-4 0-2-1,4 2 3-15,2 3 0 0,1 1 2 0,5-3 1 16,7 5-24-16,-2-6-39 0,11 4-61 0,1-3-103 16,4-5-286-16,-2-3-555 0,2-5 246 0</inkml:trace>
  <inkml:trace contextRef="#ctx0" brushRef="#br0" timeOffset="-134835.66">20863 14666 130 0,'-4'-4'166'16,"4"4"-11"-16,-1-4-10 0,1 4-14 0,0-6-11 0,0 6-19 15,0 0-9-15,0 0-8 0,0 0-6 0,-2-2-15 16,2 2-7-16,0 0-1 0,0 0-9 0,0 0-7 16,0 0-5-16,0 0-19 0,0 0 21 0,0 0-11 0,0 0 5 15,12 9-10-15,-2-6 2 0,2 1-6 0,5 1 3 0,3 0-3 16,3-2-2-16,-2 1 1 0,7-1-2 0,-1 2-1 15,-4-5 0-15,-2 2-7 0,-1-2 12 16,-1 0-10-16,2 0-1 0,-5-2 5 0,-3 0-1 16,-1-1-2-16,0-1 9 0,-1 1 11 0,-2 0 20 15,-1 3 10-15,0-2 9 16,-3-1 7-16,-1-2 3 0,0 3 6 0,2-3 0 16,-2 1-9-16,-4 1 1 0,4-2-4 0,-3 3-2 15,2-1-9-15,-3 3-3 0,4-5-4 0,-4 2-8 16,0 3-8-16,0 0-3 0,0 0-9 0,2-4-7 15,-2 4-22-15,0 0 1 0,0 0-4 0,-1 17-3 16,-3-2 2-16,0 10-1 0,0 8-5 0,-6 11 6 16,0 6-3-16,1 3 21 0,-4 1-4 0,8 1-1 0,-3 1-2 0,3-2 3 15,0 1-5-15,3 1-1 0,4 2 2 16,-4-2 2-16,4-1-2 0,-1-2 4 0,3-3-9 0,-4 1-13 16,0-2 1-16,0-4 0 0,0-12 7 0,0 0-4 15,-2-4 4-15,0-2-3 0,1-1-3 0,-3-6 5 16,4-2 1-16,-5 1 3 0,4-7-1 0,-1 1 1 15,0-2 0 1,0-1 1-16,0 0 0 0,1-3 0 0,0-1 4 16,1 1-3-16,-3-2 1 0,2 1 0 0,0-3 1 15,-1 0-2-15,1 1 3 0,0 0-4 0,1-4 6 16,-2 5-1-16,1-2-2 0,0 0 5 0,1-3-3 16,-4 6 2-16,3-3-4 0,1-3 1 0,0 4 3 15,0-4-2-15,-3 5 1 0,3-5-2 0,-2 5 2 16,2-5-2-16,-3 2 3 0,3-2 1 0,0 0 0 0,0 5-1 0,0-5 0 15,0 0 1-15,0 0-4 0,-1 2 3 0,1-2-1 16,0 0 1-16,0 0 0 0,0 0-3 0,0 0 2 16,-5 3 1-16,5-3-2 0,-4 3 4 0,-2-3 0 15,-3 2-1-15,-3-1 3 0,-7 3-1 0,-3-2 0 16,-6 1-1-16,-10-3 1 0,-13 2-17 0,-2-2-35 16,-3 3-60-16,1-6-86 0,3 1-230 0,16 0-455 0,4-5 202 15</inkml:trace>
  <inkml:trace contextRef="#ctx0" brushRef="#br0" timeOffset="-131772.33">21743 15333 156 0,'0'0'158'0,"0"0"-7"16,0 0-14-16,-6-1-6 0,6 1-9 0,0 0-12 16,0 0-8-16,0 0-10 0,0 0-4 0,0 0-11 15,0 0-3-15,0 0-3 0,-7-1-4 0,7 1-6 16,0 0-6-16,0 0-4 0,0 0-2 0,0 0-5 0,0 0-2 0,0 0-2 15,0 0 0-15,0 0-10 0,0 0-3 0,0 0 1 16,0 0-5-16,0 0 6 0,0 0 1 0,0 0-1 16,0 0-4-16,0 0 0 0,0 0 1 0,0 0 1 15,23-2-4-15,-9 2 0 0,5-2-5 0,2 0-2 16,12 2-2-16,-1-2 0 0,1-2-1 0,6-1-1 16,-2 0 0-16,1 1-1 15,2 0-1-15,-5-2-2 0,0 2 5 16,-2-1-4-16,-2-1-1 0,-9 5-1 0,-6-2-3 0,-1 2-4 15,-4 0-12-15,0-2-19 0,-6 3-20 0,-1-1-29 16,-4 1-23-16,0 0-31 0,0 0-24 0,-21 0-153 0,2 1-336 0,0-1 149 16</inkml:trace>
  <inkml:trace contextRef="#ctx0" brushRef="#br0" timeOffset="-131559.3">21946 15216 29 0,'2'-9'249'0,"-1"0"1"16,0 3-5-16,3-4-6 15,-3 4-13-15,2 2-20 0,-2-2-20 0,-1 3-23 16,0 3-19-16,1-5-19 0,-1 5-29 0,0 0-8 16,0 0-10-16,0 0-12 0,-10 21-6 0,8-3-4 15,-9 5-8-15,7 5-4 0,-2 0-5 0,0 4 1 16,-1 2-4-16,2-1-38 0,-5 1-42 0,2 2-48 15,4-2-71-15,-2-1-239 0,0-3-436 0,-1-13 193 0</inkml:trace>
  <inkml:trace contextRef="#ctx0" brushRef="#br0" timeOffset="-121924.03">23307 14925 39 0,'0'-7'194'0,"0"7"-8"0,0-6-14 0,0 2-9 15,0 4-4-15,1-4-8 0,-1 4-9 0,-1-4-10 16,1 4-8-16,1-6-7 0,-1 6-10 0,0 0-5 0,0-3-10 16,0 3-9-16,0 0-8 0,0 0-10 0,2-4-9 0,-2 4-5 15,0 0-8-15,0 0-16 0,0 0-7 0,0 0-3 16,0 0-3-16,-9 12 0 0,5-7-3 0,-1 4 1 15,-2 2-5-15,0 1 0 0,-1-3 3 0,-2 4-4 16,1 3-3-16,0-4 2 0,0 3 0 0,-1-1-2 16,1 0 1-16,0-1-3 0,1-1 0 0,3-1 3 15,1-2-1-15,-1 0-2 16,1 0 1-16,3-4-1 0,-4 2-2 0,5-2 4 16,-3-2 5-16,2 1 7 0,-1-1 14 0,2-3 13 15,0 5 10-15,0-5 4 0,0 0 3 0,20-8 0 16,-10 1-2-16,7-2-21 0,-3-3 12 0,1 0-6 15,1-2-2-15,3-6-3 0,-3 0 2 0,1-1-8 16,-3-1-2-16,-1 0-4 0,-3-2 4 0,-3 6-5 16,1-7-7-16,-4 2 0 0,-4 2 0 0,0 1-2 0,-6 3-7 0,-4 0-1 15,-7-5-1 1,-3 4-6-16,-6 5-2 0,-1 1-1 0,-6 5 0 16,-2 4-1-16,2-2-1 0,1 1-2 0,-4 4-1 15,2 4-2-15,3 2-8 0,2-2-17 0,2 6-16 16,-2 0-17-16,4 5-14 0,6-1-27 0,3 1-22 15,4 2-20-15,3-1-46 0,7 2-39 0,2 0-124 16,5-3-389-16,6-1 172 0</inkml:trace>
  <inkml:trace contextRef="#ctx0" brushRef="#br0" timeOffset="-121160.14">23935 14757 55 0,'2'-3'186'0,"-1"0"-14"0,-1 3-20 0,2-4-7 0,-2 4-23 16,0 0-7-16,-12-5-16 0,3 8-12 16,-4 1-10-16,-4 1-8 0,-4 0-9 0,-7 5-3 15,1 1-6-15,1-1-2 16,6 0-17-16,1-2 1 0,-3 6-5 0,4-3 0 16,4 1-8-16,0 0 4 0,3 1-4 0,1 1-5 15,2 0 0-15,4-3 2 0,3-1-5 0,1 1 4 0,2 0-4 16,6-2-1-16,5-2-1 0,2-1 2 15,13 1 1-15,-1-1-2 0,2-6-5 0,7 0 1 0,-2-1-6 16,1-6 4-16,3 1-8 0,-2-2 9 0,1-3-9 16,-3 1 1-16,-4 1 4 0,-3-3-5 0,-8 2-3 0,-6 0-8 15,2-2-9-15,-10 2-7 0,-1 1-2 0,-2 0 2 16,-5-2 7-16,-3 2 6 0,-4-1-6 0,-5 0-1 16,-4-1 0-16,4 3 9 0,-6-2-3 0,2 3-1 15,1 0 7-15,-1 0 1 0,3 2-3 0,-1 0-3 16,5 1-2-1,0 1 7-15,3-2 6 0,1 4-4 0,2-1 5 16,-2 1 4-16,6-2 9 0,-2 0 8 0,0 0 13 0,4 3 10 16,-8-4 1-16,8 4-9 0,-1-4 8 0,1 4 12 15,-3-4-7-15,3 4 10 0,3-7 4 16,-3 7 9-16,0-4 8 0,0 4 8 0,1-8-8 0,2 5 11 16,-3-1-3-16,1 0 4 0,-1 4 1 0,1-6-1 15,1 2-7-15,-2 4-5 0,2-6-6 0,-2 6-8 16,0-3-3-16,0 3-13 0,0 0-4 0,0-4-9 0,0 4-31 15,0 0-15-15,0 0 2 0,0 0 0 0,0 23-4 0,-2-6 6 16,-5 6 0-16,3 10-1 0,-3 1 0 0,3 0 1 16,-1 1 0-16,-2 2 2 0,2-2 1 15,1 0 1-15,-2 0-1 0,4-6 3 0,0 0-1 16,-2-3 0-16,4-6 4 0,-1-3 0 0,1 0-3 16,0-6 2-16,-3 0 2 15,2 1-2-15,1-8 2 0,0 3 2 0,0-1 3 16,0-3 1-16,-1 1-1 0,1 1 1 0,0-5 1 15,-3 4-4-15,3-4-4 0,0 4-10 0,0-4-15 16,0 0-52-16,-5 1-41 0,5-1-33 0,0 0-39 16,-12-1-197-16,12 1-420 0,-7-3 186 0</inkml:trace>
  <inkml:trace contextRef="#ctx0" brushRef="#br0" timeOffset="-120620.82">23096 15403 47 0,'-6'2'154'0,"6"-2"-13"0,-6 0-10 0,6 0-13 15,0 0-13-15,0 0-1 16,0 0-17-16,0 0 3 0,0 0-15 0,0 0-11 16,-2 4 0-16,2-4-1 0,0 0-14 0,0 0 4 15,0 0-12-15,0 0-6 0,0 0 2 0,0 0-8 16,0 0-1-16,0 0 1 0,0 0-3 0,0 0 2 16,0 0-10-16,0 0-4 0,0 0-3 0,0 0-2 15,0 0 5-15,0 0-3 0,0 0 2 0,0 0-9 16,0 0-2-16,0 0 4 0,0 0-4 0,0 0 3 0,0 0 4 0,0 0-9 15,0 0 12-15,0 0 2 0,0 0 6 0,0 0 4 16,0 0 2-16,0 0 0 0,0 0 8 0,0 0-9 16,0 0 3-16,0 0-4 0,0 0 3 0,0 0 4 15,18-1-3-15,-18 1 10 0,20-4-3 0,1 0 2 16,11-4-4-16,6 2 7 0,22-2 6 0,4-4 1 16,32-2 9-16,-5-1 1 15,-1 1 0-15,-24 4 2 0,-1 1-2 0,24-4-7 16,-30 5-7-16,0 1-3 0,-2 2-4 15,-6-3 1-15,-12 4 1 0,-7-1-10 0,-3 1-3 16,-11 2-5-16,-4 1 2 0,-2-1-5 0,-6 2 6 16,4-2-25-16,-3 2-13 0,-7 0-7 0,0 0-10 0,0 0-17 15,0 0-18-15,-27 10-31 0,5-4-48 0,-4 1-43 16,-2-1-204-16,0-2-426 0,5 2 189 0</inkml:trace>
  <inkml:trace contextRef="#ctx0" brushRef="#br0" timeOffset="-120158.25">23575 15625 61 0,'0'0'116'0,"0"0"-6"0,-6 9-15 15,0-1-18-15,-1-2-1 0,-2 5-1 0,-6-1-11 16,1 7-9-16,-6 0-4 0,-1 2 0 16,2-3-10-16,5 1-8 0,0-2-5 0,0-3-4 15,2 4 4-15,3-2-5 0,-1 0-1 0,6-4-5 16,-1 2 24-16,3-7 12 0,0 3 3 0,2-3 5 0,-2 1 7 0,4-2 18 15,2 1 12-15,1-3 10 0,0-1 0 0,8-2-5 16,0-1-1-16,5-3-8 0,-3-1 4 0,3-2-6 16,-4-4-1-16,3-2-8 0,-3 1-6 0,-2-4-7 15,-1 1-9-15,-3-9-10 0,-4 9-18 0,-2-4-10 16,-4-6-5-16,-6 1-5 0,-4-1-1 0,-6 1-6 16,-2 3 0-1,-6 1-2-15,-3 3-1 0,-2 4 0 0,-1 0 1 0,-6 5-6 16,2 1-1-16,2 2 2 0,2 2-4 0,1 3-13 15,8 1-26-15,2 2-23 0,2 1-35 0,3 3-41 16,6 0-26-16,3 0-38 0,5-1-129 16,4 2-363-16,6-2 161 0</inkml:trace>
  <inkml:trace contextRef="#ctx0" brushRef="#br0" timeOffset="-119619.72">23872 15577 234 0,'0'0'213'0,"0"0"-24"15,0 0-19-15,0 0-19 0,0 0-16 0,0 0-12 16,0 0-15-16,0 0-18 0,0 0-4 0,6 16-11 15,-3-9-9-15,-3 1-3 0,0 4-9 16,1-3-3-16,-1 5-7 0,-1 1-7 0,1 1-7 0,-3 0 0 0,2-1-4 16,-3 2 0-16,2-1-3 0,-2 0-1 0,1-5-6 15,2 1-1-15,-3-1-3 0,4-1 4 0,-1 1-5 16,-2-4-2-16,3 3 1 0,0-5-1 0,-1 0 3 16,-2-1-3-16,3 1 0 0,0-5 16 0,-1 5 14 15,2-1 12-15,-1-4 13 0,0 4 15 0,4-3 4 16,-4-1 3-16,9-1-1 0,0-2 1 0,3-2-3 0,1 3-1 0,6-8-6 15,-3 3 2-15,2-5-4 0,6-3-6 0,-1-1-5 16,1 0-9-16,1-1-3 0,-5-1-3 0,3 0-6 16,-6-1-3-16,-2 5-1 0,-3 1-2 0,1-1 0 15,-3-2-4-15,-1 3 3 0,-3 3 11 0,2-1-2 16,-4 2-2-16,1 0 2 0,-3 1 6 0,1 2-10 16,-2 0 2-16,-1 1-3 15,0 1-13-15,-1-1-7 0,-2 1-9 16,-2 1-3-16,0 1-7 0,-2-1-1 0,0 3-7 15,-1 0-12-15,1 3-2 0,-1-3 0 0,2 2-4 16,-1 2-18-16,2 0-4 0,0 0-15 0,0-1-3 16,3 2 8-16,2 1 5 0,2-2 5 0,9 4 2 0,1-3-17 15,11-1-43-15,8 2-65 0,4-6-97 0,-3-3-230 16,3-1-538-16,-2-1 238 0</inkml:trace>
  <inkml:trace contextRef="#ctx0" brushRef="#br0" timeOffset="-117183.89">24934 14505 84 0,'0'-8'216'0,"0"8"-6"0,0-5-11 0,0 5-19 16,0-5-15-16,0 5-21 0,0-4-15 0,0 4-15 0,-3-3-15 0,3 3-18 16,0 0-7-16,0 0-12 0,0 0-9 0,3 20-8 15,-3-4-3-15,0 9-4 0,-3 9-4 0,-1 12-7 16,2 2-2-16,-5 6-5 0,1 6 15 0,-3-2-6 0,4-3-3 15,-4 4-3-15,1-2-8 0,-2 0 3 0,5-5 0 16,-4 2-8-16,5 0-1 0,-2-4 5 0,0-4-4 16,-1 3-3-1,5-14-1-15,-4 1 2 0,3-2-22 0,-1-1 5 16,-1-2 2-16,1 0 2 0,1-4-2 16,1-2 2-16,0-6 0 0,1-1 1 0,-1-1 0 0,2-2-2 15,-2-3 3-15,1-3 0 0,2 0 2 0,-2-2 3 16,2-1-1-16,-1-1 1 0,0-1 3 0,-2 0-7 15,2-4 2-15,1 7 4 0,-1-7 17 16,0 5 8-16,0-5 3 0,1 2 2 0,-1-2-3 0,0 0 4 0,0 7-3 16,0-7-2-16,0 0-3 0,0 0-3 0,0 0-3 15,0 0-2-15,-1 3 1 0,1-3-4 0,0 0-1 16,0 0 0-16,0 0-1 0,0 0-4 0,0 0 3 16,0 0-1-16,0 0-2 0,0 0-3 0,0 0 2 15,0 0-3-15,0 0 1 0,0 0 1 0,0 0-2 16,0 0 0-16,0 0-1 15,0 0-5-15,1 2 5 0,-1-2-2 0,0 0 2 16,0 0-1-16,0 0 2 0,0 0 2 0,0 0-8 16,0 0 12-16,0 0-4 0,0 0 9 0,0 0-4 0,0 0-1 15,0 0 2-15,0 0 1 0,0 0 0 0,0 0 3 16,0 0 5-16,0 0-1 0,0 0 1 16,0 0 4-16,0 0 0 0,0 0 3 0,0 0-4 15,0 0 3-15,0 0-5 0,11-5-6 0,3 3 2 0,2-3-2 0,12 1-5 16,4-3-18-16,8-2-29 0,-2 0-38 15,11-6-33-15,3 1-51 0,-1-2-73 0,-19 2-201 16,16-11-465-16,-18 6 206 0</inkml:trace>
  <inkml:trace contextRef="#ctx0" brushRef="#br0" timeOffset="-116551.5">25040 14512 11 0,'0'0'191'16,"0"0"-1"-16,0 0-12 0,0 0-5 0,0 0-13 0,0 0-5 0,0 0-14 31,0 0-1-31,0 0-15 0,0 0-12 0,0 0-8 16,0 0-11-16,0 0-13 0,0 0-10 0,23-7-2 15,-4 6-13-15,13-2-23 0,5 2-30 0,13-4-23 0,5 1-59 0,2 0-54 0,-3 0-177 0,0-5-336 32,-2 1 150-32</inkml:trace>
  <inkml:trace contextRef="#ctx0" brushRef="#br0" timeOffset="-114093.61">26247 14689 20 0,'0'-4'195'16,"0"-2"-6"-16,0 2-7 0,0 0-7 16,3 0-12-16,-3 1-5 0,0 3-10 15,1-5-10-15,-1 5-15 0,0-4-12 0,0 4-12 16,0 0-13-16,0 0-9 0,0 0-11 0,-10-3-7 16,10 3-6-16,-18 10-12 0,9-3 2 0,-9 3-9 15,3 1-1-15,-7 4-6 0,1 3 12 0,-1 0-6 0,4 0-4 16,0 3-2-16,3-1-5 0,2-4-1 0,-4 4-2 15,6-2-2-15,2-2-5 0,1 4 2 0,-1-3-19 0,4-3 2 16,1-2-4-16,4 0 3 0,-4-2 5 0,4 0 5 16,0 0 4-16,3-5 3 0,-2 1 12 0,4-1 3 15,8 0 14-15,-4-1 0 0,3-3-2 0,4-1 6 16,3-4 0-16,-2-2 8 0,2-1 0 0,-1-2 4 16,4-7-4-16,-4 2-2 0,0-3-1 0,3-2-2 15,-7-3-8-15,3-2 3 0,-4-2-7 0,-3 1-5 0,-4-4-1 16,-3 0-2-16,-2-2 2 0,-1-1-1 0,-6 0 1 15,-2 3-9-15,-6 1 0 0,0-1-6 0,-6 8-2 0,-1-2-2 16,-3 3-1-16,-4 6-3 0,0-1-4 0,-6 5-3 16,6-1-3-16,0 9-10 0,6-3-18 0,2 5-15 15,-2 0-28-15,3 2-17 0,1 3-23 0,3 4-25 16,1 2-29 0,2 1-38-16,3 4-47 0,4-1-147 0,5-1-433 15,4 4 191-15</inkml:trace>
  <inkml:trace contextRef="#ctx0" brushRef="#br0" timeOffset="-113523.79">26544 14575 87 0,'1'-3'294'0,"3"-1"-10"0,-3 0-17 16,0-2-18-16,-1 6-21 0,2-4-24 15,-2 4-24-15,1-3-22 0,-1 3-15 0,1-5-16 0,-1 5-30 16,0 0-19-16,0 0-9 0,0 0-9 0,0 0-7 15,3 15-2-15,-3-6-6 0,-1 3-6 0,-1 0-3 0,0 3-6 16,0-1-4-16,1 1 0 0,-1 1-6 0,-2 1-1 0,3 1-1 16,-1-2-3-16,2 2-3 0,-1-5-1 0,1-2-2 15,0 0 0-15,1-1 0 0,-1-3 0 16,2 1-1-16,-1-3 6 0,0-1-3 0,2 1-1 16,-2-1 2-16,1 0 1 0,1 0 16 0,2-4 5 15,0 3 2-15,6-6-3 0,1-2 0 0,-1 1 1 0,2-1-7 0,4-4-5 16,2-2-3-16,4-5-2 0,-1 2 2 0,-4 2 0 15,1-8-5-15,0 2-1 0,-3 3 1 0,2-3-2 16,-6 1-1-16,-1 2-2 0,-2 1 1 0,-1-1 3 16,-1 4 5-16,-1 2 1 0,-2-2 2 0,1-1 9 15,-1 6-1-15,-3-3-1 0,3 2-6 0,-4 1-5 16,-4 2-2-16,3-1-1 16,-3 0-8-16,0 1 2 0,-1 1-10 0,1 3 0 15,-5-1-1-15,2 1-4 0,7 0-2 0,-12 1-1 16,6-1-10-16,2 5-3 0,-2-3-6 0,3 0-3 15,-1 2 5-15,3 0 0 0,1 0 0 0,1 1 4 0,3 0 4 16,6 0-14-16,2 2-30 0,8-2-38 0,8 3-54 16,4-3-73-16,-2 0-245 0,2-5-512 0,-2 3 227 15</inkml:trace>
  <inkml:trace contextRef="#ctx0" brushRef="#br0" timeOffset="-112775.34">25828 15186 103 0,'0'0'199'0,"-6"0"-4"0,6 0-17 0,0 0-8 15,0 0-22-15,0 0-14 0,0 0-13 0,0 0-15 16,0 0-22-16,0 0-9 0,19-4-9 15,-14 3-5-15,-5 1-10 0,10-1 0 0,-6 0-8 16,-4 1-1-16,5-2-2 0,-5 2-6 0,0 0 5 0,0 0 0 16,9 2-2-16,-9-2-4 0,0 0 3 0,0 0-8 15,0 0 4-15,0 0-7 0,8-2-2 0,-8 2 0 0,0 0 0 16,0 0-5-16,0 0 0 0,0 0-2 0,0 0-2 16,0 0 3-16,0 0-11 0,0 0 4 0,5-1 1 0,-5 1 0 15,0 0-2-15,0 0 1 0,0 0-2 16,0 0-3-16,0 0-1 0,0 0 1 0,0 0 4 15,0 0 2-15,12-1-2 0,-1 1 4 0,3 0 5 16,6-6-3-16,11 5 0 16,1-3 1-16,5-1 4 0,18-2 7 0,5-1 8 15,32-3 10-15,-1 0 6 0,-2-2 2 0,3 4-4 16,0 0-1-16,-25 4-3 0,21-11-3 0,-27 8-2 16,-1 0-6-16,-2 1 0 0,-21 2-2 0,0 0-5 15,-4-1-2-15,-6 2-2 0,-8 0 0 0,-6 3 3 16,1-1-3-16,-6 1 5 0,-2-3-3 0,2 3-3 15,-2 0-15-15,-1 0-13 0,-5 1-16 0,0 0-31 0,0 0-32 0,0 0-30 16,-23 4-49-16,9 0-57 0,-5 1-217 0,0 1-474 16,-3 0 210-16</inkml:trace>
  <inkml:trace contextRef="#ctx0" brushRef="#br0" timeOffset="-112220.86">26374 15516 36 0,'0'0'141'0,"0"0"-11"0,0 0-11 15,0 0-13-15,-24 7-11 0,12-3-10 0,-1 2-14 16,-2 3-2-16,-2 1-12 0,2 0-6 0,-3 0-6 15,-1 2-3-15,6 0 0 0,-1 1-10 0,-2 1-2 16,5-3-6-16,-1 2-2 0,5-1 3 0,-1-2-13 16,5 1 12-16,-1-1 18 0,0 0 1 0,3-1 7 0,2-2 3 15,0-1 10-15,4 1 7 0,2-3 6 0,2 0 0 16,1-3 7-16,3 2-4 0,-2-6 1 0,7 2 2 16,-4-3 13-16,3-3 5 0,-2 0-1 0,4-3 3 15,-6-1-7-15,-1-1-6 0,-2-3-7 0,-4 0-7 16,2-4-7-16,-4 2-10 0,-6-3-9 0,4 0-9 15,-8 2 1-15,0-1-8 0,-1 2-3 0,-5 1-5 0,-6-4-6 0,-5 2-1 16,8 7-2-16,-11-3-1 0,-2 5-6 16,-1 3 2-16,1-2-3 0,0 3-3 0,1 3 1 0,6 2-28 15,-2-1-26-15,4 5-28 0,1 0-42 0,0 1-33 16,9 2-31-16,2 0-36 0,0-1-187 0,6 0-439 16,4 0 194-16</inkml:trace>
  <inkml:trace contextRef="#ctx0" brushRef="#br0" timeOffset="-111789.14">26435 15398 21 0,'5'-3'186'0,"3"6"-11"16,3-6-17-16,1 6-17 0,-2-1-9 0,3 1-14 15,-1 2-13-15,0 0-12 0,-1 3-4 0,-1 0-14 16,2 6 0-16,-5-3-16 0,1 1-4 0,-4 1-4 16,-1 2-10-16,0 3 1 0,-3-4-6 0,-1 2-2 15,-2 0-3-15,-2 1-4 0,-2-1-3 0,4-4 2 0,-4-3-7 16,0 1 2-16,0-2-1 0,3-2-1 0,1 1 0 0,-1-2-2 16,0-1 11-16,2 2 16 0,1-3 24 15,1-3 31-15,-3 4 35 0,0-3 20 0,3-1 16 16,0 0 1-16,0 0-17 0,9-7-19 0,-1-2-15 15,1 1-9-15,4-7-15 0,2 3-9 0,6-6-9 16,-3 0-8-16,1 1-6 16,-3 3-8-16,-1 2-5 0,-5 0-2 0,-1 4-6 15,0 2-5-15,-1-2-1 0,-4 5-11 0,1-2 3 16,-3 4-12-16,2-1-7 0,-4 2-15 0,4-4-15 16,-4 4 6-16,0 0-9 0,0 0-4 0,4 11-2 15,-3-2 7-15,2-1 3 0,-2 3 2 0,3 0-1 16,0 2 7-16,7 2-6 0,3 6-45 0,5-4-52 15,6 2-87-15,5-7-135 0,3-3-184 0,6-3-561 0,14-6 249 0</inkml:trace>
  <inkml:trace contextRef="#ctx0" brushRef="#br0" timeOffset="-109683.28">27695 14954 109 0,'-7'0'182'0,"7"0"-7"0,0 0-12 0,0 0-8 15,0 0-10-15,-8 0-4 0,8 0-13 0,0 0-9 16,0 0-12-16,0 0-5 0,0 0-16 0,0 0-7 16,0 0-5-16,-5 1-9 0,5-1-6 0,0 0-8 0,0 0-5 0,0 0-2 15,0 0-5 1,0 0-5-16,0 0 0 0,0 0-4 0,0 0-3 16,0 0-5-16,-8 2 1 0,8-2-1 0,0 0-10 15,0 0 5-15,0 0-4 0,0 0 0 0,0 0-3 0,0 0-3 16,0 0-1-16,0 0 0 0,0 0 3 0,0 0-5 15,0 0 0-15,0 0 0 0,0 0 1 0,0 0-1 16,0 0-1-16,0 0 7 0,0 0-5 0,0 0-1 16,0 0-4-16,0 0-1 0,0 0 6 15,0 0-1-15,0 0 1 0,0 0-3 0,0 0 1 16,32-5 5-16,-11 3-10 0,8-1 2 0,0 1 0 0,5-2 0 16,1 0-4-16,3 0 5 0,2-1 0 0,-3 1-2 15,3-1 7-15,1 2-9 0,-8-1-6 16,0 0-12-16,-5 3-17 0,-5-2-15 0,-6 3-29 0,-3-2-28 0,-4 2-29 15,-1-1-31-15,-1 1-131 0,-8 0-324 0,0 0 144 16</inkml:trace>
  <inkml:trace contextRef="#ctx0" brushRef="#br0" timeOffset="-109452.16">27923 14854 30 0,'0'-6'264'0,"2"-1"-9"0,-2 2-8 0,4 2-10 16,-3-1-9-16,-1 0-27 0,0-2-18 0,4 4-16 16,-4 2-20-16,0-5-20 0,0 5-18 0,2-4-16 15,-2 4-28-15,0 0-12 0,0 0-3 0,0 11-6 16,-2-1-6-16,0 6-3 0,-1 2-3 0,-1 3-6 16,0 4 3-16,-1 2-20 0,0-1-19 0,0 3-25 15,1-1-27-15,0-3-30 0,-1 1-30 0,3-6-54 16,-4-3-186-16,5-2-393 0,1-4 174 0</inkml:trace>
  <inkml:trace contextRef="#ctx0" brushRef="#br0" timeOffset="-108850.31">28933 14594 177 0,'2'-4'256'0,"-1"1"-4"16,2 0-7-16,-3 3-9 0,1-6-10 0,1 3-11 15,-2 3-23-15,4-3-17 0,-4 3-21 0,1-2-18 16,-1 2-18-16,0 0-14 0,0 0-31 0,0 0-7 16,0 0-11-16,0 0-7 15,-6 12-3-15,1-4-3 0,-3 9-8 0,-1-4-3 16,2 5-1-16,0 1-4 0,1-1-6 0,-2 0-3 15,4 0 5-15,-2 2-7 0,1-1-1 0,1 0-3 16,3-1 0-16,-2 0-1 0,2 1-2 0,0-4 2 16,-1 1-3-16,4-4 3 0,-4-4-2 0,4 3 1 15,-2-5-3-15,1 0 4 0,0 0 2 0,-2-3 13 16,2 1 19-16,-1 0 28 0,3-3 32 0,-3-1 21 0,0 0-6 0,0 0-6 16,15-8-8-16,-6 1-3 0,-1-2-6 0,6-6-7 15,-1 0-7-15,3-6-6 0,-2-3-18 0,5-2 1 16,-6-1-21-16,1 0-2 0,-4-2-16 0,-1-3-8 15,-3 1-4-15,-3 4-3 0,-3-2 3 0,0 3-10 16,-3 6-1-16,-4 2-8 0,-8-3-6 0,1 5 11 16,-9-2-12-16,1 5-3 0,-6 0 14 0,0 6-14 0,-3-2-7 0,-1 4-9 15,1 4-5-15,-1 1-28 0,2 1-21 16,3 4-25-16,-1 1-20 0,1 2-14 0,8 2-26 0,-4 4-26 16,1 4-23-16,11-5-27 0,1 2-232 0,6-5-524 15,6 2 232-15</inkml:trace>
  <inkml:trace contextRef="#ctx0" brushRef="#br0" timeOffset="-108295.46">29232 14491 48 0,'4'-6'309'0,"0"4"-12"16,0-2-15-16,-3 0-17 0,4 2-23 0,-5 2-17 15,5-5-22 1,-5 3-24-16,0 2-20 0,4-3-20 0,-4 3-15 16,4-4-13-16,-4 4-14 0,0 0-12 0,0 0-13 0,9 7-6 15,-8-3-12-15,3 2-7 0,1 2-3 0,-1 3-4 16,-3-1-11-16,3 1 0 0,1 7-6 0,-1 0-1 15,0 0-4-15,2 1 4 0,-3 1-4 0,1-1-1 16,0-2-3-16,-2-3-6 0,1-1 4 0,-2 0-3 16,2-5 1-16,-1 1 0 0,1-4 0 0,-2 1-2 15,0 0 2-15,2-2-1 0,-3-2 4 0,2 4 23 16,-1-4 31-16,-1-2 15 0,4 4 48 0,-4-4-35 0,0 0 18 16,0 0-17-16,21-12-14 0,-10 7-9 0,1-3-8 15,3-2-10-15,-1-5-4 0,2 3-6 0,4-8-2 0,-1-1-4 16,0 0 3-16,-2 2-11 0,-3 3-8 0,-4 2 1 15,-1 0 2-15,1-1-6 0,-3 3-2 0,-1 3-1 16,-2-1-4-16,0 1-4 0,-1 2-9 0,-2 2 2 16,0-2 2-16,3 1-7 0,-7 2-13 0,2 0-10 0,-3 0-4 15,-1 3-4-15,-3-2 1 0,1 1 0 0,-3 2 6 16,1 2-8-16,1-2-13 0,-1 3 3 0,1 1-16 16,2-1 4-16,-1 2 0 0,5-1 2 0,-1 1 6 15,-2 0-2-15,5 2 8 0,8 3-1 0,1-3-15 16,5 0-37-16,12 4-47 0,4-6-64 0,8 1-69 15,-6-3-250-15,4 1-569 16,-3-4 252-16</inkml:trace>
  <inkml:trace contextRef="#ctx0" brushRef="#br0" timeOffset="-107731.6">28629 15103 73 0,'0'0'218'0,"0"0"-3"16,-6 1-13-16,6-1-7 0,-4 1-7 0,4-1-6 0,0 0-13 16,0 0-15-16,0 0-13 0,0 0-17 0,0 0-9 15,0 0-11-15,0 0-14 0,0 0-8 0,0 0-7 16,0 0-11-16,0 0-5 0,0 0-4 0,0 0-9 15,0 0-4-15,0 0-4 0,-4 3-1 0,4-3-6 16,0 0-3-16,0 0-4 0,0 0 0 0,0 0-9 16,0 0 0-1,0 0 1-15,0 0-2 0,0 0 0 0,0 0-4 16,0 0 0-16,0 0 2 0,0 0-2 0,0 0 6 0,22-1 2 16,-3-1 10-16,3-1-10 0,8-2-3 0,9 1-2 15,18-3 6-15,3 0 4 0,6-1 13 16,29-6 4-16,-1 1 4 0,0 3 7 0,0-1 0 15,-28 2-4-15,-2 0-9 0,-3 0 1 0,-2 1 0 16,-21 2-5-16,-1 0-7 0,-3 0 2 0,-5 1-6 0,-11 2-3 0,-4 0 0 16,-1 2-5-16,-3 0 1 0,-5-1-17 0,3 1-16 15,-3 0-5-15,-5 1-16 0,0 0-11 0,0 0-30 16,-22 6-29-16,-1-2-34 0,-9 3-47 0,4 2-57 16,-6-4-208-16,2 2-490 0,1 0 217 0</inkml:trace>
  <inkml:trace contextRef="#ctx0" brushRef="#br0" timeOffset="-107292.85">28958 15366 61 0,'-5'-1'250'0,"5"1"-24"0,0 0-27 0,-6-3-19 16,6 3-23-16,0 0-22 0,0 0-20 0,0 0-6 16,-6 11-15-16,4-6-10 0,-2 0-7 0,0 4-3 15,0 2-13-15,-2-2-7 0,-3 5-8 0,1 3-1 16,2-2-9-16,-3 2-7 0,1 1 1 0,2-1-5 0,-1-1 2 16,5-1-2-16,-2 1-2 0,1-1 1 0,3-3-2 15,-1 0 2-15,2-3-3 0,-1 0 3 0,5 0 2 16,-1-3 4-16,0-1 6 0,4 1 12 0,2-2 6 15,-2-3 9-15,2-1 15 0,1-1 5 0,1 0 11 16,-2-5 3-16,3-1 5 0,0-1-13 0,1-6-7 16,-3 1 7-16,-2-3-12 15,3-1-2-15,-5 0-16 0,-2-1-8 0,-2-11-19 16,0 4-4-16,-3-2-6 0,-2 3-8 16,-7 0-2-16,-2 0-4 0,-1 9-3 0,-2 1-9 15,-2 3 4-15,-1 2-7 0,-3 2-2 0,-2 1 0 16,1 2-5-16,0 0-13 0,0 2-20 0,2 4-26 0,-3-1-23 15,3 5-32-15,6-1-34 0,4 4-49 16,1-1-18-16,2 2-208 0,5-1-471 0,6-1 209 0</inkml:trace>
  <inkml:trace contextRef="#ctx0" brushRef="#br0" timeOffset="-106977.04">29367 15279 224 0,'0'-4'278'0,"0"4"-28"0,0 0-30 0,0-6-23 15,0 6-23-15,0 0-17 0,8 1-19 0,-8-1-14 16,12 6-17-16,-4 1-9 0,2-2-10 0,-1 4-13 16,1 2-6-1,0-3-7-15,-1 7-6 0,-4 2-7 0,3-2-4 16,-2 5-5-16,-4-1-8 0,0-2-2 0,-2 2-1 15,-2-2-7-15,-1 0 1 0,-2-5-5 0,3 1 1 0,-2-1-4 16,1-5 6-16,-1 5-9 0,2-7-3 0,0 2 3 16,-1-2-1-16,1 0 0 0,0-1 1 0,-1 0 1 15,3-4 0-15,0 4 2 0,-2-1 4 0,2-3-4 16,0 0-6-16,0 0-36 0,12 0-32 0,-12 0-47 0,18-6-55 16,-4 2-249-16,3-1-444 0,-2-3 196 0</inkml:trace>
  <inkml:trace contextRef="#ctx0" brushRef="#br0" timeOffset="-106707.44">29300 15493 37 0,'0'0'290'0,"-9"0"-6"15,9 0-9-15,-6 0 8 0,6 0-14 16,0 0-21-16,0 0-20 0,-8-1-27 0,8 1-19 0,0 0-22 0,22-8-14 16,-3 5-19-16,10-2-10 0,3 1-16 0,5 0-10 15,1-2-10-15,14-2-12 0,-14 2-14 0,-1 1-8 16,-1 0-23-16,-5 1-11 0,-1-1-11 0,-12 5-12 16,1-3-25-16,-6 2-29 0,-4 0-37 0,-1-1-50 15,-8 2-16-15,0 0-9 0,4 2-53 0,-4-2-171 16,0 0-433-16,-26 2 192 15</inkml:trace>
  <inkml:trace contextRef="#ctx0" brushRef="#br0" timeOffset="-101649.34">30353 14495 100 0,'0'0'208'15,"1"-5"-22"-15,-1 5-11 16,0-5-16-16,0 5-12 0,0 0-16 0,0 0-15 15,0-5-17-15,0 5-7 0,0 0-12 0,0 0-11 16,0 0-10-16,0 0-10 0,0 0-8 0,0 0-8 16,0 0-9-16,0 0-5 0,0 0-4 0,0 0-6 15,0 0 3-15,0 0-2 0,0 0-3 0,3 15 4 16,-2-13-4-16,3 2 0 0,0 0-1 0,2 0-2 0,3 1 4 16,0 0 5-16,5-1 8 0,3-1 1 0,-1 1-2 0,2 0 3 15,1-2-7-15,1 0 4 0,-4-1 0 0,-2 0-2 16,-3 0-1-16,1-1 7 0,-3 0-10 0,0 2-3 15,-4 0-3-15,3-2-4 0,-2 1-7 0,-1 5-2 16,-1-4-4-16,-4 1-2 0,3 4 0 0,-6 2 5 0,2 4-3 16,-4 3 1-16,-9 6 1 0,-3 1 3 0,-1 4 1 15,-1 0-3-15,-3-1 0 0,-11 10 2 0,10-7-20 16,2-3 13-16,-4 2-3 0,2-4 0 0,0 0 1 16,2 0 9-16,1-5-4 0,6-4 3 0,3-2-6 0,1-4 7 15,3 0-5-15,-1-4 4 0,5 2 5 0,-1-4 2 16,-1 3 36-16,1-2 25 0,1-3 15 0,2 2 17 15,1-3 9-15,0 0-7 0,0 0-13 0,0 0-5 16,0 0-13 0,24-7-4-16,-13 6-9 0,6-7-3 0,0 5-8 15,-3-2-3-15,4 2-5 0,4 0-2 0,-2 0-6 0,10 0-3 16,-2 1 0-16,1-1-5 0,0 0 6 16,1 1-9-16,-1 1-2 0,-10 1-2 0,2-2-3 15,-4 1-2-15,-5 1-10 0,0 0 4 0,-3 0-2 16,-2 0-1-16,-2-3-4 0,1 3-5 0,-1-1-3 15,-1-2-9-15,-4 3-4 0,6-5-7 0,-5 2-20 0,-1 3-20 0,-1-7-23 16,-2 3-19-16,-3 1-21 0,-2-1-35 0,-2 0-23 16,-3-1-159-16,3 1-382 0,-3 0 169 0</inkml:trace>
  <inkml:trace contextRef="#ctx0" brushRef="#br0" timeOffset="-101279.65">30206 14829 51 0,'0'0'167'0,"0"0"-8"0,0 0-10 0,0 0-8 16,-9-3-1-16,9 3 0 0,0 0 7 0,0 0-4 16,0 0-14-16,0 0-11 0,0 0-16 0,0 0-7 15,21-4-9-15,-7 3-9 0,5-3-7 0,3 1-8 0,6-2-5 16,5 3-8-16,3-2-6 0,2 1-3 0,-2-2 8 0,2 2-4 16,-7-1-3-16,2 2 1 0,-5-4-6 0,-5 5-2 15,-10 0-7-15,1-1 2 0,-2 2-6 0,-6 0-3 16,4-1 2-16,-2 0-6 0,-3 1-7 0,-5 0-18 15,8-1-10-15,-8 1-9 0,0 0-12 16,0 0-21-16,0 0-25 16,0 0-31-16,-22 3-27 0,10-1-42 0,0-1-125 0,1 0-338 15,0-1 150-15</inkml:trace>
  <inkml:trace contextRef="#ctx0" brushRef="#br0" timeOffset="-100709.57">30799 14834 172 0,'5'-1'160'0,"0"-2"-6"0,2 2-24 0,-7 1-9 16,14 0-16-16,-7 0-13 0,0 0 1 0,-1 0-15 15,3 1-9-15,-3 1-11 0,2 2-13 0,0 1 8 16,-1-1-5-16,-1 1-7 0,-3 0 1 0,3 4-5 16,-4 0-9-16,-1 1 1 0,1-1-2 0,-2 3-3 0,-3-3-8 0,1 2 0 15,-2 1-1-15,-1-1 2 0,-1 0-7 0,-2-1 0 16,0-2 4-16,1 2-1 0,1-1-4 0,-1 0 1 15,1-5 0-15,3 1-2 0,-1 1 6 0,0-5-3 16,1 2 13-16,2 0 17 0,1-3 29 0,-4 5 28 16,2-2 29-1,2-3 14-15,0 0 3 0,0 0-17 0,0 0-12 16,0 0-11-16,15-12-13 0,-7 5-9 0,2 0-7 0,1-6-4 16,2 1-12-16,1 0-4 0,0-1-3 0,0 0-5 15,0 1-3-15,0 2-14 0,-5 2 2 0,0 0 0 16,0 1 0-16,-2-1-9 0,-1 6 6 0,-3-2-8 15,0 0-5-15,1-1-5 0,-1 3-10 16,-3 2-13-16,6-2-21 0,-6 2-6 0,0 0 1 16,0 0 2-16,-4 10 6 0,3-3-1 0,-3 3 7 0,0 1-3 0,1-2 4 15,1 4 4-15,-2-1 2 0,4 5 3 0,-3-3 1 16,5 1 0-16,-1-3 5 0,3 1-10 0,5 1-22 16,4-2-35-16,2 0-76 0,11 3-84 0,-4-10-212 15,4 1-483-15,5-4 215 0</inkml:trace>
  <inkml:trace contextRef="#ctx0" brushRef="#br0" timeOffset="-99312.35">30938 14269 171 0,'0'0'168'0,"0"0"-18"0,-2-6-17 16,2 6-17-16,0 0-9 0,0 0-12 0,0 0-8 0,0 0-11 15,0 0-8-15,0 0-2 0,0 0-9 0,23 10 2 16,-10-4-12-16,-1-1-9 0,6 2-4 0,1-1-14 15,-2 1 0-15,2 0-1 0,2-2-4 0,-6-1-3 16,2 0-7-16,-3-2 9 0,-2 1-3 16,1-2-5-16,-1-1 7 0,-1 0 3 0,-1-1 6 0,-2 0 9 0,2-1 13 15,-2 0 7-15,-2-1 11 0,2 0 16 0,-2-2 8 16,-2 1 9-16,0-1-4 0,0 1 2 0,0 0-4 16,0-1-1-16,-2 1-4 0,-2 1-5 0,6-1-5 15,-4 1 3-15,0 1-12 0,-2-3-6 0,0 5-2 16,4-3-5-16,-4-1-9 0,0 4-7 0,4-3-6 15,-4 3-1-15,3-3-10 16,-3 3-6-16,0 0-17 0,0 0-24 0,0 0-9 16,0 0 1-16,0 0 5 0,5 13 0 0,-5-1 5 15,2 2-3-15,-2 11 2 0,0 4 3 0,-5 3 1 16,1 14 1-16,-1 6 5 0,4 3 11 0,-3 4-11 16,-7 23 1-16,4-27 3 0,3 2 0 0,-1 0 2 15,0-2 0-15,1-3-2 0,4-4-1 0,-5-1 4 16,1-12 0-16,3-4 2 0,1 3-1 0,-4-6 2 0,4-1-1 15,-4-1 2-15,4-7-1 0,-1 0 2 0,-1-2 0 16,0-2 2-16,2-4 0 0,-2-4 0 0,2 2 2 16,0-4-1-16,-2 1 3 0,2 0-1 0,0-4 3 15,0 2 4-15,0-4-7 0,0 6 4 0,0-1-1 0,0-5-2 16,0 3 1-16,0-3 1 0,0 0-2 16,0 4 1-16,0-4 0 0,0 0-3 0,0 0-1 0,0 0 9 0,0 4 3 15,0-4-3-15,0 0-5 0,0 0 1 0,0 0-1 16,0 0 1-16,0 5-3 0,0-5 0 0,0 0 1 15,0 0-4-15,0 0 5 0,0 0-12 0,0 0 4 16,0 0-9-16,0 0-5 0,0 0 2 0,0 0 3 16,-6 3 0-16,6-3 2 0,-2 2 4 0,2-2-1 15,-6 3-8-15,1 1 7 16,1 0 5-16,-1-3 0 0,-7 5 4 0,3-4-2 16,-2 2 3-16,-6-1 3 0,-3-1-6 0,0-2 11 15,-2 3-13-15,-5-6 7 0,-1 3 6 16,0-4-5-16,6 2-1 0,-6-3-23 0,7-2-38 15,1-1-51-15,4 1-62 0,-2-3-188 0,1 4-389 0,7-2 173 16</inkml:trace>
  <inkml:trace contextRef="#ctx0" brushRef="#br0" timeOffset="-98889.96">31799 14797 93 0,'0'0'226'0,"0"0"-3"0,0 0-3 0,0-5-6 0,0 5-6 15,0 0-9-15,0 0-20 0,-2-5-16 0,2 5-19 31,0 0-14-31,9-4-13 0,-3 1-12 0,1 2-10 0,7 0-12 16,2-4-22-16,4 2-22 0,1 1-38 0,-3 0-33 16,5 2-45-16,0 0-37 0,5-2-41 15,-7 0-32-15,-2 2-136 0,1-4-349 0,-7 3 155 0</inkml:trace>
  <inkml:trace contextRef="#ctx0" brushRef="#br0" timeOffset="-98727.21">31806 14928 112 0,'-3'2'232'0,"3"-2"-13"0,0 0 9 0,0 0-25 15,13 3-21-15,1-3-17 0,5 0-16 0,12 0-18 16,2 0-12-16,2 3-26 0,2-2-34 0,1-1-46 16,-1 1-50-16,0-1-74 0,3-1-183 0,-7 0-317 15,-1-2 142-15</inkml:trace>
  <inkml:trace contextRef="#ctx0" brushRef="#br0" timeOffset="-98326.26">32593 14662 134 0,'0'0'209'0,"0"0"-20"0,0-4-25 16,0 4-6-16,0 0-23 0,0 0-18 0,0 0-13 0,0 0-11 15,0 0-14-15,0 0-4 0,-14 9-8 0,8-1-10 16,-5-1-6-16,4 4-5 0,-5 1-6 0,2 5-4 16,-3 0-5-16,4-2-3 0,-5 7-7 0,4-5-1 0,-1-1-3 15,0 1 2-15,6 0-3 0,0 1-4 0,3-2 3 31,4 3-1-31,-1-2 20 0,3-5 3 0,1 0 19 16,4-2 19-16,0 2 10 0,2-4 9 0,5 0 13 16,3-4 2-16,-1-1 2 0,4-5 4 0,6-2-4 0,-1-5 0 0,0 1-2 0,-6-6-2 0,2-1-12 15,-1-3-8-15,-8-3-12 16,1-1-20-16,-7-4-7 0,-3 0-21 0,-6 2-20 16,-7-3-25-16,-6 2-44 0,-4 2-49 15,-9 0-53-15,-1 4-88 0,-10 5-248 0,1 2-541 16,0 0 240-16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16:10.03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3768 2663 149 0,'0'0'157'0,"0"0"-23"16,0 0-6-16,0 0-15 0,0 0-9 0,-4 1-14 0,4-1 3 15,0 0-8-15,0 0-3 0,0 0-10 0,0 0-1 16,0 0-10-16,0 0-6 0,0 0-6 16,0 0-7-16,0 0 3 15,0 0-9-15,0 0 2 0,0 0-7 0,0 0 0 16,-3 4 3-16,3-4 3 0,0 0-6 0,0 0 0 15,0 0 4-15,0 0-4 0,0 0 5 0,0 0 1 16,23-4 0-16,-10 3-2 0,6-2-4 0,2 1-3 16,-1-3-3-16,11 0-4 0,-4 0 1 0,3 1 0 15,-8 1 1-15,-1-2 4 0,-2 4 4 0,1-2-1 16,-3 0 1-16,-2 0-1 0,-5 2 2 0,-2 1 0 0,1-1 0 16,-4-1 1-16,3 2 3 0,-8 0 2 0,6-1 1 15,-2-1-7-15,-4 2-16 0,0 0-13 0,8-1-17 16,-8 1-26-16,0 0-36 0,0 0-37 0,0 0-38 15,0 0-42-15,-22 8-147 0,13-7-368 0,0 1 163 0</inkml:trace>
  <inkml:trace contextRef="#ctx0" brushRef="#br0" timeOffset="297.32">3887 2864 157 0,'0'0'165'0,"0"5"-8"16,0-5-15-16,15 1-3 0,-1-2-18 0,4 0-7 15,10-2-16-15,-1 2-9 0,5-4-9 0,2 0-3 0,1 2-14 16,-2-1 1-16,4-1-16 0,-6 2 0 0,-2 0-6 0,-6 3-4 15,-5-2-6-15,-7 2-1 0,1-2-2 0,-4 1 2 16,-1 1-6-16,0-1-2 0,-7 1-16 16,6 0-1-16,-6 0-6 0,4 2-3 0,-4-2-3 15,0 0-29-15,-23 7-48 0,10-4-54 0,-6-1-124 16,1 0-282-16,-1-1 125 0</inkml:trace>
  <inkml:trace contextRef="#ctx0" brushRef="#br0" timeOffset="897.88">4119 2514 140 0,'-1'-4'358'0,"1"4"-37"0,-4-2-31 16,4 2-34-16,0 0-25 0,0-3-34 0,0 3-36 15,0 0-32-15,0 0-28 0,0 0-10 0,0 0 0 16,5 15-19-16,3-5-4 0,1 1-9 0,7 2 0 16,0 2-8-16,7 1-6 0,2 0-15 0,0 0-17 0,1 1-17 0,1-3-10 15,3 1-10-15,-2-3-8 0,-3-2-11 0,2 2-4 16,-5-6-8-16,-3-2 0 0,-1 0-3 0,-3 0 10 16,-5-1 7-16,2-3 16 0,-3 2 41 0,-4-2 38 15,3 1 41-15,-8-1 36 0,6 0 18 16,-6 0 10-16,8-1 1 0,-8 1 8 0,0 0 3 15,6-2-1-15,-6 2-16 16,3-3-9-16,-3 3-23 0,0 0-17 0,0 0-17 16,0 0-18-16,0 0-29 0,0 0-42 0,0 0-19 15,-4 9-7-15,-5 4 3 0,-4 2 4 0,-6 13 2 0,-15 9 1 16,-1 10 4-16,-1 3 2 0,-17 24 10 0,14-24-9 16,-11 18-4-16,18-22 6 0,1 1 1 0,1-2 9 15,2 0-8-15,-1-6-2 0,7-10 4 0,5-5 1 16,3 0 1-16,5-8 3 0,0-3 1 0,4-4 5 15,-2-1 9-15,5-3 24 0,0 1 25 0,-1-3 27 16,3-3 36-16,-2 6 22 0,0-4 14 0,2-2 20 16,-4 2 5-1,4-2 1-15,0 0-3 0,0 0-9 0,0 0-14 0,0 0-9 16,0 0-19-16,0 0-14 0,0 0-11 0,0 0-14 16,0 0-13-16,0 0-10 0,0 0-4 0,0 0-8 15,0 0-11-15,0 0-8 0,0 0-17 0,-2 5-14 16,2-5-25-16,0 0-21 0,0 0-27 0,0 0-27 15,0 0-29-15,0 0-31 0,0 0-85 0,0 0-83 16,9-12-80-16,0 7-105 0,-2-4-332 16,6-3-903-16,-4 0 400 0</inkml:trace>
  <inkml:trace contextRef="#ctx0" brushRef="#br0" timeOffset="3338.52">6005 2331 59 0,'0'0'310'16,"0"0"-5"-16,0 0-12 0,2-2-12 0,-2 2-18 16,0 0-14-16,0 0-17 15,0 0-14-15,0 0-24 0,2-4-14 0,-2 4-12 16,0 0-15-16,0 0-14 0,0 0-21 0,0 0-3 16,0 0-28-16,0 0-16 0,0 0-24 0,0 0-18 15,0 0-29-15,0 0-17 0,0 0-6 0,-5 11 1 16,1-4 1-16,-3 1 2 0,4 0 3 15,-2 3 2-15,0 5 2 0,-3-1 2 0,2 4 2 0,-2-4 1 16,2 2-6-16,-1 0 6 0,5 1 8 0,-2-4 0 0,1 2-2 16,0-3-2-16,1-4 3 0,2 3 0 0,2-3 0 15,-1 1 6-15,1-6-3 0,1 5 10 0,-2-4 12 16,4-3 6-16,0 0 9 0,2 1 7 0,2-5 10 16,2-1 10-16,-1 0 12 0,7-8-10 0,-2 3-1 15,11-9-1-15,-4-2 2 0,-2 1-6 0,-2 0-5 16,1-7 3-16,-2 5-6 0,-2-5-1 0,-2 3-12 0,1-5 17 15,-4 3-6-15,-1 2 1 0,-5-4 5 0,-3 9 11 16,-1-7 2-16,-1 2-12 0,-3 5-1 0,-5 1-10 0,1-1-9 16,-7 2-3-16,1 1-5 0,-10 1-9 0,-3 1-6 15,-6 5-17-15,-3 2-9 0,0 5-22 0,-5-2-48 16,4 6-33-16,0 5-40 0,0 2-51 16,-9 11-70-16,16-1-96 15,0 1-256-15,6-3-678 0,11-4 300 0</inkml:trace>
  <inkml:trace contextRef="#ctx0" brushRef="#br0" timeOffset="4186.06">6752 2170 149 0,'-12'-1'144'16,"-1"2"-5"-16,-6 4-11 0,-3 0-25 0,-7 4-10 16,2 3-5-16,1 1-8 0,2 0-8 0,-1 2-6 15,2 0-10-15,6-1 1 0,3 2-13 0,1-2-3 16,-1 2-3-16,8 1-3 0,-1-3-6 0,2 2 7 0,5 0-2 0,4-4-6 15,1 0 7-15,3-2-4 0,10-1-6 0,1 1 4 16,2-5-5-16,10-2-2 0,1-1-7 0,-1-2 4 16,2-5-4-16,3 2-4 0,-4-6-2 0,1 3 3 15,-2-10-8-15,-1 6-4 0,-3-4-5 0,-4 2-9 16,-6-1-12-16,-3 0-16 0,-1-2-27 16,-8 1-16-16,-5 1-2 15,-4-2 5-15,-4 1 3 0,-3 2 5 0,-6-1 1 16,-6-2 8-16,6 3 7 0,-3 6 2 0,-5-5 13 15,3 7 0-15,3-2 7 0,2-1 14 0,-2 3 12 16,9 2 15-16,-3-2 15 0,5 1 13 0,2 2 8 16,1-1 2-16,5 2 22 0,-13-5 10 0,9 4 10 15,4 1 6-15,-9-1 17 0,9 1 8 0,-1-3 8 16,1 3 8-16,-4-4 18 0,4 4 10 0,0-4 13 0,0 4 11 0,-2-4 14 16,2 4 5-16,0 0 13 0,0-9-17 15,2 8 22-15,-2 1-1 0,0 0-6 0,0-7-12 0,0 7-22 16,0-4-17-16,0 4-18 0,0-5-18 0,0 5-18 15,0 0-28-15,0 0-26 0,0 0-49 0,0 0-61 16,0 0-7-16,-5 17 12 0,1-4 4 0,-3 13 4 16,-2 10 6-1,0 12 7-15,-8 3 2 0,3-3 0 0,-1 1 5 16,2-1 1-16,5-3 0 0,2-12 17 0,1-3-5 0,1 0-6 16,3-3 15-16,-3-6-4 0,5-1 1 15,-1-3-2-15,-1-5 10 0,-3-2-4 0,4-1 2 16,0-2 4-16,-1-2 7 0,2 2-6 0,-1-2 28 15,0-5 20-15,0 3 10 0,0 0 14 0,0-3-4 16,0 0 6-16,0 6-4 0,0-6-6 0,0 0-5 0,0 0-9 0,0 0-33 16,0 0-32-16,0 0-35 0,0 0-51 15,0 0-76-15,0-17-84 0,0 10-95 0,0 0-357 0,4-3-764 16,-3 0 338-16</inkml:trace>
  <inkml:trace contextRef="#ctx0" brushRef="#br0" timeOffset="4539.46">7260 2092 69 0,'0'0'221'0,"-9"12"-19"0,1 0-9 0,-9 7-23 15,0 5-13-15,-2 6-8 0,-13 11-7 0,-3 8-1 16,3 2-15-16,-3 0-7 0,-11 19-4 16,14-20 6-16,-3-4-1 0,8-2-7 0,3-1 12 15,6-14-12-15,4-3-6 0,1-2-3 0,3-7-9 16,3-2-16-16,1-3 11 0,1-2-3 0,3-5-5 0,-3 3 1 0,3-2 15 16,-1-3 6-16,1 2-8 0,2-5 41 0,-4 4 9 15,3-1 10-15,1-3 10 0,-1 3-11 0,1-3-8 16,0 0-15-16,0 0-9 0,0 0-11 0,0 0-12 15,0 0-36-15,0 0-33 0,0 0-20 0,0 0-38 16,5-12-66-16,-2 8-54 0,-1 0-65 0,2-3-61 16,3 1-72-1,-1 2-289-15,0-6-688 0,1 3 305 0</inkml:trace>
  <inkml:trace contextRef="#ctx0" brushRef="#br0" timeOffset="4987.66">7527 2409 175 0,'0'0'241'0,"0"0"-22"16,0 0-27-16,0 0-17 15,0 0-20-15,0 0-20 0,-9 11-8 0,-1-5-17 16,-3 6-7-16,-1 2-15 0,-2 5-8 16,-2 1-12-16,1 2-1 0,4-5-11 0,-2 6 2 15,0-2-9-15,3-4 7 0,6-1-3 0,-6 3 2 16,6-3-1-16,-2 0 4 0,4-5 1 0,0 1 5 16,3-1-1-16,0-2 2 0,-4 0 4 0,6-3-1 15,-1-1 10-15,0 1 7 0,4-2 14 0,-2 0 11 0,2-1 8 0,8-3 4 16,-12 0 7-16,18-3 3 0,-8-4-2 0,-1 0-4 15,5-1-1-15,0-4-8 0,-1-3-11 0,-2-1-14 16,3-6-15-16,-2-5-25 0,-4-3-19 0,2-1-23 16,-3-2-14-16,-3 4-7 0,-2-2-6 0,-2 2-2 15,-6 2-1-15,1 8 5 0,-5 2-4 0,-7-5-9 16,3 8-1-16,-2 4-2 0,-5 0-4 0,1 4-4 0,-8 0-16 16,-3 6-17-16,5 0-31 0,0 6-30 0,4-2-45 0,-2 6-43 15,4-1-63-15,3 1-248 0,4 2-576 0,3-3 255 16</inkml:trace>
  <inkml:trace contextRef="#ctx0" brushRef="#br0" timeOffset="5525.46">7798 2314 199 0,'0'-4'365'16,"0"4"-14"-16,0 0-42 0,0-3-37 0,0 3-28 15,0 0-30-15,0 0-21 0,0 0-26 0,0 0-15 16,0 0-17-16,-4 13-16 0,4-7-12 0,0 3-8 16,-1 4-10-16,-3-1-13 0,-1 5-3 0,5 0-8 15,0 0-6-15,0 3-7 0,0-4-2 0,0 1-6 16,4 0 2-1,-3-4-12-15,0 3 2 0,3-6-2 0,-1 1-3 0,-2-3 0 16,2-1-6-16,-2-1 10 0,4-2 9 0,-2 0 18 16,1 0 9-16,2-4 28 0,0 0 4 0,3-3 18 15,-1-2 3-15,2 0 4 0,5-4 3 0,-5 1-5 16,3-4-7-16,0-1-6 0,0-2 2 16,-2 2-8-16,3-4-3 0,-2 3-1 0,-2-3-3 15,3 0-13-15,-4 2 6 0,0-1-11 0,0 7-3 0,-4-2-1 0,-1 6-4 16,0-3-8-16,-3 4-5 0,3-1-16 0,-3 3 1 15,3-3-12-15,-4 5-16 0,4-5-18 0,-4 5-21 16,1-2-21-16,-1 2-33 0,0 0-25 0,0 0 9 16,0 0 6-16,0 15 12 0,-5-6 3 0,1 7 11 15,0 1 6-15,-1 1 4 0,1-1 7 0,-2 11 3 16,2-8 7-16,-1 4 8 0,1-7 0 0,0 0 0 0,3 0 4 16,1-6 3-16,0 3 3 0,0-7 0 0,0 4 2 15,0-6 12-15,1 2 16 0,3-1 13 0,-4-3 14 0,5 3 22 16,4-3 11-16,0 0 6 0,10-2-8 15,-1-1-5-15,14-4-8 0,0 0-9 0,1-2-44 16,8-1-60-16,-5-5-84 0,10-6-127 0,5 0-175 16,-18 0-387-16,-2-1-892 15,-2-2 394-15</inkml:trace>
  <inkml:trace contextRef="#ctx0" brushRef="#br0" timeOffset="6657.14">5586 3171 73 0,'0'0'182'0,"-5"2"-3"16,5-2-11-16,-3 2-11 0,3-2-13 0,0 0-15 15,0 0-14-15,-3 2-12 0,3-2-8 0,0 0-11 16,0 0-10-16,0 0-8 0,0 0-3 16,0 0-5-16,0 0-17 0,0 0 4 0,0 0-4 15,0 0-1-15,-3 3-8 0,3-3 1 0,0 0-3 0,0 0 5 0,0 0-4 16,0 0 1-16,0 0-3 0,0 0-3 0,0 0-3 15,0 0-1-15,0 0-1 0,0 0-3 0,0 0 1 16,0 0-3-16,0 0-1 0,0 0-4 0,0 0-1 16,0 0 1-16,0 0-1 0,0 0-2 0,0 0 2 15,0 0-1-15,9 2 0 0,-9-2-4 0,0 0 2 16,9 1-2-16,-4 0 4 0,4 0 1 0,0-1 6 0,4 0-3 16,5-3-1-1,5 4 0-15,3-6 0 0,8 4-1 0,4-5 2 16,23 0 0-16,6 0-4 0,38-6 4 0,5 2 35 0,1 0 2 15,10 0-1-15,3 1 2 0,5-3 5 0,8 3-7 16,7-3-2-16,-1 0-5 0,-1-1-4 0,-4 3-5 16,-8 4 0-16,-6-7-6 0,-1 2 1 0,-9 3-4 15,-14-2-4-15,-8-1-4 0,-32 5-1 0,0 3 1 16,-3-2-1-16,-2 2 3 0,-5-1-2 0,-15 3 3 16,-3 0-2-16,-2-2 0 0,-12 2-1 0,-6 1-4 15,0 0 7-15,-2 1 17 0,-2-2 17 0,1 1 11 16,-5-1 12-16,-4 1 6 0,0 0-3 0,10-2-7 15,-10 2 1-15,9-1-12 0,-9 1-9 0,0 0-1 16,8 0-9-16,-8 0-25 0,0 0-28 0,0 0-38 0,5-1-44 16,-5 1-47-16,0 0-62 0,0 0-92 0,0 0-246 15,0 0-584-15,0 0 258 0</inkml:trace>
  <inkml:trace contextRef="#ctx0" brushRef="#br0" timeOffset="9293.19">6386 3663 157 0,'0'0'256'0,"0"0"-11"0,0 0-22 16,-1-4-7-16,1 4-12 0,0 0-12 0,0 0-14 16,0 0-15-16,-1-6-25 0,1 6-10 0,0 0-14 15,0 0-20-15,0 0-18 0,0 0-7 0,0 0-10 0,-11 13 6 0,2-2-19 16,-2-1-3-16,-2 4-10 0,-6 10 1 0,1-2-5 16,3 2-2-16,-2-2-6 0,3 2 2 0,2 0-3 15,2-5-4-15,4-1 1 0,-2-1 2 0,3 1 2 16,1-3-2-16,-1 1-4 0,4-4 0 0,-2-1 0 15,2 0 2-15,2-2-2 0,2-1 6 0,-3-4-1 16,5 2 8-16,0 1 0 0,0-6 1 0,6-1 0 0,1 0 0 0,2-3-3 16,4-4 6-16,-2 0 6 0,-1-2 6 0,-2-1 10 15,2-3 7-15,-3 1-2 0,-1-5-2 0,-1 0 3 16,-1 0 1-16,0-6 1 0,-4-5-3 16,-2 3-10-16,-3 6-2 0,-3 1 1 0,-2-7-9 15,-4 7-7-15,-1-6-5 0,-3 7-2 0,0 1 2 16,-2 5-2-16,-8-4-8 15,-1 2-5-15,-7 3 2 0,-1 4-8 0,0 3-1 16,-2 1-4-16,-2 5 0 0,0 0-34 0,3 2-33 16,1 1-28-16,1 4-22 0,5-1-39 0,3 6-37 15,8-1-54-15,3 1-36 0,0-1-220 0,10 2-543 16,3-8 239-16</inkml:trace>
  <inkml:trace contextRef="#ctx0" brushRef="#br0" timeOffset="9777.93">7302 3551 138 0,'-21'3'163'0,"8"1"-22"15,0 1-9-15,-6-1-14 0,-6 9-14 0,-1-1-1 16,-1 1-11-16,-4 3-10 0,3-2-7 0,0 0-3 15,1 3-8-15,2 1-1 0,2 2 0 0,2-2-6 16,6-3-4-16,5-2 2 16,1 0 12-16,0 1 0 0,4-3 10 0,2 0-9 15,3 0 1-15,0-4 7 0,4-1 5 16,5 1 2-16,4-3-4 0,6-1-6 0,8-2-7 0,2-2-7 0,3-2-3 16,4-4-5-16,-2 0 3 0,-2-3 0 0,3-4 2 15,-3 3-5-15,0-3 2 0,-6-1 1 0,1 1-7 0,-3 2-1 16,-8-2-4-16,-1 2-3 0,-2 0-22 15,-5-2-23-15,-2 2-24 0,-4-2-30 0,-2 4-24 16,-2-1-24-16,-7 1-37 0,-1-1-31 0,-7 3-29 0,3 1-170 16,-5 1-406-16,-2 0 181 0</inkml:trace>
  <inkml:trace contextRef="#ctx0" brushRef="#br0" timeOffset="10163.31">7140 3520 366 0,'-1'-6'354'16,"-3"2"-16"0,0 0-16-16,4 1-21 0,0 3-23 0,-4-5-27 15,4 5-32-15,-1-4-18 0,1 4-25 0,-4-2-28 16,4 2-47-16,0 0-28 0,0 0-4 0,-3 11-11 15,1 2-8-15,-3 5-5 0,1 11-1 0,-7 5-9 0,-3 13 1 16,1 8 1-16,-2-2-3 0,3-3-7 16,-2-2 5-16,1 3-6 0,4-17-5 0,1 1-4 15,2-4 3-15,2 1-4 0,-1-3-1 0,3-10 0 0,-1-1-5 0,3-3 1 16,-1-2 1-16,1-3 1 0,0-1-3 0,-2-4 10 16,2 1-3-16,0 0 11 0,0-6 14 0,0 4 9 15,0-4 10-15,-1 7 0 0,1-7 5 0,-1 4-5 16,1-4 0-1,0 0 0-15,0 0-20 0,0 0-6 0,0 0-8 16,0 0-45-16,0 0-53 0,0 0-36 0,0 0-35 16,0 0-50-16,4-16-67 0,-3 7-65 0,2-2-226 15,0 1-597-15,3-5 264 0</inkml:trace>
  <inkml:trace contextRef="#ctx0" brushRef="#br0" timeOffset="10511.37">7790 3485 142 0,'0'0'207'0,"0"0"-23"15,-16 22-19-15,0-8-15 0,-4 10-12 0,-4 2-9 0,-8 9-8 0,0 11-7 16,-4 3-4-16,-10 24-5 0,10-23-1 15,3 1-7-15,0-5 1 0,0 0 3 0,7 0-6 16,7-14 0-16,5-2 0 0,-4-3-11 0,5-4-1 31,5-5-10-31,-2 1-2 0,1-6-6 0,4-1-6 0,0-2-5 16,1 0-3-16,-1-5-5 0,3 1 1 0,-1-1 3 16,1-2 0-16,2-3-2 0,-2 5 5 0,2-5-1 0,-2 4-11 15,2-4-1-15,-2 6 2 0,2-6-8 0,0 0 1 16,0 0-17-16,0 0-14 0,0 0-21 0,0 0-32 15,0 0-59-15,0 0-78 0,0 0-90 0,0 0-177 16,0 0-490-16,4-23 217 0</inkml:trace>
  <inkml:trace contextRef="#ctx0" brushRef="#br0" timeOffset="10950.16">7914 3904 117 0,'0'0'225'16,"0"0"-24"-16,0 0-22 0,-16 5-17 0,9-1-19 15,-2 1-14-15,-2 2-13 0,-2 6-6 16,-2-2-16-16,2 2-5 0,-3 2-12 0,4 0-6 15,-6 6 1-15,4-1-2 0,1-2-2 0,3-1-1 0,1-2-1 0,0 1 1 0,0-1-3 16,4 0-2-16,-1-4 3 0,2-1 0 0,4 3-5 16,-3-8 3-16,4 5-3 0,-2-5-1 0,1 1 5 15,3 1 2-15,1-3 7 0,0 0 14 0,2-1 2 16,3-1 3-16,2-4 0 0,1-1-1 16,-1 0 2-16,2-1 2 0,0-1 9 0,0-4-5 0,0-3-4 15,0 0-3 1,-1-2-1-16,-1-1-7 0,-2-1-4 0,-1-2-7 15,-3 0-11-15,1-1-11 0,-4-2-7 0,-2 4-12 16,-2-3-14-16,-4 1 0 0,1 1 0 0,-4 4-10 16,-1-1-9-16,-4 3-13 0,-4 2-13 0,3 1-8 15,-7 5-4-15,4 0-29 0,-4 1-15 0,3 3-25 16,1 0-34-16,0 3-34 0,2 0-35 0,3-1-68 16,1 3-263-16,6-2-587 0,1-2 260 0</inkml:trace>
  <inkml:trace contextRef="#ctx0" brushRef="#br0" timeOffset="11466.99">8234 3807 373 0,'0'0'372'0,"1"-7"-29"0,-1 7-18 0,0 0-13 16,0-4-24-16,0 4-21 16,0 0-38-16,0 0-21 0,0 0-18 0,0 0-30 15,3-5-23-15,-3 5-21 0,0 0-41 0,0 0-13 0,0 0-7 16,0 0-8-16,5 21-3 0,-9-11-3 0,4 2-8 16,0 3 0-16,-1 3-5 0,-2-1 1 0,3 4 2 15,-1-3-10-15,0 1 0 0,-2 1-4 0,2-2-2 16,1-2 4-16,0 4 6 0,-3-4-15 0,6-3 0 15,-3-2 2-15,1 0 1 0,2-3-1 0,-2 0-2 0,-1-3 5 16,0-1 10-16,1-1 6 0,-1 2 17 0,3 0 17 16,-2-4 21-16,-1-1 12 0,10 0 11 15,-10 0 4-15,12-4 2 0,-2-3 9 0,-1 0 0 16,2-3-10-16,2-1-12 0,0-4-9 0,0 1-13 16,-1-3-8-16,6-5-17 0,0-3-9 0,0 0-12 0,-4 0-8 15,-2 0-7 1,-2-4-14-16,-4 4-1 0,-2 7 13 0,0 5 4 15,-3-2-1-15,-1 4 0 0,0 0-2 0,-1 2-6 16,0 3-8-16,-2 0-6 0,-2 2-8 0,1 1-6 16,-1 0-8-16,5 3 2 0,0 0-1 0,-23 9-17 15,17-4-35-15,-2 3-20 0,2 2 0 0,3 1-6 16,-1 0 9-16,8 0 6 0,0 0 10 0,6 1 6 16,8 0-10-16,1-3-47 0,12-1-69 0,1-5-101 0,2-6-399 0,2 0-753 15,1-6 334-15</inkml:trace>
  <inkml:trace contextRef="#ctx0" brushRef="#br0" timeOffset="12568.93">9399 2888 90 0,'0'0'172'0,"-9"0"-12"15,9 0-8-15,0 0-9 0,0 0-5 0,0 0-13 16,0 0-7-16,0 0-6 0,0 0-4 0,0 0-7 16,0 0-2-16,0 0-4 0,0 0 0 0,0 0-10 0,0 0-3 15,0 0 1-15,0 0-6 0,0 0-8 0,0 0 0 16,19-4-4-16,-7 2-9 0,7 0 2 0,1-1 17 0,9-1-5 15,1 1-7-15,2 1-6 0,0-1-6 16,0 0-8-16,-1 0-3 0,1 3-2 0,-2-3-3 16,-3 1-4-16,-6 1-16 0,-2 1-13 0,0 0-14 15,-7 0-21-15,-3 0-39 16,-1 0-45-16,0 0-32 0,-4 1-29 0,-1 1-45 16,-3-2-125-16,0 0-377 0,0 0 166 0</inkml:trace>
  <inkml:trace contextRef="#ctx0" brushRef="#br0" timeOffset="12869.51">9504 3135 261 0,'-3'3'293'15,"2"-2"-9"-15,1-1-7 0,-5 3-23 0,5-3-2 0,-3 2-24 0,3-2-22 16,0 0-17-16,0 0-22 0,22-5-13 0,-4 3-19 16,4-4-17-16,6 2-12 0,1 0-10 0,2-1-8 15,2 1-6-15,-1 0-10 0,1 0-9 0,-2 1-1 16,-9 0-12-16,-2-1-10 0,-2 4-1 16,-5-2-5-16,0 2-3 0,-3-2 2 0,-4 2-12 15,1-1-7-15,-1-1-15 16,-6 2-23-16,9-1-30 0,-6 0-22 0,-3 1-29 15,0 0-37-15,0 0-44 0,0 0-72 0,0 0-210 16,0 0-506-16,-19-8 225 0</inkml:trace>
  <inkml:trace contextRef="#ctx0" brushRef="#br0" timeOffset="13339.01">10590 2989 74 0,'0'0'235'16,"0"0"-8"-16,0 0-15 0,0 0-8 0,0 0-8 15,0 0-10-15,0 0-13 0,0 0-11 0,0 0-15 16,0 0-12-16,0 0-12 0,0 0-7 0,0 0-6 15,0 0-9-15,0 0-5 0,0 0-7 0,0 0-6 0,0 0-4 16,0 0-7-16,0 0-5 0,0 0-2 0,0 0-2 16,0 0-9-16,0 0 7 0,0 0-13 0,0 0 2 0,0 0-9 15,0 0 1-15,0 0-4 0,0 0-6 16,0 0 5-16,0 0-8 0,0 0-3 0,0 0-6 16,0 0 5-16,0 0-6 0,0 0-6 0,0 0 1 15,0 0-3-15,0 0 1 0,0 0 4 0,0 0 4 16,0 0-2-16,0 0 3 0,17-8-4 0,-3 7-2 0,6-4 0 15,6 1-1-15,3-2-1 0,2 4 0 0,1-2-3 0,2-1-5 16,1 1 22-16,-2 0-6 0,-5-1 7 0,4 2-2 16,-3 2 6-16,-2-4-5 0,-7 2-6 0,-3 1-5 15,-5 1 5-15,-2 1-2 0,-2-1-1 0,-2-2 0 32,1 2-18-32,-2 0 6 0,-5 1-26 0,7-1-36 0,-7 1-42 0,0 0-22 0,0 0-34 15,0 0-77-15,0 0-331 0,-15 10-607 16,15-10 269-16</inkml:trace>
  <inkml:trace contextRef="#ctx0" brushRef="#br0" timeOffset="14943.57">12925 1628 32 0,'0'0'246'0,"0"0"-12"0,0 0-18 16,-2-5-20-16,2 5-17 0,0 0-15 0,0 0-15 16,0 0-22-16,0 0-12 0,0 0-18 0,0 0-13 0,0 0-14 0,0 0-8 15,0 0-11-15,0 0-6 0,-11 12-4 0,6-3-4 16,-3-3-12-16,-2 8 3 0,-3 1-5 16,2 1-1-16,-1 1-3 0,-1 5-4 0,1-1-2 15,1-4 0-15,1 0 2 0,1 2-6 0,2-3 3 0,-1 1-2 16,0 0 1-16,3-1-4 0,1-5 4 0,-1 2-3 15,4-4 9 1,-2 1-2-16,3-4 2 0,-1 1 6 0,1-3-3 16,-4-1 2-16,4 1 13 0,-1 0 13 0,1 0 21 15,0-4 18-15,0 0 20 0,0 4 11 0,0-4 9 16,0 0 11-16,0 0-18 0,15-9 1 0,-7 1 6 16,-3-1-10-16,0 0 6 0,3-2-16 0,1-3-12 15,-3 0-2-15,2-5-17 0,-3 2-2 0,-1-3-6 16,0-6-2-16,-3 2-2 0,0-1-3 0,-5-4-5 0,-3 3 6 0,-1-1-20 15,-5 0-5-15,-1 1 4 0,-4 1-11 0,-1 1-13 16,-4 3-9-16,-1 4 4 0,-4-1-4 0,1 1-1 16,-4 3-10-16,3 4-6 0,0 3-21 15,5 4-27-15,0-1-34 0,4 4-27 0,-3 7-28 16,0-4-27-16,2 4-45 0,5 3-30 0,-3 4-50 16,5 1-281-16,4 0-627 15,4-4 279-15</inkml:trace>
  <inkml:trace contextRef="#ctx0" brushRef="#br0" timeOffset="15523.12">13318 1579 280 0,'0'0'325'0,"0"-6"-15"16,0 6-20-16,0 0-20 0,0 0-19 0,2-4-32 15,-2 4-22-15,0 0-20 0,0 0-25 0,0 0-25 0,0 0-17 16,0 0-27-16,0 0-21 0,0 0-9 15,0 0-5-15,1 12-7 16,-1-5-8-16,-3 3 3 0,1 4-8 0,0-3-7 16,0 7-1-16,-2 0-2 0,0 1-5 0,2 5 4 15,-1-4-3-15,1-1-1 0,-2 0 0 0,4-1-2 16,-3 0 8-16,3 0-10 0,1-6-2 0,1 0-2 16,-1 0 4-16,2-3-1 0,-2-4 5 0,0 3 4 15,0-3 4-15,2-1 12 0,0 0 14 0,-1 0 12 16,3-3 15-16,0 0 8 0,2-1 13 0,-1-2 12 0,3-2-3 0,1 0 13 15,-1-3-14-15,0-3-8 0,5 1-11 0,-1-5-9 16,1-1-6-16,-4 0-5 0,9-7-9 16,-3 0-2-16,-1 1-18 0,-6 4-2 0,1-7-3 15,-3 9-1 1,-4 1-14-16,-4 2 7 0,5 2 1 0,-1 1-18 16,-3 1 4-16,-3 1-2 0,3 4-11 0,-3-5-16 15,0 6 3-15,-4-2-17 0,1 4-14 0,1-1-8 0,5 1-12 16,-12 1-16-16,6 1-11 0,2 2-8 0,0 1-6 15,-1 1 2-15,4 0 6 0,1 4 13 0,1-3 8 16,12 4 3-16,-4-2-16 0,6 2-31 0,6-3-65 16,8-3-80-16,0 0-248 0,3-2-559 0,3-3 248 15</inkml:trace>
  <inkml:trace contextRef="#ctx0" brushRef="#br0" timeOffset="16308.66">12519 2235 109 0,'-7'2'197'15,"7"-2"-16"-15,0 0-4 0,0 0-8 0,0 0 5 16,0 0-6-16,0 0-6 0,-8 2-13 0,8-2-13 0,0 0-10 0,0 0-11 15,0 0-10-15,0 0-12 0,0 0-4 0,0 0-11 16,0 0-9-16,0 0-4 0,0 0-13 0,0 0-2 16,0 0-5-16,0 0 1 0,0 0-12 0,0 0-1 15,0 0-5 1,0 0-2-16,0 0-2 0,0 0-4 0,0 0-1 16,0 0-4-16,0 0 1 0,0 0-5 0,0 0 0 15,0 0-2-15,0 0-2 0,0 0 4 0,0 0-3 0,0 0 1 0,0 0-3 16,-4 3-2-16,4-3 2 0,0 0-1 0,0 0-2 15,0 0 2-15,0 0 2 0,0 0 5 0,0 0 0 16,0 0 4-16,0 0-2 0,0 0 5 0,0 0-4 16,0 0 4-16,0 0-1 0,0 0 0 0,0 0 0 15,0 0 4-15,0 0-5 0,0 0-3 0,0 0 4 16,0 0-5-16,0 0-1 0,0 0-3 0,0 0 3 16,0 0 1-16,0 0-3 0,0 0 5 0,0 0 4 15,0 0 3-15,0 0 4 0,0 0 4 0,0 0-3 16,0 0 3-16,0 0-1 0,0 0-1 0,0 0-6 15,0 0-1-15,0 0-2 0,0 0 0 16,0 0 1-16,0 0 1 0,0 0-2 0,0 0-1 16,0 0 9-16,0 0-8 15,0 0-1-15,17-11-6 0,-2 10-2 0,15-7 0 16,3-1 0-16,22-1-1 0,1-1 0 0,8 0-8 16,33-3-1-16,-5 0 6 0,7-1 7 0,-3 8 4 15,-2-4 1-15,-3 0-2 0,-24 8 5 0,24-5-3 16,-30 2-2-16,2 3 0 0,-8-2-2 0,-4 2-1 15,-15-1 2-15,-3 1-1 0,-5-1-4 0,-6 4 3 0,-8 0-5 16,-1-1 1-16,-3 1 5 0,-2-1 10 0,-2 0 1 16,1 1-5-16,-7 0-8 0,9-2-24 0,-9 2-15 0,6-1-30 15,-6 1-41-15,0 0-53 0,0 0-65 0,-22 4-82 16,3-2-228-16,6 0-571 0,-6-2 253 0</inkml:trace>
  <inkml:trace contextRef="#ctx0" brushRef="#br0" timeOffset="16863.36">13143 2494 50 0,'0'0'176'0,"-21"4"-22"0,10 0-3 0,0 0-15 16,-6 4-12-16,-1 0-14 0,-1 1-6 0,-4 7-11 15,-1 1-7-15,-3 2-9 0,5-1-9 0,-2 0-3 16,4 2-9-16,4-5-3 0,-2 4-7 0,5-5 0 16,1 1 11-16,4-1 6 15,-1 1-1-15,7-5 5 0,-3 2-1 0,2-5 3 16,3 5-1-16,0-4 2 0,8 0 2 0,-2-4 0 16,6 2 4-16,5-1-6 0,0 0-8 0,5-5-1 15,-2 0-7-15,8-4-6 0,-6 0-4 0,2-2 0 16,-2-1 9-16,-5 0 5 0,1-4 1 0,-4 0-1 0,0-2-1 0,-3 3-5 15,-2-7-9-15,-3-2 2 0,-3 1-20 16,-4 0-7-16,-4-7-5 0,-7 1-1 0,2-2-6 16,-7 2 2-16,-2 1-3 0,-4 1 6 0,0 4-11 15,-1 1 0-15,-2 4 0 0,-6 4-3 0,-1 2-1 16,3 2-1-16,-2 1 2 0,1 0 2 0,5 4-1 16,5 1 2-16,1 3-6 0,8-1-29 0,-6 0-32 15,6 1-37-15,2 2-19 0,2 0-23 0,7 0-33 16,2 0-48-16,1 1-163 0,6-1-422 0,4-2 187 0</inkml:trace>
  <inkml:trace contextRef="#ctx0" brushRef="#br0" timeOffset="17297.91">13320 2421 3 0,'6'0'230'0,"0"0"-24"16,-6 0-18-16,20 0-15 0,-9 3-13 0,-1 4-7 16,0-3-21-16,2 1-8 0,-1 5-12 0,2 0-8 15,-1 1-7-15,-1 2-12 0,-2 1-5 0,-2 1-7 16,-1 2-6-16,-5 0-5 0,3 0-3 0,-4 0-7 0,-1 1-2 16,-2-1-11-16,-3-2-2 0,2-2 0 0,-2 2-2 15,-1-1-1-15,1-3-2 0,-3-1 1 0,5-2-1 16,-1 0-1-1,1-3 2-15,3 0 3 0,-3-4 13 0,0 3 33 0,2 1 43 0,2-5 23 0,-4 5 29 0,4-5 37 16,0 0 8-16,0 0-28 0,0 0-23 16,10-19-16-1,-1 9-20-15,1-2-14 0,4-5-5 0,6-2-15 0,0-2-15 16,2 1-4-16,-6 2-10 0,0 4-7 0,-5 0-8 16,-1 7 1-16,-1-1 0 0,-5 3-8 0,3 0-8 15,-4 0-1-15,2 1-6 0,-3 1-10 0,0 1-14 16,-2 2-20-16,5-2-32 0,-5 2-11 15,0 0 11-15,-5 12 2 0,1-1 2 0,-2 1 8 16,0 4-1-16,-1 1 16 0,3 1-6 0,0 0-9 0,2 1-4 0,4 0-4 16,2 1-2-16,9-5-9 0,6 3-22 0,9-3-51 15,8 0-82-15,22-8-121 0,2-5-354 0,6-4-734 0,1-5 325 16</inkml:trace>
  <inkml:trace contextRef="#ctx0" brushRef="#br0" timeOffset="19785">14730 2034 24 0,'0'0'165'0,"0"0"0"16,0 0-5-16,-5 1-7 0,5-1-12 0,0 0-7 15,0 0-14-15,-5 1-5 0,5-1-15 0,0 0 2 16,0 0-18-16,0 0-7 16,0 0-10-16,0 0-2 0,0 0-9 0,0 0-6 15,0 0 4-15,0 0-12 0,0 0-2 0,-2 3-8 16,2-3-3-16,0 0 0 0,0 0-5 0,0 0-3 15,0 0-1-15,0 0-3 0,0 0 4 16,0 0 0-16,0 0-2 0,0 0 2 0,0 0 1 16,0 0-3-16,0 0 0 0,0 0-2 0,0 0 0 15,0 0-4-15,0 0 1 0,0 0-4 0,0 0 3 0,0 0 15 0,0 0 4 16,0 0 6-16,0 0-2 0,0 0 3 0,0 0-4 16,19-5-4-16,0 2-1 0,3-2 1 0,7 1-8 15,2-1-6-15,-1 2 0 0,2-1-4 0,0 1-2 16,0-1-4-16,0 2-4 0,0-1-4 0,0 1-10 15,-3-2-21-15,-7 3-15 0,-3 0-25 0,-1 1-18 16,-5-2-36-16,-4 2-42 0,-4-1-43 0,-5 1-114 0,0 0-350 16,0 0 155-16</inkml:trace>
  <inkml:trace contextRef="#ctx0" brushRef="#br0" timeOffset="19984.99">14854 1919 144 0,'-1'-6'312'0,"0"0"-1"0,0 0 4 16,-1 1 2-16,4 0-22 0,-2 5-16 0,0-6-39 15,-3 2-23-15,3 4-20 0,0 0-34 0,-1-2-34 16,1 2-41-16,0 0-9 0,0 0-15 16,-3 22-5-16,0-8-5 0,0 10-6 0,0 7 0 15,0-5-5-15,1 4 0 0,2-1-50 0,0 1-31 0,1 0-37 0,0 3-41 16,2 0-81-16,-3-4-305 0,3-4-545 0,-2-9 241 15</inkml:trace>
  <inkml:trace contextRef="#ctx0" brushRef="#br0" timeOffset="20617.43">15794 1641 36 0,'2'-11'287'0,"-2"3"-8"0,0-1-4 15,1-2-12-15,3 5-14 0,-4 0-14 0,0 0-23 0,0 3-19 16,0-2-26-16,1 1-18 0,-1 4-27 0,0 0-30 15,0 0-13-15,0 0-10 0,-1 14-8 0,1 5-6 16,-5 6-8-16,1 6-3 0,-1 1-11 0,0 14 4 16,-1-10-6-16,-1 1-1 0,2 9-1 0,1-11-8 15,2-1 6-15,-1-2-3 0,3 1 1 0,-2-4-4 16,2-4 1 0,-3 1-4-16,4-7-1 0,-1-4-5 0,0-1-7 0,2-3-8 15,0-2-22-15,-2-2-17 0,1 1-18 16,-1-5-19-16,0 2 2 0,0-5-8 0,2 4-23 15,-2-4-75-15,0 0-251 0,0 0-471 0,0 0 209 16</inkml:trace>
  <inkml:trace contextRef="#ctx0" brushRef="#br0" timeOffset="20917.74">15807 1772 87 0,'3'-7'256'16,"-3"2"-17"-16,1 1-24 0,3 0-22 0,-1 0-18 15,2 2-21-15,4 2-9 0,-3-2-12 0,13 4-7 0,-1 0-11 16,3 1-9 0,-1 3-12-16,6 4-7 0,-7-2-13 0,6 6-4 15,-8-4-9-15,-2 0-10 0,-2 2-8 0,-4 2-12 16,1-1-11-16,-3-3-9 0,-6 1-3 0,-2-1-1 16,-6 0-2-16,2 2-1 0,-10-3 5 0,-7 8 0 15,4-7-3-15,-7 1 2 0,-1-3 1 0,-1-1-3 16,1 0-2-16,6-4 1 0,-1 2 2 0,0-4-4 15,3 1 6-15,-1 0-4 0,6-2 2 0,-1 1 2 0,4-1-2 16,2-1 3-16,1-1-10 0,4 0-33 0,3 2-34 0,2-6-48 16,6 3-52-16,5-4-207 0,6 0-405 15,-1 2 180-15</inkml:trace>
  <inkml:trace contextRef="#ctx0" brushRef="#br0" timeOffset="21403.33">16789 1620 213 0,'-4'-3'233'0,"4"3"-22"0,0 0-23 0,0 0-19 15,0 0-22-15,0 0-12 0,0 0-16 0,0 0-11 0,-16 7-14 16,9-1-7-16,-2-2-9 0,-1 6-11 16,-4-1-8-16,1 4-6 0,-1 0-7 0,0 0-3 15,-4 8-4-15,5-5-6 0,-2-2-3 0,2 0-2 0,2 2-1 16,2 0-2-16,0-3-8 0,4 1 6 0,1-4 7 16,-2 2 6-16,3-2 2 0,0-3 1 0,3 2 4 15,2-4 1-15,-1 3 8 0,0-4 7 0,3 0 17 16,4 0 3-16,-1-3-4 0,4-1-2 0,1-1 4 15,1-3-1-15,6-4 0 0,-2 0 5 0,-2-1 2 16,2-3-8-16,5-3-2 16,-10-1-4-16,4-7-8 0,-2-1 4 0,-2 0-22 15,-2-5-1-15,-1 2-8 0,-5-1-2 0,-1 0-8 16,-2 4 2-16,-3-1-1 0,-2 7-5 0,-2 1-1 16,-3-2-3-16,-2 4-4 0,-1-1-11 0,-4 7-7 15,-3-2-2-15,-9 6-8 0,0 0-9 16,-3 4-7-16,3 4-16 0,-4-1-22 0,5 2-19 15,2 1-29-15,3 4-24 0,4-1-36 0,0 5-23 0,4 0-20 0,5-5-39 16,2 3-162-16,5-1-458 0,4-2 203 0</inkml:trace>
  <inkml:trace contextRef="#ctx0" brushRef="#br0" timeOffset="21889.15">17097 1500 363 0,'0'0'355'16,"1"-4"-22"-16,-1 4-24 16,0 0-33-16,4-2-32 0,-4 2-24 0,0-5-30 15,0 5-21-15,0 0-30 0,0 0-33 0,0 0-17 16,0 0-11-16,5 10-22 0,-4 0-3 0,-1-3-7 15,3 3-4-15,-3 5-5 0,-3 1-5 0,3 1 1 16,0-1-8-16,-1 2 4 0,1 1-4 0,0-2-3 16,-4 1 6-16,4 0-9 0,5 0-1 0,-5-2 1 15,4-1-5-15,-4-4 1 0,1 0 1 0,3-2-1 0,0-2-3 16,-1-1 6-16,-2-1-2 0,4-1 17 0,-1-1 6 16,1-1 12-16,-1 0 17 0,-4-2-4 0,13-3 13 15,-2-2-2-15,-2-1-1 0,5-5-7 0,0 2 9 16,-1-6-15-16,5-6-1 0,-7 7-3 0,7-7-13 0,-2-2-2 15,0 1-10-15,-2 0 2 0,-4 3-6 0,2 5 2 16,-7 1-4 0,-1-2 5-16,0 2 6 0,1 4 10 0,-4 1-3 15,0 3-4-15,2-2-8 0,-2 2-9 0,-1 2-9 16,-1-3-17-16,-2 3-6 0,3 3-9 0,-6-3-9 16,6 3-4-16,-10 0-7 0,10 0-13 15,-12 6-13-15,7 0-16 0,0-3-14 0,1 4-4 16,0 0 7-16,3-2 8 0,1 5 11 0,4-1 7 15,1-1 5-15,5 0-1 0,6 1-33 0,4 0-46 0,2-5-72 0,8 0-98 16,1-2-201-16,0 0-555 0,-4-4 246 0</inkml:trace>
  <inkml:trace contextRef="#ctx0" brushRef="#br0" timeOffset="22373.44">16401 2107 73 0,'-7'2'200'0,"3"-2"-17"15,4 0 2-15,-6 4 3 0,6-4-1 0,-4 3 4 16,4-3-12-16,-6 2-8 0,6-2-14 0,0 0-5 15,0 0-2-15,-5 2-14 0,5-2-5 0,0 0-11 16,-3 1-2-16,3-1-10 0,0 0-6 16,0 0-9-16,0 0-9 0,0 0-8 0,0 0-8 15,0 0-6-15,0 0-6 0,0 0-13 0,-6 0-1 0,6 0-3 0,0 0-4 16,0 0 0-16,0 0-12 0,0 0 1 0,0 0-4 16,0 0-1-16,0 0 0 0,0 0-3 0,0 0-2 15,0 0-3-15,0 0 4 0,0 0-8 0,0 0 6 16,0 0-3-16,0 0 2 0,0 0 13 0,0 0-8 15,30-3 0-15,-2-2-3 0,8-1 1 0,15-2-9 16,9 0 6 0,4-2-5-16,36-4 10 0,-2 0 11 0,-1 2-2 15,-2 2 10-15,6-2-5 0,-9-2 0 0,-27 9 8 16,-1-4-6-16,-1 3-3 0,-10-3-3 0,-16 4-4 16,-1 2 2-16,-8-3-1 0,-10 3-2 0,-5 0-7 15,1 1 3-15,-9 1 2 0,4 0-4 0,-3 0-18 16,-1 1-21-16,-5 0-27 0,0 0-33 0,0 0-35 15,0 0-37-15,-33 6-41 0,13-1-59 0,-10 3-70 0,6-2-164 0,-5-1-530 16,-2 2 234-16</inkml:trace>
  <inkml:trace contextRef="#ctx0" brushRef="#br0" timeOffset="22805.46">16841 2381 176 0,'0'0'299'0,"0"4"-29"16,0-4-30-16,0 0-23 16,-2 2-30-16,0 2-17 0,-1-1-20 15,-2 4-17-15,-2 1-12 0,-4 4-13 0,-2 2-9 16,3 1-13-16,-2-1-8 0,-4 6-8 0,4-3-8 15,-2 7-3-15,5-8 8 0,1-1-6 0,-2 0 5 16,8-1-4-16,-2 2 3 0,0-7-3 0,0 5-3 0,5-7 3 16,2 4-3-16,-2-5 2 0,2 1 3 15,2-2 11-15,4 0 14 0,-3-2-1 0,4-2-1 0,3-1 6 0,-1-2-8 16,1-2 34 0,-2-3-4-16,4-3-4 0,-1-2-23 0,-2-3 8 0,-2-1-8 0,0-2-6 0,-1-7-28 15,-1-1 7-15,-5-2-18 0,-3 2-11 0,-3-2-9 16,-3 0-4-16,-3 5-2 0,-5-1-12 0,1 10 4 15,-8-3-12-15,-4 2 5 0,-2 1-4 0,-1 4 5 16,-8 3-10-16,-1 3-4 16,2 3 3-16,2-1-13 0,1 6-29 15,2 1-23-15,8 0-38 0,4 5-40 0,0-1-41 16,4 3-23-16,1 1-42 0,9-1-58 0,3 1-233 16,5-5-591-16,5 0 261 0</inkml:trace>
  <inkml:trace contextRef="#ctx0" brushRef="#br0" timeOffset="23159.51">17189 2239 248 0,'0'0'287'0,"0"0"-20"15,0 0-28-15,0 0-23 0,13 0-22 0,-7 3-10 16,2 1-18-16,2 1-10 0,3 0-16 0,0 5-8 16,2-3-9-16,0 5-11 0,-1 0-4 0,-1 3-8 0,-3-2-13 0,-1 4-5 0,0-3-6 0,-4 3-6 15,-1-1-10-15,-4 4-5 0,-1-3-4 0,-7 10-1 16,0-3-7-16,-1-5-6 16,-1-2 2-16,1 0-8 0,-5-1 2 0,5-3-4 15,4-2-1-15,-3-3-2 0,3-1-5 0,-1-2-3 16,4 0 4-16,0 1-5 0,-2-4 9 0,2 2-2 15,1-3 13-15,1-1-1 0,-3 5 8 0,3-5 3 16,0 0-19-16,0 0-20 0,20-6-22 0,-7 1-43 16,6 1-57-16,2-6-66 0,-1 7-80 0,7-9-269 15,-3-2-573-15,-6 6 254 0</inkml:trace>
  <inkml:trace contextRef="#ctx0" brushRef="#br0" timeOffset="23454.02">17239 2443 177 0,'-5'3'363'0,"1"-2"-14"0,4-1-12 0,0 0-19 16,-12 3-24-16,12-3-33 0,0 0-13 0,0 0-25 15,0 0-28-15,28-1-12 0,1-5-26 0,5 4-12 0,2-1-17 16,5 0-13-16,9 0-12 0,-10-1-9 15,0 0-13-15,-3 1 2 0,-5 0-15 0,-9 1-9 0,-3-1-5 0,-7-1 5 16,-1 4-14-16,-2-2 3 0,-2 2 0 0,-2-1 2 16,-6 1-5-16,13 1-8 0,-13-1-9 0,0 0-25 15,10-1-16-15,-10 1-36 0,0 0-44 0,0 0-45 16,0 0-51-16,0 0-73 0,-25 5-88 0,17-3-201 16,-1-2-597-16,9 0 265 0</inkml:trace>
  <inkml:trace contextRef="#ctx0" brushRef="#br0" timeOffset="24881.22">12451 3277 110 0,'0'0'207'0,"0"0"-10"0,0 0-13 15,0 0-17-15,0 0-12 0,0 0-20 0,0 3-10 16,0-3-17-16,0 0-11 0,0 0-10 0,0 0-10 15,0 0-5-15,0 0-8 0,0 0-9 0,14 0-6 0,-14 0 0 0,19-5-11 16,-4 3-1-16,5 0-5 0,6-2-2 0,5 0-5 16,2 1-4-16,7-1 2 0,11-1-6 0,4 0 4 15,1 0-9-15,4 1 5 0,4-3-2 0,1 2-2 16,-1 1-2-16,28-4 1 0,-29 3-6 0,2 2 6 16,-3-3-4-16,2 1 1 0,30-5-3 0,-34 7-2 15,5-1-3 1,26 0 5-16,-28 0-2 0,4 1-1 0,-1-1 1 15,1 1-1-15,23 0 0 0,-27 2 0 0,0-2-3 16,-2-2 0-16,4 2 3 0,0-2-1 0,27-2 1 0,-30 6-6 16,3-3 4-16,24-5 1 0,-30 7 1 15,4-4 3-15,-4 2-2 0,3 1 1 0,-7-1 2 16,3-2-1-16,-5 0 0 0,2-2 0 0,4 4 1 16,-1-1-1-16,0-1 0 0,5-1 1 0,-2 5 0 0,3-3 3 0,26 3 2 15,-30-5-1-15,2 4-1 0,2-2 4 0,1 2 0 16,-2 3-3-16,3-5 2 0,25 1 3 0,-27 1 1 15,28-6-3-15,-32 9 2 0,32-7-3 0,-24 6 0 16,21-3 0-16,-25 1 1 0,1 3-2 0,28-5-1 16,-32 3 2-16,2-1-1 0,4-1-5 0,-3-1 2 15,1 1-1-15,-2 3 1 16,-5-5-5-16,1 5 4 0,-4-6-3 0,1 9 0 16,-6-6 1-16,5 0 0 0,-15 0 8 15,15 1-2-15,-14-2 3 0,9 1 3 0,-13 4 0 16,3-4 1-16,0 3 5 0,-2-1 0 0,-1 1-2 0,-2 1 2 15,-5-1 3-15,1 1 5 0,-9 0-1 0,-3 0 1 16,0-1-1-16,-3 1-1 0,-5-2 8 0,1 1 4 16,-5 0 4-16,0 0 4 0,-1 1-3 0,-6 0 1 0,10 0-11 15,-6-2 1-15,-4 2-7 0,8 0-6 0,-8 0 0 0,10 0-5 16,-10 0-1-16,8 2-3 0,-8-2 0 0,7-2-7 0,-7 2 4 16,6 2-4-16,-6-2 2 0,0 0-2 0,0 0-6 15,0 0-12-15,6-2-11 0,-6 2-23 0,0 0-21 16,2-3-23-16,-2 3-36 0,0 0-69 0,0 0-76 31,-17-6-210-31,6 5-516 0,1-3 228 0</inkml:trace>
  <inkml:trace contextRef="#ctx0" brushRef="#br0" timeOffset="73706.3">13206 4085 109 0,'0'0'165'16,"0"-7"-5"-16,1 5-3 0,-1 2-1 0,3-5 5 15,-2 1-3-15,-1 0-4 0,1 0-10 0,3 1-11 16,-1-2 5-16,-3 5-6 0,2-4-4 0,1 2-2 0,-3 2-2 16,2-3-8-16,-2 3-8 15,0-5-8-15,0 5-7 0,0 0-10 0,3-3-11 16,-3 3-5-16,0 0-12 0,0 0-6 0,0 0-12 16,0 0-12-16,0 0-20 0,0 0-25 0,0 0-17 15,0 0-6-15,0 0 0 0,-8 12 4 0,-1-2 5 16,-1 7 3-16,-6 4 5 0,0 5 7 0,-3 0-6 15,2 0 6-15,-1-1 2 0,2 1 4 0,0-1 0 16,2-3 2-16,2 0-1 0,4-5 4 0,0-2-6 0,2-1 10 16,2-1 2-16,3-1-1 0,-3-1 5 0,4-4 0 15,-1 0 6-15,-2-3 3 0,3 1 14 0,0 0 15 16,3-2 13-16,1-2 5 0,-4-1 2 0,16-3-1 16,-4-3-4-16,3-2-2 0,0-3-8 0,3-1 1 15,1-5 2-15,1-2 0 0,-4-3-1 0,2-1-7 0,-4 0-6 16,-1-1-7-16,-7-3-3 0,3-1-2 0,-5 1-1 15,-3 1-8-15,-2 6-2 0,-5-5-4 0,-2 8-1 16,-9-4-7-16,-2 2 0 0,-5 3-2 0,-5 3-8 16,-6 5-7-16,-6 1-2 0,4 4-11 0,-18 2-19 15,14 2-13-15,4 5-22 0,0-1-21 0,3 3-17 16,0 5-29-16,5-4-21 0,2 4-35 0,4 3-183 0,9-4-423 0,0-2 188 16</inkml:trace>
  <inkml:trace contextRef="#ctx0" brushRef="#br0" timeOffset="74391.64">13414 4001 105 0,'0'-2'252'0,"1"-2"2"15,2 0-8-15,-3 0-8 0,0 4-12 0,4-5-20 16,-3 2-20-16,-1 3-14 0,3-4-16 0,-3 4-20 16,1-3-14-1,-1 3-10-15,0 0-17 0,0 0-15 0,0 0-8 16,0 0-26-16,0 0-9 0,0 0-8 0,0 0-7 15,6 12 0-15,-8-4-6 0,2 4 1 0,0 0-7 16,-3 5 4-16,2 4-2 0,1-1-4 0,0-1 1 16,-4 5-2-16,8-3 3 0,-8-2-2 0,4 2 0 15,0-3 1-15,0 2-4 0,0-6 4 0,3-1-5 16,-3-1 4-16,1-4 0 0,0 3 1 0,2-5-3 16,-3 0 1-16,0 0 7 0,0-2 6 0,2-1 16 15,-2 1 25-15,3-1 35 0,-3-3 37 0,0 0-19 0,0 0-7 0,10-7-16 16,-5 1-4-16,3-2-4 0,2-2-10 0,-1 1-13 15,3-5-1-15,-1 0-11 0,3-3-3 0,1-4-3 16,-3-1-6-16,1 6 12 0,-1-1-25 0,-1 1 8 16,0 0-5-16,-1 3 4 0,-2 1-1 0,-3 1 2 15,4 2 2-15,-1 1 12 0,-6-1-18 0,2 5 5 16,0-1-4-16,0 0-2 0,-3 1-1 0,3 1-5 0,-3 1-1 0,-1 2-16 16,4-3-3-16,-4 3-9 0,0 0-24 0,0-5-23 15,0 5-12-15,0 0 6 0,0 0 6 0,5 12 6 31,-6-6 8-31,1 5 0 0,0-1 2 0,-4 4 8 0,4 1 1 0,-4 2 3 0,4 0 14 0,-5 1-12 16,4 0 5-16,-2-1 5 0,2 3 0 0,0-4 2 16,-3-1 2-1,4 0 2-15,-3-1-2 0,1-5 3 0,2 2 3 16,0-1-4-16,0 0 2 0,0-4 4 0,1 4-6 16,-1-4 6-16,1 0-4 0,2-1 8 0,-3 0-4 15,1-1 3-15,-1 0 3 0,3 0-2 0,-2 1 3 16,-1-5 3-16,4 4 0 0,-3-1-1 0,7 1 5 15,-2-2 4-15,6-1-4 0,8-1-9 0,11-2-57 16,5-1-103-16,16-5-157 0,0-5-260 0,0-4-623 0,-3-5 277 0</inkml:trace>
  <inkml:trace contextRef="#ctx0" brushRef="#br0" timeOffset="75309.55">12805 4700 176 0,'-7'0'202'0,"7"0"-12"0,-6 0 0 0,6 0-11 0,-8 2-6 15,8-2-14-15,0 0-11 0,-5 1-8 0,5-1-11 16,0 0-16-1,0 0-5-15,-4 2-8 0,4-2-8 0,0 0-8 16,0 0-6-16,0 0-5 0,0 0-8 0,0 0 4 16,0 0-8-16,0 0-5 0,0 0 4 0,0 0-5 15,0 0 4-15,0 0-5 0,0 0-6 0,-9 0 2 0,9 0-10 16,0 0-1-16,0 0-5 0,0 0-5 0,0 0-2 16,0 0-4-16,0 0-4 0,0 0 1 0,0 0-5 15,0 0 0-15,0 0-4 0,0 0-2 0,0 0 2 0,0 0-5 16,0 0 0-16,0 0 3 0,0 0-1 0,0 0-1 0,0 0 2 15,0 0-2-15,0 0 1 0,0 0 1 0,0 0 3 16,0 0-3-16,0 0 0 0,0 0-3 0,25-5-1 16,-6-2 4-16,10 2-7 0,7 0 0 15,15-7 4-15,6 2 0 0,6 0 6 0,32-7-1 16,-2 7 4-16,2-3-1 16,-29 5 2-16,27-5 1 0,-25 7-3 0,20-4-2 15,-25 4-1-15,-3-2 0 0,-8 3-5 0,3 2 2 16,-15-1-1-16,-3 2 2 0,-4 2-4 0,-5-1 1 15,-10 1-1-15,1 0 0 0,-8-3-1 0,1 4-2 16,-4-1-5-16,-3-1-6 0,0 1-11 0,2 1-22 16,-7-1-3-16,1 4 0 0,-1-4-17 0,-13 8-31 15,-5-5-42-15,-2 3-36 0,-6 2-46 0,-6 0-231 0,0-1-485 16,0-1 215-16</inkml:trace>
  <inkml:trace contextRef="#ctx0" brushRef="#br0" timeOffset="75826.2">13238 5010 213 0,'0'0'228'0,"5"-3"-2"0,-5 3-1 0,5-1-11 0,-5 1-20 16,0 0-13-16,5-1-18 0,-5 1-19 0,0 0-13 16,0 0-20-16,0 0-18 0,0 0-17 0,0 0-9 15,0 0-6-15,-10 9-6 0,1-3-6 0,-4 3-6 0,-2 2-6 16,-3 1 1-16,-4 5-8 0,-1-1-3 0,3-1-4 0,1 3-6 15,3-6 4-15,3 4-5 0,2-2 1 16,1-1-3-16,2 1 1 0,4-2 1 0,-2-2 3 16,5 0-2-16,-2-1 6 0,3-1 4 0,0-2 9 0,4-2 7 15,2 2 7-15,3-4 8 0,4 1 2 0,2-3-12 16,3-3 2 0,0-1-2-16,1-1-10 0,-3-2-3 0,4-2 5 15,-6 0 5-15,0-2-6 0,-1-2 4 0,-3-2-16 16,-1-2-6-16,-5-2-6 0,-3 0-8 0,-1 0-11 15,-1-1-3-15,-7-4-5 0,-2 7 2 0,0 0-3 16,-8-3 5-16,-4 3-7 0,-3 3 4 0,-1 0-3 16,-3 7 1-16,-2-1 6 0,-1 1-3 0,0 6 1 0,4 0-2 15,0 1 3-15,6 0-19 0,6 2-27 0,-2 2-26 0,1 1-28 16,4 1-40-16,6-1-36 0,3 2-49 0,3-5-192 16,3 5-461-16,5-4 205 0</inkml:trace>
  <inkml:trace contextRef="#ctx0" brushRef="#br0" timeOffset="76258.03">13450 4920 279 0,'0'0'261'0,"8"-1"-30"0,-8 1-23 15,7 0-22-15,-7 0-22 0,8 6-15 0,-3-3-17 16,5 5-10-16,-2-2-15 15,-3 3-12-15,1 1-9 0,0 3-9 0,-4-2-9 16,3 4-3-16,-2 2-8 0,-3 0-5 0,-1-2-6 16,-1 0-1-16,-2-4-6 0,1 6-4 0,-4-2 0 15,2-1-2-15,1-4-8 0,-3 1 1 0,2-1-5 16,1-4 4-16,-2 3 0 0,4-6 6 0,-2 3 15 16,3-3 28-16,-2 0 40 0,3-3 39 0,0 0 34 15,-6 4 19-15,6-4-13 0,0 0-17 0,0 0-27 0,16-14-11 16,-6 6-13-1,5-4-17-15,-4-2-12 0,10-4-4 0,2-2-14 0,-3-1-5 0,3 3-19 0,-4 1 1 0,-5 4-5 16,3 0-10-16,-4 2-4 0,-4 4-1 0,-3 0-7 16,2 5-5-16,-3-4 2 0,-1 4-11 0,0-3-11 15,-2 2-48-15,-2 3 2 0,0 0 5 0,0 0 1 16,8 11 6-16,-12-5-3 16,3 7 3-16,-2-1 8 0,-2 5 9 15,5-1-3-15,0 2 1 0,3 1 7 0,-1 1-3 16,6-2-5-16,1-2-15 0,10 5-19 0,5-2-40 15,6-8-63-15,5-1-95 0,18-3-443 0,0-5-750 16,1-7 331-16</inkml:trace>
  <inkml:trace contextRef="#ctx0" brushRef="#br0" timeOffset="78347.48">14990 4496 140 0,'-8'-1'182'16,"3"-2"-3"-16,5 3-9 0,0 0-4 0,-5 0 2 15,5 0-11 1,0 0-7-16,0 0-12 0,0 0-1 0,0 0-15 15,0 0-11-15,0 0-8 0,0 0-8 0,0 0-9 16,-8 0-5-16,8 0-9 0,0 0-4 0,0 0 0 0,0 0-15 16,0 0-6-16,0 0-5 0,0 0-3 15,0 0-3-15,0 0 1 0,0 0-1 0,0 0-4 0,0 0-2 16,0 0 3-16,0 0-3 0,0 0-2 0,0 0-4 16,0 0-4-16,0 0 0 0,0 0-1 0,0 0-4 0,0 0 3 15,0 0-5-15,0 0 1 0,0 0-2 0,0 0-3 16,0 0-2-16,0 0 3 0,0 0-2 0,0 0 0 15,0 0 0-15,0 0 2 0,0 0 4 0,0 0 1 16,0 0 1-16,0 0 0 0,0 0-3 0,16-4-5 16,3 0 1-16,2 2 1 0,9-5-2 0,4-1 0 15,2 4 0-15,1-2-3 0,0-2 0 0,3 4-3 0,-6-4-2 0,0 3 2 16,-6 2-11-16,-7 1-8 0,-3 0-16 0,-1 0-18 16,-7 1-17-16,3 0-20 0,-8 0-38 15,-1-1-37-15,-4 2-23 0,0 0-29 0,0 0-158 16,-26-5-403-16,7 4 179 0</inkml:trace>
  <inkml:trace contextRef="#ctx0" brushRef="#br0" timeOffset="78564.13">15068 4417 20 0,'0'-7'233'0,"0"7"7"0,1-7-3 15,0 2 0-15,3 1 1 0,-4-1-3 0,0 2-6 16,0 3-23-16,3-5-20 0,-3 5-17 0,1-5-22 0,-1 5-13 0,0 0-30 15,0 0-25-15,0 0-11 0,0 0-9 0,1 12-6 16,-2-3-4-16,-3 2-5 0,0 8-6 0,-1 6-1 16,-1-2-2-16,1 6-1 0,-2 1-6 0,2-4-23 15,-2 1-24-15,4-1-34 0,-2 3-26 0,2-8-31 16,-2-3-37-16,5-2-47 0,-4 0-230 0,3-6-459 16,1-4 203-16</inkml:trace>
  <inkml:trace contextRef="#ctx0" brushRef="#br0" timeOffset="78968.66">15823 4099 76 0,'4'-8'275'0,"-3"1"-5"15,3 0-8-15,-2 3-28 16,1-1-17-16,-2 1-28 0,-1 0-21 0,0 4-18 16,3-4-24-16,-3 4-18 0,0 0-13 0,0 0-13 15,1 20-10-15,-1-3-6 0,-1 7-5 0,-2 4-9 16,-1 5-7-16,2 0-5 0,-6 0-1 0,7 2-3 15,-3 11 0-15,3-10-7 0,1-3 0 0,0 1-1 16,0-1-4-16,0-3 3 0,0 0-5 0,1-3-3 16,-1-7 4-16,1-2-6 0,-1 2 1 0,3-3 0 0,-3-5-4 15,1-2-6-15,-1 2-2 0,0-5-14 0,-1 0-7 0,2-3-5 16,-1 1 1-16,0 0 1 0,-1-2-5 0,1-3-5 16,-4 3-54-16,4-3-48 0,0 0-39 0,-12-5-40 15,7 0-168-15,-1-5-409 0,4 2 182 0</inkml:trace>
  <inkml:trace contextRef="#ctx0" brushRef="#br0" timeOffset="79268.38">15874 4285 106 0,'0'-3'268'0,"0"3"-23"15,0-5-27-15,0 5-23 16,3-4-22-16,-3 4-18 0,10 0-19 0,-1 2-8 15,2 1-10-15,1 1-9 0,7 5-9 0,1-1-8 16,-4 2-12-16,11 5-8 0,-10-4-8 0,0 3-9 16,1-1-10-16,-8-1-9 0,-1 0-8 0,1-4-2 15,-6 3-12-15,-4-3 3 0,-1 2-2 0,-7-1-4 16,-2 0-3-16,-7-1 3 0,-7 2-2 0,-3-2 1 16,0-1-1-16,1-1 3 0,-1-2 3 0,5-1-7 0,-5 2 5 15,4-2-7-15,3-2 2 0,3 0-2 0,-1 2 0 16,5-2 1-16,3-1 0 0,3 0-10 0,0 0-8 0,7 0-17 15,-8 0-25-15,8 0-53 0,0 0-37 0,21-9-39 16,-10 5-171-16,11-2-382 0,4-3 169 0</inkml:trace>
  <inkml:trace contextRef="#ctx0" brushRef="#br0" timeOffset="79767.42">16747 4166 151 0,'0'0'241'15,"0"0"-13"-15,2-3-19 0,-2 3-23 0,0 0-20 0,0 0-20 0,0 0-18 0,0 0-15 16,0 0-14-16,0 0-9 0,0 0-6 16,-12 12-13-16,3-4-7 0,-4 4-7 0,-4-3-5 15,3 5-4-15,-1-1-7 0,-7 6-5 0,4-2-3 16,4-2-6-16,0-1 0 0,1 3-4 0,3 0-2 16,-2-2 2-16,2-1 0 0,3 2-7 0,0-2-4 0,5-1 1 15,-1-4 3 1,2 2 7-16,1-4 5 0,0 0 6 0,1-1 13 15,0 1 9-15,3-3 9 0,1 2 12 0,3-4 5 16,2 0 0-16,3-4-1 0,1 2 6 0,3-5 4 16,-3-2-2-16,1 0-5 0,0-3 6 0,1 0-4 15,-1-4-20-15,-1 0-6 0,0-9-16 0,-2 8-1 0,-2-9-13 0,0-4-3 16,-1 3-7-16,-5 1-2 0,-7 4-6 0,0-6-7 16,-5 0-5-16,-6 6-5 0,-5-2-5 0,-2 5 1 15,-9 3 2-15,-2 2-4 0,1 2-2 0,-1 5 2 16,0 1-4-16,0 3-9 0,1 4-36 0,3 1-20 15,1 5-23-15,3 2-19 0,5-2-19 0,5 4-22 16,3 0-20-16,7-2-42 0,4 5-224 0,4-3-485 16,3-4 215-16</inkml:trace>
  <inkml:trace contextRef="#ctx0" brushRef="#br0" timeOffset="80322">16993 4103 77 0,'2'-4'331'0,"-2"4"-14"0,-2-7-16 0,1 4-25 16,1 3-30-16,0 0-26 0,0-4-23 0,0 4-20 15,0 0-22-15,0 0-20 0,0 0-17 0,0 0-20 16,0 0-10-16,0 0-8 0,0 0-8 0,1 14-7 15,-3-4-10-15,2 1-1 0,-2 3-12 0,1 1 0 0,0 3-4 32,-3 0-5-32,3 1-4 0,1-2-1 0,-1 1 0 15,1 0-7-15,-2-1 1 0,1 0-4 0,1-5-2 0,0-2 0 0,0 1-2 0,-1-2-1 0,2-1 2 16,0-3 2-16,-1 0 1 0,0-2 1 0,2 2 23 16,-2-5 34-16,-2 5 46 0,2-5 35 0,0 0-4 31,0 0-19-31,16-7-13 0,-11 2-11 0,4-1-11 0,-2-3-9 0,1 0-12 15,4-3-4-15,-2-3-9 0,1 2-8 0,-2-3-7 16,3 1-3-16,-3 0 4 0,2 1-1 0,-7 3 0 16,5 1 1-16,-3 2 2 0,-3-2-1 0,1 5-7 15,-2 1-8-15,2 2-3 0,-1-4-12 0,-2 2-5 16,3 2-17-16,-4 2-30 0,0 0-27 0,0 0-46 16,0 0 0-16,0 0 17 0,0 0 6 0,-4 17 12 0,3-5 10 0,-3 0 4 15,1 2 3-15,-2 0 6 0,1 3 3 0,3-1 8 16,-2-2 3-16,2-3 7 0,1 0-2 0,0 1 3 15,0-3 3-15,0 0 12 0,4 2-1 0,1-5 0 16,-1-1 19-16,5 1 1 0,10-1 6 0,3-1-2 16,14-4 6-16,-1 0-1 0,16-3-31 0,-11-1-53 15,-1-4-50-15,-3 1-69 16,0-3-81-16,1 1-97 0,-5-5-233 0,-4 1-644 16,-2-1 285-16</inkml:trace>
  <inkml:trace contextRef="#ctx0" brushRef="#br0" timeOffset="81042.42">16499 4693 29 0,'-9'0'224'0,"1"3"-15"0,3-3-16 0,0 2-15 0,5-2-15 0,-9 2-11 15,9-2-14-15,-5 0-6 0,1 3-14 0,4-3-3 16,0 0-11-16,0 0-3 0,-5 2-6 0,5-2-9 15,0 0-7-15,0 0-5 0,0 0-3 16,0 0-7-16,0 0 1 0,0 0-11 0,0 0 2 16,0 0-3-16,0 0-10 0,0 0-1 0,0 0-7 0,-8 0-1 15,8 0-5 1,0 0 0-16,0 0 1 0,0 0-10 0,0 0-1 16,0 0-1-16,0 0-1 0,0 0-3 0,0 0-1 15,0 2-2-15,0-2 3 0,0 0-4 0,0 0 1 16,0 0-2-16,0 0 1 0,0 0-2 0,0 0 1 15,0 0 1-15,0 0 0 0,0 0 7 0,0 0 4 16,0 0 3-16,0 0-1 0,26-5 1 0,-7 3 6 16,13-3-12-16,4-2 5 0,16 0-7 0,4-3 0 0,10 5 8 0,-1-4 5 15,28 2 2-15,-29-1 0 0,4 0-3 0,-5-1 0 16,3 3-5-16,-11-2 2 0,-4 4-7 0,-14-1 1 16,-3-1-2-16,-3 3-5 0,-13 1 3 15,1 0-3-15,-7 0 0 0,-1 2-1 0,-3 0 1 0,1-1-1 16,-4-1-4-16,0 2-12 0,-1-4-15 0,-4 4-21 15,0 0-29 1,0 0-20-16,-19-2-20 0,6 3-25 0,-5 0-22 16,-1 1-34-16,1 0-45 0,-4 0-184 0,4 1-455 15,-5-1 201-15</inkml:trace>
  <inkml:trace contextRef="#ctx0" brushRef="#br0" timeOffset="81454.57">16771 4919 70 0,'-2'2'206'0,"-2"1"-22"0,-1 1-15 0,-2 0-17 0,-2 2-13 15,-1 1-17-15,4 2-12 0,-6 4-9 0,-2-1-14 16,4 0-8-16,-3 3-6 0,3-1 3 0,-2 1-6 15,2 1-2 1,1-1-6-16,0-1-3 0,-1 1 0 0,4 1-5 16,0-6-1-16,4 5-2 0,-1-6-2 0,2 3 0 15,0-2 2-15,1-4 2 0,2 2 6 0,0-2 6 16,4 3 12-16,-1-6 4 0,3 0-3 0,3-2 8 0,0-2 7 16,3 0-4-16,2-4-1 0,2-2 5 0,-6 0 2 15,3-2-9-15,-2-2-2 0,-2-4-9 0,-2 2-9 16,-1-5-8-16,0-1-15 0,-6-5-12 0,2-1-14 15,-8-3-6-15,-1 1-11 0,-5 5-3 0,-3 0-2 16,-9 1 1-16,-6 4-2 0,-3 0-3 0,-1 5 1 16,-2 0 5-16,-4 4-5 0,1 1 2 0,1 2-2 0,1 5-2 15,3 2 4-15,4-1-4 0,5 1-28 0,2 5-29 16,5 1-21-16,1 2-19 0,7-3-22 0,6 5-32 0,4-3-69 16,5-1-223-16,9 1-490 0,11 2 216 0</inkml:trace>
  <inkml:trace contextRef="#ctx0" brushRef="#br0" timeOffset="81770.83">17080 4846 79 0,'4'-4'320'0,"-4"4"-27"0,0 0-32 0,5-3-24 15,-5 3-25-15,13 2-29 0,-4-1-12 0,1 3-24 16,2 2-17-16,2-1-14 0,1 5-10 0,-1 1-17 16,0 2-4-16,0 0-11 0,-4 2-10 0,-2 1-3 15,0 0-6-15,-3 2-4 0,-3 1-7 0,-5 0-2 16,-3-1-4-16,-2 1-5 0,-1-2-3 0,0-3-2 16,-4 3-1-16,0-5-5 0,2 4-3 0,3-8 0 0,0 2 0 0,3-5 0 15,0 2-2-15,0 0 0 0,1-5 3 0,0 3-5 16,3-2 5-16,1-3 1 0,0 3-19 15,0-3-23-15,0 0-30 0,28-5-42 0,-8 2-56 32,9-4-71-32,-9 2-222 0,8-4-480 0,-3-1 213 0</inkml:trace>
  <inkml:trace contextRef="#ctx0" brushRef="#br0" timeOffset="82039.98">17074 5078 121 0,'-13'0'304'0,"3"0"-3"0,1 1-3 0,4 0-8 15,-2-1-12-15,7 0-6 0,-9 2 1 0,9-2-9 16,0 0-1-16,-8 0-25 0,8 0-26 0,0 0-17 16,0 0-21-16,36-7-22 0,-5 2-11 0,6-1-18 15,22-1-13-15,2 1-10 0,5-3-12 0,26-1-7 16,-32 3-10-16,6 2-10 0,-6 0-9 0,-20-1 7 15,-2 4-22 1,-3-2 0-16,-14 3-7 0,-1-1-6 0,-7-1-11 16,-1 1-24-16,-3 0-25 0,0 1-36 0,-4 0-45 0,-5 1-45 15,0 0-55-15,0 0-69 0,-36 0-342 16,15 0-678-16,0-5 300 0</inkml:trace>
  <inkml:trace contextRef="#ctx0" brushRef="#br0" timeOffset="83109.31">19357 2977 152 0,'-12'0'146'0,"8"0"-11"16,4 0-14-16,-8-2-5 0,8 2-17 0,0 0-6 0,0 0-8 15,0 0-13-15,-8 0-6 0,8 0-5 0,0 0-2 16,0 0-2-16,-6 2 7 0,6-2 0 0,0 0 4 16,0 0 6-16,0 0-1 0,0 0-2 0,0 0 1 15,32-4-8-15,-12 2-4 0,12-1-7 0,4-2-7 16,6 2 1-16,16-3-10 0,-1 0-2 0,3 1-1 15,-5-1 0-15,3 3 1 16,-6-4-3-16,-13 6-4 0,-5 0-2 0,-2 1-3 16,-4-4-2-16,-7 5-2 0,-2-1-2 0,-6-1-2 15,-3 1 0-15,-3 0-3 0,0 0-3 0,-2-1-5 16,-5 1-7-16,9 0-9 0,-9 0-7 0,0 0-1 16,0 0-11-16,0 0-8 0,0 0-29 0,0 0-15 15,-19 5-14-15,11-4-24 0,2 0-24 0,-1 1-151 16,1 1-321-16,-2-3 141 0</inkml:trace>
  <inkml:trace contextRef="#ctx0" brushRef="#br0" timeOffset="83409.05">20046 2788 226 0,'-1'-4'249'15,"0"0"-6"-15,1 4-11 0,0-5-17 0,0 5-15 16,-2-5-26-16,2 5-20 0,0 0-16 16,0 0-18-16,2-4-12 0,-2 4-13 0,0 0-11 15,14 1-11-15,-8 3-5 0,0-3-9 0,7 3-2 0,-3 2-4 16,3 0-7-16,1 2-2 0,0 2 3 0,0 1-6 0,2 2-5 16,-2-4-6-16,-4 6-1 0,2 0-1 0,-2-2-4 15,-4-1-3-15,-1-1-5 0,-2 3 2 0,-2-3-4 16,-1 2 3-16,-4 0-1 0,-1 2-4 0,-4-1 3 15,-5 0 0-15,0 0-12 0,-9 1-28 0,4-3-29 16,-8 3-42-16,0-3-47 0,3-3-56 0,-3 3-219 16,5-7-451-16,6-4 200 0</inkml:trace>
  <inkml:trace contextRef="#ctx0" brushRef="#br0" timeOffset="87682.03">22273 2555 157 0,'0'0'197'15,"4"-4"-7"-15,-4 0-7 0,0 4-9 0,0-3-17 16,0 3-14-16,0 0-14 0,0 0-18 0,3-5-11 15,-3 5-14-15,0 0-11 0,0 0-9 0,0 0-4 16,-3 15-6-16,1-4-3 0,-2 0-9 0,1 3-2 0,-4 3-6 16,3 1 5-16,1-1-9 0,-3 0-1 0,2-1-4 15,3 3-1-15,-5-3-4 0,2 1-1 0,-2-3-6 16,4 0 3-16,1-3-5 0,1-1 5 0,-2 1-4 16,2-2 3-16,0-1-1 0,0-2-5 0,-1-2-2 15,1 3 3-15,0-7-2 0,3 6 2 0,-3-6 18 16,-2 5 15-16,2-5 7 15,0 0 15-15,0 7 4 0,0-7 0 0,0 0 0 16,0 0-2-16,0 0-8 0,0 0-6 0,0 0-6 16,0 0-11-16,0 0-46 0,0 0-27 15,0 0-24-15,0 0-24 0,0 0-27 0,-5-16-41 16,6 10-45-16,-2-1-47 0,0-3-127 0,0-1-402 16,-2-1 178-16</inkml:trace>
  <inkml:trace contextRef="#ctx0" brushRef="#br0" timeOffset="87863.89">22179 2446 70 0,'0'-6'312'0,"1"4"-19"0,0-1-8 16,-1-4-20-16,0 7-18 0,2-5-22 0,-2 5-27 0,0 0-19 16,1-3-23-16,-1 3-24 0,-1-4-36 0,1 4-50 15,0 0-39-15,0 0-35 0,0 0-35 0,0 0-50 0,0 0-47 16,10 8-199-16,-10-8-386 0,-3 8 170 0</inkml:trace>
  <inkml:trace contextRef="#ctx0" brushRef="#br0" timeOffset="88433.93">22106 2265 46 0,'-21'4'98'15,"10"-2"-4"-15,-2 3 0 0,-3 2-12 0,0 1-6 16,-2 2-5-16,-2 6 0 0,3-4-9 0,-4 7 2 16,-1 2 0-16,3 1 4 0,-3 6-4 0,0 0-3 15,3 2-6-15,-5 11 3 0,6-10-10 0,3 1 2 0,-2 1-4 0,4-1-3 0,-1-1 3 16,4 1 3-16,2-3 2 0,3-1-2 0,3-1 6 16,-2 2-7-16,8-5 10 0,-2-5-1 15,3-1 7-15,4 6 1 0,4-1 0 0,-2-7 0 16,10 2 1-16,7-1-1 0,-4 0-6 0,5-1 2 15,1-3-7-15,0-2-1 0,0-1-4 0,1-1 6 16,3-4 2-16,-2 2 2 0,1-6 4 0,-1 0 2 16,3-1 8-16,-3 0 4 0,0-1 5 15,0-2-3-15,0-2 9 0,-3-2 10 0,-1 0 0 0,-1-8 7 16,1 3-3-16,0 0-5 0,-3-5-1 0,0 0-1 0,-1-4-3 16,3-1-13-16,-4-3-3 0,9-13-6 0,-1 0-6 31,-12 7-17-31,4-14-4 0,-1-1-3 0,-8-3-9 15,-3-2-6-15,-6 1-13 0,-6 1-10 0,-5 1-5 16,-8 0-18-16,-9 4-17 0,-5 3-14 0,-12 0-17 16,-9 6-27-16,-8 4-13 0,-30-2-15 0,23 15-19 15,-38 2-13-15,2 6-26 0,11 10-31 0,29 0-45 0,0 7-226 0,6 1-523 16,20-1 231-16</inkml:trace>
  <inkml:trace contextRef="#ctx0" brushRef="#br0" timeOffset="116670.19">2392 6208 142 0,'0'0'201'0,"5"-5"-1"0,-4 2-7 0,-1 1-17 15,0 2-6-15,4-6-6 0,-3 5-8 0,-1 1-1 16,1-5-8-16,-1 5-4 0,3-4-7 0,-3 4-4 16,0-4-8-16,0 4-2 0,0 0-8 0,0 0-10 15,3-4-9-15,-3 4-7 0,0 0-10 0,0 0-7 16,0 0-12-1,0 0-9-15,1-4-15 0,-1 4-10 0,0 0-5 16,0 0-3-16,-14 8-3 0,-3 0-2 0,-6 2-2 0,-5 3-2 16,-1 0-4-16,-1 4 2 0,-1 2-2 15,1-2-19-15,-1 3 2 0,-1-1-6 0,4-1 8 16,0 0-1-16,0 2 7 0,4-2-5 0,3-1 5 16,6-4-21-16,2 1-4 0,-1-1-4 0,8-2-2 15,-1-1 2-15,1 1 4 0,5 0 0 0,1 1 5 0,1 1-4 0,9 1 12 16,3 0 2-16,3-1 0 0,6 3 7 0,4-3-1 15,1 2-1-15,3-1 3 0,-2-2-1 0,-1-2 2 16,0 2 4-16,2 0-5 0,-12-3 3 0,10 3 1 16,-9-3-5-16,-3 2 3 0,-1 0-3 0,-4 1 1 15,-1-2-3-15,-1-2 4 0,-3 2 2 0,-8-3 2 16,2 6 4-16,-8-2 1 16,-3 2 0-16,-8-4 2 0,-3 5 4 0,-6-2 8 15,3 2 5-15,-3-2 1 0,1-2 7 0,1-2 5 16,4-4 1-16,3-1 5 0,-1-1-5 0,2-2-3 15,5 1 4-15,1 0 4 0,2-1 5 0,2 0 15 16,1 0-6-16,2-2-10 0,1-2-22 0,2 0-36 16,3 0-33-16,4-1-19 0,6 0-23 0,3-2-23 15,5-2-37-15,9-1-52 0,0 3-231 0,1-3-466 0,-2 3 206 16</inkml:trace>
  <inkml:trace contextRef="#ctx0" brushRef="#br0" timeOffset="117119.85">2688 6706 268 0,'0'0'339'0,"0"-7"-6"0,-1 3-1 0,-2 1-4 16,3 3-6-16,0 0-15 0,4-6-19 0,-4 6-21 16,0 0-39-16,0-4-31 0,0 4-19 0,0 0-25 15,0 0-14-15,0 0-20 0,0 0-15 0,0 0-42 16,0 0-28-16,0 0-17 15,0 0-12-15,0 0 3 0,0 0-1 0,-1 13-3 16,1-5 8-16,-3-1-10 0,2 3 4 0,0 0-1 16,-1-1-3-16,2 2 4 0,-2 0-5 0,2-1 8 15,-3 1-34-15,3 0-3 0,-2-1-7 0,0-3-20 16,-3 3-7-16,4-1-6 0,0-1-11 0,-1-2 1 16,0 0-5-16,1-1 10 0,-1-1 8 0,-1-1-16 15,3-3-20-15,0 0-22 0,-18-9-22 0,10-1-12 0,-3-3-1 0,-1-1 2 16,3-1 2-16,-1-11 4 0,2 1 11 0,3-1 20 15,-4-2 35-15,5 3 36 0,2 5 39 16,-2-4 21-16,0 5 28 0,1-1 35 0,1 1 30 16,2 4 23-16,-4 3 13 0,4 0 10 0,-3 0 1 15,2 2-10-15,1 3-2 0,0 1-8 0,0 0-18 0,0 2-17 16,0 1-14 0,0 3-14-16,0-7-34 0,0 7-46 0,0-4-56 15,0 4-13-15,0 0-13 0,0 0-24 0,10 13-32 16,-3-6-40-16,-3 3-265 0,1-2-490 0,1 1 217 15</inkml:trace>
  <inkml:trace contextRef="#ctx0" brushRef="#br0" timeOffset="118473.62">2959 6649 51 0,'0'0'317'0,"0"-5"-10"0,0 5-8 15,0 0-6-15,0-6-7 0,0 6-22 0,0 0-20 16,0-4-15-16,0 4-45 0,0 0-15 0,0 0-22 16,0 0-19-16,0 0-15 0,0 0-25 0,0 0-27 15,0 0-20-15,0 0-10 0,0 0-3 0,0 0-6 16,0 14-2-16,-2-8 7 0,0 5-12 0,1-1 1 15,0 2-4-15,1 3 3 0,-2-2-2 0,1 2-4 0,-2-2 0 16,3-2-2-16,0 1 4 0,0-1-4 0,0-5 9 16,0 1-9-16,0-1 9 0,0-2-10 0,3 0 5 15,-3-4-1-15,-3 6 21 0,3-6 23 0,0 3 40 0,0-3 1 16,0 0-4-16,0 0-8 0,17-13-13 0,-8 6-9 16,0-3 1-16,2-2-7 0,2 0-6 0,-1-2-4 15,-1 3-6-15,-3 2 6 0,1 2-20 0,0 0-1 0,-4 2 3 16,0 2-17-16,-1-1-3 0,-2 1-10 0,1 0-9 15,1 2-12-15,-4 1-16 0,6-1-2 0,-6 1 7 16,8 3 1-16,-4 2-4 0,1 0-1 0,-3 2 6 16,5 3-1-16,-2 0-3 0,-1-1 7 0,1 3-4 15,0 0 1 1,0-2 5-16,-1-1 0 0,2-1 3 0,-3 0 7 16,1-3-1-16,-1 1 4 0,-1-3 6 0,-1 1 5 0,-1-4 14 15,3 5 25-15,-1-2 33 0,-2-3-3 0,0 0-2 16,14-5-1-16,-9 2-1 0,3-4 1 0,1-3-3 15,1 3-6-15,3-7-8 0,-3 1-6 0,4-1 1 16,-1 1-12-16,1-1 5 0,-1 4-12 0,-5 0 6 16,0 1 2-16,0 4-12 0,-3 0-4 0,0 1-4 15,-1 1-3-15,1-1-3 0,-1 1-13 0,-1 1-14 0,-3 2-27 0,6 0 7 16,-6 0 6-16,9 0-7 0,-3 4-1 0,3 1 0 16,-2 0-1-16,2 0-3 0,2 2 2 0,3 5 1 15,1-4 0-15,1 0 4 0,-1 2 1 16,-2-5 0-16,0 1 2 0,3-1 3 0,2-1 3 0,-5-1 5 15,5-1 5-15,-5-2 2 0,3-5 3 0,-3 3 4 16,0-2 5 0,0-4 12-16,-2 5 20 0,3-4 6 0,-6-2 22 15,1 1 10-15,1-1 25 0,-1 0 9 0,-1 1 11 16,-2 0 22-16,-1 3 11 0,1-2 3 0,-3 5-8 16,0-2-13-16,1 0-15 0,-4 4-13 0,3-3-15 0,-3 3-16 0,3-4-11 0,-3 4-22 15,3-1-32-15,-3 1-24 0,0 0-25 0,0 0-18 16,0 0 2-16,0 0 4 0,7 8 4 15,-7-3 8-15,0 0 5 0,4 0 5 0,-3 2 3 16,0 1 17-16,1-1-17 0,-1 3 3 0,0 1 11 16,1-5 4-16,-1 1 2 0,1-1 1 0,0 0-19 15,-2-1-6-15,1 0-6 0,0-1-1 0,-1 1 3 16,0-5 10-16,2 5 0 0,-2-5 12 0,0 0 3 16,0 3 7-16,0-3 4 0,0 0-23 0,0 0-40 15,0 0-39-15,-11-8-47 0,7 1-33 0,-2 0-48 0,0-4-45 0,-1-3-236 16,1-3-566-16,2-2 251 0</inkml:trace>
  <inkml:trace contextRef="#ctx0" brushRef="#br0" timeOffset="118636.61">3654 6486 64 0,'-4'-10'273'0,"3"1"1"0,-3 2-1 15,3-1 1-15,1 3-3 0,-3 0-11 16,2 1-12-16,1-1-24 16,0 5-19-16,-3-3-26 0,3 3-23 0,0-5-16 15,0 5-33-15,-1-4-37 0,1 4-37 0,0 0-48 16,0 0-14-16,0 0-16 0,0 0-28 0,8 9-26 15,-6-6-33-15,5 4-33 0,-1-2-72 0,-2 2-139 16,1-2-408-16,-1 0 181 0</inkml:trace>
  <inkml:trace contextRef="#ctx0" brushRef="#br0" timeOffset="119461.81">3829 6754 21 0,'-2'5'182'0,"2"-5"-4"15,0 0-4-15,0 0-5 0,-2 3-9 0,2-3-10 0,0 0-10 16,0 0-8-16,0 0-8 0,19-8-8 0,-13 4-6 15,1 1 3-15,1-4 4 0,2 1 6 0,-1 0-2 0,0-2 0 16,4-1 2-16,-3-3-5 0,-1-1 1 0,4 1-7 16,-4-1-2-16,-2-2 2 0,2 1 4 0,-1-1 10 0,-2 0-2 15,-2 0-2-15,3 0-8 0,-1-1-4 0,-2 2 6 16,-2-2-4-16,1 1-5 0,-2 2-7 16,-1 1-4-16,1-5-3 0,-1 0-1 0,3 1-4 15,-4 1-8-15,-1 2-6 16,1 0 1-16,0 2-6 0,0-1-3 0,-1 3-6 15,1 1-3-15,0 1-10 0,-1 0-4 0,1-1-3 16,2 2 1-16,-2 0-8 0,0 1-5 0,1 0-3 16,0 5 4-16,0-8-8 0,0 5-3 0,0 3 1 15,0-5-1-15,0 5-11 0,-1-4 5 0,1 4-2 16,0 0 1-16,-3-4-3 0,3 4-2 0,0 0 1 16,0 0-2-16,3-4 0 0,-3 4 1 0,0 0-5 0,0 0-2 0,0 0 0 15,0 0 6-15,0 0-6 0,0 0 1 0,0 0 3 16,0 0 2-16,0 0-10 0,0 0 7 0,0 0-1 15,0-5 1-15,0 5-5 0,0 0 6 0,0 0 2 16,0 0-2-16,0 0-3 0,0 0 3 0,-3-3-2 16,3 3 1-16,0 0-2 0,0 0 0 0,0-7 0 15,0 7-3-15,0 0 6 0,0 0-3 0,0 0 1 0,0 0-2 0,0 0-8 16,0 0 1-16,0 0-1 0,0 0 0 16,0 0 2-16,-1-4-2 0,1 4-2 0,0 0 5 0,0 0-8 15,0 0 11-15,0 0 6 0,0 0-9 0,0 0 4 16,0 0-1-16,0 0-2 0,0 0 1 0,0 0-2 15,0 0 1-15,0 0 1 0,0 0 0 0,0 0 1 16,0 0 0 0,0 0 3-16,0 0-11 0,0 0-12 0,0 0-6 0,0 0-9 15,0 0-13-15,0 0-19 0,0 0-23 0,0 0-14 16,0 0-7-16,0 0 8 0,0 0 11 0,1 19 7 16,-2-9 6-16,-2 1 11 0,0 9 8 15,-1 0 8-15,-1 6 4 0,1 0 2 0,-3 0 7 16,1 0 7-16,1 0-2 0,0-7 4 0,2 8 8 0,1-8 0 15,-1 1 5-15,2-2 1 0,2-2 5 0,-1 0-1 0,0-4 2 16,0 0 1-16,4-1 5 0,-2-2-4 0,1 1 0 16,0-2 3-1,-1 0 8-15,3 0-4 0,1-3 8 0,1 3-5 0,1-2-3 16,1 3-14-16,2-6-24 0,-1 2-37 0,8 2-44 16,1-3-58-16,3-1-63 0,1-2-267 0,5-2-553 15,-7-1 244-15</inkml:trace>
  <inkml:trace contextRef="#ctx0" brushRef="#br0" timeOffset="119863.25">4511 6592 26 0,'3'-3'262'0,"-2"-3"1"0,3 1 5 0,-4 1-7 16,0 1-15-16,3-3 2 0,-3 4-11 0,0 2-13 15,1-5-5-15,0 1-8 0,-1 4-13 0,0-5-14 0,0 5-17 0,0-5-15 16,0 5-18-16,-1-3-11 0,1 3-14 0,-1-5-14 15,1 5-17-15,-7-4-17 0,3 1-14 0,4 3-11 16,-11 3-12-16,2-3-7 0,0 2-8 0,-5 2 1 16,-1 2-2-16,-4 3-1 0,1-1-6 0,0 4 2 31,0-2-3-31,3 4-26 0,-2-2-5 0,4 3-5 16,-2-3-1-16,6 1-5 0,1-2 1 0,3-1 3 15,-1-2-6-15,2 0 6 0,0-1 7 0,4-1 3 16,-2-1 6-16,2-1 10 0,2-1 16 0,-1 1 5 0,3-2 9 15,-4-2 16-15,14 0 7 0,-6-1 5 0,1-2 2 16,1-1 0-16,2 0-6 0,-2 1-1 0,0-3-5 16,2 2 0-16,-2-1-1 0,0 2-2 0,-4-2-1 0,0 4-3 15,-1-2-10-15,-1 2 0 0,0-2 8 0,-4 3-11 16,7-1-1-16,-7 1-9 0,5-3 3 0,-5 3-8 16,5 0-6-16,-5 0-29 0,0 0-4 0,0 0-3 15,9 3-11-15,-4-2-23 0,0 3-25 0,0-1-31 16,1 1-37-16,0 0-46 0,4-1-56 0,-6 0-233 15,1-1-546-15,2 3 242 0</inkml:trace>
  <inkml:trace contextRef="#ctx0" brushRef="#br0" timeOffset="120226.38">4574 6583 9 0,'4'-5'285'16,"-2"0"-23"-16,2 0-16 0,-1 1-12 0,2-1-17 15,-1 0-15-15,5 1-25 0,-3 3-18 0,1-2-17 16,0 2-13-16,5 2-15 0,-2 2 3 0,-1-3-19 16,2 2-6-16,0 2-11 0,0 2-7 0,1 0-7 15,-2 4-9-15,0-4-3 0,-1 4-1 0,0 0-7 16,0 6-7-16,0-2 4 0,-4 1-1 0,0-1-7 16,3 0-1-16,-7-2-14 0,3 0 1 0,-4-1-2 0,0 0-3 0,4 1 0 15,-4-7-2-15,0 1-2 0,0 1-3 0,-4-2 9 16,4-1 1-16,0-4 28 0,0 6 42 0,0-6 54 15,0 4 50-15,4-1 41 0,-4-3 30 0,0 0-2 16,0 0-29-16,0 0-23 0,1-12-22 0,3 2-21 16,0 1-18-1,-1-2-16-15,4-5-22 0,2 2-14 0,0-2-16 16,0 1-5-16,-2 1-14 0,2 3-17 0,-2 1-24 0,-1 2-24 16,1 1-39-16,1-2-48 0,-1 4-58 0,0-3-66 15,-3 4-56-15,4-1-66 0,0 3-66 0,-5 1-370 16,-3 1-833-16,12-4 369 0</inkml:trace>
  <inkml:trace contextRef="#ctx0" brushRef="#br0" timeOffset="120765.71">5042 6590 1 0,'-1'-10'348'0,"1"10"0"0,1-3-9 15,-1 3-11-15,0-6-20 0,0 6-31 0,0 0-27 16,2-3-31-16,-2 3-24 0,0 0-27 0,0 0-29 15,0 0-35-15,0 0-11 0,0 0-13 0,8 9-15 0,-4-6-16 0,-2 4-13 32,3-1-5-32,2 0-12 0,-1 2-6 0,0-4-6 15,2 2-6-15,0 1-4 0,-2-4-1 0,1 1 2 16,0-1 7-16,1-1-4 0,1 0-4 0,0-2 3 16,1 0-1-16,-1-2-1 0,0-1-3 0,4-1 7 15,-4-1 2-15,5 0 3 0,-4-2 5 0,2 2 9 16,-1-2 7-16,-2 2 9 0,0-3 0 0,1 2-2 0,-3 2 3 15,-2-1 1-15,1 1-7 0,-1 0 0 0,-1 4-10 16,2-3-11-16,-6 3-2 0,11 2-9 0,-5 0-9 0,1 3 4 0,1 5-4 16,0 0-3-16,1 7-1 0,1 0-4 0,-2 9-1 15,1 3 6-15,-5-2-1 0,-3 6 3 0,-5 17 3 16,-4-3 2-16,-1 1 0 0,-2-4 0 0,2-10 4 16,-5-2-1-16,-1-3 3 0,-2 0 0 0,3-3-1 15,-2-4 1-15,3-7 4 0,-5-1 1 0,1-2 7 16,2-1 13-16,-2-6 19 0,6-1 44 0,-1-4 39 15,3-2 13-15,-1-3-2 0,2-3-5 0,3-2-8 16,4-6-12-16,2-4-10 0,8-9-15 0,14-14-11 16,8 1-7-16,10-3-9 0,24-21-9 0,1 8-6 15,-17 15-7-15,21-16-14 16,-21 22 1-16,3 3 2 0,-2 1 0 0,-9 5 2 16,-8 9 16-16,-6 1 15 0,-3 6 20 0,-10 3 18 15,-1 1 11-15,-7 4-6 0,2 0-15 0,-4 0-14 16,1 2-28-16,0-1-37 0,-1 2-70 0,0 0-85 0,-4 1-46 15,0 0 2-15,-13 11-36 0,-10 5-47 0,-4 0-61 16,-5-2-107-16,4-1-256 0,4-3-752 0,4-5 333 16</inkml:trace>
  <inkml:trace contextRef="#ctx0" brushRef="#br0" timeOffset="122469.72">7387 6704 138 0,'1'-4'233'0,"5"-1"-10"0,-3 1-7 0,-2-3-7 0,-1 2-10 16,3 0-2-16,-2-2-17 0,-1 3-8 0,-1-2-19 15,-2 2-13-15,-1-1-15 0,-2 0-11 0,-3-2-25 16,-1 4-11-16,-11 1-10 0,1-1-7 0,-12 2-14 16,0 3 1-16,0 1-11 0,-2-1-3 0,2 5-5 15,1-2-7-15,-1 2-2 0,5 2-2 0,7-4-3 16,0 4-2-16,1-1-3 0,3 2-3 0,0-1 1 0,5 1-3 0,1-3 3 15,2 1-3-15,3-2-4 0,1 0 0 0,3 3-1 16,2-4 2-16,4 1 4 0,3-1 5 0,10 1 1 16,0-3 4-16,10 0 3 0,3-3-3 0,-1-6 1 15,4 2 1-15,0-4 5 0,-2-2 12 0,-3 0 6 16,-1-4 6-16,-3-1 25 0,1-2 6 0,0 0 9 16,-3-4 4-1,-3-2-2-15,0-2-8 0,0-4-9 0,-5-4 6 0,3-9-7 16,1-5 8-16,-6 2-7 0,0-1-5 15,-3 14 7-15,-2 1-1 0,-4 0 11 0,2 6 19 16,-2 6 1-16,0 2 2 0,-4 7 2 0,2 1-16 16,-2 1-14-16,0 2-15 0,4 0-13 0,-4 4-34 0,0-2-55 15,0 4-58-15,0 0-9 0,0 0 8 0,0 13 7 16,-3 0 12-16,2 6 14 0,-1 10 2 0,-6 7 5 0,6 9 8 16,-2-10 4-16,2 13 10 0,0-15 11 0,-1 2-7 15,6-2 4-15,-2-1 6 0,4-4 2 0,-1-2 3 16,-1-6-3-16,2-2 1 0,1-3 5 0,-1-5 1 15,-1 2 1-15,3-3 8 0,0-1 16 0,-1-4 19 16,2-2 15-16,1 1 16 0,4-3-1 0,1-3-8 16,0-1 17-16,3-1 4 0,2-4-6 0,-3 0-5 0,1-2 6 0,-2 1-5 15,2-1 7-15,-3 2-10 0,0-2 7 0,-4 4 4 16,-1 0 0-16,0 0 5 0,-4 2-9 0,-1 2-1 16,0 1-12-16,1-3-12 0,0 4-10 0,-5 1-7 15,4-4-22-15,-4 4-22 0,5 0-26 0,-5 0-19 16,0 0-5-16,0 0 11 0,4 9 5 0,-3-5 3 15,2 2 3-15,-2 0 11 16,-1 1-11-16,3 2 7 0,-2 1-3 0,-1-3-11 16,0 0 14-16,3-2-5 0,-3 2-9 0,1-2-17 15,0 0-6-15,-1 1-9 0,0-2-15 0,0 1-11 16,0-3-8-16,0-2-1 0,0 6 2 0,0-6-14 16,0 0-55-16,0 0-57 0,0 0-73 0,-22-13-181 15,16 5-538-15,-3-3 238 0</inkml:trace>
  <inkml:trace contextRef="#ctx0" brushRef="#br0" timeOffset="122585.51">7752 6362 130 0,'1'-12'283'0,"3"0"-6"16,-4 1-7-16,1 3-17 0,2 0-18 0,-3 1-7 15,1 2-40-15,1 1-18 0,-2 0-33 0,0 4-45 16,6-6-26-16,-6 6-26 0,0 0-34 0,10 6-39 16,-2-2-43-1,-2 3-49-15,2 0-86 0,-3-1-111 0,2 0-348 16,-1 0 153-16</inkml:trace>
  <inkml:trace contextRef="#ctx0" brushRef="#br0" timeOffset="122964.25">8234 6162 235 0,'1'-9'298'0,"2"-2"-9"16,-2 2-3-16,-1 4-10 0,0-3-11 0,4 2-20 15,-4 3-22-15,0 0-26 0,1-2-23 0,-1 1-22 16,0 4-17-16,1-3-31 0,-1 3-29 0,0 0-13 0,0 0-8 16,0 0-6-16,-6 15-5 0,2-1-4 0,-2 9-8 0,-3 3 1 15,-4 5-6-15,0 13-1 0,-1 5-5 0,0 3 0 16,3-3-3-16,-3-1 2 0,3 0 3 0,4-11-6 16,2-4-6-16,0 2 2 0,1-4-1 0,1-2-1 15,0-3 0-15,3-1 7 0,-1-5-11 0,1-4-5 16,0-6 8-16,0 2 8 0,-1-3-14 0,2-1 4 15,-1-4-1-15,0 2 7 16,-2-2 1-16,3 0 23 0,-1-4 25 0,-1 4 17 16,1-4-5-16,-4 3-15 0,4-3-11 0,0 0-5 15,-17-11-24-15,11 9-9 0,-3-2-16 0,-1-2-18 16,-2 1-13-16,3-1-19 0,-1 0-17 0,1 0-23 16,-1 0-36-16,-2 1-21 0,2 0-31 0,5-1-34 15,-3 1-76-15,2-1-162 0,3 2-493 0,2-4 218 16</inkml:trace>
  <inkml:trace contextRef="#ctx0" brushRef="#br0" timeOffset="123287.07">8018 6564 198 0,'-8'0'203'0,"8"0"-5"16,-5 3-12-16,5-3-8 0,0 0-16 0,0 0-8 16,0 0-17-16,-5 1-8 0,5-1-10 0,0 0-10 15,0 0-9-15,0 0-10 0,0 0-4 0,23-4-9 16,-4-1-8-16,3 1-7 0,8-2-10 0,4 0 0 0,2-1-6 16,-2 0-4-16,3 3-5 0,3-1-5 0,-8-2 1 15,-2 1-5-15,0 2-6 0,-12 0-2 0,-2 1 1 16,-6 2-3-16,2-1-1 0,-7 2-4 0,4-2-7 15,-4 1-14-15,-1-1-8 0,-4 2-21 0,0 0-20 16,0 0-17-16,0 0-20 0,-28 2-13 0,15-1-18 16,4-1-18-16,-5 0-37 15,1 0-130-15,-1-1-334 0,4-1 148 0</inkml:trace>
  <inkml:trace contextRef="#ctx0" brushRef="#br0" timeOffset="123672.07">8672 6159 64 0,'4'-11'282'0,"0"-1"-1"0,0-4-3 0,-3 7-12 16,2 3-7-16,-1-2-13 0,-2 4-21 0,4-1-23 15,-4-1-22-15,4 3-16 0,-4 3-24 0,0-3-17 16,0 3-32-16,0 0-26 0,0 0-12 0,0 0-2 0,0 0-9 0,0 23-2 15,-4-6-4 1,0 12-2-16,-2 3-7 0,-3 1-1 0,2 16-2 0,-3-1-3 0,1-1-3 0,0-1-1 16,0-10-1-16,4-1-5 0,1-3 4 0,3 2-5 15,-2-4 3-15,2-2-2 0,2-1-3 0,-1-8 3 16,0-2-4-16,0-1-3 0,0-4 2 0,3-3 2 16,-3-1 0-1,-3-3 1-15,6 0 5 0,-3 0 3 0,0-1 31 16,-3-1 5-16,3-3 10 0,-1 5-7 0,1-5-1 15,0 0-9-15,-15-5-9 0,5 3-17 0,-2-1-20 16,-2-2-21-16,-1-1-4 0,2 2-14 0,-2-2-19 16,1 1-20-16,3 2-19 0,1-2-15 0,-1-2-24 15,2 0-20-15,2 0-20 0,6 2-19 0,0-2-62 16,-2-1-152-16,7-1-443 0,1 1 197 0</inkml:trace>
  <inkml:trace contextRef="#ctx0" brushRef="#br0" timeOffset="123988.84">8494 6456 84 0,'0'0'251'0,"-7"0"-6"15,7 0-10-15,-9-2-14 0,9 2-14 0,0 0-20 16,0 0-8-16,-5 2-23 0,5-2-17 0,0 0-13 15,0 0-10-15,0 0-11 0,18-4-3 0,-5 1-18 16,8-1-10-16,7 0-6 0,4-1-7 0,4 2-7 0,-4-2-1 0,3 2-7 16,-4 0-5-16,-2-1-5 0,-9 0-1 15,-2 3-6-15,0-1-1 0,-7 1-3 0,-1-1-2 16,-2 0-5-16,-3 1-3 0,0 1-5 0,3-1-12 16,-8 1-13-16,0 0-26 0,0 0-17 0,0 0-16 0,0 0-16 15,0 0-17-15,-29 2-11 0,17 2-26 0,4-3-25 16,2-1-204-16,-3 2-404 0,4-1 180 0</inkml:trace>
  <inkml:trace contextRef="#ctx0" brushRef="#br0" timeOffset="124370.28">9009 6482 230 0,'-2'2'254'0,"2"-2"-23"0,0 0-17 0,0 0-22 16,0 0-17-16,0 0-19 0,0 0-12 0,0 0-19 15,14-1-11-15,-5 0-13 0,1-3-10 0,3 2-11 16,-2 0-13-16,6-3-11 0,2 0-5 0,-1 0-9 0,0-2-7 0,9-3 0 16,-9 1-2-16,-2 1-4 0,2-4-4 0,-4 2 0 15,-3 2-4-15,1-3-1 0,-3 2 1 0,-1 0 2 16,-2-2 6-16,-1 5 4 0,-2-2-2 0,-2 3-4 15,-1 0-1-15,-1-2-6 0,-3 4-4 0,0-1-1 16,-5 1-4-16,-1 3-2 0,-6 1-3 0,3 1-2 16,-5 2-2-16,1 3-2 15,1 1 2-15,0 2-1 0,0 2-4 16,-1 0 0-16,2 2 1 0,2-1-2 0,-1 4 2 0,6-1 1 16,0-1 4-16,3 1-2 0,4 0 2 15,-3 0 2-15,8-1-23 0,1-3-19 0,0 0-22 0,7 0-39 16,-2-3-51-16,3-1-75 0,5-6-149 0,0-1-403 15,-1-1 179-15</inkml:trace>
  <inkml:trace contextRef="#ctx0" brushRef="#br0" timeOffset="124674.18">9368 6367 216 0,'2'-4'274'0,"-1"1"-21"0,-1 3-25 0,3-5-23 16,0 4-22-16,-3 1-25 15,6-1-14-15,-6 1-15 0,11 1-14 0,-2 2-12 16,0 0-13-16,1 3-5 0,2-1-10 0,-2 3-6 16,3 4-2-16,-2-2-9 0,2 3-7 0,-3 1-3 15,-1 1-5-15,0-1-3 0,-4 0-7 0,4 1-2 16,-8-2-4-16,2 1-6 0,-3-2 6 0,0-1-9 16,-3-2-2-16,2-1-3 0,1-2-1 0,-1-1 1 15,-2 2 11-15,3-4 22 0,-1 3 30 0,1-6 29 0,-5 3 49 0,5-3 36 16,0 0-17-16,0 0-11 0,0 0-6 0,-4-10-11 15,4 10-10-15,3-12-14 0,-2 4-13 0,4-3-12 16,-1-2-15-16,2-1-21 0,2-1-14 0,1-1-20 16,1 1-22-16,2-2-52 0,2 5-33 0,-2-3-35 15,4 3-39-15,-6 3-37 0,2 1-45 0,0 1-50 16,-3 2-320-16,2 0-656 0,1 1 290 0</inkml:trace>
  <inkml:trace contextRef="#ctx0" brushRef="#br0" timeOffset="125907.73">9826 6478 47 0,'0'0'303'0,"0"0"-20"0,-1 4-21 0,1-4-19 15,0 0-22-15,0 0-26 0,0 0-21 0,0 0-19 16,0 0-20-16,15-8-15 0,-4 5-19 0,2 1-19 15,-1-1-17-15,4-4-13 0,6 0-7 0,-4 2-11 0,10-4-4 16,-5-1-4-16,-5 2-7 0,-1-2-3 0,0-1 3 0,-1 1-2 16,-2-2-2-16,-5 5 6 0,0-5 4 0,2 3 15 15,-6-2 13-15,3 4-5 0,-5-3 8 0,1 5 7 16,-1-1-6-16,0 0-8 0,-6 1-2 0,2 1-9 16,-1 0-13-16,-1 0 1 0,-3 0-9 0,-1 4 1 15,-2 0-5-15,-1 2-2 0,-3 4-3 0,-3 0 0 16,0 1-2-16,1 3-3 15,2 0 2-15,-1-1 0 0,0 3-4 0,3 1 2 16,-1 1-6-16,3 2-13 0,3-5-10 0,2 4 1 16,-2 2-1-16,6-5-2 0,2 1 3 0,2-2 0 15,3 0 1-15,5 1 3 0,6-2-4 0,-1-2 4 16,3-1-4-16,-3-2 3 0,3-5 4 0,-1 0-1 16,-2-3 7-16,1-1 14 0,-5 0 17 0,-1-2 23 15,1 1 14-15,-4-5 19 0,2 3 16 0,1-5 11 0,0 0 16 0,-2 2 19 16,-4-1 19-16,1 3 6 0,-1 1 5 0,-1 0 2 15,0 4-3-15,-2-3-22 0,2 4-15 0,-3-2-16 0,1 0-16 16,-3 4-17-16,4-3-20 0,-4 3-38 16,0 0-45-16,0 0-27 0,0 0 3 0,4 8-8 15,-6 0 13-15,0 0 1 0,-2 6 9 0,1 1-11 16,0 1-9-16,-1 1-5 0,0-2-16 0,1-4 6 0,2 0 3 0,-4-1 2 16,4-1 10-16,1-4 7 0,-3 1 5 0,3-1 5 15,-1-1 20-15,1 0 47 0,0-4 38 0,-1 3 22 16,1-3 18-16,0 0-6 0,0 0-12 0,0 0-14 15,16-10-5-15,-9 3-10 0,-1 0-3 16,3-1-3-16,1-1-13 0,-1-4-10 0,5 2 7 0,-5 1-12 16,3 0-1-1,0 1-2-15,-5 1-6 0,2 1-1 0,-3 2-5 16,2 0-16-16,-2 1 7 0,-3-1-21 0,3 4-18 16,-2-1-19-16,2 0-11 0,3 2-26 0,3 2-13 0,-2 0-10 15,0 1-5-15,3 3-8 0,3 1-11 16,0 1-17-16,3-2-8 0,-4 1-14 0,6 0-7 15,-1-1 2-15,-4-2-1 0,0-2 11 0,-3 0 4 16,2-2 22-16,-2-2 11 0,0 0 14 0,-3-3 13 0,-1-2 24 0,-1-1 23 16,1-1 23-16,-3-6 28 0,2 1 24 0,1-3 20 15,-4 1 18-15,0-2 18 0,1 0 17 0,2-5 7 16,-1-3 14-16,-1-1 3 0,0 2-9 0,1-6 0 16,-1 7 1-16,3-2 11 0,-4 6-3 0,1 5 3 15,-2 3 8-15,-2 2-13 0,0 3-25 0,2 2-14 16,0-2-7-16,-1 2-34 15,-3 3-40-15,0 2-17 0,0 0 3 0,0 0-1 16,2 15 3-16,-2-6 3 0,-2 9 3 0,1 3-6 16,1 6 7-16,-5 1 5 0,1 2 4 0,2 1-3 15,-1-1 4-15,3-2 2 0,0-2 1 0,-4-6 2 16,4-2-14-16,0 0-6 0,-1-3-14 0,1-2-1 16,-1-4 0-16,-1-2-3 0,2 0 5 0,-1-2 10 15,1 0 11-15,-1-1 30 0,1-4 19 0,-1 3-3 0,1-3-6 0,0 0-2 16,-14-7-7-16,5 3-3 0,-3-4 2 0,-4-2-10 15,-1 3-12-15,-7-5 0 0,-6 1-4 0,3 3-1 16,7 2 3-16,1-2 0 0,2 3-4 0,4 1 4 16,3 0 6-16,3 1-3 0,0 1-2 0,1-1 0 0,1 1 15 15,5 2-15-15,-2-3-4 0,2 3-2 0,18-4 1 16,1 1-3 0,11 1-3-16,0-1-2 0,5 0 0 0,2 2 14 15,0-2-12-15,0 1 1 0,3-1 4 0,-2-3-4 16,-3 3 3-16,-2-2 14 0,-4 0-7 0,-1 1 15 15,-10-2 15-15,0 5 27 0,-6-3 45 0,-1 2 30 16,-6 2 25-16,3-3 15 0,-2 1 8 0,-1 0 2 16,1 2-2-16,-6 0-10 0,7-3-14 0,-7 3-17 15,9 0-14-15,-9 0-14 0,0 0-20 0,5-1-21 0,-5 1-20 16,0 0-29-16,0 0-32 0,5 1-33 0,-5-1-15 16,3 6 0-16,-3-2 8 0,0 2 8 0,0 1 3 15,-3 2-3-15,3 1 14 0,-1 2-3 0,1 0 0 16,0 0-20-16,0-2-10 0,0 1-6 0,-1-1-14 0,-2-1-13 15,3-1-14-15,0 2-13 0,0-3-11 16,-1-2-17-16,-2 0-16 0,2 0-11 0,-3 0-6 0,4-5 7 0,-2 4-24 16,2-4-85-16,0 0-203 0,-17-12-535 0,9 5 237 15</inkml:trace>
  <inkml:trace contextRef="#ctx0" brushRef="#br0" timeOffset="126039.58">11046 6108 48 0,'3'-9'353'0,"-2"6"-28"0,2 0-34 16,-2-2-27-16,-1 1-28 0,0 4-29 0,3-5-33 16,-3 5-40-16,2-2-25 0,-2 2-43 0,10 5-38 15,-2 5-56-15,0-3-56 0,1 4-57 0,-2-1-190 16,4 2-358-16,-4-1 159 0</inkml:trace>
  <inkml:trace contextRef="#ctx0" brushRef="#br0" timeOffset="126578.97">11238 6349 22 0,'0'0'343'0,"0"0"-13"0,4 4-15 0,-4-4-14 16,1 1-13-16,-1-1-13 0,0 0-19 0,3 3-27 15,-3-3-14-15,0 0-34 0,0 0-17 0,0 0-26 16,2 3-31 0,-2-3-25-16,0 0-34 0,4 3-17 0,-3 0-15 0,6-2-15 15,-7-1-17-15,10 3-11 0,-5-6-11 0,5 6-2 16,-2-3 1-16,-3-3 4 0,4 3-6 15,1-1 1-15,-3-5 3 0,3 4 3 0,0-2 5 16,-1 0 3-16,0-1 3 0,0 1 9 0,-1-1 16 0,-2 1 13 16,0-1 7-16,0 2 11 0,0 0 6 0,-4 1 7 15,2-1 2-15,-1 1-4 0,-1-1-3 0,-2 3-4 0,6-1-7 16,-6 1-4-16,5-3-8 0,-5 3-8 0,0 0 1 16,0 0-7-16,7 4-3 0,-3 1-2 0,1 3 0 0,-4 1-3 15,2 2 1-15,2 4 1 0,-1 2 2 0,0 2-2 16,1-1 0-16,-4 1 1 0,0 6 1 15,-1 1 0-15,-1-2 0 0,1 3 0 0,0-2 0 16,-4-1 4-16,2-3-1 0,-5-1-1 0,1 4 1 0,-2-7-1 0,3 0 0 16,-5-4 1-16,2-2 6 0,1-2-1 0,0-1 9 15,0-3 14-15,2 1 29 0,-1-3 55 0,1-1 49 16,1-2 30-16,4 0 16 0,0 0 16 0,-7-7 10 16,6 0-10-1,2-3-19-15,5-6-20 0,8-9-21 0,9 0-14 0,10-15-20 16,11-5-12-16,22-20-16 0,-2 8-14 0,-19 15-11 15,2 7-7-15,2 1-10 0,-7 5-6 0,-11 8-2 16,-5 1-12-16,-4 6-1 0,-4 3-7 0,-5 2 5 16,-3 3-10-16,-1 2-9 0,-4 0-6 0,-1 0-14 15,1 0-53-15,0 2-60 0,-2 2-74 0,-3 0-44 16,0 0 22-16,-4 14-4 0,-9-2-30 0,-6 8-36 16,-3 0-54-16,-2 2-79 0,-2-3-298 0,0-5-768 0,9-5 340 15</inkml:trace>
  <inkml:trace contextRef="#ctx0" brushRef="#br0" timeOffset="127781.32">13423 6260 231 0,'0'0'316'0,"0"-7"-21"15,0 7-26-15,0-6-23 0,0 6-32 16,0 0-28-16,0 0-19 0,0 0-33 0,0 0-22 0,0 0-15 0,0 0-8 16,0 0-8-16,0 22-3 0,-1-8-7 0,-2 2-14 31,2 2-3-31,1 1-6 0,-3-1-5 0,2 3-4 16,0-1 0-16,1-2-5 0,1-3-9 0,-1-1 3 15,0-4 6-15,1-2-11 0,-2-1-1 0,2 0-3 0,-1-2 2 0,0-1 8 0,0 1 27 0,0-5 19 16,3 2 31-16,-3-2-9 15,0 0-11-15,13-6 11 0,-6-1-14 0,5 0 2 16,-3-3-5-16,1 0-3 0,3-2-10 0,1-1-18 0,-3-2 7 16,2 2-7-16,0 0-5 0,-4 3-12 15,0 3 5-15,-2-1-7 0,-1 3-5 0,0 1-4 16,-1 0-9-16,-2 2-3 0,1-1-4 0,-1 0-13 0,-3 3-3 16,8 0-14-16,-8 0 13 0,9 7 2 0,-4-2 0 15,4 2 3-15,-4 2 6 0,4-1-3 0,-1 2 0 0,3 2-1 16,2 2-3-16,-4-3 5 0,5 0 2 0,-2-1-1 15,-1-2 5-15,-2-1 3 0,0-2-6 0,2 0 2 16,-2-1 11-16,-1-4-3 0,0 0 4 0,2 0 22 16,0-2 21-16,-1-2 13 0,1-2 5 0,-2-1-9 15,1-2 3 1,1-4-2-16,-1-1 2 0,0-1-7 0,-1 0-3 16,-2-4-2-16,-2 1-6 0,1-2-8 0,0 1 8 0,-5 0-4 15,3 1-2-15,-3 0-6 0,-3 0-3 0,3 8-9 16,3 0 3-16,-3 3-7 0,-3 0-5 0,3 2-3 15,0 0-43-15,0 0-34 0,0 5-57 0,0-5-43 16,0 5-39-16,0 0-8 0,0 0-26 0,-13 9-27 16,7-1-41-16,2 2-54 0,0 0-225 0,3-1-630 15,2 0 279-15</inkml:trace>
  <inkml:trace contextRef="#ctx0" brushRef="#br0" timeOffset="127949.55">14035 6452 225 0,'2'2'407'0,"2"0"7"0,-4-2-2 16,0 0-5 0,4 1-20-16,-4-1-22 0,0 0-27 0,0 0-35 0,0 0-33 15,0 0-33-15,0 0-41 0,0 0-45 0,12-3-66 16,-11 1-56-16,3-2-63 0,1 1-59 0,0 1-48 16,0-1-56-16,2-2-64 0,-1 1-80 0,-2 0-186 15,1-2-570-15,4-1 252 0</inkml:trace>
  <inkml:trace contextRef="#ctx0" brushRef="#br0" timeOffset="128318.72">14375 6208 301 0,'4'-4'301'0,"0"3"-19"0,0-2-32 0,-1-1-28 0,1 3-23 16,-4 1-19-16,12 0-21 15,-6 1-18-15,3 2-11 0,1 1-15 0,2 2-9 0,-2 2-9 0,5 2-10 16,-4 6-8-16,1-4 6 0,1 6-22 16,-4-2-6-16,0 2-5 0,-3-1-8 0,2 0-2 15,-4 2-1-15,-3 0-8 0,-1-2-2 0,0 1 1 16,-1-2-4-16,0-4-6 0,-2-2 3 0,-1-2-1 0,4-1-1 16,-4 0 1-16,3-3 9 0,-4 1 16 0,1 0 23 15,3-3 32-15,1-2 40 0,-3 4 40 0,3-4-1 16,0 0-12-16,0 0-5 0,0 0 0 0,-6-15-11 15,3 6-14-15,3-4-16 0,3 1-12 0,-2-5-22 0,3-1-25 0,1-8-29 16,4 1-20-16,0 2-35 0,3-1-29 16,-1 2-34-16,3-2-37 0,-3 9-40 0,0 1-33 15,-1 2-41-15,0 4-46 16,2 0-60-16,-4 2-301 0,1 3-691 0,1-2 305 16</inkml:trace>
  <inkml:trace contextRef="#ctx0" brushRef="#br0" timeOffset="128482.43">14793 6428 41 0,'0'4'415'16,"-1"-1"0"-16,1 2-14 0,0-5-18 0,0 0-17 16,-2 5-36-16,2-5-36 0,0 0-30 0,0 0-37 15,0 0-63-15,3 3-72 0,-3-3-75 0,0 0-62 0,14-5-88 16,-8 3-87-16,0-3-283 0,1 1-542 15,2-1 239-15</inkml:trace>
  <inkml:trace contextRef="#ctx0" brushRef="#br0" timeOffset="128783.09">15258 5942 401 0,'3'-10'402'15,"-2"5"-26"-15,0 2-49 0,2-1-38 0,-1-1-41 16,0 2-28-16,-2 3-43 0,0 0-33 0,0 0-15 16,0 0-12-16,2 17-13 0,-2-3-16 0,1 4-8 15,-1 12 10-15,-2 0-22 0,1 2-8 0,-1 1-4 16,1 1 0-16,0 0-17 16,-2 0 1-16,2-2 1 0,0-5-3 0,-1 3 9 15,1-4-19-15,1-8-1 0,-1 2-5 16,1-3 8-16,-2-1-2 0,0-3-5 0,2-3-9 15,0 1 4-15,0-3-28 0,-1-3-13 0,1 2-4 0,0-3-10 16,0-1-21-16,0-3-13 0,0 7-18 0,0-7-17 16,-3 5-20-16,3-5-94 0,0 0-290 0,0 0-553 15,-14-12 244-15</inkml:trace>
  <inkml:trace contextRef="#ctx0" brushRef="#br0" timeOffset="129061.74">15111 6263 47 0,'0'0'288'0,"-10"0"-12"0,10 0-8 15,-4 1-6-15,4-1-9 0,0 0-7 0,0 0-14 16,-8 0-12-16,8 0-15 0,0 0-15 0,0 0-22 16,0 0-17-16,23-3-4 0,-5 1-29 0,13-2-6 15,5 0-7-15,-1 0-12 0,5 1-17 0,1-2-2 16,-3 0-10-16,-1 2-5 0,-1-1-7 0,-5-1-5 15,-9 4-2-15,-4-3-6 0,-6 4 2 0,-1-1-7 0,-4 0-2 0,1-1-1 16,-2 2 3-16,-2-1 0 0,-4 1-1 0,0 0-19 16,10 0-14-16,-10 0-23 0,0 0-30 0,0 0-41 15,0 0-35-15,0 0-40 0,-22 8-36 0,14-6-51 16,-1 3-272-16,2-3-570 0,1 0 253 0</inkml:trace>
  <inkml:trace contextRef="#ctx0" brushRef="#br0" timeOffset="130000.51">16472 6054 267 0,'1'-11'310'0,"2"0"-4"0,-2 0 2 0,3 6-7 0,-4-2-16 16,1 1-16-16,-1 1-30 0,3 0-24 0,-3 2-21 16,0 3-38-16,1-7-11 0,2 6-45 0,-3 1-27 15,0 0-9-15,0 0-5 0,2 9-10 0,2-2-5 16,0 2-4-16,1 8-4 0,0 0-3 0,4 6-4 16,-1-5-23-16,2 9-6 0,-1-9-6 0,2-2-14 15,5 5-4-15,-6-6 0 16,4-3 1-16,-3 0 3 0,5-2 3 0,-6-6 0 15,2 0 7-15,2 0-2 0,-2-4 2 0,6-3 1 16,-5 1 3-16,2-3 4 0,1-7 5 0,-1 1 8 16,-2 1 6-16,1-2 8 0,-3-1 6 0,-2-1 6 15,3-1-2-15,-3 0 16 0,-2-1 0 0,1 7 6 16,-3 0-1-16,0 1 9 0,-1 4-10 0,-3-3-9 0,3 4-12 16,0 0-9-16,-3-1-16 0,2 3-36 0,-3 1-3 0,0 0 15 15,1 10-10-15,1 7 6 0,-5 0 0 0,3 6 0 16,-6 6-3-16,2 5 5 0,-3 2 2 0,-5 12-2 15,3-2 5-15,0 2 2 0,-3-4 0 0,3-9-3 0,1 3 7 16,-3-5 2-16,2-1-1 0,-1 0 0 0,-3-3 5 16,2-2-2-16,-2-5 1 0,3-6-1 0,2-2-3 15,0-2 6-15,-1-4 5 0,7-2 14 0,-6-1 31 16,3-2 9-16,-3-1 11 0,-2-4 21 0,-1-1-3 16,0-2 11-16,-3-1 11 0,1-6 13 0,1 1 11 0,3-2-3 31,0-2-6-31,4-4-15 0,6-7-19 0,5 0-26 0,10-6-10 15,9-10-16-15,7 3-10 0,10-3-22 0,3 2-3 16,2 7-5-16,2-1 3 0,2 9-5 16,3-1-2-16,-3 8 0 0,-3-1 1 0,2 1 1 0,-13 9-4 15,-1 4 1-15,-1-2 3 0,-6 2 1 0,-7 4-11 16,-9 0-2-16,-1 1 6 0,-1 0-6 0,-4-2 2 16,-2 1 10-16,4 0-15 0,-5 1-33 0,1-2-26 0,-5 2-28 15,0 0-6-15,5 4 12 0,-5-4-8 16,-5 7-28-16,-3-1-28 0,-3 2-49 0,0-1-50 15,-4 1-99-15,1-3-205 0,3-4-610 0,-3 2 270 0</inkml:trace>
  <inkml:trace contextRef="#ctx0" brushRef="#br0" timeOffset="131017.62">19398 6009 103 0,'0'-5'254'0,"2"0"-6"0,-2 1-1 0,2 0-13 15,-2-1-6-15,-1 0-19 0,1 5-11 0,1-6-20 16,-1 6-19-16,0-5-15 0,0 5-18 0,0 0-17 16,1-4-15-16,-1 4-11 0,0 0-15 0,0 0-10 15,0 0-2-15,3 12-11 0,0-4-7 0,-2 3-5 16,0 2-4-16,0 3-1 0,3 8-4 0,-3 2 1 16,-2-3 7-16,1 0-9 0,0-4-7 0,3 1 1 0,-3-2 0 15,1 1-2-15,0-8-2 0,-1 0-1 0,1 0 0 16,1-5 9-16,-2 1-8 0,1-2 2 0,0 0 0 0,-1 0 37 15,0-5 27 1,4 2 4-16,-4-2-3 0,0 0 5 0,19-12-10 16,-10 2-12-16,4 0-10 0,1-2-3 0,0-2-13 0,0 2 6 15,-1-4-8-15,6-2-3 0,2-1-5 0,-9 8 0 0,0 0-7 0,-1 4-4 0,-2-1 4 16,-3 3-5-16,-1 3-10 0,1 0-8 0,0-3-3 16,-1 5-12-16,2 0 3 0,-2 6 1 0,4 0-3 15,-1 3 1-15,-1-3 3 0,-2 5 0 0,4 0 1 16,0 5 5-16,0-3 0 0,0 0-1 0,-3 0 2 15,2-4 5-15,0 1-5 0,-7-3 1 0,6 1 5 16,-4-4 2-16,0 1 3 16,-2-1 20-16,4 0 44 0,-3-2 46 0,0 0 44 15,-2-2-1-15,0 0-17 0,9-8-14 0,-5 2-12 16,2-1-12-16,1-2-9 0,-1-3-9 0,2-1-10 16,1-4-4-16,-2 0-12 0,4-7-3 0,-5 9-6 15,3 0-7-15,-3 4-4 0,3-4-13 0,-2 1-8 0,0 5-26 16,-7 3-13-16,5-4-37 0,-1 6-40 0,-2-1-45 15,0 2-53-15,3 1-51 0,-5 2-35 0,9 0-28 0,-9 0-32 16,9 5-309-16,0-2-703 0,0 1 311 0</inkml:trace>
  <inkml:trace contextRef="#ctx0" brushRef="#br0" timeOffset="131418.4">20055 6217 47 0,'0'3'290'0,"0"-3"-7"0,-1 5 6 0,1-5-17 0,1 4-4 0,-1-4-17 0,0 0 9 16,1 2-15-16,-1-2-9 0,0 0-23 16,0 0-25-16,0 0-15 0,13-6-18 0,-6 2-23 15,5-1-11-15,1-4-14 0,2-2-9 0,2 1-10 16,2-2-12-16,4-2 0 0,-2-4-12 0,-1 1-7 0,4-5-3 16,-7 1-8-16,-2 6 1 0,3-4 9 0,-4 2-19 15,-5 1-6-15,0 1 11 0,1 0 10 16,-5 5 9-16,1-1 5 0,-4 3 6 0,-1 1-2 15,2 1-13-15,-3-1-23 0,-6 2-14 0,-1 1 3 0,-7 3-8 16,-4 1-2-16,-10 3-12 0,0 2 2 0,-1 7-3 16,-1 0-3-16,2 1 3 0,0 4-4 0,1 2-9 15,3 5 4 1,5 0-11-16,2 2 21 0,7-1-17 0,5-6-2 0,6 1 21 16,3-1-13-16,6 5 7 0,9-3 2 15,9-3 3-15,6-2 7 0,5-8 6 0,19 4-8 16,2-6 5-16,1-2-1 0,7-4 1 0,-2 0-5 15,-2-7 2-15,-5 4-4 0,-7-1 5 0,-13-2-1 0,-7 0-1 16,-6 1-16-16,-5 1-6 0,-5 2-9 0,-4 0-22 16,-2-3-39-16,-5 3-76 0,-2-1-85 0,-3 3-61 0,-13-4-51 15,-5 1-238-15,-1 1-646 0,-4-3 286 0</inkml:trace>
  <inkml:trace contextRef="#ctx0" brushRef="#br0" timeOffset="132450.23">22656 5909 184 0,'3'-10'253'0,"0"-1"-6"0,-1 2-8 0,0 0-16 0,-2-2-9 15,0 6-9-15,0-1-25 0,0 0-19 0,-2 1-22 16,0 1-17-16,-3 1-17 0,-2 0-17 0,-3 1-8 0,-3 4-9 16,-3-1-12-16,-5 2-2 0,0 2-9 15,-4 4-6-15,4-1-7 0,-4 3-3 0,9-1-4 0,-2 2-5 16,4 2-8-16,0-1-5 0,5 0-1 0,-1-1-3 15,4-1-1-15,3 1 0 0,3 0-2 0,0-3 2 0,5 1 0 16,2-3 0-16,2-2 0 0,3 1 1 0,2-1 3 16,4-4-4-16,2-1 1 0,-1-1-2 0,-1-3-2 15,1-3 4-15,1 0-1 0,-5-2 1 0,-1-1 4 16,0 1 6-16,-2-2 2 0,-4-1 5 0,-1 2 2 16,2-2 2-16,-3 0 8 0,-1 0 13 0,2 3-10 15,-5 1 10-15,1 1 7 16,-1 2-4-16,0-1-8 0,-1 0-8 0,0 4-29 15,-1 2-24-15,0 0 0 0,0 0 1 0,0 0 0 16,-10 13 2-16,1 0 0 0,1 1 3 16,-3 9 0-16,-1 3 3 0,3 5-4 0,-1 2 6 0,0 0 1 15,0 16-1-15,1-3 8 0,5-10-8 0,-5 7 1 16,4-7 2-16,2-4 0 0,2 2 3 0,0-3-1 16,1-2 5-16,-3-2-3 0,2-6 0 0,-2-3-2 0,2-2 0 0,-3-3 0 15,3-1-1-15,-2-3 1 0,1-1-2 0,-2-3 5 16,4 0 2-16,-4-1 5 0,-1-1 1 0,-4-3 5 15,-1 0-3-15,-3-3 9 0,0 1 9 16,-3-5 2-16,2-1 8 0,-3-2 1 0,3-2 20 16,0-1-18-16,2-3 4 0,-2-5 2 0,4-4-4 0,5-2-9 15,4-1-2 1,2 0-13-16,4-5-6 0,7-1 6 0,11-7 8 16,-7 12-15-16,5 0-6 0,0 3 4 0,6 4-5 15,-3-2 1-15,6 4-6 0,-1 1 11 0,2 5-10 16,-3 1-1-16,-2 1-2 0,-7 5-2 0,1 0-1 15,-4 0 3-15,-2 2-3 0,-3 4 0 0,-2-3 3 16,0 1-2-16,-4 2-2 0,0-2-4 0,2 1 4 16,-5 2-20-16,-2 0-16 0,9-1-20 0,-9 1-22 0,5-2 7 0,-5 2-4 15,0 0-21-15,0 0-15 0,-2 9-23 0,2-9-21 16,-8 7-20-16,7-4-53 0,-3-1-193 0,4-2-461 16,0 0 204-16</inkml:trace>
  <inkml:trace contextRef="#ctx0" brushRef="#br0" timeOffset="133081.76">22972 6024 43 0,'0'0'275'0,"0"0"-15"0,0 0-20 16,0 0-25-16,0 0-17 0,0 0-19 0,-10-3-16 15,10 3-16 1,0 0-15-16,0 0-14 0,19-1-16 0,-6 0-9 15,6-2-9-15,0 1-11 0,2-2-9 0,6-3-7 16,-6 3-10-16,6-2-1 0,-6 1-8 0,-3-3-3 0,3 1-1 16,-3-2-8-16,-1 1 3 0,-1-4-2 0,-2 0-5 15,-2 0-2-15,-2 2 6 0,-2 0 0 16,-2 1 1-16,-2 0 6 0,0 1-7 0,-2 0-4 16,-4 3-3-16,-1-2-6 0,-2 2-4 0,-5 1 4 0,-3 0-7 0,0 3-2 15,-7-2-2-15,2 4-1 0,-4 2 0 0,-4 1-1 16,6 0-2-16,1 4-2 0,0 0 2 0,4 1-1 15,-2 0 2-15,3 1-3 0,1 5 0 0,2-3-1 16,3 0 3-16,1 3 0 0,4-2 2 0,3 2-1 0,3-3 4 16,4 3 1-1,2-1 0-15,9-2 4 0,6 1-3 0,6-1-1 16,2-3-1-16,3-1 2 0,1-6 0 0,1 1 0 16,2-3-1-16,-5-5 3 0,2 0-2 0,-2-2 7 15,-6-3 19-15,-2-2 13 0,1-3 9 0,-9 4 11 16,2-7 5-16,-6 4 2 0,1-9 6 0,1 0 0 15,-6-1 11-15,2-3-1 0,-3-1 5 0,0-4-11 16,-1 2 17-16,-4-3 1 0,4 1-4 0,-4 4 11 16,-3 3 1-16,3 5 1 0,-3 4 9 0,3 5-5 0,-3 0-11 0,-1 4-12 15,0 2-10-15,0-1-38 0,0 1-57 0,0 5-61 16,0-1-30-16,0 1 10 0,0 0 9 0,-6 17 7 16,-2 0 12-16,0 7-4 0,2 5 18 0,-7 2 5 15,6 1 4-15,0 2 6 0,-2-1 5 0,4-1-2 16,3-1 8-16,0-2 4 0,4 0 4 0,0 1 5 15,2-4 1-15,-4-7 10 0,4-2-6 0,-2-2 3 0,0-5-4 16,0-2 6-16,0 0 3 0,0 0 4 0,-1-2 15 16,-1-3 18-16,4 0 18 0,-4 1 19 0,2 1-2 0,-2-5-11 15,0 0-31-15,17-5-36 0,-8 1-39 0,4 1-44 16,4-5-47-16,2 1-67 0,5-4-80 16,2-1-307-16,-1-4-640 0,-2 3 284 0</inkml:trace>
  <inkml:trace contextRef="#ctx0" brushRef="#br0" timeOffset="133467.56">23462 5852 157 0,'0'0'232'0,"-7"1"-13"0,7-1-15 16,-6 1-14-16,6-1-19 0,-4 3-14 0,4-3-12 15,0 0-12-15,0 0-7 16,0 0 0-16,0 0-2 0,-5 2-1 0,5-2 3 16,0 0 3-16,0 0 4 0,0 0 4 0,0 0 0 15,0 0 5-15,0 0 11 0,0 0-8 0,0 0-20 16,18-9-19-16,0 4-6 0,11-2-17 0,5 0-5 15,4 0-3-15,14-4-18 0,3 1-3 0,3 0-1 16,-1-1-7-16,2 5-11 0,0-3 3 0,-6 1-6 16,-14 2 0-16,-5 1-5 0,-3 2-2 0,-11 1-6 0,-3 0 4 0,-4-1-5 15,-3 1 0-15,-4 2-5 0,1 0-28 0,-1-3-24 16,-6 3-41-16,0 0-15 0,0 0-17 0,0 0-37 16,-20 13-60-16,1-6-76 0,-2-2-262 0,-1 0-594 15,2-3 263-15</inkml:trace>
  <inkml:trace contextRef="#ctx0" brushRef="#br0" timeOffset="138399.1">7894 8464 117 0,'1'-5'149'0,"-1"5"-4"16,3-3-2-16,-3 3-5 0,1-7 1 0,0 5-6 15,-1 2-6-15,2-5-4 0,-2 5-3 0,2-7-5 16,-2 7 1-16,2-4-3 16,-2 4-6-16,1-6 2 0,1 5-2 0,-2 1-5 0,1-6 2 15,-1 6 0-15,0-4 1 0,0 4-10 0,0-4-2 0,0 4-7 0,0 0 0 0,2-5-10 16,-2 5-2-16,0 0-13 0,0 0-3 0,0 0-11 15,1-4-1-15,-1 4-12 0,0 0-4 0,0 0-6 16,0 0-18-16,0 0-2 0,0 0-5 0,0 0-2 16,-14 14 0-16,6-3 0 0,-2 4 1 0,-5 7-1 15,1 1 1-15,-2 4-2 0,1 0-10 0,0 0 1 16,-2 0 3-16,2 3-2 0,-1-1 2 0,1 0 3 16,1-1 2-16,3 0 1 15,-1-2-1-15,2-4 1 0,2-2-2 0,4-2 4 16,-1-2 1-16,4-1-1 0,-2-3 0 0,2-3 2 15,2 1 1-15,1-3 5 0,0-1 11 0,1-1 17 16,1-1-6-16,2-2 10 0,5-1 0 0,-1-2 0 16,2 0 8-16,1-2 9 0,1-4 3 0,0-2 7 15,0-2 8-15,3-1-5 0,-4-3 7 0,2-6-6 16,-2-6-2-16,-2 5-3 0,-3-7-7 0,0 1-10 0,-6-2-4 0,1-6-4 16,-5 1-4-16,-3 2-6 0,-2-13 3 15,-6 14-4-15,3-3-6 0,-9 6-1 0,-1 2-11 16,-4 5-11-16,-5 0-4 0,-6 5-14 0,-2 3-20 0,-14 2-22 15,0 5-24-15,11 4-35 0,-13 6-37 0,3 6-48 16,10 1-57-16,-6 6-300 0,14-1-607 16,9 0 269-16</inkml:trace>
  <inkml:trace contextRef="#ctx0" brushRef="#br0" timeOffset="142098.37">8478 8441 123 0,'0'0'150'0,"4"-6"-7"0,-1 3-7 16,-1 0-4-16,-1-1-6 16,-1 1-7-16,0 3-6 0,3-7-4 0,-2 4-6 15,-1 3-10-15,1-4-13 0,-1 4-5 0,0 0-9 16,0 0-14-16,-1-4-1 0,1 4-7 0,0 0-5 15,-23 7-6-15,10-3-7 0,-2 5-3 0,-7-1-1 0,-6 7 0 16,2 1-3-16,-3 1-4 0,2 2 0 0,-2-3-2 0,2 6-3 16,0-2-3-16,4 0 0 0,3 1 2 15,1-1-3-15,1-2 0 0,6-2-14 0,2-2 10 0,2-1-2 16,5 0 2-16,-1-1-1 0,2-2 1 0,4 0 5 16,0 0 0-16,8-1 7 0,1-1 5 0,10-3 1 15,9-2-4-15,7-2-2 0,-1-2 5 0,2-2 1 16,0-4-1-16,0-1-1 0,11-6 5 0,-12 6 3 0,-1-4 2 15,-3 0-1-15,-3-4 9 0,-4 2 6 16,-2-2-3-16,-8 4 1 0,2-1 4 0,-8-1 7 0,2 0-3 0,-5-1-9 16,-3 3 2-16,-4-3-6 0,0 1-7 0,-4 2-4 15,-2-1-5-15,-6 2-15 0,2 4-7 0,-5-5-11 16,-2 5-10-16,-3 1-17 0,1 4-17 0,1-3-18 16,-3 5-25-16,4 3-18 0,-2 1-21 0,3-1-58 15,3 0-133-15,3-1-356 0,-3 0 158 0</inkml:trace>
  <inkml:trace contextRef="#ctx0" brushRef="#br0" timeOffset="142483.28">8409 8385 25 0,'-4'-10'267'0,"4"4"-11"0,-3-2-8 0,2 3-13 16,1-2-19-16,0 3-13 0,0 0-20 0,-2 0-22 16,0-1-16-16,2 5-19 0,-1-4-18 0,1 4-26 15,0 0-14-15,0 0-10 0,0 0-7 0,-10 16-5 16,6-2-4-16,-4 14-5 16,-1 1-6-16,-7 15-4 0,-1 3-1 0,-2 0-4 15,1 1 1-15,4 2-4 0,-6 1-2 16,3-6 3-16,2 2-5 0,3-15-2 0,1-1-1 15,3 0 11-15,-1-4-3 0,0-2-2 0,4-7-1 0,0 2 2 16,2-10-2-16,2 1-1 0,-1-2 0 0,0-3 3 16,0 1 5-16,0-3 13 0,1 1 19 15,1-1 36-15,0-4 21 0,0 4 11 0,0-4 16 0,0 0-12 0,0 3-14 0,0-3-10 16,0 0-26-16,0 0-24 0,0 0-30 16,0 0-23-16,0 0-25 0,-2-15-32 0,4 13-34 15,-4-3-45-15,4 0-49 0,-2 1-55 0,3-1-59 16,-1-1-204-16,3-1-543 0,3-2 239 0</inkml:trace>
  <inkml:trace contextRef="#ctx0" brushRef="#br0" timeOffset="142837.26">9131 8327 83 0,'0'0'163'0,"0"0"-11"0,-13 8-19 0,4 2-13 16,-1 3-15-16,-9 16 1 0,-12 9-5 16,-1 2-9-16,0 6-5 0,-2 0-9 0,-1 0-10 15,-1 3-8-15,2-1 1 0,3-4-1 0,3-3-17 0,12-10-1 0,-2-3-8 16,1-1-1-16,3-4-2 0,2 1 2 0,5-10-12 15,-2 3 5-15,5-5-3 0,-1-7 9 0,1 4 6 16,0-3 3-16,3-2 7 0,0 1 11 0,-2-1 18 16,3 0 17-16,-4 0 9 0,4-4 1 0,0 3-3 15,0-3-5-15,-5 2-10 0,5-2-7 0,0 0-9 16,0 0-8-16,0 0-16 16,0 0-23-16,-1 5-24 0,1-5-31 0,0 0-34 15,0 0-41-15,0 0-85 0,0 0-228 0,0 0-454 16,0 0 201-16</inkml:trace>
  <inkml:trace contextRef="#ctx0" brushRef="#br0" timeOffset="143337.76">9361 8685 64 0,'0'0'135'0,"-9"5"-21"16,5-2-11-16,-5 2-7 0,-1 4-11 0,1-1-3 15,-4 6-9-15,-1 0 2 0,0 2-3 0,-8 3-6 0,3 0-4 0,3 0-8 16,-2 3 1-16,6-5-7 0,0-1-9 0,0 1-1 16,2-2-8-16,-3 0 2 0,7-1-1 0,-1-2 0 15,2-2-1-15,1 1 5 0,2 0 0 0,2-2 8 16,-3-4 8-16,2 3 9 0,1-3 18 0,1 0 21 16,2-1 17-16,-1 0 13 0,5-3 10 0,-1 1-11 15,3-2 9-15,4-3-5 0,-2-3-1 0,1 3-2 0,3-5-5 16,-5-1-3-16,6 0-6 0,-5-6-8 0,0 0-10 0,1-1-8 15,1-8-12-15,1 1-2 0,-9-5-26 0,3 1-9 16,-3 2-4-16,-8-2-11 0,2 2-10 0,-3-1-5 16,-5 3-5-16,1 6-12 0,-3 0-7 0,-4 3-9 15,-8-1-3-15,-3 3-8 0,-3 2-1 0,-1 6-10 16,-3 1-21-16,1 6-24 16,2 1-27-16,0 5-29 0,-1 2-26 0,5 0-44 15,0 7-260-15,11-6-515 0,2 0 229 16</inkml:trace>
  <inkml:trace contextRef="#ctx0" brushRef="#br0" timeOffset="143940.25">9591 8615 29 0,'1'-4'324'0,"-1"1"-21"0,0 3-25 0,1-7-30 15,-1 7-25-15,2-2-29 0,-2 2-23 0,0 0-18 16,0-5-22-16,0 5-12 0,0 0-22 0,0 0-13 16,0 16-9-16,0-8-5 0,0 2-6 15,-2 3-9-15,0 3-7 0,-2 2-3 0,3-1-10 0,-2 2-2 16,2 0 1-16,-3 2-6 0,2-4-3 0,0 2-4 15,2 0 2-15,0-1-7 0,0-2 3 0,0-4-1 0,0-2-4 16,2 2 2-16,-2-6-2 0,2 0 0 0,-2 0 1 16,0-1 9-16,3-1 24 0,-2-1 28 0,1-1 25 15,-2-2 10-15,6 3 20 0,-6-3 8 0,11-3-3 16,-2-2-4-16,0 0-10 0,1-3-5 0,0 0-2 16,3-1-15-16,1-5-5 0,-1 1-2 0,1 0-13 0,0-3-9 15,-1 0-3-15,-2 2-20 0,1-1 8 0,-3 1 6 0,1 5 5 16,-2 0-7-16,-3 0-5 0,-1 4-6 0,0-2-10 15,-3 2-3-15,4 0-7 0,-1 3-6 0,-3-1-7 16,2-1-10-16,-3 4-16 0,0 0-26 0,3-3-28 0,-3 3-22 16,0 0 14-16,0 0-1 0,0 10 6 15,0-3 6-15,0 3 4 0,-1 0 5 0,0 2 4 16,-3 4 7-16,-1 0-7 16,4-1 15-16,-3 2 4 0,0-1-1 0,1 0 9 0,1-1-4 15,1-1 8-15,-2-3 0 0,2 1-7 16,-2-1 23-16,3-3-13 0,-1 1 2 0,1-1-1 0,-1-1 8 15,1-2-7-15,0-1 4 0,0 1 8 0,0-2-1 16,0-3 16-16,1 5-13 0,-1-5 12 0,1 7 5 16,6-7 9-16,-1 1 3 0,8-1-6 0,8 0-1 15,9-1-8-15,8-5-66 0,16-1-102 0,0-1-144 0,6-10-378 16,-4-6-729-16,0-3 322 0</inkml:trace>
  <inkml:trace contextRef="#ctx0" brushRef="#br0" timeOffset="144741.17">7411 9406 8 0,'-5'-1'114'16,"5"1"-14"-16,0 0-13 0,0 0-11 0,-8 0-4 15,8 0-11-15,0 0-2 0,0 0-2 0,0 0 0 16,0 0-2-16,0 0-2 0,0 0-10 0,0 0 2 15,-5 1-8-15,5-1-5 0,0 0-4 0,0 0-2 16,0 0 2 0,0 0-9-16,0 0-1 0,0 0 2 0,-5 4-5 15,5-4 0-15,0 0-5 0,0 0-1 0,0 0-2 0,0 0 3 16,0 0 3-16,0 0 18 0,7 5 28 0,-1-5 17 16,4 0 4-16,9 1 0 0,12-2-4 0,6-3-4 15,24-1-3-15,31-2 1 0,10-5-2 0,17 0-1 16,5 2 1-16,15-2-5 0,11-2 4 0,10 1-2 15,10 3-3-15,0-3-3 0,-2-3-5 0,-3 7 1 0,-8-8-1 16,-6 5-2-16,-13-1 0 0,-14 4-6 0,-13-3-4 16,-14-4-1-16,-37 6-7 0,-3 4-2 0,-3-1-3 0,-18 2 3 15,-4-2 4-15,-4 0 22 0,-11 3 25 16,-3 0 32-16,-2 2 12 0,-1-1 16 0,-3 1 6 16,-3 0-8-16,0-1-9 0,1 2-16 0,-6 1-21 0,9-1-22 15,-9 1-16 1,5-2-40-16,-5 2-44 0,5-1-38 0,-5 1-52 15,0 0-50-15,0 0-67 0,0 0-14 0,0 0-305 16,-11 8-597-16,2-6 264 0</inkml:trace>
  <inkml:trace contextRef="#ctx0" brushRef="#br0" timeOffset="145960.91">8027 9820 149 0,'0'0'214'0,"0"0"-4"0,4-3-14 15,-4 3-13-15,0 0-12 0,0 0-19 0,0-6-12 16,0 6-18-16,0 0-17 0,0 0-12 0,0 0-15 16,0 0-8-1,0 0-6-15,0 0-10 0,0 0-8 0,-21 14-6 0,12-6-4 16,-6 3-5-16,2 4 0 0,-9 2-5 0,2 1-4 15,1 7-1-15,2-3-3 0,2 0-1 0,0 0-3 16,3-6-3-16,2 0-2 0,2-1 0 0,2-4 3 16,1 2-5-16,1-3-3 0,-1 0-1 0,4 0 6 0,-2-5-5 15,3 4 8-15,4-3 0 0,-3-1 0 16,4 1 24-16,4-2 18 0,0-2 10 0,5 0 5 16,-1-2 1-16,5-3 2 0,-2-1 5 0,1-2 9 0,0-2 6 0,-1-2-1 15,-2 2-8-15,2-6-7 0,-1-1 8 0,-4 1-14 16,1-3-7-16,-4-2 0 0,3-6-7 0,-6 2-8 15,-1 3-3-15,-4 0-1 0,0 0-10 0,-4 3-6 16,-2-1-4-16,-4 1-6 0,-3 2-5 0,-5 1-3 16,-4 0 1-16,-7 5-6 0,-2 1 2 0,-2 3 4 15,-4 0-9-15,4 4-2 16,-2 2-11-16,3 4-18 0,4-1-24 0,0 2-29 16,1 6-27-16,8-3-29 0,-3 5-37 0,8 1-28 15,4-2-30-15,2-2-247 0,11-1-520 0,2 2 230 16</inkml:trace>
  <inkml:trace contextRef="#ctx0" brushRef="#br0" timeOffset="146393.1">8834 9859 131 0,'4'-2'197'0,"-4"2"-16"0,4-2-18 15,-4 2-19-15,0 0-15 0,0 0-11 0,0 0-15 0,-18-1-8 16,4 1-12-16,-5 3-9 0,-8 1-9 0,-1 4-10 15,-4 1-1-15,0-1-8 0,0 3-6 0,0-2-2 16,3 4-7-16,2 0-4 0,3-2-2 0,5 0-3 16,4 0-2-16,2 0-4 0,1 0-4 0,3-1 1 15,5-2 4-15,-2 1-5 0,2-4-2 0,8 2 8 16,2 0 18-16,6 0 7 0,7-2 3 0,0 0 0 0,12 0-4 16,2-4-2-16,5-2-2 0,-2-4-1 0,1 2 1 0,1-4 5 15,0 0-5-15,-2 0 5 0,-4-4 0 0,-1 1 0 16,-3-1-6-16,-11 5-3 0,-2-4-4 0,-3 3-6 15,-3 1-29-15,-2-3-28 0,-4 2-50 0,-3-1-55 16,-5 0-27-16,-5-3-205 0,-6 4-400 0,-3-1 178 16</inkml:trace>
  <inkml:trace contextRef="#ctx0" brushRef="#br0" timeOffset="146746.96">8716 9803 30 0,'0'-3'308'0,"-3"-1"-19"15,6-1-19-15,-3 5-21 0,-3-5-13 0,3 5-26 16,0-5-20-16,0 5-23 0,0-5-20 0,0 5-20 16,0 0-20-16,0 0-17 0,0 0-12 0,0 0-7 15,-6 20-11-15,2-6-3 0,-5 4-8 0,3 9-5 16,-2 4-3-16,-1 2-4 0,0-1-5 0,0 4 0 15,1-2-6-15,4-3 0 16,-2 1-6-16,5-4-1 0,-2-2 4 0,2-7-6 16,-2 0-3-16,2-5-2 0,1-1-1 0,0-2 0 15,0-3 1-15,0-1-1 0,0 0-2 0,0-2 4 16,1-1 1-16,-1 2 11 0,0-3 17 0,0-3 16 16,-1 6 14-16,1-6 7 0,0 2-4 0,0-2-2 15,0 0-7-15,0 0-10 0,0 0-12 0,0 0-15 16,0 0-25-16,0 0-20 0,0 0-22 0,0 0-35 0,4-11-46 0,-3 8-55 15,3-2-56-15,0-1-292 0,-3-2-566 0,3 1 250 16</inkml:trace>
  <inkml:trace contextRef="#ctx0" brushRef="#br0" timeOffset="147111.79">9479 9772 112 0,'0'0'205'15,"0"0"-19"-15,0 0-24 16,-20 10-19-16,6-3-11 0,0 5-17 16,-8 8-8-16,0 2-12 0,-4 6-7 0,-10 11-7 15,3 1-10-15,-2 2-6 0,2-2-4 0,2 2-9 0,5 1-4 16,4-13-6-16,7-1-1 0,-2 1-3 0,4-4-7 15,-2 0-3-15,7-7-2 0,0-2-4 0,6-5 0 16,-7-1-5-16,5-2 6 0,3-1-2 16,-3-2 13-16,4-1 9 0,-4 1 15 0,3-2 14 0,1-2 15 0,0-2 17 15,-3 7 12-15,2-5 7 0,1-2 4 0,0 0-7 16,-2 6-6-16,2-6-8 0,0 0-6 0,0 0-5 16,0 0-17-16,-2 2-8 0,2-2-15 0,0 0-21 0,0 0-23 15,0 0-33-15,0 0-38 0,0 0-58 0,0 0-103 16,0 0-306-16,0 0-571 0,8-14 253 0</inkml:trace>
  <inkml:trace contextRef="#ctx0" brushRef="#br0" timeOffset="147664.6">9816 10104 266 0,'0'0'261'0,"0"-5"-21"16,0 5-19-16,0 0-17 0,0-5-25 0,0 5-21 16,0 0-18-16,0 0-19 0,0 0-14 0,0 0-12 15,0 0-10-15,0 0-10 16,-22 12-8-16,12-3-7 0,0 2-5 0,-7 2-9 16,3 2-4-16,1-1-8 0,-5 7-10 0,1 0-3 15,1-2-4-15,3-2 0 0,1 5-3 0,2-5 2 16,0 0-5-16,3-2-1 0,0-4 0 0,3 1-2 15,1-1 0-15,0-1 2 0,2-2 0 0,-2 0-2 16,6-1 1-16,-3-1 8 0,1-2 22 0,3 1 18 16,-2-1 17-16,4-2 11 0,0 0 17 0,2-2 6 0,-8 0 27 0,16-4-10 15,-5-1 3-15,1 0 17 0,-3-3-16 0,0 0-11 16,5-7-14-16,-4 1-6 0,4-8-9 0,-1 1-13 16,0-5-13-16,-3 1-22 0,-1-2-10 0,-1 0-12 15,-4 3 3-15,-3 4-5 0,-1 1-19 0,0-1-7 16,-2 2-8-16,-6 0-11 0,-1 3-5 0,-5 4-27 15,-3-1 1-15,-5 2-9 16,-6 3-5-16,-1-2-8 0,1 6-18 0,0 3-21 16,0 0-27-16,7 5-27 0,-6 4-30 0,8-2-55 15,1 1-248-15,4 1-549 0,5-4 244 0</inkml:trace>
  <inkml:trace contextRef="#ctx0" brushRef="#br0" timeOffset="148280.14">10180 10038 117 0,'0'0'314'0,"3"-5"-15"0,-3 5-17 0,2-5-19 16,-2 5-22-16,1-4-25 0,-1 4-21 0,3-2-22 15,-3 2-24-15,0 0-16 0,0 0-15 0,0 0-17 16,0 0-16-16,0 0-7 0,-4 11-8 0,4-4-4 15,-2 2-4-15,-1 2-8 0,-1 1-6 0,-2 3-4 16,2 2-4-16,-3-1-7 0,1 1-2 0,5-2-3 16,-3 2-1-16,0-2-6 0,3 1-3 0,-2-6 0 0,2 2-3 0,-1-1-2 15,2 0 0-15,0-1 1 0,0-4-1 0,0 2 0 16,2-4 2-16,-6 2-2 0,6-2 0 0,-2-1 5 16,0 2 15-16,0-5 18 0,6 4 32 15,-3-1 18-15,-3-3 6 0,12-3 7 0,-12 3 9 0,13-4 2 16,-5 1-7-16,3-3-4 0,-2-2-13 0,0 0-9 15,8-4-11 1,-3 0-9-16,1-5-8 0,2 0-3 0,1-4-9 16,-7 6-7-16,4-7-5 0,-3 6-3 0,-1 0-2 0,0-1 6 15,-4 1-15-15,-1 1 1 0,1 3-6 0,-6 4-1 16,3 2-4-16,-3 1-7 0,2-2-2 16,-3 2-10-16,0 0 0 0,0 5-17 0,-4-4-17 0,4 4-5 15,-5-2-18-15,5 2-10 0,0 0-4 0,-14 8-4 0,11-3 9 16,0-1-4-16,1 3 13 0,2-1 5 0,4 4 9 15,0 0 8-15,11 1-1 0,3-1-14 0,13-1-52 16,4 2-73-16,1-5-92 0,3-1-382 0,-1-5-705 0,16-2 312 16</inkml:trace>
  <inkml:trace contextRef="#ctx0" brushRef="#br0" timeOffset="151927.71">11606 8983 176 0,'-6'-2'261'0,"6"2"-10"0,-5-3-9 16,5 3-9-16,-6-2-10 0,6 2-12 0,-2-3-14 16,2 3-6-16,0 0-18 0,-4-3-17 0,4 3-12 15,0 0-15-15,0 0-11 0,-6-1-16 0,6 1-9 0,0 0-5 0,0 0-14 16,0 0-6-16,0 0-8 0,0 0-7 0,0 0-6 15,0 0-9-15,0 0-1 0,0 0-4 0,32 1-9 16,-11-2-12-16,10-2-16 0,1 2-17 0,5 0-25 16,0-2-26-16,-3 3-30 0,-3 0-34 0,-3 0-28 15,-10 3-31-15,1-3-50 0,-7 1-164 0,-2 0-441 16,-5 2 195-16</inkml:trace>
  <inkml:trace contextRef="#ctx0" brushRef="#br0" timeOffset="152074.57">11591 9152 50 0,'-7'2'175'0,"0"-1"-10"0,3 2-5 16,-1-1-5-16,1 0-10 0,4-2-7 0,-4 3-2 15,4-3 1-15,0 0-4 0,18 1-8 0,1-3-15 0,9-2-8 0,4 4-14 16,4-5-11-16,5 3-45 0,7-1-50 0,5 0-74 16,-1 0-211-16,-15-1-329 0,4 0 145 0</inkml:trace>
  <inkml:trace contextRef="#ctx0" brushRef="#br0" timeOffset="152861">13202 9021 1 0,'0'0'176'0,"-5"1"-18"0,5-1-10 16,0 0-6-16,-9 0 3 0,9 0-15 0,0 0-11 16,0 0-8-16,0 0-5 0,-8 0-8 0,8 0-12 15,0 0-10-15,0 0-5 0,0 0-7 16,0 0-1-16,0 0-3 0,0 0 1 0,0 0 1 0,0 0 3 15,0 0-1-15,0 0-1 0,0 0-4 0,0 0-3 16,0 0-8-16,0 0-3 0,0 0-3 0,-7-1-10 0,7 1 1 16,0 0-4-16,0 0-3 0,0 0-5 0,0 0-3 0,0 0 0 15,0 0-3-15,0 0-3 0,0 0 0 0,0 0-3 16,0 0 2-16,0 0 2 0,0 0 4 16,0 0 2-16,0 0 1 0,0 0 2 0,0 0 1 0,0 0 4 15,0 0 2-15,0 0-5 0,0 0-3 0,0 0 3 16,0 0-3-1,0 0-3-15,0 0 0 0,0 0-6 0,21-2 3 16,-4-3-1-16,5 4 0 0,7-2-3 0,3 1-3 0,3 1-3 16,18-3 1-16,1 1 2 0,-3-2-2 15,1 2 5-15,-1-2-5 0,2 5 2 0,-16-1-7 0,-4 0 4 16,-5-1-1-16,-7 2 1 0,-1 0-3 16,-8 0 2-16,-1 0 1 0,-1-1-1 0,-2 1 0 0,-8 0 0 15,10-1-1-15,-6 1-12 0,-4 0-18 0,7 0-17 0,-7 0-47 16,0 0-82-16,0 0-66 0,0 0-167 0,-21-3-440 15,13-2 196-15</inkml:trace>
  <inkml:trace contextRef="#ctx0" brushRef="#br0" timeOffset="155211.71">15400 7739 125 0,'1'-4'195'0,"-1"4"0"0,4-6-5 0,-4 6-9 16,0-4 3-16,0 4-5 0,5-2-10 0,-5 2-9 15,0-3-10-15,0 3-17 0,0 0-13 0,0 0-15 0,4-5-15 16,-4 5-13-16,0 0-16 0,0 0-7 16,0 0-7-16,-10 9-5 0,2-1-5 0,-5 4-5 0,-2 2-13 15,-2 3 1-15,-4 4-3 0,2 0-3 0,-1-2 0 0,0 2-5 16,2 0 4-16,4 0-5 0,1-4 0 15,4-1-1-15,2-1 1 0,0 1-3 0,1-1-2 16,1-3-2-16,2 0 3 0,3 0 3 0,0-2-1 0,3 1 1 16,3-4 4-16,-1 2 4 0,3-3 5 0,2 1 5 15,0-4 4-15,2 0 3 0,3 0 3 0,-3-2 5 0,-1-1 5 16,2-1 7-16,-2-1 7 0,2-2 3 0,-1 0 7 16,-1-1 15-16,-1-2 8 0,3-2-7 0,-4-4 3 15,4 2-6-15,-4-4 5 0,-4 1-6 0,5-3-6 16,-10-3-8-16,8-4-3 0,-7 4-10 0,-1-6-10 0,-5 0 0 15,1-3-9-15,-6 3-2 0,-2 0-6 16,1 3-7-16,-6-1-7 16,-2 2 1-16,1-2-12 0,-7 5-5 0,-1 5-10 15,-3 1-2-15,-2 5-16 0,-1 1-12 0,5 3-18 16,-1 3-22-16,-4 2-22 0,2 5-22 0,2 3-26 16,-1 2-24-16,0 3-33 0,10 3-49 0,-6-2-242 15,13-4-541-15,4-3 239 0</inkml:trace>
  <inkml:trace contextRef="#ctx0" brushRef="#br0" timeOffset="155834.37">15837 7712 109 0,'0'0'304'0,"0"-5"-13"16,0 1 1-16,0 4-22 0,1-7-19 0,-1 7-19 16,-1-3-19-16,1 3-21 0,0 0-24 0,1-4-17 15,-1 4-20-15,0 0-16 0,0 0-16 0,0 0-28 0,0-3-17 0,0 3-9 16,0 0-1-16,0 0-8 0,0 12-4 0,0-4-3 16,-1-3-2-16,-2 7-5 0,3 0 1 0,0-1-2 15,-1 1-8-15,-4 5 5 0,5 0-2 0,-1-2-3 16,1-1 2-16,0-3-4 0,1 1 3 0,-1 1-2 15,5-2 1-15,-4-1-2 0,3-2 9 0,-1 0-9 16,1-3 1 0,1 2-4-16,5-5 2 0,0 3 2 0,0-4 10 15,4-2-9-15,-1-1-2 0,6-5 0 0,-2 0 6 16,0-1 3-16,-1-3 5 0,2 1 2 0,-4-2-3 0,5-8-2 16,-6 5-1-16,1 0 1 0,3-6-6 15,-4 4-1-15,-1-5 1 0,-2 8 7 0,-4-3 14 16,-1 2 13-16,0 4 2 0,-3-4 3 0,1 6 0 15,-2 1-1-15,1 4-2 0,-2-3-13 0,0 1-8 0,-2 2-20 0,2 4-14 16,-7-2-6-16,-1 3-2 0,-2 2 1 0,0-1-4 16,-2 5-14-16,1 0-7 0,2 3-7 0,-2 0-4 15,1 1-4-15,4-2-6 0,-1 3 3 0,2 0 5 16,1-2 3-16,3 3-2 0,2-1-6 0,3 0-2 16,5 1-20-16,8-1-28 0,2-3-41 0,9-1-79 15,-2-2-281-15,4-5-546 16,-2-1 242-16</inkml:trace>
  <inkml:trace contextRef="#ctx0" brushRef="#br0" timeOffset="156250.74">16568 7657 280 0,'2'-1'271'0,"-2"1"-26"16,0 0-28-16,6-3-28 0,-6 3-24 16,0 0-26-16,0 0-15 0,0 0-12 0,-16 21-13 0,-3 0-13 15,-4 2-9-15,-10 11-6 0,-7 2-9 0,-3 3-7 16,1 7-5-16,-1-3-7 0,-4-1 0 0,4 0-7 31,4 0-5-31,1-3-5 0,3-5 0 0,13-8-1 0,0-2-3 16,1 2-3-16,6-6 2 0,2-3-5 0,3-5 1 0,2-1 0 15,3-2 0-15,0 0-8 0,1-3 5 16,0-1 8-16,3 0-1 0,-3-4 7 0,3 3 11 16,-3-1 8-16,4-3 10 0,-4 5 2 0,4-5 4 0,0 3-5 15,0-3-3-15,0 0-7 0,0 0-5 0,0 0-14 16,-3 2-18-16,3-2-35 0,0 0-70 0,0 0-72 15,0 0-68-15,-2-10-214 0,0 6-485 0,4-2 215 0</inkml:trace>
  <inkml:trace contextRef="#ctx0" brushRef="#br0" timeOffset="156713.81">16632 8049 240 0,'0'0'218'0,"0"0"-23"16,-9-5-23-16,9 5-16 0,0 0-16 0,-17 5-16 0,8 0-16 0,-3 2-11 15,0 1-10-15,-3 1-9 0,1 1-7 0,-4-1-11 16,4 4-6-16,1-1-5 0,0-1-6 0,3 2-5 15,1-2-2-15,0-3-5 0,1 4-4 0,3-3 0 16,1 0-7-16,3-1-2 0,-4 0 3 0,5-3-3 16,0 0 13-16,0 2 7 0,0-3 12 0,6 1 7 15,-2-2 8-15,4 0 8 0,1 0 0 0,5-2 2 0,-1 0 2 0,1-2 4 16,-2-1 8-16,1 0 14 0,0-1 10 0,0-2-1 16,-1 1 2-16,-2-3-5 0,-1-2-12 0,1 0 5 15,-1-5-16-15,-3-1-8 0,-1-1-9 0,1 1-7 16,-4-3-7-16,0 0-10 0,-4 1-7 0,-3-1-4 15,0 1-8-15,-4 0-2 0,0 3-4 0,-5-1-10 16,-2 2-12-16,-3 3-5 16,-6 0 5-16,-1 1 0 0,-2 4-9 15,2 1-13-15,3 3-19 0,2 2-27 0,3 0-36 0,-1 1-33 16,1 4-25-16,4 2-23 0,1-1-37 0,5 1-32 16,3-2-228-16,5 1-522 0,7-3 231 0</inkml:trace>
  <inkml:trace contextRef="#ctx0" brushRef="#br0" timeOffset="157253.31">16812 7945 305 0,'0'0'342'0,"-1"-7"-8"15,1 7-35-15,0-4-28 0,0 4-29 16,0-5-36-16,0 5-25 0,0 0-46 0,0 0-37 15,0 0-14-15,0 0-14 0,0 0-16 0,9 11-12 16,-4-6-16-16,1 2-21 0,-1 2-7 0,4 2-13 16,-2-2-11-16,5 0-3 0,-3 0-8 0,0 0-1 15,4-2-1-15,-4 2 1 0,1-4-1 0,0 2-1 16,-1-2 13-16,-2-1 5 0,-1-2-6 0,1 0 11 16,0-2 9-16,1 0 11 0,-8 0 11 0,10-3 16 0,-2 1 13 0,-2-2 4 15,-1 0 4-15,2 0 20 0,-3 1 2 0,1 1 3 16,0-1 0-16,-2 1 2 0,0-2-4 0,-3 4-9 15,4-4-6-15,-2 1-4 0,-2 3-11 0,0 0-12 16,0 0-15-16,7 0 1 0,-7 0-12 0,2 7-4 16,2-2-3-16,1 7-4 0,0 2 9 0,-1 1-11 15,0 3 0-15,1 7 0 16,-1 1 5-16,0 1-3 0,-2 4 2 0,0-1 2 16,-4 0-1-16,0 1 2 0,2 1-1 0,-4 1 3 0,0-1-1 0,-1 0 0 0,1-7-1 15,-4 0-3-15,1-8-1 0,1-1 5 0,-2-8-2 16,1 1 11-1,-1 0 12-15,3-4 15 0,-5-2 16 0,3-3 12 16,-5 0 6-16,2-3 37 0,1-4 18 0,4-3 12 0,-4-3-4 16,4-4-9-16,4-12-16 0,3 4-11 0,5-3-19 0,4 1-8 15,5-3-10-15,3-2-11 0,11-8-4 0,6 2-10 16,0 1-4-16,0 3-15 16,3 2 11-16,-12 13-3 0,-3 0-4 0,-1 4-6 15,-5 3-1-15,-7 5 4 0,0 0-6 0,-3 2-4 16,-2 0 1-16,-1 3-16 0,-1-4-38 0,1 5-43 15,0-2-50-15,-5 3-44 0,0 0 2 0,0 0-4 0,0 0-32 0,-22 10-63 0,2-5-305 0,2 0-633 16,0-1 281-16</inkml:trace>
  <inkml:trace contextRef="#ctx0" brushRef="#br0" timeOffset="159202.4">17898 7982 121 0,'-9'0'151'0,"9"0"0"16,-6 0-6-16,6 0-10 0,0 0-5 0,-5 1 2 15,5-1-12-15,0 0-5 0,0 0-3 0,0 0-5 16,0 0-5-16,0 0-4 0,0 0-5 0,0 0-6 16,0 0-2-16,0 0-5 0,-7 2-5 0,7-2-5 0,0 0 0 0,0 0-3 15,0 0-4-15,0 0-4 0,0 0-9 0,0 0-2 16,0 0-5-16,0 0-5 0,0 0-4 0,0 0-3 15,0 0-5-15,0 0 2 0,0 0-5 0,0 0-4 16,0 0 1-16,0 0 0 0,0 0-3 0,0 0-5 16,0 0-1-16,0 0 1 0,0 0 2 0,0 0-7 15,-4 4 1 1,4-4-2-16,0 0-1 0,0 0 1 0,0 0-1 16,0 0 1-16,0 0 2 0,0 0 5 0,0 0 2 0,0 0 9 15,0 0-1-15,0 0 2 0,0 0 0 0,0 0-1 16,0 0-5-16,0 0-4 0,18-8 0 0,-5 5 0 15,6-1-2-15,9-3-2 0,3 2 1 0,6 0-4 16,0-1-2-16,3 1 1 0,-1-1-4 0,2 2-2 16,-5 1 2-16,-4 1-8 0,-5-1-2 0,-8 3-24 0,-1 0-7 15,-7 0-28-15,-1-3-26 0,-2 6-18 0,-3-3 6 16,-5 0-12-16,2 3-12 0,-2-3-28 0,0 0-22 0,-21 4-175 16,8-3-380-16,-4 3 169 0</inkml:trace>
  <inkml:trace contextRef="#ctx0" brushRef="#br0" timeOffset="159425.66">18087 7902 56 0,'1'-10'217'0,"1"3"5"0,0-5 9 0,0 1 5 16,-1 2 4-16,3-1 2 0,-3 0-6 0,2 1 1 16,-2 3-10-16,0 1-12 0,0-1-18 0,-1 2-23 0,3 1-27 15,-3 3 7-15,1-5-33 0,-1 5-17 0,1-5-31 16,-1 5-39-16,0 0-10 0,0 0-2 0,0 0-5 0,-6 22-3 15,4-10 0-15,-2 4-2 0,0 12-4 0,-1-2-10 16,0-1-16-16,1 5-13 0,1-1-28 0,0 1-29 16,1 2-38-16,2-5-42 0,3 1-53 0,-1-8-240 15,1-3-498-15,1-6 221 0</inkml:trace>
  <inkml:trace contextRef="#ctx0" brushRef="#br0" timeOffset="160094.01">19005 7768 277 0,'2'-4'266'0,"-4"-3"-21"0,0 2-22 0,1-1-24 16,-3 1-21-16,-1-1-13 0,-4 0-23 0,-1 4-16 16,-3-1-13-16,-6 2-10 0,-3 3-12 0,3 1-8 0,-8 5-11 15,0 2-6-15,7 0-9 0,2-2-3 16,-2 3-10-1,3 2-7-15,0-1 4 0,1 1-9 0,4 1-3 16,1-2-6-16,2 2-1 0,3-2-2 0,2 1 0 0,0-2-3 16,4-1-3-16,0-1 4 0,0-2 1 0,2 1-4 15,4-3 7-15,-1 0 5 0,0-2 7 0,5 1 6 16,0-1 2-16,1-3 4 0,1 0 6 0,0-1 10 0,2-1 4 16,-1-2-2-16,3 0-1 0,-3 0-2 0,-1 0-8 0,0-2-3 15,0 3-7-15,-1 1-11 0,-2 0 0 0,-1-1-2 16,0 3-12-16,-1-1 1 0,0 0-5 0,-7 1-7 15,14 2-1-15,-6 1-1 0,0 2-7 0,-1 3 3 16,2 0-2-16,-1 3-1 0,-1 0 1 0,-1 5 4 16,2 0-7-16,0 0 1 0,-1 4-1 0,-3-5 0 15,1 2 0-15,-3 0 4 0,0-2 0 0,1-3-1 16,-3 0 3-16,0-2 1 0,0-1-5 0,2-2 5 16,-2-2-1-16,0 2 1 0,0-2 4 0,0-1 40 0,0-4 50 0,0 4 51 15,0-4 45-15,3 4 36 0,-3-4 16 0,0 0-6 16,0 0-25-16,0 0-18 0,11-14-25 0,0 3-17 15,1-3-15-15,6-5-17 0,-1-5-14 0,2-1-11 16,0 2-11-16,3-2-14 0,-6 4-5 0,2 0-5 16,-6 6-10-16,-2 2-12 0,0 4-17 0,-5-1-19 15,-1 4-20 1,1 2-28-16,0-1-39 0,-1 1-46 0,-3-1-47 0,1 2-72 0,-1 0-63 16,-1 3-23-16,0 0-26 0,0 0-47 0,6 8-325 15,-6-8-793-15,0 5 350 0</inkml:trace>
  <inkml:trace contextRef="#ctx0" brushRef="#br0" timeOffset="160705.87">20013 7670 56 0,'1'-6'258'0,"-1"2"-5"0,2-3-7 16,-2 3-6-16,1 0-7 0,-1-2-7 0,1 2-10 15,-1 4-14 1,0-4-18-16,0 4-20 0,1-6-21 0,-1 6-18 0,0 0-18 0,0-3-15 0,0 3-22 0,0 0-9 0,0 0-3 31,-10 12-8-31,1-1-8 0,-1 4-2 0,-3 2-1 16,-6 2-17-16,2 7-3 0,0-3-1 0,1-1-1 15,-2 1-5-15,4 0-3 0,0 3 2 0,5-9-4 16,3 1 3-16,-2 0-2 0,2-2-2 0,2 0-1 16,-1-5 3-16,3 0-2 0,1-1 0 0,0-3 4 15,1 0 0-15,0 1 3 0,1-4 29 0,2 3 33 16,-2-5 25-16,2 3 29 0,1-3 20 0,-1-1 15 0,-3-1 7 0,12 0 6 16,-6-2-4-16,-1-2-2 0,7-3-13 0,-1-1-12 15,0-3-16-15,5-4-15 0,2-5-10 0,1-1-12 16,-1-3-13-16,-1-3-17 0,-2-1-14 15,-2-1-13-15,-4-1-17 0,-2-1-14 0,-3-1-6 0,-4 0-5 16,-2 5 0-16,-7-1-8 0,-3 1-10 0,-7 4-8 16,0 2-4-16,-11 0-3 0,-2 6-6 0,-3 1-4 0,-2 4-1 15,0 3-18-15,2 3-25 0,-1 1-28 0,0 4-26 16,5 3-20-16,0 3-26 0,1 2-26 0,0 5-35 16,2 0-25-16,11-1-38 0,3 3-265 0,5-5-631 15,8 1 279-15</inkml:trace>
  <inkml:trace contextRef="#ctx0" brushRef="#br0" timeOffset="163244.7">20327 7570 135 0,'0'-7'229'15,"1"4"-7"-15,-1 3-15 0,4-4-9 0,-4 1-10 16,0 3-6-1,4-4-8-15,-4 4-12 0,1-5-14 0,3 2-17 16,-4 3-15-16,0 0-14 0,0 0-12 0,4-1-15 0,-4 1-10 16,0 0-6-16,0 0-4 0,4 10-7 0,-3-4-2 15,2 1-4-15,-1 4-4 0,-2 4-4 16,0 2-4-16,0 0 0 0,0 0-5 0,2 5-3 16,-2 5-3-16,-2-9 0 0,4 2-4 0,-2-1 1 0,2 0-2 15,-1-1-3-15,2 0 0 0,-2-1 0 0,3-2-11 0,-4-3 0 16,4 0-1-16,0-1 6 0,-3-4-2 0,2 0 3 15,-1-2 0-15,-2 0 7 0,5 0 24 0,-1-2 14 0,1-1 16 16,2 0-2-16,-1 0 8 0,2-1-3 0,-1-2-3 16,1-2 2-16,4 0 15 0,-2 0-24 0,-1-3-7 15,6 0-7-15,-1-5-5 0,1-2-1 16,1 1 3-16,7-5-8 0,-7-1-7 0,1 3 0 0,2-5 12 0,-6 6-18 16,5-7-4-16,-7 4 0 0,0-2-6 0,-1 1-2 15,-1-1 7-15,-4 1-10 0,3 1 7 0,-2 1-5 16,-4 4 6-1,3-4 0-15,-3 3-1 0,-1 2-2 0,0 1 0 16,-1 1-1-16,0 0 2 0,0 5-1 0,-1-4-1 16,0 2-3-16,-2 3-10 0,-1-3-4 0,-2 3-2 15,0 3-3-15,-1-3-6 0,-3 3 16 0,-3 3-11 0,-1 0-6 16,0 5 5-16,1-2-14 0,4-2 2 0,-5 4-9 16,5-2-11-16,3 2-9 0,-3-1 4 0,4 3 3 15,1-5 0-15,0 5-3 0,6 1-3 0,5-1-21 16,1-1-31-16,7 1-54 0,12-2-75 0,1-2-292 0,3 0-571 15,-1-5 253-15</inkml:trace>
  <inkml:trace contextRef="#ctx0" brushRef="#br0" timeOffset="163651.51">21086 7536 284 0,'3'-1'269'15,"-3"1"-22"-15,5-6-30 0,-3 5-24 0,-2 1-24 0,0 0-23 0,0 0-14 16,0 0-14-16,0 0-12 15,-10 17-11-15,-1-2-10 0,-6 10-1 0,-6-2-12 0,-9 16-7 0,-2 3-7 0,-3 1-15 0,-4 3-2 32,-14 16-7-32,17-17 0 0,2-2-4 0,2-3-7 15,5-1-1-15,9-10 0 0,-1-2-3 0,5-2 2 16,-1-2-7-16,8-6 2 0,0-2-7 0,1-1 12 0,2-6-2 0,1 2 2 0,1-4 0 0,0 0 6 16,3-1 6-16,-3-1 8 0,4-1 14 0,-3 1 10 15,2-1 9-15,1-3 0 0,-1 2 4 0,1-2-6 16,0 0-2-16,-3 5-12 0,3-5-2 0,0 0-10 15,0 0-38-15,0 0-28 0,0 0-24 0,0 0-36 16,0 0-47-16,-5-14-50 0,8 10-67 0,-3-2-226 16,0-1-508-16,2 0 225 15</inkml:trace>
  <inkml:trace contextRef="#ctx0" brushRef="#br0" timeOffset="164083.96">21206 7887 79 0,'0'0'291'0,"0"0"-29"0,0-5-26 16,0 5-26-16,0 0-22 0,0 0-24 0,0 0-17 15,0 0-14-15,0 0-15 0,-19 14-14 0,10-4-12 16,-3 1-11-1,1 4-6-15,-3 0-11 0,-1 5-5 0,-2 2-10 16,3-3-1-16,3 0-5 0,1-1-8 0,-1-2-1 16,2 1-7-16,2 0 3 0,0-4-8 15,2 1-2-15,1-3 3 0,0 0-2 0,3-2 4 16,1 1 0-16,-1-5 4 0,-2 2 4 0,3-3 12 0,0-1 18 16,0 2 28-16,0-1 28 0,0-4 25 0,0 0 5 15,9 0 2-15,-9 0 0 0,9-6-6 0,-1-1-3 0,1 1-8 0,-3-3-15 16,3-3-15-16,0-3-16 0,5-6-15 0,-2-2-25 15,0-4-20-15,-4-2-25 0,0-1-18 0,-4 1-7 16,-2 1-1-16,-3 0-3 0,-2 9 13 0,-3-6-25 16,-2 6 0-16,-3 1-9 0,-1 5-1 0,-3 1-4 15,-12 0-5-15,8 6 2 0,-9-1-3 0,-3 2-11 16,2 4-15-16,1 1-19 16,0 2-25-16,7 2-30 0,1 3-17 0,2 0-42 15,6 2-44-15,3-1-219 0,2-2-519 0,4 0 229 16</inkml:trace>
  <inkml:trace contextRef="#ctx0" brushRef="#br0" timeOffset="164431.59">21453 7720 29 0,'0'0'267'0,"4"-5"-31"0,-3 2-23 0,-1 3-24 0,0 0-23 0,0 0-13 16,10 6-18-16,-6-4-18 0,4 5-11 0,-2-1-11 15,1 3-6-15,2 1-15 0,-2 4-7 16,1 2-3-16,0-1-9 0,-3 5-5 0,-1-1-4 0,2 5-4 16,-4-5-5-16,1 8-5 0,-4-8-2 0,-5 7-5 15,2-7 2-15,-2 0-4 0,3-2-3 0,-1 0-5 16,-1-5 1-1,1-1 1-15,0 0-6 0,0-4 2 0,2-2 2 16,-1 1-3-16,2-2 0 0,-2 0 17 0,2-1 20 0,1-3 21 16,0 6 9-16,0-6-5 0,5 3-9 0,5-6-7 15,3-1-16-15,7 0-24 0,0-2-37 16,6-1-47-16,1-1-47 0,0-3-56 0,0 3-73 16,-9-1-154-16,1-1-428 0,-4 0 189 0</inkml:trace>
  <inkml:trace contextRef="#ctx0" brushRef="#br0" timeOffset="164754.97">21435 7956 188 0,'-4'1'301'0,"-1"0"-5"0,5-1-9 16,-8 2-8-16,8-2-9 0,0 0-16 0,-6 0-21 16,6 0-15-16,0 0-28 0,0 0-16 0,0 0-22 0,31-8-14 15,-2 1-10-15,7 2-13 0,2-2-13 0,17-1-17 0,0-1-4 16,0 1-13-16,3 0-7 0,-5 2-3 0,-17 1-4 16,0 1-15-16,-7-3 10 0,-8 6-1 0,-5-2-2 15,-3 3-8-15,-3-2 0 0,-2 0-5 0,-2 2 9 16,-1-2-36-16,-5 2-17 0,7 0-26 0,-7 0-28 0,0 0-33 15,0 0-46-15,0 0-55 0,-33 2-67 0,12 0-277 16,3-2-586-16,2 0 259 0</inkml:trace>
  <inkml:trace contextRef="#ctx0" brushRef="#br0" timeOffset="166505.51">15519 8947 92 0,'0'0'102'0,"0"0"-17"16,0 0-2-16,0 0-26 0,0 0 9 0,0 0 1 15,0 0-11-15,0 0 0 0,18 0 7 0,-9 0-6 16,3 0-5 0,-1-3 1-16,0 2-2 0,4 0 1 0,5-2-1 0,-1 0-5 15,2 2 0-15,7-3 1 0,1 1-5 0,1-2 12 16,2 1-15-16,1 3-3 0,2-6 1 0,6 2-6 16,10-3 2-16,1 1-2 0,2-2-2 0,-1 2 1 15,1 1-7-15,3-3-4 0,0 4 3 0,-1-2-2 16,1 2-3-16,-2-2-1 0,2 2-1 0,-2 2-5 15,2-1 2-15,-3-4 1 0,1 6 1 0,3-3-2 0,-3 0-1 16,-1 0-5-16,3 3 7 0,-2-4-7 0,-2 0 2 0,1 2 0 0,2-1 1 16,0 1 0-16,-2 0-3 0,1-1 3 0,-4 3 2 15,-12 0-3-15,1-1-1 0,9 0 4 0,-12 3 2 16,5-2-7-16,-6 2 1 0,5-3 1 0,-2 3 1 16,1 0-2-16,-3-1-5 0,3-2 4 0,-2 2-1 15,-2 0-1-15,2 0 0 0,-1 1-3 0,3-2 3 16,-3-1-1-16,1-1-1 0,2 2 0 0,11-3 0 15,-14 2 2-15,16 0 3 0,-13-2 4 0,10 2-11 16,1-1 5-16,-11 1 0 0,12-4 1 0,-13 5-2 0,14-3 0 16,-16 0 1-16,17-2 1 0,-14 3 0 0,11-2 5 15,1 3 4-15,3-3 3 0,-4 1 3 16,0 2-4-16,4-1-3 16,-18 1 1-16,3-2-3 0,11 1 2 0,-14 4-1 15,2-3-4-15,1-1 1 0,1 3-1 0,10-4-2 16,-12 3 2-16,0 0 1 0,2-1-1 0,9 1-5 15,-9-1 5-15,10 1 1 0,0 0 1 0,-10-1 1 16,10 1-1-16,1-1 1 0,-12 1-3 0,12-1 2 0,1 0 0 16,-12-1 3-16,11 3-5 0,1 1 1 0,-14-1 1 15,14-2-3-15,-15 4 0 0,2-3 0 0,11-1-2 0,-12 3 0 16,2 2-1-16,10-4 1 0,-12 2-2 0,-1-1 0 16,4 1 3-16,12-2 1 0,-2 2-1 0,-11-2 2 0,12 1-1 15,-13-1 1-15,14 1-1 0,-2 0 3 16,3-2-6-16,-15 2 5 0,11 0-4 0,0 0-2 15,0 0-1-15,-12-1 4 0,0 1 1 0,2 1 5 16,12-3 1-16,-2 1 2 16,-12 0 3-16,-2 2-3 0,4-2 1 0,-2 1-3 15,-4 0 3-15,2 0-2 0,4 1-2 0,-5-3-3 16,-1 3 3-16,-2 0-2 0,-1-2 0 0,-2 2 3 16,-1 0-3-16,-8 0 1 0,1 0 4 0,-3 0 4 15,0 0 3-15,-3 0 4 0,-2 0-4 0,-3 0 4 16,0 0 1-16,0-2 0 0,-3 2 2 0,-1 0 0 15,-7 0-2-15,10 0-2 0,-4-1-2 0,-6 1 0 0,9 0-4 0,-9 0 2 16,0 0-9-16,7 1-1 0,-7-1-1 0,10 0-4 16,-5 0 2-16,-5 0 1 0,9 2-5 0,-3-2 2 15,-2 2 0-15,-4-2-2 0,10 0-3 0,-10 0 4 16,6-2-2-16,-6 2 2 0,0 0 5 0,9 0-7 16,-9 0 0-16,0 0 0 0,0 0 1 0,0 0-6 15,0 0 3-15,0 0-5 16,9 0-8-16,-9 0-13 0,0 0-14 0,0 0-28 15,0 0-26-15,0 0-22 0,0 0-53 0,0 0-36 16,0 0-227-16,0 0-465 0,0 0 206 0</inkml:trace>
  <inkml:trace contextRef="#ctx0" brushRef="#br0" timeOffset="168834.97">16379 9426 216 0,'0'0'257'15,"1"-6"-13"-15,-1 6-13 0,0-4-16 0,0 4-13 16,0 0-21-16,1-2-18 0,-1 2-23 0,0 0-13 16,0 0-16-16,0 0-18 0,0 0-14 0,0 0-8 0,0 0-14 0,0 0-10 15,-19 5-3-15,10 2-6 0,-6 5-3 0,-4 4-4 16,-3 2-3-16,0 3-6 0,2 0-2 0,-1 0-3 15,2-1-3-15,1-1 0 0,4-3-6 0,5-1-1 16,-7 2 2-16,7-2-5 0,4-3 2 0,-3-2-1 16,3-1 2-16,1 0-2 0,0-1-2 0,2-3 1 15,0-1-1 1,1 1 1-16,0 1 3 0,1-4 3 0,0-2 8 0,4 4 17 16,1-1 1-16,4-6 0 0,2 1 7 0,5-5 3 15,0 2 2-15,3-4-3 0,-6-2-6 0,1 1-2 16,1-4-4-16,-2-2-4 0,0 0-1 0,-3-1-6 15,3-9-1-15,-4 3-3 0,-4-1-3 0,0-1 0 16,-5 2-2-16,-1-3-5 0,-4 7-2 0,-3 1 0 16,-2 1-1-16,-7-1-4 0,-3 1 0 0,-6 5-4 0,-3 2-2 15,-2 3-3-15,-3 2-6 0,1 3-5 16,-2 2-13-16,3 2-10 0,0 3-14 0,1 2-25 16,2 1-20-16,6 6-27 0,-1-2-21 0,7 1-26 15,3 1-33-15,0-1-186 0,10 0-426 0,4-3 188 16</inkml:trace>
  <inkml:trace contextRef="#ctx0" brushRef="#br0" timeOffset="169462.62">16638 9350 20 0,'1'-6'279'0,"2"3"-21"0,0-2-12 15,-1 3-16-15,-1-1-22 0,3-1-20 0,-4 4-24 0,1-3-15 16,-1 3-21-16,0 0-13 0,4-2-25 16,-4 2-25-16,0 0-12 0,0 0-2 0,4 10-8 0,-4-3-10 15,0 1-1-15,0 4-2 0,0 0-3 0,-4 5-3 16,4-2-2-16,-1 3-2 0,2-1-5 0,-2 2 4 0,1 0-8 15,0 1 0-15,1-3 0 0,-1 0 0 0,0 0-4 16,2-3 3-16,0-2-2 0,-1 0 2 0,3-4-2 16,-4 1 3-16,4-4-3 0,-3 3 6 0,2-4 13 0,-2-1 24 31,3-1 17-31,1 3 14 0,3-5 13 0,-2 0-6 16,3-5 3-16,1 3-2 0,2-3-5 0,3-5 1 15,-5 3-5-15,3-6-12 0,1 2-3 0,-1-4-7 16,0-2-5-16,2-2-9 0,4-2-4 0,-6 1-9 15,-2 5 2-15,-2-1 2 0,3-1-3 0,-3 1-4 16,-3 2-1-16,-2 2-6 0,1 3 7 0,-2 2 2 16,1 1-5-16,-3 2 1 0,3-1-11 0,-2 1-7 0,-2 1-1 15,0 3-11-15,3-5-11 0,-3 5-18 0,0 0 3 0,0 0 1 16,0 0 2-16,-3 13 1 0,1-4 8 0,-2 3-2 16,0 0 6-16,-1 2-1 0,1 6 2 0,-4-3-3 15,2 1 2-15,1-1 0 0,1 1 0 0,-1-1 3 16,1-3 1-16,-1 1 2 0,2-2-1 0,2-3 2 15,1-2 3-15,0 0 2 0,0-1-6 0,0-1 9 0,0-1 1 16,0-2-2-16,1 1 10 0,6 1 15 0,-2-2-4 16,8-3 8-16,6 2-6 0,3-4 1 0,7 2 5 0,2-3-13 15,1-3-25-15,0 3-44 0,2-2-60 0,-2-3-73 16,4 0-100-16,-5-2-279 0,-3-5-610 0,-4 3 269 16</inkml:trace>
  <inkml:trace contextRef="#ctx0" brushRef="#br0" timeOffset="170226.06">15943 9922 19 0,'-10'0'211'0,"3"0"-1"0,7 0-13 0,-11 0-9 0,6 0-14 0,5 0-13 16,-8 0-13-16,8 0-11 0,0 0-9 0,0 0-11 16,0 0-8-16,0 0-8 0,0 0-10 0,-8 0-6 15,8 0-3-15,0 0-8 0,0 0-1 0,0 0-8 16,0 0-5-16,0 0-4 0,0 0-7 0,0-3-2 16,0 3-7-16,0 0-4 0,0 0-3 0,0 0-4 15,0 0-4-15,0 0 0 16,0 0-6-16,0 0-5 0,0 0 0 0,0 0-3 15,0 0-2-15,0 0 0 0,0 0-2 0,0 0 0 16,0 0-1-16,0 0 0 0,0 0 0 0,0 0 1 16,0 0-3-16,0 0-2 0,0 0 2 0,0 0 1 15,0 0-2-15,0 0 0 0,0 0-2 0,0 0 1 16,0 0 0-16,0 0 1 0,0 0-2 0,0 0 2 16,0 0 3-16,0 0 1 0,0 0 4 0,24 3 3 0,-7-6-2 0,10-2 1 15,10 1-1-15,18 0-3 0,6-3 0 0,31-2 3 16,6 0 0-16,6-3 2 0,1 2 0 0,6-2 7 15,-2 2 3-15,3-2 4 0,2-5 3 0,-10 10 0 0,-3-3-1 16,-11 3-11-16,-26 1-2 0,-11 0-1 16,-15 3-3-16,-1-1 11 0,-8-1-14 0,-9 2-1 15,-3 1 0-15,-5 1 2 16,-1 1 0-16,-3 0-4 0,1-1 0 0,-4 1 9 16,-5 0-21-16,0 0-14 0,5 1-15 0,-5-1-19 15,0 0-21-15,-20 7-26 0,-1 1-39 0,2-3-56 16,-8 5-268-16,-1-3-503 0,3 3 223 0</inkml:trace>
  <inkml:trace contextRef="#ctx0" brushRef="#br0" timeOffset="170865.19">16748 10321 130 0,'0'0'246'0,"0"0"-22"0,0 0-22 0,1-5-21 0,-1 5-18 0,0 0-14 15,0 0-19-15,-5-5-16 0,5 5-12 0,0 0-12 16,-14 0-9-16,14 0-8 0,-14 5-9 15,4-2-8-15,-2 2-4 0,2-1-9 0,-3 4-15 16,-1 0-2-16,-5 3-1 0,4 1-8 0,-1-1 3 0,1 2-1 16,0-1-3-16,2-1-3 0,0 4 0 0,4-2-4 15,0 0-3 1,3-4-1-16,1 0 4 0,1-1-5 0,1 0 0 16,1-3 7-16,2 2-2 0,0-3 8 0,4 1 9 0,1-1 9 15,6-2-4-15,6 0 6 0,2-2-3 0,-2 0-1 16,2-4 2-16,1 0 14 0,-3-1 6 15,0-3 2-15,-1-1 4 0,-2-3 1 0,-1 3-3 16,-5-3 0-16,3-3-7 0,-4 0-7 0,-2-3-4 0,-4 0-15 16,-1-11-8-16,-1 3-6 0,-7 1-8 0,-1-1 0 0,-5 4-6 15,5 5-1-15,-10-3 0 0,-2 1-2 0,-2 3 5 16,-2 3-7-16,-3 5 3 0,1 0-2 0,-1 2 1 0,1 3 1 16,-1 2-1-16,6 3-1 0,3 1 1 15,2 2-24-15,-2 1-27 0,4 2-26 0,5 0-12 16,-1 3-18-16,5 2-17 0,2-2-20 0,9 4-35 15,3-1-199-15,6-2-415 16,5-2 184-16</inkml:trace>
  <inkml:trace contextRef="#ctx0" brushRef="#br0" timeOffset="171443.62">16932 10214 144 0,'3'-3'296'15,"-3"3"-21"-15,2-4-29 0,-2 4-28 0,3-4-26 16,-3 4-18-16,0 0-23 0,0 0-24 0,0 0-22 16,0 0-4-16,0 0-13 0,0 0-15 0,6 12-2 15,-2-5-10-15,1 0-7 0,0 3-13 0,2-3-3 16,-1 1-12-16,0 0-13 0,3 0 1 0,0 0-4 16,-1-3-8-16,2 1-2 0,-1 1-3 0,0-3 0 0,0-2 2 0,2 1-3 15,-3-2 3-15,-1 0 1 0,3-2 3 0,-4 0-1 16,0-2 2-16,4-2-1 0,-2 1 5 0,-3 0 5 15,3-3 2-15,0 0 2 0,1-1 8 0,-4 2 0 16,0 1 7-16,0 0 2 0,-1 0 0 0,1 2-4 16,-2 0-4-16,-1-1-3 0,2 1-4 0,-2 1-5 15,-2 2-16 1,0 0-5-16,7-2-2 0,-7 2-2 0,0 0 0 16,5 12-1-16,-4-2 2 0,2 2-1 0,0 7 4 0,-2 5 0 0,-1 3 1 0,-1 0 1 15,-1 2 2-15,0 0-1 0,-2 0-2 0,-1 2 2 16,-1-2 1-16,0 0 3 0,-3 2-3 0,0-1-2 15,0-1 7-15,2 0-2 0,-2-3 0 0,1-8 3 16,3 0 0-16,-4-3 11 0,1-4 0 16,3-2 14-16,0 0 17 0,1-3 24 0,-2-2 35 15,2-3 23-15,0-1 10 0,4 0 1 0,-9-8-1 16,7-2-19-16,-2-7-24 0,2-2-11 0,5 0-15 0,4-8-20 16,4 0-11-16,4-1-17 0,12-12-12 15,5-2-13-15,3 1-6 0,3 1 2 0,0-1 1 16,4 4-1-16,1 1 2 0,-6 2 2 0,-9 13 3 15,-3 1 5-15,-3 3 19 16,-8 5 13-16,-2 3 5 0,-3 1-6 0,-2 1-3 16,2 2-13-16,-6 1 5 0,1 0-32 0,-1 2-34 15,0 0-35-15,-3 2 9 0,0 0-25 0,0 0-25 16,-15 8-43-16,3-1-47 0,-6 0-78 0,0 0-228 16,2-3-557-16,3-1 246 0</inkml:trace>
  <inkml:trace contextRef="#ctx0" brushRef="#br0" timeOffset="181402.04">18531 9616 32 0,'-8'0'151'16,"-2"1"-3"-16,5-1-9 0,-3 0-5 0,8 0-5 0,-8 0-13 16,8 0-13-16,-7 0-11 0,7 0-13 0,-7 0-6 15,7 0-3-15,0 0-12 0,0 0-6 0,0 0-11 16,-10 0-1-16,10 0-2 0,0 0-2 0,0 0-5 16,0 0 6-1,0 0-1-15,0 0 7 0,0 0-4 0,0 0 3 16,0 0 3-16,0 0-1 0,0 0 0 0,0 0-5 15,0 0-7-15,0 0 2 0,0 0-2 0,-5 2-4 0,5-2-3 16,0 0 0-16,0 0-5 0,0 0-2 0,0 0-4 16,0 0 0-16,0 0-2 0,0 0 2 0,0 0 1 15,0 0-2-15,0 0-1 0,0 0 6 0,0 0-6 16,0 0 6-16,0 0 0 0,0 0-11 0,0 0 11 16,0 0-2-16,0 0-4 0,0 0 0 0,0 0-3 0,0 0 4 15,0 0-5-15,0 0-1 0,0 0-2 0,0 0 1 16,0 0-2-16,0 0 1 0,0 0-2 0,0 0-3 15,0 0 5-15,0 0-2 0,0 0 0 0,0 0-2 0,0 0 3 16,0 0-4-16,0 0 4 0,0 0-8 16,0 0 7-16,0 0 1 0,0 0-1 0,0 0 3 15,0 0 3-15,25-4 1 0,-5 0 2 0,9 0 3 0,4-1 2 0,4-4 1 32,17 1 7-32,5-1 7 0,-2-3 0 0,3 3 1 0,-6-2-1 0,5 4-2 0,-7-3-1 15,-15 4-5-15,-2 0-3 0,-2 0-1 0,-5 3-6 16,-8 0 0-16,0 1-17 0,-9 0-16 0,-1-1-23 15,-1 1-26-15,-4 2-14 0,-5 0-11 0,0 0-19 16,0 0-19-16,0 0-17 0,-28 5-37 16,10-3-143-16,-8 0-355 0,4-2 157 0</inkml:trace>
  <inkml:trace contextRef="#ctx0" brushRef="#br0" timeOffset="181649.47">18906 9415 132 0,'-1'-12'294'15,"0"2"10"-15,-2-1-2 0,3 1-8 0,-1 3-4 16,-1 1-23-16,0 0-29 0,1 1-25 0,1 1-25 16,0 4-30-16,-1-5-49 0,1 5-36 0,0 0-11 0,0 0-7 15,-9 15-8 1,5 3-2-16,-4 7-7 0,-5 4-2 0,8 3-6 15,-4 14-3-15,4-1-5 0,-4-8-39 16,4 10-34-16,1-12-36 0,-1 11-43 0,5-12-60 0,0 0-269 16,1-5-496-16,3-8 220 0</inkml:trace>
  <inkml:trace contextRef="#ctx0" brushRef="#br0" timeOffset="197320">20088 9381 127 0,'4'-4'158'0,"1"-2"-6"0,-3 0-1 0,3 4-12 15,-1-3-1-15,0 0-2 0,0 0 0 0,0-1 0 16,-3 3-7-16,2-2 3 0,0 0-11 0,-1 0-5 0,-2 2-1 16,4-1-3-1,-4-1-7-15,0 1-14 0,0 4-10 0,-6-5-11 16,3 2-7-16,-5 1-13 0,-4 1-5 0,-6 3-1 15,-12 1-4-15,-2 3-4 0,-1 0-7 0,0 2-4 16,1 2-1-16,0-1-4 0,3 1-3 0,1 0 1 16,4 4-5-16,0-2-1 0,8-2-2 0,-2 0 0 15,1 2-1-15,8-3-5 0,-1 3-12 0,1-3-6 16,4-1-5-16,1 0 2 0,0-2-1 0,4-3 2 0,4 4 11 0,0-4-3 16,2 1 2-16,8-3 3 0,3-2-2 0,2-1 1 15,9-5 3-15,-6 0 0 0,4 1 7 0,-1-3-2 16,1 0 0-16,-1-4 12 0,-6 4-7 0,3-6 8 15,-3 7 0-15,-2-1 18 0,-3 2 6 0,-5 1 7 16,0 1 2-16,-2 2 2 0,-1 0-8 0,-1-2-3 16,-1 5-1-16,-2-1-11 0,3-2-6 0,-5 3-12 0,5-1-6 0,-5 1-2 31,4 5-5-31,-4-5 0 0,3 11 2 0,-3-2-2 0,1 3 0 16,-2 1 4-16,2 5-5 0,-2 1 1 0,1 0 0 15,0 4 1-15,-2-2-5 0,1-1 1 0,1-1 2 16,-1 0 0-16,0 0 1 0,-2-1-1 15,0-1 3-15,3 2-3 0,-3-7-3 0,2 0 4 0,1-4 2 16,-2 0 0-16,2-1-3 0,-1-2 2 0,1 1 4 0,0-1 0 16,0-2-2-16,0-3 10 0,0 7 25 0,0-7 3 15,0 4 11-15,0-4 13 0,0 4 24 0,0-4 15 0,0 0 31 16,0 0 29-16,1 4 28 0,-1-4 22 0,0 0 11 16,0 0-20-16,0 0-21 0,15-16-21 0,-6 3-20 15,5-1-22-15,4-8-21 0,4 2-8 0,1-2-14 16,-4 1-14-16,8-1-5 0,-9 3-7 0,-4 5-6 0,0-2-3 15,-4 3-5-15,1 0-8 0,-1 3-3 0,-3 2-13 16,-1 1-4-16,-1 3-10 0,-1-2-25 0,0 2-21 16,-1-1-40-16,2 2-60 0,-2 2-45 0,-3 1-68 15,0 0-29-15,0 0-4 0,0 0-29 0,-11 13-61 16,1-7-254-16,0-1-690 0,0 2 306 0</inkml:trace>
  <inkml:trace contextRef="#ctx0" brushRef="#br0" timeOffset="198384.02">21256 9230 120 0,'0'-7'189'0,"0"4"-3"16,0 3-6-16,0-6-2 0,0 6-13 0,3-6 2 15,-3 6-11-15,-3-4-5 0,3 4-15 0,0 0-12 16,3-5-14-16,-3 5-13 0,0 0-10 0,0 0-11 15,0 0-9-15,0 0-12 0,0 0-3 0,0 0-8 16,-17 10-3-16,7-1-7 0,-2 0-5 0,0 3-7 0,-5 1 7 0,4 1-5 16,-1 2-4-16,-5 2-4 0,2 1-1 15,5-2-1-15,0-2-4 0,2-1 9 0,0 1-13 0,2-1-5 16,2 2-4-16,-3-2-1 0,5-3 4 0,0-1-3 16,-1-1 3-16,1 1 1 0,3-5 2 0,1-2 1 15,-3 4 0-15,2-2 15 0,1-5 24 0,0 5 21 16,0-2 25-16,0-3 10 0,5 1 14 0,-5-1-11 0,14-4-4 0,-5 1-11 15,3-6 10-15,2 1-19 0,1-4-7 16,2-2-7-16,3-3-5 0,-1-3 3 0,0 1-18 16,-2-3-6-16,-3 1 1 0,-1-1-6 0,-3 7-3 0,-5-5-8 15,0 3 0-15,-5-1-4 0,-1 1-11 0,-4-3-1 16,-7 2-2-16,-2-3-2 0,-10 5-5 0,-1 1-3 16,-6 5-2-1,2 3-1-15,-5-3-12 0,1 6-12 0,-3 0-10 0,-1 4-12 16,3 1-16-16,-3 3-17 0,5 2-19 0,1 6-27 15,4-1-23-15,4 0-26 0,5 3-27 0,3 0-41 16,0-1-192-16,7-3-479 0,5 2 213 16</inkml:trace>
  <inkml:trace contextRef="#ctx0" brushRef="#br0" timeOffset="199070.12">21382 9193 91 0,'2'-4'269'0,"2"-1"-7"0,-2 1-6 0,2 1-16 16,-3 0-15-16,-1 3-17 0,4-3-16 0,0-1-17 0,-4 4-18 0,1-2-18 16,-1 2-14-16,3-3-13 0,-3 3-16 0,3-4-14 15,-3 4-8-15,0 0-12 0,0 0-4 0,0 0-9 16,2 11-6-16,-2-6-5 0,0 5-3 0,-2 0-3 16,-1 4-7-16,0 1-1 0,0 4-6 0,-3-2 1 15,3 2-4-15,-1 0-1 0,-1-2-3 0,2 0 1 16,1-1 0-16,-1 0-4 0,2-3-1 0,-2-4 1 0,3 0 0 0,-1 0-2 15,0-2-2-15,1-2 3 0,-2-1 1 0,2 1 3 16,-1-1 7-16,1 0 26 0,0-4 28 0,3 3 27 16,-3-3 16-16,0 0 9 0,11-2-11 0,-3-3 7 15,-2 3-5-15,3-8-6 0,2 4-7 0,5-7-9 16,-2 1-9-16,5-5-11 0,3-3-11 0,-1 3-3 16,-6 2-7-16,-1 1-5 15,0-3 0-15,-1 5-8 0,-2-1-1 0,-3 2-3 16,-1 2 5-16,1 0 0 0,-3-2-1 0,2 4 0 15,-5 0-2-15,3 0-2 0,-3 1-5 0,0 2-7 16,1 1-5-16,-1 1-8 0,-2 2-4 0,2-5-23 16,0 2-24-16,-2 3-27 0,2-2-7 0,-2 2 4 15,0 0 8-15,-2 12 6 0,0-6 8 0,0 3-4 16,-3 1 7-16,-1 7 2 0,-1-2 10 0,1 1-4 0,-2-1 9 0,1 1 1 16,1 1 5-16,0-2 3 0,0 2-4 0,2-6 4 15,0-2 9-15,0 0-3 0,3-1-1 0,-2-2-5 16,1 1 14-1,1-2-2-15,-1 0 2 0,2-3 5 0,-1 3-1 16,1-5 2-16,0 0 9 0,1 8 4 0,1-7 22 16,4-1 8-16,4 0-4 0,9-1-6 0,9-3-2 0,8 0 1 15,1 0-24-15,13-6-49 0,1 0-61 0,-1-2-83 16,-8 5-89-16,6-8-388 0,-14 6-718 16,-1-3 318-16</inkml:trace>
  <inkml:trace contextRef="#ctx0" brushRef="#br0" timeOffset="199924">20621 9757 52 0,'-5'0'221'0,"5"0"-2"0,-8 3-10 0,8-3-15 16,0 0-13-16,0 0-17 0,0 0-22 0,0 0-16 16,0 0-13-16,0 0-11 0,0 0-10 0,0 0-10 15,0 0-5-15,0 0-7 0,0 0-7 16,0 0-8-16,0 0-4 0,0 0-6 0,0 0-5 0,0 0 0 15,0 0-6-15,0 0-5 0,16-6-4 0,-16 6 0 16,0 0-2-16,0 0-3 0,0 0 2 0,0 0-2 0,6 0 0 16,-6 0-3-16,0 0 0 0,0 0-2 0,0 0 3 0,0 0-4 15,0 0-3-15,0 0 1 0,0 0 3 0,0 0 1 16,0 0 7-16,0 0-6 0,0 0-3 16,0 0 4-16,0 0 0 0,0 0-3 0,0 0 1 15,0 0-1-15,0 0 3 0,0 0 0 0,0 0 8 0,0 0-7 16,0 0 2-16,0 0 0 0,0 0-2 0,0 0 2 0,0 0-4 15,0 0-1-15,8-1-3 0,-1 0 4 0,6-3-5 16,4 1-3-16,11-2 0 0,6 2 2 0,6 1-3 16,18-2-1-16,8-4 4 0,28-1 5 0,2 2 1 0,0 1 8 15,3-1 8-15,-10-2-15 0,-21 6 0 16,25-2 2-16,-33 1-2 0,-1 1-1 0,-5-2-3 16,-15 3 1-16,-3-3-1 15,-5 3-3-15,-11-1 1 0,1 3-2 0,-10-2-1 16,3 1 2-16,-8 0-2 0,2 1 11 0,1-1-9 15,-4 1-3-15,-5 0-10 0,9-2-19 0,-9 2-19 16,0 0-12-16,0 0-18 0,0 0-20 0,-13 8-32 16,2-3-47-16,-2 1-52 0,-5 0-223 0,5-1-480 15,-2 0 213-15</inkml:trace>
  <inkml:trace contextRef="#ctx0" brushRef="#br0" timeOffset="200423.86">21227 10004 132 0,'0'0'144'0,"-16"5"-17"0,8 0-9 0,-3 0-12 16,0 2-5-16,-4 0-13 0,-2 5-4 0,0 3-10 0,-6-1 0 16,8 1-18-16,-5 2-5 0,4-3-1 0,2 1-7 15,1-1-6-15,2 1-6 0,-1-1-2 0,3 1 2 16,2-5-1-1,3-1 21-15,0 3-3 0,0-4 6 0,4 0 16 16,0-2 7-16,2 4 12 0,4-5 13 0,0 2 8 16,3-4 5-16,0-1-4 0,5 0-3 0,0-2-1 15,7-4 5-15,-6 1-6 0,5-4-6 0,-2 0-1 16,-1-4-8-16,6-5-8 0,-9 1-13 0,5-4-3 16,-6-2-5-16,-3-1-23 0,-1-2-17 0,-4-1-10 15,-2-2-9-15,-6 9-4 0,-2-7-1 0,-6 0 3 0,-5 4-2 0,0 4-5 16,-2 3 3-16,-5 1-4 0,-3 4 1 0,-4-1 2 15,-1 2-2-15,5 1-2 0,-7 4 4 0,13 2 1 16,-8-3-1-16,8 7-31 0,2-1-34 0,1 4-27 16,5 1-28-16,2 0-24 0,2 5-24 0,6 0-57 15,2-2-170-15,5 0-430 0,5 3 190 0</inkml:trace>
  <inkml:trace contextRef="#ctx0" brushRef="#br0" timeOffset="200755.2">21480 9919 45 0,'0'0'209'15,"6"-2"-16"-15,-6 2-13 0,13 2-13 0,0 0-12 0,-2-1-9 16,1 1-14-16,2 3-16 0,1 3-2 0,0 0-11 15,-2 3-13-15,1-2-12 0,-5 1-1 0,4 2-7 16,-7-2-9-16,2 4-4 0,-4 3-6 0,-3-5-6 0,-1 5-4 0,-1 0-5 16,-3 0 1-16,-2-2-2 0,-2 0-3 15,-1-1-3-15,-1 0 0 0,2-4-4 0,-1-1-2 16,0-1 1-16,0 1-3 0,1-1-1 0,-1-1-2 16,2-2-1-16,3 0-4 0,0-1-2 0,0-2-4 0,1 1-6 15,0 0 4-15,3-3-7 0,0 0-3 0,0 0-18 0,0 0-18 16,13 0-26-16,-4-5-35 0,4 2-43 0,1-1-210 31,1-4-384-31,2 0 169 0</inkml:trace>
  <inkml:trace contextRef="#ctx0" brushRef="#br0" timeOffset="201002.34">21495 10155 198 0,'-5'1'315'0,"0"-1"4"0,5 0 4 16,-10 0-13-16,10 0-21 0,-7 1-17 0,7-1-26 16,0 0-24-16,0 0-22 0,21-6-22 0,-1 2-18 15,12-1-16-15,5 0-20 0,15-1-11 0,1 0-10 16,-2-1-11-16,4 0-17 0,-4 0-5 0,-10 3-11 0,-4-1-7 16,-1 1-17-16,-8-1-6 0,-6 3-5 0,-7-1-10 0,-1 1-10 15,-4 0-16-15,-1 1-16 0,0-1-28 0,-4 2-32 16,-5 0-50-16,0 0-48 0,0 0-42 0,-19-2-311 15,8-1-585-15,-1 0 259 0</inkml:trace>
  <inkml:trace contextRef="#ctx0" brushRef="#br0" timeOffset="202821.55">21532 10374 93 0,'0'0'128'0,"0"0"-15"0,0 0-15 15,0 0-10-15,0 0-5 0,0 0-11 0,0 0-6 16,0 0-2-16,0 0-6 0,0 0-15 0,0 0 2 0,0 0-3 0,0 0 7 16,0 0 4-16,0 0 7 0,0 0 0 0,0 0-1 15,0 0 3-15,0 0 4 0,0 0 1 16,0 0-2-16,0 0 0 0,0 0-3 0,0 0-4 16,0 0-6-16,0 0-8 0,0 0-4 0,0 0-1 0,0 0-3 15,0 0-7-15,0 0-4 0,0 0-3 0,0 0-3 16,0 0-6-1,0 0-4-15,-5-2-1 0,5 2-2 0,0 0 0 16,0 0 4-16,0 0-7 0,0 0-1 0,0 0 3 0,0 0-6 16,0 0 3-16,0 0 0 0,0 0-8 0,0 0-10 15,11-6-15-15,-11 6-13 0,6-1-14 0,-6 1-35 16,5-3 0-16,-5 3-6 0,6-2-19 16,-6 2-26-16,7 0-88 0,-7 0-250 0,5-5 110 0</inkml:trace>
  <inkml:trace contextRef="#ctx0" brushRef="#br0" timeOffset="203406.95">21559 10297 81 0,'0'0'108'0,"0"0"3"15,0 0-9-15,0 0 6 0,0 0-5 0,0 0 6 16,0 0-12-16,0 0-5 0,0 0-8 0,0 0-8 16,0 0-13-16,0 0-3 0,0 0-2 0,0 0-8 15,0 0-2-15,0 0-8 0,0 0-2 0,0 0-2 16,0 0-5-16,0 0 2 15,0 0-2-15,0 0-1 0,0 0-4 16,0 0 7-16,0 0-12 0,0 0 2 0,0 0 2 16,0 0 3-16,0 0-8 0,0 0 8 0,0 0 6 0,0 0-5 15,0 0 2-15,0 0-10 0,0 0 3 0,26-7-4 16,-9 5 1-16,1-1-1 0,11-1 2 0,0 0-5 16,3-3 6-16,-1 4-3 0,2-3-1 0,-3 1-1 15,-1 2-1-15,-8 1-1 0,0-1-2 0,-5 0 0 0,-2 3-5 16,-5-1 2-16,3 1-4 0,-5-1-1 0,-3 1 1 0,3-2-1 15,-7 2 3-15,9 0 1 0,-9 0-10 16,0 0-10-16,0 0-14 0,10 0-17 0,-10 0-19 0,0 0-40 16,0 0-22-16,0 0-192 0,0 0-340 0,-4-5 151 15</inkml:trace>
  <inkml:trace contextRef="#ctx0" brushRef="#br0" timeOffset="204678.62">23301 8514 124 0,'0'0'137'0,"0"0"-14"0,-7-3-13 16,7 3-13-16,0 0-13 0,0 0 0 0,0 0-8 0,0 0-8 15,0 0-6-15,0 0-3 0,-6 0 3 16,6 0 3-16,0 0 4 0,0 0-3 0,0 0-2 16,0 0-1-16,0 0 0 0,0 0-2 0,0 0-7 15,0 0-1-15,0 0-2 0,0 0 1 0,-1-4 5 0,1 4-3 0,0 0-3 16,0 0-3-16,0 0-5 0,16-3 0 0,-2 1-5 16,9-1-2-16,9 1-1 0,5-3-2 0,17-9-3 15,2 6-3-15,4-1 8 0,0 1 1 0,-1 2-3 16,-3-5 1-16,-2 1-2 0,-3 9-2 0,-16-4-4 15,-2 0-3-15,-5 2-3 0,-8-2-2 0,-2 3-1 16,-4-1-1-16,-1 2-2 16,-4 0-3-16,-3-1-7 0,0 2-12 0,0 0-16 15,-6 0-7-15,6-1-8 0,-6 1-26 0,0 0-20 16,0 0-22-16,0 0-25 0,-23 5-25 0,13-2-168 16,1-1-350-16,-4 1 155 0</inkml:trace>
  <inkml:trace contextRef="#ctx0" brushRef="#br0" timeOffset="205010.78">24094 8248 222 0,'-1'-3'266'0,"0"-2"-24"0,-1 2-19 0,0-1-21 16,2 4-26-16,0 0-17 0,-4-4-19 0,4 4-18 15,0 0-15-15,0 0-17 0,0 0-2 0,13 6-9 16,-7-3-9-16,3 4-7 0,1-1-9 0,-1 4-9 16,4 3-4-16,1 2-7 0,-2-1-3 0,-1 1 1 15,-1 2-8-15,-1 1-3 0,-1-1-4 0,-2 0-3 0,-2 1-2 16,-1-4-4 0,-3-2-5-16,-2-1-3 0,-1 0 5 0,-5 1-3 15,0-2 2-15,-1 0-4 0,-5 2 2 0,0-5-2 16,-2 3 4-16,2-1-1 0,-3-3 2 0,4 1-2 15,4-3-9-15,-1 2-11 0,1-2-18 0,0-1-31 16,5-1-22-16,-5 0-29 0,9-2-34 0,0 0-205 16,0 0-385-16,0 0 171 0</inkml:trace>
  <inkml:trace contextRef="#ctx0" brushRef="#br0" timeOffset="205365">24990 8203 73 0,'0'-4'319'0,"0"0"-3"16,0 4-15-16,3-4-15 0,-2 0-26 0,-1 4-24 15,0 0-28-15,1-5-20 0,-1 5-26 0,0 0-21 16,4-3-13-16,-4 3-27 0,0 0-20 0,0 0-12 15,0 0-6-15,0 12-8 0,-2-4-5 0,0 1-7 0,2 2-4 0,-1-1-5 16,-3 4-6-16,4 1 0 0,-1 2 0 0,0 0-2 16,-2-1-5-16,2 1-1 0,1-1 7 0,0-3-15 15,-2-2 4-15,1 2-5 0,1-3 3 0,0-1-4 16,0-2 0-16,0-1 3 0,0-1-11 0,1-1-12 16,-2 1-2-16,1-5-9 0,1 5-5 0,1-3-4 0,-2-2-7 31,0 4-11-31,0-4-10 0,0 0-19 0,0 0-66 15,0 0-66-15,0 0-249 0,1-11-497 0,2 2 220 0</inkml:trace>
  <inkml:trace contextRef="#ctx0" brushRef="#br0" timeOffset="205666.3">25277 8088 214 0,'2'-4'304'0,"0"1"-20"0,-2 3-30 16,0-3-25-16,0 3-28 0,2-4-23 0,-2 4-23 16,0 0-21-16,0 0-9 0,0 0-15 0,0 0-12 15,3 11-11-15,-1-1-13 0,0-2-5 0,-2 3-11 0,0 3-1 16,2 1-8-16,-4 2-4 0,2 1-7 0,0 1-3 16,2-1 0-16,-2-2-5 0,0-1-3 0,0 1-3 15,0-3-3-15,-2-2-1 0,2 1-3 0,0-4-2 16,-2-1 1-16,2 0-3 0,-2 0-6 0,2-4-6 15,-1-1-7-15,1 3-2 0,0-5-6 0,-2 7-3 16,2-7-3-16,0 0-1 16,0 3-9-16,0-3 0 0,0 0-40 0,0 0-80 15,0 0-79-15,0 0-177 0,-13-12-438 0,10 7 194 16</inkml:trace>
  <inkml:trace contextRef="#ctx0" brushRef="#br0" timeOffset="205850.9">25242 7990 131 0,'0'-5'285'0,"1"0"-26"0,-1-1-23 0,1 2-25 16,-1-1-24-16,0 2-48 0,0 3-56 0,0 0-40 15,4-2-49-15,-4 2-47 16,0 0-83-16,0 0-95 0,3 9-248 0,-5-6 110 15</inkml:trace>
  <inkml:trace contextRef="#ctx0" brushRef="#br0" timeOffset="206202.34">24856 8006 93 0,'0'0'331'16,"0"0"-28"-16,2-8-11 16,-2 8-27-16,0-4-29 0,0 4-24 0,0 0-27 15,2-4-30-15,-2 4-40 0,4-1-35 0,-4 1-39 0,7-3-43 16,-7 3-44-16,8 4-46 0,-2-3-51 0,-6-1-195 16,5 5-366-16,-3-3 162 0</inkml:trace>
  <inkml:trace contextRef="#ctx0" brushRef="#br0" timeOffset="206753.07">25008 7815 79 0,'-11'-3'137'0,"2"-2"-17"0,-3 2-12 0,1 1-6 16,0 1-9-16,-8 1-6 0,2 1-17 0,1 0 4 15,-5 3-22-15,2 0 9 0,-1 0-10 16,-1 3 7-16,-6 2-9 0,2 0-2 0,-2 4-6 0,-1 2-4 16,0 2 3-16,1 4-14 0,3 1 8 0,-3 1-8 0,0 3-1 15,-6 8 2-15,10-5 11 0,1 0-3 0,4-1-4 16,0 1 0-16,4 2-3 0,0-3-6 0,5 1 1 0,-1 0 4 15,3-2-1-15,4 4 3 0,2-1-1 0,3 0 0 16,1 1 3-16,6-3 0 0,-2 1 3 16,2-1 2-16,5-3 2 0,0-1 2 0,4-2 3 15,3 1-1-15,-2-3 0 16,4-2 7-16,0 1-3 0,5-3 4 0,1-2 8 16,2-1 3-16,1-3 7 0,1-1 6 0,3-1 6 15,0-2 2-15,0-2 0 0,3 0-4 0,-2-3 2 16,3 1-6-16,-4 0-9 0,-3-4-1 0,0-1 10 15,-1-1-1-15,0-1 12 0,0-3 4 0,-1 0 11 0,-3-1 3 16,0-4-4-16,0-3-9 0,1 2-4 0,-2-6-5 16,1-2-12-16,0-2 2 0,8-9-13 0,0-4 0 0,-4-3-21 15,1-1-7-15,-5-1-17 0,3-2-16 0,-7 1 0 16,-1-1 4-16,-9 12-1 0,0-16 23 0,-10 16-18 16,0-3 3-16,-8 1-11 0,-1-1 2 0,-14-8-4 15,-3 14-27-15,-14-5-8 0,-10 3-13 0,-11 7-14 16,-33-4 2-16,-2 12-37 0,-6 7-27 0,-5 7-37 0,0 10-52 15,11 4-82-15,1 2-234 0,26-3-579 0,9 4 256 0</inkml:trace>
  <inkml:trace contextRef="#ctx0" brushRef="#br0" timeOffset="214415.17">3126 11887 118 0,'3'-12'240'0,"0"0"-5"0,0-3-6 32,0 0-10-32,0 3-13 0,0 3-10 0,-3 1-12 15,1 2-18-15,1 1-17 0,-1 1-21 0,0 0-14 16,-1 1-22-16,0 3-29 0,4-2-15 0,-4 2-8 15,0 0-5-15,0 13-1 0,0 3-6 0,-2 1-1 16,-2 12-3-16,1 1-4 0,-2 1-5 0,1 1 2 16,-2 3-6-16,1-3 1 0,0 1 0 0,1 4-2 15,-1-7 0-15,2 3-2 0,2-6-1 0,-2 3-1 0,0-5-2 0,3-7 1 16,-2-1 0-16,1-3 0 0,0-5 3 0,1 0-2 16,-2-1 11-16,1-3 33 0,1-2 47 0,-1 2 47 15,1-5 59-15,-1 4 4 0,1-4-18 0,0 0-20 16,-6-19-17-16,1 4-11 0,2-2-17 0,-4-9-13 15,1-1-14-15,1-2-9 0,-2-5-13 0,1-13 0 16,1 0-14-16,1-4-17 0,0-1-9 0,4-2-10 0,0 5 6 16,-1-1-10-16,1 14 3 0,1 3-7 0,-2 0 5 15,2 9-5-15,2 3-1 0,-3 5 0 0,0 6-3 0,-3 0-4 16,6 3-2 0,-3 0-6-16,1 3-2 0,-1-2-2 0,0 4-20 0,0 2 11 0,5-4-5 15,3 4-3-15,1 0 6 0,3 0-14 0,9 2 4 16,11 1-9-16,4-2-1 0,16 2-6 15,4-1-14-15,4-1 17 0,0-4-24 16,4 0-12-16,-4 1-5 0,-2-5-14 0,-7 0-18 16,-13 2-14-16,-3 1-40 0,-7 3-31 0,-9-2-28 15,-1 1-28-15,-7 0-38 0,-4 2-217 0,-4-1-548 16,-3 1 242-16</inkml:trace>
  <inkml:trace contextRef="#ctx0" brushRef="#br0" timeOffset="-214665.11">3093 12085 129 0,'0'0'203'0,"0"0"-13"0,-1 2-11 0,1-2-11 15,0 0-8-15,0 0-7 0,27-2-9 0,-7-3-12 16,11 1-8-16,1 0-4 0,6-2-9 0,0 1-11 0,1-2-3 15,-3 4 6-15,-2-2-10 0,-5 1-7 0,-7 1-10 16,0 1-9-16,-4 0-6 0,-8 1-6 0,2-1-5 0,-4 1-4 16,-1 0-10-16,-2 1-17 0,-5 0-8 0,0 0-4 15,0 0-13-15,0 0-22 0,0 0-33 0,-27 7-32 0,8-2-20 16,2 0-54-16,2-1-55 0,1-2-117 0,2 0-367 16,1-1 164-16</inkml:trace>
  <inkml:trace contextRef="#ctx0" brushRef="#br0" timeOffset="-214026.02">3765 11960 99 0,'0'0'281'0,"3"-3"-29"16,-3 3-28-16,0 0-25 0,0 0-16 0,9 0-27 15,-9 0-16-15,13 5-14 0,-6 1-10 0,2-1-13 16,1 6-10-16,3-2-10 0,1 3-7 0,-5 2-2 16,4 1-12-16,-3-1-4 0,2 1-9 0,-3 0-4 15,-2-1-6-15,0 1-3 0,-4-3-6 0,0-1-1 16,1 0-2-16,-1 2-4 16,-2-7-1-16,0 4 0 0,-1-5 1 15,0-1 4-15,0 1 4 0,3 0 14 0,-3-3 11 16,1 3 21-16,-1-5 32 0,4 2 31 0,-4-2 36 0,0 0-3 15,0 0-19-15,0 0-19 0,6-9-24 0,6-1-40 16,8-9-41-16,2 2-12 0,1 0-18 0,5-2-12 16,5 2-17-16,-1-1 2 0,4 0-6 0,-1 3 2 15,1-2-1-15,0 5 5 0,0 0 2 0,-3 0 1 0,0 2 4 0,-3 2 1 16,-3 0 10-16,-7 2-2 0,-2 2-1 16,-7 1 2-16,0-1 2 0,-3 3 5 0,-1-1 3 15,-1 0 3-15,0 1 8 0,0 1 1 0,0-1-3 16,-6 1 1-16,5-1-1 0,-5 1-7 0,0 0-2 0,0 0 3 15,0 0-4-15,0 0 1 0,-14 16 4 16,1-5-4-16,0-1 0 0,-2 4 3 0,0 0-3 0,0 0-3 0,0 1 0 16,0-1 2-16,4 1-4 0,-1-1 5 0,3 0-7 15,2-3 6-15,-2-3 1 0,5 2-3 0,0-2 1 16,2-1 2-16,-1 1 5 0,3-3-11 0,-1 2 5 16,2-2 13-16,2-2-3 0,-1-1 8 0,6 0 11 15,5 0 4-15,-2-4 8 0,2 0 6 0,0 0 11 16,0-2 17-16,-1 0 4 15,1-3 1-15,1 0-1 0,-2 0 4 0,0-2-8 16,-3 1-9-16,-1 0 1 0,1 1-6 0,-3-3-4 16,-1 1-8-16,2 2-3 0,-6 0-11 0,0 1-3 15,-1-1-14-15,0 2-15 0,-2-2-21 0,-2 3-28 16,-4-2-25-16,-2 2-29 0,-2 1-23 0,2 3-32 16,-6-1-34-16,-3 2-38 0,6-1-48 0,-2 3-65 15,3-1-211-15,2 1-596 0,2-1 265 0</inkml:trace>
  <inkml:trace contextRef="#ctx0" brushRef="#br0" timeOffset="-213563.14">4821 12005 103 0,'5'-1'375'0,"-1"-2"-24"0,0 2-18 16,-4 1-20-16,0 0-25 0,5-3-19 0,-5 3-28 0,5-1-31 15,-5 1-24-15,0 0-28 0,0 0-21 16,6 0-27-16,-6 0-22 0,1 5-11 0,-1-5-9 16,-1 7-3-16,1 0-11 0,0 0-4 0,-1 2-9 15,0 1 4-15,-1-3-6 0,2 0 6 0,0 1-17 0,2-3-3 0,-4 1-2 16,4 0 0-16,-2-1 2 0,0 0-8 0,0-3 4 16,1 3 8-16,-1-5-6 0,2 3 9 0,5-3-1 15,-7 0 7-15,10-3 20 0,-1-1 6 0,1-1 0 16,1 2-2-16,5-8 5 0,-7 5-4 0,6-4 0 15,-1-1-7-15,3 3-12 0,-8 0-2 0,3-1 0 16,-5 5-3-16,2-2-12 16,-3 2-2-16,-3 1-3 0,3 1-3 0,-1 0-13 15,-2-1-7-15,-3 3-1 0,8-1-2 0,-8 1 3 16,0 0-2-16,9 7-8 0,-5-3 1 0,-2 2 3 16,3 2 2-16,-4-1-2 0,2 1 2 0,-1 2-1 15,2-1 3-15,-1 0 2 0,0-2 0 0,-2-1 0 16,1 1-1-16,0-4 5 0,-1 2-10 0,2-1 18 15,-2-1 19-15,-1-3-3 0,10 1 10 0,-4-1 0 0,5-4-6 0,0-1-4 16,1 0 5-16,5 1-8 0,0-2-6 0,-3 1-1 16,0 1-22-16,7 0-31 0,-9 1-52 15,2 2-50-15,-1 1-54 0,0 3-66 0,-2 0-81 16,0 2-309-16,-2 0-701 0,-3-1 310 0</inkml:trace>
  <inkml:trace contextRef="#ctx0" brushRef="#br0" timeOffset="-210844.58">6446 11800 222 0,'2'-8'240'0,"0"1"-15"0,0 2-6 15,1-1-11-15,-2 1-16 0,2 1-19 0,-2 0-16 16,-1 4-18-16,0-6-17 0,0 6-15 0,0-4-14 16,0 4-11-16,0 0-14 0,0 0-6 0,0 0-8 15,0 17-7-15,0-7-3 0,0 5-1 0,0 2-9 0,0 3-7 0,-1 0-4 16,1-1-1-16,0 1 0 0,0-2-1 0,0 0-7 15,1 0-2-15,-1-1 2 0,0-1 4 0,0-4-9 16,1 0 0-16,2-2 0 0,-3-2-5 0,0-4 5 16,0 3-1-16,0-2 2 0,0 0-2 0,1-2 23 0,-1 1 18 15,0-4 23-15,0 0 18 0,0 5 23 16,0-5 5-16,0 3 7 16,0-3 6-16,0 0-9 0,0 0-3 0,0 0-10 15,0 0 0-15,0 0-27 0,0 0-9 0,0 0-10 16,0 0-9-16,0 0-27 0,0 0-24 0,0 0-32 15,8-12-32-15,-7 9-32 0,2-1-40 0,-2 0-38 16,3-2-41-16,-3 3-45 0,3-2-294 0,-3-2-597 16,2-2 265-16</inkml:trace>
  <inkml:trace contextRef="#ctx0" brushRef="#br0" timeOffset="-210622.46">6505 11589 353 0,'-1'-7'342'0,"-2"2"-20"0,3 0-25 0,-4 0-27 16,4 0-22-16,-1 1-28 0,2-2-25 0,-1 6-15 0,-1-5-25 15,1 1-27-15,0 4-45 0,0 0-44 0,0-4-43 16,0 4-37-16,0 0-44 0,0 0-46 15,13 11-45-15,-12-6-224 0,3 0-432 0,-4 3 191 0</inkml:trace>
  <inkml:trace contextRef="#ctx0" brushRef="#br0" timeOffset="-210073.2">6376 11460 114 0,'-8'1'124'0,"-2"0"-11"0,0 2-8 0,-1 3-6 0,-5 1-15 0,2 4-5 15,-8 5-3-15,2 5 2 0,-1 1-6 0,2 2-3 16,-4 5-7-16,5-1-4 0,-6 13-7 0,7-9-2 16,-5 12-1-16,9-10-6 0,0-2-5 0,3 3-1 15,1 0-16-15,2-2 5 0,2 0 1 0,5-2-4 0,-1-2-3 16,2 0 13-16,4-2-11 0,3-3-3 0,2 0 17 16,3-2 9-16,2-1 6 0,1-6 13 0,6 0 10 15,4-2 3-15,1 0 8 0,1-2 0 0,-1-3-10 0,4-3-1 16,1 1 2-16,-2-3 5 0,0 0-3 15,2-3 3-15,-2-2-2 0,-2 0 6 0,3-3 1 16,0 0 5-16,-3-2 8 16,0-1 1-16,-3-4 7 0,2 2 12 0,-3-1-2 15,-2-2-4-15,-4 1-6 0,1 0-6 0,3-4 12 16,-8 1-27-16,7-5-1 0,-4 0-2 0,-4-3-7 16,4-1-10-16,-4-3 4 0,-1-4-13 0,-1 0-4 15,-5-5-10-15,0-14-4 0,-2 3-7 0,-4-3-12 0,-5 0 1 16,-8 6 3-16,0-5-23 0,-7 6 8 15,-5 1-3-15,0 14-7 0,-9-5-6 0,-6 6 0 0,-7 4-1 0,1 5-4 16,-4 2-2-16,-1 10 5 0,-3 2-37 0,3 4-25 16,-1 4-29-16,13 2-33 0,-9 11-34 0,12-4-41 15,-5 18-56-15,4 3-89 0,13-6-178 0,6-2-576 16,9-2 255-16</inkml:trace>
  <inkml:trace contextRef="#ctx0" brushRef="#br0" timeOffset="-208269.57">7954 11782 253 0,'0'-11'263'0,"-4"1"-11"0,2 0-24 0,-1 1-28 0,-1 1-18 15,-6 0-21-15,1 1-20 0,-1 3-16 16,-8 2-10-16,-2 2-13 0,-1 2-12 0,-6 5-12 16,-1 2-7-16,0 3-8 0,1 2-7 0,2 2-3 15,-1 3-8-15,4 1-5 16,1 2-6-16,-1-1-4 0,9 0-4 0,-6-1-3 16,11-3-2-16,2-2-4 0,2 1-4 0,4-1 2 15,0-2 0-15,0-1-4 0,5-3 4 0,3 1 0 16,0-5-1-16,3 2 3 0,0-3 5 0,2-2-4 0,6-4 10 15,2 0 6-15,-1-2 1 0,1-4 8 0,4-4 5 16,2 3-2-16,-4-5-1 0,-1-1 0 16,0 0-2-16,-2-2-2 0,-5 4-1 0,1 0-7 0,-3 0 1 0,-1 1 3 15,-3 4 5-15,0-1 2 0,-5 5-2 0,1-1-13 16,0 0-2-16,-1 2-2 0,-1 1-2 0,0 0-10 16,-3 2-24-16,4-3-11 0,-4 3-1 0,0 0 0 15,11 7 7-15,-7-2-3 0,0 3 7 0,2-1-2 16,5 7 2-16,-6-4-11 0,5 0 5 0,2 1 1 15,-3-1 0-15,1-4 4 0,-1 3-1 0,3-2 6 0,-2-5-1 0,-1 2 4 16,1-2-3-16,0 2 7 0,0-4 0 0,-1 0 6 16,3-4 14-16,-2 1 12 0,-1-1 10 0,1-2 10 15,-1-2 6-15,0 1 15 0,1-1 8 0,-1-1 15 16,-4 3-10-16,3 0 2 0,-2 1 2 0,-2 1-14 16,0-1-2-16,0 2-13 0,-3 2-13 0,3-2-8 15,-4 3-1-15,4-3-22 16,-4 3 5-16,0 0-17 0,0 0-18 0,0 0 0 15,0 0 4-15,9 10-2 0,-8-6-3 0,-1 4 6 16,5 1-4-16,-2-1 2 0,1 4-3 0,-2-2-20 16,1 0 10-16,1 0-3 0,-3 0 8 0,1-3 0 15,1-1 1-15,1 0 4 0,-3 1 1 0,1-3 9 16,0-1 1-16,0-2 1 0,4 0 4 0,-6-1 9 16,12-4 7-16,-4-1 4 0,1-1 9 0,0-1-3 0,5-5-3 0,-1 1 1 15,1 1-6-15,-1-4-3 0,-2 1 0 0,3 0-7 16,-5 0 5-16,2 1-1 0,-3 2-2 0,0 2-2 15,-3-1 2-15,0 4-7 0,0 2 2 0,-2-4-19 16,-1 6 3-16,2-3-28 0,0 3-21 0,-4 1-11 16,0 0 6-16,0 0 3 0,9 6 7 0,-6 1 8 15,-1-2 3 1,3 5 1-16,1 0 5 0,1 1-1 0,5 2 2 0,0 1-5 16,2-3 2-16,4 0 3 0,6 3 3 0,7-5 3 15,1 0 7-15,4-4-11 0,2-1-8 0,1-1-4 16,12-3 1-16,1 0 7 0,-15-3-3 0,3-2 3 15,-3-2 2-15,-3 1 1 0,2-3 6 0,-8-1 5 16,3-3 4-16,-13 5 2 0,0-4 3 16,-3 2 1-16,-4-4 1 0,-3 4 8 0,-3 1-2 15,-1 0 5-15,-4-2-3 0,-2 4-1 0,-7-2 0 0,-2 3-2 0,-4 0-1 16,-3 1 4-16,-5 3-1 0,-5 0 2 0,-4 4-4 0,1 0 3 16,2 5-2-16,0 0 1 0,0 2-1 15,3 1 0-15,4 0-1 0,5 0 3 0,2-1-2 16,2 4-4-16,0-2-5 0,5-1-2 0,0 2-2 15,1-3 1-15,5 2 5 0,0 0 1 0,5-3 0 0,2 0 6 0,4-1-6 16,1 0 6-16,3-3 3 0,6-1 2 0,-2-1-3 16,5-3 3-16,1-1 0 0,-5-4 1 0,8-2 2 15,-1-5 8-15,-1 0 9 0,-1-4 12 0,-8 3 8 32,3-6 8-32,0-2 7 0,-3-3 5 0,2 0 12 0,-3 0-1 0,-1-4 0 0,-3-3 9 0,1 0 11 15,-1-1-5-15,-4 2 0 16,3-2 12-16,-5 3-5 0,1 3-1 0,-1-1-1 15,-2 10 1-15,1 0 3 0,-3 6-11 0,2 1-1 16,-3 1-5-16,4 3-8 0,-3 0-15 0,1 2-5 16,0 0-10-16,-1 1-12 0,2 1-29 0,-2 3-43 0,0 0-4 0,0 0-1 15,0 0 8-15,0 0 4 0,0 21 1 0,0-5 4 16,-2 3-1-16,2 6 3 0,-2 3 6 0,-1 1 2 16,2 0 4-16,-3 0 1 0,3 3 1 0,2-3 0 15,-2 1 5-15,-2-3 0 0,3 1 1 0,1-3 1 16,-2 0-3-16,1-4 8 0,0-3-6 0,0-2 7 15,0 0-8-15,0-5 7 0,1-1 5 0,-2-3 0 0,1-2 1 16,0 3-4-16,0-3-1 0,1-1 5 0,-1-1-2 16,-1 1 10-16,1-4 11 0,1 5 17 0,-1-5 16 15,0 5 13 1,0-5 6-16,0 0 8 0,0 0-6 16,0 0-8-16,13-3-9 0,0-3-4 0,6 1-5 0,8-3-32 15,1-4-53-15,10 2-61 0,10-9-85 0,3 2-109 16,2 0-412-16,4-3-762 0,-2-4 337 0</inkml:trace>
  <inkml:trace contextRef="#ctx0" brushRef="#br0" timeOffset="-207852.57">10391 11593 207 0,'0'-7'321'0,"1"3"-16"0,-1-1-18 15,0 0-17-15,0 2-27 0,0 3-24 0,0-6-24 16,0 6-23-16,0-3-22 0,0 3-23 0,0 0-26 16,0 0-11-16,0 0-10 0,0 0-6 0,-5 12-10 15,5-2-6-15,-4 2-8 0,0 7-2 0,0-2-7 16,2 3-2-16,-6 3-3 0,3-3-5 0,4-1-15 16,-3 1-5-16,4-1 3 0,-4-2 1 0,4 0-7 0,-2-5-5 0,2 0-17 15,0 0-8-15,2-2-18 0,-2 0-15 0,0 0-7 16,1-3-9-16,2-1-2 0,1-1-8 0,-1-2-17 15,4 0-22-15,2-3-21 0,1-3-4 0,4 0-4 16,3-6-17-16,-1 0-29 0,0-4-113 0,7-4-333 16,0-1 148-16</inkml:trace>
  <inkml:trace contextRef="#ctx0" brushRef="#br0" timeOffset="-207599.45">10567 11739 430 0,'14'-14'83'16,"-1"-3"16"-16,1 2 27 0,-4 2 22 0,-2 3 28 16,-3 0 9-16,2 2 3 0,-4 3 4 0,1-1-3 15,2 1-9-15,-3 2-8 0,0-2-17 0,-1 2-19 16,1 1-15-16,-2-2-15 0,-1 4-13 0,3-4-11 15,-3 4-17-15,0 0-6 0,0 0-7 0,0 0-7 16,10 13-6-16,-10-6-3 0,1 1-3 0,-1 3-4 16,0 2-5-16,3-1 2 0,-2 5-11 0,0 1 2 0,-1-2-2 0,1 1 0 15,-1-1-4-15,0 1-1 0,2-6-1 0,-1 1-2 16,-1-1 0-16,1-3-2 0,-1 1 3 0,2-3 2 16,-2 0-3-16,0-1-1 0,1-1 9 0,-2-1-6 15,1-3 2-15,0 7 13 0,0-7-12 0,0 3 3 16,0-3 3-16,0 0 4 0,0 0-2 0,0 0-18 15,0 0-28 1,0 0-46-16,2-15-30 0,-2 6-51 0,1 1-48 16,2-5-45-16,-2-3-215 0,1-1-497 0,-1 1 221 0</inkml:trace>
  <inkml:trace contextRef="#ctx0" brushRef="#br0" timeOffset="-207430.19">10662 11434 153 0,'0'0'255'0,"0"0"-22"0,-4-5-19 16,4 5-28-16,0 0-27 0,0 0-40 0,0 0-39 0,0 0-18 0,0 0-32 0,0 0-46 15,0 0-43-15,4 14-79 0,-3-11-75 0,-1-3-231 16,-1 5 102-16</inkml:trace>
  <inkml:trace contextRef="#ctx0" brushRef="#br0" timeOffset="-207251.31">10457 11455 129 0,'0'0'296'0,"3"-7"-32"0,1 3-23 0,-2-1-26 16,2 2-25-16,1-1-38 0,-2 1-42 15,1 0-52-15,1 2-63 0,1-1-69 0,-6 2-189 16,6-1-285-16,-6 1 127 0</inkml:trace>
  <inkml:trace contextRef="#ctx0" brushRef="#br0" timeOffset="-206766.63">10364 11284 130 0,'-13'0'144'15,"-1"2"-10"-15,-4 1-15 0,-2 1-9 0,2 4-2 0,-8 2-14 0,1 5-7 16,-2 1-4-16,0 6-18 0,3-1 1 0,-2 7-2 15,-4 10-6 1,3 1-5-16,8-8 3 0,-3 12-16 0,7-10 1 0,1 0-3 0,-2 12-5 0,11-8 1 16,0-2-12-16,1 0 5 0,9-1-6 0,-1-2 5 15,5 1 5-15,3-3 8 0,2 0 15 0,5-3 18 16,3-4 8-16,3 1 1 0,6-5 7 0,2-2 4 16,4-4 4-16,0-1 0 0,14 0-2 0,-1-3-3 0,1-2-7 31,-10-4-1-31,-3-3-5 0,3-2 3 0,-1 0 17 0,-2-3-5 0,-2-3 6 0,0-2 7 0,-4-2 3 0,-2 0 4 15,-3-3-3-15,4-4-6 0,-6 0-12 16,1-5-18-16,-2-3-1 0,6-14 3 0,-15 9-28 0,7-16-17 31,-7 0-9-31,-7-3-12 0,-4 3 0 0,-6-1-6 16,-6 0 2-16,-5 6 0 0,-8-3-10 0,-2 17 6 0,-14-7-4 16,-13 5-6-16,-6 6-3 0,-35-4-10 0,2 11-11 15,-1 7-22-15,-3 7-28 0,27 8-34 0,-24 7-48 16,26 0-65-16,5 0-347 0,8 6-624 0,16 0 276 15</inkml:trace>
  <inkml:trace contextRef="#ctx0" brushRef="#br0" timeOffset="-205626.17">12049 11606 36 0,'0'-8'266'16,"3"3"-4"-16,-2-2-16 0,1 3-9 0,-2-1-17 0,2 1-26 15,-2 0-14-15,1 2-25 0,-1 2-23 0,2-4-13 0,0 1-15 16,-2 3-12-16,0 0-13 0,5 12-8 0,-4-4-4 16,2 8-10-16,2 2-4 0,-5 7-7 0,0 3-4 15,0 1-12-15,-2 1-4 0,2 0-4 0,2 1-3 16,-2-2 0-16,0-4-3 0,0 2 0 0,2-9-5 16,0-3 1-1,-2-1 1-15,0-5-4 0,1 2 9 0,1-5-3 16,-2 0 4-16,0-2 40 0,0 0 36 0,1-2 29 15,-1-2-14-15,0 0-3 0,15-10-7 0,-6 0-17 16,4-3-3-16,2 0-13 0,2-7-10 0,2-2-2 16,0 3-3-16,-1-1-7 0,1-1-5 0,-6 6-8 15,2 1-4-15,-3 2-2 0,-3 2-4 0,1 3-5 16,-1 0 0-16,-4 0-8 0,0 4 2 0,0-1-9 0,-1 1 0 0,0 2-6 16,-4 1 1-16,0 0 1 0,13 8-7 0,-9-3 4 15,2 4 1-15,-1-1-3 0,0 4 4 0,2 0-1 16,-2-1 2-16,0-1-2 0,1 1 2 0,-2-2-9 0,1 0 12 15,-3-3 10-15,0-2-7 0,2 3-1 0,-1-3 6 16,-2 0 7-16,1-4 42 0,-2 0 25 16,0 0 14-16,0 0-11 0,0 0-10 0,14-12-10 0,-9 3-4 0,1-3-6 15,-2 0-3-15,3-4-11 0,-2 2-8 0,2-3 2 16,0 1-5-16,0-1-8 0,1 0-21 0,0 1-27 16,0 0-21-16,1 2-36 0,-3 2-24 0,1 3-40 15,0 2-41-15,-1 3-49 0,1 1-39 0,2 1-36 16,-4 4-276-16,4-1-635 0,-3 2 281 0</inkml:trace>
  <inkml:trace contextRef="#ctx0" brushRef="#br0" timeOffset="-205209.28">12665 11904 155 0,'0'0'261'0,"4"1"-24"16,-4-1-10-16,0 0-19 0,12-7-16 0,-5 5-12 0,0-2-25 0,5-3-15 15,3-1-15-15,1 0-12 0,2-1-7 0,1-1-9 16,4-4-11-16,2-2-4 0,-1-3-4 0,-1 3-4 16,0-1 0-16,-1-3-8 0,-2 4-2 0,-1-3-8 15,-1-1 3-15,-4 6 3 0,-4-3 3 0,-2 1 5 16,2 0 6-16,-3 5 2 0,-5 0-8 0,1 1-5 16,-3 1-12-16,-3 4-8 15,-2-3-6-15,-5 4-6 0,-4 1-4 0,-8 2-4 16,-9 5-3-16,0 3-5 0,-4 3-5 0,2 2-4 15,-2 2-1-15,6 4 9 0,2 0-10 0,-2 2-4 16,7 2 0-16,4 0-6 0,4 5 0 0,4-4 5 16,6-3 6-16,4-1-1 0,8 3 0 0,9 0-2 15,10-3 7-15,5-4 1 0,18 1-6 0,5-4 9 16,1-4-4-16,4-5-1 0,4-2 7 0,1-5 18 0,1 0 7 0,1-3 7 16,-8 1 2-16,-4-2 5 0,-17 2-1 15,-6 3 2-15,-4-2 12 0,-11-2 5 0,-3 7-1 16,-3-3-4-16,-3 2-8 0,0 0-5 0,-1-1-11 0,-1 1-14 15,-1 0-36-15,0 0-39 0,-5 1-36 0,0 0-44 16,0 0-44-16,0 0-58 0,-13 7-80 0,4-1-296 16,-2-4-650-1,4 1 288-15</inkml:trace>
  <inkml:trace contextRef="#ctx0" brushRef="#br0" timeOffset="-204008.54">15139 11826 85 0,'0'0'182'0,"0"0"-24"0,0 0-12 0,0 0-11 15,0 0-17-15,0 0-13 0,0 0-13 0,0 0-8 0,0 0-7 16,0 0-7-16,0 0-6 0,0 0-6 0,0 0-8 16,28-5-1-16,-16 0-6 0,6-1-8 0,1-1-3 15,8-2-1-15,1-2-1 0,-1 0-2 0,2-4-4 16,0 1-2-16,2-3 1 0,-3 1 11 0,-1 2 1 15,-4-6 3-15,-2 4 11 0,-6 3 6 0,-4 1 9 16,2 0 3-16,-5 3 6 0,-1 0 8 0,-1 1-5 16,-3 1-7-16,0 2-12 15,-6-1-6-15,2 0-7 0,-7 5-6 0,-3 1-3 16,-8 1-5-16,-9 5-2 0,-2 1-4 0,-3 5-6 16,-3 4-1-16,4 2-2 0,-14 4-4 0,17-3-1 15,1 1-2-15,2 1 0 0,3 1-2 0,4 0-4 0,1 2-1 16,8-2-5-16,1-4 1 0,5 0 1 0,4 2 0 15,5-3 2-15,3 0-1 0,14 3 2 16,3-4 3-16,5-5-1 0,5-2 2 0,15-1-2 0,-13-4-3 0,4-2 6 16,12-4-5-16,-14 2 2 0,-2-3-1 0,0-1 1 15,-6 0 2-15,-12 0-3 0,2 1 6 0,-8 1 9 16,-1 0 2-16,-2-1 3 0,-3 1-1 0,-2-1-2 16,1 1-5-16,-3-2-13 0,-2 1-19 0,-1 3-23 15,-6-5-19-15,-3 5-21 0,2-3-19 0,0 3-13 0,-3-2-33 16,2-1-33-16,-2-1-187 0,3 1-396 0,1-2 175 0</inkml:trace>
  <inkml:trace contextRef="#ctx0" brushRef="#br0" timeOffset="-203660.84">15870 11426 294 0,'3'-7'288'16,"-6"1"-17"-16,6 1-25 0,-3 0-28 0,0 2-24 16,0 3-23-16,1-4-23 0,-1 4-19 0,0 0-13 15,0 0-15-15,-4 14-11 0,4 3-9 0,-4 7-7 16,3 5-6-16,-5 5-9 0,-2 2-6 0,3 0-4 0,-3 13-10 0,3-14 2 16,0 12-6-16,1-16-4 0,0 3-7 0,3-6-1 15,1-1-2-15,-1-6 1 0,-2-4-5 16,3 0-1-16,0-5 1 0,0-1-1 0,0-2-4 0,0-3 1 15,0 0-3-15,0 0 3 0,0-1-1 0,0-1 3 16,0-4 1-16,0 6 0 0,3-4-1 0,-3-2-2 16,0 0 1-1,0 5 1-15,0-5-1 0,0 0-12 0,0 0-18 0,0 0-27 16,0 0-22-16,0 0-26 0,0 0-38 0,0 0-34 16,0 0-44-16,0 0-196 0,9-13-438 0,-8 9 194 15</inkml:trace>
  <inkml:trace contextRef="#ctx0" brushRef="#br0" timeOffset="-203375.22">16215 11667 273 0,'2'-9'343'0,"0"4"-17"0,-2-1-22 0,1 2-23 16,3 1-37-16,-4 3-27 15,0-5-23-15,0 5-23 0,0 0-22 0,0 0-20 16,0 0-15-16,0 0-10 0,5 15-14 0,-5-5-7 16,1 3-7-16,-1 3-9 0,-1 5-6 0,1 3-5 15,0 0-11-15,0-4 1 0,0-1-6 0,0 6-4 16,0-7-5-16,0 0 2 0,-2 1-4 0,-1-3-5 0,3-3-26 16,0-1-11-16,0-2-15 0,0-1-12 15,0-2-11-15,-1 0 0 0,1-3 1 0,-3 1 6 0,3-5 2 0,-3 4-30 16,3-4-46-16,0 0-38 0,-16-6-40 0,12-1-51 15,-6-2-163-15,6-1-443 0,-1-8 196 0</inkml:trace>
  <inkml:trace contextRef="#ctx0" brushRef="#br0" timeOffset="-203243.73">16185 11507 139 0,'2'-11'270'0,"-1"0"-17"0,1 0-20 16,-1 2-19-16,0 2-14 0,1 0-28 0,1 3-22 15,-3 0-20-15,3 0-32 0,-1 1-23 0,-2 3-18 16,8 0-26-16,-8 0-29 0,9 7-33 0,-4-2-36 15,4 1-55-15,-4 4-179 0,-1 0-326 0,1 1 145 16</inkml:trace>
  <inkml:trace contextRef="#ctx0" brushRef="#br0" timeOffset="-202519.51">16454 11664 242 0,'0'0'295'0,"0"0"-30"0,0 0-34 0,0 0-28 16,1 4-20-16,-1-4-19 0,3 7-19 0,-7 1-13 15,4 1-15-15,-1 4-8 0,-2 4-14 16,-1 0-10-16,1 2-8 0,0 6-5 0,-2-6-8 0,2-1-6 16,2-1-6-16,-1-4-4 0,2-3-6 0,-2-1-3 15,2 1-3-15,-1-4-3 0,2-2 2 0,-2 1 4 16,2-2 19-1,-1-3-3-15,0 0 2 0,14-5-2 0,-5-2 2 16,4-6 1-16,1 3-7 0,0-4-2 0,8-4-7 0,-3-2 7 16,2 0-12-16,-1 2-1 0,2 0-13 0,-10 3 5 15,6 2-7-15,-5 1-2 0,-3 1-2 16,-1 4-4-16,0-1 0 0,-1 5-3 0,-4-2-3 16,2 4-2-16,-2-3-4 0,0 2-2 0,-4 2-1 0,0 0 0 15,10 8-1-15,-6-2 1 0,0 0 0 0,2 4 2 0,-2 1-1 16,0 1 0-16,2 2-1 0,-2 3-3 0,2-2 7 15,-2 0-1-15,3-2-12 0,-4-3-4 0,1 0 1 0,0 0 5 16,-1-3-2-16,1-3 7 0,-3 1 0 16,0 0 3-16,3-2 16 0,-2-2 1 0,-2-1-1 0,9-5-2 15,-2 1 5-15,1-4 8 0,-1 0-1 16,3-2-6-16,-2 0 4 0,7-3-7 0,-4-1 2 0,1-1-1 0,1 1-3 16,0-1 0-16,-3 3 6 0,-1 3-1 0,-1 1 4 15,-1 0-3-15,0 3-1 0,-6 1 0 0,3-1-9 16,0 1-2-16,0 0 12 0,-2 3-20 0,-2 1 2 15,7 0-7-15,-7 0 5 0,0 0-12 0,12 6-2 16,-7-2-6-16,3 3-2 0,0 0-3 0,-1 0-9 16,1 2-1-16,-1-3-4 15,1 1-5-15,-1 0 1 0,-2-2 4 0,0-1 8 16,0-1 0-16,3 0 6 0,-2-2 4 0,-1 0 3 16,-5-1 3-16,13-3 3 0,-5-2 3 0,1 0 8 15,-2-1 8-15,1-2 0 0,2-2 4 0,-2 3 5 16,-3-3 5-16,4 1 2 0,-3 0 2 0,1 0 6 15,-1 2 11-15,-2 1-3 0,0 2-1 0,-3-1-5 16,2 2-7-16,-1 0-5 0,2 0-8 0,-3 0-4 0,-1 3-6 0,0 0-1 16,0 0-2-16,4 9 0 0,-4-5 4 0,0 4-2 15,3 1 6-15,-2 1-5 0,-2 2-3 0,1 0-7 16,1 0-14-16,0 3-3 0,-2-4-18 0,1 0-9 16,1-2-17-16,-2 2-15 0,0-2-20 0,-2 0-19 15,0-1-12-15,2-3-18 0,0 2-20 0,-3-5-48 16,-1 0-219-16,5-2-477 15,0 0 211-15</inkml:trace>
  <inkml:trace contextRef="#ctx0" brushRef="#br0" timeOffset="-202386.67">17125 11496 171 0,'0'-21'261'0,"0"4"-5"0,4 1-13 16,-3 4-21-16,2 1-20 0,-2 2-21 0,4 1-20 15,-4 3-20-15,2 0-45 0,1-1-29 0,-2 5-35 0,-2 1-31 0,0 0-31 16,11 8-50-16,-6-1-43 0,-3-2-178 0,2 5-324 15,-2 1 143-15</inkml:trace>
  <inkml:trace contextRef="#ctx0" brushRef="#br0" timeOffset="-201501.46">17425 11609 209 0,'4'-1'313'0,"0"-1"-23"0,-4 2-23 0,5-1-28 16,-5 1-23-16,5-2-30 0,-5 2-17 0,0 0-19 0,0 0-22 16,4 5-15-16,-4 2-8 0,1 0-8 0,1 3-13 15,-4 1-10-15,2 5-8 0,-1 1 4 0,0 0-6 0,-1-2-13 16,2-1-6-16,0-5-3 0,0 2-5 0,0-2-1 16,-1-3-4-16,2 2 0 0,1-4-5 0,-1 0-1 0,3-2-5 15,-4-2 5-15,11-3-4 0,1-1-2 0,-1 0-1 16,0-5 0-16,5-2-3 0,-3 1 1 15,5-5-4-15,2-4-2 0,-4-2 0 0,0 0-2 16,2 2 0-16,-6 4 0 0,-2 2-5 0,0-1 1 0,-2 6 7 0,-3 0 11 16,-1 2-19-16,-1 0 2 0,0 4-4 0,0-3-12 15,-3 5-17-15,4-2-6 0,-4 2 3 0,0 0 0 16,0 0-3-16,5 12-6 0,-5-5-4 0,3 0-1 0,-1 1 0 16,3 7 2-16,0-3-4 0,1-1-3 0,8 1-9 15,-3 2 6-15,4-4-6 0,2-2 6 16,0 0 4-16,4-3 10 15,-1-1 1-15,1-1 1 0,-2-3 4 0,1-3 3 16,-2-2 3-16,-4 1 6 0,2-1 11 0,-5-3 12 16,-2 1 12-16,0-4 9 0,-3 2 2 0,-2 2 2 15,0-1-4-15,-4 2-3 0,0 1-4 0,0-5-2 16,-4 7-3-16,-1 1-4 0,-4 0 0 0,-4 2 1 16,-1 0-6-16,-2 4 6 0,-2 0-7 0,1 5-7 0,-1 1 7 15,2 1-1-15,-2 0-1 0,4 1 0 0,0-1 0 0,2 3 2 16,-2 0-2-16,4-2 1 0,2-3 1 0,-1 1-2 15,4-3 0-15,1 2-1 0,3-3 7 0,-1-2 14 16,4-1 12-16,3 0 7 0,-5-3 4 0,15 0-5 16,-3-5-2-16,7 2-4 0,-2-5-1 0,2 3 0 0,-2-4-5 15,2 1-3-15,1 0-1 0,0 0-4 0,0 0-2 16,-2-1 6 0,-2 1-11-16,2 3-1 0,-5 0 0 0,1 0 6 15,-4 2-1-15,3 0-4 0,0 1-2 0,-3 0-1 16,3 2 1-16,-3 2-4 0,0 0-5 0,2 1-3 15,-1 0 3-15,0 2-14 0,-1 0-3 0,1 0-9 16,0 2-4-16,1-1-8 0,-3-1 0 0,2 2-14 0,-1-3 6 16,0-1 6-16,-4-2 2 0,3 0 6 0,-4-2 4 15,3 0-2-15,-3-3 6 0,0-4-1 0,3-1 1 0,-2-2 4 16,1-3 4-16,-5-3 5 0,2-2 3 0,0 2 16 16,0-4 7-16,-1-8 11 0,0 0 10 0,1 1 15 15,2-3 1-15,-2 2 2 0,1-3-6 0,4 2-3 16,0-2-4-16,-1 1-3 0,2 3 1 0,-4 2 9 15,0 9 6-15,-3 8 3 0,1-3-5 0,-2 3-10 16,0 1-11-16,-1 5-27 0,1 0-13 0,-2 3-4 0,0 0 1 0,0 0 2 16,-2 22-4-16,1-5 4 0,-3 8 4 0,-2 4 0 15,1 2 1-15,-7 17-3 0,2-2 7 16,4-11-2-16,2 12-15 0,-3-12-17 0,0-5-17 0,3 0-9 16,0-4-8-16,-2-1-8 0,0-7-2 0,-1-4-8 15,2-1-22-15,-3-3-14 0,2-4-31 0,-1-2-49 16,-3-1-175-1,5-3-408-15,-3 0 180 0</inkml:trace>
  <inkml:trace contextRef="#ctx0" brushRef="#br0" timeOffset="-201285.18">18034 11560 123 0,'-7'-2'222'15,"3"2"7"-15,-1-3 5 0,5 3 10 0,-7-2-1 0,7 2-7 16,-7-1-12-16,7 1-25 0,0 0-23 0,14-9-15 15,3 4-15-15,4 1-18 0,11-4-2 0,19-1-21 16,-11 0-12-16,11 1-11 0,4-1-6 0,0 1-7 0,-5-1-9 16,-14 3-4-16,-3 0-6 0,-4 0-4 15,-8 1-8-15,-3 2-7 0,-4 2-6 0,-4-2-16 16,-1 1-22-16,0-1-27 16,-5 0-29-16,-2 3-36 0,-2 0-19 0,0 0-19 0,0 0-34 15,-29 3-20-15,17 1-231 0,0-3-463 16,0 3 206-16</inkml:trace>
  <inkml:trace contextRef="#ctx0" brushRef="#br0" timeOffset="-200953.4">18602 11653 154 0,'0'0'280'0,"0"0"1"0,4 5 14 0,-4-5-28 16,0 0-21-16,5 1-27 0,-5-1-8 0,10-4-33 15,-1 3-19-15,0-2-3 0,4-1-23 0,5-2-15 16,1 0-17-16,-1-4-5 16,0 3-10-16,0-3-6 0,1 0-12 0,1-2-9 15,-4 2-4-15,4-8-14 0,-7 7-8 0,1-1-11 16,-4 3 0-16,-1 0-1 0,-1-1-7 0,-3 0-4 16,-4 3-5-16,-1 0 0 0,-1 0-4 0,-7 2-2 15,-3 2-2-15,-5 0 1 0,-4 3-1 0,-11 4-3 16,2 0 3-16,-3 3-2 0,3 6-1 0,-1 1 2 15,3 1-2-15,3 5 1 0,2 0-1 0,3 2-1 0,1-2 2 0,9-1 4 16,5-1 0-16,6 1 2 0,9 5 2 0,8-3-5 16,12-1 10-16,16-2-19 0,3-4-35 0,10-2-56 15,6-3-76-15,34-2-87 0,-6-7-195 0,-2-5-499 16,-31-2 221-16</inkml:trace>
  <inkml:trace contextRef="#ctx0" brushRef="#br0" timeOffset="-199983.4">20631 11429 156 0,'2'-3'173'0,"-1"0"-18"0,-1 3-14 0,-9-4-17 15,0 4-3-15,-8 3-24 0,-7 0-10 0,-3 2-7 0,-3 1-7 0,-1 2-11 16,3 1-4-16,-4 2-11 0,-3-2-2 0,7 4-6 15,-2-2-9-15,4 4-3 0,3-1-3 0,8-4-1 32,-1 1-3-32,5 2-3 0,3-1 0 0,1-2-1 0,4 1 2 0,3-1-1 0,4 0 16 0,7 2 11 31,5-2 9-31,11 2-2 0,3-4-3 0,2-1-2 16,4-2-2-16,2-4-5 0,2 1-3 0,13-3-5 0,-13-1-3 0,0-1 0 15,-2-2-2-15,-4-1-3 0,-3-1-2 0,-3-2-3 16,-10 1-1-16,-2-3-12 0,-5 0-12 0,-4 0-15 15,-5-5-19-15,-4 0 1 0,-5-2-5 0,-4 1 3 16,-7-8 8-16,-2 6-1 0,-1-2 5 0,-1 0 8 16,0 3 5-16,3-2 5 0,4 7 13 0,2-3 15 15,-1 2 17-15,5 2 21 0,0 1 20 0,5 1 18 0,-2 0 9 16,2 1-12-16,0-3-2 0,4 4-3 0,0-1 2 0,0 1 1 16,0 0 7-16,0 3-14 0,2 0-11 0,0 1-9 15,-2 4-9-15,0-8-9 0,0 7 2 0,0 1-17 16,0 0-3-16,0 0-4 0,4 13-6 0,-4 0-4 15,2 5-3-15,-4 10 5 0,-1 5-5 0,0 17-1 16,-4 4 5 0,-1-1-3-16,3 3-2 0,-1-1-2 0,0-3-1 15,3-4 3-15,-1-12-1 0,2-2-2 0,0-3 0 16,2-1-3-16,0-4 4 0,-2-6-3 0,2-3 3 0,0-5-4 16,0-1 6-16,0-2-2 0,0-2 4 15,-2-1 3-15,2 0 10 0,0-2 30 0,-1 0 25 16,1-4 22-16,1 4 12 0,-1-4 0 0,0 4-12 0,0-4-6 15,0 0-40-15,0 0-38 0,0 0-45 0,0 0-54 0,4-12-79 16,-4 8-148-16,-2-2-272 0,-2 2-632 0,1-6 280 16</inkml:trace>
  <inkml:trace contextRef="#ctx0" brushRef="#br0" timeOffset="-198511.03">2282 13542 22 0,'4'-3'229'0,"3"-2"-7"0,-4 1-11 0,3 2-18 16,-5-1-20-16,-1 3-16 0,4-3-19 0,-4 3-19 16,0-4-16-16,0 4-32 0,0 0-4 0,0 0-3 0,-11 11-10 0,-3-1-8 15,-9 5-4-15,-2 2-4 0,-1 0-4 0,-4 4-4 16,2-3-5-16,0 1-2 0,1 0 0 0,-4 0-4 15,5 3-5-15,1-2-1 0,4 1-1 0,-1-1-6 16,7-1 0-16,3-6-4 0,3 0-1 0,-1 2-4 16,6-5 8-16,-1 0-2 0,2 0-2 0,2-1 1 15,5 3-3-15,-3-3 7 0,7 1-2 0,6-2 1 0,3 4 0 0,3-3 0 16,0-2 1-16,10 1-3 0,-2 2-5 0,1-3 5 16,-2 3-2-16,5-3 0 0,-5 0 1 15,-7 1-1-15,0 1 2 0,-4 0-3 0,-1-1-7 16,-4 0-13-16,-1-2-1 0,-4 3-6 0,-1 2-3 0,-2-2 1 15,-4 0 10-15,-3 2 7 0,-5-2-4 0,-2 4-3 16,-4-3 9 0,-4-1-1-16,-5 5 2 0,-3-4 8 0,8-3 0 15,0 1 0-15,-3-1 7 0,4-3 0 0,0 1 3 16,4-2 1-16,2-2 3 0,1 0 1 0,5 2-2 16,-3-3-1-16,4 2-1 0,0-2 1 0,5 0-6 15,0 0-34-15,0 0-71 0,-3-6-65 0,3 6-134 0,17-11-321 16,-2 4 142-16</inkml:trace>
  <inkml:trace contextRef="#ctx0" brushRef="#br0" timeOffset="-198163.5">2684 13919 91 0,'-10'2'162'0,"-2"3"-21"0,0 0-14 0,-1 0-18 16,-1 2-13-16,1 2-7 0,3 0-15 0,-4 2-3 15,6-3-11-15,0 2-4 0,2-1-5 0,1 1-7 16,1-1-4-16,3 2-3 0,2-2-3 0,3 0 4 16,0-2-7-16,6 3 11 0,0-5-1 0,11 0 0 15,-2 0-2-15,9-3-2 0,0-3 2 0,0-2-9 16,-7-1 0-16,0 0 9 0,-3 1 19 0,4-6 14 15,-8 3 16-15,0 0 12 0,-2-2 4 0,-6 0 11 16,4-3 7-16,-2 2-4 0,-4 0-2 0,0-1-9 16,-3-1-18-16,-2 2-22 0,1-3-7 0,-3 2-23 0,-3 0-20 0,-2 3-23 15,-2 2-29-15,-3-2-26 0,-1 4-27 16,1 1-34-16,0 2-35 0,-1 0-39 0,1 3-187 0,2-2-414 16,2 2 183-16</inkml:trace>
  <inkml:trace contextRef="#ctx0" brushRef="#br0" timeOffset="-197994.72">3212 14055 269 0,'0'0'280'15,"4"2"-32"-15,-4-2-18 0,0 0-33 0,1 7-22 16,-1-7-14-16,-4 9-15 0,-1 1-43 0,-4 3-34 15,-4 1-42-15,-6 8-68 0,0 0-86 0,-7-2-163 0,2-2-314 16,-3-4 139-16</inkml:trace>
  <inkml:trace contextRef="#ctx0" brushRef="#br0" timeOffset="-194317.72">7843 14093 68 0,'0'0'193'16,"0"-4"3"-16,5 1-3 0,-4 0-10 0,0-3-6 15,1 2-9-15,-1 0-6 0,2 2-8 0,-3 2-10 16,2-8-10-16,-1 6-7 0,-1 2-10 0,2-5-10 16,-2 5-13-16,0 0-11 0,1-2-12 0,-1 2-10 0,0 0-10 0,0 0-24 15,0 0-1-15,0 0-7 0,0 0-3 0,-14 18 3 16,5-3-5-16,-3 0-2 0,-1 7-4 0,0 0 17 16,1 2-4-16,-2-1-2 0,3 2-3 0,-1-3-3 15,4 3-1-15,3-7-4 0,0 0 0 0,0 1-1 16,1-2 0-16,1-3-1 0,0 1-2 0,3-4 1 15,-1 1 1 1,1-1 3-16,0-4-3 0,0-2 0 0,1 4 3 0,2-6 10 16,0 2 24-16,2-2 23 0,-1-1 14 0,5-2 20 15,-1-1 2-15,2-3 7 0,3 1 6 0,1-2 2 16,0-5 10-16,0 0 10 0,0-2-8 16,2-4-5-16,0-3-11 0,-2-3-20 0,-1-2 6 15,-2-2-11-15,-2-1-4 0,-2-6-11 0,-1 0-7 0,-5 2-11 16,1-4-6-16,-5 4-3 0,-3-2-3 0,-6 2-10 0,1 1-17 15,-7 5-5-15,-4 2-11 0,-4 3-15 0,-3 5-15 0,-3 1-22 16,-4 4-17-16,-1 6-17 0,0 4-18 0,0 2-23 16,3 5-27-1,-1 2-22-15,3 7-35 0,3 1-34 0,2 2-41 16,5 5-280-16,3-2-613 0,9 0 272 0</inkml:trace>
  <inkml:trace contextRef="#ctx0" brushRef="#br0" timeOffset="-193485.31">8290 14004 233 0,'1'-7'265'0,"-1"1"-8"0,2-1-7 0,-2 2-17 0,1 1-8 15,0 1-8-15,1 0-28 0,-2 3-23 16,1-7-18-16,0 3-18 0,-1 4-16 0,1-3-16 16,-1 3-9-16,0 0-17 15,0 0-8-15,0 0-9 0,4 15-3 0,-4-6-7 16,0 4-4-16,0-1-5 0,-1 8-7 0,1-1 0 15,-3 5-3-15,2 0-5 0,0 3-3 0,0-9-3 16,2 0-2-16,-2 2 2 0,1-3-4 0,1-1-1 16,-2 0 2-16,3-3-4 0,-1-1 1 0,3-3-3 15,-1 1 1-15,-2-4 0 0,0 0 3 0,-1-1 3 16,3-2-4-16,-3 1 20 0,1 0 34 0,3-2 9 0,-4-2 18 0,10-2 3 16,-1-2 21-16,0-1-22 0,1-4-1 0,4-1-7 15,0-5-5-15,0-1-15 0,3-3-1 0,2-1-8 16,-2-4-6-16,2 0-2 0,-1 0-9 15,-1-1-2-15,-2-2-3 0,-1 4-1 0,0-2-4 0,-6 7-3 16,-1 2 1-16,0 0-4 0,-2-1-3 0,0 3-1 16,-3 4 5-16,2-2-1 0,-4 7 5 0,0-3-13 0,1 1 1 15,-1 2-10-15,0 1-11 0,-1 0-13 0,1 4-8 0,-8-1-5 16,8 1-7-16,-12 4-3 0,7 1-4 0,-2-1-7 16,-2 6-6-16,3-4 7 0,0 3-11 15,0 1 1-15,3-2 0 0,0 1 4 0,3 0 1 16,1-1-1-16,3 1-10 0,4 1-20 0,3-4-37 15,7 3-50-15,9 0-60 16,1-1-314-16,3-5-593 0,-2-3 262 0</inkml:trace>
  <inkml:trace contextRef="#ctx0" brushRef="#br0" timeOffset="-192365.22">7630 14612 20 0,'0'0'131'0,"0"0"-19"0,-7 0 4 0,7 0-11 15,0 0 1-15,0 0 0 0,0 0-2 0,0 0 7 16,0 0-3-16,0 0 3 0,0 0-1 0,0 0 1 15,0 0 0-15,0 0-4 0,0 0-4 0,0 0-6 16,0 0-6-16,0 0-4 0,0 0-11 0,-9 0-7 16,9 0-8-1,0 0-7-15,0 0-4 0,0 0-7 0,0 0-7 16,0 0-3-16,0 0-1 0,0 0-4 0,0 0-3 0,0 0-2 16,0 0-4-16,0 0-2 0,0 0-1 0,0 0-3 15,0 0 0-15,0 0-2 0,0 0 6 16,0 0-8-16,0 0 0 0,0 0-3 0,0 0 7 15,18-4-4-15,-1 0 0 0,4 0-1 0,11-2 1 16,18-4-3-16,8-1 5 0,4 2-3 0,32-4-5 0,-2-3 3 0,2 2-9 16,6 1 6-16,1-5 3 0,5 2 4 0,-1 1 1 15,-7 2-2-15,-34 6 3 0,1 0-1 0,-4-2-2 16,-8 5 1-16,-20 0-4 0,1 0 4 0,-12 1 3 16,-4 0-8-16,-4 3-1 0,-4-1 3 0,-1 0-12 15,-1 0-12-15,-5 0-6 0,-3 1-17 0,0 0-30 16,0 0-38-16,-32 6-41 0,12 0-57 0,-8-2-160 0,0-1-396 0,0 4 175 31</inkml:trace>
  <inkml:trace contextRef="#ctx0" brushRef="#br0" timeOffset="-191865.66">8244 14870 121 0,'4'0'200'0,"-4"0"-16"16,0 0-30-16,0 0-11 0,0 0-17 0,0 0-17 16,0 0 3-1,-18 13-12-15,5-4-10 0,-5 3-8 0,-2 5-14 0,-2 2-6 16,0-1-6-16,3 0-9 0,4-6-6 0,-2 4-5 16,5-1 2-16,0-5-11 0,1 3-3 15,4-3-1-15,1-1-5 0,1-1 1 0,1-2-4 16,3 2 9-16,1-4 13 0,1 0 14 0,3 0 25 15,2-2 6-15,3-2 6 0,6 0 7 0,3-4-3 0,3-1-7 16,0-3 6-16,-3-2 6 0,1 2 2 0,-2-5-12 0,1 0 10 16,-5-3 1-16,-2 1-7 0,-2-2-5 0,-1-8-12 15,-4 7-8-15,-4-9-25 0,-3 9-10 0,-2-2-3 16,-4-3-13-16,0 5-5 0,-5 1 2 0,-5-1-4 16,-5 4-7-16,-1 2-11 0,-4 3-7 0,0 4-8 15,-6 3-9-15,2 3-4 0,-2-1-13 0,2 3-20 16,3 1-29-16,4 4-31 15,4-3-38-15,6 3-43 0,4-2-239 0,6 2-486 16,3-1 215-16</inkml:trace>
  <inkml:trace contextRef="#ctx0" brushRef="#br0" timeOffset="-191449.16">8504 14725 163 0,'0'0'239'0,"6"-2"-27"16,-6 2-24-16,10 2-19 0,-4 3-16 0,1-2-20 15,1 1-11-15,2 6-11 0,-3-3-13 16,1 3-12-16,0 5-10 0,-1 1-8 0,-3 1-6 0,1 0-2 0,-2 0-13 16,-6 0-4-16,1 2-1 0,-1-1-5 0,-5-2-1 15,1-2-2-15,2-1-2 0,-2-2-1 0,2-2-2 16,3-1-3-16,-2 1 3 0,-1-4 12 0,2 1 18 15,1-2 21-15,0-2 30 0,2-2 29 0,-1 6 17 16,1-6 43-16,0 0-22 0,0 0-18 0,10-12-17 0,-1 3-16 16,5-6-23-1,4 2 2-15,0-8-9 0,4 1-14 0,1-1-6 16,-3 1-14-16,2 2-1 0,-8 3-5 0,3 2-2 16,-7 4-6-16,-1 1-2 0,-5 2-4 0,3 0-7 15,-1 1-3-15,-2 1-5 0,2 2-29 0,-4-1-21 16,1 0-15-16,-3 3-9 0,0 0-7 0,0 0 13 15,6 6-5-15,-6-2 5 0,0 3 1 0,-1 0-7 16,2 1 5-16,1 5-1 0,0-2 2 0,6 3 3 0,1-1-8 0,2-1-18 16,8 0-33-16,8 0-53 0,5-4-78 0,5-6-99 15,2-4-204-15,12-4-575 0,2-5 254 0</inkml:trace>
  <inkml:trace contextRef="#ctx0" brushRef="#br0" timeOffset="-190863.8">9523 14408 126 0,'-4'3'189'16,"4"-3"-6"-1,-6 2-4-15,6-2-20 0,0 0-5 0,0 0-8 16,0 0-7-16,0 0-9 0,0 0-11 0,0 0-7 16,0 0-10-16,0 0-11 0,0 0-9 0,0 0-8 15,0 0-4-15,0 0-11 0,0 0-5 0,0 0-6 16,0 0-4-16,0 0-4 0,0 0-1 0,0 0-10 15,0 0-2-15,0 0-4 0,0 0 1 0,0 0-7 16,0 0-1-16,0 0-2 0,0 0 0 0,0 0-4 0,0 0 0 0,0 0-1 16,0 0 0-16,0 0 0 0,0 0 6 0,0 0 7 15,0 0 7-15,0 0-2 0,0 0-4 0,9-9 8 16,1 7-10-16,9-2-2 0,2-1-2 0,9 0-3 16,2 1-1-16,5-4-1 0,-1 4-2 0,4-1-6 15,0 0-4-15,13-3-5 0,-16 1 0 0,14 2-10 16,-19 1-14-1,-2 0-18-15,-10 3-30 0,-6 1-32 0,0-3-38 0,-4 3-36 16,-6 0-182-16,-4 0-396 0,0 0 175 0</inkml:trace>
  <inkml:trace contextRef="#ctx0" brushRef="#br0" timeOffset="-190663.57">9799 14270 318 0,'1'-2'336'16,"-1"-3"-15"-16,0 5-39 0,2-5-31 0,-2 5-34 16,0-3-28-16,0 3-26 0,0 0-21 0,0 0-17 0,-2 14-14 15,1-3-13-15,-1 5-13 0,-1 4-12 16,2 5-8-16,-3 2-20 0,4 5-26 0,-5 0-49 0,4 14-77 0,1-12-79 16,-4 4-234-16,-1-7-454 0,1-11 200 0</inkml:trace>
  <inkml:trace contextRef="#ctx0" brushRef="#br0" timeOffset="-189846.46">10741 13883 104 0,'0'-7'259'0,"0"2"-8"16,0-3-13-16,0 2-12 0,0-1-13 0,0 2-21 15,0 1-20-15,0 0-19 0,0 4-22 0,1-4-14 16,-1 4-17-16,0 0-14 0,0 0-10 0,0 0-8 0,-5 21-10 16,0-3-9-16,-4 10 3 0,3-1-10 0,-1 4-8 15,-1 2-4-15,2 4-4 0,-1 9-6 0,3-10 0 16,0-1-5-16,0-2 18 0,3 1-4 0,-2-2-1 16,3-3-5-16,0-1 0 0,-1-1 0 0,1-8-4 15,0 1-1-15,0-2 2 0,-1-5-4 0,1-3-8 16,0 2-27-16,0-3-18 15,-3-1-21-15,3 0-27 0,0-3-21 0,-1 2-21 16,1-5-16-16,-4 1-69 0,4-3-153 0,-10 0-394 16,10 0 175-16</inkml:trace>
  <inkml:trace contextRef="#ctx0" brushRef="#br0" timeOffset="-189576.95">10728 14111 157 0,'4'-3'197'16,"-2"0"-25"-16,4 1-11 0,-1 1-8 0,5 0-14 16,0 2-14-16,3 2-5 0,1 0-15 15,0 2-11-15,5 2-5 0,-2 0-8 0,-2 2-1 16,2 0-16-16,-3 0-7 16,-4 0-8-16,-1-1-8 0,0 1-6 0,-5-1-9 15,0-1 0-15,-4 2-4 0,-2-1 2 0,-4-2-1 16,-4 2 1-16,0 1-4 0,-2-3 3 0,-3 3-2 15,-3-4-3-15,0 0 1 0,0 2-1 0,4-5 0 16,0 1 2-16,2 0-5 0,2 0 4 0,-2-1-7 16,1 2-2-16,5-4-15 0,-2 2-26 0,8-2-31 15,-5 0-48-15,5 0-74 0,0 0-131 0,15-9-340 0,-2 4 151 0</inkml:trace>
  <inkml:trace contextRef="#ctx0" brushRef="#br0" timeOffset="-189075.91">11697 13914 202 0,'0'0'231'0,"0"0"-23"15,0 0-23-15,0 0-22 0,0 0-18 0,0 0-14 16,0 0-16-16,0 0-12 0,-16 12-10 0,10-3-11 16,-4 0-8-16,-2 4-7 0,1 1-9 0,-3-1-5 15,3 4-9-15,-1 0-2 0,2-1-2 0,0 2-10 0,2-1-2 16,0 2-1-16,3 1-5 0,0-5-1 0,1 2-6 15,0-6-1-15,2 4 1 0,2-6 3 0,0 1-6 16,0 0 2-16,2-1 0 0,1-4 12 0,-1 2 27 16,1-4 22-16,1 1 12 0,1-3 17 0,1-1 6 15,-6 0 10-15,15-3 6 0,-6-1-2 0,-1-4 7 16,2 0-18-16,-3 0-13 16,4-5-12-16,-1-1-10 0,-2-1-4 0,-3-3-9 15,0-2-4-15,0-5-30 0,-5-1-17 0,-1-1-13 16,0 0-8-16,-7 1-3 0,3 1-5 0,-8 1 2 15,3 7-6-15,-2 1-6 0,-4 0-2 0,-3 0-1 16,-2 7 2-16,1 4-2 0,-3-2-3 0,1 5-9 16,3 1-16-16,-3 2-22 0,4 1-19 0,3 5-24 15,0 1-20-15,2 1-16 0,4 3-14 0,5 1-32 0,3 2-223 0,2-4-461 16,4 2 204-16</inkml:trace>
  <inkml:trace contextRef="#ctx0" brushRef="#br0" timeOffset="-188590.35">12033 13868 14 0,'1'-2'328'0,"3"-2"-14"0,-3 0-23 16,2 0-28-16,-2 1-23 0,-1 3-30 0,3-2-21 15,-3 2-21-15,0 0-20 0,1-4-22 0,-1 4-8 0,0 0-18 0,0 0-7 16,4 13-10-16,-6-5-11 0,2 1-5 0,-1 3-8 16,-1 1-9-16,-1 3 0 0,0-1-5 0,1 2-9 15,-2-2-4-15,2 2-6 0,0-1 2 0,1 1-5 16,1-1-1-16,0-3-3 0,1-3-1 0,1 2 2 16,-1-2-6-16,4 0 5 0,-4-4-3 0,3 2 2 15,-1-1-4-15,0-4 6 0,3-1 3 0,0-1 9 0,1 0 8 16,3-2 14-16,-1-2 23 0,3 0 3 0,1-1-6 0,-4-6-3 15,5 0-7-15,0-2-5 0,0-1-11 0,3-8 7 16,-5 7-17-16,4-10-4 0,-3 2-9 0,-3-3-11 16,-1 1 2-1,-3 5-3-15,1 0-2 0,-5 2 0 0,-2 0 2 16,0 5-9-16,-1 0 1 0,-2 0-16 0,0 4 3 16,-4 1-4-16,1 0 1 0,-2 2-5 0,2 0-4 15,-3 5-1-15,1 0-11 0,8 0-12 0,-14 4-3 16,8 0-3-16,-2 0-3 0,4 3 2 0,2-1 0 15,-1 4 2-15,3-1 6 0,3 3 2 0,2-3-2 0,5 4-13 16,6-1-22-16,2-1-34 0,7 2-40 0,0-4-41 16,3-1-48-16,-6-6-223 0,-3 1-502 15,3-2 223-15</inkml:trace>
  <inkml:trace contextRef="#ctx0" brushRef="#br0" timeOffset="-187809.76">11464 14389 146 0,'0'0'205'0,"0"0"-3"0,-10 1-5 16,10-1-10-16,0 0-14 0,-8 0-14 0,8 0-14 15,0 0-8-15,0 0-6 0,0 0-17 0,-5 1-4 16,5-1-8-16,0 0-10 0,0 0-7 0,0 0-10 15,0 0-7-15,0 0-6 0,0 0-6 0,0 0-3 16,0 0-9 0,0 0-1-16,0 0-8 0,0 0-1 0,0 0-4 15,0 0-4-15,0 0-1 0,0 0-6 0,0 0 1 16,0 0-2-16,0 0 1 0,0 0 4 0,0 0 0 16,0 0-2-16,0 0-3 0,10-6 0 0,4 4-2 0,13-5-2 15,4 0-1-15,5 0-4 0,14-5 1 0,7-1-1 16,7 1-1-16,29-4 7 0,3 1 0 15,-4-1 2-15,-3 0 5 0,-26 7 1 0,-2 0-4 0,-2 1 5 0,-9 1-6 16,-14 2-2-16,-3 0 2 0,-7 3-7 0,-7-1 1 16,-8 1-9-16,2-1-7 0,-3 3-19 0,-4-2-8 15,-6 2-8-15,0 0-9 0,0 0-28 0,0 0-26 16,-36 9-29-16,8-6-38 0,-3 3-34 0,-1 3-195 16,0-4-429-16,0 2 191 0</inkml:trace>
  <inkml:trace contextRef="#ctx0" brushRef="#br0" timeOffset="-187371.16">11817 14509 146 0,'0'0'207'0,"0"0"-24"0,0 0-17 0,-5 3-21 16,1-1-18-16,0 3-13 0,-1 1-10 0,-4 2-13 15,1-1-10-15,-1 4-7 0,-2 1-7 0,-2-2-7 0,3 4-4 16,-1 1-8-16,0-1-5 0,2 0-1 0,4-3-11 0,-1-2 2 16,2 0-4-16,0 1-2 0,3 0 2 0,-2-2 5 15,3 0 5-15,3-1 9 0,-2-4 11 16,3 0 12-16,1 0 17 0,4-2 8 0,-1 0 5 15,-2-3 8-15,7-2 12 0,-3 1 6 0,-1-4-8 0,2-1 4 16,-2-2-11 0,2-5-5-16,-4 2-14 0,1-4-17 0,-6 2-17 15,1-3-19-15,-4 0-26 0,-2 2-15 0,-3-3-8 16,-6 0-8-16,-3-1 1 0,-2 8-6 0,-7-5-9 16,-4 6 0-16,-3 1 0 0,-2 5-3 0,3-2 4 0,-1 5 0 15,2-1-7-15,-1 5-10 0,11-1-19 0,-3 1-26 16,4 2-26-16,5 2-18 0,4-1-20 0,3-1-19 15,5 1-62-15,5 0-134 0,2 2-401 0,7 1 178 0</inkml:trace>
  <inkml:trace contextRef="#ctx0" brushRef="#br0" timeOffset="-187054.49">12099 14423 217 0,'4'-3'311'0,"-4"3"-34"16,4-2-27-16,-4 2-30 0,2-4-26 0,-2 4-24 15,7 0-18-15,-7 0-15 0,0 0-16 0,10 6-10 16,-5-3-15-16,-1 4-9 0,-3 0-12 0,3 1-7 16,-1 1-7-16,-2 3-10 0,-1 0-3 0,0 0-4 0,-4 2-9 15,3 4 0-15,-4-1-2 0,-3-1-6 0,3-1 0 16,1-4-3-16,-1-1-3 0,2 0 0 0,2 0-3 15,-3-2-2-15,3-1 1 0,1-3-4 0,0 2 2 0,-3-1 4 16,3-1-5-16,0-4 2 0,0 5-1 0,3-3 2 16,2 0 1-16,0-1 1 0,7-1 0 0,2 0-20 15,-1 0-22-15,5 2-33 0,1-4-44 0,-1-1-59 0,2 1-66 16,-1-1-203-16,0-3-463 0,0-1 205 0</inkml:trace>
  <inkml:trace contextRef="#ctx0" brushRef="#br0" timeOffset="-186907.72">12171 14573 261 0,'0'0'346'0,"-9"-1"-19"0,9 1-25 0,-9 1-26 16,9-1-39-16,0 0-35 0,18-5-39 0,3 1-50 16,9 1-63-16,7-3-81 0,17 1-112 0,-2-4-208 15,-15 3-379-15,3-3 167 0</inkml:trace>
  <inkml:trace contextRef="#ctx0" brushRef="#br0" timeOffset="-185188.17">7356 15391 2 0,'0'0'153'0,"-1"-4"-8"0,1 4-13 0,0 0-7 15,-3-4-10-15,3 4-17 0,0 0-10 0,0 0-9 16,0 0-7-16,0 0-7 0,0-5-12 0,0 5-6 16,0 0-4-16,0 0-7 0,0 0-3 0,0 0-3 15,10 0-1 1,-10 0 0-16,12 1-4 0,-4 0 7 0,1-1-12 0,2 3-2 15,4-3 1-15,4 0-4 0,3 3-2 0,9-3-3 16,-1 0-2-16,5 0 1 0,2 0-2 16,3 0 2-16,13 0-2 0,6 0-1 0,0-3-2 15,1-1 5-15,3 1-1 0,-2 2-8 0,2-3 2 0,1 3-4 16,-2 0 2-16,7-2 3 0,-5-1-2 0,25 1-1 16,-26 1 3-16,28 2-3 0,-29-3 3 0,6-1-1 0,22-2 0 15,-28 4 4-15,2-3-12 0,29-3 3 0,-33 4 5 16,6 2-2-16,26-7-3 0,-30 4 2 0,29 0 9 15,-26-3 9-15,0 5-9 0,27-6 0 0,-31 4-3 16,3 1 4-16,2-1-3 0,-1 0 0 0,-3-1 3 16,1 0-2-16,5 0 2 0,-1 2-3 0,28-3 2 15,-29 1-1-15,29-4 1 16,-28 3 6-16,27-2 3 0,-29 3 0 0,27-2 5 16,-27 0 3-16,27 1 1 0,-26 1 2 0,28-5 0 15,-2 6-4-15,1-1 0 0,1 0-1 0,-5-1-4 16,-25 3-1-16,32-5-4 0,-2 3-1 0,-2 0 3 15,0-1-5-15,-28 2 0 0,32-2 2 0,0 3-6 16,-31 1 8-16,2 0 1 0,0-1-1 0,-3 2 2 16,-1-2-1-16,-4 3-2 0,-7-6 11 0,-1 4-9 0,-15 1 3 0,-1-1-2 15,-1-1 8-15,-8 0 4 0,-7 0 6 0,1 4 9 16,-6-2 9-16,0-1 0 0,-1 2 1 0,-3-3 0 16,0 2 2-16,-2-1-4 0,0 1-4 0,-3 2-8 15,4-2-3-15,-4 1-2 0,-1-1 1 0,1 1-9 16,-1-2-2-16,-4 3-3 0,7-2-1 0,-7 2-1 15,7-1-7-15,-7 1 2 0,6-1-3 0,-6 1-1 0,4-1-2 16,-4 1-1-16,8-2-2 0,-8 2 5 0,8 0-6 16,-4-1 1-16,-4 1 0 0,0 0-2 0,11 1-1 0,-11-1 1 15,0 0 1-15,9 0-3 0,-9 0 0 0,6 0-2 16,-6 0 3-16,0 0 5 0,0 0-6 0,6 0 0 16,-6 0 0-16,0 0-2 0,0 0 2 0,0 0-1 15,0 0 3 1,0 0-2-16,0 0-3 0,0 0 1 0,0 0 0 0,0 0 2 15,0 0-3-15,0 0 0 0,0 0 0 16,7-1 0-16,-7 1 2 0,0 0 2 0,0 0-3 16,0 0 0-16,0 0-5 0,0 0 1 0,0 0-6 15,0 0-29-15,0 0-36 0,0 0-45 0,0 0-61 0,0 5 0 16,0-5-247-16,0 0-463 0,0 0 206 0</inkml:trace>
  <inkml:trace contextRef="#ctx0" brushRef="#br0" timeOffset="-184013.52">8362 15831 194 0,'5'-5'203'0,"-3"-2"-5"16,2 4-19-16,-3 0-16 0,2 0-12 0,-2-1-17 15,-1 4-14-15,4-4-13 0,-4 4-13 0,0-3-15 0,0 3-17 16,0 0-4-16,0 0-8 0,0 0-4 0,-13 12-5 15,3-4-6-15,-5 4 0 0,-6 7-10 0,2 0 5 16,-1 0-10-16,-2 1-6 0,5 2 0 0,-2-3-3 16,5 1 4-16,1-3-6 0,0 7 0 0,6-9-1 15,-2 1-1-15,3 1-2 0,3-5-4 0,0-2 5 16,2 1 4-16,2 0 2 0,1-1 3 0,4 0 8 16,-1-1 4-16,9-7 1 0,-1 3 0 0,6-4 3 0,-1-4-1 15,3-2 5-15,7-5 8 0,-9 1 15 0,1-4 4 0,-2 1-2 16,-2 0-2-16,4-5-4 0,-8 0-6 0,-2 0 3 15,-3-2-13-15,-2 0-3 0,-2-1-6 0,1-5-2 16,-7-2-6-16,-2 8-6 0,-4-6-8 0,-1 8-2 16,-7-5-5-16,-3 6 0 0,3 5-5 0,-8 0 8 15,-3 2-11 1,-3 5-4-16,-1 4 0 0,0 1-2 0,-2 5-3 0,2-2-7 16,1 3-12-16,3 4-17 0,0-4-26 15,2 8-21-15,11-3-28 0,2 0-33 0,4 0-28 16,5 0-168-16,4-3-386 0,8 1 171 0</inkml:trace>
  <inkml:trace contextRef="#ctx0" brushRef="#br0" timeOffset="-183483.38">8810 15800 203 0,'2'-5'245'15,"0"3"-16"-15,-2-3-23 0,3 4-23 0,-1-4-24 0,-2 5-17 16,0 0-19-16,0 0-14 0,5-2-10 16,-5 2-9-16,0 0-14 0,0 13-11 0,0-7-4 15,0 5-10-15,-4-1 0 0,1 6-9 0,1 3-6 0,-1-2-2 16,1 2-3-16,-2-2-2 0,2 0-1 0,-1 1-6 0,3 1-5 15,0 0 4-15,0-5-6 0,0 3 2 0,0-5-5 16,0-3 4-16,1-1-5 0,1-3-1 0,0 2 6 16,0-2-1-16,0-1 24 0,2-1 25 0,-1-1 12 15,4-2 11-15,-7 0-1 0,18-8 6 0,-7 3-2 16,5-5-8-16,-1-1-3 0,1-1-6 0,-1-1-5 16,-1-1-6-16,5-4-6 0,-3-3-6 0,1 0-4 0,-1 0-7 15,-1 1 0-15,-6 4-5 0,0 1-1 0,-1 3 2 16,-2 2 4-16,-1 1 8 0,-1-2 8 0,-3 6-13 0,3 0-4 15,-4-1-6-15,5 2-6 0,-5-1-8 16,0 5-23-16,4-2-14 0,-4 2 3 0,0 0-1 16,0 0-1-1,-11 13-2-15,5-3 0 0,3 3 5 0,-4 3-2 16,-3-2-1-16,4 2 3 0,0 0 2 0,0 1 7 0,2 0-3 16,0 0-6-16,3-4 4 0,-3-2 1 0,7 4 2 15,-2-6 5-15,3 1-1 0,2 1 5 0,7-3 5 16,5 2-1-16,6-5 3 0,8-1-18 0,4-1-40 15,2-3-54-15,0-3-68 0,2-1-85 0,-7-3-270 16,1-1-570-16,-5-1 252 0</inkml:trace>
  <inkml:trace contextRef="#ctx0" brushRef="#br0" timeOffset="-182993.4">7966 16465 13 0,'0'0'169'16,"-3"0"-18"-16,3 0-18 0,0 0-13 0,-6 1-15 16,6-1-10-16,0 0-9 0,0 0-7 0,0 0-10 15,-7 1-7-15,7-1-4 0,0 0-9 0,0 0 6 16,0 0-1-16,0 0-1 0,0 0 1 0,0 0 13 15,0 0 6-15,19-2-3 0,-6-1-2 0,6-2-3 16,16-3-6-16,2-1-2 0,23-4 3 0,5 0 12 16,31-7 1-16,9 2 5 0,3-2 7 15,-2 1-3-15,4 3 0 0,-4 2-6 0,-9 2-5 0,-6 0-7 16,-32 6-5-16,1 1-7 0,-5-1-5 0,-4 2-2 0,-14 3-6 16,-5-1-5-16,-4 0-3 0,-7 1 0 0,-4-1-3 15,-4 0-7-15,-3 2-5 0,-2-1-13 0,-8 1-22 0,0 0-14 0,0 0-34 16,0 0-36-16,0 0-55 0,-31 14-70 0,2-8-174 15,-3 2-434-15,1-6 193 0</inkml:trace>
  <inkml:trace contextRef="#ctx0" brushRef="#br0" timeOffset="-182545.93">8625 16718 48 0,'-3'1'157'0,"3"-1"-16"0,-4 4-20 0,3 1-8 16,-4 0-15-16,1 3-13 0,-6 2-9 0,0 1-3 0,-1 6-9 0,0-1-6 15,1 0-11-15,1 0-5 0,0 1-6 0,1 1-5 16,2-1 0-16,1-1-7 0,-1-1 1 0,3-3-6 16,0 0-1-16,2-2 7 0,1 2 7 0,0-3 11 15,3-2 10-15,1-1 20 0,2 1 13 0,-1-2 17 16,0-3 8-16,3-2 3 0,-1 0 4 0,2-1 1 16,0-2-6-1,0-2-1-15,3-4-4 0,-2 0-1 0,0-3 2 16,-1-4-6-16,-4-2-7 0,0 1-15 0,-2-1-13 15,-3-2-10-15,-4 2-19 0,-4-8-11 0,-3 5-8 0,-2-4-5 16,-3 3-2-16,-4 3-5 0,-3-3-4 0,-1 6 2 16,-4 1-5-16,0 3 3 0,-4 2-7 15,-1 3 0-15,-2 4 0 0,1 1-8 0,2 2-3 16,1 3-19-16,3 1-25 0,6-1-30 0,4 6-45 0,6-4-37 0,3 0-39 16,5 0-217-16,4 2-461 0,0-7 204 0</inkml:trace>
  <inkml:trace contextRef="#ctx0" brushRef="#br0" timeOffset="-182113.83">8815 16636 2162 0,'9'-5'180'0,"-5"1"-79"0,1 1-53 16,0-1-15-16,0 1-18 0,3 2-5 0,-3 0-7 15,3 1-2-15,-2-3-4 0,7 6 1 0,-3 1 0 16,2 0-1-16,-1 2-1 0,1 2-2 0,-1 4 3 15,-1 1-2 1,-1 3 0-16,-2 1-2 0,-1 1 5 0,-5 0-2 16,-1 1 1-16,-3-2-1 0,-1 2 2 0,-1-2 1 15,-2 0-2-15,1 0 3 0,1-3 10 0,-3-5 3 0,3 0 4 16,2-4 9-16,0 2 13 0,0-2 28 0,-1-2 19 16,3 2 34-16,1-5 5 0,-9 4 39 0,9-4 13 15,0 0-21-15,0 0-29 0,14-15 2 16,-1 3-12-16,1-2-17 0,4-3-10 0,2-3-5 0,1-1-7 0,-1-1-3 15,3 0-32-15,-3 0-2 0,1 2-9 0,-2-1-12 16,-2 7 1-16,-4 2 1 0,-3 2 3 0,-1 4-6 16,-2 0-2-16,-1 2-11 0,-1 0 6 0,0 0-18 15,-2 1-21-15,-3 3-19 0,7-2-7 0,-7 2 4 16,0 0 6-16,2 11 2 0,-2-4 0 0,-2 3 7 16,1 1 0-16,1 0 8 15,-2-1 3-15,5 2 1 0,2 3 10 16,1-1-2-16,7 2-1 0,1-3-6 0,13-1-26 15,0 0-38-15,6-4-56 0,19-2-68 0,6-6-105 16,-2-5-228-16,7-2-587 0,3-7 259 0</inkml:trace>
  <inkml:trace contextRef="#ctx0" brushRef="#br0" timeOffset="-181712.75">10259 16191 253 0,'-6'0'254'0,"6"0"-18"16,-4 3-17-16,4-3-19 0,0 0-18 0,0 0-14 15,0 0-19-15,0 0-11 0,19-5-16 0,3 2-11 16,7-1-12-16,7-6-5 0,15 0-12 0,-2 2-7 0,2-2-8 15,-13 2-15-15,3 3-27 0,-5-2-26 0,-3-1-38 16,-4 4-33-16,-8 1-30 0,-8 0-45 0,-3 2-51 16,-4 0-131-16,-5-3-354 0,-1 4 157 0</inkml:trace>
  <inkml:trace contextRef="#ctx0" brushRef="#br0" timeOffset="-181511.96">10475 16025 183 0,'0'-4'326'0,"1"0"-13"0,1 2-24 15,-2 2-29-15,-2-5-30 0,2 5-27 0,0 0-28 16,0 0-22-16,0 0-20 0,0 0-17 0,-2 14-8 0,1-2-13 0,-3 3-10 16,0 12-11-16,-1 4-1 0,0 5-6 0,1-2-10 15,1 2 3-15,1-1-14 0,3-2-39 0,-1 3-41 16,3-2-43-16,-2-2-58 0,3-3-95 0,-4-5-200 15,0-9-466-15,6-6 207 0</inkml:trace>
  <inkml:trace contextRef="#ctx0" brushRef="#br0" timeOffset="-181157.51">11226 15666 307 0,'0'-6'320'0,"0"-2"-20"16,3 3-22-16,-3 1-28 0,0 1-33 0,-3-3-26 15,3 6-23-15,0 0-19 0,0 0-21 0,0 0-11 16,0 22-16-16,-3-4-9 0,-3 10-13 0,2 3-5 0,-3 3-9 0,2 12-8 15,-3 2-5-15,-1-3-8 0,3 1-5 16,-2 2-1-16,3-14-9 0,1 17 4 0,2-15-7 0,2 1-1 16,-4-2 0-16,3-5 0 0,1-2-1 0,-1-3-5 15,-1-6-17-15,2 1-17 0,0-8-18 0,-1 0-13 16,0-2-29-16,-1-3-26 0,1-2-25 0,0 1-1 16,-1-3-45-1,-1-1-259-15,3-2-464 0,0 0 205 0</inkml:trace>
  <inkml:trace contextRef="#ctx0" brushRef="#br0" timeOffset="-180887.38">11242 15955 92 0,'0'-3'274'0,"1"-2"-31"16,4 2-25-16,0 1-21 0,2-2-17 0,3 3-13 15,3 1-17-15,5 0-9 0,1 3-17 0,0-1-13 16,-1 3-14-16,0 3-10 0,-2-1-12 0,3 3-10 15,-4-1-11-15,-1 1-9 0,-4-1-9 0,-5 1-10 16,1-3-4-16,-2 1-13 0,-5 0 0 0,-2 0 0 16,-7-1 1-16,1 0 1 15,-6 1-2-15,-2-1 0 0,-4-1 1 16,-1-2-6-16,-3 4 3 0,4-4-1 0,-2-1 3 16,1 0-5-16,4 1 3 0,0-2-1 0,5-2 1 15,2 0-1-15,3 0-12 0,2 0-25 0,6 0-36 0,-6-2-51 0,6 2-42 16,0 0-199-16,18-10-390 0,-1 3 173 15</inkml:trace>
  <inkml:trace contextRef="#ctx0" brushRef="#br0" timeOffset="-180455.51">12126 15724 78 0,'0'0'189'0,"0"-4"-24"0,0 4-18 0,0 0-12 16,0 0-19-16,0 0-6 0,-14 7-16 0,9 0-8 16,-3 2-8-16,-2 1-1 0,1 2-9 0,-3 1-4 0,1 2-9 15,-2 1-3-15,1 1-4 0,1 0-4 0,1-1-3 0,0 1-6 16,1 0-4-16,1-1-2 0,3 0-3 0,-1-1-3 15,2-5-1-15,4 3-2 0,0-3-1 0,0-2 3 16,0 1 35-16,3-1 19 0,-1-6 14 0,6 8 20 16,-3-5 11-16,1-3 14 0,2 0-2 0,2-2 13 15,0 0 0-15,2-2 3 0,-1 0-3 0,2-2-12 16,-3-5-8-16,1 2-21 0,0-5 0 0,0-2-13 0,-2 0-20 0,-1-4-13 16,-3-1-31-16,3-6-19 0,-8-3-10 0,-4-4-17 15,-1 5-15-15,-4 1-16 0,-4 1 1 0,-6 2 0 16,0 0 0-16,-4 8 0 0,-5-1 3 15,-2 7 1-15,-3 1 2 0,0 3 0 0,1 1-9 16,0 6-18-16,2 2-20 0,10 0-29 0,0 3-25 0,2 3-22 16,5 1-27-1,5-1-44-15,2-1-162 0,5 2-430 0,5 0 190 16</inkml:trace>
  <inkml:trace contextRef="#ctx0" brushRef="#br0" timeOffset="-180023.22">12373 15688 118 0,'1'-5'330'0,"0"2"-21"16,-1 3-25-16,0-3-27 0,0 3-30 0,4-3-29 16,-4 3-25-16,0 0-20 0,0 0-17 15,0 0-13-15,0 12-16 0,0-6-12 0,0 5-9 16,0 1-16-16,0 4-2 15,0 2-9-15,-1-2-6 0,1 2-5 0,0 1-6 16,1-2-4-16,-1 0-5 0,0 0 3 0,4-1-8 16,-3-4-2-16,2-2-4 0,-2-1-1 0,3-1 6 15,-4-3-1-15,4 0-2 0,1 0 28 0,-1-2 26 16,2-2 17-16,2 0 17 0,2-3 9 0,3 1-4 16,0-4 2-16,3-2-1 0,2-2-12 0,-1-1-2 15,0-3-10-15,4-3-4 0,-1-1-3 0,2-3-8 0,-6-2-8 0,0 0-9 16,-1 1-5-16,-1-1-6 0,-3 6-1 0,-2 0 0 15,-3 5-5-15,2 0-3 0,-5 3-8 0,1 2-3 16,0-1-5-16,-1 3-16 0,-2 2-23 0,2-2-24 16,-3 4 0-16,0 0-11 0,0 0-1 0,0 0 8 15,-7 22-4-15,2-8 12 0,0 3-3 16,0 1 8-16,1 1 0 0,0 5-2 0,4-4-12 0,0 3 19 0,4-3 5 0,4 0-18 16,1-2-32-16,6 5-25 0,-2-9-49 15,8 3-63-15,6-2-105 0,-9-7-316 0,9-2-679 16,-8 0 301-16</inkml:trace>
  <inkml:trace contextRef="#ctx0" brushRef="#br0" timeOffset="-179591.1">11928 16228 147 0,'-5'2'203'0,"1"1"-8"15,-2-2-14-15,6-1-13 0,-8 3-12 16,8-3-13-16,-4 0-7 0,4 0-3 0,-5 1-3 16,5-1-8-16,0 0-4 0,0 0-8 0,-5 2-8 15,5-2-10-15,0 0-10 0,0 0-3 0,0 0-8 16,0 0-7-16,0 0-5 15,0 0 1-15,-8 2 4 0,8-2 5 0,0 0 6 16,0 0 4-16,0 0 0 0,0 0 2 0,0 0 2 16,0 0 3-16,0 0-10 0,0 0-6 0,21-7-16 15,-1 0 2-15,11 2-8 0,7-1-6 0,20-6 2 16,8 0-15-16,29-4 5 0,-4 4-8 0,-2-8 0 16,-25 8-7-16,25-5 2 0,-27 8-12 0,-9-3 24 15,-3 2-7-15,-17 2-3 0,-2 4 0 0,-13 1-5 0,1-1 7 16,-7 1-8-16,-1 1-2 0,-2-1-2 0,-3 3-16 0,2-2-23 15,-8 2-11-15,0 0-23 0,0 0-22 0,-23 3-20 16,3 1-33-16,-7 3-18 0,-3 1-40 16,4-1-52-16,-4 0-235 0,10-2-520 0,-1 2 230 15</inkml:trace>
  <inkml:trace contextRef="#ctx0" brushRef="#br0" timeOffset="-179168.07">12296 16420 264 0,'0'0'238'0,"0"0"-25"15,-6 1-25-15,6-1-19 0,0 0-22 0,-7 5-17 0,2-2-15 16,0 4-11-16,-4 1-12 0,0 1-9 15,-4 5-9-15,2 1-8 0,-1-1-4 0,0 2-10 16,0-3-14-16,2 2 5 0,0 0-6 0,6-2-5 0,-4-3 0 0,4 1-4 16,-2-1 5-16,5-1 5 0,1-1 11 0,0-1 11 15,1-1 11-15,8-2 13 0,1 0 5 0,3 0-2 16,2-1 1-16,2-3 6 0,3-3 2 0,-1-1 12 16,1 0 9-16,-2-5-5 0,-2 2 7 0,-2-4-9 15,-1-1-4-15,1-1-6 0,-6-2-36 0,-2-2 8 16,-2-3-17-1,0-5-16-15,-8 0-19 0,0-2-1 0,-6 3-16 16,-8 2 8-16,1 3-11 0,-4-1-1 0,-5 6 0 16,-3 0-11-16,-4 4-1 0,-3 0 0 0,0 6-3 15,0 4 5-15,0 1-7 0,-1 2-21 0,9 0-27 16,-1 4-35-16,10 0-38 0,1 1-22 0,2 1-30 16,10-1-49-16,1 1-266 0,5-3-546 15,5 2 242-15</inkml:trace>
  <inkml:trace contextRef="#ctx0" brushRef="#br0" timeOffset="-178851.35">12559 16336 337 0,'0'-7'316'16,"0"7"-35"-16,4-2-24 0,-4 2-34 0,0 0-23 15,4-5-24-15,-4 5-21 0,0 0-19 0,0 0-10 16,14 10-16-16,-4-1-13 0,-2-1-15 0,-3 1-7 16,3 3-1-16,-2 5-10 0,0-3-3 0,0 4-8 15,-4-1 1-15,1 3-9 0,-6 1-10 0,1-3 5 0,-5 7-4 0,2-7-4 16,2-1 0-16,-1 0-2 0,0-1-5 0,1-5-1 16,1 0-4-16,-2-2 2 0,1-1-3 15,3-2 2-15,-4-1-5 0,4 1-5 0,-1-1-6 0,1-1-1 16,0-4 1-16,5 5-7 0,3-2-15 0,4-2-37 15,5-2-52-15,2 1-60 0,2-5-85 0,1 2-200 16,6-5-488-16,-7 0 216 0</inkml:trace>
  <inkml:trace contextRef="#ctx0" brushRef="#br0" timeOffset="-178635.2">12682 16560 119 0,'0'0'427'0,"-13"-1"-5"0,13 1-15 0,-7-2-24 0,7 2-30 16,-7-1-35-16,7 1-30 16,0 0-31-16,20-9-37 0,0 5-15 0,9-2-23 0,3-2-25 15,3 3-19-15,0 1-9 0,0 0-18 16,-3-1-7-16,-3 0-12 0,-10 2-15 0,3-1-7 0,-9 1-5 0,1 3-6 16,-5-1 2-16,0 0-10 0,-3 1-5 0,-2-3-23 15,-4 3-29-15,9 0-49 0,-9 0-55 0,0 0-54 0,0 0-64 16,0 0-105-16,0 0-312 0,-32 8-699 0,20-9 309 15</inkml:trace>
  <inkml:trace contextRef="#ctx0" brushRef="#br0" timeOffset="-177544.17">13915 14926 244 0,'0'0'319'0,"0"0"-19"0,-5-1-15 16,5 1-26-16,0 0-22 0,0 0-24 16,0 0-28-16,0 0-18 0,10-9-17 0,3 8-19 15,6-5-22 1,10 1-40-16,7 1-48 0,0-4-59 16,15 7-75-16,-13-4-83 0,-2 2-195 0,-1-3-423 0,-2-1 188 15</inkml:trace>
  <inkml:trace contextRef="#ctx0" brushRef="#br0" timeOffset="-177389.31">14171 15005 2215 0,'-21'8'233'0,"6"-1"-129"0,1-2-52 0,2 1-32 0,2-1-5 16,5-1-2-16,0-3 0 0,0 2-6 0,1-1 5 16,0 1 3-16,4-3 4 0,0 0-3 0,28 0-3 15,1-2-14-15,6 1-41 0,15-3-73 0,10-1-92 16,-9-3-190-16,3-2-431 0,-17-1 191 15</inkml:trace>
  <inkml:trace contextRef="#ctx0" brushRef="#br0" timeOffset="-176014.68">15965 13774 211 0,'2'-5'217'0,"-2"5"-17"0,0 0-10 0,2-3-14 16,-2 3-14-16,0-4-18 0,0 4-18 0,0 0-20 15,2-3-16-15,-2 3-14 0,0 0-14 0,0 0-4 16,0 0-8-16,-8 10-8 0,3 0-8 0,-6 2 2 15,1 5-5-15,1 0-8 0,-5 7 0 0,-1-2 0 0,-1 3-2 0,3-4-11 16,-1 3 4-16,4 0-1 0,1-2-5 0,0-5-1 16,1 1 3-16,6 0-3 0,-2-1 2 0,1 0 12 15,2-3-1-15,1-1 0 0,1-4 1 0,2 1-4 16,-2-3 4-16,3-1 16 0,-3-2 17 0,6 0 15 16,0-3 8-16,1 1 9 0,1-2-2 0,4-4 1 15,-2-3 2-15,1 1 2 16,4-8-4-16,-3 6-5 0,1-8-1 0,-1-1-5 15,5-4-7-15,-8 4 1 0,4-8-5 0,-2 0-16 16,-2-1-6-16,-3-3-4 0,-3 1-10 16,-4-1-8-16,-1 2 2 0,-4 0-7 0,-3 3-7 0,3 6-7 15,-4-2-9-15,-6 8-10 0,1-2-11 0,-5 5-7 16,-2 2-2-16,-7 4 3 0,-5 1 4 0,1 4-5 16,1 1-14-16,-1 5-13 0,3 3-14 0,3 3-16 0,2 3-20 15,2-2-14-15,10-1-13 0,2 1-42 0,6 2-31 0,1-2-185 16,11-1-432-16,4 0 193 0</inkml:trace>
  <inkml:trace contextRef="#ctx0" brushRef="#br0" timeOffset="-175482.14">16482 13695 153 0,'0'-4'263'0,"4"0"-14"0,-4 4-17 0,0-4-20 15,3 1-26-15,-3 3-21 0,0 0-15 0,1-3-24 16,-1 3-15-16,0 0-11 0,0 0-15 0,0 0-7 15,0 0-9-15,-1 12-10 0,-2-6-8 0,-1 3 0 0,0 1-11 16,2 1-2-16,-5-1-4 0,1 7-2 0,1 0-5 16,0 0 1-16,-2 0-6 0,2 0-1 0,0-3-4 0,1 3-1 15,3-5 1-15,-1 0-3 0,0 0 1 16,2 1-2-16,0-8-1 0,0 4 0 0,2-5 3 16,0 4-1-16,-1-5 14 0,2-1 21 0,3 1 11 15,-6-3-2-15,18-5-1 16,-4 2-1-16,4-5-3 0,0-1-1 0,0 0-5 15,5-7-3-15,-1 0-3 0,-1-1-2 0,-1 0-6 16,-1-2-5-16,-4 0 3 0,-1 2-2 0,-5 2-4 16,0-2 1-16,0 5 7 0,-5 2-4 0,1 1-1 15,-1 2 4-15,-3-1-5 0,2 3-4 0,-3 1-8 16,-3-1-3-16,-1 2-2 0,4 3-8 0,-13 0 0 16,3 3-1-16,1 1-10 0,0 1-16 0,-1 0-6 0,1 2-13 0,0 1-10 15,1 2-4-15,4 1-9 0,0 2 3 0,4-4-1 16,5 3-9-16,4 2-18 0,3 0-29 0,10 3-45 15,2-4-49-15,3-3-221 0,-8-3-471 0,3-2 208 16</inkml:trace>
  <inkml:trace contextRef="#ctx0" brushRef="#br0" timeOffset="-174980.98">17162 13658 49 0,'3'-3'210'15,"-3"3"-28"-15,0 0-18 16,0 0-17-16,-9 10-14 0,1 0-12 0,-6 4-10 15,-4 6-11-15,-5 4-7 0,-8 12-7 0,-4 5-3 16,-5 0-5-16,-19 22-4 0,17-20-10 0,1 1-8 16,-19 22-4-16,22-25-6 0,1-2-5 0,-2-2-1 15,15-9-3-15,-2-2 0 0,3-2 2 0,1-4-1 16,9-5-2-16,-1 0 0 0,5-6 3 0,1 0-7 16,2-4 8-16,2 1 5 0,-1-2 8 0,1 1 6 0,0-4 6 15,0 3 4-15,4-4 3 0,-5 4-9 0,5-4-8 0,0 0-34 16,0 0-34-16,0 0-31 0,15-8-29 0,-8 7-38 15,2-4-45-15,0 1-51 0,-3 0-154 16,4-3-390-16,0 3 173 0</inkml:trace>
  <inkml:trace contextRef="#ctx0" brushRef="#br0" timeOffset="-174563.61">17282 14038 81 0,'0'0'209'16,"-9"0"-16"-16,1 2-14 0,-2 5-16 0,-5 0-15 16,0 3-16-16,-2 1-11 0,-3 7-10 0,-1 1-15 15,1 2-7-15,-1 0-12 0,3-1-2 0,4-3-8 16,4-1-7-16,-6 3-9 0,7-1-3 0,-1-4-3 15,4-2 9-15,2 0-2 0,3 0 0 0,-1-2 0 0,0-2 3 0,4-2 10 16,-1 2 7-16,3-1 10 0,1-3 0 0,1 0 9 16,3 0 7-16,1-2 1 0,3-2 5 0,1 0 13 15,0-2 3-15,-1-1 15 0,1-2 5 0,0-3-8 16,3-1-8-16,-5-2-32 0,4-1 8 0,-3-1-7 16,-2-3-15-16,4-8-13 0,-2-1-22 0,-4 1-24 15,-4-3-18 1,-5 0-5-16,0 1-23 0,-6 0 2 0,-2 6-2 0,-1 3-8 15,-2 0-8-15,-5 3-5 0,-5 0-6 0,-5 3-7 16,-2 5-4-16,-3 0-6 0,3 5-8 16,-1 1-14-16,-1 6-16 0,4 0-24 0,4 0-30 15,5 2-28-15,6 1-44 0,1 1-216 0,7-3-486 16,4 1 215-16</inkml:trace>
  <inkml:trace contextRef="#ctx0" brushRef="#br0" timeOffset="-174077.9">17613 13975 275 0,'-1'-3'317'0,"1"3"-31"16,-1-4-33-16,1 4-29 0,0-5-28 0,0 5-30 15,0 0-19-15,0 0-15 0,0 0-13 0,2 17-12 16,1-8-14-16,1 2-18 0,1 1-13 0,0 0-6 15,1 1-13-15,4 0-11 0,-3-1-9 0,3-1-2 16,-2 0-4-16,-1-5-4 0,3 5 2 0,-2-7-2 0,2 2-3 16,1-2 8-16,0-1-9 0,-4-2 2 0,0-1-2 15,2-1 7-15,-2 0 3 0,0-4 8 0,-2 1 8 0,4-1 3 16,0-2 4-16,-1 0-1 0,-3 1 2 0,3-2-3 16,-2 2 5-16,-3 3 0 0,-1-4-4 0,5 5-4 15,-5-1-5-15,2 0-7 0,-4 3-19 16,6-1-7-16,-6 1-8 0,0 0-6 0,11 7-2 15,-8 3 1-15,1 2 2 0,-2 5-4 16,1 2 4-16,0 7-1 0,-1 3 3 16,-3 1 0-16,-3 0 4 0,-1-2-1 0,0 1 5 15,-1 0-2-15,-1 0 2 0,0-5-1 0,-1 0 1 16,2-6 1-16,-1-2 3 0,1-6 2 0,1 0 3 16,-3 0 4-16,4-5 15 0,0 1 18 0,-1-4 19 0,1 1 4 15,-2-3 13-15,6 0 27 0,-9-7 21 16,4-2 8-16,1-1-2 0,0 0-8 0,4-8-27 0,1-1 5 0,3-7-16 15,5 2-6-15,5-6-9 0,-1 0-8 0,9-2-35 16,7-10-39-16,4-1-38 0,6 3-22 0,-1 3-23 16,4 5-18-16,-10 10-25 0,0 2-30 0,0 2-35 15,-1 1-57-15,-2 5-311 0,-2 3-618 0,-4 1 273 16</inkml:trace>
  <inkml:trace contextRef="#ctx0" brushRef="#br0" timeOffset="-173761.98">18666 13997 227 0,'0'0'257'16,"0"0"-2"-16,-4 2-6 0,4-2-13 0,0 0-13 16,0 0-17-16,0 0-15 0,0 0-24 0,0 0-17 0,17-9-17 15,1 6-12-15,1-4-14 0,11-1-11 0,2 1-9 16,18-3-10-16,-9 5-16 0,10-4-15 0,-11 2-18 0,-2 0-26 16,-5 1-27-16,-1 2-32 0,-10 3-28 15,-4-1-38-15,-4-1-37 0,-1-1-48 0,-7 4-170 16,-4-2-408-16,-2 2 182 0</inkml:trace>
  <inkml:trace contextRef="#ctx0" brushRef="#br0" timeOffset="-173576.91">18901 13813 58 0,'0'-5'357'0,"0"0"-12"0,-1 0-19 16,1 0-29-16,-2 2-38 0,2 3-26 0,2-5-33 0,-2 5-29 0,0 0-18 15,0 0-23-15,-9 11-13 0,5 4-4 0,-5 8-20 16,0 6-8-16,0 4-6 0,3-2-9 0,-3 17-5 16,2-5-7-16,3 5-51 0,2-13-42 15,2 10-52-15,2-8-78 0,1-6-324 0,1-1-528 0,0-11 233 16</inkml:trace>
  <inkml:trace contextRef="#ctx0" brushRef="#br0" timeOffset="-172504.85">20010 13651 56 0,'-24'4'150'0,"-4"-2"-7"0,-4 2-14 16,0 2-11-16,-2 5-19 0,3 0-3 0,-1 1-11 16,3 3-7-16,2-1-13 0,1 6-9 0,3-4-3 0,9-3-7 15,-1 1-4-15,3 1-4 0,3 0-2 0,3-4 0 0,3 1-11 16,-2-3 4-16,4-1 5 0,1-3 16 0,2 0 23 16,4 2 6-16,1-7 6 0,7 3-1 15,0-3-3-15,8-3 0 0,-3-1-1 0,11-1 1 16,-5-4 0-16,2 1-6 0,-5 3 3 0,3-7 0 0,-5 3-4 15,5-4-5 1,-6 5-4-16,-1 0-8 0,1 0-5 0,-2 1-5 16,-4 2-4-16,0 0-10 0,-3 0-3 0,0 3-6 15,-4 2-8-15,1-1 2 0,0 2-7 0,-2 1-4 16,2 5-5-16,-1 0 3 0,1 4 0 0,0 5-3 0,0 2 4 16,-2-1-3-16,1 2-1 0,-2 5 0 15,1-5 0-15,-2 3-3 0,-1-5 2 0,1 3 0 16,1-2-1-16,-2-1-3 0,-2-5 4 0,2 0 0 0,0-3 0 0,-2-1 1 15,0 0 4-15,0-6 11 0,0 3 48 0,0 0 40 16,0-5 53-16,3 4 40 0,-3-4 16 0,0 0-25 16,0 0-23-16,10-12-16 0,-4 5-14 0,1-5-14 15,0-2-12-15,3 0-12 0,3-3-15 0,0-3-4 16,4-4-12-16,-1 4-22 0,0-4-15 0,0 2-32 16,-2 4-22-16,-1 3-24 15,0 1-24-15,-4 4-35 0,-3 2-31 0,3 1-34 16,-3 1-42-16,2 0-40 0,-1 1-43 0,0 3-51 15,2-1-212-15,-4 2-607 0,3-1 268 0</inkml:trace>
  <inkml:trace contextRef="#ctx0" brushRef="#br0" timeOffset="-171988.2">21031 13527 112 0,'0'0'247'0,"0"0"-17"16,0 0-24-16,0 0-19 0,0 0-20 0,0 0-20 15,0 0-16 1,0 0-17-16,0 0-15 0,0 0-10 0,0 0-5 16,0 0-11-16,-15 10-11 0,6-1-6 0,1-1-11 0,-3 6 0 15,-2-2-8-15,0 5-3 0,-1-2-4 0,-1 4-7 16,-2 1-1-16,2 1 1 0,2-6-5 0,4 2-3 16,-1-3-3-16,1 2 0 0,4 0-2 15,-1-5 3-15,2 0-1 0,1 0-4 0,-2-4 1 0,4-1 3 16,-3 1 26-16,4-2 24 0,0-2 33 0,0-3 24 0,3 4 20 15,-3-4 19-15,11-3-14 0,-2-2-3 0,5-4-6 16,3-3-20-16,-1 2-10 0,0-2-1 0,5-6-15 16,-3-3-9-16,0 0-5 0,-1-3-1 0,-5 1-9 0,0-5-12 15,-1-1-9-15,-3 0-5 0,-4-3-18 16,-3 3-9-16,-1-2-7 0,-2 3-16 0,-2 4-13 16,-4 6-5-16,-5 1-9 15,1 5-15-15,-11-2-4 0,2 6-10 0,-7 3-8 16,-2 1-15-16,-1 4-10 0,-1 4-20 0,0 3-16 15,1 5-28-15,1 0-15 0,3 4-24 0,5 0-28 16,-2 1-223-16,12 0-490 0,2-5 217 0</inkml:trace>
  <inkml:trace contextRef="#ctx0" brushRef="#br0" timeOffset="-171518.77">21401 13462 97 0,'2'-5'321'0,"-2"0"-20"16,0 3-27-16,3-1-25 0,-3 3-30 0,1-5-16 16,-1 5-29-16,0 0-21 0,1-5-19 0,-1 5-18 0,0 0-15 15,0 0-11-15,0 0-10 0,0 13-10 0,-1-6-4 16,-3 3-9-16,2 2-7 0,-2 2-2 0,1 1-5 15,-1 2-6-15,-1-3-1 0,2 2-7 0,-1 0-2 16,1 1-1-16,2 1-5 0,0-5-2 0,1 2-3 0,0-5-1 16,0 1-2-16,0-3 2 0,1 1-3 0,0-6 4 15,2 4 2-15,-1-2 10 0,2-2 19 0,4-1 17 16,-1 0-4-16,2-4 7 0,3 1 3 0,-1-3 0 16,7-4-4-16,-1 1-10 0,-1-3-1 0,0 1-3 0,0-3-7 15,-2 0-10-15,3 0 6 0,-3-1-7 16,0-2-7-16,1-6-2 0,-3 4 1 0,-2 3-13 0,-1-3 6 0,-2 2-1 15,-3 1 4-15,-1 4-9 0,-2 0-6 0,3 0-5 16,-8 4-11-16,3 1-13 0,-6 0 3 0,0 0 1 16,-3 4-2-16,1-1-8 0,-1 2-6 0,2 2-8 15,-2 1-12-15,2 0-10 0,2 2-1 0,1 0 3 16,1 1 3-16,1 0 6 0,3 3-4 0,3 1-4 16,3-2-16-16,3 3-24 15,8-3-31-15,1 2-39 0,7 1-39 0,2-4-249 16,1-2-497-16,-5-2 221 0</inkml:trace>
  <inkml:trace contextRef="#ctx0" brushRef="#br0" timeOffset="-171217.75">22098 13387 185 0,'4'-7'277'0,"0"2"-16"0,-3-2-10 0,2 2-32 15,-2 0-25-15,3 2-22 0,-3 1-23 0,-1 2-16 16,0 0-17-16,0 0-10 0,0 0-15 0,-9 17-7 15,-1-3-11-15,-8 11-6 0,-2-1-7 0,-14 16 0 16,-4 0-14-16,-1 2-6 0,-4 3-6 0,-22 18-3 16,26-20-6-1,-1 3 3-15,3 1-5 0,1-4-3 0,4-2-4 0,12-10-1 16,1-4-4-16,3-2 0 0,3-1 3 16,3-7-5-16,5-8-2 0,-2 3 3 0,3-5 9 15,1 1 8-15,-1-1 13 0,3-3 0 0,-2-1 8 16,2-1 16-16,-1 3 5 0,2-5-5 0,0 0-10 15,0 0-22-15,0 0-25 0,0 0-26 0,0 0-38 0,19-8-50 16,-13 4-65-16,2-1-82 0,-1-3-196 0,1-1-486 0,2 0 216 16</inkml:trace>
  <inkml:trace contextRef="#ctx0" brushRef="#br0" timeOffset="-170801.65">22165 13759 132 0,'0'0'182'0,"0"0"-23"16,0 0-11-16,0 0-18 15,0 0-11-15,-22 10-13 0,13 0-4 0,0-3-10 16,-5 6-2-16,1 1-7 0,0 1-5 0,-6 4-4 15,0 2-2-15,1-1-11 0,2 1-3 0,3-4-2 16,0-4-4-16,2 3-10 0,2 0-3 0,0 0-8 16,4-4 3-16,2 0 0 0,1-2 22 0,2-1 11 15,0-1 11-15,2-1 10 0,3-1 17 0,0-1 2 16,5-2-1-16,-1 2 10 0,3-5 4 0,2 0-5 0,0-2 0 0,3-4-5 16,2 0-11-16,-3-5-1 0,1 1-13 0,-3-3-4 15,1 1-9-15,-2-5-10 0,0-7-15 0,1 2-1 16,-5-5-20-16,1-3 0 0,-6 3-17 0,-1 0-5 15,-5 2 1-15,-2-3 0 0,-3 1-4 0,-1 10-1 16,-6-5-8-16,-5 3-4 0,-3 4-3 0,-2 3 0 16,-4 4-2-1,1 0-6-15,-2 3-12 0,0 5-20 0,8 0-28 16,-1 2-37-16,3 3-19 0,-2 2-19 0,7 2-43 16,4-1-27-16,3 1-225 0,5 1-490 0,4-3 217 0</inkml:trace>
  <inkml:trace contextRef="#ctx0" brushRef="#br0" timeOffset="-170469.93">22485 13663 63 0,'2'-5'356'0,"0"2"-30"0,0-1-35 0,0 1-27 0,-2 3-34 16,1-4-27-16,-1 4-24 0,0 0-14 0,0 0-22 0,0 0-16 15,16 7-13-15,-10-1-14 0,-1 0-9 0,0 4-13 16,2 1-10-16,-2 5-3 0,-3 0-9 0,2 2-3 16,-4 9-10-16,0-9-1 0,-4 8 7 0,-1-8-14 15,4-1-3-15,-3 2-6 0,-1 2 1 0,1-4-8 16,0-2-3-16,3-5 0 0,-3 2 4 0,2-5-3 16,-1 2-2-16,3-4 3 15,-1 1-3-15,1-2-1 0,-3 0 16 0,6-1-13 16,-2 0 0-16,-1-3 0 0,18 0-1 0,-5-2-8 15,5 1-25-15,-2-2-32 0,5-1-44 0,-2 0-54 16,1 0-52-16,5-5-74 0,-5 0-178 0,3-4-488 16,-5 1 216-16</inkml:trace>
  <inkml:trace contextRef="#ctx0" brushRef="#br0" timeOffset="-170332.08">22540 13786 205 0,'-10'-1'291'0,"5"1"-13"0,0-1-12 15,5 1-15-15,-8 0-22 0,8 0-20 0,0 0-17 0,28-5-27 16,3 5-15-16,5-3-40 0,3 3-59 0,14-2-81 16,-2-4-102-1,-13 4-241-15,3-2-404 0,-2-4 180 0</inkml:trace>
  <inkml:trace contextRef="#ctx0" brushRef="#br0" timeOffset="-168580.79">17148 15086 12 0,'40'-3'61'0,"0"3"-5"16,-1-1-3-16,0-1 3 0,1 0-6 0,1-2 1 15,-3 1 11-15,1 1-11 0,-2-1 1 0,2-1 1 16,-3 1-4-16,0 1-3 0,-2-1 3 0,3 0-7 15,0 1 3-15,1-3-10 0,0 2 4 0,-4 2 2 16,5-5-7-16,-4 4 4 0,1-1 1 0,1 0-3 0,3 0-3 16,-2 2-1-16,-1-1-7 0,-1-2 3 0,1 2 14 0,1 1-5 15,1-1-15-15,-5-1-4 0,1 0 7 0,-1 1-13 16,-2-1-1-16,4 3-15 0,-4-2 16 0,0-1-1 16,0 2-1-16,0-2-14 0,2 0 12 15,-2 0 2-15,3 1-3 0,-3-1 6 0,2-1-4 16,4 2-2-16,-2-2 2 0,4-1 7 15,-2-1-2-15,16 2 2 0,-2-1 4 16,-13 0 0-16,13-2-1 0,-15 2 0 0,0 2 3 16,0 1-5-16,-1 2 0 0,0-3-4 0,-2 2 4 15,-2 1-9-15,4-1 4 0,-3-1-3 0,-1 1 2 16,0 1 1-16,0-1-8 0,-1 1 7 0,-2 0-2 16,6 1-4-16,-7-2-2 0,1 2 0 0,1-1 1 15,-1-1-2-15,3 1 0 0,-1-1 0 0,-2 2 1 0,3-1-1 0,-1 0 0 16,2-1 1-16,-1-1 2 0,-2 2-1 0,2-1 1 15,1-1 0-15,-3 2-6 0,2-1 3 0,-2 0 0 16,1 1-1-16,0-2-2 0,-2 1 2 0,3 0 0 16,-2 1 3-16,0 0-2 0,2-3 1 0,-2 3-3 15,0-2 2-15,2 2-1 0,-1-2 1 0,0 0 1 16,-1 2-3-16,1-2 1 16,2 5 0-16,-1-3 0 0,4 0 2 15,-3-1-1-15,4-1 4 0,-1 0-8 0,0 0 13 16,-2 2-1-16,2-1 5 0,0 0 3 0,1 1-2 15,-1-3 1-15,1 2 9 0,2-1-6 0,2 0 8 0,10-3-2 16,-13 1-5-16,2 3 6 0,0-2-4 0,12 2-2 16,-15-3 0-16,14 2-3 0,-14-1 0 15,3 2-5-15,14-2 4 0,-16 2-8 0,3-1 5 0,15 0-6 0,-6 0 1 16,1 1 0-16,-10 0-4 0,-1 0 0 0,12-1 2 0,-14 2-3 16,14 0-3-16,0-2 4 0,-14 0 4 15,4-1-4-15,8 0 1 0,-8 0 1 0,12-1-3 16,-3 2 1-16,0-1-1 0,-11 1 4 0,0 0-5 15,9 0 4-15,-9-1-3 0,-2 0-1 0,15 1 3 16,-16-1-3-16,2 0-1 0,12 2-1 0,-14-2-2 0,3 3 1 0,12-2 6 16,-16 0-6-16,1 0 7 0,2 2 2 0,-1 0-7 15,-4-1 5-15,-2-1-1 0,0 1-1 0,-4 0 2 16,-6 1 0-16,-4 0-4 0,1 0 0 0,-10-3 1 16,5 3 10-16,-6 0 2 0,-3 0 5 0,3 0 2 15,-8 0 6-15,10-3-3 0,-10 3 0 0,8 0-1 16,-8 0-1-16,6 0 3 15,-6 0-8-15,0 0 0 0,5 3-7 0,-5-3 2 16,0 0-3-16,0 0-6 0,0 0-12 0,0 0-30 16,0 0-40-16,0 0-49 0,0 0-60 0,5 3-191 15,-5-3-406-15,0 0 180 0</inkml:trace>
  <inkml:trace contextRef="#ctx0" brushRef="#br0" timeOffset="-166839.96">15870 15116 122 0,'0'0'151'0,"-4"-3"-5"0,4 3-12 0,-6-1-3 16,6 1-7-16,0 0-6 0,-5-4-11 0,5 4-9 0,0 0-7 16,-4-1-10-16,4 1-11 0,0 0-6 0,0 0-6 15,-4-3-5-15,4 3-5 0,0 0-4 0,0 0-10 16,0 0 1-16,0 0-4 0,0 0-9 0,0 0 3 16,0 0-5-16,0 0-1 0,0 0-1 0,0 0-4 15,0 0 12-15,10-4-18 0,-10 4 0 0,16 0 1 16,-6-3-2-16,9 3-3 0,0-2-3 0,11 2 6 0,4-3-2 15,4 1-1-15,16 0-1 0,5 1-1 0,3 0 0 16,32-2-2-16,-5 0 4 0,3 1 2 0,1-1-4 16,2 1-1-16,-3-2 10 0,-27 4-9 0,30-3-1 15,-30 2 3-15,27-2-2 0,-28 3 3 0,1-1-5 16,-4-3 1-16,-5 1 0 16,0 1 0-16,-20-1-1 0,2 3-3 15,-8-2 3-15,-2 1 0 0,-7-3 3 0,-6 4-2 16,-3 0 2-16,-2-1 14 0,-4 0 12 0,2 1 8 15,-3-3-5-15,2 3 0 0,-7 0-7 0,5-5-4 16,-5 5-5-16,1-2-5 0,-1 2-16 0,0 0-31 0,0 0-34 16,0 0-42-16,0 0-56 0,0 0-135 15,0 0-329-15,-22 2 145 0</inkml:trace>
  <inkml:trace contextRef="#ctx0" brushRef="#br0" timeOffset="-165938.68">17144 15720 17 0,'0'-5'227'16,"0"5"-15"-16,0-6-8 0,0 6-14 0,0 0-21 15,0-2-18-15,0 2-19 0,0 0-20 0,0 0-21 16,0 0-8-16,0 0-10 0,0 0-7 0,-18 13-11 16,9-4-4-16,-5 5-9 0,-4 4-3 15,-1 3-7-15,1-1-3 0,-2 5-3 0,1-2-5 16,2-2 0-16,2 2-6 0,-2-1-3 0,2 0 0 0,5-5-1 15,-1 1-1-15,4-1-4 0,-1-2 2 0,4-3-2 0,-1 0 0 16,2 0 5-16,2-4 1 0,1-1 12 0,0-1 8 16,0 0 23-16,4-1 19 0,1-3 17 0,4 0 9 15,-2-2 6-15,5-2 8 0,4-3 9 0,2-4-7 16,-2-1-6-16,5-5 0 0,2-2-6 0,-2-2-8 16,-5 0-17-16,1-2-4 0,0-2-4 0,-3-1-13 15,-2-2-10-15,-3-2-10 0,-4 0-13 0,-4-3-10 0,-2 3-12 0,-4 2-8 16,-3 1-18-16,-5 4-11 0,-6 1-10 0,0 2-6 15,-6 6-18-15,-3 5-6 0,-5 1-1 0,-5 5-4 32,6 1 0-32,-2 4-2 0,0 0-10 0,5 4-11 15,1 2-24-15,2 1-8 0,11-1-40 0,3 5-13 16,5-4-27-16,3 1-150 0,4-1-393 0,5 0 174 16</inkml:trace>
  <inkml:trace contextRef="#ctx0" brushRef="#br0" timeOffset="-165437.69">17503 15712 281 0,'3'-7'291'15,"-1"0"-11"-15,2 1-19 0,0 1-16 0,-1-1-19 16,0 3-22-16,0-1-21 0,-2-1-17 0,2 2-20 15,-3 3-19-15,3-3-14 0,-3 3-11 0,0 0-18 16,3-2-10-16,-3 2-11 16,0 0-8-16,0 0-8 0,4 13 0 0,-7-7-9 15,3 5-2-15,3 1 3 0,-6 1-14 16,3 3 2-16,-1 5-7 0,1-4-1 0,-3 0 3 16,3 1-6-16,0 0-1 0,-2-1-2 0,2-2 6 0,2-1-9 15,1-4 1-15,-3-1-2 0,0 2 0 0,1-5 0 16,-1 0 5-16,0-1-4 0,0-1 13 15,-1-1 17-15,5-1 20 0,-4-2 6 0,0 0 2 0,13-5-4 0,-3-1 4 16,-1 0-2-16,1-2-5 0,4-4-6 0,-1 0 0 16,-1-2-4-16,2 0-6 0,-3-3-3 0,2 2-5 15,-3-1 1-15,0-2 4 0,0 4-2 0,-3 4-1 16,1 1 3-16,-3 1-2 0,-3 3-9 0,3-2-3 16,-3 4-8-16,0-2-14 0,-1 3-6 0,-1 2-22 15,4-4-5-15,-4 4 5 16,0 0-3-16,0 0 3 0,-9 14 1 0,3-6 1 15,2 4 8-15,-1-2-12 0,0 7 7 16,-2 0 3-16,5 0 0 0,-1-1 0 0,3 2-9 0,0-3 2 16,3 1-11-16,3 0-18 0,2-3-18 0,4-3-23 15,4 1-24-15,3-2-33 0,-1-2-39 0,9-1-66 16,1-4-58-16,-6-2-178 0,1-2-529 0,-4-2 234 16</inkml:trace>
  <inkml:trace contextRef="#ctx0" brushRef="#br0" timeOffset="-165120.72">18147 15694 216 0,'0'-4'255'0,"1"0"-20"16,2-1-26-16,-3 5-20 0,0-2-27 0,0 2-20 15,0 0-15-15,0 0-16 0,-8 16-12 0,-2-2-9 31,-8 11-13-31,-1 2-8 0,-10 10-5 0,-2 1-6 16,-2 3-5-16,-7 4-7 0,1-1-4 0,2 2-6 16,0 3-2-16,-2 0-3 0,7-7-3 0,0 1 3 0,11-13-9 15,1-1-2-15,4-4 22 0,1-4 0 0,4-4-5 16,1-1-4-16,2-5-5 0,2-2 2 0,1-3-3 16,1 2 7-16,1-5 14 0,1 2 6 0,-1-1 8 15,0-1 0-15,0 0 4 0,3-3-3 0,-4 3-4 16,4-3-8-16,-1 2-7 0,1-2-27 0,0 0-12 15,-4 3-28-15,4-3-40 0,0 0-46 0,0 0-165 0,0 0-190 0,0 0-502 16,0 0 222-16</inkml:trace>
  <inkml:trace contextRef="#ctx0" brushRef="#br0" timeOffset="-164652.43">18354 16131 222 0,'0'0'222'0,"-7"-3"-23"0,7 3-22 0,-7-4-18 0,7 4-23 15,-17 5-10-15,6-1-15 0,0 3-9 0,-6 3-10 16,2 2-8-16,-8 5-13 0,2 3 2 0,3-2-5 0,-5 2-5 15,6 2-6-15,1 0-3 0,0-3-8 0,3 2-3 16,1-5-3-16,2 1-2 0,4-1 6 0,-1-2 2 16,3-4 3-16,0 1-3 0,3-2 7 0,-1-2 3 15,1 0 16-15,2-2 11 0,4 0 16 0,-1-3 21 0,1 1 2 16,6-3 0-16,1 0 9 0,-1-3 3 0,2-1 3 16,4-3 8-16,-1-1-10 0,-2-2-2 0,3 3-11 15,-3-7-10-15,-1 0-13 0,-2 0-12 0,2-11-8 16,1 3-20-16,-1-2-11 0,-7-2-21 0,-1-1-6 15,-2 2-10-15,-8 1-12 0,1 5-2 0,-2 2 0 16,-3 0-2-16,-4 3-20 16,0 2-11-16,-2 1-4 0,-3 3-5 15,-9-2-4-15,5 7 2 0,-4 1-18 0,4 4-12 0,-6 3-22 0,7-1-23 16,0 2-26-16,4 3-22 0,-2 2-28 0,7-1-35 16,8-2-47-16,-2 4-209 0,11-5-528 0,0 3 233 15</inkml:trace>
  <inkml:trace contextRef="#ctx0" brushRef="#br0" timeOffset="-164135.07">18536 16073 1983 0,'3'-10'181'16,"-1"3"28"-16,-1 0 19 0,0-1-25 0,1 3-37 16,-1 0-17-16,0 0-37 0,-1 5-16 0,0-9-28 15,0 9-14 1,3-5-5-16,-3 5-13 0,0 0-12 0,0 0 1 15,0 0-6-15,0 0 2 0,2 15-5 0,0-5-9 16,0-1-7-16,1 1-9 0,-1 1-3 0,5-2-4 16,0 6 0-16,-3-7-2 0,1 0 2 0,0 0-1 15,4-1 2-15,-1-1 2 0,1-3 2 0,1-1 2 16,4 1 1-16,-1-6 0 0,0 1 4 0,-3 2 1 16,4-3 2-16,-1-3 7 0,-2-1 4 0,1 2 10 0,2-5-1 0,1 3 8 15,-5-1 5-15,4-2-2 0,-5 3 8 0,-1 2-16 16,1 0 16-16,-4 1 3 0,2 0-7 0,-4 2-7 15,-3 2-9-15,8-4-12 0,-8 4-6 0,7-1-9 16,-7 1-2-16,8 8-3 0,-4 0-3 0,0 5-2 16,1 3 4-16,-2 11 2 0,-2 3 1 0,-2 0-3 15,-2 3 5-15,-2 1-2 0,1 3 3 0,-5 6-2 0,-1 5 3 16,-3-13-1-16,-3 8 3 0,4-9-3 0,-2-4 3 16,3-2 0-16,-2-2 7 0,3-8-4 0,1-3-2 15,0-2 4-15,2-5-5 0,4 1 34 0,-1-2 25 16,1-3 42-16,2 1 41 0,-3-5 30 0,4 0-9 15,0 0 7-15,-9-9-1 0,5-3-3 0,2 0-13 16,4-5-15-16,2-7-16 16,1-3-10-16,4-2-10 0,4-4-11 0,7-10-8 15,2-2-11-15,7 1-9 0,2 4-15 0,5-8-19 16,1 8-7-16,4 4-8 0,-13 11-10 0,-1 0-18 16,-2 5-10-16,-2 4-29 0,-5 4-29 15,-4 2-50-15,4 0-53 0,-6 5-54 0,-2 0-48 16,0 3-68-16,-1 0-353 0,-9 2-772 0,14-5 341 0</inkml:trace>
  <inkml:trace contextRef="#ctx0" brushRef="#br0" timeOffset="-163750.18">19784 15978 51 0,'-6'-1'298'0,"6"1"0"0,0 0-9 0,0 0-21 16,0 0-26-16,-7-4-27 0,7 4-22 0,0 0-19 15,21-7-20-15,-8 4-14 16,8 0-23-16,7-3-5 0,6 0-9 0,2 1-15 16,3 0-8-16,-2 1-8 0,17-5-2 0,-17 6-12 15,-3-2-6-15,2 2-21 0,-8 0-26 0,-6 0-21 16,-4 0-24-16,-4 3-18 0,-5-1-30 0,-4 0-53 15,-2-1-47-15,-3 2-39 0,0 0-165 0,-22-3-425 16,4 0 187-16</inkml:trace>
  <inkml:trace contextRef="#ctx0" brushRef="#br0" timeOffset="-163539.51">20000 15761 202 0,'5'-6'382'0,"-3"0"-8"15,0 1-14-15,-1-1-56 0,2 4-12 0,-2-1-41 0,-1 3-33 0,0 0-31 16,0 0-19-16,2 10-25 0,-4 2-14 0,-3 8-17 16,0 5 1-16,-3 6-15 0,-2 4-10 0,4 13-8 15,-2 0-6-15,3-12-10 0,2 16-21 0,1 0-43 16,2-4-52-16,-4 2-62 0,4-15-97 0,-5-1-341 16,2-8-596-16,6-6 265 0</inkml:trace>
  <inkml:trace contextRef="#ctx0" brushRef="#br0" timeOffset="-162350.99">21198 15743 45 0,'-7'-2'159'0,"3"2"-21"16,-7 0-4-16,-3 3-19 0,-2 0 6 15,-4 4-17-15,-7 3-3 0,-1 1-10 0,-3 2-7 16,3 4-12-16,0 1-10 0,1-3-11 0,-1 5 4 16,4-2-8-16,1 0-2 0,1 0-3 0,3 0-8 0,6-4-7 0,0-2 3 15,8-2-4-15,-5 2 4 0,6-4-8 0,0-3 1 16,3 2 5-16,1-5 14 0,1 1 9 0,5-1 3 16,6-4 2-16,0 1 6 0,1-3-12 0,6-1 12 15,-2-5 12-15,8-2 1 0,-7 2 3 0,0-3 1 16,2-4-7-16,-1 4 5 0,-5 1-4 0,4 0 2 15,-1 1-6-15,-3 2-6 16,-4 1-3-16,-1 3-10 0,-1-2-5 0,-2 3-7 16,-1 2-3-16,-1-1-11 0,1 3 3 0,-5 0-11 15,13 3 0-15,-7 2-8 0,0 3 0 0,-1 1-2 16,2 5 1-16,-2 2-1 0,3 0-2 0,-3 2 1 16,0 2-2-16,1-3-3 0,1 10 0 15,-3-4 3-15,0-3 0 0,0 6-2 0,-2-1 7 0,-1-8-8 16,6 7 0-16,-7-7 1 0,2-2-3 0,-2-6 5 0,1-2 0 15,-1 0 2-15,2 0 2 0,0-2 31 0,-2 0 24 16,0-1 51-16,0-4 45 0,0 0 42 0,0 0-19 16,0 0-13-16,0 0-20 0,9-18-11 0,0 2-17 15,1 1-13-15,6-9-8 0,-2 0-12 0,0 2-9 16,4-3-10-16,5 1-6 0,-5-1-7 0,2-1-18 16,-3 2-12-16,2 6-15 0,-5 4-23 0,-1 5-16 0,-4 0-27 0,-1 1-37 15,0 4-20-15,-4-1-50 0,1 1-21 0,3 3-27 16,-3 0-19-16,4 2-17 0,-4 1-24 0,0 2-40 15,0-1-226-15,3-1-582 0,-2 1 258 0</inkml:trace>
  <inkml:trace contextRef="#ctx0" brushRef="#br0" timeOffset="-161866.9">22382 15722 109 0,'0'0'237'16,"3"-2"-27"-16,-3 2-18 0,0 0-24 0,1-4-19 15,-1 4-18 1,0 0-15-16,0 0-14 0,0 0-13 0,-12 10-8 0,3-2-3 16,-1 1-6-16,-3 3-6 0,-1 3-6 0,-5 2-4 15,0 2-3-15,2 3-8 0,-2-2-7 0,2 1 3 16,1-2-8-16,2 4-3 0,-1-2-7 16,2 1 3-16,3-7-4 0,3-1-2 0,2 1-1 15,1-3-2-15,3-1 1 0,-3-3 10 0,3 0 11 16,2 1 22-16,-1-2 24 0,4-2 23 0,0-1 16 0,2-3-1 0,5-1 5 15,0-1-7-15,2-3-7 0,3-1-6 0,2-4 12 16,0 1-33-16,-2-3 6 0,1-2-12 0,-4 1-7 16,2-5-9-16,-2 0-6 0,1-5-11 0,-5-2-12 15,-2-2-4-15,-5-1-6 0,-2-2-22 0,-2 1-3 16,-5-2-12-16,-2 4-7 0,-5 1-13 0,0 3-14 16,-4 1-11-16,-2 4-10 0,-6 6-17 0,-1 1-10 0,-3 5-11 0,-6 2-12 15,0 6-15-15,3 1-14 0,1 3-25 0,3 4-29 16,3 2-30-16,8-3-200 0,4 2-463 0,4-3 205 15</inkml:trace>
  <inkml:trace contextRef="#ctx0" brushRef="#br0" timeOffset="-161366.43">22746 15720 176 0,'0'-5'304'0,"2"2"-25"0,-2 3-19 0,0-7-26 16,2 5-28-16,-2 2-24 0,0-3-24 0,0 3-15 16,0 0-22-16,0 0-10 0,0 0-16 15,0 0-8-15,0 12-8 0,0-2-11 0,0 2-8 16,0 1-4-16,0 3-7 0,-4 1-7 0,3 1-2 0,-2-1-6 15,2 1-8 1,1-1 4-16,-2 3-4 0,4-3 2 0,-2-4-8 16,0-1 4-16,5-1-7 0,-3 0 11 0,1-2-11 15,2 0 1-15,-1-4-1 0,1 0 22 0,3-1 11 16,0-1 9-16,3-3 10 0,-2-3 4 0,5 0 3 16,3-3 1-16,-5 1 16 0,4-5-14 0,0-1 2 15,-3 0-7-15,2-4-9 0,-3 1 0 0,0 0 0 16,4-8-8-16,-3 0-7 0,1 0-1 0,-4 4-7 0,-1-5-6 0,-1 7 9 15,-2 0 2-15,-2 5 0 0,-1 3 0 0,-1-2 6 16,1 5-13-16,-2-1-3 0,2 3-19 0,-2-2-24 16,-1 5-5-16,0 0-18 0,0 0 10 0,0 0-4 15,-13 15 5-15,9-5 0 0,-1 4 8 0,-4 0-6 16,4 4 1-16,0-1-5 0,1 3 3 0,3-2-2 16,2 9-2-16,4-9 1 15,3 0-15-15,2-1-21 0,11 4-32 16,2-4-41-16,3-3-55 0,4-1-69 0,-1-5-94 15,3-1-189-15,-4-5-581 0,-1-3 258 0</inkml:trace>
  <inkml:trace contextRef="#ctx0" brushRef="#br0" timeOffset="-160797.04">22230 16333 99 0,'-5'1'193'0,"5"-1"-8"0,-8-1-10 0,8 1-11 16,-6 1-6-16,6-1-6 0,0 0-9 0,0 0-4 0,-9 2-1 15,9-2-2-15,0 0-4 0,0 0-4 0,0 0-9 16,0 0-16-16,0 0-7 0,18-9-12 16,1 1-9-16,10 4-7 15,4-6-9-15,26 0-3 0,4-4-3 0,27 4-11 16,5-4-5-16,2 0-2 0,3 3 2 0,2-5 1 15,-2 4 6-15,-2-1-4 0,-6 4-4 0,-27 2 1 16,-2-2-6-16,-7 1-2 0,-15 2 0 0,-6-1-2 16,-7 2-4-16,-9 1-2 0,-1 1-3 0,-7 1 1 15,-4 2-8-15,2 0-18 0,-4-2-24 0,-5 2-12 16,0 0-22-16,0 0-28 0,-28 7-36 0,0 1-31 0,-3-2-33 16,-1 4-54-16,0-5-127 0,-1-1-405 0,3 4 180 15</inkml:trace>
  <inkml:trace contextRef="#ctx0" brushRef="#br0" timeOffset="-160364.75">22682 16579 98 0,'0'0'319'0,"-5"-2"-21"15,5 2-33-15,0 0-25 16,0 0-27-16,-4-3-25 0,4 3-22 0,0 0-20 16,0 0-30-16,-9 5-9 0,4-1-13 15,-2 3-9-15,-2 2-11 0,-3 4-11 0,-3-1-4 16,2 4-10-16,-5 5-3 0,2 0-8 0,3-6-3 16,1 2-5-16,2-2-3 0,1 0-4 0,1-1 2 15,3 2-2-15,-1-3 0 0,3-2 4 0,2-1 4 0,1 0 6 16,0-4 8-16,4 2 15 0,2-3-2 0,3-2 13 0,3 2-10 15,3-5 3-15,2 1-4 0,2-7 12 0,0 3 14 16,-1-6 8-16,-2-1 3 0,1-2-9 0,-4 0-8 16,0-3-3-16,-4-2-9 0,3-5-11 0,-4 3-5 15,-3-5-18-15,-5-1-16 0,-2-2-3 0,-5 1 3 16,-2 2-6-16,-1 7-9 0,-8-4-1 0,-1 4-1 16,-4 2-2-1,-5 2-1-15,-1 6-4 0,-5 1-3 0,2 5 8 16,-1-1-8-16,3 6-21 0,-1 2-31 0,4 1-29 0,8 0-31 15,2 3-29-15,3 0-30 0,5 1-50 0,5-2-63 16,7 1-217-16,3-1-551 0,3 0 244 0</inkml:trace>
  <inkml:trace contextRef="#ctx0" brushRef="#br0" timeOffset="-160039.29">23062 16462 210 0,'0'-5'359'0,"1"1"-36"0,0 0-29 0,-1 4-36 0,8-5-30 15,0 4-26-15,4 2-17 0,0 3-26 0,8 0-12 16,-2 6-20-16,9 2-11 0,-4 2-16 0,0 3-9 16,-5 1-10-16,2-1-11 0,-8 0-8 0,2 7-8 15,-8 0-7-15,-2 0-3 0,-5 2-7 0,-3 1 4 16,-5-4-7-1,-4 3-2-15,-2-5 0 0,-4 4-2 0,2-6-6 0,3-3-4 16,-2-1 0-16,2-4-1 0,1 0-2 0,3-3-2 16,3 1 1-16,-1-4 2 0,3 0 0 15,1 0-2-15,1-3 2 0,-2 1 2 16,5-3-2-16,0 0-33 0,0 0-36 0,16-5-28 0,3-2-21 0,7 1-62 0,6-5-77 0,-1 3-254 16,2-4-534-16,0 0 237 0</inkml:trace>
  <inkml:trace contextRef="#ctx0" brushRef="#br0" timeOffset="-159810.33">23179 16716 221 0,'-12'-2'390'0,"5"1"20"0,-2-2-4 16,2 2-9-16,0-1-23 15,2 1-30-15,2-1-32 0,3 2-42 0,13-5-26 16,10-1-30-16,12-3-21 0,20 0-18 15,4 0-19-15,7-1-25 0,-1 3-9 0,-2-4-21 16,-1 4-17-16,-3-4-1 0,-5 6-12 0,-17-3-16 0,-6 3-1 16,-10 3-4-16,-3 1-5 0,0-3-5 0,-8 4-8 15,-2-1-29-15,-3 0-47 0,-1 1-66 0,-4 0-63 0,0 0-61 16,0 0-77-16,-38 7-374 0,17-4-740 0,3 0 327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21:41.94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6001 1636 77 0,'0'0'101'0,"0"0"-7"15,0 0 0-15,4-4-6 0,-4 4 0 0,0 0-11 16,0 0 3-16,0 0-2 0,0 0 0 0,0-2 4 16,0 2-4-16,-1-6 2 0,1 6-5 0,0-9 0 15,-3 7-3-15,2-5-12 0,1 2 6 0,0 0 1 16,0-2-4-16,0 2-1 0,0-2-11 0,-2 1 0 15,2-1-3-15,2-1-3 0,-2-1 0 0,0-3-5 0,0 3 4 16,0 0-2-16,0 3 8 0,0 1-1 0,1-2-4 16,-1 2 3-16,0-3-4 0,3 5-6 0,-3 3-2 0,0-8-3 15,0 8-9-15,-4-3-7 0,4 3 4 0,0 0-4 16,0 15 2-16,0 4-3 0,0 8-1 0,-6 4 3 16,5 6-4-16,-2 16 6 0,0 2-3 15,0 3 5-15,-1-5-5 16,1 3 2-16,1 0 0 0,0-1-2 0,2-1 4 15,-1 2-1-15,2-2 0 0,-1-7-3 0,2-1 1 16,0-14 0-16,-2 1-1 0,3-7-1 0,-1-5 1 16,1-1-1-16,-2-7 0 0,-1 2-1 0,0-3-2 15,0-7 20-15,1 5 8 0,-1-4 20 0,3-2 9 16,-3 1 13-16,0-5 11 0,0 7 9 0,0-7 1 16,0 4-3-16,0-4-11 0,0 0-8 0,0 0-8 0,0 0-12 15,0 0-1-15,0 0-6 0,0 0-9 0,0 0 11 16,-4-19-18-16,4 16-7 0,0-6-12 0,0 3-19 15,1-3-33-15,2 1-28 0,-3-1-26 0,0-3-25 16,0 2-24-16,1-7-33 0,2 1-25 0,-1-1-50 16,0-2-41-16,-2 1-193 0,2-8-515 0,-2 1 228 15</inkml:trace>
  <inkml:trace contextRef="#ctx0" brushRef="#br0" timeOffset="332.2">5936 1535 70 0,'-2'-9'193'0,"1"2"-9"0,-1 0-12 16,2 1-12-16,2 0-15 0,-1 0-14 0,1 1-15 16,3 1-12-16,2 1-11 0,3 1-8 0,1 0-5 15,5 4-9-15,3 4-11 0,4 2 0 0,-4-2-13 0,8 7-4 16,1 2 1-16,-2 0-6 0,-1 4 2 0,1 0-8 15,-4 2-4-15,-3 0-1 0,-6 3 4 0,-1-1-5 0,-4-1 2 16,-3-2 1-16,-9-1-3 0,-4 6 6 0,-7 0-3 16,-4-3 13-16,-5 1 6 0,-4-3 4 0,-3-2 1 15,-1-1-3-15,-1 3-3 0,-1-7 0 0,3 0-6 16,1-1-2-16,2 0-3 0,3-2-4 0,4-3-4 16,6-4-2-16,1 2-4 0,2-2-7 0,7 1-11 15,-4-2-26 1,7 1-12-16,2-3-26 0,0 0-40 0,0 0-73 15,14 2-231-15,-14-2-435 0,33-11 192 0</inkml:trace>
  <inkml:trace contextRef="#ctx0" brushRef="#br0" timeOffset="855">6628 1649 16 0,'0'0'262'16,"-2"-5"-11"-16,1 0-15 0,0 2-21 0,1 3-17 16,-4-6-19-16,4 6-22 0,0-2-16 0,0 2-17 15,0 0-13-15,0 0-8 0,0 0-11 0,1 16-14 16,2-4 0-16,-4 8-11 0,3 9-5 15,-2 0 0-15,1 5-11 0,1 17-1 0,-2-3-4 0,1 2-1 0,2 1-6 0,0-2 1 16,1-2-5-16,1 2 3 0,-1-3-3 16,-1-11 0-16,-1-4-6 15,3 0 4-15,2 0-4 0,-1-4-4 0,-5-2 0 16,4-6-3-16,-2-2-2 0,-3-6-3 0,4 0 2 16,-3-1-5-16,0-1-2 0,-1-4 2 0,3 0 1 15,-3 0 3-15,0-1-5 0,1-1 6 0,-1-3-2 16,0 0 0-16,0 0-12 0,0 0-22 15,0 0-47-15,-4-17-46 0,4 5-56 0,3 4-64 0,-3-6-207 16,1-4-474-16,3-3 209 0</inkml:trace>
  <inkml:trace contextRef="#ctx0" brushRef="#br0" timeOffset="1134.33">6727 1952 157 0,'-1'-1'241'15,"1"1"-20"-15,0-6-18 0,0 6-28 0,0 0-17 16,0 0-17-16,11 0-16 0,0 1-10 0,1 4-10 16,5-2-13-16,2 2-7 0,-2 2-8 0,2 0-5 15,0 4-9-15,-3-2-8 0,1 3-4 0,-1-3-7 16,-5 1 0-16,-3-3-10 0,1 4 9 0,-4-2-13 0,-1-3 3 0,-8 5 1 31,-1 1-5-31,-8-1-1 0,-5-1-6 0,-6 4 2 16,-5-5-3-16,-3 0 2 0,2-2-3 0,-3 0 1 15,1 1-1-15,0-1-2 0,4-5-2 0,0 3 1 16,10-3-6-16,4 1 1 0,1-2-2 0,3 0-8 16,1 0-25-16,9-1-31 0,0 0-44 0,0 0-39 15,0 0-61-15,0 0-166 0,28-15-394 0,-2 5 175 0</inkml:trace>
  <inkml:trace contextRef="#ctx0" brushRef="#br0" timeOffset="1597.75">7383 2060 64 0,'0'0'149'0,"-12"3"-13"0,10-2-2 16,2-1-7-16,-9 1-14 0,9-1-16 16,-4 4-6-16,4-4-8 0,0 0-3 0,0 0-4 15,-9 1 4-15,9-1-13 0,0 0-3 0,0 0 5 0,0 0-4 0,0 0-1 16,0 0 4-16,0 0-12 0,-4 4 2 0,4-4-4 15,0 0-5-15,0 0-2 0,0 0-4 0,0 0 4 16,0 0 2-16,0 0-1 0,0 0-4 0,0 0 2 16,0 0-7-16,26-5-5 0,-16 3 0 15,9-2-6-15,2 4-3 0,8-6 0 0,3 4-3 0,0-2-5 0,6-1 4 16,2 1-5 0,-3-2-6-16,-1 4 2 0,-1-3-1 15,-5 1-1-15,-1-2 1 0,-11 6 3 0,1-5-6 16,-6 4-4-16,1 0-5 0,-5-2-10 0,-4 3-21 15,-1-1-29-15,-4 1-21 0,0 0-41 0,0 0-37 16,0 0-25-16,0 0-124 0,-29 0-335 0,17 0 148 16</inkml:trace>
  <inkml:trace contextRef="#ctx0" brushRef="#br0" timeOffset="1820.36">7571 1913 65 0,'-3'-6'329'0,"-1"1"-7"0,0 1-8 0,3 2-10 0,-3-3-23 16,4 5-40-16,-1-6-11 0,1 6-31 0,0 0-24 15,0 0-36-15,-9 8-14 0,4-3-14 0,3 7-4 16,-1 5-11-16,-1 8-12 0,4 4-2 0,-3 4-3 16,2 1-16-16,5 19 2 0,-3-4-13 0,5-3-30 15,-4-12-33-15,3 1-56 0,-5-2-87 0,5 3-117 16,-1-10-226-1,-4-9-539-15,1-7 238 0</inkml:trace>
  <inkml:trace contextRef="#ctx0" brushRef="#br0" timeOffset="4224.96">8861 1630 40 0,'3'0'172'0,"-3"0"-2"0,1-6-6 0,-1 6 11 16,0-5-9-16,0 1-3 0,0 4-7 0,0-3-5 15,0-2-13-15,0 5-2 0,-1-6-11 0,1 6-5 0,-4-3-6 16,1 1-9-16,3 2-10 0,-1-6-13 0,1 6-4 16,-4-5-13-16,-1 4-6 0,5 1-5 0,-6-4-6 15,-1 3-7-15,1-1-10 0,-8 1 0 0,2-1-2 16,-5 7-3-16,0-4-5 0,-3 3-2 0,4 1 2 15,-3 2-6-15,-1 0-6 0,2 3-7 0,-7 5 6 16,2 1-2-16,4 2-1 16,-3 1-4-16,3 2-1 0,5 3 8 0,-2-2-14 15,3 3 7-15,-1-1-2 0,8 3-1 0,-1 0 0 16,3-2 2-16,-1 0-1 0,5-7 1 0,3 8 1 16,0-8-4-16,4 0 3 0,1 1-1 0,3-2 4 15,-1 0-3-15,4-5-2 0,4 2 7 16,0-2-1-16,0-3-1 0,1-1 4 0,-1-5-2 15,1 2 3-15,4-4 0 0,-1 0 0 0,-3-3-1 0,0-3 2 0,1 2 2 16,-1-5 4-16,-2 0 1 0,-2-2 2 0,1-1 5 16,-2-2-2-16,1-1 2 0,-2-2-1 0,1-6-7 0,-1-2 4 15,0-2-3-15,-3-1-6 0,2-2 0 0,-5 0-2 16,1 1 1-16,-4-1-5 0,-3 1 6 0,0-1 2 16,-2 4 7-16,0 0-2 0,-2 5 6 0,-2 2 1 15,1-2 10-15,2 3-3 0,-3 2-2 0,0-2-3 0,1 5-4 16,0 3 3-16,0-1-5 0,-2 0-2 15,2 1-2-15,0 2-3 0,0 1 1 0,-1 1-9 16,1 1 3-16,3 1-6 0,-4 1 0 0,1-2-2 31,4 4-1-31,-17 4-4 0,3 1 6 0,0 4-7 16,-3 3-3-16,-2 6 4 0,-2 1-4 0,0 4 7 0,2 2-5 16,-1 4-2-16,-2 0 5 0,4 3 2 0,-1-1-3 0,6 1 2 15,-1 2-1-15,5-2-1 0,0 1 1 0,2-2-1 16,4-2 2-16,6 0 1 0,1 2-1 0,4-5 3 15,1 3-3-15,4-3 3 0,2 0-1 0,6 1 2 16,-2-3-1-16,3 2-1 0,1-5 2 0,-4 0 2 16,0-4 1-16,-1 4-4 0,-5-11 3 0,-3 0-2 0,0 2 0 15,-5-4-2-15,0 3 2 0,-2-4-2 0,-2 3 1 16,-1-3 0-16,-1 2 2 0,-7 0-1 0,1-2 0 0,-5 5 3 16,-3-5-2-16,-3 3 0 0,-2-5 0 15,2-1 5-15,-4 1-25 0,-5 3-30 0,8-4-39 16,-4-3-48-1,1-1-64-15,4-1-53 0,-1-2-200 0,7 1-488 16,2-8 216-16</inkml:trace>
  <inkml:trace contextRef="#ctx0" brushRef="#br0" timeOffset="4942.03">9459 1740 174 0,'-7'-1'166'0,"4"-3"-8"0,-3 3-30 0,6 1-7 15,-11-3-15-15,6 3-12 0,-4 3-15 0,2-3-5 16,-4 4-8-16,-1 1-5 0,-2 3-5 0,-3-1-5 0,3 5-1 0,-1-1-10 16,-1 2 0-16,1 1-7 0,2-1-4 0,1 3-4 15,1-2 0-15,4-1 0 0,-3 2-5 0,3 0 3 16,3-3-4-16,2 0-4 0,0 0 10 0,0-6-6 15,3 2 13-15,0-1 4 0,3-2 14 0,-3 0 18 16,3-2 10-16,0 2 14 0,4-4-1 16,-2-1 8-16,3 0 1 0,2-2 3 0,1-3-9 15,-2 1-7-15,3-2 3 0,-3 2-8 0,4-3-9 0,-1-1-9 0,0 1-4 0,-2 3-9 16,1 0-3-16,-3-1-6 0,1 4-9 16,-4-4-2-16,2 5 0 0,1-1-6 0,-4 1-4 15,3 1-1 1,0 4-6-16,-2-3 0 0,3 5 6 0,1 1-4 15,-1 3-7-15,1-1 2 0,-1 7-3 0,-1-1 0 16,-2 2 1-16,4 6-1 0,-3-6-2 0,-2 8 5 16,0-7-8-16,-1-1 1 0,2 10 8 0,-2-11-4 15,0 1 5-15,-3-7-7 0,2 2 4 0,-2-4-1 16,-1 1-1-16,0-4-1 0,0 0 2 0,0-1 3 16,0-5 27-16,0 7 49 0,0-7 54 0,0 0 49 0,0 0 37 15,0 5 21-15,0-5-20 0,0 0-20 0,9-15-24 0,-1 5-21 16,-2-5-17-16,3-7-13 0,1-1-14 15,3-4-14-15,0-1-12 0,-1 1-9 0,0 3-4 0,1 2-12 16,-4 5-9-16,-3 2-5 0,1 3-4 0,-1 3-9 16,-5 3-1-16,6-2-7 0,-5 2-3 0,2 2-2 15,-3 0-9-15,3 1-3 0,-3-1-5 0,-1 4-16 16,3-6-54-16,-3 6-58 0,4-3-41 0,-4 3 17 16,0 0-56-16,0 0-27 0,10 10-35 0,-6-6-42 15,-2 1-34-15,1-3-61 16,1 2-327-16,0 0-782 0,-4-4 346 0</inkml:trace>
  <inkml:trace contextRef="#ctx0" brushRef="#br0" timeOffset="5273.75">10283 1840 160 0,'0'0'286'0,"0"0"-15"31,-3-5-11-31,3 5-24 0,0 0-19 0,0 0-20 0,0 0-24 16,5-7-17-16,0 5-18 0,1-1-14 0,6 1-9 16,-1 0-19-16,2-1-19 0,6-1-29 0,0 1-32 15,2 0-42-15,-1-1-56 0,3 1-67 0,-2 0-75 16,-3 1-125-16,-1-3-376 0,0 5 166 0</inkml:trace>
  <inkml:trace contextRef="#ctx0" brushRef="#br0" timeOffset="5442.28">10378 2030 106 0,'0'1'257'15,"0"-1"-22"-15,0 0-20 0,0 0-26 0,18-1-19 16,1-2-15-16,9 0-19 0,3-4-10 0,2 3-17 16,3-2-17-16,15-4-38 0,0 4-48 0,-14-1-54 15,18-4-71-15,-18 4-162 16,0-5-304-16,17-1 135 0</inkml:trace>
  <inkml:trace contextRef="#ctx0" brushRef="#br0" timeOffset="6242.76">11523 1601 131 0,'-1'-5'274'0,"1"0"-12"0,-4 3-29 15,4 2-21-15,-4-5-25 0,4 2-21 0,0 3-19 16,0 0-16-16,0 0-16 0,0 0-6 0,0 0-17 16,0 12-9-16,0-4-7 0,0 4-6 0,0 5-12 15,0 5-4-15,-1 5-3 0,-3 3-6 0,4-1 0 0,0 3-7 0,-4-1-5 16,3 2-1-16,1-3-2 0,-3-1-1 0,1 0-7 16,-1-2 1-16,2-7 0 0,-2-1-3 15,3 0 1-15,-1-4-3 0,-3-3 0 0,3-2-5 16,1-1 4-1,-1 1-1-15,1-5-5 0,-3 0 4 0,3-1-2 16,0 0 10-16,0-4 1 0,0 0-2 0,-5 0-4 16,5 0 0-16,0 0-1 0,-9-8-6 0,4-1-2 0,2 2 2 15,-3-4-5-15,2-4 0 0,-1-4-3 0,1-1-4 16,2-8-14-16,-1-5-7 0,3 3-9 0,-4-19-14 16,4 17 0-16,4-19 4 0,-1 16 3 0,-1-1 7 15,3 2 2-15,3 0 6 0,-2 5 0 0,2 1 11 16,-3 0 3-16,3 9 7 0,-3 2 4 0,5 2-2 15,2 1 2-15,-3-2-2 0,2 4 4 0,-1 4-8 0,6-2 5 16,3 0-3-16,1 5 4 0,8-4-7 0,-10 5 3 0,1 3-2 16,3 1 3-16,-4 0-6 0,1 1 9 15,-6 2-5-15,1 0-2 0,-2 2 0 0,-1 2-2 16,-3 3 2-16,-1-3 0 0,-1 4 0 0,0 2 4 16,-5 2 2-16,-5 5-1 0,-2 6 0 0,-6-2 0 15,-8 3 2-15,2-2 1 16,-2 3 0-16,-7-2-4 0,0 2 5 0,0-5-1 15,-2 1-1-15,-1-4-1 0,4 1 5 0,1-4-4 16,2-3 0-16,8-3-2 0,2-4 3 0,4 0 6 16,0-4-6-16,4 3 4 0,0-5 25 0,1 2 32 15,-1-1 26-15,1 1 38 0,-1-1 26 0,5-2 31 16,0 0-20-16,0 0-20 0,0 0-15 0,9-11-12 16,-6 7-9-16,3-3-15 0,-1 2-11 0,3 1-9 0,-2 0-11 15,3 0-4-15,-1 1-10 0,-4 0-9 0,3 3-8 0,0-2 2 16,-1 3-8-16,6 1 2 0,-1 3-5 0,-3 3-3 15,5 3-2-15,1 2 1 0,-3 1 1 16,4 8-3-16,0-1-6 0,-3 1 2 0,1 2 0 16,1 1-2-16,0-3-5 0,-1 1 2 0,-3-6 5 15,-1 0 0-15,0-5-6 0,1 2 3 0,-1-6-1 0,-1-1-4 0,-3 2 5 16,4-5-4-16,-4 0 8 0,1-3 2 0,3 1 5 16,3-2-4-16,-1-3 7 0,2-2-5 0,8-4-2 15,-4-1-1-15,0 0 4 0,6-6-13 0,0 1 5 16,-6 3-6-16,6-4-2 0,-5 3 9 0,-3 1-9 15,2 3-7-15,-6 1-14 0,0 1-82 0,-3 2-107 16,-1 2-155 0,-1 0-375-16,-1 1-797 0,0-4 353 0</inkml:trace>
  <inkml:trace contextRef="#ctx0" brushRef="#br0" timeOffset="10066.61">4146 4651 141 0,'0'-2'191'0,"0"2"-17"0,0 0-22 0,-5-4-16 16,5 4-16-16,0 0-18 0,0 0-7 0,0 0-3 15,-3 10-6-15,1 1-18 0,2 4-13 16,0 4 1-16,-1 10-6 0,-3 5-4 0,0 0-2 16,0 16-3-16,3 1 2 0,-3-4 3 0,0 1-2 15,-1 0 4-15,5-14 22 0,-1 3-5 0,-2 10-6 0,2-10-3 16,1-4-5-16,-1-3-1 0,1 2-5 0,-3-6 32 0,3-7-4 15,-1 1-8-15,1-3-4 0,-3-2-9 0,2-3-4 16,-2-1-4-16,3-1-6 0,-1-5-3 0,1 2-4 16,-1-2 0-16,-2-1-1 0,3-1-2 0,0-3 1 15,0 5-5-15,-1 0 3 0,1-5-1 0,0 0 0 16,0 4 5-16,0-4-3 0,0 0 2 0,0 0-4 16,0 0-3-16,0 0-32 15,0 0-45-15,0-16-44 0,0 4-65 0,0-3-74 16,0 1-188-16,0-7-461 0,-4-6 205 0</inkml:trace>
  <inkml:trace contextRef="#ctx0" brushRef="#br0" timeOffset="10466.66">4040 4739 5 0,'-3'-5'276'16,"2"2"-11"-16,1 3-18 0,-2-7-15 0,2 7-19 16,0-2-17-16,0 2-14 0,2-5-14 0,-2 5-18 0,0-3-17 0,0 3-16 15,4-3-14-15,0 0-8 0,4 2-12 0,3-1-7 16,3 3-7-16,4-2-10 0,10 1-5 0,-6 1-2 16,8 1-7-16,0 4-8 0,-2 0-4 0,0 2-1 15,0 1-26-15,-1 5 0 0,-4-2 2 0,-1 5 0 16,-7-5-6-16,-1 5 4 0,-4-1 0 0,-3 0-2 15,-6 0 2 1,-2 5-1-16,-6-3 0 0,1-1 0 0,-9 6 4 0,-6-2-5 16,1-2 0-16,-6 0 1 0,3 1-2 0,1-4 1 15,-2-1-1-15,4-5 2 0,-4 2 0 0,7-2-1 16,-2-3 0-16,2 0-1 0,-1-2 0 16,8 1-2-16,0-2 3 0,1 0-2 0,0-1 2 15,0 1-1-15,6-1-2 0,-2-3-5 0,5 0 2 0,-4 4-6 16,4-4-12-16,0 0-17 0,0 0-30 0,0 0-40 0,0 0-49 15,0 0-71-15,22-4-179 0,-13-1-439 0,-1 1 195 16</inkml:trace>
  <inkml:trace contextRef="#ctx0" brushRef="#br0" timeOffset="10983.28">4997 4991 125 0,'0'0'191'0,"-6"0"-8"0,6 0-15 0,0 0-5 15,0 0-7 1,0 0-13-16,0 0-6 0,0 0-9 0,0 0-11 16,0 0-9-16,0 0-12 0,0 0-5 0,0 0-8 15,0 0-9-15,23 0-3 0,-11-3-8 0,0 0-1 16,8 1-11-16,1-3-4 0,6 1-4 0,3 1-4 16,1 0-27-16,1-1 5 0,0 2-1 0,-1-1-3 15,-2 1 2-15,-1-1-6 0,-5 2 3 0,-4 1-5 16,-5 0 1-16,0-2-1 0,-2 2-2 0,-6 0-1 0,2 0 0 15,-8 0-1-15,10 0-8 0,-6 0-10 0,-4 0-20 16,0 0-32-16,0 0-44 0,0 0-55 0,0 0-180 0,-18 8-374 16,8-8 166-16</inkml:trace>
  <inkml:trace contextRef="#ctx0" brushRef="#br0" timeOffset="11330.71">5063 5199 36 0,'-2'0'201'0,"2"0"-8"16,-3 5-8-16,3-5-1 0,-2 3-6 0,2-3-17 0,0 0-16 15,17-3-12-15,0-2-12 0,11 2-9 0,3-3-18 16,6-2-12-16,18-4-7 0,-2 2-6 0,0 2-7 16,1 1-10-16,-17 0-4 0,0 3-3 0,-4-2-6 0,-3 2 0 15,-10 1-5-15,-1 3-5 0,-2-1-2 0,-3-1-3 16,-8 0-6-16,2 0 0 0,0 1-1 0,-2 1 0 16,-6 0-2-16,5-1 1 0,-5 1-5 0,0 0-2 15,0 0-39-15,0 0-67 0,0 0-73 16,-20 9-196-16,8-9-396 0,2 0 176 0</inkml:trace>
  <inkml:trace contextRef="#ctx0" brushRef="#br0" timeOffset="13907.34">6996 4443 97 0,'3'-4'197'0,"-3"0"-3"15,0 4-6-15,0-5 1 0,0 5 0 0,2-5-3 0,-1 2-4 16,-1 3-7-16,0-5-2 0,0 5-18 0,0-6 1 15,0 2-3-15,0 4-4 0,0 0-10 0,0 0-11 0,-3-5-3 16,3 5-17-16,0 0-11 0,-1-2-14 0,1 2-10 16,0 0-11-16,0 0-2 0,0 0-12 0,0 0-7 15,0 0-4-15,-11 8-4 0,6 1-6 0,-3-2-2 0,-3 6-2 16,0 0-1-16,2 3-5 0,-2 1 1 0,-2 4-2 16,-1 3 0-16,2-2-4 0,6-4 1 0,-3 6-1 15,0-5 1-15,4 0-6 0,1 0-2 0,0-2 4 16,3 0-1-1,-2-5-3-15,2-1-1 0,1 0 5 0,0-3-5 16,0 1-5-16,0-6 4 0,1 3-6 0,-1-3 5 16,2 2 6-16,-2-5 9 0,6 3 24 0,-2-3 5 15,-4 0 12-15,10-4-6 0,-3 0 13 0,2-3 9 0,1-1-13 16,1-5-2-16,-2 0-1 0,0-4-4 0,4 0 2 16,-4-5-2-16,-4-4 0 0,-1 2-4 0,1-2-10 15,-5 6 9-15,0-4 9 0,-5-3-8 0,1 9-1 16,-2 0-7-16,-6-2-5 0,-2 1-7 0,-5-1-1 0,-3 4-6 15,-3 4-4-15,-3-1 6 0,-4 3-2 0,0 4-18 16,-3 1-4-16,3 2-24 0,-2 3-21 0,4 4-33 16,-5 1-27-16,9 3-34 0,-2 1-28 0,1 6-36 15,4 0-53-15,9-2-71 0,-3-2-281 0,11 3-655 16,2-5 290-16</inkml:trace>
  <inkml:trace contextRef="#ctx0" brushRef="#br0" timeOffset="14589.26">7292 4368 11 0,'1'-2'298'0,"-1"-2"-10"0,4 1-3 16,1-1-21-16,-5 4-10 0,0-4-23 0,0 4-13 15,0 0-27-15,0 0-17 0,0-5-20 0,0 5-15 16,0 0-17-16,0 0-14 0,0 0-13 0,0 0-13 16,0 0-9-1,5-1-10-15,-5 1-4 0,0 0-6 0,-1 10-6 16,1-2-4-16,0-3-6 0,0 6-5 0,0-2-1 16,0 3-2-16,1 0-6 0,1 0 0 0,0 5-4 15,-2-5 4-15,1 5-1 0,2-2-2 0,-2-1-5 16,2-2 1-16,0-2 2 0,-1 3-6 0,3-2-1 15,0-3-2-15,0 0 1 0,-1-2-1 0,0-1-2 16,-4 0 0-16,4-3-2 0,-3 1 8 0,3-1-2 0,-4-2 27 0,14 0-3 16,-14 0 3-16,13-4 7 0,-2 1 8 0,-3-4-3 15,1-2 1-15,0 3-10 0,0-3 3 0,0-1-8 16,1 2 1-16,1-7-5 0,0 2-9 0,-4 2-2 16,2 2 0-16,-2-1 17 0,-2-1 7 0,0 1 4 15,1 1 6-15,-1-1 3 0,-3 3 2 0,0 1-3 16,-2-1-7-16,4 0-4 15,-4-1 0-15,0 2 0 0,1 1-2 0,1-1-2 16,-4-1-1-16,2 4-1 0,0 3 0 16,-1-7-29-16,1 3 9 0,0 4-4 0,0 0-3 15,-6-6-2-15,2 6-8 0,4 0-4 0,-4-2-7 0,4 2-7 16,0 0-2-16,-8 0-2 0,8 0-5 0,0 0-12 16,0 0 5-16,-5 3-17 0,5-3 17 0,-2 5-23 0,2-5 18 15,4 6-22-15,-1-3-30 0,3-1-39 0,4 1-63 16,2-3-93-16,1 0-381 0,5-3-720 0,0-1 319 0</inkml:trace>
  <inkml:trace contextRef="#ctx0" brushRef="#br0" timeOffset="15407.19">6621 4997 142 0,'-6'3'221'0,"-1"-3"-11"15,2 0-6-15,-1 2-3 0,1-1-12 0,5-1-8 0,0 0-19 0,-8 1-13 16,8-1-12-16,0 0-16 0,0 0-11 15,0 0-9-15,0 0-11 0,0 0-7 0,0 0-8 0,0 0-9 16,0 0-2-16,0 0-8 0,0 0-5 0,0 0-1 16,0 0-7-16,0 0-4 0,0 0-3 0,0 0-4 15,0 0-3-15,0 0-3 0,0 0 0 0,0 0-9 16,0 0 2 0,0 0-2-16,0 0-4 0,0 0 1 0,0 0-1 15,0 0-2-15,0 0-1 0,0 0 0 0,0 0-2 16,0 0-1-16,0 0 2 0,0 0-4 0,0 0 0 15,0 0-1-15,0 0 0 0,0 0-1 0,0 0 3 0,0 0-4 16,0 0 0-16,0 0-2 0,0 0 7 0,0 0-7 16,13 3-1-16,-13-3-1 0,0 0 4 15,9 2 1-15,-3-4 0 0,5 2 2 0,1-2-1 0,6 0-2 0,10-3 2 16,7 0 1-16,2 0 0 0,20-5-3 0,3 0 2 16,7-5 0-16,25-1-4 0,-2-2 2 0,-24 7-3 15,23-6 5-15,-29 8-5 0,4-3 5 0,-4-1 1 16,0 6-7-16,-6-5 7 0,-3 4-2 0,-16 2-3 15,-6 3 4-15,-7-1-2 0,-6 1-4 0,-2 3 1 16,-2-3 3-16,-5 1 2 0,1 2-3 0,-4-2 0 0,1 2 4 0,-5 0-1 16,0 0 4-16,0 0-7 0,0 0-4 15,-18 9-24-15,2-4-34 0,-5 2-49 0,-6 3-51 16,3-1-65-16,-4-1-204 0,0 1-467 0,1-1 207 0</inkml:trace>
  <inkml:trace contextRef="#ctx0" brushRef="#br0" timeOffset="15861.72">7178 5160 166 0,'0'0'272'0,"-6"4"-30"0,6-4-23 16,-4 3-23-16,3 0-14 0,-4 1-25 0,-2-1-17 16,2 5-15-16,-5-1-13 0,1 2-12 0,0 1-6 15,-5 4-11-15,1 3-9 0,-2 2-6 0,0 5-6 16,1-1-5 0,1-2-3-16,-1 2-5 0,2-1-2 0,4-4-1 15,0 1-5-15,3-1 0 0,-1-2-3 0,4-1-1 0,2 2-5 16,1-5 1-16,2 1 1 0,1-2-6 0,3-4 6 15,1 3 18-15,1-4 2 0,2 0-3 0,2-3 6 16,4-3-6-16,1 0 2 0,1-3 6 0,0-2 13 16,-1-2 5-16,-4-2-1 0,1-1 15 15,-3-3 4-15,-1-1-4 0,-3-3 7 0,-3-2-13 0,0-5 6 0,-6-5-8 16,-3 4-11-16,1-1-6 0,-8-1-3 0,-4-2-12 16,-6 2-4-16,3 2-2 0,-6 5-4 0,-3 0-15 15,-4 1 11-15,-2 7-16 0,0 2-1 0,1 2-5 16,0 2-1-16,-4 6 3 0,6-3-3 0,3 3 0 0,6 3-16 15,1-1-32-15,1 5-31 0,6 0-31 0,4 1-19 16,3 3-25-16,2-1-27 0,4 2-46 0,4-3-68 0,2 2-311 16,7-4-641-16,5 1 284 0</inkml:trace>
  <inkml:trace contextRef="#ctx0" brushRef="#br0" timeOffset="16247.24">7456 5154 2772 0,'0'0'190'16,"0"0"-123"-16,0 0-31 0,0 0-19 0,0 0-2 16,7-1-3-16,-7 1-6 0,0 0-2 0,9 2-4 15,-2 0 3-15,0-1-1 0,4 3-1 0,0 1 1 0,3-2-1 0,-1 4 1 16,2 1-1-16,-1 3 0 0,0-1-3 0,-1 2 6 15,-4-1-2-15,0 5 2 0,-4 2 1 0,1 10-2 16,-6-5 3-16,-2 4-1 0,-5-2 3 16,-4 0-2-16,-2-3 2 0,-1 3 1 0,5-8 0 0,-5 4-1 15,-5-1-3-15,6-5 3 0,-3-3 0 0,4 0 0 16,2-2 0 0,1-3 3-16,1 0-1 0,3-3-2 0,1 2-2 15,-1-4 3-15,3 2 10 0,-1 0 7 0,1 0-7 16,2-4 1-16,0 0 6 0,0 0 2 0,7 3 0 15,6-5-5-15,0-2 1 0,7 0-3 0,3-1 2 16,8-3-7-16,1 2-15 0,-5-3-47 0,1 1-69 16,-9 0-92-16,7-3-326 0,-2-4-576 0,0 1 255 15</inkml:trace>
  <inkml:trace contextRef="#ctx0" brushRef="#br0" timeOffset="16594.64">7582 5404 2420 0,'-14'5'208'16,"1"-3"-121"-16,3 1-45 0,-3-1-16 0,3 1 0 16,0-2 1-16,2 0 6 0,2 2 15 0,2-2-1 15,0 0 1-15,4-1-3 0,-6 2 2 0,6-2-3 16,-5 2 1-16,5-2-9 0,0 0-4 0,0 0-2 15,-3 4-4-15,3-4 0 0,0 0 6 0,0 0 4 0,0 0-1 16,0 0 0-16,0 0 4 0,26-5-14 0,-9 0 0 16,0 1-4-16,11-4-3 0,3 3-1 0,4-3 0 15,3 1-6-15,-3 3 4 0,3-2 1 0,-4 2-7 16,2 0 0-16,-5-1-1 0,-1 2 3 0,-8 3-3 16,-4-3-1-16,-3 3 0 0,-3-4-1 0,-3 2-1 15,-2 3 0-15,1-2 2 0,-5 0 2 0,-3 1 1 0,7-2-1 0,-7 2-1 16,5-2-6-16,-5 2-12 0,2-4-39 0,0 2-43 15,-2 2-59-15,-5-10-83 0,5 6-312 0,-3-3-590 16,3-1 262-16</inkml:trace>
  <inkml:trace contextRef="#ctx0" brushRef="#br0" timeOffset="18714.43">8874 4499 220 0,'0'0'230'0,"0"-8"-5"16,0 4-7-16,0 0-7 0,0 4-1 0,3-8 1 0,-3 8-8 16,0-4-12-16,0 4-16 0,0 0-13 0,0-4-16 15,0 4-16-15,0 0-12 0,-3-4-16 0,3 4-11 16,0 0-13-16,0 0-9 0,0 0-10 15,-17 10-4-15,7 0-4 0,-3 2-6 0,-1 2-5 0,-4 8-6 0,-1 0-1 0,4 2-4 16,-3 0-1-16,0-1-4 0,3 0 0 16,2 1-2-16,-1-2-2 0,8-4 0 0,-2 0-6 15,0-1 2-15,2-2 1 0,2 2-3 0,-1-4-2 16,5-2-2-16,0 3-2 0,0-6 2 0,1 3-2 0,3-5 1 16,0 3 7-16,5-4 28 0,-3-4 8 0,2 0-6 15,5-1-1 1,-2-2 6-16,6-6 15 0,-1-1-12 0,1-3 9 15,-3 0-1-15,5-7-5 0,-3-1-3 0,0-4 0 16,-3-2-8-16,-4 1-12 0,1-4-5 0,-5-2-5 16,0-1 4-16,-2 1-14 0,-6 1-2 0,2 0-1 15,-8 2 1-15,-4 2 9 0,-2 3-11 0,-3 1-4 16,-2 4-1-16,-6 3-10 0,-2 1 4 0,-1 6 1 16,-1 0 1-16,-2 4 1 0,4 3 0 0,-3 1-4 0,2 1-20 0,7 3-9 15,3 4-33-15,1 0-19 0,-6 4-30 16,9-1-40-16,-2 3-38 0,4 0-53 0,7 3-50 0,1-3-258 15,5 1-598-15,7 1 265 0</inkml:trace>
  <inkml:trace contextRef="#ctx0" brushRef="#br0" timeOffset="19253.64">9156 4393 101 0,'2'-4'332'16,"-1"1"-2"-16,1 1-23 0,-2 2-24 0,0-5-26 16,0 5-30-16,0 0-19 0,0 0-25 0,2-4-27 15,-2 4-12-15,0 0-17 0,0 0-14 0,0 0-18 16,0 0-1-16,0 0-13 0,8 8-8 0,-6-3-6 15,-2 1-7-15,1 3-4 0,1 0-5 0,-2 4-10 0,1-1 1 0,-2 9-8 16,2 4 1-16,2 1-7 0,-3-6 1 0,2 4-8 16,-3-5 2-16,2-1 1 0,-1 1-6 0,4-3-4 15,-2 0 3-15,1-5-1 0,-1 0-3 0,1-3 2 16,0 0-1-16,-2-3-4 0,1-1 13 0,0 1 17 16,-1-1 32-16,-1-4 41 0,5 1 2 0,-5-1-12 15,13-5 12 1,-5 0 2-16,1-3-7 0,1-1-9 0,-1-1-5 0,2-2-7 15,3-4-14-15,-5 3-2 0,8-8-9 0,-6-1-10 16,0 3 2-16,-1 3 6 0,-4 2 8 0,1 3 1 16,-2 0 4-16,-4 6-3 0,4-1-8 15,-3 0-5-15,1 1-4 0,-2 4-7 0,1-4-10 16,-1 2-1-16,-1 3-9 0,2-4-9 0,-2 4-21 0,0 0-5 16,0 0 0-16,0 0 7 0,0 0-7 0,-6 24 2 0,5-14 3 15,-2 6-1-15,0 4-3 0,0-8 1 0,6 3 2 16,-1 1-5-16,2 1 2 0,0-2-2 0,2-1 3 0,3-2-3 15,5 1-7-15,4-2 0 0,2-6-38 0,11 3-69 16,1-4-86-16,-1-3-82 0,1-2-110 0,-4-8-378 16,1 3-844-16,-1-3 374 0</inkml:trace>
  <inkml:trace contextRef="#ctx0" brushRef="#br0" timeOffset="19801.5">8708 5045 115 0,'0'0'199'0,"-4"1"-15"0,4-1-11 16,0 0-20-16,0 0-13 0,-5 2-13 16,5-2-11-16,0 0-11 0,0 0-12 0,0 0-13 15,0 0-8-15,-5 2-4 0,5-2 0 0,0 0-3 16,0 0 6-16,0 0 2 0,0 0-2 0,0 0 2 0,0 0-7 16,0 0-1-16,0 0-4 0,0 0-3 0,0 0-3 15,0 0-7 1,0 0-2-16,0 0-4 0,0 0-6 0,0 0-3 15,0 0-3-15,5 6-4 0,-5-6-2 0,0 0-5 16,0 0 0-16,0 0-1 0,0 0-4 0,0 0 1 16,0 0-2-16,0 0-1 0,0 0 0 0,0 0-2 15,0 0 3-15,0 0-1 0,0 0 2 0,2 2 2 16,-2-2-3-16,0 0 4 0,7 1 21 0,-7-1 3 16,14-2-1-16,4-1-4 0,10-1-3 0,6-2 2 0,16-4 0 15,14 0 1-15,26-5-2 0,-24 4-1 0,35-4-2 0,1-1-5 16,-3 0-1-16,-4 2-2 0,0 0 1 0,-30 4-3 15,-1 1-6 1,-4 3 2-16,-4-2-1 0,-18 2-4 0,-3 0 5 16,-3 2-6-16,-14 1 3 0,-4 0 0 0,0 0 3 15,-6 1 22-15,1 1 0 0,-3-1 3 0,-2-1-7 16,1 2-5-16,-5 1 1 0,0 0-19 0,0 0-37 0,0 0-51 16,-18 4-56-16,7 1-75 0,-1 0-90 0,-6-1-201 15,0 2-540-15,-1-2 239 0</inkml:trace>
  <inkml:trace contextRef="#ctx0" brushRef="#br0" timeOffset="20333.93">9263 5317 187 0,'0'0'193'0,"0"0"-17"16,0 0-23-16,0 0-9 0,0 0-15 0,0 0-13 15,0 0-12-15,0 0-11 16,0 0-12-16,-7 7-2 0,1-4-12 0,-2 7-5 15,-3 2-6-15,-5 9 2 0,-2-1-14 0,5-6 2 16,-2 1 0-16,0 7-5 0,0-3-4 0,2-2-2 16,0 0-1-16,4 0-1 0,1 0-3 0,2-3 1 15,-2 1 2-15,6-1-2 0,-1-4 3 0,3 1 2 16,3 0 3-16,-2-2 24 0,3 1 11 0,5-5 4 16,1-1-4-16,3-1-3 0,6-6-6 0,0 1 0 0,-1-2-1 0,2-4-6 15,-1-1 5-15,-3-2 7 0,0 0-6 0,-1-1-2 16,-4-5 2-16,-1 1-2 0,-2-4-5 0,-4 1 1 15,-3 1-5-15,-1-8-6 0,-5-1-2 0,-7 3-13 16,-3 3 9-16,1-2-8 0,-9 3-6 0,-2 3 0 16,-3 0-9-16,-2 6 4 0,-3 4-8 0,-3 4 0 15,0-2 1 1,2 3-5-16,-2 4 1 0,2 1-7 0,-1 2 2 16,4 0 0-16,3 7 1 0,0 0-2 0,10-1-4 15,2-1 0-15,4 3-18 0,3 1-26 0,5 1-25 16,4-3-44-16,4 0-60 0,10-2-80 0,0-3-271 0,15 2-566 15,2-4 250-15</inkml:trace>
  <inkml:trace contextRef="#ctx0" brushRef="#br0" timeOffset="20904.24">9485 5202 101 0,'0'0'326'15,"0"0"-26"-15,0-3-30 16,0 3-31-16,0 0-25 0,0 0-23 0,0 0-19 16,0 0-20-16,0 0-17 0,0 0-11 0,0 0-14 15,10 12-12-15,-6-5-7 0,1 0-7 0,3 4-10 16,-1-2-8-16,1 0-6 0,1 6-4 0,-1-5-7 16,3-1-2-16,-3 0-2 0,1 1-8 0,0-4-7 15,-3 1 1-15,6-1-6 0,-5-3-2 0,1 0-7 16,0-1 2-16,2-4-2 0,-1 2 0 0,-3-3-3 0,2 1 7 0,1-3-10 15,0 0 2-15,-4-2-1 0,1 4 2 0,-2-2 5 16,1 0 17-16,-1 1 16 0,1 2-7 0,-2 2 6 16,-3 0-7-16,3-5-6 0,-3 5-8 0,4-1-2 15,-4 1-3-15,0 0-7 0,0 0-2 0,0 0-3 16,5 8 0-16,-2 2-2 0,-2 5-1 0,3 3 2 16,2 7 0-16,-3 1 0 0,-2 6 1 0,2-1-7 0,-2 4 7 15,-2 1-2-15,1 12-3 0,-4-2 4 0,-4-10-2 0,6 0 1 16,-6-2 0-16,-1 3 11 0,-5 6-15 15,3-12 13-15,-1-4-14 0,-1 2 1 0,-2-7 1 16,1-5-5 0,0-2 9-16,-3-1-2 0,1-6 0 0,-1-1-1 15,-2-3 1-15,-2-6 6 0,5-3 17 0,3-2 5 16,-1-5 4-16,5-3 5 0,5-4-6 0,2-10-4 0,11-3-5 16,11-13-5-16,8-6 10 0,17-22-21 0,6 3-2 15,-11 25-10-15,22-18 5 0,-16 26 1 0,0-4-6 16,1 3-4-16,-3 3 5 0,-5 6 10 0,-8 10-11 15,-6 2 6-15,-9 4-3 0,0 4 4 0,-4 2 1 16,-3 2-2-16,-1 0 1 0,1-1 2 0,-4 2-6 0,-1 3-6 16,0-3 17-16,-2 3-15 0,-2 1-4 0,0 0-4 0,0 0-51 15,-14 9-72-15,-1 0-96 0,3-2-124 0,-6-1-267 16,2-2-667-16,2-1 295 0</inkml:trace>
  <inkml:trace contextRef="#ctx0" brushRef="#br0" timeOffset="24426.74">10912 4821 73 0,'-7'0'143'0,"-1"0"-13"0,3 0 2 0,0 0-19 15,5 0 11-15,-9 3-20 0,5-3-10 0,4 0-6 0,0 0-8 16,-8 1-6-16,8-1-10 0,0 0-5 0,0 0 4 31,0 0-5-31,-2 5-3 0,2-5 1 0,0 0 2 0,0 0 4 0,0 0-5 0,0 0 0 16,0 0-3-16,0 0-7 0,-4 1-4 0,4-1-8 0,0 0-4 16,0 0 1-1,0 0-5-15,0 0-5 0,0 0-1 0,0 0 1 16,0 0-4-16,0 0-2 0,0 0-5 0,0 0 3 15,0 0-5-15,-3 3-6 0,3-3 9 0,0 0-3 16,0 0-1-16,0 0 2 0,0 0-2 0,0 0 2 16,0 0-1-16,0 0-6 0,0 0 6 0,0 0-1 15,0 0-5-15,0 0 8 0,0 0-11 0,0 0 4 16,0 0-2-16,0 0 1 0,0 0-2 0,0 0 5 0,-6 2-2 0,6-2 2 16,0 0 0-16,0 0 10 0,0 0 18 0,23-1 0 15,-9 0-2-15,6-3 15 0,12-2-5 0,5 3-3 16,12-4-4-16,2-2-4 0,6 4-5 0,0-3 0 15,1 0-4-15,-2 2-4 0,-2 1 4 0,-13-2-6 16,-5 2-1-16,-3 1-2 0,-3 0-4 0,-11 1 1 16,0-1 1-16,-7 4-2 15,0 0 1-15,-3-3 2 0,-4 2-2 0,3 1 4 16,-4-1 6-16,-4 1 0 0,6-2 1 0,-2 0-5 16,-4 2-4-16,0 0 1 0,7-2-8 0,-7 2-25 15,0 0-40-15,0 0-61 0,0 0-65 0,3-1-240 16,-3 1-461-16,0 0 204 0</inkml:trace>
  <inkml:trace contextRef="#ctx0" brushRef="#br0" timeOffset="25847.16">13322 4299 103 0,'4'-4'195'0,"-4"4"-1"16,1-5-5-16,-1 5 1 0,2-4-3 0,-2 4-4 16,0 0-8-16,0 0-11 0,1-4-9 0,-1 4-15 15,0 0-12-15,0 0-12 0,1-3-9 0,-1 3-15 16,0 0-10-16,0 0-10 15,0 0-6-15,0 0-11 0,-15 10-4 0,5-3-7 16,-3 5-7-16,-2 1-3 0,-4 5-2 0,-1 2-4 16,2 2 0-16,-1-1-7 0,1-1-1 0,1 0 3 15,6 4-6-15,-2-2 1 0,4-4-2 16,0-1 0-16,2 1-1 0,2-3-2 0,1 1-1 0,2 1-2 16,1-7 2-16,2 2-3 0,2-2 0 0,1-1 3 15,1-1-3-15,-1-1 15 0,5-3 6 0,4-2 8 0,-2-2 5 16,8-1 0-16,-6-4 3 0,6-2-5 0,4-7-3 15,-6 1-6-15,-2 1-2 0,2-2 3 0,-3-1 1 16,3-8 4-16,-2-3-3 0,-6 4-9 0,-1-7-4 16,-4 4 8-16,-2-3 0 0,-6 0-3 0,-4 3-7 15,-1-4 0-15,-4 5-4 0,-6 1-3 0,-1 1-28 16,-3 2 1-16,-5 2 5 0,-2 3-4 0,-2 3 5 0,-3 6-5 0,-1 0 3 16,-1 5 4-16,1-2 0 0,0 6-3 0,-2 4 4 15,6-1-9-15,3 5-20 0,1 2-38 0,3 1-32 16,2 2-44-16,4 1-59 0,6-3-56 0,2 0-210 31,4-3-513-31,6 2 226 0</inkml:trace>
  <inkml:trace contextRef="#ctx0" brushRef="#br0" timeOffset="26437.41">13657 4189 260 0,'0'0'272'0,"0"-5"-13"15,0 5-20-15,0 0-23 0,1-4-25 0,-1 4-20 16,0 0-20-16,0 0-14 0,0 0-20 0,0 0-8 16,0 0-14-16,0 0-11 0,0 0-9 0,3 12-5 15,-6-3-5-15,3 2-10 0,-1 0-3 0,-2 1-5 16,3 3-6-16,-1 2-4 0,1 0-3 0,-4-1-1 16,4 5-5-16,0-4 0 0,0-1-4 0,0 1-3 15,3 0-3-15,-2-5 1 0,-1 0 0 0,4-1-2 0,-3-2-3 0,3 1-2 16,1 0 3-16,-1-4-2 0,-1-1 20 15,2-1 15-15,1 0 17 0,0-1 12 0,1-2 14 0,2-2 4 16,1-3 4-16,-1 0 1 0,4-3 1 0,1-6-6 16,0 3-10-16,1-2-3 0,-2-4-8 0,6-3-12 15,-4 5-11-15,2-9-6 0,-2 4-1 16,-3 3 15-16,2 0 3 0,-4 4 0 0,-6 1 9 0,4 1-2 0,-4 3 4 31,2 1 6-31,-5 1-7 0,3 0-8 0,0 2-6 0,-3-1-12 0,2 1 1 0,-3 3-9 0,0 0 5 16,1-5-21-16,-1 5-11 0,0 0-15 0,0 0-2 31,0 0-2-31,0 0 3 0,-8 20 4 0,3-8 3 16,-1 4-5-16,-2-1 0 0,3 3 1 0,1-4-2 15,-1 6 0-15,0-4 5 0,5-1 4 0,0 1-1 0,5-3-10 0,0 0 3 16,4 1 6-16,5-4-5 0,7-2 0 0,7 1 3 16,5-2-29-16,2-7-79 0,5 0-84 0,-1-5-80 0,12-6-120 0,-17 0-299 15,2-3-747-15,-3-3 331 0</inkml:trace>
  <inkml:trace contextRef="#ctx0" brushRef="#br0" timeOffset="30070.92">13073 4959 16 0,'-9'2'185'16,"9"-2"-9"-16,0 0-2 0,-6 0-8 0,6 0-4 0,0 0-9 15,0 0-11-15,-4 2-9 0,4-2-10 0,0 0-12 16,0 0-8-16,0 0-10 0,-3 4 0 0,3-4-17 16,0 0-5-16,0 0-5 0,0 0-2 0,0 0-10 0,-5 2-7 15,5-2-6-15,0 0-2 0,0 0-5 0,0 0-3 16,0 0-3-16,0 0-2 0,0 0-3 15,0 0-3-15,0 0-1 0,0 0 1 0,0 0-4 16,0 0-4-16,0 0 2 0,0 0-4 0,0 0 0 16,0 0-4-16,0 0 2 0,0 0 5 0,0 0-7 0,0 0-5 15,0 0 1-15,0 0-2 0,0 0 5 0,0 0-4 0,0 0 2 16,0 0-1-16,0 0 0 0,0 0-1 0,0 0 1 16,0 0 6-16,0 0 3 0,13 2 6 0,0-2 6 15,5 0-2-15,12-4-3 0,6-2 1 0,18-1-4 16,10-1 2-16,2-2 1 0,36-5-4 0,-3 1 0 15,9 1 4-15,0 1 0 0,-1 1-3 0,-3-3 0 16,-10 7-4-16,-2-5 2 16,-32 8-2-16,0 0 1 0,-1-2-2 0,-8 6 0 15,-16-3 1-15,-2 1-5 0,-3 1 2 16,-8 0-1-16,-4 1-3 0,-4 0 4 0,-9-1-4 0,4-3 1 16,-5 4 1-16,1-3-1 0,-5 3-5 0,0 0-18 15,0 0-25-15,0 0-34 0,-23 2-51 0,9 1-58 16,-4 0-239-16,-5-1-458 0,-5 0 203 0</inkml:trace>
  <inkml:trace contextRef="#ctx0" brushRef="#br0" timeOffset="30577.53">13658 5250 43 0,'-5'-4'260'0,"5"4"-26"15,0 0-24-15,0 0-24 0,0 0-19 0,0 0-14 16,0 0-18-16,0 0-16 0,-15 8-11 0,6-1-15 15,-4 3-8-15,-1 4-6 0,2-2-9 0,0 5-8 16,-5 6-2-16,1 1-7 0,-1-3-7 0,4 1-2 16,-1 0-7-16,8-3 0 0,-4-2-5 0,3 0 0 15,3 0-3-15,2 0-1 0,-1-5-4 0,3 0-5 0,3-1 0 0,-1 0 1 16,5-3 5-16,0-1 8 0,6-2 7 0,1-4 0 16,7-1 4-16,-2-2-7 0,1-2-5 0,-1-1-1 15,-1-5-2-15,1 1 11 0,-1-3 8 0,-2-1 3 16,-2-1 0-16,-4-1-2 0,-1-4 0 0,-4 1 0 15,5-7-1-15,-10 0-2 0,-2 4-1 0,-6-4-8 16,-2-1 1 0,-4 3-9-16,-3 1-1 0,-2 4-7 0,-3-2-2 0,-1 6 0 15,0-1-1-15,-4 6-4 0,-2 1-2 0,1 3-2 16,-4 1 0-16,1 1-1 0,3 6-2 0,5-1-1 16,-4 1-4-16,7 1 2 0,2 1-19 0,0 1-31 15,8 0-24-15,1 0-25 0,1 1-28 0,3 1-32 16,5 0-46-16,4-3-65 0,-1 2-165 0,6 1-466 15,3-6 206-15</inkml:trace>
  <inkml:trace contextRef="#ctx0" brushRef="#br0" timeOffset="30940.55">13964 5134 99 0,'5'-4'281'16,"0"2"-30"-16,2 0-22 0,1 1-22 0,2 0-25 15,3-2-17-15,-3 6-18 0,2-3-14 16,1 2-15-16,-2 3-14 0,3 2-8 0,-1-2-11 0,-4 4-9 16,4 4-2-16,-7 1-7 0,2-1-8 0,-4 6-2 0,-4 6-7 0,-3 1 1 15,-2 3-3-15,-3 0-6 0,-2 0-2 0,-3 0-3 16,0-3-1-16,0-1-5 0,0-4-2 0,-3 3-3 15,6-8-4-15,2 0 0 0,2-6-3 0,-2 2 0 16,3-4-3-16,1-2 0 0,2 0-2 0,-1-2 1 16,2 1 2-16,0-3 1 0,1 2 1 0,4-1 7 15,-4-3-3-15,11 0-1 16,2-3-2-16,6-1-4 0,-2-2-5 16,3 1-37-16,-1-1-53 0,2-3-68 0,-3 0-98 15,3-7-195-15,-4 6-477 0,-2-3 212 0</inkml:trace>
  <inkml:trace contextRef="#ctx0" brushRef="#br0" timeOffset="31214.96">13966 5349 124 0,'-6'2'332'0,"-1"-1"-11"0,1-1-22 0,6 0-22 16,-8 0-28-16,8 0-16 0,0 0-15 0,0 0-22 15,0 0-18-15,30-4-22 0,0-1-14 0,5-1-14 0,16 1-18 16,4-2-4-16,4-1-12 0,-2-4-8 0,-2 4-13 16,0 2-7-16,-18 1-5 0,-4-1-4 0,-1 2-5 15,-14 3-6-15,0-3-10 0,-8 4 2 0,-2 0-7 16,1 0 2-16,-4-4-2 0,0 3-6 0,-5 1 6 16,0 0-13-16,0 0 15 0,0 0-26 0,0 0-13 0,-27 5-21 15,16-5-33 1,-2 0-31-16,4 3-48 0,-4-3-55 0,5 0-71 15,1-3-253-15,7 3-561 0,-12-4 249 0</inkml:trace>
  <inkml:trace contextRef="#ctx0" brushRef="#br0" timeOffset="34600.86">15742 4345 71 0,'-2'-6'227'15,"-1"2"-16"-15,3 4-15 0,0 0-9 0,-2-3-14 16,2 3-14-16,0 0-16 0,-1-4-16 0,1 4-9 15,0 0-18-15,0 0-13 0,0 0-9 0,0 0-10 16,0 0-9-16,-12 5-5 0,3-1-4 0,-1 4-7 16,-4 1-3-16,-3 3-4 0,2 0-5 0,-2-1-4 15,-1 7-2-15,0 2-2 0,4-5-3 0,-1 4-1 16,2-2 0-16,0 1-2 0,-1 4-1 0,7-4 7 0,0-2-7 16,2-1-2-16,0-4 2 0,2 1-1 0,2 0 5 15,1-3-6-15,-1-1 3 0,3 1-3 0,1-4 11 0,0 2 30 16,-1-5 12-16,3 3 3 0,3-2 4 0,0-3 7 15,3-3 6-15,-1-2 10 0,3 4-8 16,-3-7 1-16,7-2-3 0,-3 0 3 0,0-4-5 16,0-7-4-16,-2 7 10 0,-1-9-8 0,-3-2-6 0,-2 0-3 0,-2 0-8 15,-4-1-11-15,-5 0-5 0,-4 3-6 0,-3-1-9 16,-5-1-6-16,-5 1 3 0,-3 5-6 0,1 2 0 16,-4 1-7-1,-1 5-4-15,-2 0-2 0,-2 5-4 0,0 2-3 16,2 1-21-16,-1 3-23 0,0 3-30 0,10 1-34 15,2 2-40-15,-1 3-35 0,6 0-39 0,4 2-52 16,-1 2-295-16,7-3-609 0,5 1 270 0</inkml:trace>
  <inkml:trace contextRef="#ctx0" brushRef="#br0" timeOffset="35418.71">15931 4286 216 0,'3'-2'228'0,"-3"2"-2"0,3-4-10 16,-3 4-2-16,2-2-5 0,-2 2-11 0,0 0-12 16,4-4-13-16,-4 4-14 0,0 0-16 0,0 0-15 0,0 0-12 15,3-3-11-15,-3 3-12 0,0 0-13 0,0 0-5 16,0 0-8-16,0 0-13 0,0 0-5 0,0 0-3 0,0 0-9 16,2 9 0-16,0-3-4 0,-1 0-2 15,1 2-4-15,1 3-3 0,-1 3-3 0,1 0 3 0,-2 2-5 16,4 0 7-16,-3 4-12 0,0-3-1 0,-2-1-1 0,3-3 0 15,-1 4 1-15,2 0-1 0,-4-5-1 0,5 0 1 16,-5-3-6-16,3 1 3 0,-3-3-1 0,2 0-3 16,-2-4 3-16,1 2 15 0,2-3 25 0,-3-2 34 15,1 7 25-15,1-5 49 0,-2-2 25 0,0 0 14 16,0 0-22-16,13-11-14 0,-2 3-16 0,-1-3-16 16,4-4-10-16,-2 1-11 0,-2-1-9 0,5-8-18 15,1 3-2-15,-4 4-5 0,-3 2 11 0,2-1-2 16,-3-2 1-16,-1 6-5 0,-1 1-6 0,-1-3-6 15,2 4-1-15,-2 1 0 16,-1 2-2-16,-2 1-1 0,0-1-6 0,-1 2 2 16,1 1-15-16,0 0-6 0,-2 3 1 0,2-5-4 15,0 2-7-15,-2 3 1 0,3-4-5 0,-3 4-2 16,0 0-4-16,-1-4 3 0,1 4-6 0,0 0-3 16,0 0-1-16,0 0-2 0,0 0-1 0,0 0 2 15,0-6-4-15,0 6 1 0,0 0 2 0,0 0-5 16,0 0 1-16,0 0-2 0,0 0 2 0,0-4 0 0,0 4 0 0,0 0-13 15,0 0-1-15,0-4 1 0,0 4-1 0,0-5 4 16,0 5-4-16,0-3 5 0,0 3-1 0,0-7 1 16,0 7 0-16,-4-4 5 0,4 4-3 0,0-6-2 15,0 6 4-15,-2-4-3 0,2 4-1 0,2-5 0 16,-2 5 3-16,0-3-3 0,0 3 2 0,0 0-2 16,-4-5-1-1,4 5 3-15,0 0-5 0,-3-1 2 0,3 1-12 16,0 0-1-16,0 0-11 0,0 0-11 0,0 0-9 15,0 0 2-15,-20 4 5 0,15 0 4 0,-4 1-1 0,3-1-1 16,-2 3-1-16,-1 0-4 0,4 0-3 16,1-1 6-16,-1 1 1 0,0-1 1 0,1 0-2 15,2 0 2-15,2 1 6 0,0 0 3 0,4-1 0 16,6-1-1-16,0 0-40 0,10-3-50 0,1-2-47 0,11-1-69 0,1 0-80 16,0-4-95-16,2-3-276 0,-3-2-750 0,-3 3 332 15</inkml:trace>
  <inkml:trace contextRef="#ctx0" brushRef="#br0" timeOffset="36386.97">15245 4895 33 0,'-11'1'223'0,"-2"-1"8"0,4 2 9 0,0-2-19 0,5 1-9 0,4-1-27 16,-10 0-17-16,10 0-13 0,0 0-7 0,-9 1-13 15,9-1-13-15,0 0-11 0,0 0-12 0,0 0-8 16,0 0-14-16,0 0-8 0,23 0-5 15,-23 0-6-15,8 0-7 0,-8 0-4 0,9 0-4 0,-9 0-3 16,6 0-3-16,-6 0-7 0,0 0-2 0,8 0-7 16,-8 0 2-16,4 1-5 0,-4-1 0 0,0 0-4 0,0 0-2 15,0 0 2-15,0 0-3 0,0 0 0 0,0 0-2 16,0 0-2-16,0 0 0 0,0 0-2 0,0 0 3 0,9 1-2 16,-7 0-1-16,-2-1 3 0,8 1-1 0,-2 1-1 31,-1-1 1-31,-5-1 0 0,12 1 1 0,-5-1-5 15,-1 1 0-15,1-1-3 0,-7 0 7 0,9 2-5 16,-1-2 1-16,-2 2 2 0,-2 1-2 0,1-1 0 0,-1-1-4 16,-4-1 5-16,5 2 0 0,0 0-3 0,-5-2 0 15,5 1 6-15,-5-1 3 0,0 0-1 0,0 0-8 16,5 1 0-16,-5-1 3 0,0 0-3 0,0 0 0 16,0 0 5-16,0 0-1 0,0 0 2 0,3 3-5 15,-3-3 1-15,0 0 1 0,0 0 3 0,0 0-6 16,0 0 0-16,0 0-3 0,0 0 4 0,5 0-1 0,-5 0 6 0,0 0 7 15,9 0 1-15,0 0 2 0,1-3 2 0,13-1 1 16,8-1-4-16,6-3-2 0,17 0-1 0,4-1-4 16,33-5 0-16,1 1-4 0,-28 4-1 15,38-7 4-15,-1 1-3 0,-1 0 6 0,-3 1-4 16,-5 5 7-16,-27 3-2 0,-5 0 3 0,-1 0-6 16,-5-1 0-16,-20 4-1 15,2-1 1-15,-8 2-1 0,-1 0-2 0,-12 1 1 16,-3-2 3-16,-6 3-3 0,1 0-2 0,0-1 3 15,-3-1-4-15,-4 2 6 0,8-1-1 0,-8 1 3 16,0 0-9-16,0 0-14 0,0 0-32 0,0 0-42 16,-28 4-51-16,10 2-60 0,0-1-66 0,-5-3-219 15,-4 2-521-15,-4-1 231 0</inkml:trace>
  <inkml:trace contextRef="#ctx0" brushRef="#br0" timeOffset="36867.86">15886 5189 203 0,'0'0'202'0,"0"0"-19"0,0 0-18 16,-11 2-17-16,6 1-14 0,-5 2-18 0,1 2-8 15,-8 3-8-15,2 3-12 0,-3 5-11 0,-4 2-2 0,2 4-6 16,3-5-6-16,-3 5-2 0,3-4-4 16,1 1-3-16,4-1 22 0,2-4-6 0,4 1-5 15,-2 0-3-15,2 0-6 0,3-4-2 0,2-2-2 16,1-1-5-16,1 0 7 0,-1-3 20 0,8-1 1 0,-3-1 10 0,4-1-2 15,5-4-5-15,1 0-7 0,5-5-6 0,0-2-1 16,0 1-6-16,-1-5-6 0,-2-1-5 0,-2 1 9 16,-2-5-1-16,6-3-4 0,-7 2-9 0,-5 0-5 15,0-2-1-15,-3-6-2 0,-3 5-3 0,-2-6-4 16,-7 0-3-16,2 9-7 0,-6 0 3 0,-2 1-7 16,-4-2-3-16,-1 2 1 15,-7 5-2-15,-2 0 1 0,1 5-2 0,-2 0-2 16,-3 6-1-16,-1 3-1 0,1 2 2 0,0-1-5 15,1 5-3-15,6-1-34 0,4-1-39 0,5 3-45 0,2-1-44 16,6 0-48-16,2-1-65 0,3-1-193 0,8-2-509 16,7-1 225-16</inkml:trace>
  <inkml:trace contextRef="#ctx0" brushRef="#br0" timeOffset="37466.15">16066 5121 238 0,'-3'-1'277'0,"3"1"-25"16,0 0-29-16,0 0-22 15,0-7-22-15,0 7-18 0,0 0-18 16,0 0-15-16,0 0-12 0,0 0-10 0,4 16-10 16,-4-7-10-16,4-4-9 0,1 6-12 0,0-1-2 0,0 2-8 15,0-3-3-15,0 0-6 0,4-1-6 0,-1 1-1 16,0-1-5-16,-1-2-3 0,2 0-3 0,-2-1-1 15,-1-4 1-15,3 4-1 0,0-5-7 0,0 0 5 16,1-1-4-16,1-3-3 0,1 0-2 0,-2-1-2 0,4-3 2 0,-5-1-6 16,5-1 2-16,-5 1 15 0,3 1 6 15,-3 1 14-15,-3-2 4 0,2 3 8 0,-2 2 9 16,-1 0-7-16,0 0 3 0,-2 1-5 0,-1 1-11 16,1-1-6-16,-3 3-7 0,0 0-9 0,8-1 5 15,-8 1-12-15,1 9 3 0,-1 0-4 0,-1 2 3 0,-1 5-5 16,-1 4 3-16,-1 6-6 0,0 8 2 0,-2 2-1 0,-3 8 0 15,1-9-2 1,-1 10 0-16,0-9 1 0,3 9-4 0,-2-10 4 16,4-1 9-16,-6 2-13 0,1-2 0 15,5-3-1-15,-5-1-2 0,0-1 1 0,2-6 0 0,0-5 2 16,-2 1 1-16,0-4-4 0,-1-2 5 0,2-4 4 16,-2-1-1-16,0-2-4 0,-2-3-1 0,0-1-3 15,-1-4 23-15,-1-3 22 0,0-3 13 0,0-2 6 16,6-4-13-16,2-5-10 0,2-11 1 0,8-1-7 0,6-15-7 15,7 0-2-15,5-4-2 0,8-1-6 0,4-2-7 16,3 7-5-16,6 0-5 0,0 4 7 0,-1 6-2 16,-5 4-3-16,-7 10-4 0,-3 4 0 0,-2 1 4 15,-2 3-4-15,-9 6-7 0,0 1 3 0,-5 2 1 16,-2 1-9-16,-2 0 13 0,1 2-9 0,-1-1 4 0,-1 1-4 16,-1 0 6-16,-3 2-1 0,3-4-2 0,-3 4-15 15,4-1 16-15,-4 1-3 0,0 0 1 0,0 0-46 16,0 0-31-16,0 0-38 0,0 0-31 0,0 0-39 0,0 0-46 15,0 0-64-15,-18-2-290 0,17-1-634 0,1-2 281 16</inkml:trace>
  <inkml:trace contextRef="#ctx0" brushRef="#br0" timeOffset="38036.04">17572 4573 132 0,'0'0'180'0,"0"0"-1"0,0 0-1 16,-6-1-2-16,6 1-4 0,0 0-6 0,0 0-6 15,0 0-9-15,0 0-4 0,0 0-3 0,0 0-10 16,0 0-9-16,0 0-4 0,0 0-6 0,0 0-6 0,0 0-10 15,0 0-10-15,32-2-9 0,-14 0-10 0,2 1-5 16,3-1 0-16,-2-1-12 0,-2 2-7 0,1 0-14 16,-2-2-19-1,0 3-22-15,-8-1-24 0,4 1-34 0,-9 0-31 16,3 1-41-16,0-2-33 0,-2 2-44 0,-6-1-163 16,4 3-408-16,-4-3 181 0</inkml:trace>
  <inkml:trace contextRef="#ctx0" brushRef="#br0" timeOffset="38368.57">17503 4768 213 0,'-5'1'215'0,"5"-1"-2"16,-4 2-7-16,4-2-7 0,-1 4 2 0,1-4-5 15,0 0-13-15,15 3-16 0,-1-3-15 0,8-3-17 16,10 3-8-16,0-2-14 0,6-2-12 16,2 1-8-16,0 0-6 15,12-2-15-15,-15 1-4 0,-4 0-10 0,-2 3-4 0,-9-2-7 16,-6 2-3-16,-1-1-1 0,-3 1-5 0,-5 1-4 15,1-1 0-15,-3 0-5 0,3 0 1 16,-8 1-5-16,4-3-1 0,-4 3-2 0,0 0-17 16,0 0-58-16,0 0-84 0,0 0-103 0,-27-2-227 15,18 0-505-15,4-2 223 0</inkml:trace>
  <inkml:trace contextRef="#ctx0" brushRef="#br0" timeOffset="44317.03">19822 3995 160 0,'0'0'200'0,"-2"-4"-14"16,2 4-20-16,0 0-21 0,-3-4-19 0,3 4-9 16,0 0-15-16,0 0-11 0,0 0-9 0,0 0-11 15,-9 8-10-15,4-4-3 0,-2 7-10 16,-5 0 0-16,1 5-5 0,-5 6-5 0,1 0-4 0,1 2 0 15,0 0-9-15,1 1 2 0,-3 3 5 0,3-3-2 16,1-2 0 0,5-5-5-16,-1 6 1 0,1-5 3 0,4-1-5 15,-3 1 4-15,5-2 3 0,0-6 4 0,1 4 1 16,1-5-1-16,-1 1 15 0,1-1 23 0,1-4 2 16,3 0 12-16,-1 0 14 0,1-3 4 0,3-3 5 15,4-2-5-15,-1-2-9 0,1-2-10 0,6-2-7 16,-4-3-11-16,3-2-2 0,3-7-4 0,-4 0-9 15,-1-3-7-15,-2-3-3 0,-2-2-5 0,-2-3-11 0,-1-4-1 0,-7 1-2 16,-2-4-9-16,-6 3 1 0,-3 0-8 0,-10-7 1 16,1 11 1-16,-3 5-5 0,-5 4 1 0,-4 1-5 15,-1 5 5-15,2 3-1 0,-4 5-3 0,-5 1-5 16,3 5 6-16,3 3-4 0,-3 3-5 0,4 7-16 16,4 0-32-16,1 5-35 0,7 0-39 0,2 4-47 15,5-2-55 1,7 0-274-16,3 1-545 0,7-1 241 0</inkml:trace>
  <inkml:trace contextRef="#ctx0" brushRef="#br0" timeOffset="44733.67">20417 3800 49 0,'2'-1'297'15,"-2"-3"-16"-15,0 4-18 0,3-3-23 0,-3 3-22 16,1-4-20-16,-1 4-22 0,0 0-20 0,0 0-18 15,0 0-15-15,0 0-13 0,0 0-10 0,-11 12-11 16,3-1-9-16,-5 3-8 16,-6 10-6-16,-3 2-7 0,2 4-4 0,-6 9-7 15,-4 1-22-15,-1 6-4 0,3-2 1 0,1-4-1 16,3 2-3-16,7-11 1 0,0 0 0 0,7 1 5 16,-4-3 4-16,9-1-1 0,1-2 6 0,4-2-2 15,4-5 4-15,1 0 8 0,7-2 7 0,8 0-13 0,3-4-3 16,8-3-4-16,21-1-3 0,2-3 0 0,1-6-8 15,1-1-36-15,-4-2-62 0,-14-3-79 0,2 1-99 16,-7-6-231-16,6-1-529 0,-7-5 234 0</inkml:trace>
  <inkml:trace contextRef="#ctx0" brushRef="#br0" timeOffset="45465.8">20759 4033 72 0,'0'-3'270'0,"0"3"-10"0,0-5-5 0,0 5-20 0,1-7-19 15,-1 7-22-15,0-2-21 0,0 2-19 0,0 0-15 16,2-3-15-16,-2 3-17 0,0 0-9 0,0 0-10 16,0 0-8-16,2 12-10 0,-2-7-9 0,-2 7-3 15,0 2-4-15,2 1-6 0,-1 2-3 16,-3 0-5-16,4 2-4 0,0-1-6 0,-4 2-3 0,6-2-2 0,-4-2-2 15,4 2 2-15,0-2-1 0,2-4-3 0,-1 1-3 16,-1-4 2-16,2 1-3 0,1-2-4 0,-1-1 3 16,2-4 32-16,-1 1 1 0,7-1 10 0,-2-3 1 15,3-3-3-15,-1-1-2 0,4-2-4 0,2-3-3 16,-1-2 14-16,-1 0-19 0,3-6-2 0,2 0-4 16,-4-4-5-16,0 1-4 0,1-3-1 0,-4 3-3 15,0 4 20-15,-5 0 10 16,-1-1 10-16,0 3-1 0,-2 4 15 0,-2 0 10 15,-3 3-19-15,3 2-5 0,-3 0-6 0,3 1-6 16,-4 1-7-16,3-2-7 0,-3 5-6 0,2-4-7 16,-2 4-7-16,0 0-4 0,0 0 0 0,0 0 6 15,-9 18-10-15,4-7 5 0,-5 3 7 0,5 1-16 0,-3 1-3 16,4 1 1-16,-1 0 1 0,1 0 1 0,2 0-1 16,-1-2-9-16,6-6 1 0,-1 4 5 0,1 0 1 15,2-2-5-15,3-1-9 0,-2-2 5 0,4 0-16 16,3-3-42-16,6-2-41 0,-2 1-56 0,3-4-63 0,-2-2-85 15,-4 0-336-15,5-3-698 0,-2-3 308 16</inkml:trace>
  <inkml:trace contextRef="#ctx0" brushRef="#br0" timeOffset="45803.78">21374 4223 141 0,'0'0'209'0,"0"0"-24"0,0 0-21 0,0 0-16 16,1 3-13-16,-1-3-13 0,-8 9-12 0,3-2-12 15,-4 1-11-15,2 0-8 0,-1 1-10 0,-4 2-3 16,1 3-7-16,1 0-4 0,-4-2-8 0,2 3-5 16,2-2-28-16,-3-2-55 0,7-1-64 0,-3-1-176 15,-3-2-305-15,7-2 136 16</inkml:trace>
  <inkml:trace contextRef="#ctx0" brushRef="#br0" timeOffset="46319.95">21538 4073 154 0,'0'0'293'15,"0"-5"-13"-15,0 5-21 16,0 0-29-16,0 0-14 0,0-4-25 0,0 4-18 16,0 0-18-16,0 0-19 0,0 0-10 0,0 0-18 15,0 0-15-15,0 0-4 0,0 0-14 0,0 0-6 16,3 11-8-16,-2-7-3 0,1 2-7 0,-1 0-6 15,0 3-6-15,-1 2-1 0,2 0-5 0,-1 1-3 16,-1 0-3-16,1 1 0 0,-1 3-3 0,1-2-4 16,-1 1 0-16,0-2-1 0,0 1 0 0,2-3-4 0,-2 2-2 0,1-4 0 15,0 0-2-15,1 0 0 0,-2-1 8 16,1-2-10-16,0-3 2 0,-1 2 19 0,1-1 11 16,-1-4 22-16,0 5 22 0,0-5 48 0,0 0 33 15,0 0 14-15,0 0-19 0,13-7-16 0,-8 0-15 16,2-1-15-16,0-1-9 0,5-3-10 0,-1-3-16 0,4-6-3 15,1-2-10-15,-1 0 0 0,-2-2-15 0,1 2-2 0,-1 0-7 16,-3 0-5-16,-2 10-3 0,-3 3-4 0,0 1-1 16,0-2-6-16,-2 5 6 0,-2-1-7 0,2 2-3 15,-2 2-8-15,0-2-2 0,0 1-5 0,2 1-19 16,-3 3-40-16,4-5-53 0,-4 5-21 0,0 0 12 16,0 0-41-16,0 0-26 0,0 0-37 0,0 15-35 15,-4-10-42-15,4-1-34 16,-1 1-260-16,1-5-639 0,0 4 282 0</inkml:trace>
  <inkml:trace contextRef="#ctx0" brushRef="#br0" timeOffset="46604.78">22002 3692 144 0,'0'0'216'0,"9"4"-30"0,-2 3-17 15,0 3-15 1,2 7-19-16,6 8-9 0,1 2-9 0,-2 4-12 16,5 14-4-16,-1 2-10 0,-6 3-3 0,-6 2-11 15,-6 1-2-15,0-2-5 0,-6 1-4 16,-5-6-4-16,-4 0-1 0,-6-5-7 0,-9-2 0 0,-3-3-3 15,-3-2-4-15,-5 0-3 0,-5-10-3 0,-3 2-28 16,-3-4-77-16,0-3-108 0,-3-7-181 0,1-6-380 16,-3-7 169-16</inkml:trace>
  <inkml:trace contextRef="#ctx0" brushRef="#br0" timeOffset="47823.27">19286 4819 173 0,'-7'2'184'0,"7"-2"-19"0,0 0-16 15,0 0-12-15,0 0-15 0,-5 0-8 0,5 0-7 16,0 0-14-16,0 0-10 0,0 0-8 0,0 0-9 15,0 0-1-15,0 0-12 0,0 0-3 16,0 0-4-16,0 0-8 0,0 0-3 0,0 0 12 16,0 0-16-16,0 0-1 0,0 0 0 0,3 5 2 0,-3-5 2 0,0 0 3 15,0 0 2-15,0 0-2 0,19-1 0 0,-14 0 1 16,9 1-6-16,4-3-1 0,4 3-1 0,8-2-4 16,7-1 11-16,17-4 11 0,6-1-8 0,31-3-2 15,7-1-1-15,9 3 2 0,9-3-4 0,5 4-1 0,11-5-6 16,-6 1 2-16,8 3-2 0,-6 0-5 15,-5 3-1-15,1 1-3 16,-12-2-5-16,-2 4 1 0,-15 2-3 0,-2-5 0 16,-29 3 1-16,-7 2-1 0,7-2-2 0,-6 0 2 15,-5 1-6-15,-16 0 1 0,-5-1 1 0,-3 1-2 16,-9 0 2-16,-6 2 34 0,-4 0 23 0,-1 0 24 16,-1 0 19-16,-2-2 13 0,-6 2 0 0,8-1-6 15,-8 1-14-15,8-2-11 0,-6 1-33 0,-2 1-42 16,0-6-51-16,0 6-63 0,0 0-62 0,-10-3-65 0,5 2-99 0,-4 0-165 15,-4-2-530-15,-1-1 235 0</inkml:trace>
  <inkml:trace contextRef="#ctx0" brushRef="#br0" timeOffset="49658.87">19870 5233 233 0,'2'-5'231'0,"-2"5"-11"15,0-3-22-15,0 3-19 0,0 0-21 16,0 0-16-16,0 0-15 0,0 0-17 0,0 0-13 0,-16 7-12 16,5 2-7-1,-5 3-3-15,-2 9-9 0,-5 0-5 0,3 2-7 16,-2 5-3-16,4-1-6 0,-4 2-6 0,4-5-2 15,-1 7-5-15,1-4-1 0,7-3-1 0,-1 1-5 16,2-1 3-16,1-6-1 0,5-1-1 0,0 0 1 16,4-4-3-16,-1-1 2 0,0-2 0 0,2 0 18 15,2-3 19-15,-1-2 16 0,3-1 6 0,3-3-3 16,3-1-5-16,7-5 0 0,2 0-7 0,-2-4-9 0,3-7-1 0,2 2-5 16,-6 0-6-16,5-6 7 0,-6-2-17 0,0 1-2 15,-3-3 11-15,-1-1-5 0,-3-1-2 0,-6-3-5 16,-1 0-2-16,-7 0-5 0,-4 0-6 0,-1 2 5 15,-3 3-13-15,-5 1 3 0,-1 4-4 0,-4 3-3 16,-4 3-2-16,4 4 2 0,-9 2-2 0,0 2-1 16,1 3 0-16,-3 4-7 0,0 0 4 0,-1 4-10 0,3 0-19 0,5 0-27 15,2 5-29-15,9 1-27 0,2-2-30 0,4 6-40 16,5-5-53-16,1 7-287 0,4-3-561 0,4-4 248 16</inkml:trace>
  <inkml:trace contextRef="#ctx0" brushRef="#br0" timeOffset="50013.3">20400 5002 232 0,'0'-4'258'0,"0"4"-24"0,3-6-23 0,-3 6-23 0,1-1-20 16,-1 1-21-16,0 0-12 0,0 0-19 0,0 0-9 16,-12 14-11-1,2 1-12-15,-4 9-7 0,-5 2-6 0,0 3-7 16,-11 13-7-16,2 2-5 0,3 6 0 0,0 3-4 15,4-5-2-15,4 3-3 0,7-4-4 0,2-11-2 0,6 0 2 16,3-2-2-16,4-3-3 0,5-2-4 16,3 0-1-16,9-2-1 0,1-5-5 0,5-5-7 0,4-3-41 15,2-4-68-15,1-8-87 0,1 1-237 16,-2-6-452-16,-1-2 200 0</inkml:trace>
  <inkml:trace contextRef="#ctx0" brushRef="#br0" timeOffset="50714.92">20599 5186 103 0,'0'-2'285'0,"3"-3"-15"0,-3 5-16 0,-3-5-23 16,3 5-25-16,0 0-20 0,0-6-21 0,0 6-18 16,0 0-18-16,0 0-13 0,0 0-10 0,0 0-20 15,0 0-4-15,0 0-8 0,0 0-8 0,7 11-5 16,-5-5-8-16,-2 1-4 0,4 2 0 0,0-1-9 0,1 3 1 15,3-2-8-15,-4 3-2 0,2-3-3 0,-1 2-3 16,3-1-4-16,-2-2 0 0,-1 1 0 0,0-6-5 0,1 1 0 16,-1-1-1-16,2 1 2 0,2-3-4 0,-2-2-1 15,3-3 5-15,0-2-7 0,-2 0 1 0,1-4-3 32,-2 1-1-32,6-1-1 0,-4-1 2 0,0-2-2 0,1 5 0 15,-2-1 0-15,-3 0 24 0,0 1 25 0,1 1 6 16,1 2 2-16,-3 2-6 0,-2-2-10 0,2 2-7 15,-4 0-11-15,4 0-1 0,-4 3-9 0,0 0-2 16,0 0 1-16,5 7-5 0,0 1 3 0,-1 5-5 16,0 2-1-16,-4 4 1 0,1 11 2 0,-2 3-2 0,-2 3-2 15,-3 8 3-15,1-8 1 0,0-1 1 0,-2 0-5 16,-2 9 0-16,2-10-2 0,-1-2 15 0,-1-2-15 0,1 0 1 16,-2-6 0-16,1-4-2 0,2-3 1 0,-4-3 1 15,6-2 4-15,-9-2-5 0,4-4-1 0,0 0 2 16,1-2 0-16,-4-4 1 0,3-1-3 0,-2-4 5 15,1-3 17-15,2 0 3 0,-1-5 0 0,2-1-6 16,2-3 1-16,3-3-1 0,3-6-3 0,3-4-4 16,3-4-2-16,7 3-2 15,7-13 0-15,1-2-5 0,4 4-2 0,-6 12-1 16,3-1-1-16,1 7-4 0,0 1 1 0,-3 2-6 16,1 1 10-16,-3 10-6 0,-5 1-5 0,-2 1-1 15,1 1 2-15,-3 3-4 0,1 1-38 0,-5 0-30 16,0 3-44-16,0 0-44 0,0 4-44 0,-5-4-60 15,4 6-280-15,-1-2-593 0,-3-4 263 0</inkml:trace>
  <inkml:trace contextRef="#ctx0" brushRef="#br0" timeOffset="50945.2">21162 5382 120 0,'0'0'298'0,"0"0"-31"0,0 5-26 0,0-5-27 15,0 0-24 1,-2 4-19-16,1 0-16 0,0 3-15 0,-3 0-15 16,0 5-11-16,-5 3-12 0,3-1-7 0,-1 4-10 15,0-1-11-15,-2-1-19 0,1-1-43 16,0 1-47-16,-1-3-57 0,2-1-58 0,1-2-214 15,-1-2-394-15,3-3 174 0</inkml:trace>
  <inkml:trace contextRef="#ctx0" brushRef="#br0" timeOffset="51347.18">21412 5114 239 0,'0'0'257'0,"-2"-3"-27"16,2 3-22-1,0 0-25-15,0 0-17 0,0 0-19 16,0 0-15-16,0 0-14 0,4 17-8 0,-1-7-15 16,-3 2-9-16,3 3-8 0,-3 1-7 0,-2 2-6 15,1 6-6-15,-2 2-4 0,1-6 1 0,-3 4-12 0,-1 3-4 16,-1-1 0-16,1-1-5 0,-2-5-3 15,2 2 4-15,-2-5-8 0,0-1 3 0,3-4-9 0,0 0 0 16,1-3-1-16,1-1-2 0,0-1-4 0,2-2 7 0,-1 0 3 16,1-2 8-16,-1 3 12 0,2-6 10 0,-2 5 14 15,1-3 14-15,1-2 10 0,0 5 11 0,0-5 11 16,0 0-6-16,9 0-20 0,-9 0-10 0,19-5-6 16,-6 1-9-16,5-1-6 0,0-2-5 0,2 1-6 15,-2 0-8-15,10-5-7 0,-7 6-56 0,-2-3-49 16,-3 0-47-16,1 1-47 15,-5 0-56-15,0 2-55 0,-4-3-246 0,1-1-568 16,-4 1 252-16</inkml:trace>
  <inkml:trace contextRef="#ctx0" brushRef="#br0" timeOffset="51532.09">21337 5382 30 0,'-5'1'302'0,"1"2"-9"16,-1-2-16-16,5-1-14 0,-5 3-18 0,5-3-8 16,-4 2-12-16,4-2-25 0,0 0-19 0,18-4-21 0,-8 2-14 15,9-2-13-15,0 2-13 0,9-4-17 16,-1-2-49-16,4-1-61 0,-3 1-77 0,1 0-89 0,1 1-279 0,-1-7-487 16,-2 3 215-16</inkml:trace>
  <inkml:trace contextRef="#ctx0" brushRef="#br0" timeOffset="51917.3">21784 4916 4 0,'0'0'281'0,"0"0"-29"16,0 0-26-16,0 0-27 0,0 0-21 0,0 0-18 15,5 16-15-15,-1-1-12 0,0 9-15 0,-2 7-4 0,1 1-18 16,-2 2-9-1,3 16-10-15,-3 2-5 0,1 3-5 0,-4 0-7 16,0 2-4-16,-2-2-2 0,-4 1-6 0,-2-2-3 16,-4-2-3-16,0-6-5 0,-3-12 1 0,-1-2-5 15,-10 6-2-15,4-10-3 0,-2-2-4 0,-13 2-24 16,9-8-47-16,0-3-65 0,0-4-60 0,-3-4-224 16,1-5-429-16,3-3 190 0</inkml:trace>
  <inkml:trace contextRef="#ctx0" brushRef="#br0" timeOffset="52434.21">21224 5164 3 0,'0'0'296'0,"0"0"-16"16,0 0-10-16,-5 1-23 0,5-1-20 0,0 0-18 15,0 0-19-15,0 0-18 0,0 0-19 0,-2 2-15 0,2-2-8 16,0 0-13-16,0 0-9 0,25-3-10 0,-12 1-8 16,6-1-17-16,10 1-37 0,-6-2-58 0,3-2-75 15,4 1-96-15,-9 1-229 0,7-9-455 0,-10 8 202 0</inkml:trace>
  <inkml:trace contextRef="#ctx0" brushRef="#br0" timeOffset="53318.78">22696 4449 171 0,'0'0'191'0,"0"0"-20"15,0 0-11-15,0 0-9 0,0 0-16 16,-6 3-18-16,6-3-11 0,0 0-15 0,0 0-2 15,0 0-4-15,0 0-10 0,0 0-5 0,-3 2-5 0,3-2-1 16,0 0-6-16,0 0 3 0,0 0 3 0,0 0 18 0,0 0 1 16,0 0 1-16,0 0-4 0,20 0-7 0,-9-2-7 15,8 0-7-15,9-2-2 0,2 4-9 0,2-3-6 16,-2 0 0-16,2 2-2 0,-2-1-18 0,-1 1-35 16,-9 2-34-16,0 1-40 0,-1-4-41 0,-6 4-44 15,-3-2-205-15,-4 0-406 0,-2 0 180 0</inkml:trace>
  <inkml:trace contextRef="#ctx0" brushRef="#br0" timeOffset="53512.75">22760 4621 20 0,'-1'4'238'15,"-2"-1"-17"-15,-3-3-19 0,6 0-20 0,0 0-19 0,0 5-11 16,0-5-14-16,15 1-7 0,3 2-18 16,0-5-10-16,13 1-33 0,-1 0-89 0,2-4-135 15,-1-3-106-15,-2 1-282 0,2-4 124 0</inkml:trace>
  <inkml:trace contextRef="#ctx0" brushRef="#br0" timeOffset="57141.63">24774 3571 211 0,'3'-5'264'0,"-3"5"-14"0,0 0-22 0,-3-4-22 0,3 4-25 16,0 0-18-16,0 0-24 0,0 0-10 0,0-6-19 15,0 6-9-15,0 0-11 0,0 0-12 0,-2 19-5 16,-1-9-10-16,2 7-1 0,-2 2-5 0,2-1-10 16,-3 9 1-16,4 2-5 0,-1-2-2 0,-4 3-7 15,2-2-3-15,3-1 0 0,3 0 0 0,-3 1-5 16,5-6-2-16,-3 0-1 0,1-3 0 0,-2-2-1 0,6-2-4 15,-5-5-1-15,3 2 6 0,0-4 2 0,0-3 31 0,2 3 14 16,0-3 7-16,5-2 6 0,-1-3 0 0,1-5-7 16,7-2-6-16,7-5-6 0,-1-2-11 0,-2-1-6 15,0-5-6-15,0 3 0 0,1-4-1 0,-2-1-1 16,1-4 0-16,-2 0 9 0,-3 1-3 0,-1-2 5 16,1 2 20-16,-5 4 8 0,-3 4 4 0,2 0 0 15,-6 0-7 1,2 4-5-16,-4 2 1 0,0 2-3 0,-2-1-8 15,3 4-1-15,-2-1 1 0,-2 2-2 0,0 1-10 0,-1-1-5 16,2 1-6-16,-1 1-4 0,-1 3-3 0,1-5-5 16,-1 5-5-16,0-3-5 0,0 3-9 15,0 0 7-15,0 0-9 0,0 0-11 0,0 0 10 16,0 0 3-16,-1 12-7 0,-3-7 7 0,0 3 2 16,-1 1-2-16,0 1-4 0,-1 5 2 0,-1 0-4 0,3-4-2 0,-1-1-2 15,0 7 8-15,0 3-2 0,0-3-1 0,-1-1-2 16,3 1 3-16,-1-3 1 0,2 1 0 0,0-2-2 15,2-2 1-15,-3-1 5 0,6 1 0 0,-3-3-4 16,4 2 5-16,1-3-1 0,4 3-5 0,5-7-2 16,8 3-1-16,8-2-9 0,5-2-67 0,3-4-89 15,-2 1-101-15,4-3-147 0,10-6-283 0,-17-5-754 0,0-2 334 0</inkml:trace>
  <inkml:trace contextRef="#ctx0" brushRef="#br0" timeOffset="57990.97">25534 3793 216 0,'2'-5'273'0,"-4"0"-1"0,4 0-25 15,-4 1-16-15,2-2-15 0,0 6-9 0,2-4-30 16,0 2-17-16,-2 2-15 0,0-6-14 0,0 6-15 16,0 0-11-16,0-2-18 0,0 2-2 0,0 0-15 0,0 0-8 0,0 0-8 15,0 0-3-15,0 0-6 0,4 14-3 0,-3-6-3 16,-1-1 16-16,5 2-6 0,-1 1-3 0,-3 2-2 15,2 1-4-15,2-3-4 0,-3 2-4 16,4 1-3-16,-1-4 0 0,0 2-4 0,-4-4-4 0,4 3-2 16,-1-4-5-16,0-1 2 0,-1 1-3 0,-1-4 1 15,2 1 3-15,-4 1 0 0,0-4 3 0,9 0-4 0,-9 0-3 16,9-4 0-16,-5 0-2 0,1-3 1 0,0 3 0 16,3-5 9-16,-3 1 11 0,0 2 1 0,-1 1 19 0,0-5-9 15,-2 5 14-15,3 2-2 0,-1-3-1 16,-1 3-11-16,-2 1-6 0,-1 2-7 0,2-4-6 15,-2 4-2-15,4 0-7 16,-4 0 4-16,0 0-1 0,0 0-3 0,2 13-17 16,-1-5 8-16,-1 9 2 0,-1 0 1 0,1 0 1 15,-2 8 1-15,1 0-7 0,0 4 3 0,-2 0 1 16,-1 0 17-16,3 1-19 0,-3-1-8 0,-2 0 11 16,1-1-3-16,1 1-2 0,-4-2 1 0,0-1 6 15,2-8-6-15,1 0 4 0,-1 0-14 0,-1-3 7 16,2-3 3-16,-4 0 2 0,7-5 5 0,-2 0 0 15,1 1 7-15,-1-4 7 0,3 0 42 0,0-1 39 0,1-3 20 0,0 0-17 16,0 0-8-16,-10-10-8 0,7 5-14 0,3-7-7 16,6-5-6-16,3-6-11 0,4-4-8 0,5-2-2 15,12-10-13-15,3-5-3 0,1 2-3 0,-2 3-6 16,4 0-1-16,0 5-1 0,-12 12 2 0,3-1-8 16,-4 5-10-1,-1 1 7-15,-7 4-1 0,-5 5 1 0,0 1 0 16,-1 2-5-16,-1 0 1 0,-2 0 1 0,-2-1-1 0,-3 5-3 15,3-4-11-15,-2 4 3 0,-2 1-47 0,2-2-45 16,-2 2-28-16,0 0-61 0,-11 4-90 0,3 1-132 16,-5-1-344-16,-1-2-812 0,-2-1 359 0</inkml:trace>
  <inkml:trace contextRef="#ctx0" brushRef="#br0" timeOffset="61697.09">27330 3566 158 0,'0'0'224'0,"0"0"-9"16,0-6-9-16,0 2-19 0,0 4-5 0,0-6-10 15,0 6-16 1,0 0-6-16,0 0-10 0,1-4-19 0,-1 4-11 16,0 0-13-16,0 0-17 0,0 0-2 0,0 0-11 15,0 0-9-15,0 0-5 0,0 0-8 0,0 0 1 16,-4 20-9-16,3-9-4 0,-4 7-2 0,1 0-2 16,0 2-2-16,-5 6-3 0,5-1 0 0,3 3-4 15,-3-6 3-15,-1 6-5 0,5-8-1 0,0 4 5 16,1-5-1-16,2-3-5 0,0 3-5 0,0-8-1 0,5 1 0 0,-3-2 1 15,0-2-4-15,3 0 4 0,2-1 5 0,-1-5 15 16,4 1 8-16,2-1 5 0,-2-4-4 0,7-2 2 16,0-4-2-16,4-6 1 0,-4-1-3 0,3-2-2 15,-3 0-7-15,0-2-3 0,0-3-5 0,0-3 1 16,-4 0-2-16,2-5-3 0,-1 4 0 0,-3-2 5 16,-2 2 14-16,-3 4 5 15,-1 3 6-15,0 3 0 0,-2 0 0 0,-5 4 6 16,3 0 3-16,-2 3-1 0,0 1 5 0,-1 4-1 15,1-3-8-15,0 3-6 0,-2 0-5 16,2 1-9-16,-2 3-8 0,2-4-9 0,-2 4 3 16,0 0-10-16,0 0 5 0,-10 19-2 0,5-6-3 0,-4 5 4 15,-1 4-6-15,1 5-7 0,1-1 7 0,1-1-2 16,0 1 6-16,2 1-3 0,1-2 10 0,1-4-11 0,5-4-1 16,-1 3-3-16,0-5-2 0,4 2-5 0,2-6-10 15,3 1-36-15,3 1-48 0,5-6-64 0,-2-5-81 16,5 0-70-16,3-4-254 0,-5-3-615 0,0-3 272 15</inkml:trace>
  <inkml:trace contextRef="#ctx0" brushRef="#br0" timeOffset="62150.78">27926 3704 272 0,'3'-4'292'0,"-3"4"-27"0,0 0-28 15,0 0-25-15,0 0-21 0,0 0-27 0,0 0-14 16,0 0-23-16,0 0-10 0,0 0-7 0,10 8-13 0,-5-6-11 15,-1 1-6-15,1 2-14 0,-1 2-4 0,0 1-8 16,1 2-2-16,-4 3-6 0,3 2-5 0,1 2-2 16,-5-3-1-16,-5 6-4 0,0-2-2 0,1 2-7 15,-5 3 4-15,-2 3-6 0,-2-1-2 0,-5-3 1 16,5-1-3-16,-4 1-3 0,5-8-3 0,2 1-1 16,1-6 1-1,1 0 0-15,2-3-4 0,-1 4 2 0,3-1-1 0,1-5-2 16,-1-1-3-16,0 0 0 0,4 1 2 0,-1-1-1 15,1-3-1-15,0 0 4 0,5 4 3 0,6-5-2 16,6-2 1-16,1-1-2 0,2 3-2 16,7-7-1-16,1 1 1 0,-1 1-2 0,1-4-26 15,-1 4-47-15,-8-1-57 0,-1 1-76 0,3 1-266 0,-4-5-505 16,-1 5 224-16</inkml:trace>
  <inkml:trace contextRef="#ctx0" brushRef="#br0" timeOffset="62436.04">27932 3914 296 0,'0'0'326'0,"-7"2"-22"0,7-2-25 15,0 0-26-15,-6 1-20 0,6-1-29 0,0 0-19 16,0 0-16-16,0 0-17 0,0 0-16 0,0 0-13 15,30-1-3-15,-8-3-17 16,9 1-12-16,5 0-13 0,-3-2-9 16,3 1-6-16,-2-1-9 0,-1 2-2 0,1-2-3 15,-13 4-8-15,-2-2-6 0,-7 1 3 0,-2-1-3 0,2 3-7 16,-6-2 1-16,-1 2-4 0,-5 0 0 0,8-2-8 16,-8 2-26-16,0 0-41 0,0 0-51 0,-19-1-58 15,6-1-66-15,0 5-287 0,-1-1-553 16,-4-4 244-16</inkml:trace>
  <inkml:trace contextRef="#ctx0" brushRef="#br0" timeOffset="64487.02">24856 4890 62 0,'1'-4'192'0,"2"2"-16"0,-1-2-8 0,-2 4-3 16,2-7-14-16,-1 5-10 0,0-2-5 0,-1 4 21 15,5-5-10-15,-5 0-14 0,0 5-4 16,4-2-4-16,-4 2-11 0,4-5-10 0,-4 5-8 0,2-2-7 0,-2 2-15 16,0 0-6-16,0 0-14 0,0 0-2 0,0 0-8 15,0 0-3-15,0 0-7 0,5 12-1 0,-6-1-7 16,1 2 2-16,0 2-5 0,-2 2-3 0,0 3 2 15,-3 5-2-15,2 2-4 0,1-5 1 0,0 5-3 16,0-3-2-16,2-5-1 0,2 1 0 0,0 1 2 16,-2-4 0-1,4-1-1-15,-4 0-2 0,4-1 1 0,-2-4-5 0,2-1 3 16,1-2 2-16,-3-2-3 0,4 2 29 0,1-3 11 0,0-1 14 0,3-1 1 0,2-2-2 16,2-2-4-16,3-3-8 0,0-3-1 0,1 1-4 15,-1-4-5-15,7-4-4 0,0-1 2 16,-2-1-3-16,1-2-5 0,-2-3-4 0,0 1-6 0,-4 1 2 15,-2-2 1-15,-2 4-6 16,-4 1 26-16,2 0 2 0,-3 1 18 0,-3 1 1 16,0-1-7-16,-2 3-4 0,-2-1-2 0,2 4-4 15,-3-1-5-15,0-1 1 0,-3 3-9 0,1 1-5 0,-1 1 5 16,1 0-14-16,-2 1 7 0,-1 0-9 0,-1 3-21 16,1 0 6-16,-2 0 25 0,-5 1-23 0,12 1-2 15,-14 4 3-15,5 0-4 0,4 0 4 0,0 2-5 16,0-1 0-16,-3 3-5 0,8 0-5 0,0 1 5 0,4 2-2 15,2-2-3-15,7 0 6 0,9-2-56 0,6 1-72 16,3-3-89-16,4-3-141 0,1-4-242 0,0-1-655 16,-4-5 290-16</inkml:trace>
  <inkml:trace contextRef="#ctx0" brushRef="#br0" timeOffset="65373.41">25482 5129 100 0,'4'-5'226'0,"0"-1"-3"0,-2-1-4 0,3 3-2 15,-3 0-10-15,-1-2-6 0,1 4-13 0,2-1-13 16,-4 3-17-16,0-6-15 0,4 5-18 0,-4 1-13 15,0 0-13-15,2-5-16 0,-2 5-6 0,0 0-9 16,0 0-6-16,0 0 0 0,0 0-14 0,4 12-3 16,-2-7-9-16,-4 2 7 0,6 5-12 0,-4-3 0 15,0 2-4-15,0-1-1 0,2 2-6 0,-1-3 1 16,0 1-2-16,0 0-3 0,1-1-1 0,0-4 3 0,2 0-5 16,-3 0-5-16,3 0 0 0,-4-1 6 0,2-1-3 15,1-2 3-15,-3-1-2 0,13 0-1 0,-8-4-2 0,4 0 5 16,-3-1-6-16,3 0-1 0,-1-2 1 0,1-1 2 15,-1 1-3-15,-2 0 24 0,1 2-2 0,-5 0-3 16,3 0 3-16,1 1-2 0,-3 4-7 0,0-3-3 16,-3 3-4-16,5-5-6 0,-5 5 10 0,4 0-14 15,-4 0 2-15,0 0-5 16,5 8 4-16,-4 1-5 0,2 1 1 0,-2 7 3 0,2 0-1 0,0 9-1 0,-2 8 4 0,1-5 0 16,-2 6-4-16,0 0 15 0,1 11-14 0,-2-9 4 15,-4 8 0-15,1-10 4 0,-1 1-3 0,0-2-6 16,-2-3 5-16,-1 1 0 0,1-6 1 0,-1-2-4 31,-1-6 2-31,3-2 5 0,-4-2-1 0,3-3 0 0,-2-4 3 0,3 2 26 0,-3-4 5 0,4-4 18 16,-3-1 5-1,-1-1-7-15,2-3 6 0,0-6-2 0,5 2-10 16,-1-12-7-16,8-4-5 0,4-4-3 0,6-3-5 16,11-11-8-16,6-1 0 0,4-1 5 0,17-22 8 0,-14 28-24 15,4-5-7-15,3 2 0 0,-3 4 3 0,-1 3-3 16,-12 10-2-16,-2 5-2 0,-6 0 3 0,-4 6-2 15,-4 3-2-15,1-1 1 0,-7 5 1 16,0-2-2-16,-2 3-38 0,-2 2-44 0,-3-3-64 0,-1 5-93 0,0 1-86 16,-11-4-283-16,-1 2-656 0,-7 2 291 0</inkml:trace>
  <inkml:trace contextRef="#ctx0" brushRef="#br0" timeOffset="70269.02">27199 4870 221 0,'2'-3'250'0,"-2"3"-3"16,1-10-13-16,0 8-13 0,-1 2-10 0,2-7-12 16,-1 5 0-16,-1 2-20 0,0-5-11 0,0 5-13 15,2-3-18-15,-2 3-19 0,0 0-9 0,0 0-3 0,0 0-22 16,0 0-9-16,0 0-8 0,0 0-4 15,0 0-9-15,0 0-7 0,4 12-4 0,-4-2-9 0,-1 2 5 0,-2 5-5 16,1 2-6-16,1-2-3 0,-2 4 2 0,-1 4-8 16,2-5 0-16,-1 4 2 0,3-5-5 0,-1 0-5 15,-2 1 3-15,3-2 3 0,4 0-4 0,-3-3-1 16,1 2 1-16,3 0 4 0,-1-5-7 0,-1-3 1 16,1-1-4-16,2 1 0 0,0-1 6 0,1-1 20 15,-1 0-3-15,-1-2 0 16,5-3 12-16,1 1 0 0,0 0-1 0,1-3 10 15,-1-2 2-15,1 1-6 0,6-7 4 0,-1 1-5 16,-2 1-1-16,2-2-6 0,-2-1 4 0,3-2 4 16,-3-1-18-16,6-5 1 0,-3-3 9 0,0 2-11 15,-1-2 5-15,-2-2-12 0,1 1-7 0,-6-3 10 16,4 2-8-16,-1-5 14 0,-4 4 11 0,0 5 11 16,-4-4 7-16,0 7-4 0,-1-5-5 0,-1 4-1 0,-2 0-5 0,-1 4 0 15,0-1-12-15,1 4 2 0,-1 2-2 0,-1-1-8 16,1 3 2-16,0 1-8 0,-1 0 0 0,1 4-8 15,-4-4-3-15,4 4-2 0,0 0-1 0,-16 10-6 16,8-3-2-16,1 3-10 0,1 1-2 0,-1 1-3 16,1 4-4-16,5-5 2 0,-2 5 0 0,6 0-20 15,-2-5-29-15,8 0-26 16,1 1-40-16,5-3-80 0,5-3-118 0,1-2-348 16,6-6-739-16,1-2 328 0</inkml:trace>
  <inkml:trace contextRef="#ctx0" brushRef="#br0" timeOffset="70915.7">27865 4936 104 0,'-2'-3'283'16,"2"3"-15"-16,-4-3-22 0,4 3-18 0,0 0-29 0,0 0-21 16,0 0-20-16,-5-2-16 0,5 2-16 0,0 0-14 0,0 0-12 15,0 0-10-15,0 0-8 0,0 0-11 0,0 0-5 16,9 12-5-16,-3-10-7 0,0 3-5 0,4 2-6 15,3-2-3-15,-7 4-4 0,6-3-3 0,4-1-6 16,0 4 1-16,-7-2-5 0,-1 1-1 0,-2-2-3 16,2 3 0-16,-3 0-4 0,0-1 0 0,0 3-2 0,-1 0 0 15,-1 0 0 1,-6 0-5-16,-1 5 5 0,2-4-3 0,-9 2 1 16,1 3-3-16,-3-2 5 0,1-1-2 0,-2 1-5 15,-1-1 1-15,2-2 0 0,1 0-3 0,1-4 7 16,4-1-6-16,-1 0 1 0,2 0 0 0,0-2-3 15,1-2-1-15,2 1-3 0,0-1 4 0,3-3-3 16,-1 7 6-16,1-7-3 0,5 4 7 0,-5-4 7 16,18 0-1-16,-6-1-2 0,6 1-5 0,3-3 3 0,11-4-1 0,-13 2-3 15,11-1-18-15,-2-5-47 0,-8 6-62 0,6-7-78 16,-11 3-275-16,4 1-512 0,-6-1 227 0</inkml:trace>
  <inkml:trace contextRef="#ctx0" brushRef="#br0" timeOffset="71254.06">27916 5141 118 0,'-9'0'252'15,"9"0"-8"-15,-11 0-8 0,6 1-13 0,5-1-13 16,-7 0-16-16,7 0-18 0,0 0-13 0,-9 1-17 16,9-1-11-16,0 0-17 0,0 0-12 0,0 0-6 15,0 0 2-15,0 0-1 0,0 0-11 0,30-1-3 16,-9 0-11-16,8-2-3 0,1-4-12 0,5 4-1 16,-2-1-9-16,2 0 0 0,-1-3-4 0,2 5-2 0,-6-2-5 15,0 0-6-15,-12 1-2 0,-6 0-3 0,-1 2 0 16,-2 0-1-16,-3-2-1 0,2 3-3 0,-8 0-7 0,7 0 4 15,-1-2-2-15,-6 2-1 0,5-2-2 0,-5 2-6 16,0 0 5-16,0 0-6 0,0 0-30 0,0 0-45 16,0 0-50-16,0 0-63 0,0 0-76 0,0 0-245 15,0 0-540 1,0 0 239-16</inkml:trace>
  <inkml:trace contextRef="#ctx0" brushRef="#br0" timeOffset="72203.85">28913 3427 112 0,'-1'-5'200'0,"1"5"-22"0,0 0-20 0,5-2-18 15,-5 2-16-15,0 0-19 0,0 0-11 0,0 0-7 16,2 10-12-16,0-3-8 0,-1 8-6 0,0 4-7 15,-3 10-5-15,-1 5-4 0,-2 19-3 0,0 6-3 0,-3 28 4 16,-2 4-4-16,6 1-8 0,-5-3 0 0,0 5-2 16,9-6-1-16,0-3 5 0,-2-5-8 0,2-19-5 31,2 22 6-31,1-24-3 0,2 2 4 0,-2-3-3 0,-1 2-4 16,3-3 6-16,0-2 26 0,-1-3-8 0,0-4 1 0,-4-11-6 0,1-3-3 0,-1 0-3 0,-1-2 1 15,1 1-6 1,-4-4 0-16,0 0-1 0,-1 0-2 0,4-4-2 15,-3-4-1-15,-1-1 1 0,1-3-2 0,0 1-2 0,0-5-5 16,3-3 2-16,-3 3-4 0,0-2 4 16,4-3-5-16,-3-1 1 0,0-2 2 0,3-1-5 15,0-4-3-15,-1 8 4 0,1-8 20 0,0 5 7 16,0-5-8-16,-3 7-2 0,3-7 1 0,0 0-3 0,0 0-3 0,3 4-2 16,-3-4-1-16,0 0-2 0,0 0-3 0,0 0-4 15,0 0-37-15,0 0-51 0,0 0-77 0,-8 4-87 16,8-4-167-16,0 0-442 0,0 0 196 0</inkml:trace>
  <inkml:trace contextRef="#ctx0" brushRef="#br0" timeOffset="73437.25">24296 3546 143 0,'0'0'188'0,"0"0"-13"0,0-4-19 15,0 4-11-15,0 0-4 0,3-5-6 0,-3 5-10 16,0 0-7-16,0 0-15 0,0 0-12 0,0-5-6 16,0 5-10-16,0 0-4 0,0 0-15 0,0 0-5 15,0 0-3-15,0 0-9 0,0 0-5 0,0 0-3 16,0 14 2-16,-3-4-12 0,2 0 1 0,-3 11-5 0,-4 5-5 15,3 9 0-15,-3 12 0 0,-3 8 3 0,2 2 2 16,0 25-3-16,-4 0 4 0,8-21-2 0,0 19-1 0,1-20 2 16,-3 24 2-16,4-24 1 0,1 22-10 15,0-22 7-15,2 23-1 0,-1-29-2 0,-1 6 0 16,0 0-5-16,0-2 4 0,-2 24 3 0,1-31-2 16,-1-3-1-16,-1 0-4 0,3-13-1 0,-5 11 3 0,5-9 1 0,-2 8 8 15,0-9 27-15,2-1 0 0,-4 9-6 0,2-10-3 31,1 1-3-31,-1-4-3 0,0-2-1 0,2 3-4 16,-1-5-1-16,0 1 2 0,2-8-4 0,-1 5 0 16,-1-7-1-16,-2-1 3 0,3-1-6 0,-1-1-4 15,-1 0-3-15,4-5 4 0,-4 1-3 0,3 0 0 0,0-2 22 16,-1-3 2-16,1 0-6 0,0 0 0 0,-2-1-6 0,2 1-1 16,1-1-2-16,0-5 8 0,-3 10-12 0,2-6-2 15,1 1-2-15,0-5-1 0,-5 5-1 0,5-5 1 16,-1 8-3-16,-2-4 1 0,3-4-4 0,0 5-1 15,0-5-2-15,-2 7 0 0,2-7 0 0,0 5 0 16,0-5 3-16,0 0-4 0,-3 7 1 0,3-7-2 16,0 0 1-16,0 0 0 0,0 0 3 0,0 3 1 0,0-3-3 15,0 0 2-15,0 0-3 0,0 0 3 0,0 0 7 16,0 0 1-16,0 0-13 0,0 0 1 0,0 0 2 16,0 0-4-16,0 0-41 0,0 0-64 0,0 0-70 15,0 0-104-15,-5-18-211 0,2 12-530 0,2-6 235 16</inkml:trace>
  <inkml:trace contextRef="#ctx0" brushRef="#br0" timeOffset="83613.56">4210 8286 5 0,'4'-3'82'0,"-2"1"-1"0,-2 2-5 16,0 0-1-16,4-5 1 0,-1 3-7 16,-1 0 2-16,-2 2-13 0,4-4-3 0,-1 0 14 15,-2 1-7-15,-1 3-2 16,5-7 9-16,0 5-9 0,-5-3 5 0,1 3 0 16,2-3-6-16,0 0-3 0,-1 1 0 0,-2 1 0 15,3-2-6-15,-2 0-4 0,0-2-3 0,1 3-1 16,-2-1-4-16,2 0 3 0,-1 0 1 0,3 2-6 15,-4-4 1-15,0 4-3 0,0 3 4 0,0-5 10 16,-4 1 4-16,4 4 0 0,-1-5-3 0,1 5 2 16,-2-4-2-16,2 4-2 0,-4-1-14 0,4 1 3 0,-5-2-14 0,5 2-20 15,-9 0-2-15,0 0 1 0,2 2 1 0,-3-1 2 16,0 3-6-16,-3 1 3 0,-4 0-2 0,3 1 4 16,-1 3-5-16,-5 0 1 0,-3 6 1 0,-2-1 3 15,6 3-6-15,-4 0 4 0,3 6-1 0,0 0-1 16,1 4 0-16,4 3 4 0,-2 1-3 0,6 0 1 15,-3 1 2-15,5-5-8 16,1 2 8-16,2 1-1 0,2-3-1 16,4-1 0-16,3-6-1 0,-2 6 6 0,8-4 2 0,-4-3-4 15,3-1 7-15,1-6 6 0,2 3-3 0,3-2 3 16,3-3 7-16,1-2 0 0,1-1-2 0,8-3 2 16,2 0-8-16,0-4 4 0,2-6 1 0,0 1-4 15,-1 0 2-15,1-4-2 0,-3 0 3 0,-1-3 4 16,1-3 5-16,-6 2-2 0,1-4 4 0,-4-2 2 0,2 0-1 15,-5 0 3-15,-2-6-3 0,1 3 2 0,-3-1 3 0,-3-2-6 16,-1 0-3-16,-2-3-6 0,-1 1 4 0,-4-1-1 0,1 1 5 16,-2 3 5-16,-2 6 2 0,1-3 2 0,-3 1 6 15,0 2 0-15,1-2-6 0,-3 1-5 0,1 1 5 16,0 2-10-16,1-1-4 0,1 0 0 16,-1 5-4-16,0-1 0 0,0 4 2 0,0-4-2 0,1 3 0 0,-1 5 1 15,1-3-5-15,1 3 4 0,-1 1 1 16,0 0-5-16,1 0 0 0,-1 1-6 0,2-1-5 15,-3 3-1-15,4 1-2 0,0 0 0 0,-15 0-6 16,5 3 3-16,-3 3-5 0,-1 4-1 0,-3 4 0 16,-1 5-3-16,-3 2 1 0,0 5 2 0,3 0-1 0,-5 4 1 15,-2 9 6 1,5 4-6-16,3 4 3 0,0-2-1 0,8-10 1 16,0-2 1-16,4 13 1 0,1-12-3 0,4 2 2 15,3 0 1-15,-1-5 0 0,7 1 2 0,-1-3-3 16,5 0 1-16,-2-4 4 0,4 1-1 0,1 1-4 15,2-3 6-15,-3-1 3 0,4 0-7 0,-9-8 0 16,3 1-1-16,-7 1-2 0,2-5 2 0,-3 0-2 16,-1-3 0-16,0 0 1 0,-4 2 1 0,0-1 1 0,-1-2 3 0,-7 2-6 15,0 1 3-15,-2 0 3 0,-6-2 2 0,-1 0-5 16,2 1 4-16,-4-1-2 0,0-1-2 0,0-2 2 16,-1 0 2-16,2 1-1 0,0-3 0 0,3-1 0 15,2 0 0-15,2 2-2 0,0-4-2 0,2 2-5 16,3-2 1-16,2 1-10 0,-1 0-16 0,5-2-19 15,0 0-34-15,-6 0-44 16,6 0-69-16,0 0-93 0,9-16-175 0,-2 8-503 16,9-6 222-16</inkml:trace>
  <inkml:trace contextRef="#ctx0" brushRef="#br0" timeOffset="84377.28">5190 8324 137 0,'0'0'124'0,"-8"1"-8"0,8-1-6 15,0 0-6-15,0 0-5 0,-10-1 0 0,10 1-13 16,0 0-5-16,0 0-4 0,-5 1-5 0,5-1-6 16,0 0 3-16,-4 3-4 0,4-3 4 0,0 0-2 15,0 0-1-15,0 0-3 0,0 0-5 0,0 0 0 16,0 0-7-16,0 0 2 0,0 0-4 0,0 0 0 0,0 0-4 0,0 0-2 15,0 0-4-15,0 0 6 0,0 0 3 0,0 0 3 16,0 0-2-16,0 0 8 0,0 0-2 0,0 0-1 16,0 0-4-16,0 0-4 0,0 0-2 0,23-3-6 15,-10 3-3-15,6-2-1 0,4 2-2 0,6-1-3 16,2-3-2-16,-3 1-5 0,-1 2 0 0,-5-2-4 16,2 0-1-16,-6 2-5 0,0 0 1 0,2-2 0 0,-8 1-1 0,3 2 0 15,-5 0-1-15,1 0-1 0,-2 0-1 0,-2-2-2 16,0 1-2-16,-2 0 2 0,-5 1-1 0,7 0-6 15,-7 0-2-15,0 0-26 0,0 0-26 0,0 0-31 16,7 1-23-16,-7-1-19 0,1 3-46 0,-1-3-215 16,0 0-421-16,-6 6 186 0</inkml:trace>
  <inkml:trace contextRef="#ctx0" brushRef="#br0" timeOffset="84761.83">5194 8569 59 0,'0'0'143'16,"-5"5"-5"-16,5-5-6 0,0 0 1 0,-4 0 4 16,4 0 1-16,0 0-1 0,0 0 7 0,0 0-7 15,0 0-10-15,0 0-12 0,0 0-14 0,27-2-10 0,-9-1-4 0,10-1-13 0,5 0-7 16,0-2-7-16,8 3-3 0,9-6-3 0,-11 6-9 0,1-1 0 31,-3 3-8-31,-3-3-2 0,-4 2-3 0,-7 1-4 16,0 1-2-16,-6 0-4 0,-5-2 0 0,0 2-4 0,-3-2 3 0,-1 2 4 15,-3 0 10-15,-5 0 4 0,5-1 8 0,-5 1 3 16,5-2 2-16,-5 2 1 0,0 0-5 0,0 0-2 16,6-3-14-16,-6 3-21 0,0 0-33 0,0 0-54 15,0 0-58-15,0 0-64 0,0 0-214 0,-18-3-446 16,18 3 198-16</inkml:trace>
  <inkml:trace contextRef="#ctx0" brushRef="#br0" timeOffset="87435.95">6780 7894 2 0,'1'-7'175'0,"0"5"-9"0,1-5-8 0,0 4-7 0,-1-2-3 16,1 3-6-16,-1-5-11 0,0 4-8 0,-1-2-4 15,0 5-8-15,1-6-2 0,-1 3-6 0,0 3-5 16,2-5-4-16,-2 5-15 0,0-4-1 0,0 4-10 16,0 0-12-16,0 0-18 0,0 0-2 0,0 0-7 15,-13 9 1-15,7-4-4 0,-2 6-6 0,-6 2 0 0,4-1 1 0,-6 10-1 16,-3-4-9-16,9 0 3 0,-7 2-2 0,3 6-4 15,2-7 3-15,1 0 2 0,2-1 17 0,-5 3-7 16,7-5 12-16,1-1-3 0,1 1-4 0,0-4 0 16,4-1-6-16,1 0 2 0,0 0-3 0,4-1 2 15,-1-3-3-15,1-1-2 0,3 2 6 0,-2-3 20 16,4-2-1-16,1-1 4 0,0 0 2 0,2-4 2 16,2 0 13-1,-4-1-7-15,3-2 7 0,1-3 3 0,-1 1-1 0,-3-3-4 16,3-3-4-16,-2-2-6 0,-1 1-6 0,1-4-4 15,-1-1-7-15,-2-3 0 0,-5-4-5 16,0 7 2-16,-2-9-11 0,-1 1-2 0,-2 4-1 16,-3-3 1-16,-3 3-11 0,-5 0-4 0,4 7-2 15,-10-7-2-15,1 5 0 0,-9 3-2 0,-1 3 0 0,-8 3-3 0,0 3 0 16,-4 3-5-16,0 5-5 0,-12 4-13 0,12-2-11 16,3 3-25-16,5 4-35 0,1 0-42 0,6 4-51 0,10-4-33 15,-1 3-268-15,6-3-534 0,10 1 237 0</inkml:trace>
  <inkml:trace contextRef="#ctx0" brushRef="#br0" timeOffset="88137.25">7263 7764 236 0,'0'-6'281'16,"0"6"-10"-16,0-4-15 0,0 4-17 0,0 0-22 16,-2-5-20-16,2 5-19 15,0 0-12-15,0 0-27 0,0-5-15 0,0 5-16 16,0 0-12-16,0 0-11 0,0 0-5 0,0 0-12 15,0 0-6-15,-2 12-5 0,1-5-7 0,1 3-4 16,0-1-9-16,-2 2 2 0,1 0-7 0,2 6-1 0,-2-5-4 16,1 4-4-16,1-4-3 0,1 5-4 0,-1-4 1 15,0-1-3-15,2 0-1 0,-1 1 1 16,0-1-3-16,3-3 9 0,-3 0-10 0,2 0-3 0,-1-4-2 0,-1 2 4 16,2-4-3-16,1 4 3 0,-2-6 0 0,-1 3 4 15,4-2 8-15,2-1 6 0,-3-1 11 0,3-3 1 16,1 0 6-16,0 1-7 0,1-5 3 0,3-1 1 15,-4-1-10-15,4-2 12 0,-2 0-17 0,1-1-2 16,2-2-7-16,-5 1-1 0,2 0-1 0,1-1 7 16,-7 2 2-16,1 3-2 15,-3-4 6-15,3 2-3 0,-1 0 4 0,1 2 1 16,-2-1-6-16,0 3 6 0,-2 0-3 0,0 1-2 16,1 2-7-16,-2 0 4 0,0-2-5 0,-1 6-7 15,0-4-4-15,0 1 11 0,0 3-8 0,0 0-6 16,0 0 1-16,0-4-8 0,0 4 1 0,0 0 2 15,0 0-6-15,-11 8 12 0,8-5-15 0,-1 3-1 16,-1-2-1-16,1-1-6 0,2 0-6 0,2 1 2 0,0 1-6 0,0-1-5 16,2 1-10-16,5-1-32 0,4 0-37 0,2-1-60 15,10-3-87-15,-3-1-311 0,11-1-615 0,0-2 273 16</inkml:trace>
  <inkml:trace contextRef="#ctx0" brushRef="#br0" timeOffset="88954.78">6532 8407 126 0,'-13'1'188'15,"2"2"-15"-15,3-3-4 0,0 0 0 0,3 1-3 16,5-1 4-16,-10-1-12 0,10 1-8 0,0 0-7 0,-8 1-12 0,8-1-13 16,0 0-8-16,0 0-13 0,0 0-10 0,-5 1-10 15,5-1-4-15,0 0-10 0,0 0-6 0,0 0-5 16,0 0-7-16,0 0-5 0,0 0-3 0,0 0-1 16,0 0 1-16,0 0-9 0,0 0 8 0,0 0-5 15,0 0-4-15,0 0 2 0,0 0-2 0,0 0-5 16,0 0 0-16,0 0-6 15,0 0-1-15,0 0 1 0,0 0-2 0,0 0-2 16,0 0 1-16,0 0-2 0,0 0-3 0,0 0-3 16,0 0-1-16,0 0 5 0,0 0-4 0,0 0 0 15,0 0 0-15,0 0-1 0,0 0 1 0,0 0-4 16,0 0 3-16,0 0-2 0,0 0 1 0,0 0-4 16,0 0 2-16,0 0 0 0,0 0 6 0,20-2 1 15,-7 2 0-15,12-3 0 0,8-1 0 0,19-5 2 0,8 2-1 0,33-10-1 16,3 3 2-16,11-3-3 0,-3 0 0 0,7 1 2 15,-2-2 6-15,1 5 5 0,-8 1 1 0,-6 0 0 16,-4 2 0-16,-28 3 0 0,-1 3 3 0,-5-3-2 16,-5 3-4-16,-19 0 1 0,-1 2-8 0,-6-1 6 15,-6 0-3-15,-10 3-1 0,0-1 17 0,0 0-11 0,-5 1-3 16,-2-2 1-16,-4 2-1 0,9-1-3 0,-9 1-2 16,0 0-1-16,0 0-4 0,0 0-29 0,-19 8-30 15,6-5-49-15,-5 3-74 0,3-3-74 0,-2 0-241 0,-1 0-531 16,6 0 235-16</inkml:trace>
  <inkml:trace contextRef="#ctx0" brushRef="#br0" timeOffset="89593.03">7106 8753 220 0,'-2'-5'236'0,"2"5"-13"0,0 0-13 0,0-6-15 16,0 6-14-16,0 0-15 0,0-3-14 0,0 3-18 16,0 0-12-16,0 0-14 0,0 0-9 0,0 0-13 15,-19 9-5-15,10-1-13 0,-4 4-4 16,-1 5-7-16,-5 1-5 0,1 4-6 0,0-1-4 0,0 7-6 15,-2-5-1-15,5 0-5 0,-2 4-4 0,4-6 5 16,-2 3-9-16,3-2-3 0,6-5-1 0</inkml:trace>
  <inkml:trace contextRef="#ctx0" brushRef="#br0" timeOffset="101829.7">7090 8849 42 0,'0'0'91'0,"0"0"0"16,0 0-9-16,0 0 3 0,0 0-3 0,0 0-4 15,0 0 11-15,0 0 3 0,0 0 2 0,0 0-3 16,0 0 4 0,0 0-6-16,0 0 6 0,0 0 2 0,0 0-8 0,0 0-4 0,-7-1-6 15,7 1-9-15,0 0-4 0,0 0-13 16,-3-4-9-16,3 4 7 0,-4-4-4 0,4 4-3 15,-2-2-1-15,2 2-3 0,-3-3 2 0,3 3 4 16,-3-4-5-16,3 4-3 0,-1-3-9 0,1 3 2 0,-4-7-2 16,4 7 0-16,-2-6 6 0,2 6-1 0,-4-1-5 0,4 1-2 15,-1-5 0-15,1 5-1 0,-3-3-4 0,3 3-4 16,0 0 1-16,0 0-3 0,-4-4 1 0,4 4-2 16,0 0 1-16,0 0-3 0,0 0 2 0,-16 9 10 15,6-5 6-15,-5 6 7 0,0 0 1 0,0 3-44 16,-3-1 1-16,5 2-2 0,-1 1 3 0,0-1-5 15,-3 5 3-15,7-4 2 0,-3 2 0 0,3 2 0 16,-1-2-3-16,-1 5 1 0,2-4 3 0,1-1 0 16,2 1-1-16,-1-1 2 0,3 0-1 0,-1 0 1 15,5 0 4-15,0-1-3 16,1-5 3-16,1 3-1 0,0-4 6 0,2 0-1 16,0-1 5-16,-1-3 2 0,2 0 10 0,1-1 7 15,-1-2 9-15,1 0 2 0,1-2 5 0,1 0 0 16,-1-1 1-16,2-2-5 0,-2-2-1 0,-1 0-2 15,3-1 1-15,0-4 10 0,-1-1-11 0,-2 0 2 16,3-5-5-16,1-1 1 0,-4-2-6 0,3-6-6 16,-3-2 3-16,4 1-7 0,-5-1 11 0,-2-1 4 0,1 1 1 0,-6-6 17 15,2 2 16-15,-3 1 8 0,-5-4 5 0,4 4 7 16,-3 2-7-16,2 1 11 0,-4 2-16 0,2 8-9 16,-1 2-6-16,-1 0-13 0,-3 0-3 0,4 6-19 15,-2-1-24-15,1 2-33 0,-3 3-30 0,-5 4-28 16,-1 3-29-16,1 5-32 0,-9 6-31 0,0 3-41 15,-1 5-38-15,1 0-315 0,6 0-617 0,1 2 273 0</inkml:trace>
  <inkml:trace contextRef="#ctx0" brushRef="#br0" timeOffset="102932.15">7479 8714 275 0,'1'-3'253'16,"-1"3"-24"-16,0 0-22 0,0 0-22 0,0 0-19 0,6-3-19 16,-6 3-19-16,0 0-15 0,0 0-10 15,14 6-12-15,-6-1-10 0,-2 2-8 0,-1 2-9 16,1 3-5-16,0 2-6 0,1 5-14 0,0-2-1 0,-3 2-5 16,-3 1-1-16,-2 4-5 0,-2-4-1 0,-3 6-6 0,1 0 4 15,-8-2-4-15,3 1-2 0,0-8 0 0,-3-1-1 16,0-3 0-16,2 4-4 0,0-5-2 0,0 1-1 0,2-2 1 15,2-5 2-15,4 2 9 0,-4-3 19 0,5-2 22 16,-2-1 29-16,3 3 25 0,-1-3 30 16,2-2 11-16,0 0-14 0,0 0-18 0,-1-12-11 15,5 3-5-15,1 1-16 16,6-6-15-16,1 2-8 0,3-5-1 0,3-3-8 16,4 0-16-16,-2-1 4 0,1-1-3 0,-2-2-13 15,0 2 0-15,-1 1-5 0,2-1 2 0,-4 3-10 16,-2 6-3-16,-4 4-5 0,-3-2-2 0,-1 4 11 15,2-2-6-15,-5 7 16 0,1-5-18 0,0 3 0 16,-1 0-16-16,-1 3 6 0,-2 1-16 0,4-3-7 16,-4 3-6-16,0 0 7 0,-10 16 6 0,2-7-1 0,-2 6-4 0,-2 2 3 15,1 6 3-15,-4 1 0 0,2 0-1 0,0-2 0 16,0 1 16-16,8-5-11 0,0 1-6 0,1 0 7 16,3-2-1-16,2-5 6 0,4 0 2 0,3 5 0 15,5-5-5-15,2 0 11 0,3-2-2 0,9-2 1 16,4 0 2-16,1-4 0 0,4-2-7 0,0 0 6 15,0-1-2-15,-5-4 3 16,-1-2 0-16,-8 4-2 0,-3-3 2 0,-1 0-2 16,-5 1 4-16,1 1-6 0,-5-1 2 0,1 3 0 15,-2-2 1-15,-3 2 9 0,-1-3 6 0,-4 3 2 16,5-1-6-16,-5 1-10 0,5-1-5 0,-5 1-6 16,0 0-22-16,8-2-26 0,-8 2-30 0,0 0-30 15,0 0-40-15,0 0-38 0,0 0-47 0,0 0-78 16,0 0-253-16,-13 7-613 0,13-7 272 0</inkml:trace>
  <inkml:trace contextRef="#ctx0" brushRef="#br0" timeOffset="105568.63">8817 7908 35 0,'0'-6'279'0,"0"6"-13"16,0-6-8-16,2 4-12 0,-2 2-7 0,-2-5-15 0,2 5-14 31,0-4-10-31,0 4-21 0,2-6-14 0,-2 6-17 0,0 0-17 0,0 0-17 0,-2-4-10 0,2 4-14 16,0 0-13-16,0 0-13 0,0 0-7 0,0 0-7 31,0 0 7-31,-11 14-16 0,4-4-9 0,-1 4-2 15,-5 2-1-15,2 7-7 0,-6-1-2 0,3 0-2 16,1 2-2-16,0-3 9 0,4-4-14 0,1 3 0 0,0-3 4 0,0 0-6 16,3-1-2-16,1 0 0 0,2 1 0 0,-1-4-1 15,3-2 0-15,0 1 1 0,3-2 3 0,-1-1-2 16,2 0 14-16,0-2-9 0,1-2-3 16,-1 0 2-16,5 0 15 0,5-4 5 0,-4 1 4 0,4-2 2 15,-2-4 4-15,5-2 13 0,-1-2-15 0,0-1 4 16,-1-3-7-16,1-2 4 0,-2-6 0 0,1-1-14 0,-2-4 11 15,-1 1-13-15,-2-5-3 0,-1 0 2 0,-5-5-2 0,0 1-4 32,-5 2-2-32,-2-1 4 0,-2-1 2 0,-4 5 1 15,-5-1 2-15,-3 4-12 0,-2 2 4 0,-4 3-1 16,-5 1-4-16,-3 2-5 0,1 7-4 0,-5 2 16 16,3 4-19-16,0 3-1 0,2-1-28 0,1 5-22 0,3 4-23 15,-1 3-36-15,4 3-27 0,0 7-28 0,1 1-20 16,8 2-34-16,1 1-35 0,5-1-274 0,7 3-571 15,5-7 253-15</inkml:trace>
  <inkml:trace contextRef="#ctx0" brushRef="#br0" timeOffset="106240.31">9150 7782 218 0,'0'-3'336'0,"1"-1"-17"0,-1 4-13 15,3-6-21-15,-2 4-26 0,-1 2-20 0,1-4-33 16,-1 4-20-16,0 0-22 0,2-5-21 0,-2 5-11 0,0 0-26 15,0 0-7-15,0 0-11 0,0 0-12 0,0 0-10 16,1 17-4-16,-2-8-5 0,-1 2-7 0,1 1-4 0,-3 3-6 16,3 3-6-16,-4 2-18 0,2 2 1 0,0 2-2 15,-1-1 7-15,1-2-7 0,2-2-11 0,1 1 5 0,-1-2 0 16,1-2-6-16,1 0 7 0,-1-4-4 16,1-2 16-16,-1-4-11 0,3 2-5 0,-2-4 1 15,-1 2 6-15,0-1 17 0,4-2 30 0,-2-1 33 0,-2-2 9 16,12 0 10-16,-5-5 2 0,3-1-1 0,-1 0 1 0,4-5-9 15,2-2-5-15,-3 0-8 0,1-3-15 0,4-3-3 16,-2-4-7-16,-4 2-6 0,2-1-5 0,-1 6 5 0,-3-2 6 16,0 3 7-16,-7 2-2 0,5 5 3 15,-3-4-2-15,-1 3-2 0,1 3-9 0,0-1-2 16,-4 2-7-16,4 1-4 0,-3-2-5 0,2 4-12 16,-3-2-4-16,0 4-5 15,1-3-8-15,-1 3-19 0,0-5-16 0,0 5-18 16,0 0-13-16,0 0-11 0,0 0 2 0,0 0 19 15,0 0 0-15,-4 17-4 0,4-9 8 0,-1 3 6 16,-3-1 3-16,3 2-2 0,-2 1 2 0,-1 1 5 16,2 2 1-16,-2 1 8 0,3-2 0 0,-2-2 1 15,2-1-1-15,-2 2 1 0,2-3 3 0,1 2 2 16,1-1 2-16,-1 1-4 0,-1-4 2 0,2 1 4 0,2 0-1 0,-3-4 5 16,1 0-1-16,-1 0 2 0,3-2-4 0,-2 1 0 15,3 1 6-15,-2-3 3 0,2 0-2 0,4 1 9 16,1-3-4-16,6 0 4 0,4-2-4 0,9-3-30 15,7-1-54-15,3-6-102 0,-2 1-111 0,15-8-144 0,-5-3-287 16,-11 4-778-16,-1-4 345 0</inkml:trace>
  <inkml:trace contextRef="#ctx0" brushRef="#br0" timeOffset="107143.06">8474 8402 129 0,'-13'-1'232'0,"7"2"-7"16,-3-2-10-16,4 2-7 0,5-1-4 0,-9-1-10 0,9 1-13 16,-9 0-10-1,9 0-16-15,-5 4-17 0,5-4-9 0,0 0-15 16,0 0-8-16,0 0-15 0,0 0-5 0,0 0-12 16,0 0-4-16,0 0-11 0,0 0-6 0,19-7-4 15,-19 7-6-15,0 0-5 0,0 0-1 0,5-1 0 16,-5 1-2-16,0 0-4 0,0 0-3 0,0 0-3 0,0 0-5 15,0 0 12-15,0 0-8 0,4-1-2 0,-4 1-3 16,0 0-1-16,0 0-3 0,0 0 0 0,0 0-1 0,0 0-2 16,0 0 4-16,0 0-2 0,0 0 0 0,0 0 3 0,5 5-5 15,-5-5 2-15,0 0-3 0,0 0 1 0,0 0 0 16,0 0 1-16,0 0-4 0,0 0-1 16,0 0 0-16,0 0 1 0,0 0-2 0,0 0-3 0,0 0 2 0,0 0 0 15,0 0-3-15,0 0 1 0,0 0 2 0,0 0-3 31,0 0-1-31,0 0 2 0,0 0 1 0,0 0-3 16,0 0 3-16,9-1 19 0,-9 1 2 0,18-3-3 0,4 2 2 16,7 0-8-16,7-1 1 0,20-4-2 0,4-3 0 15,5 4-1-15,36-3 7 0,-2 0 4 16,-5 0 7-16,1 0-7 0,-5 2-3 0,-22-1 4 0,24 2-5 16,-32-3 3-16,0 6-7 0,-1-3 5 0,-7 3-10 0,-14-3 4 15,-4 5 1-15,-2-3-5 0,-4 3-1 0,-9-2 2 16,-9 0 5-16,1 2 17 0,-2-1 17 0,-3 0 6 0,0-1 8 15,0 1 2-15,-6 1-6 0,7 0-2 0,-7 0-14 16,0 0-38-16,0 0-28 0,0 0-46 16,0 0-34-16,0 0-47 0,-33 4-56 0,19 2-61 15,-5-2-367-15,1 0-681 0,-4-1 301 0</inkml:trace>
  <inkml:trace contextRef="#ctx0" brushRef="#br0" timeOffset="108076.8">8793 8794 202 0,'-1'-7'226'0,"1"7"-7"0,0 0-5 0,0 0-8 0,1-5-4 0,-1 5-8 16,0 0-10-16,0 0-5 0,0 0-10 0,0 0-13 16,0 0-12-16,0 0-12 0,0 0-15 15,3-2-11-15,-3 2-14 0,0 0-12 0,0 0-1 16,0 0-16-16,-10 7-5 0,6 0-5 0,-4 2-6 0,-1 2-8 15,-2 3-3-15,-2 1-3 0,-2 7-3 0,1-1-3 16,0 2-6-16,1-1-1 0,-1 0-3 0,4-5 0 0,2 1-5 16,3 2 3-16,-2-4-2 0,1 2 2 0,5-2-5 15,-2-1 1-15,2-3-2 0,2 0 1 0,3 0 2 16,-4-5-1-16,5 0 17 0,0-2 27 0,0 0 4 0,6-3 0 16,3-2-1-16,-1 0-3 0,3-4-3 15,5-4-2-15,-4 0-9 0,1-1 0 0,-2-3-1 0,0 0 1 16,-3-2 2-16,2-1-5 15,-1-7-2-15,-6 5-9 0,2-7-4 16,-6-2-2-16,-4-2-2 0,-4 2-2 0,-2 2-9 16,-6-4-5-16,-2 2 3 0,-5 0-5 0,-2 5-1 15,-5 4 1-15,-2 0-6 0,-4 4-3 0,-4 2 1 0,0 5 3 16,0-1 2-16,1 5-5 0,0 2 2 0,2 3-6 16,5 2-2-16,-2 0-25 0,10 1-24 15,0 3-28-15,4 2-26 0,-2 2-23 0,6 1-30 0,3-1-31 0,6-2-40 16,2 2-291-16,5-2-576 0,7 1 255 0</inkml:trace>
  <inkml:trace contextRef="#ctx0" brushRef="#br0" timeOffset="108641.5">9139 8624 39 0,'0'0'280'0,"0"0"-27"16,0 0-26-16,0 0-26 0,0 0-17 0,1-6-23 15,-1 6-18-15,0 0-16 0,0 0-14 0,0 0-9 16,0 0-11-16,0 0-10 0,11 10-8 0,-4-6-2 15,0 1-2-15,2 3-2 0,3-2-2 0,1 7-3 0,0-2-3 16,3 1-4 0,-2-1-1-16,1 4-4 0,-2-2 2 0,1 3-22 15,-5-2-1-15,4 2-5 0,-3-1 0 0,-2 2-1 16,-3 0-2-16,1 0-2 0,-6 2-1 0,0-2-3 0,-6-1 0 16,2 0-2-16,-6 0 1 0,-4-2 4 15,-3 4 1-15,-4-1 0 0,-2-1-3 0,-1 0 1 16,0-3 0-16,5-4 4 0,-5 4-3 0,6-5 1 15,0-1-3-15,1-1-2 0,3-1-2 0,5-1 1 0,-1 0-4 0,3 0 0 16,0-2 1-16,3 1-3 0,-1-2 1 0,3 2 8 16,2-3 8-16,-4 2 3 0,4-2 0 0,0 0 2 15,0 0 1-15,20-2-3 0,-6-2-3 0,4-1-4 0,12-2-6 16,-1 1 5-16,4-1-5 0,-1 2 2 16,2-3-2-16,1 1-4 0,-2-2-2 0,1 4-1 15,-3 2-3-15,-4-3 0 0,-9 3 0 0,1 0 3 0,-7 3 1 0,-1-4-2 16,-3 3-1-16,-1-1-3 0,-1 0 11 0,0 1-12 15,-2-1-9-15,-4 2-14 0,4-2-17 0,-4 2-21 16,0 0-20-16,-12-5-21 0,12 5-22 0,-15 0-26 16,5-1-36-16,-3 0-51 0,0 0-221 0,1 1-492 15,4-2 218-15</inkml:trace>
  <inkml:trace contextRef="#ctx0" brushRef="#br0" timeOffset="108995.16">9030 8910 204 0,'0'0'238'0,"0"0"-13"0,0 0-8 0,0 0-15 15,0 0-10-15,-6 0-13 0,6 0-17 0,0 0-16 16,0 0-4-16,0 0-22 0,26-7-11 0,-8 3-13 0,9-1-7 16,5 1-9-16,2-2-11 0,2-2-6 0,1 6-6 15,-2-3-4-15,3-1-9 0,-2 1-1 0,-7 1-6 16,-8 2-6-16,-2-1-2 0,-5 2-3 15,-2-1-2-15,-1 0-2 0,-6 2-7 0,3 0-8 0,-2-1-15 0,-6 1-18 0,7-1-15 16,-7 1-25-16,0 0-42 0,0 0-44 0,0 0-268 16,-21 2-455-16,21-2 201 0</inkml:trace>
  <inkml:trace contextRef="#ctx0" brushRef="#br0" timeOffset="112385.21">10843 8133 121 0,'0'0'177'0,"0"0"-9"15,0 0-12-15,0 0-7 0,-6-1-5 0,6 1-6 16,0 0-5-16,0 0-1 0,0 0-9 0,-4-2-5 0,4 2-8 16,0 0-5-16,0 0-9 0,0 0-6 15,0 0-6-15,0 0-6 0,0 0-7 0,0 0-10 16,0 0-4-16,0 0-13 0,-8 0-3 0,8 0-6 16,0 0-4-16,0 0-2 0,0 0-3 0,0 0-3 0,0 0-1 0,0 0-3 15,0 0-4-15,0 0 0 0,0 0-2 0,0 0-1 16,0 0 1-16,0 0-4 0,0 0-1 0,0 0 6 15,0 0-7-15,0 0-3 0,0 0 2 0,0 0 0 16,0 0 1-16,0 0 7 0,0 0 4 0,0 0 0 16,0 0 9-16,0 0-9 0,0 0 3 0,0 0-1 15,30-4 0-15,-11 0 4 16,10-3-3-16,6 4-3 0,2-2-1 0,18-4-4 16,1 4 3-16,1-3-1 0,1 2-3 0,-6 1 0 15,0-3-1-15,-17 6-1 0,0-1 4 0,-5 0-3 16,-3 2-3-16,-8 1-2 0,-1-3 0 0,-5 3 0 15,-3-1-2-15,-1 0-4 0,-1 1 5 0,-3 0-4 16,-5 0-1-16,10 0-4 0,-10 0-14 0,0 0-14 16,0 0-21-16,0 0-41 0,0 0-46 0,-19 9-76 0,6-6-208 0,-2-1-458 15,3-1 203-15</inkml:trace>
  <inkml:trace contextRef="#ctx0" brushRef="#br0" timeOffset="114705.71">12451 7548 104 0,'0'0'212'0,"2"-7"2"0,-2 7-5 0,4-2-8 0,-4 2-8 0,1-4-7 15,-1 4-6-15,2-4-9 0,-2 4-9 0,0 0-11 16,2-4-14-16,-2 4-11 0,0 0-12 0,0 0-14 16,0 0-9-16,0 0-13 0,0 0-10 0,0 0-5 15,0 0-2-15,0 0-16 0,-16 13-2 0,7-4-3 16,-5 0-8-16,-1 6 0 0,-2 6-6 0,-1-4-3 15,1 5-1-15,-2-1-4 16,6 2-11-16,-1-2-1 0,0 3 1 0,1-6-1 16,3 0-3-16,1-1 0 0,0 7 2 0,2-6-2 15,0-3 0-15,5 2 2 0,-1-1-2 0,2-4 0 16,1-2 1-16,0-1-2 0,1-1 6 0,0-1-1 16,1-3 5-16,0 2 9 0,1-2 21 0,3-1 19 15,-1-3 7-15,-5 0 11 0,13-4-5 0,-4-3 3 16,4-2-6-16,-2-2 6 0,3-1-22 0,-4-3-3 0,2-2-7 0,2-5-6 15,-4-2 2-15,-2 7-9 0,2-9-4 0,-2-1 4 16,-3 2-6-16,-2-1 12 0,-2 2-10 0,-5 7-4 16,3-5 1-16,-7 5-8 0,0-3-2 0,-6 4-6 15,3 2-5-15,-6 1 0 0,0 1-9 0,0 3-6 16,-1 5-6-16,-3-3-12 16,0 3-12-16,-1 3-14 0,-4 5-17 0,5-3-20 0,-6 6-19 0,1-1-24 0,5 6-20 0,5-3-31 15,-3 4-55-15,4 1-280 0,3 1-564 0,4 2 250 16</inkml:trace>
  <inkml:trace contextRef="#ctx0" brushRef="#br0" timeOffset="115306.73">12647 7516 101 0,'2'-3'307'0,"-1"0"-15"16,-1 3-20-16,1-6-21 0,-1 6-22 0,3-2-24 0,-3 2-24 16,2-3-18-16,-2 3-20 0,0 0-17 15,0 0-9-15,0 0-18 0,0 0-11 0,0 0-7 16,0 0-12-16,0 0-7 0,3 12-7 0,-3-4-5 15,-1 1-4-15,-1 3-5 16,2 4-6-16,-2 1 1 0,-2 0-5 0,0 0-2 16,4 1-3-16,-4 2 3 0,4-5-9 0,-1 2 5 15,1 0-10-15,1 0-1 0,-1 0 1 0,0-5 1 16,5-2-2-16,-2 1-3 0,0-4 0 0,-1 0 1 16,1 0 0-16,-1-3 1 0,2 0-2 0,0-1 3 0,1-1 1 15,1-2 17-15,2 0 13 0,1-3 0 0,1 0 7 16,0-3 5-16,-1 1-10 0,4-5 3 0,0-1 10 0,-4-2-12 15,5-3-3-15,-4 0 0 0,3 2 0 0,-4-2 5 16,1 1 4-16,-3 0 8 0,0 3 10 0,-3 4 3 16,2-3 4-16,-3 1-1 0,2 6 0 0,-2-3-8 15,-2 1-7-15,2 1 3 0,0-1-13 0,-2 5-7 16,1-3-6-16,-2 4-8 0,2-4-4 0,-2 4-6 16,2-4-5-16,-2 4-3 15,0 0-16-15,0 0-20 0,0 0-6 0,0 0-3 16,0 0 5-16,0 0 8 0,-2 16 1 0,0-6 2 15,-4 5 22-15,0-1-17 0,3 4 1 0,-3-1-2 0,3 0-4 16,-4-3 5-16,7 1-2 0,-2-3 12 0,0-2 0 16,0 1-12-16,2-1 9 0,2-3 0 0,-2 0-2 15,2-2 6-15,0 1 1 0,2-2 4 0,5 0 2 16,5-1 3-16,4-2 2 0,9-2-6 0,5-1-29 0,1-3-55 16,0-2-71-16,-1 0-64 0,-1 0-86 0,-3-1-370 15,-3-1-721-15,-4 2 319 0</inkml:trace>
  <inkml:trace contextRef="#ctx0" brushRef="#br0" timeOffset="115955.03">12061 8143 163 0,'-9'0'179'0,"9"0"-4"16,-8 0-8-16,8 0-7 0,0 0-4 16,-7 0-9-16,7 0-8 0,0 0-8 0,0 0-8 0,0 0-10 15,0 0-7-15,0 0-8 0,0 0-7 0,0 0-4 16,0 0-3-16,0 0 2 0,-8-3-12 0,8 3 0 16,0 0-8-1,0 0-5-15,0 0-10 0,0 0 6 0,0 0-13 16,0 0-6-16,0 0-3 0,0 0-4 0,0 0-1 0,0 0-3 15,0 0-3-15,0 0-3 0,0 0 1 0,0 0-2 16,0 0-4-16,0 0-1 0,0 0-4 16,0 0-1-16,0 0-1 0,0 0-2 0,0 0 3 0,0 0 0 15,0 0-6-15,0 0 3 0,0 0 1 0,0 0-8 16,0 0 4-16,0 0 1 0,0 0 17 0,0 0 14 0,0 0 7 16,0 0 5-16,24 0 3 0,-10 0-6 0,6-4-3 15,10 0-1-15,10 0-6 0,15-6 3 0,6 3 1 0,31-7 2 16,6 3-2-16,-3 3 1 0,1-1-4 15,1-2-5-15,4 2-1 0,-9 5-6 0,-1-1 0 0,-25 1 7 16,-5-3-16-16,2 6 2 0,-6 0-6 0,-3-2 3 16,-17 1-2-16,-5 0 1 0,-4 2-3 0,-10 0-3 0,-4 0 3 15,-4-2 6-15,1-1-2 0,-2 6 9 0,-4-6 7 16,1 3 3-16,-1-1 1 0,-5 1-2 0,0 0 2 16,9 0 2-16,-9 0-31 0,0 0-23 0,6-2-24 15,-6 2-48-15,0 0-43 0,0 0-61 0,0 0-78 16,0 0-287-16,-30 2-604 0,20-2 267 0</inkml:trace>
  <inkml:trace contextRef="#ctx0" brushRef="#br0" timeOffset="118380.88">12508 8485 30 0,'-2'-7'249'15,"2"7"-13"-15,2-4-7 0,-2 4-11 0,-2-6-12 16,2 6-15-16,0 0-16 0,0 0-16 0,0 0-16 0,0 0-13 0,0 0-16 15,-4-3-8-15,4 3-15 0,0 0-9 0,0 0-9 16,-13 10-8-16,7-4-5 0,-3 0-8 0,-5 6-6 16,1 0-5-16,1 3-5 0,-2-1-5 0,1 1-2 15,-3 5-10-15,3 2-3 0,-1-1-6 0,4-3-4 16,-2 7 4-16,2-8 1 0,2 1-4 0,3-1 1 16,1 0 0-16,3-1 2 15,-1-1-7-15,2-3 5 0,2 1 2 16,2 0-2-16,0-4 2 0,2 1 7 0,2-2 1 15,7 1 4-15,-2-4 1 0,5-1 2 0,-5-2 0 0,7 0 1 16,-7-4 2-16,2 1 5 0,-2-2 5 0,4-4 11 16,-6 3-4-16,1-3 1 0,-3-3-2 0,0-1-2 15,-1 2 2-15,0-7 1 0,0-1-9 16,-3-2-1-16,-5-4-4 0,0 2-4 0,-4-3-4 0,-5-3 3 0,-1 2-6 0,2 2 0 16,-2 6-9-16,-6-4 4 0,0 2-7 0,-4 1 4 15,3 5-4-15,0 1-5 0,-2 5 6 16,0 0-5-16,-4 2-4 0,4 2 13 0,-2 0-11 15,2 4 0-15,0-1-6 0,3 3-14 0,2 1-18 0,-1 5-24 16,4-1-22-16,0 6-22 0,4-3-33 0,1 5-36 16,3-1-35-1,3 1-67-15,4-5-178 0,4 4-490 0,1-2 217 16</inkml:trace>
  <inkml:trace contextRef="#ctx0" brushRef="#br0" timeOffset="118929.55">12713 8459 92 0,'3'-6'233'0,"0"4"-23"0,2-1-20 0,-1 1-22 16,4 0-19-16,-2 2-13 15,-6 0-19-15,13 4-10 0,-7-1-11 0,3 5-8 16,0-2-12-16,0 6-9 0,4 2-3 0,-7-1-5 16,1-2 1-16,-1 7-6 0,-2 1-6 0,1 0-3 15,-4 0-3-15,-1-1-5 0,-1 2-2 0,-2-1-3 16,-3-1 7-16,1 2 1 0,0-1 2 0,-3-3 1 0,-1-2-5 0,3-1 6 0,-1-1-2 0,1-3 2 16,-1-1 7-16,4 1 9 15,-4-5 12-15,5 1 27 0,-2-2 10 0,1-1 32 16,3-2 23-16,-1 2 14 0,1-2 0 0,0 0-17 15,0 0-17-15,5-15-18 0,0 7-15 0,8-9-10 16,0 2-7-16,-3-2-10 0,11-7 0 0,-2-3-17 16,-1 3-11-16,0 2-5 0,-2 0-3 0,2 2-5 15,-6 4 8-15,0 2-7 0,-3 4 9 0,-1 2 4 16,2 1 7-16,-5 0-12 0,-1 2-5 0,-3-2-1 0,3 5-8 0,-2-1-7 16,0 0-10-16,2 2-11 0,-4 1-15 0,0 0-9 15,0 0 1-15,0 0-2 0,-9 17 4 0,1-1 0 16,-1 1 0-16,-3 5 7 0,-1 2-12 0,-1 3 7 15,2 1 3 1,3-3 11-16,-1-1-7 0,5-6-2 0,2 1 2 16,3 0 0-16,2-1 3 0,-1-5-8 0,3-1 13 15,5-2 2-15,2 2 3 0,8-2-2 0,13-2 1 0,-1-2-5 16,2-4-12-16,3-3-7 0,0-2-38 0,-2 1-19 16,-2-4-28-16,0 0-27 0,-4 1-29 0,-6-1-38 15,-3-1-35-15,-6 3-45 0,5-6-68 0,-11 5-266 16,-3 3-656-16,-1-1 290 0</inkml:trace>
  <inkml:trace contextRef="#ctx0" brushRef="#br0" timeOffset="121191.31">14306 7565 44 0,'0'0'206'0,"0"0"-13"0,0-4-14 0,0 4-22 16,0 0-11-16,0 0-17 0,0 0-16 15,-4-3-10-15,4 3-11 0,0 0-10 0,0 0-12 0,-9 10-9 0,5-4-3 16,-1 2-6-16,-1 0-6 0,2 4-4 0,-1-1-8 0,-4 4-2 16,0 2-4-16,4-2-1 0,-4 2 0 15,1-1-1-15,3 1-7 0,-2 1 0 0,2 0 2 16,-1-1-6-16,1-2-7 0,0 2 3 0,3-6-4 15,-2 0 3-15,1-1-2 0,1 2 2 0,-1-2-7 0,2 1 5 16,0-1-3 0,1-2 1-16,0 0 10 0,0 0 2 0,1-3 3 15,0 0 0-15,-1-1 7 0,0 1 11 0,1-2 7 16,-1-3 16-16,3 5 11 0,-2-1 22 0,-1-4 18 16,3 3 28-16,-3-3 17 0,0 0 17 0,0 0-1 15,0 0-5-15,15-11-9 0,-10 2-14 0,2 0-19 16,0-3-6-16,2-3-14 0,0-1-5 0,-2-4-17 15,4-4-1-15,-2-2-16 0,-4 1-4 0,-1 1-2 0,2-1 2 0,-6-1-5 16,-1 7 7-16,1-8-1 0,-7 10-11 0,-4-6-7 16,0 8 1-16,-3 0-15 0,-8 1-3 0,0-2-6 15,-5 4-10-15,-1 5-7 0,-1 4-3 0,-2-1-20 16,0 6-10-16,2 1-26 0,-2-1-25 0,1 5-33 16,2 5-18-16,1 1-23 0,0 6-29 0,4 1-20 15,2 1-39-15,6 2-40 0,2-2-327 0,8-4-655 0,5-1 291 0</inkml:trace>
  <inkml:trace contextRef="#ctx0" brushRef="#br0" timeOffset="121790.47">14481 7565 165 0,'1'-4'285'16,"2"0"-7"-16,-3 0-10 0,1 0-9 0,2 0-20 15,-3 4-13-15,5-5-21 0,-5 1-16 0,0 4-20 16,2-3-20-16,-2 3-16 0,0 0-6 0,0 0-24 15,4-2-17-15,-4 2-8 0,0 0-11 0,0 0-6 16,4 9-7-16,-4-1-8 16,0 0-3-16,0-1-4 0,-1 4-4 0,1 2 0 15,-3 6-6-15,2-3-5 0,1 2 1 16,-3-1-2-16,3 0-3 0,0 2-3 0,3-2-2 0,-2 1 4 16,-1-5-8-16,4-1 0 0,-4-1 3 0,4 0-2 15,0-2-2-15,-3-3 1 0,3-1 1 0,0 1 4 16,1-1 16-16,0-1 25 0,0-4 21 0,4 1 17 15,4-2-9-15,-3-2-1 0,3-2 10 0,3-2-15 0,0-3-8 0,2 0-2 16,-1-1-11-16,0-3-7 0,4-4-5 16,-2-2-3-16,-4 1-6 0,4-2-7 0,-6 1 2 15,4 0-1-15,-8 5-7 0,1-2 19 0,-5 2 3 0,4 0 5 16,-5 3 5-16,-2 2 7 0,1 1-2 0,-2-3-3 16,-1 6-6-16,-1-2-11 0,-2 2-7 0,1 1-15 15,-2 0 1-15,-5 4-10 0,3 0-4 0,-5 1-3 0,0 0-5 0,2 1-9 16,-3 5-3-16,1-1-13 0,2 1-4 15,1 2-10-15,0-2 6 0,2 3-24 0,1-1-1 16,5 4 9-16,0-3-5 0,1 1 9 0,6-2 0 31,4 5-3-31,3-3-40 0,4-1-30 0,3 1-37 0,3-3-52 16,7-1-65-16,-1-4-81 0,-3 1-244 0,1-1-646 16,-5-1 286-16</inkml:trace>
  <inkml:trace contextRef="#ctx0" brushRef="#br0" timeOffset="122321.9">13937 8178 180 0,'-5'1'252'0,"0"2"-18"16,1-3-6-16,0 3-4 16,4-3-9-16,-6 1-12 0,6-1-8 0,0 0-16 15,0 0-19-15,0 0-8 0,0 0-14 0,0 0-13 16,0 0-14-16,0 0-6 0,0 0-6 0,0 0-3 16,0 0-7-16,0 0 3 0,0 0-14 0,-8 0-1 15,8 0-7-15,0 0-8 0,0 0-5 0,0 0-4 16,0 0-8-16,0 0-8 0,0 0-3 0,0 0-3 15,0 0 1-15,0 0-2 0,0 0-7 0,0 0-6 0,0 0-1 0,0 0-3 16,0 0 1-16,0 0-1 0,0 0-2 0,0 0-2 16,0 0-1-16,0 0 8 0,0 0-11 0,0 0-2 15,0 0 3-15,0 0 2 0,0 0 7 0,0 0 0 16,0 0 4-16,22-1 7 0,-4-2-10 0,2-1 4 16,12-1-1-16,5-3-5 0,19 1 1 0,6-3-7 15,28-5 4 1,1 2 0-16,2 0-2 0,3 2 9 0,4 1 2 0,-4-1 6 15,-4 1 4-15,-30 3-9 0,-1 1 0 0,-2 3-3 16,-5-2-10-16,-20 1 7 0,-3 1 6 16,-3 2-10-16,-14 0-2 0,0 1-3 0,-2-3-1 15,-7 3 3-15,3-3-1 0,-1 3-1 0,-7 0-1 0,0 0-3 16,0 0-10-16,0 0-14 0,0 0-20 0,-28 8-26 16,9-4-23-16,1 1-28 0,-2 1-28 0,-1 0-40 0,-6 3-49 15,-1-1-88-15,3-1-192 0,-2 1-558 0,0-2 248 0</inkml:trace>
  <inkml:trace contextRef="#ctx0" brushRef="#br0" timeOffset="122770.32">14401 8303 34 0,'-7'0'281'0,"7"0"-26"0,-4 4-27 0,4-4-27 15,-2 1-22-15,-2 2-18 0,0 1-17 0,0-1-13 16,-2 7-13-16,0-3-15 0,-1 4-9 0,-1 4-11 16,-3-1-9-16,-2 3-8 0,-1 4-3 0,4 1-9 15,1-4-3-15,-4 7-5 0,3-4-6 0,1-2-1 0,5-2-4 16,-5 1 13-16,8-2-2 0,-3 1-4 15,2-4-2-15,2 1 0 0,-2-3 5 0,4 1 5 0,2-1 5 0,-1-1 4 16,4-2 6-16,-1-4 10 0,0 2 3 0,2-3 9 16,6-2-13-16,4-2-3 0,-5-2-4 0,4-3-7 15,-5 1 0-15,2-6-7 0,2-1-2 0,-4-2-4 16,-1-2 1-16,-1 2-6 0,-4-4-7 0,-2-1-7 16,-3-1 6-16,-1-5-7 0,-3 1-7 0,-4 3 0 15,-6 0 0-15,3 4-9 16,-9-1-1-16,-4 1 9 0,-4 5-7 0,-5 2-5 15,1 3 1-15,-2 3-5 0,-2-2 3 0,-1 6 0 16,4-1-5-16,-3 2-2 0,3 4 3 0,4 0-1 16,1 2-17-16,6-1-30 0,4 1-34 0,-1 2-37 15,8 1-33-15,2-3-39 0,6-1-49 0,2 4-298 16,4-4-581-16,6 0 256 0</inkml:trace>
  <inkml:trace contextRef="#ctx0" brushRef="#br0" timeOffset="123123.85">14615 8289 38 0,'0'0'345'0,"0"0"-36"0,0 0-33 15,0 0-26-15,10 0-30 0,-10 0-31 0,10 4-20 16,-3 0-20-16,3 2-16 0,1 1-13 0,0 1-12 15,1 4-16-15,-1 0-8 0,-2 3-4 0,1 1-9 16,-6 1-8-16,1 1-4 16,-2 7-4-16,-6 2-10 0,-1-2-1 0,3-4-1 15,-4-2-2-15,-8 4 4 0,6-4-2 0,-4 4 8 16,1-7-2-16,-1 0-1 0,0-2-8 0,-1 1-3 16,4-5-3-16,-1 0-1 0,1-3-6 0,2 0 1 15,2 0-3-15,2-4 2 0,-1 0 2 0,2 2 19 16,-2-3 6-16,3-2-6 0,0 0-6 0,0 0 0 15,14-2-4-15,0-4 10 0,4 1-36 0,5-2-26 0,4-2-56 16,-1-3-45-16,-5 6-56 0,10-5-68 0,-8-1-298 0,3-1-582 16,-6 5 257-16</inkml:trace>
  <inkml:trace contextRef="#ctx0" brushRef="#br0" timeOffset="123456.32">14620 8537 33 0,'-11'1'341'0,"3"1"-15"16,3-2-13-16,5 0-17 0,-9 0-18 0,9 0-19 0,-7 0-11 15,7 0-22-15,0 0-21 0,0 0-16 0,0 0-39 16,24-7-2-16,5 2-24 0,4 1-6 0,19-5-8 15,6 2-11-15,0 1-12 0,3-2-6 0,-2 0-11 16,-8 3-7-16,1 1-7 0,-17 1-2 0,-2-1-9 16,-2 2-1-16,-11-1-8 0,-2 3 4 0,-4-1 1 15,-2 1-16-15,-6-1-1 0,3 1-5 0,-3 0 2 0,-6 0-1 0,10-2 1 32,-10 2-5-32,6-2-5 0,-6 2-14 0,0 0-15 15,0 0-21-15,0 0-16 0,-14-6-20 0,9 4-19 0,-2 2-36 0,1-3-37 0,-2 2-49 0,3-2-68 31,0 0-242-31,1-2-571 0,0 4 253 0</inkml:trace>
  <inkml:trace contextRef="#ctx0" brushRef="#br0" timeOffset="123994.93">15990 7908 21 0,'0'0'238'0,"0"0"-11"16,0 0-11-16,-2-1-8 0,2 1-15 0,0 0-15 15,0 0-17-15,0 0-11 0,0 0-10 0,0 0-12 16,0 0-2-16,0 0-4 0,0 0-3 16,0 0-14-16,-3-4 1 0,3 4-7 0,0 0-5 0,0 0-7 15,14-3-7-15,-3 2-7 16,2-1-9-16,8 1-6 0,-2 0-4 16,3-2-7-16,6 1-7 0,0 1-1 0,0-2-5 15,0 3-1-15,-8-1-4 0,1 1-4 0,-2-3-1 16,-6-1-4-16,0 4 0 0,-3 0-3 0,-1 0-4 0,-2-1 0 15,-2 1 0-15,-5 0-6 0,8-2-12 16,-8 2-19-16,8 2-25 0,-8-2-25 0,0 0-28 16,0 0-36-16,0 0-58 0,-19 5-78 0,9-2-153 0,-2-3-462 0,2 2 204 15</inkml:trace>
  <inkml:trace contextRef="#ctx0" brushRef="#br0" timeOffset="124280.4">15962 8065 202 0,'-4'1'307'16,"-1"0"-11"0,5-1-12-16,-7 2-22 0,7-2-23 0,0 0-19 15,0 0-24-15,0 0-17 0,30-2-18 0,-2-1-14 16,7 0-19-16,3 0 0 0,2-1-21 0,13 2-15 0,1-3-6 15,0 0-11-15,-3 2-8 0,-15 0-5 0,0 2 6 16,-6-5-19-16,-8 5-6 0,-3 1-4 0,-6 0-7 16,-4 0-1-16,0 0-1 0,-3-1-7 0,-1 1-3 15,-5 0-20-15,0 0-11 0,0 0-23 0,0 0-33 16,0 0-37-16,-20 2-57 0,7-2-68 0,-5 6-266 16,5-5-535-16,-2 0 236 0</inkml:trace>
  <inkml:trace contextRef="#ctx0" brushRef="#br0" timeOffset="126347.72">17595 7353 49 0,'0'-7'257'0,"0"4"-6"0,0 3-2 0,0-4-21 0,0 4-15 16,3-5-18-16,-3 5-16 0,0 0-19 0,-3-5-17 15,3 5-14-15,0 0-19 0,0 0-14 0,0 0-11 16,0 0-7-16,0 0-11 0,0 0-7 0,-10 16-9 15,1-7-4-15,1 7-4 16,-2-1-7-16,1-1-6 0,0 4 1 0,-5 4-6 16,4-6-2-16,2 1 1 0,-2 6-4 0,1-4-2 15,3-2-2-15,1 2-1 0,2-4-2 0,-1 2 1 16,1 1-2-16,3-5 2 0,0 2-2 0,1-4 5 16,1 1-6-16,2-1 3 0,1-2-1 0,0-2 7 15,2 1 18-15,4-4 5 0,-1 0 6 0,2-3 10 0,-1 0 0 16,2-3 1-16,1-2 7 0,-2 0-5 0,6-5 3 15,-4-3 2-15,-1 0 1 0,3-2-8 0,3-5-3 0,-9 3-1 16,3-9-3-16,1 2-9 0,-3-6-10 0,-2 4 28 16,-2-3-27-16,-4 3 0 0,-5 0 6 15,1-1 1-15,-6 0 2 0,-2 5 10 0,0 2-26 16,-2 2 0-16,-5 2-2 0,-5 0-7 0,2 5-8 0,-9 2 2 16,-4 1-14-1,0 3 4-15,-2 5 2 0,-1 2-2 0,2 2-1 16,2 3-32-16,1 1-33 0,3 3-23 0,-2 1-30 15,5 4-33-15,1 1-38 0,4 1-49 0,12-3-62 0,0-2-251 16,7 1-595-16,4-6 263 0</inkml:trace>
  <inkml:trace contextRef="#ctx0" brushRef="#br0" timeOffset="126733.73">18148 7070 317 0,'3'-2'303'0,"-3"2"-18"16,3-7-30-16,-3 7-25 0,2-4-28 0,-2 4-23 15,0 0-21-15,0 0-16 0,0 0-16 0,0 0-15 16,-9 17-6-16,-3 3-8 0,-3 6-13 16,-5 6-4-16,-5 11-12 0,-4 2-5 0,4-2-10 0,-5 3-3 15,10-1-5-15,2-2-5 0,9-8-4 0,0-1 1 16,6 1-3-16,6-3-3 0,4 1-3 0,4-3-1 0,8-1 2 15,7-6-1-15,7-2-21 0,14-2-50 0,2-4-84 16,7-6-108-16,-19-8-240 0,3-1-513 0,-2-1 227 0</inkml:trace>
  <inkml:trace contextRef="#ctx0" brushRef="#br0" timeOffset="128289.16">18483 7368 11 0,'0'-6'250'0,"0"1"-10"0,0 0-12 0,0 2-6 16,2-3-9-16,-1 3-9 0,-1 3-11 15,0-7-9-15,0 3-13 0,2 3-12 0,-2 1-16 16,2-6-10-16,-2 6-18 0,0 0-10 0,2-4-3 0,-2 4-22 15,0 0-12-15,0 0-10 0,0 0-6 0,0 0-7 16,0 0-3-16,-2 20-5 0,-1-9-8 0,2 0 2 16,-3 3-7-1,3 3 0-15,-2 3-3 0,1-2 1 0,0 2 2 0,2-3-7 16,2 1-1-16,0 0-1 0,-1 1-3 0,5 0 0 16,-1-1-2-16,1-2 1 0,2 1 2 15,-2-6 0-15,1 0-1 0,3 1 1 0,0-4 0 16,0-1 2-16,2-2 12 0,2-3 7 0,1-3 4 0,4 0 3 15,-1-4 5-15,0 0 4 0,1-2 5 0,-2-5-4 16,5-4 4-16,-5 5-3 0,3-8 6 0,-1 2-14 0,-2-3 1 16,0 0-4-16,-4-3-2 0,-3 6 7 0,3-4-10 15,-6 2 3-15,1 1 6 0,0 1 5 0,-4 1 11 0,-3 4-1 16,3-1 9-16,-3 3-2 0,2 3 4 16,-2 1-11-16,-1 0-6 0,0 1-12 0,0 0-2 15,0 2-19-15,0 3-13 0,0 0-9 0,0 0-5 0,0 0 7 0,0 0-5 16,-13 13 5-16,8-5-5 0,-3 2-14 0,2 1 14 15,-1 6 1-15,4-2 3 0,-1-4 0 0,2 4-9 16,0 2 5-16,2 0 3 0,2-1 1 0,0-3-4 16,5 1 5-16,2-2-12 0,4 2-23 0,4-5-27 15,2-1-41-15,-1-3-46 0,3 3-57 0,0-4-62 16,7-3-77-16,-8-2-260 0,0-2-653 0,-1-2 288 16</inkml:trace>
  <inkml:trace contextRef="#ctx0" brushRef="#br0" timeOffset="128567.9">19210 7521 1 0,'0'0'305'0,"0"0"-17"0,0 0-21 0,0 0-23 16,2-3-25-16,-2 3-26 15,0 0-21-15,0 0-20 0,0 0-15 0,0 0-14 16,0 0-12-16,0 0-12 0,0 0-5 0,-8 15-16 16,0-8-6-16,-1 3-10 0,-1-2-25 0,-3 4-23 15,2 0-35-15,-4 2-33 0,-2 1-34 0,3-5-58 16,-3 2-87-16,2 0-122 0,2 0-384 0,4-6 171 15</inkml:trace>
  <inkml:trace contextRef="#ctx0" brushRef="#br0" timeOffset="129056.33">19287 7381 208 0,'0'-7'338'0,"5"4"-14"16,-5 0-15-16,0 3-21 0,5-7-20 0,-5 3-23 0,0 4-26 15,0-4-28-15,0 4-11 0,0 0-22 0,4-1-26 16,-4 1-14-16,0 0-13 0,0 0-8 0,0 0-3 16,0 0-20-1,9 5-3-15,-5 0-10 0,-3 4-12 0,3 1-3 16,0-1-3-16,-2 4-5 0,1-4-7 0,2 7-2 15,-2 0 2-15,0-2-5 0,-1-1-4 0,-1 0 1 16,3-1-7-16,-3 3 18 0,2-2-19 0,0-1-2 16,0-3-3-16,0 2 0 0,-2-6 1 0,0 1 4 15,-1 0-4-15,1-2 4 0,1-2 1 0,-2-2 53 0,2 3 49 16,-2-3 38-16,2 3 16 0,-2-3-19 0,0 0-12 0,12-13-15 16,-3 4-6-1,-1-1-12-15,0-4-9 0,3-3-9 0,3-3-9 16,0-3-11-16,0 2-8 0,0-2-5 0,0-4-8 15,3 5-3-15,-7-3-3 0,2 3-7 0,-1 5 7 16,-3 2 2-16,-3 4-1 0,-1 1-9 0,-2 3-2 0,1 1-4 16,1 0-4-16,-3 1-5 0,3 0-7 0,-3 1-31 15,0 1-32-15,-1 3-37 0,4-2-43 0,-4 2-46 16,3-3-29-16,-3 3-16 0,0 0-18 0,0 0-25 16,6 5-24-16,-4 1-32 0,-1-4-70 0,-1-2-224 15,4 5-664-15,-3-3 294 0</inkml:trace>
  <inkml:trace contextRef="#ctx0" brushRef="#br0" timeOffset="129306.53">19737 7000 247 0,'1'-4'349'15,"-1"2"-36"-15,0-3-34 0,0 5-31 0,3-3-29 16,-3 3-22-16,0 0-24 15,0 0-21-15,18 10-18 0,-8 4-7 0,2 3-20 16,5 12-7-16,1 4-4 0,5 14 3 0,-5 1-13 16,-8 4 0-16,4-1 3 0,-9 1-21 0,-3-1-5 15,-5 0-3-15,-1-2-5 0,-5 2-2 0,-9-3-2 16,3-16-10-16,-11 10 1 0,-6-2-2 0,-7-6-10 0,3-2-37 16,-5-1-43-16,-2-7-61 0,-3 5-87 15,-5-8-342-15,6-1-585 0,-5-10 259 0</inkml:trace>
  <inkml:trace contextRef="#ctx0" brushRef="#br0" timeOffset="130393">17126 8237 17 0,'0'0'185'0,"-6"-2"-16"0,6 2-17 0,0 0-11 16,-9 0-11-16,9 0-22 0,0 0-10 0,0 0-6 15,-9 2-6-15,9-2-7 0,0 0-5 0,0 0-12 16,0 0 0-16,0 0 0 0,0 0-8 0,0 0 5 15,0 0-3-15,-8 0 3 0,8 0-3 0,0 0 5 16,0 0-4-16,0 0 2 0,0 0-6 0,0 0-2 0,0 0-10 0,0 0-2 16,0 0-2-16,0 0-3 0,0 0-1 15,0 0-10-15,0 0-3 0,0 0 4 0,0 0-5 0,0 0-9 16,0 0 6-16,0 0-4 0,0 0 1 0,0 0 1 16,0 0-4-16,0 0 3 0,0 0 13 0,0 0 1 15,22 1 5-15,-14-1 3 0,2-1 1 0,3 1-2 16,2-3-1-1,8 2 1-15,6-3 3 0,5 0-4 0,4 2 4 0,17-6 1 16,10 1 1-16,32-7-2 0,-2 2-3 0,6 4 11 16,10-5 0-16,14 1 2 0,15-1 0 0,1 2-8 15,2-1 9-15,4-1-11 0,-1 3-3 0,-3-2-6 16,-5 1-1-16,-9 2-2 0,-14 4-3 0,-6-2-1 16,-17-2-1-16,-26 8 0 0,-2-6-8 0,-4 6 5 15,-1-3-2-15,-8 2-5 0,-15-2 6 0,-5 0-6 0,-3 2-1 16,-9 0 13-16,-6 0 33 0,1 2 44 0,-7-1 4 0,0 0 19 15,0 1 7-15,-2-3-2 0,1 2-11 0,-6 1-9 16,7-3-7-16,-7 3-14 0,5-2-15 16,-5 2-21-16,0 0-33 0,0 0-42 0,9 0-49 15,-9 0-51-15,0 0-51 0,0 0-93 0,0 0-93 0,0 0-259 16,0 0-671-16,0 0 298 0</inkml:trace>
  <inkml:trace contextRef="#ctx0" brushRef="#br0" timeOffset="136805.79">17775 8592 216 0,'-1'-3'279'0,"-3"-1"-11"0,4-1-7 0,0 5-13 0,0-6-12 16,0 6-21-16,-1-6-16 0,1 6-23 0,0-5-18 15,0 5-13 1,0 0-13-16,0-3-21 0,0 3-15 0,0 0-12 16,0 0-5-16,0 0-15 0,-9 9-5 0,1-2-8 0,2 3-1 15,-7 7-10-15,4 0-3 0,-9 4-3 0,4 2-3 16,-2 3-17-16,3-4 0 0,-2 4-5 15,6-8-1-15,-2-2 4 0,4 3-3 0,0-1 0 16,1-1 0-16,1-1-2 0,2-4-1 0,1-2 2 0,-1 1-1 16,3-2 2-16,0-2 7 0,0-2-5 0,3 0 5 0,1-2 12 15,1-1 3-15,4-2 1 0,3-2-1 0,5-4-6 16,1 0 1-16,-1-5-1 0,6-5 11 0,0 0-16 0,-3-5-3 16,-5-1 10-16,3-3-14 0,-2-3-2 15,-1-1 12-15,-5-2-12 0,-1 2-4 0,0-3-4 0,-7 6 2 16,-2-1 0-16,-7 2-3 0,2 6-5 0,-7 2 0 15,-7-4 0-15,-3 6-2 0,-5 3-1 0,1 5 2 0,-2 3-2 16,-4-2 1-16,-3 9-1 0,-2 0 3 0,0 3-2 16,1 4-2-16,2 1-12 0,3 2-20 0,2 3-18 15,2-2-22-15,5 5-24 0,4 4-30 0,7-5-32 0,7 1-36 16,4-4-38-16,4 1-215 0,7-1-491 16,2-3 218-16</inkml:trace>
  <inkml:trace contextRef="#ctx0" brushRef="#br0" timeOffset="137153.53">18311 8327 183 0,'0'-4'292'0,"1"-1"-20"0,-1 5-22 16,3-4-21-16,-3 4-25 0,0 0-19 0,1-4-23 15,-1 4-15 1,1-3-20-16,-1 3-15 0,0 0-14 0,0 0-9 16,0 0-11-16,-10 13-7 0,0-1-11 0,-6 10-5 15,2 2-4-15,-5 2-5 0,1 2-8 0,-2 4-3 16,-6 10 6-16,7-12-14 0,1 13-2 0,4-9-1 15,5 0-1-15,2-3-4 0,3 1 2 0,4-3-3 16,1-3 1-16,3-6 4 0,5 4-6 0,1-7-1 16,9 1-1-16,-1-7-19 0,0-3-35 0,1 0-53 0,13-4-60 0,-1-2-70 15,-3-5-206-15,-9 1-463 0,0-3 206 0</inkml:trace>
  <inkml:trace contextRef="#ctx0" brushRef="#br0" timeOffset="137638.25">18354 8514 107 0,'0'-6'287'0,"4"-3"-29"0,1 4-24 16,-1-2-25-16,5 2-23 0,1 1-17 0,-1 1-12 0,1 0-22 15,3 3-13-15,0 3-18 0,1 0-8 0,-1 4-9 16,-3-1-12-16,5 2-7 0,-3 6-9 0,-2 1-2 0,-2-1-9 16,-2 2 1-16,-1 1-4 0,-2 2-7 0,-2 2-1 15,-2-4 0-15,-2 3-4 0,-2 1-2 16,-3 2-1-16,-4 2-4 0,1-8 0 0,1-2-1 16,-1 0-2-16,-1-3 3 0,3-3 7 0,3-1 10 0,-2-4-2 0,3 1 11 15,1 0 9-15,-1-1 18 0,1-1 16 0,4-1 19 16,0-2 9-16,0 0-16 0,0 0-10 0,0 0-10 15,12-19-10-15,1 4-11 0,2-1 0 0,4-5-16 16,3-1-4-16,2 0-8 0,-1-1 4 0,1 2-17 16,-4 1 14-16,1-1-15 0,-7 7 0 0,0 2 10 15,-1 3-14-15,-3 1-3 16,-2 2-3-16,1-1-9 0,-5 4 11 0,2-1-13 16,-2 2-4-16,-1 0-10 0,-3 2-9 0,0 0-2 15,0 0 18-15,3 7-15 0,-6 1 1 0,-1 3 9 16,-1 1-4-16,-3 5-1 0,2-1 8 0,2 4-1 15,-3 0 1-15,1-2 1 0,1 0-2 0,0 1-12 16,1-3-24-16,0 0-19 0,1-2-21 0,2-3-28 16,1 0-32-16,0-1-33 0,4-1-49 0,1-4-54 0,3-2-242 0,2-2-562 15,-1 2 249-15</inkml:trace>
  <inkml:trace contextRef="#ctx0" brushRef="#br0" timeOffset="137853.94">18986 8661 259 0,'1'-3'334'0,"-1"3"-30"0,0-6-27 16,0 6-24-16,0 0-33 0,0 0-25 16,0 0-19-16,0 0-19 0,0 0-18 0,0 0-14 15,0 0-12-15,-12 16-13 0,6-6-7 0,-1 2-15 0,-1 2-3 16,-3 1-8-16,1-2-7 0,0 3-5 0,1-1-8 0,0 0-14 15,-2-2-25-15,2 2-31 0,-2-3-34 0,5 1-43 16,-3-4-39-16,4-1-52 0,-3-1-252 0,4-4-481 0,-1 1 213 16</inkml:trace>
  <inkml:trace contextRef="#ctx0" brushRef="#br0" timeOffset="138339.72">19103 8443 236 0,'0'0'259'0,"0"0"-17"16,0-4-20-16,0 4-21 0,0 0-18 0,0 0-20 15,3-3-19-15,-3 3-14 0,0 0-14 0,0 0-14 16,0 0-10-16,0 0-8 0,0 0-8 0,11 0-9 16,-11 0-4-16,9 3-11 0,-1-1-4 0,-2 0-4 0,2 1-6 0,1 2-4 15,0 0-2-15,1 2-8 0,-1-2-1 0,0 5-1 16,1-3-4-16,-2 5-2 0,-2 2-2 0,-1-2 0 16,0 3 0-16,0 2-3 0,-3 0-1 0,0 1 0 15,-6 0 5-15,2 6-5 0,-6 3-4 0,-1-3 2 16,-2 0 1-16,-3-1-3 0,-3-2 0 0,3-7 1 15,-3 6 2-15,2-6 1 16,6 1 3-16,-5-5 1 0,5-2 2 0,0 0-5 16,0-4-1-16,4 1 3 0,4-1 6 0,-3 0 10 15,0-1 13-15,4-3 12 0,-4 3 6 0,4-3-2 16,0 0-2-16,0 0-6 0,17-3-4 0,-3 0-5 16,0-2-4-16,7-2-5 0,-1 2-2 0,4-3-2 15,-3 2-10-15,0-1 6 0,0 2-13 0,-1-1-26 16,-1-1-29-16,-2 3-37 0,-3 1-44 0,-2-4-49 0,4 0-59 0,-8 2-256 15,-3 0-529-15,-1 0 234 0</inkml:trace>
  <inkml:trace contextRef="#ctx0" brushRef="#br0" timeOffset="138687.29">19125 8628 168 0,'0'0'237'0,"-12"0"-12"0,12 0-8 16,-6 0-9-16,6 0-14 0,0 0-13 0,-5-1-1 15,5 1-23-15,0 0-15 0,0 0-12 0,0 0-10 16,0 0-9-16,20-7-12 0,-7 5-9 0,6-1-10 0,3 2-6 15,5-4-10-15,3 2-4 0,-4-2-6 16,2 3-7-16,0 0-3 0,-1-3-4 0,1-1-6 16,-6 5-3-16,-3-2 12 0,0 2-17 0,-10-1-1 0,1-1 7 0,-1 3 5 15,-5-1 3-15,3 0-1 0,0 1 3 0,-7 0-5 16,7-2-4-16,-7 2-3 0,6-3-14 0,-6 3-20 16,0 0-23-16,1-2-29 0,-1 2-28 0,0 0-32 15,0 0-26-15,-14-2-37 0,5 0-55 0,4 1-191 0,-1-1-459 16,1 0 204-16</inkml:trace>
  <inkml:trace contextRef="#ctx0" brushRef="#br0" timeOffset="139025.81">19458 8346 181 0,'2'-4'305'0,"-2"4"-33"15,2-2-31-15,-2 2-26 0,0 0-26 0,0 0-17 16,14 4-16-16,-5-1-22 0,0 6-12 0,6 3-15 16,6 7-9-16,1 2-7 0,-2 2-7 0,1 5-8 15,7 10-3-15,-12-7 0 0,-2 2-5 0,0 9-7 16,-9-6 2-16,-3 1-6 0,-5 8-3 0,-1-10-6 16,-8-1-8-16,0 1 1 15,-2-3-1-15,-7-1-1 0,-3-5-2 0,-1 0 0 16,-6-2-1-16,4-2-6 0,-1 0 0 0,-1-3-1 15,2-3 0-15,-1 2 0 0,0-6-1 0,1 0-4 16,1 0-5-16,7-6 5 0,6 0-2 0,3-1-5 16,-3-4 2-16,8 3 0 0,-1-3-4 0,1 0 3 15,5-1-10-15,0 0-39 0,-7-5-46 0,7 5-57 16,16-12-56-16,-1 1-75 0,8-6-215 0,0 0-518 0,4-1 230 0</inkml:trace>
  <inkml:trace contextRef="#ctx0" brushRef="#br0" timeOffset="139713.03">20624 8046 137 0,'0'0'198'0,"-3"-5"-17"16,3 5-14-16,0 0-11 0,0 0-18 0,0 0-14 0,0 0-13 0,0 0-12 16,0 0-5-16,0 0-6 0,0 0-8 0,0 0 5 15,0 0-4-15,0 0-3 0,0 0 5 0,0 0 9 16,0 0 0-16,0 0 0 0,0 0 0 0,0 0 3 15,0 0-7-15,0 0-7 0,0 0-3 0,0 0-8 16,0 0-5-16,19 1-6 0,-7-1-4 0,6-1-6 16,2 0-7-16,7 1 0 15,1 0-3-15,0 1-7 0,-1-2-4 0,4 0-1 16,-3-1 0-16,-8 1-6 0,0 0-2 0,-3-2 2 16,-4 3 3-16,-1 0-8 0,-2 0 7 0,-2 0 1 15,-2-3 0-15,0 3-3 0,-6 0 0 0,9 0-2 0,-9 0-5 0,0 0-7 0,9 0-18 16,-9 0-24-16,5 0-30 0,-5 0-23 0,0 0-25 15,0 0-35-15,0 0-71 0,-19 7-235 16,11-6-491-16,-2 2 218 0</inkml:trace>
  <inkml:trace contextRef="#ctx0" brushRef="#br0" timeOffset="140029.34">20666 8262 166 0,'0'0'264'0,"0"0"-9"16,0 0-25-1,15 2-15-15,3-2-21 0,2-1-19 0,11 0-21 16,6-3-13-16,0 0-14 0,13 1-12 0,1 0-13 15,-13 1-9-15,2-1-8 0,-8 0-11 0,0 0-8 0,-4 0-4 16,-6 1-8-16,-5 1-4 0,-5-1-6 0,-1 2-4 16,-4 0-1-16,-2-1-5 0,4 1-9 15,-4 0 0-15,-5 0-11 0,0 0-16 0,0 0-24 16,0 0-25-16,0 0-30 0,-29 1-49 0,16-1-54 0,0 0-212 0,3 2-427 16,-1-2 190-16</inkml:trace>
  <inkml:trace contextRef="#ctx0" brushRef="#br0" timeOffset="143399.24">23151 7074 43 0,'-2'-3'218'16,"2"3"-16"-16,-2-5-2 0,2 5-2 0,0-5-4 15,0 5-5-15,0 0-5 0,0-4-10 0,0 4-8 16,0 0-10-16,0-5-9 0,0 5-14 0,0 0-13 0,0 0-14 16,0 0-4-16,0 0-21 0,0 0-11 15,0 0-9-15,0 0-12 0,0 0-16 0,0 0-4 0,0 0-5 0,2 13-3 16,-2-4-2-16,2 3-1 0,-2 5-2 0,0 1-3 15,3 3 2-15,-1 4-4 0,-2 1 1 0,4 1-3 16,-3-2 0-16,3-5-2 0,-2 5 7 0,1 0-6 16,0-5-2-16,3-2 0 0,-2 0 0 0,1 0 2 15,-1-7-3-15,1 1 12 0,3-1-11 0,-2-2-3 16,2 0 3-16,0-1 1 16,-2-1 0-16,4-2 4 0,0-1-2 0,-1-2 5 15,3 1 8-15,-1-3 21 0,1-2 8 0,1 0 7 16,-2-1 0-16,6-7 5 0,-2 2 5 0,2-5-10 15,4-4 16-15,-4-4-18 0,2 1-9 0,-2-3-5 16,2-3 3-16,-4 0-10 0,2 1 12 0,-3 0 6 16,-1 0 20-16,-2 3-15 0,-1 4-7 0,-2 0 1 15,0 1 12-15,0 2-8 0,-1 1 6 0,-2 2-3 0,-1 2 0 0,1 0 0 16,-1 3 9-16,-3 0-2 0,3 2 3 0,-2 1-10 16,0-2-3-16,-2 3-3 0,0 3-10 0,2-4-9 15,1 2-8-15,-3 2-2 0,1-5-3 0,-1 5-6 16,0 0-7-16,0-5-13 0,0 5-15 0,0 0-15 15,0 0-5-15,0 0 9 0,0 0 1 0,0 14-4 16,-1-7-3-16,-2 3 9 0,1 1 5 0,0 1 3 0,-1 2-1 0,-1 5 6 16,0-1-8-16,4 0 10 0,-5 8 3 0,1-8-3 15,4 3 1-15,-9 4 17 0,8-6-4 0,-1 0-8 32,2-2 1-32,-2 0-1 0,2-4 5 0,-2 2-1 15,2 0 4-15,-2-6-5 0,4 3 0 0,-2-2-1 16,0-1 3-16,0 0 9 0,2-3-8 0,-2-1-8 0,0-1 23 15,0-1 6-15,2 1-20 0,-2-4 9 0,0 3 1 0,0-3-7 16,10 3 12-16,-3-3-7 0,10-3 5 0,6 0-1 16,5-4-14-16,8-2-55 0,12-7-80 0,-10 3-99 15,15-4-133-15,-7-7-294 0,-11 6-718 0,-8-1 319 16</inkml:trace>
  <inkml:trace contextRef="#ctx0" brushRef="#br0" timeOffset="147329.79">24052 7320 179 0,'0'-4'297'0,"0"4"1"0,0-8-29 16,1 5-21-16,-1 3-24 0,3-5-12 0,-3 5-31 16,2-1-19-16,-2 1-15 0,0 0-18 0,4-5-11 15,-4 5-17-15,0 0-11 0,4 0-12 0,-4 0-7 16,0 0-6-16,12 5-9 0,-10-1-7 0,6 0-6 16,-2 5-2-16,-2-1-6 0,1 2-5 0,-1 2 0 0,0 2-8 0,-3 0 3 15,-1 1-3-15,0 2-1 0,-1 1-1 0,-7-1-9 16,4 3 4-16,-3-3-2 0,-2 0-1 15,-3-2-1-15,6-1 0 0,-3 2-1 0,4-6-1 16,-3 0-1-16,3-2-1 0,-1-2-1 0,3-1 2 0,-2-2-1 16,1 2 6-16,2-1-1 0,-1-1 29 0,3-1 27 15,0-2 20 1,0 0 26-16,0 0-4 0,0 0-14 0,0 0-8 16,9-14-11-16,2 0-5 0,2-1-9 0,9-2-13 0,0-5 0 15,0 0 6-15,3-2-17 0,1 2-16 0,-2 3 13 16,-1-1-7-16,-4 2-6 0,-4 3 7 15,-2 7-3-15,-4-1-17 0,1 4 10 0,-2-2 0 0,-3 2 2 16,-1 4-7-16,0-3-20 0,-2 2 6 0,3 1-16 16,-5 1-1-16,0 0-2 0,-1 8 11 0,-5 1-8 0,-2 4 4 15,-1 2 4-15,-3 2 2 0,2 1-5 0,0-1 5 16,-2 4 0-16,5-3-2 0,3 0 2 0,0-1 5 0,4 1-8 16,4 0 1-16,3-4 5 0,7-2-16 15,12 0-46-15,4-4-48 0,7 1-88 0,16-7-103 16,1-4-338-16,4-6-692 0,2-1 307 0</inkml:trace>
  <inkml:trace contextRef="#ctx0" brushRef="#br0" timeOffset="148565.41">25583 7008 247 0,'0'0'304'0,"1"-5"-5"15,-1 5-5-15,-1-7-19 0,1 7-13 0,0-2-20 16,0 2-25-16,0 0-20 0,0 0-28 0,1-6-18 16,-1 6-13-16,0 0-17 0,0 0-19 0,0 0-7 0,0 0-18 15,0 0-6-15,0 14-12 0,0-6-3 16,-1 3-5-16,-2 6-5 0,3-1-8 0,-1 4-2 0,-2 6 4 0,1-1-12 15,1 0-17-15,-2-1-2 0,3-3 1 0,-1-1 2 16,-2 0-5-16,2-2 4 0,1 1-7 0,1-4 5 16,2 1 8-16,-2-4-9 0,2-2 1 0,-2 0-1 15,4-2 1-15,-4 1-4 0,2-4 1 0,-2-1 3 16,0 3 5-16,3-4 9 0,0 0 18 0,1 0 24 0,4-3 10 16,0 0 8-16,0-3 4 0,4 0-8 0,-3 0 1 0,6-8-5 15,-1 0-6-15,3-2-4 0,3-4-5 0,0-3-7 16,-1-1-8-16,-2-1-8 0,1 1-3 0,-2-1 0 15,-2-1-3-15,-2 6 17 0,-3 0 10 0,2 0 8 16,-4 1 15-16,0-1 9 0,-1 3 9 0,-2 3-6 16,-1 1 3-16,0-1 2 0,-1 2 1 0,0 1-1 15,-2 3-12-15,1-2-7 16,1 4-12-16,-1 0-3 0,0-1-9 0,-1 1-6 16,-1 3-4-16,2-5-6 0,-2 5-6 0,1-4-6 15,-1 4 2-15,0 0-8 0,1-3-5 0,-1 3 2 16,0 0-3-16,0 0-2 0,2-4-1 0,-2 4-2 15,0 0 0-15,0 0 7 0,0 0-7 0,0 0-3 16,2-3 4-16,-2 3 2 0,0 0-1 0,0 0 1 16,0 0 2-16,0 0-5 0,0 0 3 0,0 0 4 0,0 0 4 0,0 0-3 15,0 0 0 1,0 0 2-16,0 0-3 0,0 0-2 0,0 0 2 16,0 0-1-16,0 0 0 0,0 0 6 0,0 0 4 15,0 0 6-15,0 0 12 0,0 0 0 0,0 0-3 16,0 0 7-16,1-4-5 0,-1 4-3 0,0 0-6 15,2-5-4-15,-2 5 1 0,0-3-7 0,0 3 1 16,0 0-3-16,1-5-5 0,-1 5 3 0,0 0-2 0,0 0-7 16,1-4 0-16,-1 4-1 0,0 0 4 0,2-4-5 15,-2 4-1-15,0 0-2 0,0 0 2 0,0 0-7 16,0 0 1-16,0 0-7 0,0 0 1 0,0 0-4 16,0 0-1-16,0 0-18 0,0 0-16 0,0 0-22 15,0 0-30-15,0 0-3 0,0 0 9 0,-3 16 6 0,-1-4 8 0,2-1 11 16,-4 6 5-16,0 3 7 0,-2 4 7 0,1 4 1 15,2-3 4-15,-3 3 5 0,3-3 6 0,1 0-1 16,-1 0 5-16,4-7 5 0,1 2 1 0,0-3 1 16,-2 0 5-16,2-1 0 0,2-3 3 0,2-5 1 15,-2 3 2-15,2-2 4 0,2 1 1 0,2-4 4 16,7 0 4-16,2 2-1 0,2-5 0 0,2-2 3 16,9-1-6-16,-2-1-33 0,4-2-44 0,-2-1-70 0,5-7-88 0,-6 0-99 15,3-4-134-15,-6-5-362 0,-3 1-897 0,4-2 396 16</inkml:trace>
  <inkml:trace contextRef="#ctx0" brushRef="#br0" timeOffset="149273.24">26231 7132 194 0,'0'0'283'0,"0"0"-18"16,0 0-27-16,-3-3-21 0,3 3-24 0,0 0-21 16,0 0-20-16,0 0-15 0,0 0-16 0,0 0-14 15,0 0-10-15,0 0-2 0,0 0-17 0,-1 10-12 16,2-4-5-16,3-2-1 0,0 2-4 0,0 0-7 0,3 0-4 15,2 4-3-15,-1-2-5 0,2-1 1 0,8 2-3 16,0-3-3-16,-1 2-1 0,0-2 5 0,-1 0-9 16,2-1-7-16,-7-1 0 0,3 0 0 0,-5-3-2 0,0 3-3 15,0-3-1-15,-4 2-1 0,0 1-1 16,-1-4 8-16,-4 0 3 0,8 3 1 0,-8-3-3 16,5 1 1-16,-4 2 1 15,-1-3 1-15,0 5 8 0,-5 0-10 0,-1 4-2 16,-4-1-2-16,-1 4-4 0,-5-3 2 0,-1 5-2 15,2-1 6-15,0-1-10 0,-1 1 0 0,4 1-7 0,-3 1 6 16,2-2-4-16,2 0-2 0,1-5 2 0,2 1-3 16,-1 0 4-16,4-1-4 0,1-3-2 0,0-1 6 15,2 2-2-15,-1-2 2 0,2-1-1 0,-2 0 17 16,3-3 18-16,3 5 17 0,1-2 5 0,2-3 5 0,3 2-5 16,3-3-7-16,2 1-3 0,5 0-8 0,0-2-3 15,11-1 1-15,-4-1-8 0,-3 3-4 0,-1-1 2 16,6-2-8-16,0 2 2 0,-9-2 11 0,-2 1-19 15,-4 3-2-15,-2-2-4 0,-4 1 5 0,-1 1-1 16,1-1 17-16,-2 0-22 0,1 0-2 0,-6 1-1 16,8-2-17-16,-8 2-14 0,0 0-38 0,2-4-34 0,-2 4-31 15,0 0-33 1,-15-2-43-16,9 2-40 0,-2-3-62 0,-1 1-219 16,0-1-564-16,3-1 250 0</inkml:trace>
  <inkml:trace contextRef="#ctx0" brushRef="#br0" timeOffset="149599.01">26323 7357 57 0,'-5'0'281'0,"5"0"-6"0,0 0-7 15,-11 0-13-15,11 0-7 0,-5 3-7 0,5-3-14 16,0 0-12-16,0 0-24 0,0 0-14 0,0 0-14 16,21 0-16-16,-2-3-9 0,4 2-20 0,8-1-5 0,4 0-7 15,1-1-18-15,4-1-11 0,11 1-4 0,-11 0-4 16,-5-1-11-16,2 1-3 0,-5 0-3 16,-12 2-9-16,-1-2-1 15,-6 2 9-15,-2 0-6 0,-3 0-5 0,-1 0-9 0,0 0-1 16,-1 1-11-16,-6 0-14 0,4-2-29 15,-4 2-16-15,0 0-46 0,-17 5-43 0,4-4-50 16,-2-1-70-16,-3 1-300 0,4 2-594 0,0-3 262 16</inkml:trace>
  <inkml:trace contextRef="#ctx0" brushRef="#br0" timeOffset="154445.79">23122 8606 215 0,'0'-5'263'16,"0"0"-4"-16,0-1-10 0,0 0 1 0,2 1-11 0,-2 0-5 15,0 0-12-15,0 5-6 0,0-8-9 0,0 5-13 0,0 3-13 16,2-4-24-16,-2 4-17 0,0 0-12 0,0-7-14 15,0 7-18-15,0 0-17 0,0 0-3 0,0 0-10 16,0 0-14-16,0 0-3 0,2 14-4 0,-2-6-9 16,0 8-2-16,0 2-3 0,0-1-7 0,0 10-1 15,-4 1 1-15,4 1 0 0,0-3-6 0,-2 0-2 16,2 0 1-16,-2 0-6 16,4-6-2-16,0 0 7 0,-2-3-2 0,4 2-5 15,-4-2-2-15,5-3 0 0,-1-1 0 0,-2-2 2 16,1-1-2-16,2-3 1 0,-1 2 3 0,1-5 2 15,-1 2 11-15,1-3 20 0,0 1 19 0,4-3 13 16,3-1 5-16,1-1 2 0,1-3 1 0,1-3-5 16,4 1-4-16,0-5-6 0,4 0-5 0,2-5-5 15,-2-1-8-15,0-1-4 0,-2 0-7 0,1-4-2 0,2-2-2 0,-3-1-10 16,-2 0 1-16,-2 0 7 0,-2 1-12 0,-1 0-1 16,0 0-2-16,-1 1-3 0,-6 2 18 0,1 4 0 15,-1 0 0-15,-1 0 0 0,-4 2 3 0,2 4 5 16,-4-2 3-16,0 3-3 0,2-2-7 0,-4 2-2 15,2 3 0-15,-4-2-12 0,2 5-5 0,-4-4-5 16,2 6-8-16,-3-3-2 0,2 3-8 0,-1 1-2 0,-6 2-4 0,3 2 2 16,-1 1-2-16,0 2 0 0,0 0-1 0,1 5 2 15,0-4-1-15,2 4-4 0,2 0-5 0,0 0-2 16,4 1-2-16,1 0 4 0,1-2-3 0,6 2-3 16,2 0-14-16,5 0-28 0,2-2-43 0,9-3-69 15,3 0-83-15,2-5-105 0,2-1-368 0,-1-2-800 16,-3-2 354-16</inkml:trace>
  <inkml:trace contextRef="#ctx0" brushRef="#br0" timeOffset="155196.5">23660 8867 50 0,'1'-9'316'0,"4"6"-10"16,-5-3-13 0,3 2-8-16,-1-1-24 0,1 0-19 0,1 2-20 15,0-1-17-15,1 1-22 0,2-2-19 0,-2 1-18 0,3 3-18 0,0 0-14 16,1-2-9-16,-2 3-17 0,1 0-7 0,4 4-13 16,-1 0-3-16,-1 3-8 0,-1 0-4 0,0 2-5 15,0 1-3-15,-6 0-3 0,3 5-5 0,-6 1-1 16,0 4-2-16,-2-2-5 0,2 0-2 0,-7 1-3 15,-6 1 4-15,3-1-11 0,0-2 6 0,0-2-6 16,-3-1-4-16,5-4 1 0,-1-1-1 0,0-1 1 16,3 1 1-16,2-4-1 0,0-2 6 0,0 1 43 0,2-2 14 15,-1 1 44-15,3-3 24 0,0 0-2 0,0 0-11 0,0 0-18 16,7-12-10-16,0 3-11 0,5-4-7 0,2-1-5 16,6-5-12-16,0-1-4 0,-1 0-11 15,1-1-5-15,-1 1-6 0,-1 1-7 0,-4 5 0 0,-2 0-3 16,-3 6-1-16,-3-1 15 0,1 4-5 0,-2-2-6 15,-2 4-5-15,2 0-4 0,-2 1-7 0,1-1-14 16,-2 1-26-16,-2 2-3 0,0 0-2 0,0 0 5 0,-3 12 1 16,-1-3 3-16,-3 2 2 0,1-1 3 15,1 4 4-15,1 1 4 0,0 2-3 0,3 1-6 16,1-1-1-16,4-1-4 16,5 0-17-16,3-1-30 0,5-3-49 0,11 0-77 0,6-3-94 15,6-6-121-15,-3-1-334 0,3-3-800 16,12-7 354-16</inkml:trace>
  <inkml:trace contextRef="#ctx0" brushRef="#br0" timeOffset="157428.43">25584 8446 194 0,'0'-4'238'0,"0"1"-13"0,0 3-7 0,1-9-9 15,-1 5-12-15,0 2-10 16,0 2-12-16,0-7-5 0,0 7-12 0,0 0-13 15,4-3-13-15,-4 3-10 0,0 0-17 0,0 0-8 16,0 0-6-16,0 0-21 0,0 0-11 0,0 0 1 0,0 0-10 16,3 11-6-16,-3-1-4 0,0 2-5 0,-3 6 2 15,3 2 0-15,-4 6-6 0,3 0-3 0,-3 1-1 16,3 1-6-16,-4 0 1 0,1-1-6 0,0 4 0 16,3-5-1-16,-1-1-2 0,2-5 0 0,-2-1-2 0,2 0-1 15,0-3 0-15,0 1-5 0,2-5 3 0,-2 0 5 16,2-2-5-16,-1-1 5 0,2-1 23 0,-2-4 16 0,2 1 22 15,-2 1 32-15,5-6 7 0,-2 3 8 0,1-3 6 16,-5 0 2-16,18-3-7 0,-9-3-6 0,0 0-15 16,10-6-4-16,-3-2-11 0,4-6-12 0,0-5-4 15,2 2-10-15,-1-4-9 0,2 0 0 0,0-3 1 16,1 2-15-16,-1-1-3 0,-3 1 0 0,-2-1-4 0,0 2-3 16,-5 3-2-16,0 1 22 0,-6 6 2 0,0 0 4 15,2 2 8-15,-4 2 6 0,-3 2 4 0,2 1 2 16,-4 2-5-16,0 1-4 0,0 2-9 0,0 0-8 15,0 0-16-15,-2 2-12 0,-2 1-11 0,4 2-7 16,-13 0-2-16,4 5-12 16,-1 0 2-16,-2 3-5 0,2 1 13 0,0 4-25 15,-1 0-17-15,1 0-8 0,3 1-2 0,3 1-3 16,-1 2-4-16,6 1-8 0,3 0-11 0,2-2-10 16,3-1-36-16,5 1-35 0,0-2-56 0,3 0-71 15,7 0-85-15,-6-6-320 0,9 2-750 0,-8-6 332 16</inkml:trace>
  <inkml:trace contextRef="#ctx0" brushRef="#br0" timeOffset="157913.51">26224 8679 272 0,'-5'-1'316'0,"5"1"-23"0,0 0-17 16,0 0-27-16,-4-4-22 0,4 4-23 0,0 0-16 15,0 0-23-15,0 0-15 0,0 0-16 0,0 0-12 0,0 0-18 16,0 0-7-16,0 0-11 0,0 0-10 0,0 0-7 16,0 0-4-16,16 5-12 0,-11-2-7 0,-1 0-6 0,3 0-1 15,0 1-5-15,-1 0-5 0,3 2-5 0,0 0-1 0,-1 1-1 16,-1 2 0-16,1 2 2 0,-2-2 1 15,0 0-3-15,-3 3-2 0,3 4-1 0,-4 0-3 16,-1 1-2-16,-2 0 4 0,-4-2 0 0,0 3-6 0,-3-1 4 16,-1-1-5-16,0 0 1 0,-2-2-1 0,-2 2 2 15,0-3-1-15,2-1 4 0,-1 1-1 0,3-8-1 0,-1 4-2 16,1-4 2-16,3 0 0 0,3 0-4 0,-1-1 1 0,-2 1-1 16,4-3 3-16,0 1 3 0,0-1 3 0,2-2 11 15,0 0 11-15,6 3 4 0,5-3-1 16,2-2-7-16,6 1 1 0,11-1-10 0,-1-3 1 15,3-1 0-15,0 1-2 0,1 0-5 0,-3 1-1 0,0-1 3 16,-3-1-17 0,-5 3-23-16,-4 0-16 0,-3 2-24 0,-5-5-24 15,1 2-18-15,-4 2-37 0,0-2-37 0,-4 3-36 16,-1-5-44-16,-2 6-62 0,-8-7-172 0,4 3-525 0,-6 0 232 16</inkml:trace>
  <inkml:trace contextRef="#ctx0" brushRef="#br0" timeOffset="158251.94">26236 8831 30 0,'-13'0'277'0,"5"2"-12"16,0 0-10-16,2-2-10 0,6 0-15 0,-9 0-10 16,9 0-12-16,-5 0-14 0,5 0-15 0,0 0-6 15,0 0-4-15,0 0-6 0,14 3-3 0,0-3-23 16,8-2-9-16,8-1-11 0,5-2-12 0,2 2-2 0,13-6-13 16,-8 7-8-16,-3-4-3 0,-1-1-9 0,-1 3-1 0,-2-2 3 15,-5 0-7-15,-12 3 3 0,1 3-4 0,-10 0 7 16,-1-1-2-16,1-2 0 0,-3 3 7 0,-2-2-17 15,-4 2-5-15,9 0-9 0,-9 0-12 0,5-1-10 16,-5 1-26-16,0 0-17 0,0 0-27 0,0 0-41 16,0 0-36-16,0 0-41 0,-11 7-50 0,4-7-60 15,7 0-322-15,-10 3-646 0,10-3 285 0</inkml:trace>
  <inkml:trace contextRef="#ctx0" brushRef="#br0" timeOffset="159733.01">22576 7112 171 0,'0'0'199'0,"0"-5"-11"0,0 5-5 0,0 0-15 0,3-4-7 0,-3 4-16 15,0 0-12-15,0 0-17 0,0 0-11 16,0-5-10-16,0 5-13 0,0 0-12 0,0 0-15 0,0 0-6 16,0 0-7-16,0 0-5 0,-3 22-10 0,3-5 3 15,-4 9-6-15,3 6 1 0,-8 14-3 0,3 7-4 16,-5-2-1-16,-1 29-5 0,0 2 3 0,3-21 4 15,-1 23-4-15,1 0-3 0,3-3 2 0,2-21-4 0,-6 21 1 16,3-24 0-16,1 2 5 0,3-3 12 0,-3 0-2 16,0 3 2-16,1-3 10 0,1 1 7 0,-1 0-7 15,-2-2 0-15,3 0 3 0,-2-3-5 0,0 1 1 0,-2-4-3 16,0-2 0-16,-2-1 1 0,2-14 0 0,2 4 2 16,-2-4-7-16,2 0-4 0,1-1 2 15,-3-1-2-15,0 0 7 16,6-4-1-16,-1-8 1 0,-2-1-4 0,0-1-2 15,4-3-1-15,-2 3-1 0,3-6-5 0,-1-3 2 0,-2 0-2 16,2 1 0-16,1-4 4 0,0 2 10 16,0-1-14-16,0-1-1 0,-2-2-1 0,2-2-4 15,-2 4 1-15,2-4-3 0,0 6 1 0,0-6-1 0,-1 5-1 16,1-5 0-16,0 5 5 0,0-5-7 0,-3 1-5 16,2 3 2-16,1-4-2 0,0 5 4 0,0-1-4 0,0-4 3 15,0 4-5-15,0-4-1 0,0 0-1 0,0 5 6 16,0-5 1-16,0 0-15 0,0 4-8 0,0-4-19 0,0 0-24 15,0 0-27-15,0 0-35 0,0 0-64 16,0 0-314-16,0 0-540 0,-5-12 239 0</inkml:trace>
  <inkml:trace contextRef="#ctx0" brushRef="#br0" timeOffset="161143.62">27405 6992 156 0,'0'-5'208'15,"0"5"-9"1,0-5-8-16,0 5-8 0,1-3-14 0,-1 3-11 16,0 0-18-16,0 0-16 0,0 0-11 0,-2-7-15 15,2 7-9-15,0 0-13 0,0 0-8 0,0 0-10 0,0 0-6 16,0 0-4-16,0 0-12 0,2 22-7 0,-2-11 0 16,2 6-7-16,-5 3 0 0,2 7-2 0,-2 3-1 15,1 0-3-15,-7 16-4 0,4 0 3 16,-3 0-3-16,4 3-3 0,-2-3 0 0,1 4 2 0,0-1 0 0,-2 3-2 15,3 0 2-15,-1-2-4 0,1 2 3 0,1-1-3 16,-4-3-1-16,3 0 0 0,-1-2 2 0,1-10-3 16,-1 0-4-16,-1 0 4 0,-2-2 0 0,3-1-3 15,-3-1 13-15,0-2 6 0,1 1-4 0,1-1 2 16,-1 3-2-16,0-5 2 0,0 0 0 0,1 2-3 16,-2-4-5-16,0 2 6 0,1-1 4 0,-1 0 0 0,3-1 1 0,-3-1 1 15,1 3 0-15,2-2-1 0,-2-1 5 0,5-5 2 16,-3-2 1-16,2-2-3 0,-1 1-1 0,4 3 1 15,-1-6 0-15,1-2-3 0,-5 5 1 0,1-2-6 16,7-1 4-16,-6-2-2 0,3 0-3 0,0 0-3 16,-4 0 2-16,4 0-3 0,0 1 0 0,0-3-1 15,-1 1-3-15,0 2-2 16,-1-1-1-16,2-5 3 0,-2 4-5 0,-1-2 1 16,2 0 9-16,0 0-8 0,-1 2-5 0,2-4 0 15,-2 5 2-15,2-4-4 0,0 2 1 0,-3-3 1 16,3-1-1-16,0 0 0 0,-1 0 0 0,-3 2 3 15,4-3 1-15,0 2-4 0,-2 0 1 0,-1-2-1 16,3 0-1-16,0 1 2 0,0 0-1 0,0-1 0 16,-1-1 1-16,1 1-3 0,0 2 1 0,-3-4 1 0,3 3 0 0,0-1 1 15,-1-1-3 1,1 0 2-16,-3 1-1 0,3 0 0 0,-1 0 2 16,1-1 0-16,0 1-2 0,0 0-1 0,-1 1 0 15,1-2 4-15,-3 3-4 0,3-6-1 0,-1 4 4 16,1 0-2-16,-3-1 0 0,3 0 1 0,0 1 1 15,-1-1-1-15,1-4-2 0,0 6 4 0,1-1-6 16,-1-3 6-16,-1 3-4 0,-2-1-3 0,3-4 6 0,0 8-1 16,-2-4-1-16,2-4 3 0,0 8-4 0,-1-6 4 15,1 4-4-15,0-6 2 0,-3 2-1 0,3 1 0 16,0 3 2-16,0-6-2 0,0 0 3 0,0 6-1 16,0-6-4-16,-1 5 2 0,-2-4-3 0,3-1 4 15,0 0-2-15,0 6 1 0,0-6 2 0,-1 4-2 16,1-4 2-16,0 0-2 0,0 5-2 0,0-5 4 0,0 0 2 0,0 5 0 15,0-5-4-15,0 0-1 0,0 0 4 0,1 2-3 16,-1-2 5-16,0 0-4 0,0 0 2 0,0 0-1 16,0 0-2-16,0 0-20 0,0 0-21 0,0 0-58 15,0 0-84-15,0 0-315 16,0 0-539-16,-1-23 239 0</inkml:trace>
  <inkml:trace contextRef="#ctx0" brushRef="#br0" timeOffset="165298.41">3451 12209 52 0,'0'0'124'0,"0"0"-15"0,0 0 0 0,0 0-1 0,0 0-1 16,0 0 8-16,0 0-3 0,1-12 0 0,2 7-6 16,-3 5 5-16,1-6 5 0,-1 1-6 0,0-1-3 0,0 3-2 15,1-2-2-15,-2-2-2 0,2 5-5 0,-1-2-7 16,0 4-5-1,3-8-4-15,-3 5-4 0,0 3-6 16,0-5-4-16,0 5-9 0,0-6-5 0,0 6-7 0,0 0-5 16,0-3-9-16,0 3-1 0,0 0-20 0,0 0-16 15,0 0-5-15,0 0 2 0,0 0-2 0,4 19-2 16,-3-9 6-16,-1 7-2 0,3 4-2 16,-3 5 6-16,0 5 0 0,0 2 2 0,0-2-3 15,1-1 5-15,-1 1-1 0,-1-2 16 0,2 0-4 0,-1-5 0 0,1 3 4 16,-1-8-4-16,0-3-5 0,3 0 4 0,-3-4 3 0,0 2-6 0,-3-6-1 15,3 0 0-15,0-1 1 0,3-3 8 0,-6 1 28 16,3-1 35-16,0 1 36 0,0-5 42 0,0 0 28 16,0 0-20-16,0 0-22 0,0 0-9 0,-1-14-12 15,0 3-15-15,1-5-9 0,-3 0-13 0,3-2-5 16,0-1-11-16,3-7-4 0,-3-4-1 0,0 1-17 16,1-3-3-16,0 2-3 0,3-3-2 0,-4 5-1 15,5-4-11-15,0 6-4 0,-2 0 5 0,-2 8 0 0,4-1-8 16,-1 1-7-16,2 0-13 0,2 1 23 0,0 2-17 15,1-2 9-15,2 2-8 0,-1 1 1 0,4 0-3 16,3 1 0-16,1-1-7 0,5 1 2 16,1 3 2-16,3-1 1 15,-8 5-5-15,8-2 4 0,-5 4-8 0,-3 1-1 16,2 2-7-16,-2 1-11 0,-3 2-16 0,-4 1-14 16,2 2-10-16,-3 0-7 0,-1 2-5 0,-1 3 4 15,-1-3 4-15,-3 8 1 0,-5 3 6 0,-4 0 4 16,-2 6 8-16,-8 3 9 0,-5-2 0 0,-4 5 3 15,-2-5 5-15,-1 2 5 0,-9 7 2 0,7-8 0 16,1-2 6-16,-4-5 2 0,3 0 0 0,4-5 6 0,5-1 3 16,1-5-3-16,6-1 7 0,1-2 3 0,1 1 23 15,3-3 25-15,2 0 31 0,0-1 37 0,0-1 24 16,0 0 15-16,5-1-8 0,0 0-5 0,-6-4-7 0,3-2-13 16,3 0-16-16,3 1-10 0,-2-1-5 0,0-2-15 15,2 3-3-15,-2 0-10 0,2 0-5 0,0 2-5 16,-1-1-11-1,0 0-4-15,1 2-8 0,-3 2-9 0,7-2-4 16,-7 2-1-16,13 2-3 0,0 3-10 0,-2 0 7 0,6 3-1 16,0 4-5-16,0-1 0 0,5 7 1 15,4-2 4-15,-2 2 0 0,-2 3-6 0,1 4 14 16,-1 0-13-16,-1-2 3 0,0 1-2 0,-5-1 2 16,2-2-4-16,-5-5 3 0,1-3 1 0,-1-1 0 15,-4-3 8-15,-3-1-19 0,2-3 10 0,-3 1 10 0,-1-3 2 0,0 1 12 16,-3-1 42-16,-1-3-1 0,0 0-3 0,14-9-5 15,-6 2-6-15,1-3-4 0,-2-2-1 0,2-3-4 16,1-2-6-16,3-7-5 0,-1 3-3 0,-3 5-4 16,1 0 1-16,0 2-9 0,-3 5-7 0,-1 2-2 15,1 0 0-15,-3 3-28 0,1-1-43 0,1 2-35 16,1 1-42-16,3 4-60 0,2 3-54 0,-2 0-84 0,4 5-106 0,-6-3-321 16,0 1-827-16,-1-1 366 0</inkml:trace>
  <inkml:trace contextRef="#ctx0" brushRef="#br0" timeOffset="166164.12">4611 12248 52 0,'0'0'185'15,"-8"0"-10"-15,8 0 1 0,0 0-8 0,0 0-4 16,0 0-6-16,0 0-8 0,0 0 0 0,-7-3-2 15,7 3-10-15,0 0-1 0,0 0-3 0,0 0-8 16,0 0-5-16,0 0-8 0,0 0-9 0,0 0-14 0,0 0-6 16,0 0-10-16,0 0-7 0,0 0-9 0,0 0-4 15,0 0-7-15,0 0-4 0,0 0-5 0,0 0-3 0,0 0-2 16,24-1-3-16,-11 1-9 0,1 0 5 0,4-1-4 16,2-1-4-16,8 2 1 0,3-1-4 0,-4-3 0 15,5 3-1-15,-10 1-1 0,-1-2 4 16,-1 1-7-16,0 4-3 0,-5-6-2 15,1 1 4-15,-4 2-1 0,1 0-2 16,-8 0-1-16,3 0-3 0,-3-2-1 0,1 1 5 16,-6 1-5-16,8 1-15 0,-8-1-12 0,0 0-10 15,0 0-19-15,0 0-17 0,0 0-22 0,-18 5-33 0,8-1-31 16,-2-3-27-16,-5 5-237 0,0-3-455 0,4 1 202 16</inkml:trace>
  <inkml:trace contextRef="#ctx0" brushRef="#br0" timeOffset="166468.49">4648 12446 18 0,'-5'0'207'0,"5"0"-5"16,0 0-4-16,0 0-10 0,-5 3-19 0,5-3-14 15,0 0-12-15,0 0-10 0,21-3-10 0,-7 3-7 16,7-3-17-16,7 1-9 0,7 0-8 0,-3 0-4 16,4-2-7-16,1 1-9 15,1-1 9-15,-1 2-4 0,0-2-4 0,-2 0-4 16,-3 2-5-16,-6-1-5 0,-7 2-5 0,-7 1 0 16,0 0-9-16,-2-3-4 0,-4 3 1 0,-1 1 2 15,-5-1 5-15,9-1-2 0,-5-1 0 0,-4 2-2 16,9-1-7-16,-9 1-20 0,0 0-28 0,0 0-31 15,0 0-42-15,-20 3-63 0,13-2-83 0,-1-1-152 16,0 0-423-16,8 0 188 0</inkml:trace>
  <inkml:trace contextRef="#ctx0" brushRef="#br0" timeOffset="168974.02">6298 11836 1 0,'0'0'199'0,"4"-10"-3"0,-3 6 5 0,-1 1-17 16,0-2 0-16,0 0-9 0,3 1-7 0,-2 0-5 16,0 0-4-16,-1 0-11 0,3 1-10 0,-3 3-10 15,1-4-13-15,-1 4-10 0,0-3-10 0,0 3-10 0,0 0-11 0,0 0-12 16,0 0-15-16,0 0-11 0,0 0-5 0,0 0 0 15,-10 10-8-15,2-1 2 0,-1 1-5 0,0 8-5 16,-2-1-1-16,-5 5 0 0,2 1-4 0,0 0-1 16,0-1 0-16,3 3-1 0,2-1-6 0,0-7 5 15,0 2-2-15,2-2 0 0,4 2-2 0,-1 0 2 16,1-3-1-16,-1 0-1 16,4-4 0-16,-3-4-1 0,4 2 3 0,-1-3 1 15,2 2 0-15,1-4 2 0,-1 3 3 0,2-4 2 16,1-1 17-16,2-2 12 0,2 2 14 0,1-6 22 15,2 2-4-15,-1-2 2 0,1-4 6 0,4-3 4 16,-2-2-6-16,-1-1-6 0,2-1-18 16,-2-1-2-16,5-6 6 0,-5-3-7 0,-2 2 1 15,-3-4-5-15,-2 2-3 0,-2-2-3 0,-2 3-4 0,-2-5-7 0,-7 5-8 16,1 6 3-16,-7-4-10 0,-6 0-11 0,-7 4-11 0,-2 3-5 16,-4 3-6-16,-8 1-6 0,-9 2-4 0,-2 2-5 15,11 6 7-15,2 5-2 0,0-1-1 0,3 0-26 16,0 7-22-16,2-1-30 0,1 4-27 15,5 5-37-15,4 1-39 0,1-2-54 0,6 2-240 0,10-3-542 16,2 0 240-16</inkml:trace>
  <inkml:trace contextRef="#ctx0" brushRef="#br0" timeOffset="169707.84">6642 11793 15 0,'2'-4'305'0,"-2"0"-12"16,1 1-13-16,-1 3-20 0,3-4-20 0,-3 4-23 15,0 0-28-15,3-5-17 0,-3 5-20 0,0 0-18 16,1-4-18-16,-1 4-18 0,0 0-10 0,0 0-9 16,0 0-8-16,3 16-20 0,-5-8-7 0,1 3 3 0,-2 1-12 15,2 6-3-15,-2-1-2 0,0 1-7 0,0 2-1 16,2-3-5-16,-2 2 0 0,0-1-1 0,1 1-4 0,2 0-4 15,-1 0 6-15,1-4-4 0,-1-3-3 16,1 2-2-16,2-4 5 0,3 2-2 0,-2-7 0 16,-2 3 3-16,2-4 5 0,-1 1-5 0,2-2 21 15,-1 1 30-15,3-2 22 0,-2 1 21 0,2-3 18 0,-6 0 10 0,13-4-4 16,-4 1-5-16,1-2 3 0,-1-3-5 0,0-1-5 16,5-4-12-16,-5 1-11 0,3-2-10 0,-1-1-9 15,1-1-2-15,-1 1-8 0,-2-2-9 0,0 3-8 16,-1-1-5-16,-2 3-4 0,-2 1 0 0,2 1-2 15,-4 2 10-15,0 1-4 0,1 2-1 0,-2-2-5 16,2 2-6-16,-2 2-3 16,0 1 0-16,-1 2-11 0,3-7-6 0,-1 5 0 15,-2 2-18-15,1-3-16 0,-1 3-19 0,0 0-18 0,0 0-8 16,0 0 7-16,0 0 11 0,4 10-5 0,-4-3 5 16,-4 1 2-16,3 1 13 0,-3 3 0 15,3 0 1-15,-1-1 5 0,0 1 4 0,0 0-3 16,0 2 3-16,0 0 0 0,-1-2 8 0,3 1 2 0,-1-2-2 15,0-1-2-15,1 0 9 0,-3 0 6 0,2-1-5 0,1-2 0 16,0-1 3-16,1-2-4 0,-1 2 8 0,-1-2 1 16,1 1 1-16,1-2-7 0,-4-1 6 0,6 3-1 15,-3-5-2-15,0 5 3 0,0-1 4 0,0-4-5 16,1 3 2-16,-1-3 0 0,3 4 0 0,-2-1 6 16,-1-3-5-16,5 4 6 0,1-4-1 0,1 3 3 15,3-2-1-15,3 0 0 16,6-1-8-16,9-2-64 0,3-1-71 0,1-1-94 15,3-5-111-15,-1-3-297 0,3-1-689 0,9-7 305 16</inkml:trace>
  <inkml:trace contextRef="#ctx0" brushRef="#br0" timeOffset="170608.8">5984 12453 172 0,'0'0'191'0,"-6"1"-5"0,6-1-12 16,0 0-5-16,-6 1-12 0,6-1-7 15,0 0-12-15,0 0-11 0,0 0-6 0,0 0-5 16,0 0-5-16,0 0-1 0,0 0-4 0,0 0 0 16,0 0-4-16,0 0-7 0,0 0-5 0,0 0-5 0,0 0-7 0,0 0-9 15,0 0-6-15,0 0-5 0,0 0-9 0,0 0-7 16,0 0-1-16,0 0-5 0,0 0-3 0,0 0-3 15,0 0-5-15,0 0-4 0,0 0 2 0,0 0-4 16,0 0-5-16,0 0-2 0,0 0 1 0,0 0 1 16,0 0-4-16,0 0 1 0,0 0-2 0,0 0-1 15,0 0 2-15,0 0-4 0,0 0 0 0,0 0-2 0,0 0 1 0,0 0 1 16,0 0-1 0,0 0 0-16,0 0-3 0,0 0 3 0,0 0-3 0,0 0 1 0,0 0 1 15,0 0-4-15,0 0 0 0,0 0-1 0,0 0 1 16,0 0 3-16,0 0-5 0,0 0 4 0,0 0-4 15,29-2 4-15,-11-2 0 0,9 1 1 16,8 0-5-16,3-2 2 0,17-2 0 0,5-3 0 16,30-3 3-16,-27 5 5 0,33-7 13 0,-32 5 3 15,33-4 3-15,-33 4 5 0,1-2 0 0,-1 0 10 16,1 5 1-16,3-3-3 0,-12-1-5 0,-5 1-3 16,-15 7 0-16,-4-7-3 0,-1 3-7 0,-12 4 0 15,0 1 0-15,-6 0-6 0,-3-1 6 0,-2 2-3 0,-2-2-1 0,-1 2-8 16,0 0-7-16,-5 1 6 0,8 0-23 0,-8 0-24 15,0 0-20-15,0 0-32 0,-11 11-47 16,-5-4-71-16,-2 1-86 0,-1-1-202 0,0-2-538 0,1 1 238 16</inkml:trace>
  <inkml:trace contextRef="#ctx0" brushRef="#br0" timeOffset="171227.89">6543 12777 45 0,'0'0'268'0,"0"-5"-16"0,0 5-22 15,0 0-20-15,0 0-20 0,0 0-12 0,0 0-27 16,-6-2-14-16,6 2-17 0,0 0-14 0,-10 5-8 16,2-3-14-16,-3 4-5 0,-1 2-9 0,-1 1-11 0,-6 1-3 15,1 2-7-15,1 1-4 0,0 0-6 0,-3 4-5 0,4-4-4 16,2 2-4-16,1-3-2 0,1 3-3 16,1-3-3-16,2 2-3 0,3-2 3 0,2-4-5 15,0 2-2-15,4-1 4 0,0-1 0 0,3-3 1 0,-1 1 5 0,8-1 4 16,2 0 2-16,5-3-1 0,2-3-2 0,1-2 0 15,3 0 2-15,1-6 4 0,-5 2-4 0,6-6 8 16,-10 4 9-16,-2-2 8 0,4-3-3 0,-7 1-2 16,-2-2 2-16,-1 1 0 0,-4-3-6 0,-2 0-11 15,-5 0 4-15,0 1-8 0,-5 0 1 0,-2-1-6 16,-3 2-4-16,-4-4-2 0,-5 3-4 0,-4 3-2 16,-1 4-1-16,-1 1-5 0,-3 3 1 0,-2 1-3 15,4 3-2-15,-1 1 1 16,8 0-2-16,3 2-13 0,2 1-22 0,-3 2-23 15,6 1-31-15,-2 1-28 0,8-1-25 0,3 2-33 0,3-1-38 16,3 0-233-16,6 0-484 0,1 0 214 0</inkml:trace>
  <inkml:trace contextRef="#ctx0" brushRef="#br0" timeOffset="171711.41">6720 12722 241 0,'6'-2'223'16,"-2"1"-23"-16,-4 1-19 0,9 0-18 0,-9 0-18 16,13 2-16-16,-5 1-20 0,1 1-3 0,0-1-16 15,2 3-10-15,-1 0-6 0,-1 2-8 0,0-1-9 0,0 3-5 16,-3 1-8-16,-1 1-3 0,2 1-5 15,-4-2-1-15,-3 2 1 0,0-1-5 0,-1 4 0 16,-4-5-1-16,0 5 0 0,0-5-4 0,-3 3 7 16,-1-4-2-16,4-1-1 0,-3 3-2 0,2-4-7 0,1 3 4 0,1-8 0 15,-2 2 2-15,3 0 8 0,1-1 13 0,-1 1 22 16,3-5 17-16,-4 0 24 0,4 0 16 0,-2 4 18 16,2-4-15-16,0 0-17 0,6-9-6 0,0 0-17 15,5 2-4-15,1-5-5 0,5-2-14 0,2-3-2 16,5-3-12-16,-1 0-5 0,3 0-3 0,-3 2-6 15,-1 1-1-15,-7 4-7 0,-1-1-1 0,1 7 13 0,-6-3-18 0,-1 5-8 16,-4 0-2-16,2 0-2 0,-1 2-6 0,-2 2 7 16,-2-2-28-16,-1 3-7 0,0 0 3 0,0 0-6 15,4 8 4-15,-8 1 7 0,2 1-3 0,-2 0 3 16,0 7-2-16,0 0 4 0,3 1 2 0,1-1 6 16,4 0 0-16,3 1-1 0,4-3 0 0,10 0-5 15,2 2-39-15,4-5-67 16,4-4-84-16,7-5-139 0,-1-3-223 15,3-3-606-15,-3-4 269 0</inkml:trace>
  <inkml:trace contextRef="#ctx0" brushRef="#br0" timeOffset="173714.87">8109 11825 25 0,'1'-5'238'0,"0"1"-9"0,1 0-10 16,-1 1-4-16,-1 3-7 0,2-5-11 0,-2 5-11 16,0-3-17-16,0 3-17 0,0 0-17 0,0-4-16 0,0 4-5 15,0 0-24-15,0 0-11 0,0 0-10 0,-7 15-8 16,-1-5-7-16,0 5-6 0,-3 3-8 0,-2 3-2 15,2 1-6-15,-2 4-3 0,1-3-4 0,2 3 3 16,1 1-9-16,1-5-2 0,3-1 0 0,-1-1-3 16,2-3 0-16,3 1-3 0,-3-1 1 0,4-2-5 15,-3-2 4-15,3-1-1 0,3 1-2 0,-2-2 1 0,3-3 5 16,-4-1-5-16,1 0 3 0,2-2 3 0,3-1 22 16,-2-1 18-16,1-1 26 0,-1-1 3 0,5-1 5 15,0-1 10-15,0-3-2 0,0-2 12 16,3-1-5-16,-1 0 2 0,-2 0-6 0,6-6-5 0,-3-3-9 15,-2-1-14-15,5-6-4 16,-5 0-9-16,3 0-3 0,-4 0-2 16,-4-2-10-16,-1-3-7 0,-4 4 0 0,0-3-4 15,-4 3-4-15,-1-2-7 0,-4 1 1 0,-5 1-10 0,-1 2 3 16,-6 4-3-16,0 2-10 0,-1 4 3 16,-5 2-3-16,3 0-2 0,-6 3 0 0,2 3-5 15,0 3 5-15,1 0-26 0,-1 6-25 0,-1-1-33 16,2 8-29-16,0 0-30 0,0 6-29 0,-1 3-46 0,5 3-52 0,3-2-341 15,2 0-660-15,5-3 291 0</inkml:trace>
  <inkml:trace contextRef="#ctx0" brushRef="#br0" timeOffset="174378.81">8500 11794 6 0,'0'-4'324'0,"0"0"-6"0,1 1-13 0,0 0-22 0,-1 3-22 16,2-6-15-16,-2 6-39 0,0-3-19 16,0 3-26-16,0 0-15 0,0 0-18 0,0 0-18 15,0 0-12-15,0 0-12 0,0 0-9 0,-2 14-10 0,1-6-4 16,0 6-5-16,-1 0-6 0,0 2-13 0,-2 2-1 15,0-1-4 1,4-2-3-16,-1 2-1 0,1-2-6 0,0 1-2 16,0 0 0-16,1-5-3 0,-1 0-3 0,3 2 7 0,-2-3-10 15,1-1 1-15,0-1-1 0,2 0 1 0,-3-4-2 16,2 2 7-16,-1-2-6 0,1 0 1 0,-2-1 6 16,5-2 14-16,-2 2 4 0,-4-3 6 0,13-2-2 15,-4-1 7-15,4-3-3 0,-2 1 8 0,6-4-17 16,-2-4-7-16,2 2 1 0,-2-2-2 0,0-1-4 0,6-5-13 15,-6-2 11-15,-2 5-5 0,1 0-2 0,-4-1 0 16,-2 1 3-16,2 3 17 0,-2-2-18 0,-2 4 3 16,-2 1 5-16,-1-2 16 0,0 1 9 0,-2 3-7 15,-1 3-5-15,0-3-4 0,0 4-2 0,0-1-12 16,-1-1 4-16,-2 2-9 0,-1 2-8 0,0-1-14 16,4 3-2-16,-8 0-5 15,8 0-2-15,-10 3-3 0,5 1-4 0,1 0 3 16,0 2 5-16,-1 2-3 0,2-1-3 0,2-1-4 15,0 4 7-15,1-1 0 0,2 2 4 0,6-4 0 16,4 3-11-16,3-3-33 0,7 0-51 0,7 0-56 16,3-6-79-16,0-1-86 0,4 0-259 0,-3-3-633 15,-2-3 280-15</inkml:trace>
  <inkml:trace contextRef="#ctx0" brushRef="#br0" timeOffset="175133.73">7876 12395 84 0,'-6'2'211'0,"-2"-1"-3"0,3 1-4 0,0-1-3 16,5-1-9-16,-9 0-13 15,9 0-17-15,0 0-10 0,-8 1-9 0,8-1-18 16,-5 1-12-16,5-1-7 0,0 0-9 0,0 0-10 0,0 0-5 15,0 0-7-15,0 0-7 0,-5 1-1 0,5-1-9 16,0 0-4-16,0 0-4 0,0 0-6 0,0 0-5 16,0 0-2-16,0 0-6 0,0 0-4 0,-9 0-1 15,9 0-1-15,0 0-10 0,0 0 1 0,0 0-3 0,0 0 1 16,0 0 8-16,0 0-11 0,0 0-3 0,0 0 1 16,0 0-3-16,0 0 3 0,0 0-2 0,0 0-2 15,0 0 0-15,0 0-1 0,0 0 2 0,0 0-5 16,0 0 3-16,0 0-4 0,0 0 0 0,0 0 2 15,0 0-1-15,0 0 1 0,0 0-1 0,0 0-1 16,0 0 3-16,0 0 2 0,26 0 0 0,-7-2 1 16,10-3 0-16,8 2 0 0,16-8 2 0,8 1 7 0,32-2 7 0,2-1 5 15,1 0 1-15,1 0 5 0,6-4 9 0,-2 3-4 16,-2 3 1-16,-10-5-6 0,-26 7-4 0,-7 2-5 16,1-3 4-16,-3 2-2 0,-16 5-4 0,-2-1 0 15,0-1-3-15,-9 3-4 0,-8 0-1 0,-3-1-2 16,-5 1 0-16,-4 2-2 0,1-1 9 0,-3-1-18 15,-5 2-14 1,0 0-18-16,0 0-21 0,0 0-29 0,-23 10-33 0,4-7-46 16,-2 4-52-16,-5 0-291 0,-2 1-544 0,-2-2 241 15</inkml:trace>
  <inkml:trace contextRef="#ctx0" brushRef="#br0" timeOffset="175835.81">8455 12680 128 0,'0'0'223'0,"-4"-4"-8"16,4 4-14-16,0-4-8 0,0 4-21 0,0 0-15 16,0 0-15-16,0 0-13 0,-4-1-16 0,4 1-9 15,0 0-10-15,0 0-13 0,0 0-11 0,-10 0-4 0,10 0-6 16,-9 5-7-16,3-1-7 0,-2 0-4 0,-1 4-3 15,0-2-8-15,-5 5-6 0,1 0 1 16,-3 2-7-16,4 0 1 0,-3 0-1 0,5 3-4 0,-1 0-3 0,1-1 1 16,0 2-2-16,2-1-1 0,1-2 0 0,2 2-1 15,-2-2-2-15,7-1 0 0,-1-1 2 0,1 0 2 16,4 0-3-16,0-2 0 0,-1-2 5 0,6 2 6 16,-2-4 9-16,2 0 7 0,1-1 3 0,0-2 4 15,-1 1 9-15,1-3 5 0,2 1 9 0,-2-4 8 16,-2 1 9-16,-1-3 1 0,2 0-3 0,-1-1 2 0,-2-6-4 0,1 0 6 15,-1-1-9-15,-2-5-8 0,-3 1-6 0,-1-2-7 16,0-6-17-16,-5-1 0 0,-1-1-7 0,-1 7-4 16,-3-6-7-16,-3 2 12 0,-5 1-17 0,2 2-4 15,0 6-3-15,1 2 8 0,-4 1-16 0,0 4 4 16,-2 0-4-16,2 2-7 0,1 2 6 0,0 3-13 16,1 1-15-16,2 2-26 15,1 1-18-15,3 4-15 0,1-1-17 0,-2 5-19 16,3 2-22-16,5-3-14 0,6 0-46 0,1 1-69 15,3 0-174-15,3 3-486 0,5-6 215 0</inkml:trace>
  <inkml:trace contextRef="#ctx0" brushRef="#br0" timeOffset="176453.43">8599 12673 82 0,'0'-2'320'0,"0"2"-23"0,0-8-28 0,0 8-27 16,-1-3-24-16,1 3-24 0,0 0-22 0,0 0-20 16,1-5-13-16,-1 5-19 15,0 0-2-15,0 0-20 0,9 11-8 0,-5-5-8 16,1 2-12-16,-1 0-5 0,1 1-6 0,3-1-12 16,-2 1-1-16,3-1-15 0,-4 1-9 0,3-1-7 15,2 1-9-15,-2-2-4 0,1-2-6 0,1 2 0 16,-2-2 0-16,-2-2-2 0,2-2 4 0,-3 0 4 15,5-1-6-15,-2-1 5 0,-2 0 2 0,3-2 6 16,-4-2 6-16,3-2 11 0,-2 1 10 0,1-2 6 0,-1 0 6 16,-1 0 11-16,0 2 6 0,-2-1 11 0,-1 4-6 15,2-2 9-15,0 0-11 0,-3 1-8 0,3 1-4 0,-4 3-7 16,3-3-12-16,-3 3-9 0,2-4-19 0,-2 4-19 16,0 0 10-16,0 0-13 0,5 10 2 0,-3-1-3 15,0 2 3-15,-2 6-1 0,1 1 1 16,-1 2 2-16,0 9-1 0,3-1 1 0,-7 4 0 0,4 2 4 0,-2 2-1 15,-1 15 3-15,-3-4 0 0,-2 0-2 0,2-12 2 16,-5 12 2-16,4-14-2 0,-6 12 7 0,3-11-4 16,2-2-3-16,-5-4 3 0,3 0 1 0,0-10 1 15,2 0 1-15,-1-3-1 0,-1-1 4 0,0-6-3 0,1 2 10 16,-3-4 6-16,2-5 25 0,0-2 3 16,-3 1 15-16,3-7 22 15,-6-6-9-15,5-1 14 0,-1-10 5 0,5-2 7 16,3-6-19-16,8 3-6 0,3-21-6 0,8 0-12 0,10-3-7 15,17-20-2-15,-7 25-4 0,1 2-8 16,1 0 0-16,4 5-13 0,2 2 0 0,-3 2 0 16,-11 15-4-16,0 2-2 0,-2 3-3 0,-5 2 2 15,-5 5-9-15,-6 4 7 0,-2 0-8 0,-4 2 2 0,2-1-2 16,-4 2-12-16,2 1 7 0,-1-1-7 0,0 1-4 0,-4 2-19 16,5-3-34-16,-5 3-28 0,0 0-10 0,0 0-14 15,0 0-26-15,0 0-33 0,-10 17-57 0,1-12-78 16,-2 1-309-16,2-1-668 0,1-3 296 0</inkml:trace>
  <inkml:trace contextRef="#ctx0" brushRef="#br0" timeOffset="178556.89">9919 12175 86 0,'-5'0'199'0,"0"-3"-9"16,5 3-3-16,-9 0-8 0,9 0-10 0,-6 0-10 0,6 0-10 15,0 0-15-15,0 0-14 0,-8 0-10 0,8 0-12 16,0 0-12-16,0 0-7 0,0 0-7 0,0 0-7 16,0 0-9-16,0 0-6 0,0 0-5 0,-7 0-6 15,7 0-3-15,0 0-6 0,0 0 0 0,0 0-5 0,0 0-3 16,0 0 1-16,0 0-6 0,0 0 0 0,0 0-2 15,0 0-1-15,0 0-1 0,0 0-4 0,0 0 7 16,0 0 3-16,0 0-1 0,0 0 6 0,-6 0-6 0,6 0-3 16,0 0 0-16,0 0 1 0,0 0-1 0,0 0 0 15,0 0 0-15,0 0-2 0,0 0 1 0,0 0-4 16,0 0 1 0,0 0-3-16,0 0 1 0,0 0 0 0,0 0 0 0,0 0 0 15,0 0 2-15,25 0 1 0,-13 0 1 16,18-2-1-16,4-1-1 0,2-2 2 0,18 1 0 15,2 1-3-15,0-2 2 0,0 1-2 0,2-3 0 0,-2 5-2 16,0 1-2-16,-16 1 0 0,12-6 1 0,-17 5 1 0,-5-2-2 0,-8 3 1 16,-3-3-3-16,2 2 0 0,-8 1 4 15,-2 0 10-15,-5-1 18 0,1 1 5 0,-2-2 4 0,-5 2-1 16,10 0-2-16,-6-2-6 0,-4 2-2 16,0 0-14-16,8-1-28 0,-8 1-45 0,0 0-49 15,0 0-55-15,0 0-71 0,-17-2-232 0,12 0-499 16,5 2 221-16</inkml:trace>
  <inkml:trace contextRef="#ctx0" brushRef="#br0" timeOffset="179470.62">11779 11654 153 0,'0'0'237'0,"0"-4"-8"0,1-2-4 0,-1 6-12 16,0-3-12-16,0 3-12 0,0 0-14 0,0-5-17 15,0 5-15-15,0 0-20 0,0 0-6 0,0 0-14 31,0 0-13-31,-5-1-8 0,5 1-14 0,-13 5-7 0,4 2 0 0,-5 4-9 16,0 2-7-16,1 1-2 0,-1 2-8 0,-4 2-3 16,-1 3-1-16,6 0-6 0,-5 3-14 0,4-5-1 15,0 3-2-15,5-2-3 0,0-3 4 0,0-1-5 16,3-1 3-16,3-3 1 0,1 0-1 0,-2-4 0 16,3 3 1-16,-1-1 1 0,1-4 0 0,1 0 4 15,3 0 8-15,1-1 13 0,1-2 10 0,1 0 7 0,3-3 8 0,3 0 3 16,0 0 11-16,1-4 4 0,3 0-4 0,0-5 3 0,2-2-3 15,0 0-10-15,2-4 12 0,-4 0 2 0,3-3-11 16,-5-3-4-16,-4 4-5 0,0 0-8 16,-1-9-7-16,0 3-1 0,-5 3-5 0,1-5 1 15,-5 7-12-15,-3-2-8 0,-3 2-5 0,-3 1-10 0,-1-3-7 32,-4 8-9-32,-5-5-12 0,-7 4-7 0,-1 4-7 0,-2 3-2 0,-6 2-4 0,0 7-10 0,-2-3-12 15,0 4-19-15,-2 1-23 0,6 4-24 16,0 3-23-16,3 2-24 0,2 0-36 0,9 6-65 0,4-8-187 15,6 2-508-15,3-2 225 0</inkml:trace>
  <inkml:trace contextRef="#ctx0" brushRef="#br0" timeOffset="180045.22">12149 11558 137 0,'0'-3'305'0,"4"-2"-18"0,-4 1-17 16,0 0-22-16,3-2-22 0,-3 6-23 0,1-3-18 0,-1 3-23 15,2-4-17-15,-2 4-16 0,0 0-17 0,0-6-15 0,0 6-11 0,0 0-10 0,0 0-10 16,4 12-4-16,-4-4-10 0,-1 4-4 0,-2 2-1 16,3 6-8-16,0-3-3 0,-3 1-5 0,0 8-11 15,-1-6-5-15,4 6 1 0,-1-3-3 0,1-3-2 16,0-2 2-16,1-1-2 0,-1 0-2 0,3-6-2 16,-2-1 0-16,2-1-1 0,0-1 2 0,0-1 2 15,-2-4 0-15,3 4 4 0,-3-6 30 0,2 2 19 16,-3-3 3-16,0 0 2 0,13-10 28 0,-6 4-19 15,1-3-6-15,1 0-2 0,0-6-5 0,2 0 5 16,2 0-10-16,-1-3-4 0,-2 2-9 0,4-7-1 16,-4 5-3-16,0 1-3 0,3-9-2 0,-4 10-3 15,0 2-2-15,-1-1 10 0,-6 5-6 0,6 1 0 16,-7 2-2-16,2 1-7 16,-2 2-7-16,0 1-1 0,3-1 2 0,-1 1-35 15,-3 3-20-15,0 0-18 0,0 0 2 0,0 0 1 16,0 0 10-16,-3 17 3 0,-1-6 3 0,-1 6 0 15,-5 8 1-15,1 2 4 0,0-2 8 0,0-1 3 16,4-6 1-16,1 0-2 0,-1-1 4 0,5 0 5 16,0-5 1-16,1 1-2 0,3-2 9 0,5 0-4 15,4 0 4-15,1-1 4 0,14-1 3 0,2-4-8 0,4-2-43 0,3-3-57 16,0-5-68-16,14-1-91 0,-19-3-313 0,0 0-621 16,0-2 275-16</inkml:trace>
  <inkml:trace contextRef="#ctx0" brushRef="#br0" timeOffset="180945.98">11492 12240 82 0,'-6'0'172'0,"1"1"-13"16,5-1-9-16,0 0-7 0,-8 2-10 0,8-2-11 15,0 0-10-15,0 0-15 0,0 0-10 0,0 0-3 0,0 0-6 0,0 0-9 16,0 0-4-16,-1-6 1 0,1 6 1 0,0 0 4 16,0 0 1-16,0 0-1 0,0 0-9 0,0 0-5 15,0 0-4-15,0 0-5 0,0 0-6 0,0 0-7 16,0 0 0-16,0 0-7 0,0 0-2 0,0 0-3 15,0 0-5-15,0 0 1 0,0 0-1 0,0 0-5 16,0 0-5-16,0 0 6 16,0 0-3-16,0 0-3 0,0 0 0 0,0 0 12 15,0 0-3-15,0 0 4 0,0 0 3 0,0 0 2 16,0 0 2-16,0 0 1 0,0 0 0 0,0 0-3 16,0 0 2-16,0 0-6 0,0 0-4 0,0 0-5 15,0 0 2-15,0 0-4 0,0 0-3 0,0 0 4 16,0 0-6-16,0 0-2 0,0 0 1 0,0 0 0 15,0 0 0-15,0 0-2 0,0 0 0 0,0 0 3 0,0 0-4 0,0 0 1 16,0 0 1-16,0 0-1 0,0 0-4 0,0 0 4 16,0 0-3-16,0 0 1 0,0 0 1 0,0 0 0 15,0 0 1-15,0 0 1 0,14-1-1 0,-4 0-1 16,3-2 1-16,15-1-2 0,7-2 0 0,3-1 3 16,22 0 0-16,5-3-1 0,27-3-1 0,5 3 1 15,-4-3 0-15,7 6 3 0,-1-5-1 0,-2 5 2 0,-5-3-1 0,-31 6 0 16,-1-2 2-16,-1 2-2 0,-7 0 2 0,-11-1-3 15,-4 2 1-15,-4 0 1 0,-1 0-2 16,-10 0-3-16,-4 2 3 0,-5-1 10 0,-3 2 19 16,-2-1 16-16,-1 1 11 0,0-1 9 0,-2 0-5 0,-5 1-5 31,4-3-9-31,-4 3-13 0,0 0-17 0,0 0-18 16,-12-4-23-16,12 4-30 0,-13-1-37 0,7 2-41 0,-4 1-63 15,1-2-96-15,0 0-155 0,1 0-480 0,2 2 213 16</inkml:trace>
  <inkml:trace contextRef="#ctx0" brushRef="#br0" timeOffset="182883.62">11979 12572 176 0,'0'0'215'0,"0"-5"-5"0,0 5-25 16,0 0-14-16,-5-3-25 0,5 3-13 0,0 0-12 0,0 0-14 15,-18 6-15-15,9 0-9 0,-1 1-10 0,-3 6-8 16,-1 0-9-16,1 3-3 0,-6 6-7 0,3 2-7 16,-2-2-3-16,2 1-2 0,-1 2-2 0,5-4-7 15,2-3-3-15,2 0 0 0,3-1-5 0,0 0 3 16,1-1 8-16,4-2 0 0,1-2 2 0,1 0-3 15,0-2 4-15,2-2 8 0,1 0 5 0,2 0 6 0,4-3 14 0,1 0 8 16,0-1 8-16,1-4 19 0,1 0-7 0,0-1 10 16,2-7 4-16,0 1-4 0,-2-2 6 0,0 3 5 15,-2-8-12-15,-1 3-3 0,-2-3-9 0,1-2-9 16,-3-2-9-16,-1-1-5 0,-5 0-9 0,1-1-9 16,-4-1-3-16,-2-2-14 0,-3 4-2 0,-2-5-1 15,-1 7-4-15,-3 3 4 16,3-1-19-16,-8 1-4 0,1 2-2 0,-2 4-9 15,-4 1 5-15,-4 2-9 0,5 3 2 0,1 2-7 16,-1 0-22-16,3 2-18 0,1 4-25 0,1 0-18 16,2 4-23-16,1 0-26 0,1 2-24 0,3 2-42 15,6-4-53-15,2 2-231 0,4-1-537 0,2 0 237 16</inkml:trace>
  <inkml:trace contextRef="#ctx0" brushRef="#br0" timeOffset="183338.47">12170 12591 41 0,'9'-3'208'0,"2"-2"-14"0,-1 3-30 0,2 1-6 15,0 0-15-15,0 1-19 0,0 2-11 0,0 1-14 0,1 4-6 16,-2 0-13-16,-1 0 6 0,-3 4-15 0,3 2-5 15,-2-1-2-15,-7 3-4 0,3 2-5 0,-5 2-2 16,-3-2-5-16,0 2 3 0,-5-1-3 0,-1-1-4 16,1 2 1-16,-2-1-4 0,-1-4 2 0,-1 2-3 0,2-1 3 0,2-5-1 15,1-1-4-15,1-2 1 0,2 1 0 16,1-4 2-16,0 1 19 0,1 0 15 0,1-5 22 16,-1 3 21-16,3-3 18 0,0 0 18 0,0 0-14 15,0 0-8-15,0 0-22 0,19-12-8 0,-5 0-3 0,2 2-9 16,0-2-13-16,5-5 9 0,-1-2-29 0,3-1-5 15,-4 1 1 1,-1 2-1-16,-1 0-11 0,-7 5-3 0,3-2 16 16,-6 6 14-16,1-1-7 0,-4 4 1 0,0 0-9 15,0 0-8-15,-2 2-6 0,2 0-10 0,-4 3-28 16,4-2-8-16,-4 2-1 0,0 0 0 0,-4 11-1 16,-1-2-2-16,3 0 15 0,-5 6-8 0,3 0-10 15,2 4 13-15,2 0-16 0,2-2 18 0,3 2 13 16,7 3-14-16,3-2-31 0,5-3-41 0,5-2-50 0,3-1-87 0,10-2-129 15,1-8-300-15,-1 0-690 0,-1-5 306 0</inkml:trace>
  <inkml:trace contextRef="#ctx0" brushRef="#br0" timeOffset="185459.02">13689 11690 48 0,'2'-5'236'0,"0"0"-5"0,-1-2-3 0,2 4-13 15,-1 0-5-15,-2-4-11 0,1 4-8 0,1-1-18 16,-2 4-13-16,0-6-19 0,0 6-11 0,1-4-16 0,-1 4-18 16,0 0-11-16,0 0-8 0,0 0-13 15,-13 12-5-15,7 0-10 0,-4 0-2 0,-2 2-3 16,3 3-8-1,-5 4-12-15,1 2-4 0,4-5-3 0,-1 4 0 16,2-4-3-16,1 0-3 0,2 0-2 0,0-2 1 0,0 1-4 16,3-4 2-16,-2-1-1 0,3 0 3 0,0-2-3 15,1-1 0-15,0-2 3 0,-2 0-3 0,2-1-1 16,2-1 9-16,-2-2-5 0,2 1 16 0,0 0 27 0,0-1 10 16,2 0 6-16,-1-1 11 0,4-2 4 0,-7 0-5 15,13-2 3-15,-7-1 2 0,3 0-9 16,0-2-3-16,3-1-3 0,-2-1 3 0,-4-1 1 0,6-4-7 0,-2-1 0 15,2-3-12-15,-3-1-13 0,3-7 8 0,-4-3-6 16,1 1-16-16,-4-1 9 0,1-4-2 0,-3 2-10 16,-1 0 3-1,-4 1-1-15,-3-3-4 0,1 7-16 0,-5-3 2 0,-1 4-2 16,-2 7-1-16,-4-5-4 0,-1 9 11 0,-1-1-12 16,-5 1-7-16,-7 3-7 0,1 4-6 0,-2 4-20 15,-1 5-13-15,-4 3-21 0,1 4-27 0,-15 10-22 16,6 0-27-16,11-1-26 0,5 3-39 0,-2 1-45 15,7 0-299-15,5 2-604 0,4-1 267 0</inkml:trace>
  <inkml:trace contextRef="#ctx0" brushRef="#br0" timeOffset="186113.78">14093 11543 42 0,'1'-8'322'0,"-1"4"-11"0,0-1-11 0,0 0-17 15,0 1-13-15,0 1-24 0,3-3-23 0,-3 6-22 16,0 0-24-16,0-6-18 0,0 1-21 16,0 5-17-16,0 0-26 0,0 0-13 0,0 0-13 15,0 0-8-15,-3 17-8 0,3-9-5 0,-1 3-5 0,-2 2-8 0,3-1-3 16,-4 5 0-16,3 0-5 0,-3 0-6 0,3 0 0 15,-2 3-3-15,3-2-14 0,0-1 1 0,0 2-1 16,3-4-1-16,-2 1 3 0,-1 0-4 0,3-5 1 0,-2 0-1 16,3-2 5-16,-3-1 4 0,3-3-6 0,-1 1 1 15,-1-1 4-15,3 0 4 0,0-2 16 16,-1-1 19-16,0 2 21 0,4-4 19 0,-8 0 10 16,11-2-6-16,-2-3-15 15,0-1 6-15,2-1-4 0,-2-3-5 0,3-3-10 16,1-2-5-16,3-4-6 0,0-2-4 0,-3-1-10 15,3-3-4-15,-3 1-5 0,-2 9-2 0,2-8-6 16,-4 0 0-16,1 6-1 0,-3 0-6 0,-5 4 1 16,5 4 1-16,-6-1-4 0,0 4 8 0,1-3-2 15,-2 5 0-15,0 0-10 0,-2-2 1 0,0 2-14 0,-1 2-13 16,3 2 11-16,0 0-20 0,-19 2 0 0,14 4 3 0,-4 2 19 16,1 2-16-16,-2-1-3 0,1 4 0 0,1-3 2 15,3 2 5-15,-1 1-7 0,2-2-5 0,0 0-3 16,4 0 4-16,0 1-6 0,4-3 5 0,6 1-9 15,-1-2-27-15,10-2-34 0,7 1-40 0,2-2-49 16,5-3-46-16,-1-3-56 0,-2-3-286 0,0 0-621 16,1 0 275-16</inkml:trace>
  <inkml:trace contextRef="#ctx0" brushRef="#br0" timeOffset="186877.34">13526 12208 77 0,'-13'1'232'0,"1"0"1"16,2 0-8-16,1 1-10 0,4-1-6 0,-3-1-7 15,8 0-7-15,-10 0-16 0,10 0-17 0,-5 0-15 16,5 0-2-16,0 0-11 0,0 0-6 0,0 0-9 0,0 0-10 0,0 0-9 16,0 0-8-16,0 0-6 0,0 0-9 0,0 0-6 15,0 0 1-15,0 0-14 0,0 0-7 0,0 0-5 16,0 0-3-16,0 0-7 0,0-6-5 0,0 6-5 15,0 0 2-15,0 0-6 0,0 0 1 0,0 0-5 16,0 0-2 0,0 0 2-16,0 0-7 0,0 0 0 0,0 0-1 15,0 0-3-15,0 0 1 0,0 0 2 0,0 0-6 0,0 0-2 16,0 0 5-16,0 0 0 0,0 0-1 0,0 0-2 16,0 0 0-16,0 0-4 0,0 0 13 0,0 0-12 15,0 0-1-15,0 0 2 0,0 0-5 0,0 0 4 16,0 0 2-16,0 0-3 0,0 0-1 0,0 0 2 15,0 0-1-15,0 0 17 0,0 0-11 0,27 1-1 16,-7-4 0-16,11-2 0 0,3-2-1 0,21-1 2 0,9-3 0 0,34-2-6 16,0 2 6-16,-1-4-3 0,5 8 7 0,-2-3 8 15,-2-4-2-15,-2 6 3 0,-32 1-3 16,1-1 0-16,-1 0 6 0,-4 2-1 0,-5 2-4 0,-19-1 2 16,-2 1-8-16,-10 2 8 0,-7 0-2 0,-2-1 3 15,-4 3 14-15,0-1 9 0,-6 1 13 0,0 0 12 16,-5 0-10-16,11-1-2 0,-9-1-3 0,-2 2-27 0,0 0-31 15,5-2-9-15,-5 2-42 0,0 0-39 0,0 0-41 0,0 0-39 16,-23 6-45-16,14-3-61 0,-1 0-295 16,-2 1-622-16,1-2 276 0</inkml:trace>
  <inkml:trace contextRef="#ctx0" brushRef="#br0" timeOffset="188548.53">13932 12525 127 0,'1'-4'238'0,"-1"1"-5"0,1-2-13 0,-1 1-14 16,0 4-10-16,0-5-16 0,2 2-18 16,-2 3-15-16,0 0-17 0,0 0-14 0,0 0-13 15,0 0-10-15,-13 0-11 0,3 5-11 0,1 3-8 0,-4 4-4 16,-4 0-10-1,-2 9-4-15,1-1-6 0,-4 0-2 0,3 3-5 16,1-2-4-16,2 4-7 0,2-3 0 0,3-5 1 16,3 0-4-16,0 0-2 0,3 0-4 0,2-5 4 15,1 5-1-15,2-7-3 0,1 3 3 0,3-2 0 0,1-2 4 16,1-1 6-16,6-2 6 0,-1-2 11 16,2 1 3-16,7-2 7 0,-2-2 1 0,-1-1 0 15,3-2 9-15,-3-3 10 0,2 0 8 0,-2-2 0 0,-3-3 3 0,-4 3 0 16,3-5 1-16,-3-4-12 0,-3 2-5 0,-1-3-4 15,-2-1-13-15,-4 0-7 0,-4-1-13 0,-4-5 3 16,1 6-12-16,-5-6-8 0,-3 3-1 0,-3-1-11 16,-4 4 2-16,0 2-4 0,-1 2-13 0,0 4-2 15,-4 3-2-15,6 4-5 0,-1 1 5 0,-6 1 0 16,9 2-15-16,-3 1-21 0,3 3-19 0,2 3-23 0,-2 1-22 0,6 3-17 16,4 0-26-16,3 3-25 0,7-1-33 0,6 2-269 15,0-3-529-15,7-1 233 0</inkml:trace>
  <inkml:trace contextRef="#ctx0" brushRef="#br0" timeOffset="189181.68">14120 12544 58 0,'0'-9'324'0,"0"1"-6"0,1 3-19 0,-1 1-17 16,0-1-25-16,-1 1-25 0,1 4-25 0,1-5-26 15,-1 5-21-15,0-6-3 0,0 6-31 0,0 0-17 16,0 0-15-16,0 0-4 0,0 0-11 0,8 10-7 0,-4-3-10 16,-1 1-5-16,3 1-11 0,-2 1-10 0,2-2-5 15,0 4-2-15,0-2-7 0,1 1-9 0,-4-1-7 0,4 0-4 16,-1-3-8-16,3 3-3 0,-4-8 3 0,0 5 2 16,2-2-1-16,-2-2-2 0,4-1 5 0,-1 0 1 15,-1-4 0-15,1 2 3 0,-1-2-1 16,5-5-1-16,-3 2 10 15,-3 0 2-15,2-5 5 0,-3 5 6 0,-1-2 8 0,1 0 5 16,-1 3 10-16,1-1 4 0,-1 1-2 16,-3 0 0-16,3 1-5 0,-3 1-8 0,-1 2-9 0,7-4-10 0,-7 4-14 15,4-1-23-15,-4 1-6 0,0 0 3 0,2 7 1 16,-2 1 2-16,0 2-2 0,0 6 3 0,0 4 2 16,-1 4 2-16,0 5-1 0,1 0 1 0,-3 3 0 15,-1 4 6-15,3-2 2 0,-3 2-4 0,0 0 11 16,-6 12-3-16,6 0 1 15,-2-2-3-15,-1-11 4 0,2-2 2 0,-4-3-2 16,4-3 1-16,0 1 0 0,-1-11-1 0,0 0 2 16,3-6 5-16,-2 0-1 0,0-4 4 0,3 0 26 15,-2-2 19-15,1-2 6 0,1-2 9 0,2-1 10 16,-12-4 13-16,5-5 6 0,2 0 11 0,-1-7-1 16,2-1 0-16,1-2-8 0,2-12-15 0,5-1-3 15,2-2-10-15,4-12-6 0,3 14-6 0,8-15-13 16,4 3-10-16,3-1-5 0,8 3 0 0,0 3-2 15,-2 0-8-15,2 6-3 0,-10 11-1 0,-5 2 0 16,1 0 0-16,1 4-1 0,-10 6-2 0,-3 3-2 0,-1-2-4 16,-1 1-2-16,-2 6 0 0,0-2-3 0,-2 1-4 15,0 0 5-15,-1 1-9 0,-3 2-16 0,4-4-42 0,-4 4-27 16,5-3-37-16,-5 3-24 0,2-1-30 0,-2 1-14 16,0 0-7-16,0 0-20 0,0 0-32 0,0 0-71 15,0 0-215-15,0 0-583 0,0 0 259 0</inkml:trace>
  <inkml:trace contextRef="#ctx0" brushRef="#br0" timeOffset="189720.93">15388 12054 137 0,'0'0'198'0,"0"0"-18"0,0 0-19 15,0 0-17-15,0 0-11 0,-5 0-8 0,5 0-13 16,0 0-9-16,0 0-13 0,0 0-6 0,0 0-10 16,0 0-5-16,0 0-4 0,0 0-2 0,26 0-5 15,-16-1-1-15,3-1-7 0,5 2-1 0,1-3 0 0,0 2-6 0,1 0-6 16,2-2 4-16,0 1-3 0,1 0 4 0,-3-1 1 16,0 1-2-16,-6 0 1 0,-3 0 3 0,1 1-5 15,-5-1-4-15,0 0-2 0,0 2 6 0,-3-3-12 16,2 3-6-16,-6 0-4 0,8 0-21 0,-8 0-28 15,5 0-45-15,-5 0-32 0,0 0-31 0,0 0-14 16,0 0-195-16,0 0-375 0,-11 8 167 0</inkml:trace>
  <inkml:trace contextRef="#ctx0" brushRef="#br0" timeOffset="189999.51">15400 12303 41 0,'-4'2'358'0,"0"-2"-12"15,0 3-17-15,4-3-22 0,-5 2-23 16,5-2-27-16,0 0-28 0,17-5-30 0,2 3-15 0,1-5-18 16,11-2-17-16,1 1-15 0,5-1-15 0,-1 3-12 15,1-4-10-15,1 6-9 0,-1-3-14 0,-3-1-6 0,-4 3-6 16,-12 0-3-16,0 1-5 0,1 1-8 0,-10 3-6 15,-4-2-2-15,3 0-7 0,-2 1 3 0,-2-1-28 0,-4 2-21 16,7-1-31-16,-7 1-11 0,0 0-34 0,0 0-39 16,-13 8-52-16,1-4-56 0,-2 0-287 0,4 0-568 15,-3 1 251-15</inkml:trace>
  <inkml:trace contextRef="#ctx0" brushRef="#br0" timeOffset="191539.22">17120 11379 222 0,'1'-7'256'0,"-1"3"-3"0,0 4-12 0,0-4-18 15,0 4-15-15,0-4-15 0,0 4-18 0,0-5-18 0,0 5-16 16,0 0-14-16,0 0-19 0,0 0-13 0,0 0-11 16,0 0-10-16,0 0-9 0,-23 12-4 0,14-4-10 15,-4 2-10-15,3 5-3 0,-3-3-5 0,1 5 1 16,-2 5-9-16,-2 3-2 0,1 0-4 0,0 3-1 15,1-4 0-15,2-1-2 0,2-5-3 0,2 1 1 0,3-2-2 0,0-1-2 16,0 0-1-16,4-6 0 0,-2 1 2 16,2-5 0-16,-2 1 1 0,6-2 7 0,-2-1 11 0,-1 3 28 15,3-4 26-15,0 0 23 0,4-3 16 0,-7 0 3 16,15-6-4-16,2-1-11 0,-2-2 6 0,4-2-9 16,2-6-4-16,-3-4-5 0,-1 2-9 0,1-3-9 15,0 0-10-15,-5-2-9 0,1-1-3 0,-4 2-10 0,-2-2-5 16,-4 6 0-16,-3-1-23 0,-6 2-14 0,0-2-4 15,-3 3-8 1,-5-1-9-16,-1 3-11 0,-9 2-17 0,-2 1-4 0,-6 3-6 16,-5 6 7-16,-3 1-7 0,-14 3-7 0,16 2-11 15,-1 2-15-15,1 2-22 0,0 3-22 0,4 2-23 16,3 1-34-16,3 1-37 0,12 0-55 0,0 0-268 16,7 1-590-16,7-5 262 0</inkml:trace>
  <inkml:trace contextRef="#ctx0" brushRef="#br0" timeOffset="191924.45">17687 11126 152 0,'1'-3'298'0,"-1"3"-14"16,4-4-17-16,-4 4-22 0,2-2-19 0,-2 2-31 15,0 0-19-15,0 0-18 0,0 0-24 0,0 0-14 16,0 0-23-16,-14 11-13 0,5 3 1 15,-6 1-22-15,-1 10-11 0,-4 3-5 0,-7 12-5 0,0-1-2 0,-4 2-9 16,4 5 0-16,0 3-2 0,6-2-2 0,-1-2 0 16,11-11-3-16,0 0-3 0,6-1-1 0,5-4 1 15,3 4-2-15,6-3 5 0,4-4-2 0,6-3 4 0,6-2-5 16,5-7-29-16,4-1-42 0,3-8-55 0,2 1-77 16,1-8-279-16,10-2-499 0,1-3 221 15</inkml:trace>
  <inkml:trace contextRef="#ctx0" brushRef="#br0" timeOffset="192495">17894 11402 330 0,'3'-4'334'0,"-3"-1"-15"0,0 2-14 15,0-2-22-15,1 1-20 0,-1 4-28 0,1-5-28 0,-1 5-17 16,0 0-30-16,0-4-21 0,0 4-16 0,0 0-16 16,0 0-12-16,0 0-7 0,0 0-11 0,3 18-7 15,-2-10-6-15,-1 4-13 0,0 0 1 0,0 6-8 16,0 7-2-16,0-5-7 0,1-2-5 0,3 1 1 15,-2-2-5-15,0 4 1 0,2-2-5 0,-1-5-1 16,0 1-5-16,1-4 4 16,1 0-3-16,-4-2 3 0,2-2-3 0,0-1-3 15,-1-3 8-15,3 1 3 0,-1-1 20 0,-4-3 18 16,14-4 6-16,-6 0 3 0,2-3-6 16,4-3 0-16,-1-3-15 0,2 0 3 0,6-8-1 0,1-1-9 15,-2 0-9-15,-1-3 0 0,2 1 0 0,-2 2-8 16,-3 0-2-16,0 0-8 0,-5 5 4 0,-2 0-3 15,1 4-5-15,-3 0 14 0,-2 4 2 0,0-2 15 0,-1 7-6 0,1-2 3 16,-4 1-3-16,3 1-10 0,-3 1-14 0,-1-1-6 16,0 4-22-16,4-4-21 0,-4 4 0 0,0 0 6 15,0 0-1 1,-6 14 2-16,2-3 1 0,-5-2-3 0,5 3 18 16,-1 5-11-16,-3-1 20 0,3 7-12 0,0 2-5 0,1-5 6 15,3-3 0-15,2 1 3 0,2-4 16 16,3-1-7-16,-1 3-3 0,4-7 6 0,5 3-4 15,2-3-2-15,4-1 0 0,-1-3-4 0,9-1-42 16,1-3-46-16,-8-2-40 0,0-3-50 0,-2 1-59 0,1-4-72 16,-1-3-282-16,-8 4-650 0,-2-2 288 15</inkml:trace>
  <inkml:trace contextRef="#ctx0" brushRef="#br0" timeOffset="192725.18">18598 11552 233 0,'0'0'335'0,"5"1"-35"16,-5-1-17-16,0 0-41 0,0 0-22 0,4 2-20 16,-4-2-34-16,0 0-17 0,0 5-19 0,0 0-12 15,-4 2-10-15,1 3-10 0,-5 1-17 0,0 4-5 16,-1 1-28-16,-10 6-32 0,2-1-44 0,-4 0-60 15,0-1-79-15,0-2-253 0,-2-1-455 0,-2-2 201 16</inkml:trace>
  <inkml:trace contextRef="#ctx0" brushRef="#br0" timeOffset="194329.4">18662 11313 50 0,'0'-2'224'0,"4"-1"-4"0,-4 0-2 16,5 1 6-16,-5 2-4 0,4-6 0 0,-4 3-8 15,4-1-10-15,-4 4-16 16,4-4-8-16,-2 2-12 0,-2 2-11 0,3-3-13 15,-3 3-11-15,4-2-13 0,-4 2-22 16,0 0-10-16,0 0-12 0,0 0-12 0,0 0-5 0,0 0-5 16,5 6-4-16,-4-1-14 0,-1 2 0 0,0 3-5 15,0 1-1-15,0 0-7 0,0 1 2 0,0 4-3 16,0 3-6-16,3-2 3 0,-2 2-3 0,0-2-3 16,4 2 1-16,-1-2 0 0,1-2 5 0,-1 2-9 0,-2-3 1 0,4-3-2 15,-2 1 1-15,-1-3 1 0,3 1 0 16,-2-3-1-16,2 1 2 0,-3-4 0 0,3 1 2 15,-1 0 8-15,0-2 17 0,2-2 9 0,0 2 13 0,1-3 7 16,3-3 5-16,-3 3 3 0,3-4 4 0,0-1 0 16,1 0 1-16,1-5-11 0,0 1-3 15,1-1-4-15,1-3-5 0,-1 0-7 16,5-7-8-16,-2 1-1 0,0-2 9 0,-2 0-20 16,0 0-4-16,-2 2 1 0,-3-1 5 15,0 3-12-15,-2-2-4 0,0 1 0 0,-2 1-1 16,-1 1-1-16,-5 3 4 0,3 1 0 0,-2 1-5 0,-1 1-2 15,-1 1-1-15,-2 0-6 0,-2 1-9 0,1 2-3 16,-2 1-3-16,2 0-9 0,-1 4-4 0,1-2-8 16,4 3 0-16,-11 0-7 0,11 0 5 0,-12 4-7 0,7-1 5 0,1 4-2 15,0-1 15-15,1 0-9 0,1 1 4 0,0 3-2 16,4 0 10-16,1 0-2 0,1-1 2 16,2 1-3-16,3-3-1 0,1 1-20 0,0-1-26 0,8 0-33 15,-1-2-43-15,2 1-32 0,-2-3-53 0,3-2-52 16,-7-1-280-16,6-1-611 0,-7 0 270 0</inkml:trace>
  <inkml:trace contextRef="#ctx0" brushRef="#br0" timeOffset="194576.73">19283 11064 80 0,'3'-4'286'0,"-2"0"-16"0,2-2-17 16,0 2-22-16,1 1-19 0,-1-1-21 15,-2 0-22-15,4 2-21 0,3 1-16 0,-8 1-14 16,15 3-13-16,-2 4-13 0,1 1-3 0,4 3 3 16,-1 3-11-16,7 7 0 0,-4 2-6 0,3 2-1 0,-4 2 2 15,-1-1-6-15,-4 6-4 0,-1-1-4 16,-6 2-7-16,-5-2-5 0,2 4-6 0,-8-2-2 16,-5 11-3-16,-5-12-4 0,-9 9-17 0,0-15-10 0,-6-1-28 0,-10 7-35 15,-2-5-44-15,-6-3-65 0,0-3-82 0,-3-4-214 16,2-5-499-16,9-4 221 0</inkml:trace>
  <inkml:trace contextRef="#ctx0" brushRef="#br0" timeOffset="195424.84">16882 12192 5 0,'-5'0'217'0,"5"0"-17"0,-9 0-11 0,9 0-19 0,-7-3-13 16,7 3-15-16,0 0-13 0,0 0-14 0,-7 3-11 15,7-3-12-15,0 0-9 0,0 0-8 16,-6 0-6-16,6 0-9 0,0 0-3 0,0 0-7 16,0 0-4-16,0 0-5 0,0 0-5 0,0 0 0 0,0 0-8 15,0 0 1 1,0 0-5-16,0 0-8 0,-5 2 4 0,5-2-4 16,0 0-1-16,0 0-4 0,0 0 0 0,0 0 1 15,0 0-4-15,0 0 2 0,0 0-2 0,0 0 1 0,0 0 0 16,0 0 0-16,0 0 3 0,0 0 6 15,0 0 3-15,0 0-1 0,0 0 6 0,0 0 7 0,0 0 6 16,0 0 6-16,0 0 6 0,29-2 5 0,-17 2-6 16,18-5 0-16,2 2-2 0,22-1-5 0,10-4 0 0,33-4-13 15,6 7 0-15,5-7 0 0,5 3 9 0,9-3 4 16,0 4 5-16,10-1-6 0,6 1 1 0,0 2-2 16,-1 0 2-16,-3-2 2 0,-13 2-4 0,-2 0-8 15,-5 1 4-15,-7 1-9 0,-3 1-3 0,-10-2-3 16,-28 5-2-16,-3-4 0 0,0 3-4 0,-8-3-2 15,-19 2 1-15,-3 1 1 0,-14 0 0 0,-4 0 13 0,-2 1 25 0,-4-2 27 16,-1 1 24-16,-1 0 15 0,1 0-6 0,-4-1-4 16,-1 0-20-16,-1-1-12 0,-2 3-22 0,5-4-16 31,-5 4-26-31,0 0-41 0,-5-6-38 0,5 6-49 16,-9-4-44-16,5 4-59 0,-3 0-67 0,-5-3-321 0,1 3-654 0,-1 0 289 0</inkml:trace>
  <inkml:trace contextRef="#ctx0" brushRef="#br0" timeOffset="197365.33">17225 12610 29 0,'0'0'189'0,"0"0"-22"15,-3-2-13 1,3 2-17-16,0 0-18 0,0 0-8 0,-13 7-15 0,8-1-10 0,-4-1-9 0,0 6-11 0,-4 3-7 31,0 1-7-31,-3 5-4 0,-3 3-5 0,2-1-4 0,-1 2-6 16,2-2 0-16,3 5-3 0,-5-3-2 0,5-2 6 0,4-5 2 16,1 2-2-16,3-2 13 0,-2 0-7 15,2-3-2-15,4 1 2 0,-1-3 4 0,4 0 2 16,-1-1 16-16,3-2 10 0,0-2 14 0,2-2 7 15,3-1 7-15,2 1 2 0,2-4 1 0,1-1-3 0,5-1-1 16,-2-2 3-16,2-2 7 0,-1-3 4 0,1 0-6 16,-1-2-2-16,-4 1-1 0,0-2-3 0,2-3-9 0,-5 2-7 15,1-1-4-15,-3 0-6 0,-2-2-6 0,-2-2-13 16,-1 2-7-16,-3-2-11 0,-3 0-10 0,-4-1-13 16,-1 1 2-16,-4 0-20 0,-3 4-10 0,-2 1-15 15,-2 1-9-15,-7 1-5 0,4 3-11 0,-8 4-2 16,-4 1 1-16,1 2-4 0,-3 3-12 0,5-1-14 15,4 5-15-15,4-3-25 16,2 4-22-16,3 0-29 0,7-2-34 0,1 2-269 16,1 1-519-16,7-1 230 0</inkml:trace>
  <inkml:trace contextRef="#ctx0" brushRef="#br0" timeOffset="197681.86">17824 12410 134 0,'0'0'223'0,"1"-5"-32"15,-1 5-19-15,0 0-17 0,0 0-14 0,0 0-20 16,0 0-12-16,-14 17-9 0,4-3-12 0,-4 8-10 16,-4 0-8-16,1 6-11 0,2 1-5 0,-2 3-4 15,2 0-7-15,2 1-9 0,-2 1 0 0,5-2 2 16,2-2-5-16,4 0-6 0,2 1 1 0,4-4 7 0,6-1-10 16,2-1 2-16,9-1 3 0,-1-9-9 0,7 2-29 15,4-3-50-15,2-4-69 0,-2-4-189 0,-1-2-343 0,-6-3 152 16</inkml:trace>
  <inkml:trace contextRef="#ctx0" brushRef="#br0" timeOffset="198167.42">18008 12661 209 0,'4'-2'260'0,"-3"-2"-26"0,4 3-22 16,-1-4-25-16,0 2-19 0,-4 3-18 0,9 0-20 15,-9 0-10-15,10 3-16 0,-2-1-9 16,-2 3-14-16,2 0-4 0,0 5-10 0,-1 1-5 16,-2 1-6-16,-1-1-9 0,0 6-6 0,-2 0-2 15,-3 2-3-15,-1-2-4 0,-2 0-4 0,-3 2 2 16,0 0-7-16,-1-2-3 0,-1-2 3 0,0-1-4 0,2-3-4 0,-1-2-2 0,0 0 3 15,3-1-3-15,1-1 1 0,-1-2-3 0,3-3 4 16,-1 1 24-16,2 1 25 0,-2 1 25 0,3-5 33 16,0 0-8-16,0 0-11 0,0 0-10 0,19-14-16 15,-6 2-5-15,4 0-4 0,-2 0-7 0,7-6-11 16,-1 2 2-16,1-4-5 0,1 0-5 0,0 2-9 16,-5 0 0-16,0 4-2 15,-8 2-4-15,2 3-8 0,-6 3 4 0,3-1 0 16,-4 4 1-16,0-3-13 0,-2 3-7 15,-1 0-14-15,0 1-18 0,-2 2 2 0,0 0-2 0,0 0 4 16,0 0 3-16,-9 18-1 0,0-9 2 0,1 5 4 16,-1 1 1-16,-1 2 0 0,2-3 6 0,-1 3-2 15,-1 0 3-15,5 0-2 0,0 1-19 0,1-2-22 16,0-1-31-16,2 1-32 0,2-4-41 0,2 0-48 0,2-2-75 0,1-5-188 16,0 2-505-16,4-4 225 0</inkml:trace>
  <inkml:trace contextRef="#ctx0" brushRef="#br0" timeOffset="198367.93">18508 12813 164 0,'0'0'305'0,"0"0"-33"0,2-3-34 0,-2 3-24 15,0 0-16-15,0 0-30 0,0 0-14 0,-5 16-15 16,0-8-13-16,-3 3-16 0,1 3-8 0,-2 3-13 15,-4 0-6-15,0 3 1 16,2-1-28-16,-1-4-38 0,3 2-38 0,-6 6-42 16,3-8-54-16,3-3-61 0,-1 0-181 0,1-2-388 15,3-5 173-15</inkml:trace>
  <inkml:trace contextRef="#ctx0" brushRef="#br0" timeOffset="199018.57">18874 12532 95 0,'0'0'285'0,"0"0"-17"16,0 0-18-16,0 0-25 0,3-5-27 0,-3 5-22 0,0 0-18 0,0 0-17 16,0 0-17-16,0 0-4 0,0 0-18 0,0 0-8 15,10 8-11-15,-2-6-12 0,-2 4-5 0,1 1-5 16,0-2-10-16,1 4-4 0,2-1-5 0,-2 1-5 0,1 1-4 15,-3 0-2-15,3 1-8 0,-4 2 0 0,3 1-3 16,-4-2-1-16,0 0-1 0,-1 5-3 0,-5-2 0 16,-1 1-6-1,-2 1 4-15,1-7-3 0,-3 5 1 0,0-2-3 16,-2-4 0-16,4 3 1 0,-1-6-4 0,2 1-1 16,-1-1 1-16,2-1 2 0,0-1 1 0,-1 2 2 15,1-5 1-15,2 2 1 0,-2-1 10 0,3-2 9 16,-5 3 8-16,5-3 11 0,-1 3 5 0,1-3 6 15,0 0 6-15,0 0 7 0,0 0 3 0,0 0-1 16,-1 4-2-16,1-4-2 0,0 0 4 0,0 0-5 0,0 0-9 0,0 0-10 16,0 0 3-16,0 0 2 0,0 0-15 0,0 0-8 15,0 0-1-15,0 0-1 0,0 0-4 0,0 0-5 16,0 0-5-16,0 0 1 0,0 0-4 0,0 0 0 16,0 0-8-16,0 0-4 0,0 0 6 0,0 0 3 15,0 0-5-15,0 0 13 0,0 0-17 0,0 0 2 16,0 0 0-16,0 0-3 0,0 0-3 0,0 0 5 0,0 0 3 0,0 0-2 15,0 0-2-15,0 0-2 0,0 0 1 0,0 0 1 0,0 0-5 16,0 0 8-16,0 0-29 0,0 0-12 16,0 0-16-16,0 0-21 0,0 0-24 0,0 0-27 15,0 0-33-15,0 0-41 0,0 0-51 0,2-12-78 16,-2 12-196-16,0-4-564 0,0 4 251 0</inkml:trace>
  <inkml:trace contextRef="#ctx0" brushRef="#br0" timeOffset="199887.83">18678 12571 285 0,'-3'-5'295'0,"2"1"-10"16,1-1-13-16,-3 1-23 0,3 4-20 0,0-6-20 0,0 6-26 0,0-5-18 16,0 5-10-16,0-5-25 0,0 5-17 0,0 0-13 15,0 0-9-15,0 0-14 0,0 0-5 0,0 0-6 16,8 11-10-16,-4-5-2 0,2 2-7 0,0 1-2 16,5 4-8-16,-4-1 0 0,5 0-4 0,-2 2-4 15,3 1-12-15,-2-6-14 0,2 4-6 0,1-4-12 16,-1 1-7-16,-2-4-9 0,2 2-1 0,-4-3 0 0,4-2-2 15,-3-1 4-15,4-1 0 0,-2-2 6 0,1-1 3 0,-1-1 1 16,1-5 4-16,-2 2 5 0,4-5 6 16,-4 0 0-16,2-1 12 0,-2 0 7 0,1-3 6 15,-4 6 8-15,3-4 11 0,-6 4 5 0,4-1 10 16,-4 0 0-16,-1 3 3 0,-1 2 5 0,-1-2-9 0,2 3-5 16,-4 0-8-1,4 2-1-15,-2-3 5 0,-2 5-25 0,2-2-18 16,-2 2-7-16,0 0-6 0,0 0-1 0,0 0 2 15,-8 9-3-15,4 0 17 0,-1 4-15 0,-3 4 2 0,1 1-3 0,-5 7 4 16,3 4-2-16,-2-1 0 0,1 1 5 0,1 0-4 16,1 0 4-16,0-1 13 0,2 2-13 0,-1-3 5 15,4 1-1-15,-1 1-3 0,0 0 1 0,2-5-2 16,-1 3 17-16,2-3-11 0,-1-6-2 0,1 2 3 16,-1-3-2-16,0-1-2 0,0 1 5 0,-1-5-1 15,2-1 2-15,-2-1 10 0,-2-2-16 0,4-3 5 16,-5 4 0-16,-1-4 0 0,2-2 17 0,-3 3-10 15,3-3 5-15,-5-3 7 0,1 0 3 0,1 0 14 16,-2-3 10-16,0-3 17 0,2 1 4 0,-6-7 2 16,9 4 17-16,-4-7 1 15,5-2 15-15,-1-1-13 0,2-7-13 0,5-3-10 16,4-2-14-16,1 1-4 0,6-2-13 0,3-2-2 16,8-9-5-16,3 3-3 0,-9 9-7 0,14-7 1 15,-9 10-5-15,1 0-1 0,-1 6 5 0,-1-1 0 16,1 5-13-16,-10 4 4 0,1-1-1 0,-5 8-9 15,-3-3 8-15,3 2-4 0,-4 1 1 0,-1 3-2 16,1-2 6-16,-1 3-38 0,0 0-29 0,0-1-29 0,-4 3-33 0,5-1-13 16,-5 1-20-16,0 0-18 0,0 0-19 0,4 8-26 15,-7-3-30-15,3-5-33 0,-4 9-244 0,4-9-565 16,0 0 251-16</inkml:trace>
  <inkml:trace contextRef="#ctx0" brushRef="#br0" timeOffset="200188.91">19241 12342 123 0,'0'0'192'15,"0"0"-20"-15,18 9-17 0,-10 1-6 0,4 6-14 0,6 7 4 16,0 3-2-16,0 6-9 0,8 14 0 0,-7 2-10 15,-3 1-2-15,-3 4-7 0,-1-4-10 0,-11 6-5 0,-4-3-9 16,-4 2-6-16,-3 2-12 0,-3 0-5 16,-6-6-4-16,-3-1-10 0,-5-6 0 0,8-11 0 15,-12 7-5-15,6-15-5 0,-3 0 0 0,1 0-4 16,-3-2-2-16,4-5 2 0,-4 0-10 0,2-2 1 0,2-4-9 0,3-6-24 16,2 0-43-16,2-1-73 0,-1-7-121 0,4-1-147 15,4-2-422-15,6 0 186 0</inkml:trace>
  <inkml:trace contextRef="#ctx0" brushRef="#br0" timeOffset="200889.94">20294 11891 22 0,'-8'-2'194'0,"8"2"-11"16,0 0-14-16,0 0-3 0,0 0-10 0,0 0-13 16,0 0-8-1,0 0-8-15,0 0-8 0,0 0-1 0,0 0-1 16,0 0-3-16,25 2-4 0,-14-1-10 0,10-1-9 0,0 0-10 16,6-3-10-16,6 3-4 0,1 0-2 0,4-2-6 15,0 1-6-15,13-3-4 0,-11 2-5 16,-1-1-3-16,-3 2-3 0,-4-3-8 0,-5 4-1 15,-9 0-3-15,1-3-1 0,-5 3-2 0,-5 0-1 0,0 0-3 16,-1 0-9-16,-2-1-16 0,-6 1-26 0,5-1-18 0,-5 1-23 16,0 0-27-16,0 0-37 0,0 0-59 0,-25 5-175 15,14-5-401-15,0 4 177 0</inkml:trace>
  <inkml:trace contextRef="#ctx0" brushRef="#br0" timeOffset="201174.97">20488 12053 25 0,'-5'2'264'15,"5"-2"-13"-15,-9 1-10 0,8 2-22 0,1-3-14 0,-4 1-15 0,4-1-19 16,0 0-14-16,18 1-19 0,-5-2 0 0,8 0-26 15,10 0-6-15,2-2-11 0,6 2-4 0,-1-2-15 16,2 0-7-16,11-2-10 0,-13 1 1 0,-1 1-3 16,-2-2 2-16,-5-1-5 0,-2 3-1 0,-10 3-6 15,-5-1-2-15,-3-1-4 0,-1 2-2 0,-4-1-7 16,3 0-16 0,-8 1-26-16,8-2-41 0,-8 2-48 0,0 0-64 0,0 0-302 15,-21 4-503-15,9-1 222 0</inkml:trace>
  <inkml:trace contextRef="#ctx0" brushRef="#br0" timeOffset="202660.46">22460 10811 168 0,'1'-4'260'0,"2"0"-9"16,-2-1-6-16,0 1-7 0,1 0-16 0,0 0-16 16,-2 4-16-16,0-5-21 0,0 5-18 0,2-2-17 15,-2 2-17-15,0 0-15 0,0 0-13 0,0 0-10 0,0 0-11 0,-4 11-8 16,4-1-7-16,-6 4-5 0,1 3-3 0,0 2-7 16,-2 8-3-16,3-3-3 0,-1 4-4 0,-2 0-11 15,2 1 3-15,0 0-8 0,0 0-2 0,4-2 2 16,-2-2-3-16,3-7 1 0,0 0-4 0,1-2 8 15,-1-3-9-15,2-1-1 0,0-2 5 0,2 0-3 16,0-3 4-16,0 1 11 0,2-4 21 0,1 1 20 0,-1-4 24 0,7 0 6 16,-2-1 8-16,1-2 0 0,4-3-5 15,2-1-11-15,0-3 1 0,-3-2-12 0,8-3-8 16,-3-3 4-16,0-2-6 0,-1 1-13 0,-2-3 5 0,2-1-8 16,-4-1-14-1,2 1 6-15,-2 0-10 0,-1-1 1 0,-5 6-2 16,0 1-1-16,0-1-2 0,-3 1 0 0,1 6-1 15,-2-2-3-15,-1 4 6 0,0-2 9 0,-2-1-5 0,3 5 2 16,-5 2 0-16,3-1-1 0,-2 1-4 0,2 0-2 16,-2 2-11-16,-1 2-5 0,3-4-3 0,-3 4 0 15,0-4-25-15,0 4-17 0,0 0-8 0,0 0-7 16,0 0 2-16,0 0 8 0,0 10 4 0,-3-2 2 16,-1 3 4-16,0 4 4 0,-1 3-1 0,-1-3 4 15,2 4-1-15,0 0 4 0,0 0-2 0,-1 1 3 0,0 3 9 16,0-5 0-16,5-1-1 0,1 0-2 0,-1-5 3 15,4 1 10-15,-3-2-5 0,3-1 5 0,1-1 0 16,2 0 0-16,-1-1 0 0,4-1-1 0,3-2 10 16,7 0-2-16,9 0-4 0,0-3-46 0,4-2-50 15,-5-2-60-15,3 1-79 0,1-3-95 0,-5-2-264 0,0-1-639 16,-2-1 282 0</inkml:trace>
  <inkml:trace contextRef="#ctx0" brushRef="#br0" timeOffset="203208.09">23152 11023 78 0,'4'-2'245'16,"0"-1"-24"-16,3 2-23 0,-1-1-17 0,2 1-21 16,2 2-19-16,0 3-14 0,0 0-12 0,-1 2-15 15,3 0-10-15,-3 6-15 0,0-2-7 0,0 1-6 16,-2 5-7-16,0-2-6 15,-4 2-2-15,0 0-6 0,-3 0-3 0,-1 0-2 16,-3 1-1-16,-1 0-1 0,-3-2-3 0,0-1 1 16,1 0 2-16,0-3 1 0,-3-1-1 0,4-1 0 15,-2-2 5-15,3 2 3 0,-1-5 4 0,3 1 5 16,-1-1 9-16,0-1 34 0,3 0 7 0,-3-1 20 16,4-2 33-16,-1 4 21 0,1-4-2 0,0 0-17 15,0 0-17-15,10-9-15 0,-1 0-14 0,5-3-14 0,4-1-13 0,1-4 2 16,4-2-15-16,0 2-3 0,-1 0-4 0,1-5-9 15,-3 3-10-15,2 2-3 0,-8 4-1 0,-2 1-6 16,-2 3-4-16,-4 5-2 0,2-4-6 0,-3 4-3 16,-1 0-11-16,0 0-14 0,-2 1-21 0,-2 3-18 15,0 0 7-15,0 0 4 0,-6 12 8 0,2-4 0 16,-1 4-7-16,-3 0-4 16,-1 5 17-16,3-1-2 0,5 2 5 15,-2-1-3-15,6 1 1 0,3 0-4 0,3-1-24 16,8 3-36-16,4-3-54 0,4-2-77 0,7 0-117 0,3-7-263 15,3-3-643-15,2-4 285 0</inkml:trace>
  <inkml:trace contextRef="#ctx0" brushRef="#br0" timeOffset="205213.52">24835 10669 143 0,'2'-2'197'0,"-2"2"-5"0,1-7-8 0,0 4-15 16,2-1-5-16,-2 1-11 0,-1 3-7 0,4-7-12 15,-2 4-3-15,-2 3-8 0,2-2-10 0,-2 2-11 16,2-3-17-16,-2 3-8 0,0 0-12 0,0 0-2 15,0 0-11-15,0 0-8 0,2 15-2 0,-2-8-6 16,-2 5-5-16,0 5 2 16,0 0-5-16,-3 4-4 0,2 2-4 0,-1 4-1 15,0-8-3-15,3 7-1 0,-2-6-1 0,3 1 0 16,-1-2-2-16,1-1-1 0,0-1-1 0,4 0 0 16,-2-5-2-16,-1 2 1 0,2-4-6 0,2-1 19 15,1 1 22-15,-3-4 16 0,1-1 15 0,2-1 16 0,3 0 11 16,1-2 3-16,1-2 7 0,0-1 6 15,4-2 0-15,2-5-2 0,0 2-6 0,-2-5-6 0,2 1 1 0,-1-3-16 16,-2-2 11-16,3 3-27 0,-4-4-4 0,-2 1-9 16,2-2-8-16,1-3-1 0,-1 2-6 0,-2 0-8 15,-3 1-1-15,0 0-5 0,-1 0 0 0,-2 3-5 16,2 2 1-16,-5 3-6 0,2-1 17 0,1-1-9 16,-1 4-4-16,-3-2 1 0,2 4-3 0,-2 1-3 15,-1 1-3-15,3-1-4 0,-2 0 1 0,-1 4-13 0,0-4 5 0,3 1-5 16,-3 3-20-16,0 0-15 0,1-5-19 0,-1 5 5 31,0 0 4-31,0 0 0 0,-5 14 5 0,1-4 5 0,0 3 14 16,-5 3-5-16,4 0-4 0,0 1 4 0,-3 1-2 15,3 5 0-15,-4-5 8 0,4 0-1 0,0 0 6 16,1-1-2-16,0-2 4 0,0-3 3 16,3-1 2-16,-1-2 1 0,-1 0 0 0,6-2 5 0,-1-1 8 0,-1 1 15 15,7 0-16-15,2-2 3 0,8 0-7 0,9 2 2 16,1-5 1-16,7 1-1 0,1-3-37 0,-3-3-56 15,1 1-58-15,-2 0-73 0,4-3-92 0,-2 0-291 0,-3-3-652 16,-10 4 288-16</inkml:trace>
  <inkml:trace contextRef="#ctx0" brushRef="#br0" timeOffset="205967.41">25465 10897 98 0,'0'-5'332'0,"0"2"-11"0,0 3-12 16,2-7-16-16,-2 4-23 0,0 3-19 16,1-4-29-16,-1 4-24 0,0-4-25 0,0 4-11 15,0 0-24-15,0 0-18 0,3-4-18 0,-3 4-17 0,0 0-12 16,0 0-1-16,0 0-13 0,0 0-4 0,1 15-7 16,3-6-6-16,-2-3 1 0,2 6-10 0,0-2 1 15,0 0-8 1,1 1-7-16,0 1-10 0,1-3-4 0,-2 2-4 0,2-4-2 15,-2 0-1-15,0-1 2 0,1-1 2 0,-1 1-4 16,1-3 3-16,-1-2-1 0,4-1 3 0,-2 0 1 16,-6 0 4-16,9-6 4 0,-4 1 6 0,5-1 1 15,-5-2 1-15,3 0 3 0,-3-2 1 0,-1 1 3 0,5-3-1 16,-5 3 1-16,0 1 7 0,-2 0-1 0,1 1 9 16,-2 2 3-16,2-1-12 0,-1 3-4 0,0 0-7 0,-1 0-11 15,-1 3-13-15,1-6-14 0,-1 6-10 0,0 0 5 16,0 0-3-16,0 0 4 0,-2 16-1 0,-1-3-2 15,-1-1 7-15,3 5 5 0,-3 9-6 0,-1 0 3 16,0 4-2-16,-3 1 4 0,4-1 2 0,-6 3 0 16,2 3 3-16,-2-2 0 0,0 0 2 0,2-2 0 15,-2-1 3-15,4-2-3 0,-3-2 4 0,5 2 1 0,-4-4-1 0,3-9 1 16,1 1-2-16,0-6 1 0,2 0-1 0,-1-4 5 16,1-1 19-16,0-2 14 0,0 0 42 0,1-2 51 15,1-2 5-15,0 0-10 0,0 0 2 0,-14-9-2 16,12-1 4-16,0-1-2 0,2-4-7 0,2-4-8 15,5-6-12-15,4 1-9 0,3-5-12 0,4-2-18 16,10-10-15 0,4-1-13-16,4-2-4 0,2 2-2 0,1 3-1 0,-4-2-5 15,2 7-3-15,-1 2-1 0,-9 9 7 0,-3 3-10 16,-7 7 0-16,-2 1 0 0,-4 4-6 0,-2-2 9 16,-2 6 2-16,-2 0-9 0,0-3-5 0,-1 4-5 15,0 0-28-15,-1 2-38 0,-3 1-41 0,2-3-23 16,-2 3-19-16,0 0-27 0,-18 10-51 0,0-2-67 15,3 0-94-15,-1 2-294 0,-1-3-737 0,-1 1 326 0</inkml:trace>
  <inkml:trace contextRef="#ctx0" brushRef="#br0" timeOffset="207971.09">22410 12108 31 0,'-1'-4'251'16,"1"4"-5"-16,0-7-14 0,0 2-21 0,0 5-14 0,1-5-17 16,-1 5-14-16,0-2-22 0,0 2-9 15,0 0-15-15,0 0-20 0,0 0-11 0,0 0-10 16,0 0-10-16,0 0-8 0,11 12-7 0,-8-2-6 16,0 2-1-16,1 5-4 0,1 1-1 0,-1 0-8 0,-2 2-1 0,2 7-3 15,1 1-3-15,-3-2 0 0,0 0-4 0,2 1-1 16,-2-5-4-16,1 1 0 0,-1-4-2 0,2 1-2 15,-1-4 2-15,1-1-3 0,-1-1-4 0,0-3 5 0,1-2-3 16,0 3 2-16,1-7-1 0,-1 4 6 16,-1-4 19-16,4 0 12 0,-1 0 11 0,-1-2 11 15,4 1 5-15,-4-2 9 16,8-2 6-16,-4-2 8 0,5 0-5 0,3-1-3 16,-1-5 4-16,1-1-4 0,2-3-10 0,-3-2-5 15,6-1 0-15,-1-4-6 0,-1-5-13 0,2 2-6 0,-3-2-9 0,4 1-3 16,-2-3-1-16,-2 0-1 0,-2 0 9 0,-4 1-21 15,2 1-9-15,-1 1 20 0,-7 7-14 0,2-2-3 16,-5 4-9-16,0 3 3 0,-2 1-3 0,0 0 4 16,-4 3-7-16,1 0-8 0,0 2-4 0,-3-2-3 15,2 4-6-15,-5 0 6 0,1 3 1 0,-2 0-4 16,-3 3 8-16,3-1-15 0,-1 3 0 0,-1 1-7 16,1 1 7-16,1 2-6 0,4 1-3 0,0 0-13 15,-1 2 5-15,4-3-3 0,2 3-7 0,4 0-12 16,2-2-17-16,3 4-23 0,5-3-37 0,2 2-55 15,10-2-60-15,0-2-95 0,2-3-181 0,-1 0-569 0,0-4 252 0</inkml:trace>
  <inkml:trace contextRef="#ctx0" brushRef="#br0" timeOffset="208472.23">23219 12343 175 0,'1'-2'249'0,"3"0"-26"0,0 0-21 0,-4 2-23 0,10-3-18 0,-5-2-15 15,-5 5-16-15,12 2-13 0,-12-2-15 0,10 4-10 16,-2 0-9-16,-2-1-11 0,-2 3-6 0,2 4-2 15,-2 0-6-15,-1 0-9 0,-3 0-2 0,0 5-2 0,-2 1-9 16,-3-1-1-16,-2 1-2 0,-2 0-6 0,-2 0 1 16,1 0-4-16,-1 0-2 0,-1-3-4 0,2 0 5 15,-3-1-7 1,7-3 4-16,-2-3-9 0,3-1 8 0,1 2-4 16,0-4 16-16,-1 1 16 0,4-1 22 0,-2-1 21 15,3-2 21-15,-3 5 23 0,3-5 1 0,0 0-13 16,0 0-8-16,12-10-7 0,-3 3-13 0,3-5-5 15,3 0-8-15,-1 0-9 0,9-5-10 0,-4-1-9 16,2-1-5-16,-2 1 0 0,-5 2-9 0,1 2-3 0,-2 4 12 16,-5 1 9-16,-1 2-4 0,1 0-1 0,-4 2-12 0,-1 2-13 15,0 0-7-15,2 0-1 0,-2 1-16 0,-3 2-14 16,0 0-6-16,0 0 8 0,0 11 0 0,-4-2-2 16,-1 1-8-16,3 1 8 0,-1 6 6 0,0 1 3 15,3 1-2-15,4-2-1 0,6 6 14 0,-1-5-44 16,8 2-30-16,6 1-65 0,5-6-87 0,5-1-135 15,3-7-248-15,4-4-649 16,12-3 288-16</inkml:trace>
  <inkml:trace contextRef="#ctx0" brushRef="#br0" timeOffset="210336.59">24733 12143 203 0,'5'-5'219'0,"-2"1"-2"0,-2-1-5 0,4-2-8 0,-2 4-9 15,-2-1-7-15,2 1-10 0,0-1-12 0,-1 0-8 16,-2 4-16-16,2-3-10 0,-2 3-13 0,3-4-17 16,-3 4-10-16,0 0-16 0,0 0-7 0,4 0-7 15,-4 0-8-15,0 0-4 0,0 12-8 0,-3-2 0 16,2 0-5-16,-2 7-3 0,1-1-7 0,-6 2 0 15,7 7-3-15,-3-5-4 16,4 0-1-16,0 0-1 0,0 6-1 0,0-2-3 16,1-2 0-16,2-4 0 0,1-2-3 0,1 3 0 15,1-4-10-15,-1-3 2 0,2 0 0 0,0-3 6 16,3-1 6-16,-1 0 0 0,3-4 18 0,2 0 10 16,-1-3 14-16,1-1 9 0,5-3 6 0,2-2 0 15,-2-2 4-15,6-8-3 0,-11 4 1 0,9-7-8 16,-3 0-3-16,0 0-10 0,-1-4-5 0,-2-2-2 0,0-1-7 15,0 1-3-15,-2-1-11 0,0-1 6 0,1 2-16 16,-6-2 9-16,2 9 11 0,-6 0 7 0,2 2 1 0,-3 4 12 16,0 0 7-16,0 1 1 0,-1 4-6 0,-3 1 0 15,2-2-5-15,-2 3-4 0,-1 1-9 0,4 1-10 16,-4 2-7-16,1-5-19 0,-1 5-26 16,2-3-14-16,-2 3 2 0,0 0-1 0,0 0 3 0,-7 15 2 0,3-6 13 15,-1 1-7-15,-2 5 5 0,0 1 4 0,-2 2 0 16,3 1-1-16,-3 4 0 0,1 2 20 0,1-6-21 15,1 4 6-15,3-2 2 0,-2-3 1 0,2 3-1 0,0-4 3 16,2 0 1-16,1 1-8 0,0-7 7 0,0 0 6 16,1 0 3-16,2-2-8 0,-3-1 12 0,1-3-2 15,4 2 5 1,-1-3 10-16,1 2-6 0,4-1 2 0,0-1 2 0,4-2 10 16,4 5-10-16,2-3-10 0,2-3 7 15,7-1-2-15,1 0-10 0,1 0-51 0,0-5-51 16,0 1-67-16,1-1-81 0,0-4-105 0,1-2-264 15,-9 1-669-15,2-4 297 0</inkml:trace>
  <inkml:trace contextRef="#ctx0" brushRef="#br0" timeOffset="211091.02">25584 12266 38 0,'4'-7'305'0,"-3"-1"-6"0,2 1-2 0,-2-1-15 15,2 2-6-15,-3 2-16 0,1-3-23 0,0 3-18 0,-1 0-19 16,3 2-20-16,-3 2-19 0,1-5-16 0,-1 5-18 16,0-3-14-16,0 3-22 0,0 0-21 15,0 0-9-15,0 0-7 0,0 0-7 0,0 0-8 0,0 17 1 16,-1-8-7-16,1 1-4 0,0 4-7 0,0 2 2 16,0 0-5-16,0 2 4 0,0-6-4 0,5 1-1 0,-4 0-3 31,2-1-3-31,-1 0-6 0,2-4-4 0,0 3-4 0,-1-6 4 0,-1 2-3 0,5-3 7 0,-5 0-1 0,2 1 3 15,0-2 3-15,0-3-2 0,-4 0 5 16,9-5 5-16,-4 2 16 0,-1-2-9 0,4-2 7 16,-1-1-4-16,-1-1 1 0,2 0-6 0,-1-2 7 0,0 0 0 31,-1 3 6-31,-2-4 9 0,3 3-3 0,-3 4 6 0,0 1-1 16,0-3-4-16,-2 1 2 0,0 4-6 0,-1-1-12 15,3 0-11-15,-4 0-12 0,0 3-27 0,0 0 4 0,0 0-2 16,0 0 0-16,5 11 2 0,-5 2-2 15,0-2 5-15,0 6-2 0,0 9 1 0,-1 1-3 0,-3 3-8 0,-1 1 0 16,1 5 7-16,-2 0-6 0,-2-2 3 0,1 1 17 16,-1 0-9-16,-2 11-1 0,1-17-1 0,1 0 5 15,-2 0 1-15,2-1 1 0,2-7-6 0,-2-4 11 16,2 0-3-16,0-7 2 0,-1 1 1 0,2 0-4 16,0-2 3-16,2-4 7 0,-1 0 11 0,-1-1 48 15,4-1 16-15,-4-3-5 0,5 0 15 0,-9-3 7 16,5-4 1-16,0 0 10 0,3-6-3 0,1-3-8 15,1-4-10-15,7-6-14 16,2-8-15-16,11-12-5 0,2-1-22 0,6-4-9 16,7 3 0-16,2 0-2 0,21-16-6 0,-18 19-2 15,0 9 3-15,-2-1 0 0,0-1-10 0,-10 17 9 16,-2 3-4-16,-9 9 3 0,-4-3-2 0,-3 3 4 16,-1 3-3-16,-3 1 5 0,-2 0-11 0,3 1-4 15,-5 1 2-15,0 3-33 0,1-3-48 0,-2-1-30 16,-2 4 1-16,0 0-5 0,0 0-31 0,-22 12-52 0,2-5-59 0,1 0-97 15,-5 3-289-15,3-3-694 0,3-3 307 0</inkml:trace>
  <inkml:trace contextRef="#ctx0" brushRef="#br0" timeOffset="212523.72">21522 10807 191 0,'1'-2'187'16,"-1"2"-11"-16,0 0-12 0,2-7-10 0,-2 7-7 0,-2-4-13 16,2 4-9-16,0 0-7 0,0 0-9 0,0 0-13 15,0 0-12-15,2-4-5 0,-2 4-10 0,0 0-9 16,0 0-11-16,0 0-10 0,0 0-12 16,0 0-5-16,0 0-7 0,0 15 0 0,-2-5-3 0,1 9 2 15,-3 7-4-15,-1 5-2 0,0 4-4 0,-4 13 3 16,4 5 1-16,-4 0 3 0,0 2 1 0,0 4-2 0,0 0 2 15,-6 23 1-15,2-2-2 0,3 2 1 0,2-24 3 0,-1 2-4 16,0 21-3-16,-1-24-1 0,0-2 3 16,2 0-2-16,3 0-2 0,0-7-2 0,-1 0 0 15,4-11-1-15,0 9 0 0,0 0 1 0,1 0 8 16,1-12 0-16,1 12 0 0,1-11 3 0,-1 0-2 0,2-1 1 0,-1 1-7 31,2-2-1-31,-3 2 0 0,2 2-3 0,-2-2 3 16,1-2-1-16,0 1-3 0,-1-2 1 0,0-1 0 15,1-2-1-15,-1 0 1 0,0-3-1 0,2 1 0 0,-2-2 0 16,-1-6 1-16,3 0 3 0,-1-1-1 16,-2-2-3-16,0-1 0 0,2 2 3 0,-1-1-1 15,-1-6-2-15,0 2-4 0,-1 0 4 0,1 0 1 16,0-2-4-16,0-3 1 0,0 5 4 0,1-5-4 0,-1 1 3 0,0-3 2 16,0 3-4-16,0-2 0 0,-1-3 2 0,-1 1-4 15,4 0 1-15,-1 0 2 0,-1 0-2 0,0-4 3 16,0 8 0-16,0-8 2 0,0 5-7 0,0-5 2 15,0 4-5-15,0-4 4 0,1 5 3 0,0-2-4 16,-1 1 1-16,3-2 2 0,-3-2 2 0,0 6-3 16,0-6 1-16,2 5-2 0,-2-3 3 0,0-2 1 0,0 0 0 0,0 4-3 15,0-4-1-15,4 3 2 0,-4-3 4 0,0 3-4 32,0-3-1-32,0 5 1 0,0-5-2 0,0 0 3 0,1 6 1 0,-1-6-3 0,-1 3 0 15,1-3 0-15,0 0 0 0,1 7 0 0,-1-7-1 16,-1 5 0-16,1-5 3 0,0 0-4 0,0 0 3 15,0 5-1-15,0-5 4 16,0 0-2-16,0 0-2 0,0 0 4 0,0 0-1 0,3 1 1 16,-3-1 0-16,0 0 1 0,0 0 3 0,0 0-3 15,0 0-14-15,0 0-37 0,0 0-63 0,0 0-89 16,6-11-164-16,-6 4-391 0,3-2 174 0</inkml:trace>
  <inkml:trace contextRef="#ctx0" brushRef="#br0" timeOffset="214358.95">26907 10669 49 0,'0'0'142'0,"1"-7"2"0,-1 5-14 0,4-3 0 15,-4 5-4-15,0-8-14 0,1 4 9 0,0 0 1 16,-1 4-13-16,2-8-5 0,-2 3-4 15,0 2 5-15,0 3-6 0,1-4-1 0,-1 4-8 0,1-5-6 16,-1 5-5-16,-1-4-7 0,1 4-5 0,1-5-8 16,-1 5-5-1,0 0-9-15,0-5-2 0,0 5-9 0,0 0 1 16,0 0-7-16,0-3-4 0,0 3-1 0,0 0-15 0,0 0-8 16,0 0-2-16,0 0-1 0,0 0 0 0,0 0-4 15,-10 14 1-15,9-7 3 0,-4 1-1 0,-2 4-2 16,1 3 1-16,-1 1 6 0,-3 8-6 15,3 0 3-15,0 2 0 0,2 2 0 0,-4-1 0 0,2 2-2 16,1 2 0-16,1 1 6 0,1 0-11 0,-1-1-1 0,3 1 3 16,-1-2 2-16,1 2 2 0,2 0 3 0,-2-1-3 15,1-2 3-15,-1 0-2 0,0 0 3 0,2 3-2 0,-1-4-2 16,0 1 5-16,-1-1 3 0,0 4-3 16,2-6-4-16,-1 4 1 0,1 0-1 0,0 0 5 15,0-1 0-15,2-3 3 0,-2 3 1 0,0-3-6 16,0-1 0-16,1-7-1 0,-1 8 3 0,2-7-2 0,0 0-6 0,-2-2 7 15,0 2-1-15,2-2 1 0,-2-1 0 0,0 1-2 16,1 1 0-16,0-3-3 0,0 3 6 0,1-1 2 16,-2-4-2-16,0-1 1 0,2 2-2 0,0 5 0 15,-2-7-2-15,0 0 0 0,2-1 3 0,-1 1-3 16,2 1-1-16,-1-2 5 0,-2 0-4 0,2 2-3 16,0-6 5-16,-1 5 1 15,3-2-6-15,-4-3 5 0,4 3 0 0,-2 0-2 16,-2-4 0-16,2 2 0 0,1 2 1 0,-1-2-1 15,0 3 2-15,0-3 0 0,-2 0-1 0,1 1 1 16,3 1 1-16,-3-1-3 0,-1 1 0 0,0 2 0 16,0-3 1-16,0 3-2 0,-1-2 0 0,1 0 1 15,0 2 2-15,0-2 0 0,-4 2 1 0,4-1-2 16,0 2-1-16,-1-3 2 0,2 2-3 0,-1 2 1 0,0-4 3 0,-1 2-5 16,1 1 0-16,1-3 1 0,-2 2 0 0,1 0-1 15,0-1 2-15,0 1-2 0,0 0 4 0,0-1-2 16,0 0-1-16,0 1 2 0,0 0-1 0,0 1-1 15,-2-2 3-15,4 1-1 0,-4 1-3 0,2-2 2 16,0 3 0-16,0-2 0 0,0 3 0 0,0-2 1 16,-2 1-5-1,6-3 4-15,-6 1 3 0,2 0-3 0,0-2 0 16,0 3 0-16,-2-1 3 0,2 0-5 0,-2 0 6 0,0 1-5 16,1-4 3-16,1 3-4 0,-2-4 2 0,0 3 1 15,2-1-3-15,-4 0-1 0,4 0 0 0,0-2 2 16,0 1 1-16,0-1 1 0,0-2-5 15,0 1 5-15,0 1-4 0,0 1 4 0,0-1 1 0,0-2-3 16,2-1 0-16,-2 2 4 0,0-1-1 0,2 1-4 0,-2-2 1 16,0 2 2-16,0-1 0 0,0 0-3 0,0 0 5 15,-2-1 0-15,0 1-6 0,2 1 5 0,-2-1 0 0,2 1 0 16,-2-2 1-16,2 2-2 0,-1 0 5 0,-1-2 3 16,2 1-6-16,-2 2 0 0,2 0 0 0,-2 0-3 15,-1 0 7-15,2-3-4 0,0 3 1 16,0-2-5-16,-1 1 3 0,2-1-1 0,-4 1-1 0,2 3 1 0,1-2 2 15,-1 0-2-15,-2-2 0 0,3 1 2 0,-1 0 0 0,-1-1-1 16,0 0-1-16,0 2 2 0,1-1-3 16,1-2 0-16,0 0-1 0,0-1 0 0,-1 4 0 15,1-4 1-15,-2 0-2 0,3 2 4 0,0-1 1 0,-1-2-4 16,0 1-3-16,1-4 4 0,0 7-2 0,0-4 3 16,0-3 2-1,0 5-3-15,0-5-1 0,0 7 6 0,-1-4-5 16,1-3 0-16,0 5 0 0,-2-3 0 0,2-2-1 15,-1 7-2-15,1-2 3 0,0-2 2 0,0-3 1 0,0 7 0 16,0-7-3-16,-1 7-1 0,2-5 0 16,-1-2 1-16,-1 6 1 0,1-6 0 0,0 6 4 15,0-3-1-15,0-3-4 0,0 4-2 0,0-4 2 16,0 0-9-16,1 5 9 0,-1-5 1 0,0 0 0 0,0 0 2 0,0 3 1 16,0-3-2-16,0 0-2 0,0 0 1 0,0 4-1 15,0-4-1-15,0 0 0 0,0 0 4 0,0 0-4 16,0 0 0-16,0 0 1 0,0 0-7 0,0 0-34 15,0 0-37-15,0 0-58 0,0 0-235 0,0 0-402 16,12-7 179-16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25:45.24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2392 1951 121 0,'0'0'137'0,"0"0"-7"16,0 0-13-16,0 0-1 0,0 0-25 0,0 0-4 16,0 0-11-16,0 0-8 0,0 0-1 0,0 0 3 15,-3-5 3-15,3 5 2 0,0 0 9 0,0 0 4 16,0 0 13-16,0 0 12 0,0 0 8 0,0 0 10 16,0 0 4-16,0 0-8 0,-4-2-8 0,4 2-7 0,0 0-2 15,3-7-7-15,-3 7-6 0,1-5 6 0,-1 5-14 16,-1-7 2-16,1 2-4 0,1 2-9 0,-1 3-10 15,0-7-4-15,3 4-2 0,-3-1-7 0,0 4-8 16,0 0-7-16,0-5-10 0,0 5-11 0,0 0-35 16,0 0-1-16,0 0 3 0,5 16-3 0,-4-3 0 15,-1 2 3-15,0 6 0 16,0 9 5-16,-4 1-1 0,3 1 4 0,-3 4-1 16,0 1-1-16,3 11 5 0,-4-15 0 0,5-2 3 15,0-2-2-15,-1-1 1 0,2 3 2 0,-5-7-4 16,4-5-3-16,0-2 8 0,0-5-3 0,-4-2 2 15,7-1 2-15,-3-3-4 0,0 3 6 0,0-6 4 16,1 1 21-16,-1-4 20 0,-1 8 9 0,1-8 23 16,0 0 3-16,0 0-6 0,1 7 8 0,-1-7-12 0,0 0-1 15,0 0-3-15,0 0-3 0,0 0-49 0,0 0-38 16,0 0-44-16,0 0-52 0,0 0-68 0,-4-26-71 16,4 15-92-16,-1-6-180 0,1 0-570 0,-3 1 253 15</inkml:trace>
  <inkml:trace contextRef="#ctx0" brushRef="#br0" timeOffset="338.95">2394 1939 28 0,'0'0'258'0,"-5"-2"-14"0,5 2-12 16,0 0-20-16,-1-6-20 0,1 6-15 0,0 0-19 0,-4 0-15 15,4 0-19-15,-5-4-6 0,5 4-15 0,0 0-15 16,0 0-7-16,0 0-8 0,0 0-10 0,0 0-8 0,0 0-7 16,0 0-2-16,0 0-6 0,0 0-1 0,0 0-3 15,15 5-1-15,-3-5-1 0,0 0-7 0,6 0-1 16,1-1 30-16,12-3-5 0,-1 1 0 16,0-2-18-16,1 1 10 15,-4 2 2-15,-8-1-7 0,0-1-1 0,-1 3 3 16,-7-2 3-16,-3 2-7 0,0 1 11 0,-8 0-6 15,14-3-2-15,-9 3-4 0,-5 0-11 0,6 0-13 16,-6 0-29-16,0 0 1 0,0 0-16 0,0 0-23 16,0 0-35-16,-20 16-32 0,7-10-50 0,-1 4-66 15,-2-4-195-15,0 4-469 0,2 1 207 0</inkml:trace>
  <inkml:trace contextRef="#ctx0" brushRef="#br0" timeOffset="673.53">2452 2440 62 0,'0'0'237'0,"-7"2"-16"0,7-2-14 0,-5 5-12 15,5-5-10-15,-4 5-14 0,4-5-3 0,0 0-12 16,-3 3-7-16,3-3-13 0,0 0-8 0,0 0-21 15,0 0 9-15,0 0 0 16,0 0 0-16,0 0-7 0,29-2-14 0,-10-1-2 16,6-4-10-16,6 2-19 0,-4 0 10 0,5-2-13 0,0 1-1 15,-3 2-4-15,-3-3-8 0,-6 5-17 16,-4 1 13-16,-3-1-4 0,-2 0-4 0,-1 2-4 16,-5-1-4-16,3 1 1 0,-8 0 1 0,6-3-5 15,-6 3-4-15,0 0-8 0,0 0-8 0,0 0-13 16,0 0-16-16,0 0-20 0,0 0-26 0,-18 11-22 0,7-11-32 15,-2 4-40-15,-1-1-59 0,-4-1-244 0,0-1-505 16,2 0 223-16</inkml:trace>
  <inkml:trace contextRef="#ctx0" brushRef="#br0" timeOffset="1035.01">2434 2224 115 0,'0'0'338'0,"-9"-4"-20"0,9 4-31 16,0 0-18-16,0 0-26 0,0 0-22 0,0 0-17 0,-11-1-21 0,11 1-17 16,0 0-32-16,0 0 1 0,0 0-14 0,0 0-6 15,20-9-22-15,-6 9 0 0,6-2-11 0,7-4-8 16,1 2-5-16,0 0-15 0,2 2 1 15,-10-1-4-15,2 2-10 0,-3-2-1 0,-2 2-4 16,-5-2-3-16,-1 3-6 0,1 0-1 0,-12 0-11 16,13-1 10-16,-13 1-6 0,13-1 0 0,-13 1-6 0,0 0 2 0,0 0 6 15,14-2 4-15,-14 2-3 0,0 0-4 0,0 0 1 16,7-2-9-16,-7 2-3 0,0 0-17 0,0 0-16 16,0 0-17-16,0 0-29 0,0 0-25 0,0 0-32 15,0 0-25-15,0 0-38 0,0 0-53 0,0 0-236 16,0 0-521-16,0 0 232 0</inkml:trace>
  <inkml:trace contextRef="#ctx0" brushRef="#br0" timeOffset="1342.12">3236 2121 198 0,'0'0'416'0,"0"0"-25"16,4-3-20-16,-4 3-24 0,5-5-26 0,-5 5-35 16,0 0-23-16,0 0-32 0,0 0-25 0,0 0-23 15,0 0-20-15,0 0-28 0,0 0-22 0,0 0-17 16,0 0-10-16,0 0-12 0,-5 24 1 16,1-14-17-16,-6 6 1 15,1 2-5-15,0 3-2 0,-1-3-18 0,1-1 8 16,-1 2 0-16,-2 4-7 0,3-7-10 0,4 1 5 15,-4-3-2-15,4-2-15 0,0 1-29 0,0-4-9 16,0 0-11-16,1-1-24 0,0 2-22 0,1-5-29 16,0-1-26-16,3-4-13 0,-4 6-28 0,4-6-50 15,0 0-76-15,0 0-213 0,0 0-560 0,-15-16 248 16</inkml:trace>
  <inkml:trace contextRef="#ctx0" brushRef="#br0" timeOffset="1675.07">3042 2188 320 0,'-1'-9'352'0,"1"2"16"15,-4 2-8-15,4 5-9 0,0-10-22 0,-1 5-18 16,1 5-16-16,0 0-31 0,-3-10-26 0,3 10-26 16,0 0-25-16,0 0-24 15,0 0-20-15,0 0-20 0,0 0-12 16,0 0-17-16,0 0-3 0,0 0-17 0,26 16 4 16,-14 0-8-16,6 3-9 0,2 1-9 0,-1 2-4 15,0-3-1-15,0 1-6 0,0 2-4 0,-2-4 1 16,-1 2-7-16,-3-3-1 0,1-3 3 0,-2 1-6 0,-1-3-6 15,-2-2-1-15,-1-3 0 0,-2 4-6 16,2-5-3-16,-4 1 0 0,0-3 6 0,-4-4-1 0,5 5 1 0,-3 0 1 16,-2-5 6-16,0 0 3 0,0 0 12 0,5 6 3 15,-5-6 6-15,0 0-1 0,4 4-1 0,-4-4-4 0,0 0-3 16,0 0-2-16,0 0-4 0,0 0-7 0,0 0 2 16,0 0-6-16,0 0 1 0,0 0-4 0,0 0-9 15,0 0-13-15,0 0-23 0,0 0-28 0,8 3-27 16,-8-3-23-16,0 0-48 0,0 0-69 0,0 0-55 15,0 0-55-15,0 0-94 0,0 0-246 0,0 0-726 16,0 0 321-16</inkml:trace>
  <inkml:trace contextRef="#ctx0" brushRef="#br0" timeOffset="2121">3751 2181 219 0,'-3'-11'338'0,"3"11"-22"15,-6-8-21-15,2 4-32 0,4 4-22 0,-9-5-21 16,9 5-26-16,-11-3-13 0,11 3-20 0,-18 0-19 0,18 0-23 0,-20 5-1 16,7 2-15-16,-4 2-9 0,4 4-10 0,-6 4-13 15,3 2-3-15,0-3-12 0,1 4-2 0,2-5-3 16,2 2-9-16,-1 2 2 0,3-4-8 0,3-1-4 15,1-2-1-15,1 0 4 0,-2-5-8 0,4 1-2 16,1-2-6-16,0-1 1 0,1-5 6 0,0 8 14 16,0-8 10-1,9 3 7-15,-9-3 8 0,0 0 1 0,29-11 2 16,-14 2-3-16,-1 0-9 0,1-1 1 16,1-4 0-16,0 1-10 0,0 1-3 0,-3-2-10 0,2 0 10 15,-2 3 1-15,-4 0 0 0,1-2 5 0,-2 8-11 16,-3-4 9-16,0 6-13 0,-5 3-7 0,8-8 2 15,-5 4-11-15,-3 4-2 0,6-4-8 0,-6 4-7 16,0 0-7-16,0 0 3 0,0 0-6 0,0 0 0 0,22 12-5 16,-18-8-12-16,2 4-15 0,1-1-23 0,-2 0-26 15,2 2-35-15,-1 0-31 0,2 0-31 0,-2-2-36 16,2-1-35-16,-1-2-69 0,-1-2-228 0,-6-2-599 16,10 6 266-16</inkml:trace>
  <inkml:trace contextRef="#ctx0" brushRef="#br0" timeOffset="2689.63">3936 2230 287 0,'3'-7'395'0,"-3"7"2"0,0 0-18 0,3-9-29 16,-3 9-13-16,0 0-28 0,0 0-32 0,0 0-30 16,3-6-31-16,-3 6-21 15,0 0-31-15,0 0-12 0,0 0-17 0,0 0-21 16,0 0-11-16,0 0-9 0,0 0-13 15,6 27-5-15,-5-18-8 0,-1 3-5 0,1 1-10 16,0 3 5-16,-2-5-16 0,2 0 1 0,1 2-2 16,-2-2-5-16,0-1-5 0,1-3-2 0,-1 0-2 15,0-7-9-15,0 9 0 0,0-9 7 0,1 6 4 16,-1-6 20-16,0 0 22 0,0 0-4 0,0 0-5 0,0 0 0 0,16-12-8 16,-10 5 3-16,-1-3 1 0,3-1-2 0,3-2-4 15,0-2-4-15,-3 1-4 0,1-3-10 0,2 5 0 16,-2 4-3-16,-1-2-2 0,-2 4-4 0,-3 1-3 15,1-1-6-15,0 1-2 0,-4 5-9 0,9-6-1 16,-9 6-8-16,5-4 0 0,-5 4 1 0,0 0-3 16,0 0 0-1,14 10 0-15,-5-2-3 0,-4 1-5 0,3 2-10 16,-3-1-3-16,3 3 1 0,-2 2-10 0,0-5 1 16,-3 0 1-16,3 2-5 0,-2-4 5 0,0 1 6 15,0-2-3-15,0-2 8 0,-2 0 2 0,-2-5 11 16,4 7-1-16,-1-5 22 0,-3-2 32 0,0 0-12 15,0 0 4-15,0 0-7 0,15-12 0 0,-9 6 2 16,1-2 0-16,-1-2-8 0,3-4-4 0,0 4 1 0,1-2 0 0,-2 0-6 16,2 6 2-16,-4-5-5 0,2 4-2 15,-3 2-2-15,-1-1-5 0,1 0 2 0,3 2-4 16,-8 4-6-16,6-4 0 0,-6 4-3 0,12 0-11 16,-12 0-13-16,15 7-7 0,-6-4-8 0,1 1-12 15,2 2 6-15,-2 3-20 0,3-1-9 0,1-1-32 16,2 4-25-16,0-5-28 0,-1 3-29 0,-6-3-27 0,3 0-18 0,-1-3-25 15,-2-1-11-15,4-2-37 0,-13 0-238 16,15-2-600-16,-11-5 265 0</inkml:trace>
  <inkml:trace contextRef="#ctx0" brushRef="#br0" timeOffset="2937.16">4541 2288 1467 0,'1'-8'0'0,"2"-2"36"0,-2-1 30 15,-1-2 32-15,0-3 27 0,-1-4 20 0,-2 2 24 0,3-7-3 16,0 5 2-16,-1-7 12 0,1 9 24 0,-4 0 8 16,4-1 8-1,0 5 7-15,-1 1 3 0,1 4-1 0,0-1-13 16,0 4-24-16,0-2-21 0,0 5-22 0,0 3-20 15,0-7-23-15,0 7-45 0,0 0-27 0,0 0-11 16,0 0-2-16,0 0-5 0,0 29 1 0,0-10-1 16,0 7 7-16,-3 6-8 0,2 2 1 0,1 0-1 15,-1 0-2-15,1 2 4 0,-3-4 0 0,3 2-2 16,-1-3 0-16,2-3-3 0,-1-1-1 0,0-7 4 0,0 0-10 0,0-5-19 16,0 1-19-16,0-6-25 0,-1-3-17 0,1 0 1 15,-3-2 4-15,3-5 5 0,0 0-14 0,0 0-25 16,0 0-42-16,0 0-42 0,0 0-29 15,0 0-20-15,-5-24-44 0,8 8-61 0,-6-3-209 16,7-7-594-16,-3-3 262 0</inkml:trace>
  <inkml:trace contextRef="#ctx0" brushRef="#br0" timeOffset="3476.16">4564 2164 183 0,'3'-7'291'16,"-2"1"-8"-16,-1 6-16 0,0-9-22 0,0 9-17 15,0-7-35-15,0 7-18 0,0 0-19 0,2-6-23 16,-2 6-11-16,0 0-12 0,0 0-18 15,0 0-1-15,0 0-13 0,0 0-5 0,33 11-3 16,-22-4-10-16,5 1-3 0,-4-3 0 0,3 2 4 0,2 0-5 0,-4 3-7 16,-2-2-1-16,-1 1-2 0,-2-4-7 0,2 2-2 15,-6-1-6-15,1-1-6 0,-4 1 0 0,2-1-2 16,-3-5 1-16,-4 12-3 0,-1-3-4 0,-8 0-11 16,-1-3 16-16,-5 3 0 0,-2-1-2 0,-7 0-5 15,-1-1-5-15,1 0 2 0,1-3-6 0,-1 3 5 16,9-3-6-16,1-2 2 0,5 1 2 0,3-2-11 0,0 2-3 15,10-3-4-15,-16 0-11 0,16 0-25 0,0 0-30 0,0 0-14 16,0 0 3-16,0 0-1 0,32-22-2 16,-6 10-14-16,1 0-5 0,2-3-6 0,2 1 9 15,-1-4 15-15,0 1-1 0,-2-2 12 0,1-1 11 16,-1 2 13-16,-6-3 12 0,3 4 40 0,-5-3 23 16,-1 3 30-16,-9 6 26 15,3-6 24-15,-3 4 27 0,-5 1 12 0,1 0 26 16,-1 2 15-16,-3 0 9 0,1 0 17 0,1 1-5 15,-2 2 1-15,1 2 9 0,-2-1-12 0,-1 6-18 16,2-8-21-16,-2 8-18 0,2-6-21 0,-2 6-17 16,0 0-36-16,0 0-40 0,0 0-14 0,0 0 3 15,0 0-1-15,1 22 6 0,-4-10-16 16,0 5 5-16,0 10 0 0,-2-1 1 0,5-1-2 0,-2 2 2 0,2 3-5 16,0-2 3-16,-2-2-1 0,5-8 4 0,-3 0-4 15,4-1 0-15,-4-7-1 0,3 2 3 0,-3 2-17 16,0-9-5-16,2 2-1 0,-2-7-3 0,0 10 8 15,0-10-1-15,2 7 2 0,-2-7-10 0,0 0-7 16,0 0-58-16,0 0-61 0,0 0-50 0,0 0-43 16,0 0-33-16,22-14-49 15,-14 5-53-15,-2 6-232 0,-1-5-653 0,2 4 289 16</inkml:trace>
  <inkml:trace contextRef="#ctx0" brushRef="#br0" timeOffset="3924.99">4987 2265 126 0,'0'0'168'0,"4"4"-9"0,-4-4-4 0,0 0 2 16,0 0-4-16,0 0 4 0,5 2 1 0,-5-2-1 0,0 0-2 0,0 0 2 16,0 0-10-16,0 0 14 0,0 0 8 0,0 0 0 15,0 0-15-15,16 0-8 0,-16 0-11 0,14-1-3 16,-2-1-8-16,-2-5-12 0,3 3-3 16,1-2-9-16,3-3-1 0,-2-2-2 0,0 0-9 0,2 0-9 15,-2 0-7-15,-1 2-2 0,-1 0-8 0,0-4-5 16,-4 5 22-1,1 1 2-15,-1 0 4 0,-3 0 9 0,-3 4-5 16,1-1-7-16,-4 4 3 0,7-8-10 0,-7 8-6 16,2-4-19-16,-2 4-15 0,0 0-3 0,-23 1 1 15,6 7-1-15,2-1-11 0,-3 1-3 0,0 4-4 16,-4 4 3-16,2 1-1 0,2 3-1 0,4-4-7 16,1-1 4-16,4 2-4 0,0-2-2 0,3 2-9 15,1-2-5-15,3-4 7 0,2 1-2 0,3-2-2 0,3 0 7 0,8 2 2 16,2-6-1-16,8 5 2 0,4-5 1 0,2-1-4 15,3-2 0-15,-4-3-3 0,-2 2 5 0,-3-2 4 16,-4-2-7-16,-3 0 6 0,-4 1 11 0,0-1 13 16,-13 2 13-16,14 0 8 0,-14 0 10 15,13-3-3-15,-13 3 9 0,10-1-8 0,-10 1-3 16,0 0-6-16,9-3-5 0,-9 3-3 0,0 0-16 0,0 0-8 0,5-4-32 16,-5 4-15-16,0 0-23 0,0 0-36 0,0-6-43 15,0 6-68-15,0 0-24 0,-5-11-52 0,2 6-48 16,2-4-97-16,-2 1-241 0,2-4-714 0,2 3 316 15</inkml:trace>
  <inkml:trace contextRef="#ctx0" brushRef="#br0" timeOffset="4108.33">5696 1983 3423 0,'1'-5'328'0,"-1"5"-38"0,3-7-40 15,-3 7-25-15,2-2-25 0,-2 2-34 0,0 0-23 16,0-7-27-16,0 7-26 0,0 0-6 0,0 0-9 0,4-5-15 16,-4 5-20-16,0 0-45 0,0 0-53 0,0 0-51 15,0 0-47-15,9 11-59 0,-4-9-62 0,3 1-85 16,-8-3-356-16,5 14-779 0,-2-9 345 0</inkml:trace>
  <inkml:trace contextRef="#ctx0" brushRef="#br0" timeOffset="4246.08">5746 2334 185 0,'-3'7'371'0,"1"-2"-1"0,-1 0 2 0,3-5-9 15,-1 5-4-15,1-5-12 0,0 0-31 0,0 0-35 16,0 0-27-16,0 0-39 0,0 0-50 0,0 0-57 16,0 0-77-16,20-13-97 0,-11 4-89 0,4-1-136 15,1-4-247-15,0 1-583 0,0 1 259 0</inkml:trace>
  <inkml:trace contextRef="#ctx0" brushRef="#br0" timeOffset="4546.96">6159 2113 305 0,'-7'2'308'15,"7"-2"-15"-15,0 0-7 0,0 0-11 0,0 0-24 16,0 0 1-16,0 0-10 0,0 0-13 0,0 0-14 15,0 0-3-15,-9 1-17 0,9-1-7 0,0 0-13 16,0 0-5-16,0 0-19 0,0 0-12 0,0 0-8 16,27-7-12-16,-9 4-14 15,0-1-12-15,5 3-11 0,-3-2-5 0,2-1-9 16,-4 1-6-16,1 1-7 0,-7-1-4 0,0 1-6 16,0 0 2-16,0 1-14 0,-4 1 3 15,-3-1-4-15,-5 1 2 0,9-3-6 0,-9 3-15 16,0 0 12-16,11 0-14 0,-11 0-23 0,6-2-39 15,-6 2-56-15,0 0-55 0,0 0-94 0,0 0-138 16,0 0-282-16,0 0-731 0,0 0 324 0</inkml:trace>
  <inkml:trace contextRef="#ctx0" brushRef="#br0" timeOffset="117967.29">8013 1786 95 0,'9'1'123'0,"-9"-1"-13"0,0 0-11 0,0 0-8 0,0 0-15 16,0 0 2-16,0 0-9 0,0 0-8 0,0 0-9 15,0 0-3-15,0 0 2 0,0 0-8 16,0 0-1-16,0 0-1 0,4-2-9 0,-4 2-1 15,0 0 11-15,0 0-3 0,0 0 2 0,0 0 6 16,0 0 5-16,0 0-3 16,0 0 6-16,0 0 5 0,0 0 0 0,0 0 4 15,0 0 1-15,0 0-1 0,0 0-4 0,0 0-4 16,0 0-8-16,-3-5-6 0,3 5-2 0,0 0-1 16,-1-6 9-16,1 6-8 0,-3-5 2 0,3 5 2 15,-1-6 0-15,1 6 6 0,0-6 1 0,-1 1-4 16,-2 1-1-16,3 0 5 0,0-1-4 0,-1 0 1 15,-2 0 2-15,3-2-7 0,0 2 3 0,0-2-6 0,0 2-2 16,0 1 4-16,-1-1 6 0,1 5 4 0,0-8-8 16,0 8-2-16,0-4-5 0,0 4-3 0,-3-5-7 15,3 2-12-15,0 3-15 0,0 0-21 0,0 0-14 16,0 0 1-16,-1 12-2 0,1 2 10 0,0 13-3 16,-1 1 7-16,-3 7 3 0,-5 11 1 0,5 4 9 15,-1 1-4-15,1 2 3 0,0 6 3 0,4-3 6 0,-1 4 2 0,1-4-5 16,1 3 5-16,-1-2 0 0,0-4 1 0,0-4 1 15,-1-11 2-15,1-7 0 0,-3 0-1 16,2-4-1-16,-4-8 1 0,4-3 1 0,-2-3-5 16,2-3 7-16,-3-2-2 0,3 0 21 0,1-2 18 15,-3-3 16-15,3-3 20 0,-3 5-7 0,3-5-10 16,-12 0-2-16,12 0-8 16,-15-8-3-16,6 3-2 0,-1-2 4 0,1-2 0 15,0 1 2-15,-3-2 2 0,3 2 12 0,2-2-12 16,-1 4 7-16,-1-3-1 0,4 4-4 0,0 3 4 15,5 2-8-15,-8-9-6 0,3 5-6 0,5 4 6 16,-6-4-20-16,6 4-17 0,-4-4-28 0,4 4-24 16,0 0-29-16,-4-4-35 0,4 4-27 0,0 0-33 15,0 0-21-15,0 0-18 0,0 0-56 0,0 0-263 0,8-8-566 16,-4 3 250-16</inkml:trace>
  <inkml:trace contextRef="#ctx0" brushRef="#br0" timeOffset="118584.43">7779 2177 63 0,'-12'2'168'0,"12"-2"-9"0,0 0-14 0,-10 1-17 16,10-1-10-16,0 0-20 0,0 0-5 0,-10 0-11 0,10 0-13 0,0 0 0 15,0 0-11-15,0 0-1 0,0 0-7 16,0 0-10-16,-6 1 2 0,6-1-10 0,0 0-1 15,0 0 3-15,0 0-13 0,0 0 7 0,0 0-13 16,0 0 11-16,0 0 4 0,0 0 9 0,29 4 5 16,-10-4-3-16,3-1-3 0,10-2 2 0,5 1-10 15,-1-1 6-15,2 1-9 0,0-1-2 0,1-1 0 0,-2 1-3 16,-9 1-7-16,2-1 3 0,-3 2-1 0,-5-2 7 0,-3 3 2 16,-1-3 3-16,-5 3 1 0,-4 0 0 15,0-1 4-15,-9 1 6 0,10 0 5 0,-10 0 0 16,9 0-6-16,-9 0-2 0,0 0-5 0,9-4-2 0,-9 4-5 15,0 0-5-15,0 0 0 0,0 0-9 0,0 0 3 16,0 0-22 0,0 0-23-16,0 0-32 0,0 0-33 0,0 0-72 15,-10 13-205-15,10-13-405 0,0 0 179 0</inkml:trace>
  <inkml:trace contextRef="#ctx0" brushRef="#br0" timeOffset="118931.73">8814 1767 236 0,'0'-4'307'16,"0"4"-23"-16,0-5-19 0,0 5-26 0,0-5-22 15,0 5-25-15,0 0-26 0,0 0-16 0,0 0-21 16,-12 10-11-16,2 2-16 0,-2 4-9 16,-8 9-12-16,0 2-5 0,-7 14-5 0,3-1-17 15,-3 2 0-15,5 6-2 0,-1 1-12 0,7 0 5 16,4 2-3-16,8-16-7 16,-2 11-1-16,8-14-5 0,3 1 3 0,7-4-4 15,-1-3-1-15,6-1 1 0,6-5-2 0,5-1 2 16,5-4 0-16,2-1-25 0,16-1-35 0,-13-7-50 15,2-6-58-15,2-2-93 0,-5-2-238 16,0-6-510-16,-3-1 226 0</inkml:trace>
  <inkml:trace contextRef="#ctx0" brushRef="#br0" timeOffset="120904.92">9247 1970 188 0,'0'0'243'0,"1"-7"-21"16,1 3-19 0,2 1-25-16,-1 0-19 0,1 1-18 0,4-1-37 15,3 1-13-15,2 1-7 0,1 1-12 0,3 4-5 16,1 0-12-16,-2 2-5 0,2 4-4 0,-2 0-6 16,-2 1-1-16,-2 4-5 0,1-1-3 0,-6 2-2 15,-1 9-1-15,-1 0-4 0,-5 3 0 0,-6-3-3 16,-3 1 2-16,-5 2 0 0,0-2-4 0,-7 0-2 15,2 0 3-15,-5-8-2 0,3 3 4 0,7-8 4 0,-1-1 6 0,2 0 7 16,0-5 11-16,7 0 12 0,0-4 20 0,0 2 27 16,0-3 34-16,4 1 51 0,2-3 36 0,0 0-13 15,0 0-19-15,-7-10-20 0,11-2-14 0,3-5-27 16,5 2-14-16,4-11-12 0,5 2-13 16,-2-4-7-16,4 0-11 0,0 1-9 0,0 1-8 15,-2 3-4-15,1-2-7 16,-5 5-11-16,-4 5-3 0,-1 2-1 0,-5 4-6 15,1 0-8-15,-2 5 3 0,-2-3 1 0,0 3-10 16,1 0-7-16,-4 1-29 0,2 0-19 0,-2 1-14 16,-1 2-1-16,0 0 0 0,0 0 10 0,-5 12 3 15,0 0 10-15,-3-2-6 0,2 7 10 0,-3 0 0 16,3 2-5-16,0-4 18 0,5 4-10 0,-4 0-13 16,5-1-3-16,3 1-6 0,0-5-7 0,5 0-11 0,1-1-17 0,5 1-22 15,3-9-35-15,10 5-51 0,0-5-64 0,3-2-67 16,0-1-244-16,2-7-611 0,-2 0 271 0</inkml:trace>
  <inkml:trace contextRef="#ctx0" brushRef="#br0" timeOffset="121305.72">9900 2099 185 0,'-5'0'218'0,"5"0"-20"0,0 0-18 15,0 0-19-15,-6 0-14 0,6 0-14 0,0 0-15 16,0 0-9-16,0 0-15 0,0 0-7 16,0 0-10-16,0 0 1 0,0 0-19 0,0 0-2 15,0 0-5-15,0 0-9 0,0 0 1 0,0 0-3 16,0 0-5-16,0 0-5 0,0 0-2 0,0 0 4 15,0 0 9-15,0 0 3 0,0 0 6 0,0 0-3 0,0 0 3 0,0 0-1 16,0 0 0-16,0 0-6 0,20-7-3 0,-2 2-5 16,1 3 1-16,12-2-5 0,-2-2 3 0,2 0-8 15,-2 1-4-15,1 4-3 0,-3-5-5 0,-7 4-1 16,0 0-2-16,-3-3-1 0,-3 5 3 0,0-2-3 16,-4 0 1-16,-3 0-7 0,0 2-7 0,-1-1-13 15,-6 1-14 1,0 0-32-16,1-5-22 0,-1 5-14 0,0 0-15 15,-21-2-35-15,9 3-16 0,-1-2-21 0,-1 1-157 0,-2 0-369 16,1 0 164-16</inkml:trace>
  <inkml:trace contextRef="#ctx0" brushRef="#br0" timeOffset="121521.98">10006 1949 146 0,'0'-7'268'15,"0"1"11"-15,3 1 7 0,-3 1-4 0,0 0-7 16,0 4-25-16,1-5-28 0,-1 5-28 0,-4-4-21 15,4 4-23-15,0 0-21 0,0 0-13 16,0 0-14-16,0 0-7 0,0 20-15 0,-1-5 0 16,0 2-17-16,-3 1-1 0,3 1-7 0,-2 8-4 0,3 0-1 15,0-3-6 1,3 2 1-16,-2 5-7 0,0-6 1 0,4-7-34 16,-1 2-20-16,-1-4-27 0,-1-1-29 0,1 2-39 15,-2-7-36-15,-1-1-35 0,4-4-25 0,-2-2-44 16,1 3-177-16,-3-6-462 0,0 0 205 0</inkml:trace>
  <inkml:trace contextRef="#ctx0" brushRef="#br0" timeOffset="122122.37">10303 1927 33 0,'1'-4'307'0,"-1"4"-16"0,1-5-24 0,-1 5-25 15,5-4-25-15,-5 4-23 0,0-1-25 0,0 1-16 0,0 0-14 0,0 0-20 0,0 0-7 16,0 0-14-16,13 4-11 0,-10-1-16 0,3 4-11 16,-3-3-12-16,4 2-9 0,-2 2-9 0,3 0-9 15,-3-2-6-15,4 3-2 0,-4-4-7 0,-1-2 1 16,1 1 1-16,0 0-2 0,2 0 4 0,-4-1-6 16,4-1 4-16,-3 0 1 0,-4-2-2 0,0 0 2 15,14-4 9 1,-9 1 4-16,-4-1 8 0,4-1 6 0,-1-1 7 15,0 2 1-15,0-3 7 0,0 1 8 0,0 1 6 16,-2-2 7-16,3 2-3 0,-2 1-2 0,-2 0 8 16,0 0-10-16,0 1-8 0,-1 3-14 0,3-5-15 15,-3 5-8-15,0 0-12 0,0 0 1 0,0 0-4 16,5 13 6-16,-1-1-10 0,0 3-4 0,-2 5 2 16,3 9 2-16,-3-2-6 0,0 19 1 0,0-9 4 0,-2 9 2 0,-2-9 3 15,0 9 0-15,0-11 3 0,1 10-2 0,-3-12-4 16,3-1-3-16,-1-1 11 0,-1-2-5 0,-1-4-2 15,0-6 1-15,-1-2 1 0,0-4 0 0,0-3 0 16,0 0 5-16,-1-3 5 0,-1-3 1 0,1 0 3 16,-7-2 2-16,4-4 0 0,-5-3 1 0,0-3 21 15,-3-1-3 1,4-3 10-16,3-5-7 0,-4-5-4 0,4-2-4 16,5-3-3-16,2-6-2 0,6-2-8 0,2-13-3 15,3 15 3-15,4-2-8 0,1 4-2 0,0 1 2 16,6 2-3-16,-1 2-1 0,-1 7-3 0,3-2 4 15,-7 7-1-15,3 2-9 0,0 0 9 0,-5 4 3 16,0 2-7-16,-2 1-3 0,-2 0-5 0,-2 3 0 16,2-2-3-16,-2 1 4 0,0 2 0 0,-5 1-11 0,10 1-24 15,-10-1-20-15,6 4-17 0,-3-4-18 0,2 4-14 0,-5 2-17 16,0-1-23-16,0 0-27 0,-2-1-43 0,4-1-44 16,-4 2-254-16,0-1-554 0,2-4 245 0</inkml:trace>
  <inkml:trace contextRef="#ctx0" brushRef="#br0" timeOffset="122423.31">10810 2101 143 0,'-9'0'230'0,"9"0"-19"16,0 0-8-16,-4 1-9 0,4-1-9 0,0 0-15 16,-4 1-14-16,4-1-11 0,0 0-20 0,0 0-7 0,0 0-14 15,22-4-9-15,-9 2-10 0,0-1-10 0,3 0-7 16,6 1-2-16,7-2-10 0,1 1-2 0,-1 1-9 16,-2-4-2-16,-4 5-9 0,-3-3-4 0,1 3-2 0,-2-2-2 15,-6 2-7-15,-1 0-13 0,-1 2-15 0,-5-2-20 16,2-2-19-16,-8 3-34 0,0 0-49 0,2 0-44 15,-2 0-199-15,0 0-404 0,-20-4 179 0</inkml:trace>
  <inkml:trace contextRef="#ctx0" brushRef="#br0" timeOffset="122645.38">10963 1978 188 0,'0'0'338'0,"0"-5"-13"15,0 5-27-15,0 0-26 0,-1-3-31 0,1 3-17 16,0 0-46-16,0 0-15 0,0 0-18 0,0 0-14 16,-4 11-17-16,3-2-6 0,0 2-17 0,-1 1 0 0,1 4-13 15,1 3-5-15,0-2-8 16,0 3-3-16,-1 4-6 0,3-2-2 0,2 2-1 16,-3-4-5-16,5-1-23 0,-4-3-14 0,3 1-49 15,-2-7-34-15,-1 0-41 0,-2-3-39 16,4 0-54-16,-3 0-52 0,-2-5-175 0,1-2-467 15,0 0 207-15</inkml:trace>
  <inkml:trace contextRef="#ctx0" brushRef="#br0" timeOffset="123141.31">11394 1757 34 0,'0'0'208'0,"0"0"-21"0,0 0-17 0,0 0-12 16,0 0-20-16,0 0-11 0,3 11-14 0,1-5-4 15,4 1-11-15,1 3-7 0,-1 0-9 0,7 1-9 16,-1-2-8-16,4 4 2 0,1-4-11 0,-3 3-2 16,0-3-8-16,-2 2-5 0,-1-5-2 0,-3 1-5 0,-2 1-3 15,1-2-5-15,0 2 0 0,-3 1-4 0,1-1-3 16,-5 2 1-16,-3 1-10 0,0-2 4 0,-4 7-1 15,-5-2-1-15,-3 0-2 0,-3-1-2 0,-6 7 4 16,-3-3-4-16,-2 1 1 0,3 0-3 0,-2 1 2 16,3-4-1-16,0 1 6 0,7-6-5 0,-1 0 1 15,4 0-1-15,3-3-3 16,2-2-1-16,2 0 1 0,2-1 3 0,-1-1-2 16,3 0 8-16,2-3 25 0,0 0 19 0,10 9 11 15,3-7 3-15,3-1-6 0,5 1-7 0,8-1-3 16,3-4-5-16,2 3-3 0,2 0-4 0,0-1 2 15,1-1-2-15,-2 1-3 0,-5 0 5 0,-2-2-13 16,-5 1 4-16,-4 0 1 0,-6 1 18 0,-1 0 11 16,-1 1-1-16,-11 0 7 0,10-1 6 0,-10 1-17 0,0 0-2 0,9-6-17 15,-9 6-16-15,0 0-20 0,0 0-22 0,0 0-14 16,-24-5-24-16,13 4-26 0,-1-1-25 16,3 0-29-16,-4 2-25 0,13 0-34 0,-23-3-48 15,14 1-213-15,-1-1-490 0,0-1 216 0</inkml:trace>
  <inkml:trace contextRef="#ctx0" brushRef="#br0" timeOffset="123443.74">11381 2005 26 0,'0'0'275'0,"-9"0"-13"16,9 0-6-16,-7 0-15 0,7 0-18 0,0 0-20 16,0 0-20-16,0 0-21 0,0 0-12 0,21-4-18 0,2 4-13 15,7-3-12-15,4 3-6 0,2-2-16 16,-1 2-6-16,-1-4-3 0,0 3-8 0,-2 1-11 0,0-1-4 16,-5 1-5-1,-13 0 5-15,-1-2-19 0,0 2 1 0,-3 0-6 16,-2-1 2-16,-1 1-9 0,0 0-1 0,-7 0-17 15,10 0-8-15,-10 0-13 0,4 1-14 0,-4-1-20 16,0 0-18-16,0 0-30 0,0 0-33 0,0 0-32 16,0 0-45-16,-18 5-185 0,18-5-425 0,0 0 188 0</inkml:trace>
  <inkml:trace contextRef="#ctx0" brushRef="#br0" timeOffset="123641.98">12026 2164 74 0,'0'0'235'15,"-2"8"-6"-15,-1 0-13 0,1-3-21 0,-2 6-18 16,-1-2-13-16,-4 5-21 0,0 3-7 0,-3-1-12 16,-4 3-7-16,-1 1-12 0,2 2-47 0,-4-4-76 15,-2-1-112-15,2-5-175 0,2 0-329 16,-2-7 146-16</inkml:trace>
  <inkml:trace contextRef="#ctx0" brushRef="#br0" timeOffset="126015.55">12564 1852 154 0,'-1'-5'228'0,"1"1"-11"0,0 4-7 0,0-6-17 16,1 2-21-16,3 0-6 0,-1 1-18 0,-2-2-13 15,3 3-12-15,0-3-12 0,1 0-15 0,1 4-11 16,1-4-9-16,-1 3-5 0,1 0-11 0,0 0-5 0,1 4-7 16,2 0-7-16,0 0-4 0,0 3-5 15,1 1-1-15,1 1-3 0,0 6-3 0,-2-1-2 16,-1 4-3-16,-3-1-3 0,2 4-1 0,-7-2 1 16,-2 2-6-16,-1 6 3 0,-5 2-4 0,-1-3 3 15,-4-1-3-15,-1-2 0 0,2-4-2 0,0 0-1 16,1 0-1-16,0-2 2 0,0-2-1 0,2-6-1 0,1 5-1 0,0-7-1 0,2 2 2 15,2-5 4-15,-2 4 18 0,5-6 33 0,-4 5 41 16,4-5 41-16,-2 2 33 0,2-2-7 0,0 0-28 16,0 0-17-16,11-19-12 0,-2 7-11 0,5-3-10 15,3-3-9-15,2-3-2 0,1 4-23 0,-3-1-9 16,0 4 3-16,-2 1-10 0,0 0 0 0,-2 1-2 16,-3 3-9-16,-1 1 2 15,-4 1-10-15,2 4 1 0,-2-2-5 0,0 3-11 16,-4 0-5-16,3 1-15 0,0-3-32 0,-4 4 3 15,0 0 5-15,5 6 0 0,-2 0 6 16,-2 1 0-16,0 2 6 0,0 2 3 0,1 0 1 0,-1 6 9 16,2-2-3-16,-2 2 3 0,4-6-2 0,0 4 0 15,1-3 0-15,-3 0-15 0,3-2-3 0,2 4-17 16,-2-6-5-16,2-1-21 0,0-1-24 0,4-2-36 0,0-2-39 16,3-2-41-16,1-2-53 0,-2-1-245 0,-3-3-556 15,2-4 246-15</inkml:trace>
  <inkml:trace contextRef="#ctx0" brushRef="#br0" timeOffset="126385.47">13067 1538 45 0,'0'0'332'0,"-3"-5"-31"0,3 5-24 16,-1-4-36-16,1 4-25 0,0 0-26 0,0 0-22 0,0 0-16 0,0 0-19 16,0 0-13-16,15 9-11 0,-10-1-11 0,0 2-11 15,-1 1-9-15,4 3-12 0,-4 3-2 0,-3 2-4 16,-1 8-4-16,-1-10-11 0,-6 10 2 0,4-1-7 16,-5-2-6-16,1-5-1 0,2-2 1 0,-2-2-5 15,3-2 2-15,0-3-12 0,-1-2 8 0,2 0-8 16,1-2-1-16,-1-2-1 0,2 1 2 0,0-1 3 0,1-4 20 15,0 0 20-15,-2 8 19 0,2-8-2 0,0 0 5 32,14-3-16-32,-1-1 15 0,4 1-24 0,3-4-9 15,-1 2 0-15,3 0-10 0,-3 0-4 0,-1 1-17 0,0-2-41 16,-4 4-37-16,3 0-45 0,-4-1-45 0,-2 0-49 16,-1 2-63-16,-2 0-271 0,-8 1-575 0,11 0 255 15</inkml:trace>
  <inkml:trace contextRef="#ctx0" brushRef="#br0" timeOffset="126770.66">13528 2013 1 0,'0'0'201'0,"0"0"-11"16,-6 1-6-16,6-1-9 0,0 0-13 0,0 0-6 16,0 0-11-16,0 0-5 0,-4 5-8 0,4-5-4 15,0 0-8-15,0 0 2 0,0 0 9 0,0 0-10 16,0 0-7-16,30-2-9 0,-9-1-11 0,2 1-9 15,7-1-9-15,2-1-8 0,3 2-8 0,-1-1-6 16,-3-1-3-16,-2-1-7 0,-2 2-3 0,0-2-5 0,-9 1-2 0,-4 1 0 16,-2 0-9-16,-2 3 1 0,-4 0-2 0,1-2-2 15,-2 1-9-15,0 1-12 0,-5 0-15 16,0 0-26-16,0 0-21 0,0 0-21 0,-17-1-17 16,17 1-16-16,-32 1-19 0,17-1-21 0,2 0-24 15,-1-1-26-15,-4 0-134 0,6-3-366 0,0 3 161 16</inkml:trace>
  <inkml:trace contextRef="#ctx0" brushRef="#br0" timeOffset="126987.12">13735 1847 106 0,'0'-6'373'0,"0"2"1"15,0 4-16-15,0-11-15 0,0 11-19 0,-1-5-43 0,1 5-18 16,0 0-28-16,-2-5-35 0,2 5-23 0,0 0-30 15,0 0-29-15,0 0 12 0,0 0-23 0,-3 17-11 16,1-7-11-16,1 2-11 0,-2 8-8 0,1-2-10 16,1 6-4-16,1-4-22 0,-3-1-30 0,6 6-19 15,-2-5-25-15,0-2-22 0,2-2-44 0,1 2-34 16,-2-8-47-16,2 1-49 0,2-4-65 0,-2-1-175 0,3-2-519 16,-2-3 230-16</inkml:trace>
  <inkml:trace contextRef="#ctx0" brushRef="#br0" timeOffset="127603.15">14085 1794 271 0,'0'0'336'0,"1"-7"-22"0,-1 7-33 0,3-5-25 15,-3 5-29-15,1-4-23 0,-1 4-25 16,0-3-28-16,0 3-22 0,0 0-25 0,0 0-23 15,9 10-20-15,-4-6-25 0,0 1-21 0,-1 2-19 16,4 0-19-16,-3-1-3 0,2 0-18 0,1 2 4 0,-1-3-1 0,-2 0-3 16,0-1 0-16,2 0 2 0,-1-2 8 0,0 0 4 15,-1 0 3-15,-5-2 3 0,10 0 5 0,-10 0 12 16,11-5 15-16,-8 1 17 0,3 1 8 0,-1-3 6 16,-1-2 13-16,-1 3 8 0,0 0 7 0,-1 0 9 15,2 0 5-15,0 0 5 0,-4 0-2 0,0 5-4 16,5-7-14-1,-5 7-3-15,0-3-17 0,0 3-20 0,0 0-7 16,0 0-5-16,0 0-3 0,4 16 2 0,-3-5-9 16,1 5 1-16,0 10 0 0,-3-1 1 0,-2 3-2 15,2 6 3-15,-3 2 0 0,-5-1-2 0,1 12 4 16,1-16-1-16,2 2 7 0,-3 1-8 0,4-6 1 16,0-1-2-16,-3-4 0 0,2-5 2 0,2-6-3 15,-1-2 1-15,2 2 2 0,-1-5 5 0,-1-1 24 0,2-2 9 16,2-4-1-16,0 0-7 0,-17-3 5 0,17 3-4 0,-14-14 12 15,4 6 19-15,1-4 9 0,1-7 3 0,2 1 6 16,0 0 11-16,3-1-7 0,3-11-17 16,0 3 4-16,5-4-10 0,5 2-11 0,-2-2-3 15,1 2-7-15,1 3-4 0,4 1-7 0,5 0 0 16,-3 4-6-16,-4 6 5 0,-1 1-18 0,-4 4 6 0,2 4 0 0,0-2-8 16,-5 4-5-16,1-2-2 0,3 1 2 0,-2 1-5 15,-6 4-2-15,4-5-3 0,-4 5-4 0,5-3 0 16,-5 3-4-16,4-3 4 0,-4 3-11 0,0 0-27 15,4-4-9-15,-4 4-13 0,0 0-4 0,0 0-17 16,0 0-17-16,0 0-18 0,0 0-14 0,1-5-26 16,-1 5-21-1,0 0-29-15,4-4-61 0,-4 4-278 0,9-7-593 16,-4 2 263-16</inkml:trace>
  <inkml:trace contextRef="#ctx0" brushRef="#br0" timeOffset="128018.93">14426 1464 150 0,'0'0'334'0,"-1"-4"-13"0,1 4-25 0,1-7-24 16,-1 7-34-16,0-5-22 0,0 5-30 0,0 0-12 16,0 0-31-16,2-7-7 0,-2 7-21 0,0 0-14 15,0 0-10-15,0 0-7 0,0 0-8 16,10 19-9-16,-8-10-15 15,-1 2-7-15,2 0-3 0,-2 4-5 0,1-3 0 16,0 0-9-16,-4 0-3 0,2 3 0 0,-2-3-1 16,2 0-3-16,-2-2-4 0,0 0-3 0,1 1 3 15,1-5-4-15,-2 3-1 0,0-6-5 0,1 1 3 16,1-4 2-16,-2 7-6 0,2-7 10 0,-2 5-5 16,2-5 6-16,0 6-2 0,0-6 17 0,0 0 18 0,0 0 19 15,13 0 7-15,-1 0-4 0,2-2-2 0,5 2-8 16,1 0-8-16,3-3-1 0,4 1 2 0,2-1-7 0,-2-2-3 0,-6 4-5 15,-1-1 2-15,-2 0 3 0,-8 0 6 16,1 2-3-16,-5 0 8 0,-6 0 2 0,14 0 5 16,-14 0-7-16,6-3 6 0,-6 3-8 0,0 0 0 15,8 0-5-15,-8 0 3 0,0 0-21 0,0 0-21 16,0 0-20-16,0 0-35 0,13 0-35 0,-13 0-35 0,0 0-15 16,-3 3-17-16,3-3-42 0,0 0-43 0,-6 12-48 15,2-10-62-15,4-2-223 0,-4 3-613 0,4-3 271 16</inkml:trace>
  <inkml:trace contextRef="#ctx0" brushRef="#br0" timeOffset="128350.14">14766 1959 106 0,'-5'0'260'0,"5"0"-6"0,-4 2-4 0,4-2-11 15,0 0-6-15,0 0 8 0,0 0-25 0,0 0-8 16,-10 2-18-16,10-2-23 0,0 0-16 0,0 0-18 16,0 0-10-16,27-7-13 0,-12 5-11 0,8-1-8 15,6 0-12-15,3-4-10 0,0 3-6 0,4 1-7 16,-1-1-2-1,2 1-10-15,1-4 3 0,-5 5-11 0,-12-1 0 16,-3 2-6-16,-1 0-14 0,-5-2-13 0,-2 1-16 16,-1 4-12-16,-9-2-22 0,9-4-49 0,-9 4-36 15,0 0-31-15,0 0-26 0,-20-8-24 0,7 6-27 16,-5 0-175-16,0-2-449 0,-1 0 199 0</inkml:trace>
  <inkml:trace contextRef="#ctx0" brushRef="#br0" timeOffset="128550.66">14964 1826 2 0,'-1'-5'360'0,"1"-2"18"16,0 7 3-16,-3-8 4 0,2 4-14 0,1 4-21 0,0 0-34 15,0 0-27-15,0-6-30 0,0 6-39 0,0 0-25 16,0 0-26-16,0 0-26 0,0 0-27 0,0 0 2 0,-1 20-17 16,1-8-6-16,-3 6-10 0,3 5-2 0,-1-3-15 15,-2 5-4-15,1 3-9 0,4-7-2 0,-2-1-47 16,3-2-33-16,-2 0-47 0,2-6-51 0,-1 5-56 15,2-5-76-15,0-2-81 0,1 0-272 0,2-3-662 16,-1-5 293-16</inkml:trace>
  <inkml:trace contextRef="#ctx0" brushRef="#br0" timeOffset="129421.07">15631 1647 64 0,'-5'-2'207'16,"5"2"-9"-16,0 0-16 0,0 0-11 0,-9-1-26 15,9 1-14-15,0 0-13 0,0 0-8 0,-5 3-15 16,1 0-9-16,4 1-8 0,0-4-11 0,-5 9 0 16,5-2-7-16,1-1-3 0,2 1-7 0,-2 1-2 15,2 2-6-15,2-1-4 0,5 2-3 0,-1 2-1 0,5-4-3 0,1 3-3 16,3-2 0-16,0 3-2 0,0-5-5 0,0 2 1 16,1-3 0-16,-5 3-5 0,0-3-3 0,0 1 1 15,-1-2-1-15,-5 1-6 0,-3-2-1 16,0 4 2-16,0-4-5 0,-4 2 3 0,-1 0-1 15,-6 3-1-15,-2-1-2 0,-5 1 5 0,-2 0-4 16,-3 0 10-16,-1-2-9 0,-6 6 4 0,7-6 0 0,-1 0 5 0,1 1-2 16,1-3-2-16,-1 3 5 0,7-3-5 0,-2-1 1 15,4-1-3-15,1-1-1 0,3-1-1 0,0 2 2 16,-3-1-2-16,6-2 3 0,2-1-5 0,-8 4 11 16,8-4 4-16,-4 2 5 0,4-2 6 0,0 0 22 15,0 0 4-15,0 0 18 0,0 0 1 0,22 2 1 16,-9-2-7-1,7 0-1-15,10-2-13 0,-2 2-2 0,-1 0-7 0,1-2-5 16,-7 2-4-16,1-3 1 0,1 3-3 0,-5 0-8 16,1 0 1-16,-2 0-4 0,-4 0 0 0,-3 0-7 15,0-1 1-15,-2 1 4 0,-3-1-10 0,-5 1 11 16,0 0 1-16,11 0 2 0,-11 0-2 0,0 0 2 16,0 0-1-16,12-2-7 0,-12 2-6 15,0 0-18-15,4 0-11 0,-4 0-30 0,0 0-28 0,0 0-39 0,0 0-37 16,0 0-55-16,-19-5-63 0,19 5-210 0,-10-4-516 15,7 0 228-15</inkml:trace>
  <inkml:trace contextRef="#ctx0" brushRef="#br0" timeOffset="129736.9">15649 1902 236 0,'-6'1'270'0,"6"-1"-9"0,-8 2-7 0,8-2-5 0,0 0-10 16,0 0-19-16,-9-2-11 0,9 2-23 0,0 0-16 16,0 0-23-16,27-7-14 0,-7 4-16 0,10-5-7 15,3 7-11-15,5-6-20 0,-2 2 1 0,1 0-9 16,-2 0-3-16,-2-2-15 0,-1 3-2 0,-1-2-6 15,-10 4 3-15,-3-1-8 0,-4 3-4 0,-6-2 3 16,2 1 7-16,-5-1-6 0,7 1 1 0,-8 1 4 0,-4 0-12 0,7-3-9 16,-7 3-13-16,0 0-20 0,0 0-23 0,0 0-29 15,0 0-22-15,0 0-28 0,-29 2-28 16,17-2-35-16,6 0-40 0,-2-2-50 0,-4 1-181 0,12 1-480 16,-9-4 213-16</inkml:trace>
  <inkml:trace contextRef="#ctx0" brushRef="#br0" timeOffset="130169.27">16044 1535 245 0,'-5'-5'343'0,"5"5"-30"0,0 0-31 16,0 0-24-16,0 0-25 0,6-6-30 0,-1 6-17 16,3-1-22-16,4 4-17 0,2-3-21 0,-2 4-8 15,6 1-11-15,-6 0-15 0,0 1-9 0,0 0-8 16,0 2-12 0,-4 1-4-16,0-1-3 0,-3 3-11 0,0-1-4 15,-3 4 1-15,-2-3-8 0,-2 5-6 0,-3-2-3 16,-2 1 2-16,-5 0-6 0,4-1-2 0,-1-6 1 15,2 1 0-15,-2 0-4 0,2-1-4 0,2-3 0 16,0 0 3-16,1 0-4 0,3-3-2 0,-2 1 5 16,0-1 6-16,3-2 10 0,-4 5 7 0,4-5 8 15,0 0 9-15,0 0 8 0,10 2-11 0,-2-2 7 0,3-2-6 16,5 1 0-16,0-1-4 0,3 0-8 0,0 0-5 0,2-1-5 16,-2 3-1-16,-2-4-8 0,-2 4-2 0,2-4-34 15,-5 3-37-15,0-2-32 0,-2 1-39 0,-1 2-49 16,-2-3-65-16,-2-2-69 0,-3 1-237 15,2-1-589-15,-3 1 260 0</inkml:trace>
  <inkml:trace contextRef="#ctx0" brushRef="#br0" timeOffset="130519.17">16406 1393 244 0,'0'0'336'0,"-2"-5"-35"0,2 5-34 16,0 0-23-16,0-4-32 0,0 4-20 0,0 0-25 16,10 8-15-16,2 2-17 0,7 10-13 0,3 3-12 15,2 4-6-15,8 10-15 0,0 6-6 0,-4 1-11 16,-2 4-2-16,-6 0-5 0,-7 6-4 0,-3-3 4 16,-6 2-14-16,-8-2-3 0,-5-1-3 0,-2-1-6 15,-8-1 0-15,-8-5-4 0,-3 3-2 0,-3-11-6 0,-4 3 4 0,-4-6-8 16,2-1-2-16,8-6 0 0,-2-6 0 0,2-2 0 15,-2 0 1-15,2-5 11 0,4 0 2 0,7-5 3 16,1 2 1-16,4-3 0 0,4-2 0 0,3-1-1 16,1-1-6-16,2 1 7 0,5-3 22 15,-11 4 21-15,11-4 5 0,-6 1-12 0,6-1 1 16,0 0-13-16,0 0-29 16,0 0-32-16,0 0-43 0,20-13-46 0,-8 6-52 15,-2 2-67-15,7-4-80 0,-2-2-318 0,0 1-654 0,2-1 289 0</inkml:trace>
  <inkml:trace contextRef="#ctx0" brushRef="#br0" timeOffset="130807.29">17085 1773 76 0,'0'0'349'0,"0"0"-10"0,-1-4-19 15,1 4-21-15,0 0-21 0,0 0-39 0,0 0-9 16,5-6-37-16,-1 3-20 0,1 0-21 0,5 2-17 15,-1-2-30-15,4 1-53 0,1 2-47 0,-1-3-67 0,1 1-62 16,3-3-81-16,-2 5-221 0,-2-2-461 0,1-2 204 16</inkml:trace>
  <inkml:trace contextRef="#ctx0" brushRef="#br0" timeOffset="130976.4">17013 1932 215 0,'-4'3'247'0,"1"-1"1"0,1 2 4 0,-1-1-5 0,3-3-7 16,0 0-11-16,0 0-24 0,17 1-17 0,-3-2-21 16,7 2-16-16,10-4-47 0,2 0-59 0,2-2-72 15,-1 2-79-15,2-5-95 0,1 0-167 16,-2 0-397-16,-1-1 175 16</inkml:trace>
  <inkml:trace contextRef="#ctx0" brushRef="#br0" timeOffset="131348.34">17948 1602 30 0,'0'0'221'0,"-4"-4"-23"15,4 4-17-15,-4 0-23 0,4 0-12 16,0 0-17-16,-14 3-19 0,9 2-10 0,-3-1-11 15,1 1-4-15,-5 7-8 0,-1-3-1 0,3 4-4 16,-4 0-9-16,3 3-3 16,-6 2-2-16,-1 3-4 0,4-2 0 0,5-2-8 15,0 0 0-15,-1 0-6 0,2 0-2 16,3-1 1-16,4 1 6 0,-2-6 8 0,7 1 11 0,-4 2 31 16,4-4 13-16,6 4 16 0,2-5 10 15,3-1 7-15,6 1-6 0,5-2 4 0,4-3-13 0,-1-3 6 16,3-3-11-16,-4-1 11 0,-1-5-9 0,-4-1-1 15,-4 2 4-15,-1-4-5 0,-2-1-16 0,-4-3-11 0,-3-2-8 16,-2-2-15-16,-2-5-18 16,-8-3-10-16,-3 2-24 0,-5-1-38 0,-9 5-41 15,-4 3-54-15,-7 0-55 0,-15-3-66 0,-2 2-91 16,-3 12-301-16,1-2-678 0,10 4 299 0</inkml:trace>
  <inkml:trace contextRef="#ctx0" brushRef="#br0" timeOffset="134511.37">4068 3963 230 0,'0'-3'228'0,"0"-1"-11"0,0 4-17 15,1-7-11-15,2 4-13 0,-3 3-14 0,0-3-17 16,0 3-14-16,0 0-13 0,0 0-20 0,0-5-11 16,0 5-16-16,0 0-10 0,0 0-4 0,0 19-7 15,-3-9-4-15,2 7-6 16,-4 2-4-16,1 8-5 0,-1-1-1 0,1 2-3 15,-1-1 0-15,0 1-4 0,1-1-7 0,2-9 2 16,0 3 4-16,0-2-6 0,0-2-1 0,1-2-3 16,1-4-1-16,0 1 2 0,-2-2-6 0,4-3 2 15,-2 0-1-15,-2-2 2 0,4 0-3 0,-4 0 2 16,2-2 4-16,0 1-5 0,0-4 4 0,2 5-1 16,-2-5 1-16,0 3 1 0,0-3-1 0,0 0-8 0,0 0-16 15,0 0-42-15,0 0-42 0,0 0-54 0,0 0-38 16,7-10-185-16,-5 3-405 0,5-1 179 0</inkml:trace>
  <inkml:trace contextRef="#ctx0" brushRef="#br0" timeOffset="134796.64">4253 3995 62 0,'4'-11'284'16,"0"6"-3"-16,-3-1-2 0,3 0-10 0,-3 2-22 15,1 1-25-15,-1-1-23 0,-1 4-21 0,1-3-22 16,-1 3-21-16,0 0-10 0,0 0-20 0,4 9-9 15,-4-1-11-15,0 2-7 0,-3 6-10 0,6 1-7 16,-3 9-4-16,-3 1-6 16,6-1-3-16,-3 0-8 0,0 1 1 0,1-6-7 15,2 2-1-15,-3-3-1 0,1-2-3 16,-1-1-2-16,2 0-8 0,-2-5 2 0,0-1 2 0,0 0-8 16,2-6-17-16,-2 3-9 0,0-3-20 0,-2 0-11 15,2 1-9-15,0-2-1 0,0 0 2 0,-2-2-1 16,2-2-5-16,0 0-50 0,0 0-48 0,0 0-36 15,0 0-4-15,-11-10-16 0,8 4-157 0,-2-3-397 0,3-1 175 16</inkml:trace>
  <inkml:trace contextRef="#ctx0" brushRef="#br0" timeOffset="135028.37">4209 4234 44 0,'-7'-4'106'15,"1"1"4"-15,-2 1-4 0,2 0 1 0,1 0-1 16,-3-1 4-16,2 3 2 0,6 0-11 16,-13 3-7-16,8-3-5 0,-2 0-9 0,1 2-9 15,1-1 0-15,5-1-9 16,-8 1-1-16,8-1 6 0,-5 2 1 0,5-2-7 15,0 0 5-15,0 0 6 0,0 0 11 0,0 0-1 16,22 0-5-16,-3-1-5 0,9-4 0 0,4 1-13 16,1-2-6-16,4 2-1 0,-2-2-10 0,2 1 1 15,-5 1-9-15,-2-1-2 0,-4 1 2 0,-7 1-1 16,-5 1-11-16,-1-1-5 0,-4 2 2 0,1-1-4 16,-6 1-11-16,4 0-11 0,-8 1-10 0,2-2-5 0,-2 2-13 15,0 0-19-15,-14 6-31 0,2-2-30 0,-1-2-33 16,1 0-51-16,1-1-123 0,0 0-347 0,3 2 154 0</inkml:trace>
  <inkml:trace contextRef="#ctx0" brushRef="#br0" timeOffset="135382.64">4678 4221 165 0,'0'0'291'0,"0"0"-13"0,0 0-10 0,0 0-14 15,0 0-13-15,0 0-15 0,0 0-17 0,0 0-15 16,0 0-23-16,0 0-13 16,9-5-29-16,-2 2-8 0,2-1-16 0,0-4-7 15,1 3-16-15,3-2-12 0,-1 1-9 16,3-2-12-16,-3 0-7 0,-1 0-11 0,-2 0-1 0,3 2-4 16,-5-1-2-16,2-1-2 0,-4 3-1 0,0 0 5 15,-1 1-1-15,-1 0-3 0,-3 1-4 0,0 3-4 16,0 0-3-16,-5-7 3 0,-2 7-10 0,7 0-2 15,-15 3-1-15,2 2-2 0,1 1 0 0,-4 3-1 0,3 0-2 16,-1 3 3-16,0 0-5 0,5 0 6 0,-4 1-4 16,6-1 3-16,0-2 1 0,1 3 5 0,2-1-7 15,2 2-13-15,2-2-13 0,2 0-19 0,1-1-25 16,5-2-33-16,0-1-40 0,5-4-61 0,-2 0-272 16,5-2-519-16,2-2 230 0</inkml:trace>
  <inkml:trace contextRef="#ctx0" brushRef="#br0" timeOffset="135661.51">4950 4150 20 0,'1'-4'312'15,"-1"1"-14"-15,0-1-11 0,1-1-27 0,-1 5-24 16,3-2-26-16,-3 2-29 0,0 0-15 0,5-2-16 16,-5 2-18-16,0 0-19 0,13 8-10 0,-8-5-13 0,3 5-6 15,-2-1-8-15,3 3-4 0,-4-2-10 0,3 1-5 0,-3 3-4 16,4 2-6-16,-4-2-4 0,-3 1-1 15,2-2-7-15,-1 1 1 0,-2-2-8 0,0 0-3 16,-1-3 0-16,0-2-1 0,0 1-1 0,0-2 6 16,0 0 12-16,2-1 25 0,-2-3 38 0,0 5 35 15,1-3 33-15,-1-2 23 16,0 0-18-16,0 0-14 0,0 0-18 0,3-13-23 16,-2 8-15-16,5-4-29 0,-2 0-32 0,2-2-26 15,0 0-38-15,3-2-32 0,1-1-40 0,1 2-41 16,-3 1-44-16,5 1-46 0,-2 0-44 0,3 0-42 15,-1 3-300-15,-4 2-656 0,6 0 290 0</inkml:trace>
  <inkml:trace contextRef="#ctx0" brushRef="#br0" timeOffset="136062">5272 4273 216 0,'0'0'272'0,"-3"4"3"0,3-4-2 16,0 0-2-16,0 0-17 0,0 0-28 0,0 0-17 15,0 0-24-15,0 0-18 16,17-14-24-16,-4 7-8 0,1-1-19 0,1-2-7 16,2-1-12-16,3 2-7 0,-2-4-17 0,0 4-4 0,-1-2-9 15,-2 4-6-15,-1-5-1 0,-1 5-8 0,-3 1-5 16,-2-1-1-16,-1 3-4 0,0 1 5 0,-4-2 1 16,0 3 1-16,1 2 0 0,-4 0-5 0,4-3-8 15,-4 3-2-15,0 0 1 0,0 0-14 16,-21 9 7-16,9-2-7 0,-3 1-5 0,-1 2 8 0,2 1-10 15,-3-1-1-15,4 3 0 0,2 2-4 0,2-2 2 0,2-3 0 16,5 1 5-16,-2 1-2 0,4 0 0 0,4-2 0 16,1 0 0-16,3-1 3 0,3-1 0 0,7-2-3 15,3 1 1-15,7-2-1 0,1 0 2 0,3-5-1 16,-3 2 6-16,2-4 7 0,1 0 7 0,-4-1 11 16,0 1 6-16,-8 0 11 0,-3 1 3 0,-4 1 7 0,-1-2 5 15,-6 1 7-15,-1 0-3 0,0 1-7 0,-5 0-3 16,10-3-5-16,-10 3-19 0,0 0-47 0,11 0-31 15,-9-2-50-15,-2 2-56 0,0 0-97 0,0 0-106 16,0 0-308-16,0 0-707 0,0 0 313 0</inkml:trace>
  <inkml:trace contextRef="#ctx0" brushRef="#br0" timeOffset="136886.49">7436 4021 187 0,'-1'-5'343'0,"1"1"-10"15,1-1-6-15,-2 1-5 0,1 0-14 0,-2 0-25 16,2 4-24-16,1-5-31 0,-1 5-20 0,0 0-22 15,2-6-26-15,-2 6-22 0,0 0-25 0,0 0-13 16,0 0-16 0,4 11-9-16,-2-3-4 0,-1 5-10 0,1-1-4 0,1 5-4 15,-2-2-5-15,3 3-8 0,2 2-16 0,-3-4 11 16,1 4-8-16,0-4-1 0,1 1 0 0,0-1-2 16,1-4 3-16,-1-2 1 0,2-1-7 0,-1 1 15 15,1-3-9-15,0-3-2 0,0 0 18 0,4-2 19 16,2-2 6-16,-3-3 17 0,9-2-4 0,1-3 0 15,-1-1 9-15,-3-3 7 0,2 3 2 0,3-8-8 0,-7 2-4 0,3-7-8 0,-2 2-7 16,-4 4-33-16,1-1-1 16,-2 0 12-16,0 2 13 0,-4 1 10 0,1 4 12 15,-2-1 10-15,-4 6-2 0,3 1-11 0,0-4-8 16,-3 4-10-16,0 0-11 0,2 3-10 0,-3 1-24 0,1-5-23 16,-1 5-25-16,3-3-27 0,-3 3-9 0,0 0 6 15,-3 12 7-15,2-3 5 0,-2 1 6 0,2 6 1 16,-4 1 6-16,5 0 0 0,-4 0 9 15,3 1-2-15,-2-1 8 16,3-3 0-16,0 1 5 0,3-5 0 0,-3-1 3 16,-3 3 2-16,6-8 4 0,-3 1 1 0,4 2 5 15,-3-2 4-15,4-2 0 0,-4 2 4 0,3-3 1 16,0 0 0-16,1-1-5 0,3 1-24 0,5-2-43 16,-2-3-51-16,7 2-62 0,0-2-71 0,0 1-76 15,3-4-108-15,-3 2-285 0,4-1-774 0,-2-2 343 16</inkml:trace>
  <inkml:trace contextRef="#ctx0" brushRef="#br0" timeOffset="137202.66">8391 4045 110 0,'0'0'309'0,"0"0"-16"0,0 0-10 0,0 0-14 15,0 0-16-15,-6 1-16 0,6-1-27 0,0 0-6 16,0 0-33-16,0 0-18 0,0 0-27 0,29-4-41 16,-10-1-52-16,3 2-64 0,5-1-69 0,4-1-85 0,-10 0-219 0,6-2-436 15,0 1 193-15</inkml:trace>
  <inkml:trace contextRef="#ctx0" brushRef="#br0" timeOffset="137365.44">8483 4185 192 0,'-5'4'243'0,"4"-1"-15"0,-2 1-18 0,3-4-15 15,0 0-21-15,11 3-16 0,2-5-15 0,9 0-36 16,7-4-72-16,7 0-108 0,-4 1-196 0,5-5-292 16,-1 1 130-16</inkml:trace>
  <inkml:trace contextRef="#ctx0" brushRef="#br0" timeOffset="138184.01">9481 3824 128 0,'0'-4'275'0,"4"-2"-25"15,2 3-24-15,-2-3-27 0,1 1-19 0,0 1-19 16,4 1-19-16,4-1-15 0,-3 3-16 0,8 4-9 0,-5 0-11 0,5-1-11 15,0 7-6-15,-2-2-10 0,0 3-6 0,0 2-6 16,-5 3-19-16,-1-1-7 0,-3 5-4 0,-2-1 1 0,-2 7-1 16,-3 0 0-16,-4 3 0 0,-4-6-6 0,-2 6 3 15,-2-6-2-15,-1-1 0 0,0-7 1 16,1 1 4-16,2-2 2 0,1-3 8 0,2-3 2 16,1 1 8-1,3-4 11-15,-2 0 34 0,2 0 12 0,-2 0 36 16,5-4 41-16,-4 2 11 0,4-2-20 0,0 0-12 0,10-17-11 15,2 5-27-15,-1-3-9 0,7-3-12 0,0-2-5 16,1-3-17-16,2 4-10 0,-1 0-2 0,2 1-5 16,-7 2-15-16,-2 3 7 0,0 0-10 15,-3 5-7-15,-5 1-5 0,1 3-2 0,-3-2-11 16,4 3 0-16,-5 2-25 0,2-2-21 0,-4 3-19 0,0 0-2 0,0 0 6 16,5 9 10-16,-6-1 6 0,-2 2-8 0,-2 2 11 15,0 5 3-15,1 1 5 0,3 0 3 0,-2-1-4 16,3 2-12-16,-1-1-16 0,2 0-20 0,3-1-24 15,3-5-33-15,5 3-49 0,-3-6-71 0,9-2-117 16,3-3-184-16,0-4-592 0,7-3 262 0</inkml:trace>
  <inkml:trace contextRef="#ctx0" brushRef="#br0" timeOffset="138422.65">10111 3970 219 0,'-4'1'210'16,"4"-1"-14"-16,-4 2-16 0,4-2-11 0,0 0-12 16,0 0-7-16,0 0-4 0,0 0-7 0,17 1-17 0,2-3-6 15,4 1-14-15,8-3-8 0,2 1-13 0,1-4-15 16,5 5-30-16,-5-3-28 0,3 3-43 0,-5-2-40 0,-5 1-38 15,-6 0-48-15,-7 0-141 0,-8-1-326 0,0 3 145 16</inkml:trace>
  <inkml:trace contextRef="#ctx0" brushRef="#br0" timeOffset="138653.91">10207 3863 169 0,'-4'-3'351'0,"4"-3"-7"0,-1 2-9 16,-2 0-15-16,3 4-26 0,-1-5-29 0,1 5-34 16,-3-4-21-16,3 4-24 0,0 0-24 0,-1-5-23 15,1 5-18-15,0 0-10 0,1 14-10 0,-1 0-8 16,0 1-12-16,0 2-18 0,3 1 9 0,-2 7-14 0,-1 3-14 16,3-2-23-16,-2-2-28 0,2 2-26 0,2-6-32 15,0-3-41-15,0 0-42 0,0-1-49 0,-1-5-54 0,1-2-243 16,3-4-536-16,0 2 238 0</inkml:trace>
  <inkml:trace contextRef="#ctx0" brushRef="#br0" timeOffset="139170.31">10539 3807 153 0,'3'-7'356'0,"-1"1"-24"0,2 1-29 16,-4 1-36-16,4 0-28 0,-3 0-28 0,-1 4-23 15,0 0-22-15,0 0-15 0,0 0-17 0,10 11-12 16,-6-6-11-16,1 2-8 0,1 3-21 0,1 0-16 0,-1 4-18 0,2 3-13 16,-3-5-15-16,4 0-8 0,-4-4-7 0,3 4-8 15,0-6-5-15,-1 2-5 0,-3-4 2 0,2 0 3 16,0-3 4-16,0 2 1 0,-1-3-2 0,-5 0 2 16,13-5 0-16,-8 1 0 0,-1-2 1 0,2-1 8 0,2-3 13 15,-6 4 4-15,4-2 13 0,-1-4 0 0,-1 3 6 16,1 1 2-16,-1 2 6 0,0 0 1 0,-1 2 2 15,0 1-2-15,-1-2-17 0,-1 3-5 0,-1 2-15 16,3-4-9-16,-3 4-3 0,0 0-5 0,5 12 1 16,-3-2-1-16,0 2 5 0,-1 6 2 0,2 7-2 15,-3 3 0-15,-1 1-3 0,-2 2 2 0,2 1 9 16,-2 1-10-16,-2-2 3 0,0-1-1 0,1 1 2 16,-1-6 1-16,-1 1-2 15,1 1 2-15,-2-13 1 0,2 2-6 0,1-6-6 16,-2-2 5-16,2 1 1 0,1-4 14 0,0-1 3 15,-3-2 0-15,0-2 2 0,6 0 8 0,-14-5 12 16,8-2 12-16,-2-2 14 0,0-2 5 0,2-3-7 16,1-3 1-16,1-4-2 0,0-8 0 0,4 1-14 15,4-2 8-15,4 0 7 0,2-2-11 0,0 2-15 16,3 4 0-16,1-2-3 0,3 4-11 0,-5 7 0 0,0 1-3 0,8-1 3 16,-6 6-7-16,2 0-8 0,-5 6-4 15,-1-1-23-15,-2-1-39 0,2 5-36 0,-1 0-44 0,0 2-44 16,-4 0-34-16,-5 0-51 0,9 4-61 0,-6 2-219 15,2-3-592-15,0-2 263 0</inkml:trace>
  <inkml:trace contextRef="#ctx0" brushRef="#br0" timeOffset="139409.15">11072 3938 287 0,'0'0'283'15,"-4"1"-13"-15,4-1-13 0,0 0-23 0,-5 3-17 16,5-3-23-16,0 0-19 0,19-4-20 0,-5 1-16 16,7 1-8-16,7-5-18 0,4 2-12 0,2 1-12 15,3-1-12-15,-5-1-42 0,-1 0-44 0,-2 2-45 16,-10 0-42-16,-2 0-38 0,-2-1-39 0,-3 2-210 0,-8-2-412 0,-1 3 182 15</inkml:trace>
  <inkml:trace contextRef="#ctx0" brushRef="#br0" timeOffset="139625.22">11183 3825 262 0,'-2'-3'346'16,"2"3"-3"-16,-2-6-5 0,1 2-17 0,1 4-25 15,0-3-34-15,0 3-32 0,0 0-26 0,0 0-22 16,0 0-21-16,0 0-21 0,0 0-18 0,0 0-10 16,-3 16-17-16,3-4-4 0,-1 5-12 0,0 2-4 15,0 0-4-15,-1 6-5 0,1 0-30 0,1-1-26 16,0-3-29-16,0-4-31 0,0 4-45 0,0-1-45 0,3-5-53 0,-1-2-60 16,-2-3-263-16,3-4-558 0,1-1 247 0</inkml:trace>
  <inkml:trace contextRef="#ctx0" brushRef="#br0" timeOffset="139972.81">11623 3696 70 0,'0'-3'298'0,"0"3"-32"16,0 0-29-16,0-5-27 0,0 5-22 0,0 0-18 15,0 0-22-15,0 0-9 0,11 8-16 0,-2-1-1 16,1 3-13-16,-2-5-8 0,7 10-10 0,-2-1-7 0,1 2-7 16,-5-2-2-16,3 3-10 0,-2 0-6 0,-4-1-3 15,-2 2-5-15,-4 0-4 0,0 1-5 0,-3-2-5 16,-3 1 2-16,-5 3-4 0,-5 1-1 0,-3-4 0 16,5-5-1-16,-4 1-5 0,-3 3-2 0,4-6 5 15,2 1-3-15,3-1 1 0,2-4-3 0,1-2-8 16,1 3 5-16,3-5-4 0,1 1-2 0,2-2 14 0,-3 1 12 0,5-3 12 15,-4 3-1-15,4-3-4 0,0 0-5 0,15 0 4 32,2-3-12-32,3 3 0 0,8-3-7 0,-1-1 3 15,-8 1-18-15,13-4-32 0,-6 4-34 0,-6-1-47 0,-1-1-46 0,-1 2-54 0,1-3-76 0,-6 1-223 16,0-3-539-16,-3 1 238 0</inkml:trace>
  <inkml:trace contextRef="#ctx0" brushRef="#br0" timeOffset="140242.62">11665 3923 191 0,'-4'2'297'16,"4"-2"-11"-16,-8 2-13 0,8-2-3 0,0 0-5 0,-5 1-20 0,5-1-11 0,0 0-21 15,0 0-6-15,0 0-14 0,0 0-7 0,37-2-14 16,-6-1-12-16,3-2-18 0,6 3-16 0,12-5-13 15,-1 2-6-15,-11 0-19 0,-4 1-4 0,2-2-12 16,-7 0 0 0,-12 5-10-16,-4-1 5 0,-2 0-14 0,-4-1-3 15,-3 1-9-15,3 2 5 0,-2-3 0 0,-2 3-7 0,-5 0-12 16,5-3-24-16,-5 3-32 0,0 0-42 0,0 0-49 16,-27-1-54-16,13 3-72 0,-3-2-101 0,-2 2-228 15,8-1-620-15,-1-2 274 0</inkml:trace>
  <inkml:trace contextRef="#ctx0" brushRef="#br0" timeOffset="141430.1">13781 3837 101 0,'0'-6'298'0,"1"2"-16"0,0 1-9 0,-1 3-11 0,2-7-9 15,-2 7-22-15,1-6-21 0,0 2-20 16,-1 4-11-16,2-5-20 16,-2 5-13-16,2-2-19 0,-2 2-17 0,0 0-12 0,0 0-15 15,0 0-9-15,0 0-8 0,0 0-9 16,4 11-6-16,0-2-6 0,-2 0-3 0,0 3-3 15,0 6-5-15,1-2-3 0,-1 1-3 0,0 1 2 16,1 0-5-16,0 0-3 0,0 0 0 0,0-1-3 16,5 1 0-16,-6-1-1 0,6-1-2 0,-3-2 6 0,2-4-13 0,-5 0 2 15,3-3 2-15,-1-3 2 0,1 3 5 0,3-3 19 16,-3-1 21-16,8-2 17 0,0-2 8 0,5-2-2 16,-2-4 0-16,2 0-8 0,-1 0-4 0,2-4 1 15,3-6-3-15,-2 0-6 0,1 2-5 0,0-5-8 16,-3 0-7-16,-1-1 0 0,0 1-6 0,-6 3-5 15,0 0-2-15,2 3-6 0,-5-4 13 0,-2 1-5 16,-1 1 5-16,0 5 15 0,-1 0 15 0,0 0-16 0,-3 5-3 16,2-1-2-16,-2 2 1 0,0 0-2 0,-2 1-14 15,0-1-12-15,-3 2-11 0,-1 0-1 0,5 3-5 0,-17 4 0 16,6 0-3-16,-2 0 1 0,1 3 0 0,2 0-6 16,-5 3 0-16,6-2-18 0,0 1-23 0,3-1-15 15,2 3-13-15,0-2 6 0,4-1 6 0,1 2 2 16,6-2-1-1,4 0-22-15,5 1-33 0,10-4-55 0,5-1-74 16,4-4-93-16,-1 0-315 0,3-5-708 0,0 3 314 0</inkml:trace>
  <inkml:trace contextRef="#ctx0" brushRef="#br0" timeOffset="141656.63">14820 3863 33 0,'0'0'357'16,"0"0"-41"-16,0 0-34 0,0 0-31 0,0 0-32 0,0 0-35 15,20-13-39-15,-3 9-41 0,2-1-57 0,0 1-68 16,3-2-85-16,-3 0-197 0,9 1-326 0,-9-1 144 15</inkml:trace>
  <inkml:trace contextRef="#ctx0" brushRef="#br0" timeOffset="141815.37">14913 4005 75 0,'-4'3'307'0,"4"1"-15"16,0-4-29-16,0 0-32 0,0 0-19 0,23-5-21 15,-1-2-24-15,4 2-28 0,2-1-47 0,1-3-58 16,0 2-62-16,5-3-75 0,1 2-209 0,0-3-338 0,-6 2 149 0</inkml:trace>
  <inkml:trace contextRef="#ctx0" brushRef="#br0" timeOffset="142232.07">15546 3717 163 0,'2'-1'273'16,"-2"1"-31"-16,0 0-24 0,10 0-27 0,-10 0-18 15,9 5-24-15,-1-3-13 0,-3 5-13 0,5-3-13 0,-1 5-13 16,-4 3-11-16,6 1-9 0,-4 2-7 0,0 2-3 16,-2-1-6-16,-1 0-5 0,-3 1-3 0,-2 1-5 15,-3-1-1-15,1 3-4 0,-2-3-5 0,-4-3 0 0,4 3-7 16,-3-8 0-16,3 2 1 0,0-4-1 0,1-2 3 15,-1 2 6-15,4-2 14 0,-2-2 42 0,2-1 27 16,1-2 59-16,0 0 6 0,0 0-19 0,0 0-25 16,4-10-7-1,3 1-10-15,5-3-24 0,0-3-10 0,-1 1-4 16,6-6-16-16,1 0-4 0,-2-1-13 0,3 0-3 16,-1-1-3-16,-5 8-5 0,0 1-9 0,0-1 1 0,-4 7 4 15,-3-1-4-15,-2 3-8 0,0 2-6 16,-1-2-9-16,1 3-11 0,0-1-15 0,-4 3-10 0,0 0-6 15,0 0 3-15,9 8 4 0,-4-2 3 0,-4 2 3 16,3 2 1-16,-3 2 4 0,2 1 0 0,2-2 1 16,0 7-17-16,2-4-20 0,-2 3-17 0,1-2-29 15,1-4-23-15,-5 1-34 0,2-3-32 0,1-1-53 0,-1-5-68 16,2 2-272-16,-3-4-620 0,2-1 275 0</inkml:trace>
  <inkml:trace contextRef="#ctx0" brushRef="#br0" timeOffset="142518.75">15898 3546 359 0,'4'-9'353'0,"-1"2"-19"16,-1 4-20-16,1-4-23 0,1 1-42 0,-2 2-18 16,3 1-35-16,2 1-19 0,-1-1-20 0,2 3-12 15,3 0-20-15,1 3-12 0,-2 2-17 0,0 1-4 16,0-1-7-16,-2 3-9 0,1 2-2 0,0-1-9 15,-4 5 2-15,0-4-14 0,0 6-4 0,-2 0-6 0,-2-2-4 0,-1-2 0 16,-4 1-10-16,3-3 2 0,-3 1-5 0,4-2 2 16,-4-2-8-16,3 0 0 0,-3-2-1 0,4-1 2 15,0-1 5-15,0-3-10 0,0 5 10 16,0-5-2-16,4 6-1 0,5-6-2 0,6-1-2 16,7-2-1-16,9-4-30 0,3 3-31 0,-1-3-53 0,7 0-74 15,-3 3-100-15,-2-9-330 0,4 4-650 0,-4 2 288 0</inkml:trace>
  <inkml:trace contextRef="#ctx0" brushRef="#br0" timeOffset="142764.37">16455 3849 26 0,'-2'1'351'16,"-2"2"-8"-16,4-3-15 0,-6 1-7 0,6-1-15 15,0 0-25-15,0 0-33 0,0 0-25 0,0 0-26 0,20-4-24 16,-1 0-12-16,4 3-19 0,7-1-27 0,3-4-28 16,3 0-26-16,2 3-38 0,-5-2-46 0,2-2-53 15,-5 3-57-15,0-1-55 0,-10-2-50 0,-2 3-217 0,-5 0-493 16,-3 0 219-16</inkml:trace>
  <inkml:trace contextRef="#ctx0" brushRef="#br0" timeOffset="143002.14">16632 3693 106 0,'0'0'401'0,"-2"-6"1"0,2 6-23 0,0 0-22 15,0 0-30-15,0 0-24 0,0-5-44 0,0 5-32 0,0 0-24 16,0 0-28-16,0 0-23 0,0 0-13 0,0 0-16 0,3 17-10 16,-2-7-16-16,1 6-22 0,0 2-5 0,-2 3-22 15,0 3-31-15,0 1-23 0,1 0-27 0,2-5-30 16,-2 0-35-16,3-2-44 0,-3 0-43 0,4-6-59 16,3 3-72-16,-3-6-165 0,-1-2-522 15,4-3 231-15</inkml:trace>
  <inkml:trace contextRef="#ctx0" brushRef="#br0" timeOffset="143496.34">16983 3667 159 0,'4'-5'393'0,"-2"2"-35"16,1-1-32-16,-3 4-42 0,-1-5-29 0,3 3-28 15,-2 2-25-15,0 0-24 0,0 0-19 0,0 0-16 16,0 0-5-16,11 9-18 0,-7-2-13 0,-2 3-15 15,4 0-7-15,-2 2-24 0,0 2-16 0,1-3-17 16,0 5-12-16,-1-4-17 0,1-2-11 0,1 2-6 16,-2-5-7-16,0 3-10 0,0-4 0 0,-3 0 6 0,3 0 4 15,-4-1 5-15,4-2 8 0,-4-1 4 0,0-2 0 0,0 0 13 16,11-6 6-16,-7 1 19 0,0 0 6 16,4-2 4-16,-3-3 8 0,1 2-1 0,3 1 6 15,-2-2 0-15,-1 1 6 0,3-1-1 0,-4 6 5 16,0-3 3-16,-1 3-10 0,0-2-3 0,0 1-14 0,-3-1-4 15,4 5-5-15,-5 0-6 0,0 0-3 0,9 5-2 16,-6 1-4 0,0 4-6-16,1 3 1 0,-1-1-1 0,0 7 2 15,-3 0-7-15,-2 8 4 0,0 4 2 0,-5-4-6 16,2 4 7-16,-4-4-7 0,-5-3 3 0,4 4-4 16,-3-6 0-16,3 3 4 0,-2-10 2 0,2-1-5 15,2-6 2-15,2 1-1 0,-2-2 3 0,3 0 21 16,0-4 20-16,3 1 42 0,-5-2 20 0,7-2-8 0,0 0-7 15,-9-8 4-15,4 0 11 0,1 1 14 0,3-5 4 0,2-1-15 16,1-3-11-16,5-3-15 0,0-8-8 0,4 0-15 16,3 2-22-16,0-3-40 0,12-13-39 0,-6 11-38 15,0 0-47-15,13-5-37 0,-10 9-42 0,0 0-43 16,2 2-51-16,-3-1-57 0,-3 7-333 0,0-2-741 16,-7 8 327-16</inkml:trace>
  <inkml:trace contextRef="#ctx0" brushRef="#br0" timeOffset="143781.19">17466 3418 222 0,'-4'-2'376'15,"4"2"-30"-15,-3-3-25 0,3 3-41 0,0 0-37 0,0 0-22 16,0 0-23-16,15 7-23 0,-5-2-14 0,-4 3-19 15,5 1-17-15,-4 0-12 0,1 4-10 0,-2-1-14 16,1 3-8-16,-6 1-7 0,-1 3-9 0,0-4-9 16,0 4-1-16,-5-4-8 0,2 2-4 15,0-4-1-15,-3-4-12 0,5 2 4 0,-1-5-7 0,0 1 2 0,0-1-7 16,0 0 0-16,2-3 3 0,-1 1-5 0,6-1 6 16,-1-2-5-16,6 0 1 0,8-2-6 0,10-1-44 15,-6 0-48-15,5-3-75 0,2-1-76 16,0-1-86-16,-3 0-201 0,-1-2-555 0,-4 0 246 15</inkml:trace>
  <inkml:trace contextRef="#ctx0" brushRef="#br0" timeOffset="144035.29">17830 3834 222 0,'0'0'325'0,"-6"3"0"0,6-3-1 0,0 0-8 16,0 0-29-16,0 0-24 0,0 0-28 0,0 0-29 16,0 0-17-16,32-12-21 0,-13 7-7 0,3 2-28 15,8-3-39-15,2 0-37 0,3-1-43 0,-3-2-54 0,0 3-55 0,-3 0-53 16,-1-3-69-16,-6 4-254 0,-3-2-508 15,-1 1 225-15</inkml:trace>
  <inkml:trace contextRef="#ctx0" brushRef="#br0" timeOffset="144251.29">17998 3678 178 0,'0'0'350'15,"-7"-1"-30"-15,7 1-29 0,0 0-22 0,0 0-33 16,0 0-22-16,0 0-40 0,0 0-18 0,0 0-10 16,-10 10-17-16,9-1-15 0,-2 5-7 0,2 3-10 15,-2 1 2-15,2 8-24 0,1-6-7 0,0-1 1 0,0 0-25 0,4 6-25 16,0-6-44-16,-3 0-45 0,3-5-55 16,1-2-65-16,-4-2-268 0,6-3-496 0,-2 0 220 15</inkml:trace>
  <inkml:trace contextRef="#ctx0" brushRef="#br0" timeOffset="144583.75">18376 3549 216 0,'1'-3'338'16,"4"2"-28"-16,-3-3-31 0,4 0-36 0,-1 4-19 15,3-3-25-15,-8 3-20 0,16 7-16 0,-3-3-13 0,0 0-16 16,-3 6-14-16,3-2-6 0,-2 8-12 0,0-2-10 0,-4 2-10 16,0 1-3-16,-3-2-10 0,-2 10-9 0,-3 1-6 15,-7 3-5-15,2-5-5 0,-4-6-1 16,-2 6-6-16,-3-3-3 0,3-5-1 0,1 1-4 16,-1-3-8-16,-2-3 1 0,8 1-2 0,-2-5-2 15,0 1-2-15,3-1-2 16,2-2 3-16,0-2-8 0,-1 1 7 0,2-2-4 15,0 1 2-15,2-3 3 0,0 0 8 0,8 4-11 16,2-4-7-16,-1-1-12 0,10-2-36 0,-1 0-45 16,3-1-51-16,-6-4-82 0,4 1-320 0,5-8-583 15,-1-1 258-15</inkml:trace>
  <inkml:trace contextRef="#ctx0" brushRef="#br0" timeOffset="144752.74">18386 3730 129 0,'-7'2'335'0,"2"-1"-5"0,5-1-6 0,-6 0-26 15,6 0-34-15,0 0-13 0,0 0-40 0,28-3-18 0,-6 0-42 0,6-1-48 16,4 2-51-16,0-2-60 0,-1 3-70 0,1-2-86 16,-5-7-235-16,-7 6-431 0,7-7 190 0</inkml:trace>
  <inkml:trace contextRef="#ctx0" brushRef="#br0" timeOffset="145037.9">18838 3339 111 0,'0'0'386'16,"0"-4"-30"-16,0 4-27 0,0 0-39 15,0 0-37-15,0 0-27 0,0 0-22 0,0 0-23 0,12 7-22 0,-7 0-17 16,3 3-14-16,3 3-14 0,-7-1-6 0,4 0-8 0,-4 5-12 16,0 0-6-16,-2-2-10 0,-2 2 0 0,0-2-9 15,0-3-2-15,-1-1-11 0,1 1-7 16,-1-3 1-16,1-1-6 0,0 0-4 0,-3 0 6 16,6-3-5-16,-1 3 2 0,7-3-1 0,3 4 0 15,14-1-6-15,8 0-25 16,17-4-67-16,-13 0-95 0,18-5-130 0,-5-2-288 15,-1-5-622-15,-9-1 275 0</inkml:trace>
  <inkml:trace contextRef="#ctx0" brushRef="#br0" timeOffset="150315.43">3902 6379 171 0,'-2'-7'211'16,"2"0"-5"-16,2-1-8 0,-2 1 1 0,0 2-12 15,0-2-5-15,0 5 7 0,0-3-18 0,0 1-16 16,0 4-17-16,0-6-15 0,0 6-13 0,0 0-21 16,0 0-8-16,0 0-12 15,0 0-6-15,-5 20-8 0,1-3-6 0,-1 9-8 16,0 4 0-16,-3 3-5 0,-1 2-4 0,4 9-2 15,-3-9-4-15,7 1-6 0,-4 0-2 0,1-2 1 16,2 1-3-16,-1-5-2 0,2 0 0 0,-3 1 1 16,4-7 1-16,0-4-5 0,0-1 0 0,0-3 0 15,1 0-2-15,-1-6 1 0,-1-2-2 0,1 0 0 16,0-3 0-16,0 0 5 0,0-1 16 0,0-4 11 0,0 5 7 0,0-2 6 16,0-3 0-16,0 4-1 0,0-4-1 0,0 0 2 15,0 0-5-15,0 5-5 0,0-5 1 0,0 0-15 16,0 0-54-16,0 0-32 0,-4-12-40 15,3 6-39-15,-2-5-44 0,2 1-52 0,-3-7-250 16,4 0-521-16,1 1 230 0</inkml:trace>
  <inkml:trace contextRef="#ctx0" brushRef="#br0" timeOffset="150678.07">3856 6237 251 0,'-4'-5'259'16,"4"2"-10"-16,-5-2-9 0,5 2-17 0,-3-1-24 16,2 2-19-16,1 2-19 0,0 0-18 0,0 0-18 15,0-6-11-15,0 6-15 0,0 0-8 0,0 0-14 16,18 7-3-16,-5-3-6 0,-3 3-11 0,12 2-8 16,1 4-3-16,0 2-7 0,1 2 0 0,2 1-2 15,-3 2 0-15,-2-1-6 0,1 3-5 0,-4 0 1 16,-1-1-3-16,-6-4 1 0,-6-2-1 0,2 2 0 0,-5 0 10 15,-2 0 1-15,-1 0 5 0,-7-3 3 0,-3 3 2 0,-10 2 5 16,-3 0 2-16,1-3-5 0,-1-2 7 0,1-1-1 16,-3-4-3-16,2 3 1 0,5-4-3 15,-2-2 9-15,6-1-11 0,-2 2 0 0,6-4 0 16,-1 2-7-16,5-4-6 0,-1 2-4 0,3-1 1 16,1 0 1-16,0-1-7 15,-1 2-1-15,5-3-3 0,-4 0-2 0,4 0-9 16,0 0-6-16,0 0-9 0,0 0-14 0,0 0-28 15,17 2-33-15,-4-2-43 0,-2 0-51 0,-1-2-47 16,7 2-72-16,-4 0-227 0,5 0-565 0,0 0 251 16</inkml:trace>
  <inkml:trace contextRef="#ctx0" brushRef="#br0" timeOffset="151417.74">4662 6573 135 0,'0'0'219'0,"-10"0"-8"0,6 1-5 0,4-1-10 16,-7 0-16-16,7 0-18 0,0 0-16 0,-8 0-10 16,8 0-14-16,-3 4-5 0,3-4-3 0,0 0-6 15,0 0 0-15,0 0 3 0,0 0 0 0,0 0 1 16,0 0-3-16,0 0-5 0,0 0-5 0,0 0-4 16,0 0-6-16,-7-5-4 15,7 5-2-15,0 0-8 0,0 0-6 0,0 0-2 16,0 0-5-16,0 0-8 0,0 0-7 15,0 0-4-15,0 0-4 0,0 0-3 0,0 0 1 16,0 0-11-16,0 0 0 0,0 0-6 0,0 0-1 16,0 0-3-16,0 0 2 0,0 0-4 0,0 0 0 0,0 0-3 15,0 0 3-15,0 0-5 0,0 0 0 0,0 0-2 16,0 0-3-16,-5 5 10 0,5-5-9 0,0 0-1 0,0 0-1 16,0 0 2-16,0 0-2 0,0 0 2 0,0 0 4 15,0 0-1-15,0 0-1 0,0 0-1 0,0 0-5 0,0 0 0 0,0 0-3 16,0 0 3-16,0 0-1 0,26-4 1 0,-11 2 3 15,2 0-4-15,11-3 2 0,3 1-1 16,-3 1-1-16,7-1 2 0,-5 1-1 0,1 1 4 16,1-2 0-1,-3 2-3-15,-2 0 2 0,-4-1-5 0,-6 2 1 16,-2-2 2-16,-2 3-1 0,-2-2-2 0,-3 2 1 16,-1 0-3-16,-2-3-2 0,-5 3-7 0,10 0-19 15,-10 0-21-15,6 0-14 0,-6 0-24 0,0 0-25 16,0 0-24-16,0 0-36 0,-19 7-32 0,10-5-58 15,1-1-207-15,-3 1-512 0,2 0 227 0</inkml:trace>
  <inkml:trace contextRef="#ctx0" brushRef="#br0" timeOffset="151718.51">4730 6710 142 0,'-4'3'233'0,"-1"-1"-3"0,1-1-4 0,4-1-3 16,-5 4-12-16,5-4-17 0,-1 2-19 0,1-2-13 15,0 0-13-15,0 0-8 0,24-2-12 0,-6-1-11 16,9-1-10-16,9-4-13 0,2 2-5 0,18-4-5 16,-6 0-11-1,4 1-3-15,-16 4-5 0,-1-2-5 0,-5 2-6 0,-3 0-7 16,-2 0-4-16,-9 2-2 0,-4 1-1 15,-2 2-3-15,-5-2-4 0,0 2 12 0,2-2-1 16,-5 1 0-16,-4 1-6 0,7-1 2 0,-3 0-9 16,-4 1-9-16,0 0-23 0,7 0-22 0,-7 0-31 15,0 0-34-15,0 0-43 0,0 0-51 0,-13 7-95 16,5-5-193-16,5-1-506 0,3-1 224 0</inkml:trace>
  <inkml:trace contextRef="#ctx0" brushRef="#br0" timeOffset="154757.13">6523 5934 242 0,'0'0'273'15,"0"-5"-10"-15,0 5-25 0,0 0-22 0,1-2-24 16,-1 2-20-16,0 0-20 0,0 0-14 0,0 0-22 16,0 0-12-16,0 0-10 0,0 0-12 0,0 0-6 15,-9 14-10-15,3-6-4 0,-2 6-9 0,-1 3-6 16,-5 0-7-16,4 6-3 15,-3 2-5-15,-1 0 1 0,1 1-5 0,1 1-4 16,1-2-7-16,2-2 2 0,4-3-3 0,-4-1 1 16,4 0-2-16,0-2-2 0,1-2 1 0,0 1 0 15,3-6-1-15,1 0-4 0,-1-3 3 0,2-1 2 16,-2-1-4-16,1 0 8 0,1-1 25 0,2-1 33 16,-1-1 19-16,-2-2 24 0,10-1 3 0,1-3 7 15,1-1-2-15,1-5 7 0,2-2-7 0,1-2-9 0,-1 0-5 0,-2-9-9 16,6-3-9-16,-6-2-9 0,0-2-11 0,-4-1-16 15,-2-4 1-15,-4 4 0 0,0 0-11 0,-3 1-7 16,-3 4-8-16,-1 7-7 0,-1 2-3 16,-4 0-11-16,-2 2-7 0,-2 2-18 0,-9 4-8 0,-3 0-1 15,-4 4-9-15,-1 5-13 0,-2 1-26 0,0 5-8 16,-4 1-38 0,4 4-33-16,4 3-46 0,-3 2-41 0,6 4-42 15,4 4-78-15,3-5-199 0,8-4-600 0,9-2 265 16</inkml:trace>
  <inkml:trace contextRef="#ctx0" brushRef="#br0" timeOffset="155343.14">6928 5743 189 0,'1'-5'223'0,"3"3"15"0,-4-1-4 0,0 3-4 16,5-5-5-16,-5 2-5 0,0 3-15 0,4-4-10 16,-4 4-17-16,0 0-21 0,0-2-16 0,0 2-11 15,0 0-23-15,0 0-17 0,0 0-8 0,0 0-12 16,-10 15-8-16,1-1-2 16,-7 9-10-16,1 0-5 0,-4 3-6 0,1 6-5 15,-2-2-2-15,-6 14-3 0,4-2-4 0,7-11-2 16,-4 12 1-16,10-10-2 0,2-5-3 15,1 0-4-15,2 1 3 0,7-3 8 0,-2 0-8 16,7-7 2-16,2 4 3 0,7-2-1 0,4-5-4 0,2-3-16 16,8-1-43-16,1-4-58 0,5-3-75 0,0-3-132 15,-2-2-181-15,-2-3-527 0,-4-1 232 0</inkml:trace>
  <inkml:trace contextRef="#ctx0" brushRef="#br0" timeOffset="155843.87">7123 5949 94 0,'0'-3'368'0,"3"-1"0"0,-2 0-5 0,-1 4-40 0,0-7-12 0,0 7-31 16,0 0-19-16,0-4-32 0,0 4-38 0,0 0-28 16,4-2-8-16,-4 2-25 0,0 0-10 0,0 0-15 15,0 0-13-15,-4 16-8 0,4-8-2 0,-1 4-18 16,-3 5-6-16,-1-2-11 0,1 2 0 0,0 7-1 16,3-5-3-16,1 7 0 0,0-9-2 0,1 3-8 15,-1-3 8-15,3 2-17 0,1-4-3 0,-1-3-11 0,1-3 11 16,0 1 2-16,4-3 1 0,-3 0-2 0,3-2 0 15,-1-2 7-15,5-3 6 0,2 0 23 0,-1 0 10 16,-2-4 12-16,6-3 7 16,-3-2 7-16,1 0 4 0,1-4-5 0,4-5-10 0,-1-2-4 15,-5-2-8-15,1 1-10 16,-2 1-5-16,-4 2-8 0,3 2 17 0,-6 6 6 16,-2 1 7-16,1 0-2 0,-1 3 0 0,-1 1-14 0,1-1-11 0,-1 3-6 0,-3 0-14 0,0 3-13 15,4-5-25-15,-4 5-32 0,3-2-11 0,-3 2 0 16,0 0 6-16,0 0 8 0,-3 14-1 0,3-4-2 15,-1 0 13-15,2 0-13 0,2 4-7 16,-1 2-14-16,2 2-18 0,1-1-34 0,4-1-36 0,0-1-33 16,0-3-42-16,2 1-54 0,2-1-54 15,-4-4-360-15,4-3-746 0,-3 2 330 0</inkml:trace>
  <inkml:trace contextRef="#ctx0" brushRef="#br0" timeOffset="156043.81">7660 6116 111 0,'0'0'331'0,"0"0"-25"0,3-3-27 0,-3 3-28 0,0 0-23 16,0 0-28-16,0 0-24 0,0 0-22 0,0 0-14 16,0 10-11-16,-2-5-17 0,1 4-9 0,-3 1-8 15,-1 4-9-15,1 3-8 0,-1-2-8 16,0 1-7-16,-2 2-26 0,-1-2-36 0,0 0-35 15,3 0-40-15,-5-4-49 0,2-1-54 0,-1-2-247 0,4 0-459 0,-1-5 203 16</inkml:trace>
  <inkml:trace contextRef="#ctx0" brushRef="#br0" timeOffset="156576.76">7893 5981 24 0,'0'0'406'0,"1"-4"-13"0,-1 4-6 0,0 0-23 16,1-6-20-16,-1 6-28 16,0 0-31-16,0 0-30 0,2-3-24 0,-2 3-27 15,0 0-12-15,0 0-33 0,0 0-17 0,0 0-24 16,0 0-6-16,0 0-17 0,0 0-6 0,2 10-13 15,-3-5-11-15,2 2-4 0,-1 0-9 0,0 3 0 16,-1 0-20-16,2 2 6 0,0 4-2 0,1 1-17 16,-1-4 16-16,2 3-9 0,-2-1-18 0,2-5 21 15,-1 4-6-15,0-3 6 0,2 0-4 0,0-2-20 0,1 0 16 0,-2-4 0 16,1 1 2-16,-2-1-6 0,4 0 8 0,2-4-3 16,-1-1 7-16,0 0 3 0,6-1 6 0,0-2 10 15,-2 1 3-15,1-6 10 0,2 0 2 0,1-3-5 16,-3 0-2-16,2-4-7 0,-3 0 1 0,1 0-5 15,-3-2 0-15,2 1-5 0,-3-1-5 0,-1 2 0 16,-1 2-1 0,-1 2 9-16,-3-1 7 0,2 2 6 0,-3 3-2 0,1 0-4 15,-1 0-4-15,-2 2-12 0,2 2-1 0,-1 0-9 16,-3-1-14-16,3 4-9 0,-6-3-6 0,6 3-3 16,0 0-3-16,-12 5-18 0,9-3-5 15,-2 1-4-15,3 0-7 0,-1 2-3 0,1 1-1 0,0-3 9 0,2 3-6 16,0 0 4-16,1-1 6 0,3-2 2 0,1 1 6 15,4 4-20-15,6-1-32 0,-1-5-54 0,-2 1-55 16,5-2-56-16,3 0-66 0,-4-3-79 0,0-2-300 16,-1-2-747-16,2-1 331 0</inkml:trace>
  <inkml:trace contextRef="#ctx0" brushRef="#br0" timeOffset="156795.94">8345 5775 353 0,'0'-5'384'0,"0"-1"-6"0,1 1-27 16,1 0-25-16,-2 5-39 0,0-4-31 0,0 4-29 0,0-4-27 0,2 1-23 16,-2 3-7-16,0 0-17 0,15 7-36 0,-7 1-15 15,1 1-9-15,1 5-10 0,7 7 7 16,-4 1-3-16,-2 1-3 0,1 1-3 0,-6 5-3 0,2 3-7 16,-7 2-9-16,-1 0 5 0,-4 2-5 0,-6-2-13 0,-4 1-2 15,-8 5-19-15,1-11-26 0,-4 0-50 0,-12 4-56 16,-1-3-60-16,-3-1-82 0,-8-9-140 15,5-1-201-15,5-9-635 0,-11-4 282 0</inkml:trace>
  <inkml:trace contextRef="#ctx0" brushRef="#br0" timeOffset="157616.49">6162 6752 1 0,'0'0'223'16,"-6"2"-11"-16,6-2-7 0,0 0-5 0,-6 2-11 16,6-2-11-16,0 0-11 0,-5 1-16 0,5-1-11 0,0 0-13 15,0 0-14-15,0 0-9 0,0 0-5 0,-3 3-6 0,3-3-4 16,0 0-4-16,0 0-2 0,0 0-6 0,0 0-6 15,0 0-6-15,0 0-6 0,0 0-10 16,0 0-2-16,0 0-5 0,0 0-5 0,0 0 5 0,0 0-8 16,0 0-6-16,0 0-5 0,0 0 4 0,0 0-5 15,0 0-4-15,0 0-4 0,0 0-3 0,0 0 2 0,0 0-3 16,0 0-2-16,0 0 2 0,0 0-1 0,0 0-3 16,0 0 1-16,0 0-1 0,0 0 0 0,0 0 0 0,0 0 0 15,0 0 3-15,0 0-1 0,0 0 3 16,0 0-3-16,0 0 0 0,0 0-1 0,0 0 6 31,0 0-4-31,0 0 1 0,24-6-3 0,-5 4 0 16,8-2-1-16,5-1-2 0,9-1 0 0,18-3 1 0,34-3-1 0,7 0 1 15,7-1-1-15,11-2 0 0,8 2 3 0,9 3 2 16,5-5 6-16,-1 4 2 0,2-1 3 0,-6-1 2 16,-6 3-5-16,-9-2-1 0,-19-1-1 0,-6 4-1 15,-34 1 8-15,-2 1 2 0,-6 0 22 0,-15 3 9 0,-7-3 18 16,-5 2 28-16,-7 2 19 0,-4 1 24 0,-5-1 12 15,-3 2 11-15,1-1-2 0,-3 1-4 0,2 0-18 0,-2-1-10 16,-5 2-13-16,6-2-5 0,-2 2-25 0,-4 0-24 16,0 0-26-1,5-3-35-15,-5 3-48 0,0 0-66 0,0 0-81 0,0 0-69 16,0 0-81-16,0 0-411 0,0 0-813 0,-25 0 360 16</inkml:trace>
  <inkml:trace contextRef="#ctx0" brushRef="#br0" timeOffset="160134.14">6452 7165 73 0,'-2'-4'248'0,"2"4"-12"0,0 0-8 15,0-5-14-15,0 5-14 16,0 0-20-16,0-4-16 0,0 4-18 16,0 0-16-16,0 0-18 0,0 0-10 0,-4-3-16 15,4 3-5-15,-5 8-4 0,-3 0-13 0,3 2-8 16,-5 5-6-16,-1 1-3 0,-1 0-7 0,-1 6-5 15,0-1-3-15,2-3-4 0,2 1-3 0,1-1-3 0,2 0-3 16,-2 0 0-16,2 0-4 0,2-2 1 0,2 0 1 16,-1 1-4-16,3-7-2 0,0 1 1 0,0-2 2 15,0-1-1-15,3-2 1 0,-1 0 13 0,1-1 12 0,2-2 15 16,0-1 25-16,0 0 18 0,1-2 14 0,-6 0 6 16,16-6 8-16,-6 1 5 0,-2-3-9 0,1-2-8 15,1-1 3-15,-1-5-8 0,-2-1-6 0,1-1 1 16,-3-2-12-16,0-3-14 0,-4-4-3 0,-2 2-6 15,-4 0-18-15,0 0 0 0,-4 0-11 0,-4 3-7 0,-2 1-2 0,1 6-13 16,-4 2-9-16,0 6-8 0,-10-5-11 0,0 7-1 16,-3 5-9-16,1 0-2 0,-1 3-21 0,0 2 5 15,2 4-40-15,2 1-26 0,3 4-28 0,2 0-26 16,8 2-31-16,0-1-36 0,6 2-39 0,7 0-78 16,1-5-186-16,6-1-571 0,8-1 253 0</inkml:trace>
  <inkml:trace contextRef="#ctx0" brushRef="#br0" timeOffset="160582.12">6999 6907 45 0,'2'-5'290'16,"-1"-2"-7"-16,-1 2-7 0,1 0-9 0,0 3-9 0,-1-3-27 16,0 5-23-16,3-4-25 0,-3 4-23 15,0 0-13-15,1-4-21 0,-1 4-13 0,0 0-18 16,0 0-7-16,-12 25-10 0,1-10-10 0,-4 11-4 15,-3 3-8-15,-6 12-9 0,1 3-2 0,1-1-1 0,3 0-6 16,-1-1-3-16,11-10-6 0,-3 2-4 0,3-3-1 16,4-1-3-16,1-1-1 0,6-6 0 0,-1-2 0 0,3-1 2 15,2-3-6-15,-1-5 6 0,2 1 6 0,0-4 5 0,7 0 1 16,-5-1 9-16,4-1 9 0,-2-2-4 16,2-1-5-16,1-2 8 0,-1 0 2 0,-4 1 3 15,1-2 14-15,-3-1 8 0,-2 0 8 0,-5 0 8 16,9 2-2-16,-9-2 9 0,9 0-5 0,-9 0-3 0,0 0-9 15,6 0-5-15,-6 0-12 0,0 0-9 0,0 0-14 0,0 0-30 16,0 0-37-16,0 0-36 0,4-3-40 0,-4 3-42 16,0 0-50-16,0 0-54 0,-8-10-64 0,7 9-340 15,-3-5-704-15,4 2 312 0</inkml:trace>
  <inkml:trace contextRef="#ctx0" brushRef="#br0" timeOffset="161213.43">7143 7107 311 0,'-3'-4'353'0,"3"0"-19"0,0 0-18 16,0 4-26-16,0-7-32 0,0 7-27 0,0-4-12 0,0 4-36 0,0 0-23 15,0 0-16-15,0 0-24 0,0 0-1 0,0 0-18 16,0 0-11-16,10 11-5 0,-7-6-9 0,-1 1-13 15,5 0-3-15,-2 3-18 0,0-1-5 0,4 1-13 16,-4-1 8-16,1 0-14 0,0-1-4 0,-1-2-3 16,1 0 3-16,0-2-3 0,-1 2-4 0,2-2 2 15,-1-1-2 1,2-1 1-16,-2-1 1 0,2 2-1 0,-8-2 0 16,14-3-4-16,-4 0 7 0,-3-1-4 0,-1-1 1 0,1 1-4 15,-3-1 3-15,2 3 7 0,-3 0 5 0,4-2 9 16,-6 2-20-16,3-1 7 0,-4 3-7 15,5-4 0-15,0 3-8 0,-5 1 0 0,0 0 1 16,0 0-4-16,0 0-3 0,5 5 0 0,-1 2-2 0,0 3 2 16,-4 2 1-16,5 4-1 0,-2 6 1 0,-2 5-2 0,3 2 8 15,-4 0-3-15,0 0 0 0,-4 1 2 0,3 0 0 16,-3 4-5-16,0-1 8 0,-1-3 0 0,-2-2-3 16,1 0 3-16,1-2 0 0,0-7 0 0,-2-4-2 15,2-4 1-15,0-1 4 0,0-1 11 0,3-4 22 16,-1 1 31-16,-2-4 26 0,1 1 21 0,4-3 5 15,0 0 3-15,-15-10 16 0,12 2 8 0,-1-4-2 0,1-5-10 0,3-1-14 16,-2-7-11-16,5-2-12 0,1 0-11 0,1-4-10 16,6 1-10-16,2-4-10 0,7-9-1 0,-4 9-10 31,8-6-2-31,-6 11-8 0,-5 4 4 0,5 3 1 16,-8 5 7-16,3 3 0 0,-6 2-1 0,0 3-4 0,0 2-4 0,-3 1-6 0,0 2-3 0,1-1-6 31,-2 0-7-31,-1 2-4 0,0-1-11 0,-2 4-31 0,5-3-38 0,-5 3-35 15,4-2-40-15,-4 2-28 0,0 0 12 0,0 0-5 16,3 7-15-16,-3-3-13 0,0 4-16 0,-1-1-23 16,1-1-31-16,-1 3-39 0,1-3-42 0,-3 1-293 15,1-1-686-15,-1 0 303 0</inkml:trace>
  <inkml:trace contextRef="#ctx0" brushRef="#br0" timeOffset="161435.29">7715 7249 230 0,'0'0'331'16,"0"0"-31"-16,3 1-23 0,-3-1-31 0,0 0-31 16,0 0-24-16,0 6-16 0,1-4-23 0,-1-2-15 15,-1 9-15-15,-2-3 0 0,1 3-22 0,-2 1-7 0,-2 4-11 16,0 2-8-16,-3 0-4 0,2 0-3 15,-2 1-8-15,-2 1-31 0,4-1-19 0,-1 0-34 16,-1-3-37-16,-1 1-40 0,5-6-55 0,0 0-42 16,-1-5-224-16,4 0-457 0,1-1 202 0</inkml:trace>
  <inkml:trace contextRef="#ctx0" brushRef="#br0" timeOffset="161882.46">7867 7038 106 0,'0'0'350'0,"-1"-4"-21"0,1 4-27 0,0 0-17 16,-1-6-41-16,1 6-27 0,0 0-20 0,0 0-25 16,0 0-15-16,0 0-16 0,0 0-17 0,15 7-12 15,-6-3-17-15,1 2 8 0,3 1-19 0,-2-2-7 16,7 6-10-16,-4-2-11 0,4 2-6 0,-4-1-2 0,0 2-5 0,-5-2-3 15,4 2-2-15,-3 2-3 0,-2-4-16 0,0 5 3 16,-6-2-5-16,-2-2 6 0,0 5-7 0,-5 1-5 16,-1-4 0-16,-2 3-1 0,-5-3 0 15,3 0-3-15,-4 0 4 0,1-2 1 0,0-1 1 0,-1 1-4 16,4-3 1-16,1-2 2 0,1 1-1 0,2-3-6 16,0 0 5-16,0 0-5 0,3 2-1 0,-1-4 2 0,1 0-1 15,1-1 2-15,2-1-2 0,-4 2 8 0,4-2 5 16,0 0 2-16,0 0 7 0,0 0-5 0,13 3 3 15,-4-6-2-15,2 1 1 0,3 1-5 0,-1 1 10 16,2-1-11-16,2 0-3 0,-2-1-5 0,2-3 1 16,-2 3-12-16,1-1-9 0,-3-1-16 0,-1 2-12 15,-3-2-10-15,2-1-3 16,-4 3-22-16,-1-2-20 0,-2 1-39 0,0-2-46 16,-3 1-45-16,1 0-67 0,-4-3-186 0,1 1-516 15,0 3 229-15</inkml:trace>
  <inkml:trace contextRef="#ctx0" brushRef="#br0" timeOffset="162214.04">7934 7233 51 0,'-7'3'293'0,"3"-3"-8"0,0 3-13 15,4-3-5-15,-6 1-18 16,6-1-3-16,-4 1-15 0,4-1-11 0,0 0-24 16,0 0-7-16,0 0-31 0,0 0-11 0,0 0-17 15,25-1-14-15,-5-1 7 0,0-1-26 0,1-1-11 16,10-3-8-16,-2 3-10 0,2-1-9 0,-10 0-3 16,6 1 9-16,-9 1-20 0,-4 2-11 0,-1-1 6 15,-3 1-6-15,-5 1-1 0,3-4-11 0,-3 2 5 16,0 2-5-16,-5 0-3 0,0 0 4 0,9-1-2 0,-9 1-2 15,0 0-2-15,0 0-4 0,0 0-9 0,0 0-27 16,0 0-7-16,0 0-23 0,0 0-22 0,-23-2-18 0,23 2-31 16,-13 0-39-16,4 0-34 0,9 0-48 0,-10-1-264 15,2 0-552-15,5-2 245 0</inkml:trace>
  <inkml:trace contextRef="#ctx0" brushRef="#br0" timeOffset="162552.43">8226 6928 30 0,'0'0'319'0,"3"-4"-27"0,-3 4-35 0,1-3-28 16,-1 3-25-16,0 0-19 0,13 6-23 0,-4 0-16 15,1 1-16-15,8 3-12 0,1 7-17 0,4 5-5 0,0-1 13 16,1 4-8-16,-6 2-10 0,4 4 2 15,1 10-9-15,-10-8-2 0,-3 2-4 0,-5 1-5 16,-1 9-5-16,-7-8-5 0,-2-4-4 0,-5 3-5 16,-4-2-1-16,-4-3-8 0,0-2-5 0,-5-1-1 0,1 1 0 0,3-4 1 15,-1-4 3-15,-3-1 1 0,1-3-5 0,3 0 9 16,1-6-5-16,5-2 4 0,2-4 2 0,1 1-7 16,3 0 0-16,-2-1-5 0,5-1 5 0,1-1 14 15,-1-3 11-15,1 1 11 0,3-1 5 0,-6 1-6 16,6-1 4-16,0 0-14 0,0 0-33 0,0 0-28 15,6-9-40-15,1 4-40 16,3-2-58-16,0-2-70 0,3-7-107 0,-2 3-317 16,7-8-678-16,-1 2 300 0</inkml:trace>
  <inkml:trace contextRef="#ctx0" brushRef="#br0" timeOffset="163238.84">9222 6414 59 0,'0'0'202'0,"0"0"-11"15,0 0-4-15,0 0-6 0,0 0-5 0,0 0 2 16,0 0-8-16,-8 0 3 0,8 0-4 0,0 0-5 16,0 0-4-16,0 0 5 0,0 0-13 0,0 0-8 15,0 0-4-15,0 0-11 0,0 0 0 0,0 0-7 16,0 0-8-16,0 0-14 0,0 0-4 0,0 0-8 0,0 0-12 0,0 0-8 15,26-4-11-15,-7 2-4 0,7-2-11 0,5 0 12 16,-4 0-15-16,6 3-13 0,-2-3-29 0,-3 1-21 16,3 1-21-16,-10 0-18 0,1 0-20 0,-4 2-15 15,-4-3-26-15,-1 3-29 0,-5 0-45 0,-2 0-13 16,-6 0-55-16,5 0-157 0,-5 0-458 0,0 0 203 16</inkml:trace>
  <inkml:trace contextRef="#ctx0" brushRef="#br0" timeOffset="163506.31">9288 6598 202 0,'-4'2'292'0,"3"0"5"0,-3 0-4 15,4-2-7-15,-4 3-6 0,4-3-22 0,-3 4-17 16,3-4-27-16,0 0-17 0,25-2-29 0,-3-3-13 15,7 1-13-15,4 2-16 0,4-4-12 0,4 2-10 16,-1-1-13-16,-2 3-9 0,3-1-3 0,-5-2-9 16,-6 3 9-16,-9 1-25 0,-2-1-11 0,-6 1 1 0,-2-2-5 15,-2 3-19 1,-1 0-23-16,-2 0-25 0,-6 0-26 0,8 0-16 0,-8 0-25 16,0 0-36-16,0 0-66 0,-19 8-65 0,6-3-260 15,-1-4-565-15,1 2 250 0</inkml:trace>
  <inkml:trace contextRef="#ctx0" brushRef="#br0" timeOffset="166308.84">11625 5496 92 0,'0'-4'222'0,"0"-1"-4"15,0 2-5-15,0-2-7 0,1 2 0 0,2-1-6 16,-3 4 0-16,3-7-12 0,-1 5 7 0,-2 2-19 0,0-5-4 0,4 2-5 16,-4 3-1-16,0 0-13 0,1-5-12 0,-1 5-16 15,4-3-11-15,-4 3-16 0,0 0 9 0,0 0-33 16,0 0-10-16,0 0-5 0,0 0-24 0,0 0-2 0,0 0-11 15,1 15-1-15,-1-5-6 0,-2 2 14 0,-2 5-14 32,4 7-2-32,-4-4-2 0,2 6-2 0,2-1 1 0,-4 3 2 15,4-3-3-15,-3 3 2 0,4-3-4 0,-2-2-3 16,2-3 4-16,1-2 0 0,-1 1-1 16,4-2 1-16,-1-2 11 0,0-1-13 0,0-5 0 0,-1 1 3 15,0-3-2-15,2-2 3 0,-1 1 3 0,0-2 3 16,1-2 14-16,1 1 17 0,2-2 7 0,1-2 4 15,2-2 10-15,2 1-1 0,4-6-4 0,-2 0 10 16,2-2 0-16,-3-1 5 0,1-2-8 0,-2-3-4 0,6-5-6 0,-2-2 4 16,1 0-19-16,-3 1-4 0,0-2 4 0,-2 0 15 15,-5 7 4-15,3-6 7 0,-3 5-1 16,-3 1 5-16,2 2 13 0,-4-2 2 0,1 7-2 0,-1 1 2 16,-2-1-1-16,0 3 3 0,-1 0-3 0,0 4-6 15,3-2-6-15,-3 0-6 0,0 5-12 0,1-4-7 16,-1 1-4-1,0 3-9-15,0-6-17 0,0 6-15 0,3-4-16 16,-3 4-16-16,0 0-19 0,0 0-19 0,0 0-9 0,0 0 3 16,0 0 10-16,-7 15 2 0,5-5 3 0,-2 0 11 15,-2 6 2-15,-1 1 8 0,2 7 0 0,-3-5 4 16,7 1 4-16,-8 5-1 0,4-6 9 0,2-2 3 16,2 2-2-16,-3-1 1 0,4-5 1 0,0 0 6 15,0-1-1-15,0-2-1 0,4 1 6 0,-4-4-1 0,4 3 3 16,0-5 4-16,2 2 2 0,3-1 0 0,5-2 5 15,7-1-12-15,9 0-37 0,3-6-61 0,5 0-77 16,1-1-81-16,-3-4-113 0,10-9-400 0,-10 7-834 0,-4-6 369 16</inkml:trace>
  <inkml:trace contextRef="#ctx0" brushRef="#br0" timeOffset="167109.81">12246 5709 73 0,'-1'-5'365'0,"1"5"-1"0,0-6-12 0,0 3-18 16,0 3-21-16,0-5-24 0,0 5-27 0,-1-5-27 15,1 5-29-15,0 0-25 0,0-4-18 0,0 4-17 16,0 0-25-16,0 0-31 15,0 0-11-15,0 0-8 0,0 0-5 0,6 11-6 16,-3-4-12-16,-2 1-20 0,3 1-2 0,1 0-11 16,-1 2-6-16,0-2-5 0,2 0-10 0,1 1-6 15,1 0-4-15,-1-3 1 0,-1 3 1 0,4-5-2 16,-2 2 12-16,-3-2-11 0,0-2 6 0,4-1 1 16,-4-2 2-16,4 0-3 0,0-4 3 0,-1-1 2 15,-2-2 13-15,3 3 23 0,-1-7-8 0,-2 5 8 0,2-5 10 16,-2 3 4-16,1-4 3 0,-2 3 11 0,2-1 16 15,-2 3-5-15,-2 0 1 0,1 2-4 0,-2 1-6 0,0 0-10 16,0 2-5-16,0-3-10 0,-2 5-22 0,0 0-19 16,0 0-3-16,0 0-3 0,0 0-7 0,8 15 0 15,-6-5 3-15,-1 6-4 0,-1 4 10 16,2 6-8-16,-2 4 7 0,-2-2 0 0,-1 2 1 0,-2 3 5 0,0-1-3 0,0 4-3 16,-1 10 5-16,-1-14 1 0,0 1 2 15,0-2 1-15,0-5-4 0,-1-1 9 0,0-5-2 16,2-5-6-16,1 1 4 0,1-7 1 0,0-1 6 15,0 0 2-15,2-1 17 0,-2-5 30 0,0 1-1 0,0-3 2 16,4 0 20-16,0 0 20 0,-10-6 5 0,6-1 7 16,3-5 3-1,-2-2-7-15,6-4-16 0,2-8-11 0,8-3-8 16,2-3-9-16,13-10-14 0,-1 0-9 0,5 1-5 16,1 7-3-16,0-3-7 0,-6 12 3 0,0 2-7 15,-2 2-1-15,0 0-1 0,-3 4-2 0,-7 4 1 16,0 3 8-16,-6 5 13 0,0-2 5 0,-2 2-5 15,-1 1-7-15,-1-1-3 0,-1 0-3 0,1 4-5 16,-2-1-6-16,0-1-17 0,-3 3-22 0,4-1-32 0,-4 1-32 0,2-3-28 16,-2 3-2-16,0 0-30 0,0 0-35 0,-7 10-30 15,0-5-59-15,1 0-66 0,-1-1-95 0,0-1-246 16,2 2-734-16,0-3 324 0</inkml:trace>
  <inkml:trace contextRef="#ctx0" brushRef="#br0" timeOffset="168846.08">13694 5419 161 0,'0'-7'263'0,"0"4"0"16,0-2-3-16,0 0-9 0,0-2 2 0,0 5-11 15,0-2-8-15,0 4-15 0,3-6-18 0,-2 4-22 0,-1 2-16 0,1-4-17 16,-1 4-17-16,0 0-16 0,0 0-15 0,0 0-21 16,0 0 3-16,0 0-11 0,0 14-12 0,-1-2 0 15,0 4-5-15,-2 2-5 0,0 2-11 0,2 5-1 16,-1 2-7-16,-1-2 1 0,2 1-1 0,-2 1-6 15,3-2-2-15,0-5 3 0,4 0-4 0,-4 0-1 16,5-2 1-16,-1-1-2 0,1 0-5 0,3-2 11 0,-3-4-10 0,0 0 2 16,0-4-1-16,2 2 2 0,-2-6 1 0,1 2 17 15,-1-1 27-15,3-2 7 0,-2-4 2 0,7 0 16 16,-3-3 12-16,2 1 0 0,-1-4 5 0,2-5 0 16,2 0 3-16,-2-3-16 0,-3-2-5 0,7-4-9 15,-3-2-3-15,3-3-13 0,-2 1-4 0,-4-4-8 16,1 5-3-1,1 2 6-15,-7 4 10 0,1 1-4 0,-1 2-3 0,-2 3 13 16,1 2-2-16,-3-1 2 0,2 2-2 0,-3 4 3 16,2 0-7-16,-2 0-9 0,-1 2-5 15,2-1-11-15,-2 5-16 0,2-5-22 0,-2 5-24 16,1-4-25-16,-1 4-6 0,0 0 5 0,0 0 4 0,-2 14 3 16,-1-2-1-16,-1 5 8 0,1 0 8 0,-1 3 3 15,-1 4 1-15,0 1 4 0,1 0 1 0,1-5 6 0,2-1 0 16,1 1-2-16,3-2 7 0,-1 0 1 0,2-2 3 15,0-3 0-15,2-3 4 0,0-1 6 0,1 2-3 0,1-3-12 16,4-2-21-16,1 1-40 0,1-6-47 0,2-1-54 16,0-1-70-16,-2-3-81 0,4-1-105 0,-4-3-268 15,-4-1-755-15,2-3 334 0</inkml:trace>
  <inkml:trace contextRef="#ctx0" brushRef="#br0" timeOffset="169243.29">14246 5576 185 0,'0'0'366'0,"0"0"-12"0,0 0-22 0,-2-2-10 0,2 2-20 15,0 0-29-15,0 0-27 0,0 0-24 0,0 0-26 16,0 0-19-16,10-7-7 0,-10 7-26 0,6-2-25 15,0 2-12-15,2 0-13 0,1 1-8 0,0-1-12 16,0 3 0-16,1-1-12 0,2 1-8 0,-2 1-8 0,-1 2 0 16,1 1-15-16,-1 0-11 0,-1 3 4 0,2 3-3 0,-4 1-6 15,1 2-4-15,-5-1 0 0,1 1 0 0,-3 2-8 16,-3 1 10-16,-1-2-7 0,-2 1 10 0,-2 2-11 16,-4-3 2-16,0 0-4 0,1-4 3 15,-1 2-12-15,-1-2 21 0,6-3-16 0,-1-2 3 0,3-1-1 16,1 0-2-1,0-2 0-15,0-3 7 0,-1 1 2 0,4 1-3 16,-1-2 6-16,2-2 3 0,-2 3 6 0,2-3-12 16,13 0 8-16,0 0 2 0,3-4-9 0,6 0-5 15,6-2 7-15,2 2-18 0,0-2-29 0,0 1-43 16,-1-2-45-16,0 0-66 0,1-1-77 0,-2 0-348 16,-4-5-667-16,-7 4 295 0</inkml:trace>
  <inkml:trace contextRef="#ctx0" brushRef="#br0" timeOffset="169606.03">14355 5799 236 0,'-7'2'297'16,"1"-1"-14"-16,1 0-18 0,5-1-17 0,-8 1-15 15,4 1-10-15,4-2-18 0,-5 3-11 0,5-3-21 16,0 0-10-16,0 0-17 0,0 0-14 0,-5 1-11 16,5-1-7-16,0 0-13 0,0 0 5 0,0 0 1 15,0 0 5-15,0 0 0 0,0 0 8 0,0 0 4 0,0 0 4 16,0 0-15-16,0 0-5 0,0 0-12 0,19-6-11 16,-1 1-8-16,9 2-8 0,4-5-8 0,3-1-8 0,4 1-4 15,15-3-8-15,0 1-2 0,-1 1-8 0,-3 0 5 16,-10 2-11-16,-6 3-1 0,-1 0 0 0,-3-1 1 15,-11 2-4-15,-6 1 0 0,0 2 10 0,-4-3-2 16,-1 3 3-16,-1-1-5 0,1 0 1 0,-7 1-5 0,8-2-6 0,-8 2-24 16,4-1-26-1,-4 1-28-15,0 0-47 0,0 0-42 0,-18 4-52 0,4-3-77 16,0 4-90-16,-3-2-285 0,0-1-707 0,4-1 313 16</inkml:trace>
  <inkml:trace contextRef="#ctx0" brushRef="#br0" timeOffset="170731.34">11619 6810 91 0,'1'-6'239'0,"2"2"-3"0,0 0-3 16,1-1-2-16,0 0-2 0,0 1-4 0,0 0-9 0,2 0-6 15,-5 1-12-15,2 1-16 0,-3 2-12 0,3-5-14 0,-1 2-14 16,-2 3-23-16,0 0-12 0,4-2-17 15,-4 2-9-15,0 0-7 0,6 7-3 0,-3-2-5 16,-3 1 0-16,1 1-12 0,-1 9 5 0,0-1-9 0,0 4-3 16,-1 7-7-16,-2 1-3 0,2 0 4 0,1-2-15 15,0-1 1-15,0-5-4 0,0 1 4 0,0-1-7 0,1-1 3 16,2 0-2-16,2-3-6 0,-4-3 2 0,1 0 2 16,1-2-6-16,1-1 4 0,-4-3 1 0,4 0 21 0,0-1 15 15,0-3 25-15,2 0 7 0,-1-2 8 0,7 0-10 16,-2-2 7-16,4 0 1 0,-1-3 0 0,2-5-6 15,1 1-9-15,0-1-6 0,1-4-8 0,4-5-5 0,1-4-7 32,-3 2-8-32,2-4-1 0,-1-1-6 0,3 1-4 15,-4-1 0-15,1-1-8 0,-4 2-2 0,-2 0 1 16,-1 3-21-16,-4 6 9 0,-4 1 4 0,-1 0 5 16,0 5 8-16,-2 0 8 0,0 1 1 0,-2 1-8 15,0 2-4-15,0-1 1 0,-4 1-12 0,2 3-6 16,-1-1-5-16,-1 2-3 0,-1-1-5 0,-4 3-6 15,9 0 0-15,-17 4 4 0,7 1-10 0,2-2-8 0,1 3-12 0,-1 1-8 16,-1 1-12-16,5 0-7 0,-1-1 1 0,5 4 2 16,0-5-6-16,5 4 2 0,4-1-13 0,6 0-25 15,6-1-51-15,6 0-64 0,3-3-89 0,2-4-403 16,4-1-768-16,-3 0 340 0</inkml:trace>
  <inkml:trace contextRef="#ctx0" brushRef="#br0" timeOffset="171588.19">12189 7113 256 0,'1'-5'272'0,"-1"3"-1"0,1-4-7 16,-1 1-2-16,1 1-2 0,-1 1-15 0,0 3-7 15,2-6-12-15,-2 6-20 0,0-5-19 0,0 5-21 16,1-3-18-16,-1 3-15 0,0 0-12 0,1-3-19 15,-1 3-17-15,0 0-4 0,0 0-9 0,0 0-12 0,0 0-7 0,7 8-4 16,-5-4-2-16,0 1-8 0,2 1 0 0,2 3-10 16,0 0-15-16,-1 0-6 0,2 2-4 0,-2-1 6 15,0 1-12-15,3-1-4 0,-2 0-1 0,0 1 5 16,2-5-6-16,-5-1 2 0,5 3-4 0,-4-4 8 16,0-1 0-16,0 2 5 0,1-2-1 0,0-3 0 15,-5 0 0-15,13-3-2 16,-8-1 7-16,-1 0-2 0,1 0 16 0,5-4 6 15,-6 2-3-15,5 1 9 0,-5-4 4 0,4 2 4 16,-3 2 8-16,-3-1 0 0,2 3-8 0,-1-1 4 16,-1 0-8-16,0 2-4 0,-2 2-3 0,2-5-11 15,-2 5-8-15,4-2-19 0,-4 2-5 0,0 0 3 16,5 12-3-16,-5 0 17 0,4 1-17 0,-3 3 4 16,-2 4 1-16,-2 6-3 0,1 0 4 0,1 2 3 0,-2 0 9 0,-1 1-10 15,-2 1 1-15,2-1 2 0,-5-2 2 0,5-2 0 16,-1-5-3-16,-3-3 4 0,3-2-2 0,1-4 1 15,-1-1 12-15,3-1-8 0,-1-1 4 0,2-3 33 16,-3-2 43-16,4-1 54 0,0-2 10 0,0 0-14 16,0 0-16-16,0 0-11 0,9-22-11 0,0 6-12 15,5-5-9-15,5-3-10 0,3-1-11 0,-2 0-13 0,8-1-12 0,10-11-7 16,-2 3-4-16,0 2-1 0,-6 9-3 0,-1 0 0 16,-1 5-10-16,-5 1 7 0,-4 5-3 0,-2 1 2 15,-3 4-1-15,-5 1-2 0,-4 1 3 0,1 3-4 16,0-2-1-16,-3 2-3 0,0-1-2 0,2 1-1 15,-1 2-5-15,-4 0-34 0,4-4-30 0,-4 4-38 16,0 0-43-16,0 0-16 16,0 0-30-16,0 0-47 0,0 0-66 0,-16 11-109 15,11-8-249-15,1-3-721 0,4 0 319 0</inkml:trace>
  <inkml:trace contextRef="#ctx0" brushRef="#br0" timeOffset="173375.19">13569 6837 282 0,'0'0'303'0,"0"-8"-4"0,0 8-16 0,0-4-6 0,1 1-7 15,-1 3-14-15,1-5-20 0,-1 5-21 0,0 0-16 16,2-4-23-16,-2 4-19 0,0 0-16 0,0 0-21 15,0 0-15-15,2-3-11 0,-2 3-11 0,0 0-11 16,0 0-11-16,0 0-1 0,0 15-13 0,0-4 3 16,0 2-10-16,0 3 0 0,-2 3-10 0,0 0 2 0,0 0-3 0,0 2-1 15,1 6-3-15,1-9-4 0,0 0-7 0,0 1 6 16,1-1-5-16,-2 1 1 0,2-3 0 0,2-4 9 16,-2 1-14-16,3-3-16 0,-4 0 6 0,3-4-6 15,-1-1 0-15,0 2 8 0,1-3-2 0,-1 0 4 16,0-1 11-16,1-2 17 0,-3-1-2 0,7 1 6 15,1-2 10-15,-3-2-6 0,5-1 4 0,-1-1-7 0,3-2-5 0,3-2-2 16,-2-1 2-16,4-2-9 0,-2-1-14 0,4-6 13 16,-4 5 2-16,2-4-2 0,1-3-10 0,1-1 7 15,-4 1-12-15,2-1 10 0,-3-2 9 0,-5 10 12 16,5-13 4-16,-5 4 4 0,0 7 6 0,-4-1 10 16,3 0 7-16,-4 1 10 0,-2-1 2 0,1 5-2 15,-2 1 5 1,-2-1 0-16,-2 2-9 0,3 3-9 0,-2 0-10 0,0 0-4 15,0 4-14-15,-6-2-14 0,3 2-6 0,-4 2-11 16,0 2-4-16,-4 3-4 0,3 2-17 16,-3-1-14-16,3 3-10 0,-1 4-16 0,1 2-8 15,0 1-4-15,4 2-17 0,3 0-15 0,1 2-7 0,3 0-2 0,3-2-33 16,2-2-25-16,5 0-39 0,4-1-54 0,4-5-80 16,7 1-325-16,-6-4-720 0,2-4 320 0</inkml:trace>
  <inkml:trace contextRef="#ctx0" brushRef="#br0" timeOffset="173792.04">14171 6832 40 0,'0'0'322'0,"0"0"-23"15,0 0-10-15,0 0-35 0,-6-3-23 0,6 3-22 16,0 0-22-16,0 0-20 0,0 0-15 0,0 0-16 16,0 0-18-16,0 0-10 0,0 0-11 0,18 5-10 0,-11 0-8 0,3 2-11 15,-2-3-4-15,2 5-12 0,-1-3-2 0,-1 2-8 16,1 3-5-16,-2-3-5 0,2 3-1 0,-4 6 4 16,0-1-1-16,-1 1-2 0,-2 1 0 0,-4 0-2 15,1 2-5-15,-3 5 3 0,-8-2-1 0,2 2-9 16,0-7 5-16,-3 2 14 0,1-4-16 0,-1 1 2 15,1-4-4-15,1-1 3 16,2-2-4-16,1-3 5 0,2 1-3 0,1-4-5 16,1 3 1-16,0-3 9 0,0-1-9 0,3 0 5 15,-2 0 12-15,3-3 9 0,0 0 15 0,3 5-13 16,-3-5-7-16,11 0 6 0,2-1-4 0,5-3-7 16,2-1-4-16,1 3-5 0,1-3 4 0,7-3-6 15,-1 3-23-15,0-4-35 0,-6 5-32 0,-3-1-35 16,2-2-40-16,-5 1-51 0,3-4-59 0,-1 3-302 0,-9-1-601 0,0 1 265 15</inkml:trace>
  <inkml:trace contextRef="#ctx0" brushRef="#br0" timeOffset="174108.21">14200 7064 128 0,'-6'2'300'0,"-2"-2"-5"0,3 3-8 0,0-2-11 16,5-1-5-16,-7 1-7 15,7-1 9-15,0 0-30 0,-5 0-18 0,5 0-21 16,0 0-19-16,0 0-14 0,31-5-19 0,-2 1-15 16,3-2-18-16,8 0-13 0,13-5-7 0,1 5-10 0,1-5-4 0,0 2-18 15,-3 0-3-15,-14 1-9 0,-6 3 12 0,-2 1-16 16,-7 1 5-16,-9-2 11 0,0 3 5 0,-5 0-4 15,-1 1 0-15,1-1 5 0,-4 1-8 0,-5 1 0 16,9-1-4-16,-9 1-7 0,5 0-14 0,-5 0-13 16,0 0-18-16,0 0-45 0,0 0-41 0,0 0-53 15,-28 5-56-15,15-2-65 0,-1-3-88 0,0 1-315 16,1-1-707-16,2 0 313 0</inkml:trace>
  <inkml:trace contextRef="#ctx0" brushRef="#br0" timeOffset="175126.09">11041 5516 65 0,'0'-3'228'0,"0"-3"-5"16,0 1 2-16,0 5-8 0,0-6-7 15,0 6-7-15,0-4-16 0,0 4-12 0,3-3-17 16,-3 3-19-16,0 0-13 0,0 0-14 0,0 0-19 0,0 0-23 16,0 0-19-16,0 0-8 0,-3 13-6 0,3 4 0 0,0 12-4 31,0 4-9-31,-5 20-1 0,-1 3-2 0,-4 26-1 0,-1 0-4 0,-3 5 1 0,5 8 3 0,-2 0-3 15,1 1 10-15,3 1-11 0,2-7 1 0,0-8-2 16,-1-25 0-16,3 24 2 0,3-26-2 0,-1 4-3 16,0 22 10-16,1-26 10 0,2-3 2 0,-2 0-3 15,0-3-5-15,3 0 0 16,-3-15 3-16,0 1 2 0,3-1 6 0,-4-2-8 16,4 0-3-16,-2-2 1 0,-1 0-2 0,0-5-2 15,0-7-6-15,1 0 3 0,-2 2-3 0,1-6 1 16,1 1 0-16,-1-3-2 0,1-1-2 0,-1-2-1 15,-1-1 0-15,2-1 0 0,-2-2-1 0,1 1-4 16,0-3 6-16,0 1 10 0,0-4 4 0,1 4 1 16,-1-4-4-16,0 5 0 0,0-5-4 0,0 5 2 0,0-5 0 0,0 0-27 15,3 1-18-15,-3-1-28 0,0 0-46 0,0 0-41 16,0 0-65-16,5 4-79 0,-5-4-207 0,0 0-526 16,9-7 232-16</inkml:trace>
  <inkml:trace contextRef="#ctx0" brushRef="#br0" timeOffset="176346.61">15167 5296 155 0,'0'-3'186'0,"0"3"-7"0,-1-2-4 0,1 2-3 16,0 0-13-1,0-8-2-15,0 8-8 0,0-4-7 0,0 4-8 0,1-5-2 16,-1 5-15-16,0-3-9 0,0 3-10 0,0 0-11 15,0 0-11-15,0 0-7 0,0 0-11 0,0 0-7 16,0 0-8-16,0 0-7 0,0 0-5 16,0 0-6-16,0 14-2 0,-5-6-5 0,4 9-2 0,0 4 0 15,-6 9 5-15,2 4-6 0,0 16-3 0,-4 1-1 16,0 7 2-16,0 0 1 0,-2 22-3 0,3-22-1 0,4 2-1 16,-1 22 3-16,4 1-3 0,1-24 2 0,-1 3 1 15,-1 20 0-15,-2-22-2 0,4 0-3 0,-2-3 1 0,-3 1-1 16,0-1 0-16,0-5-1 0,-1 0 2 15,1-2-1-15,1-14 0 0,-1 13 0 0,4-13 7 16,1 0 8-16,-2-2 3 0,4 0-3 0,-1 1-1 16,1-3 2-16,-2 2-2 0,0-2-3 0,1-1 0 0,0 1 9 0,-1-3-6 15,-1-3 3-15,2 2 1 0,0-2 0 0,2-1 3 16,-3-4-6 0,0-3 1-16,1-1 9 0,-1-2-15 0,0-3 2 0,-1 1-5 0,2-3 2 15,1 1-1-15,-1-3-1 0,-2 1-2 0,1-2-2 16,0 1 1-16,0-3-3 0,0 0 0 0,0-3 11 15,0 4-11-15,0-1-3 0,0-5 1 16,0 5-2-16,2-1 1 0,-2-4 4 0,0 2 5 16,0-2 10-16,1 6 5 0,-1-6 6 0,0 0 11 15,0 0 10-15,0 0 15 0,0 0-6 0,0 0-3 16,-1 3 9-16,1-3-1 0,0 0-11 0,0 0-1 16,0 0 0-16,0 0-8 0,0 0-5 0,0 0 0 15,0 0-1-15,0 0-10 0,0 0-5 0,0 0 0 16,0 0-7-16,0 0 7 0,0 0-5 0,0 0 1 0,0 0-4 0,0 0-4 15,0 0-2-15,0 0-2 0,0 0-3 0,0 0 5 16,0 0-13-16,0 0-34 0,0 0-32 0,8-10-42 16,-8 10-38-16,1-8-39 0,2 6-56 0,-1-7-89 15,1 0-266-15,1 0-643 0,-1-2 285 0</inkml:trace>
  <inkml:trace contextRef="#ctx0" brushRef="#br0" timeOffset="176865.92">16224 6244 73 0,'0'0'241'0,"0"0"-12"0,-7 0-15 0,7 0-13 15,0 0-14-15,0 0-12 0,0 0-15 0,0 0-10 0,0 0-15 0,0 0-7 16,0 0-14-16,0 0-7 0,0 0-8 0,0 0-5 31,0 0-9-31,0 0-7 0,0 0-5 0,0 0-6 16,21-5-7-16,-2 3-2 0,-1-1-6 0,3 1-7 0,0-1-4 0,6 1-4 0,-6 0-4 15,-1-1-6-15,-2 1 2 0,1 2-3 0,-1-3-4 16,-8 3-2-16,-1-1-1 0,-1 1-5 0,1 0-5 16,-4-1-21-16,-5 1-21 0,9-2-28 0,-9 2-10 0,4 3-13 15,-4-3-18-15,0 0-38 0,-8 8-29 0,3-5-64 16,-3-1-134-16,-2 3-396 0,1 0 175 16</inkml:trace>
  <inkml:trace contextRef="#ctx0" brushRef="#br0" timeOffset="177129.16">16224 6488 2 0,'-4'2'296'0,"4"-2"-16"0,-3 3-20 0,3-3-26 15,0 0-23-15,0 0-22 0,25-5-23 0,-6 3-14 16,9-3-13-16,5 0-16 0,1 0-12 0,3 1-11 16,2-1-11-16,2 0-8 0,-2 2-10 0,-4 1-8 0,-5-1-5 0,-9 2-5 31,-2 0-7-31,-7 1-8 0,-2-2-27 0,-2 2-29 0,-2 0-25 0,0 2-10 0,-6-2-19 0,0 0-29 16,0 0-68-16,-21 9-218 0,10-8-418 0,-3 2 186 31</inkml:trace>
  <inkml:trace contextRef="#ctx0" brushRef="#br0" timeOffset="205016.47">18139 5464 55 0,'0'0'113'0,"0"0"-9"0,0 0-5 16,0 0-3-16,0 0-6 0,0 0 6 0,3-4-6 16,-3 4 3-16,0 0 10 0,0 0-4 0,0 0 1 15,0 0 0-15,0 0-4 0,0 0-4 0,0-3-9 16,0 3 1-16,3-4 6 16,-3 4 6-16,0 0-7 0,2-5-3 0,-2 5 3 15,0 0-1-15,0 0 1 0,0 0-1 0,0 0-1 16,0 0-10-16,0 0-4 0,0-5-4 0,0 5-5 15,0 0-3-15,0 0-13 0,0 0-2 0,0 0-7 16,0 0-9-16,0 0-5 0,0 0-4 0,0 0-3 16,0 0-1-16,-5 16-5 0,2-5 3 0,1 0-4 15,-6 7 4-15,5-1-5 0,-3 3-1 0,1 6-1 0,1 0 0 0,-2 0 0 16,1 1 1-16,0-2-20 0,5-6-19 0,-4 0-29 16,-1 7-43-16,0-6-50 0,2-3-71 0,-4-2-196 15,2-1-453-15,-1-6 201 0</inkml:trace>
  <inkml:trace contextRef="#ctx0" brushRef="#br0" timeOffset="206604.26">20684 5366 71 0,'0'0'103'0,"0"0"2"0,0 0-1 0,0 0-8 16,0 0-4-16,2-2-1 0,-2 2-3 0,0 0 2 16,0 0 1-16,0 0-12 0,0 0-7 0,0 0 8 15,0 0-1 1,3-6 4-16,-3 6 11 0,0 0-7 0,0-4-5 0,0 4 3 16,0 0 5-16,0 0 3 0,-3-5-1 0,3 5-2 15,0 0 0-15,0 0-3 0,0 0-4 0,0 0-6 16,0 0-5-16,5-1-4 0,-5 1-11 15,0 0-4-15,0 0 0 0,0 0-17 0,0 0-4 0,0 0-7 16,0 0 1-16,0 0-4 0,-1 18-5 0,2-10 1 16,-1 9-2-16,2 1-2 0,-1 9 0 0,1 1 0 0,2 2-2 15,-1 1-24-15,1-2-25 0,0 5-47 0,0-2-28 16,3-3-67-16,-4-1-238 0,2-2-451 0,-1-3 199 0</inkml:trace>
  <inkml:trace contextRef="#ctx0" brushRef="#br0" timeOffset="209441.3">17839 6362 184 0,'0'0'180'0,"0"0"-12"0,0 0-18 0,0 0-13 15,0 0-14-15,-6-3-11 0,6 3-12 0,0 0-8 16,0 0-4-16,0 0-13 0,0 0-10 0,0 0-8 16,0 0-2-16,0 0-8 0,0 0-6 0,0 0-3 15,0 0-2-15,0 0-5 0,14 7 0 0,-6-6-4 16,2 2-3-16,0 2 1 0,2-1-1 0,0 3 0 15,4 1 2-15,1-2-7 16,-5 2-1-16,2 0-3 0,0 4-6 0,-1 0 4 16,-3-3-7-16,-5 2 1 0,2 0 4 0,-2 4 1 15,-5 2-2-15,-4-3-2 0,-4 3 3 0,-1 0-5 0,-10 5 2 0,-4 0-2 16,1-3 2-16,-3-1 4 0,-2-1-2 0,-1-1 4 16,1-3-3-16,-1-3 2 0,11 1 6 0,-2-4-2 15,4 2-1-15,2-6-4 0,2 3 0 16,0-2-1-16,5-1 1 0,1 0-4 0,0 0 0 0,1-1 7 15,1-1 6-15,-2 2 8 0,5-3 15 0,0 0 14 16,12 5 9-16,-5-5-3 0,6 0-2 0,9 2-4 16,-2-3 1-16,3 0-10 0,3 1-7 0,-3-3-1 15,-1 3-3-15,-2 0-7 0,-2-2-1 0,1 2 7 16,-6-3-12-16,0 3-2 0,-2 0-4 0,-3 0 0 16,-3 0 4-16,1 0-10 0,-6 0-1 0,9-1-2 0,-9 1-5 15,0 0 0-15,8 0-12 0,-8 0-15 0,0 0-5 16,0 0-5-16,0 0-11 0,0 6-17 0,0-6-26 0,0 0-44 15,-17 2-34-15,11-2-55 0,6 0-184 0,0 0-434 16,-9-7 192-16</inkml:trace>
  <inkml:trace contextRef="#ctx0" brushRef="#br0" timeOffset="210024.51">18315 6503 258 0,'0'-3'314'16,"1"-1"2"-16,-1 4-38 0,1-6-23 0,1 4-32 0,-2 2-20 0,2-4-20 15,-2 4-22-15,0 0-21 0,0 0-13 0,1-2-27 16,-1 2-20-16,0 0-3 0,0 0-8 0,7 6-8 16,-5-1-14-16,2-2-15 0,1 1-13 0,0 0-6 15,2 1-12-15,-1 3-7 0,-1-4-5 0,2 0-1 16,-3 0-3-16,1-1 2 0,2-1 3 0,-2 1-2 15,0-1 2 1,3 0 4-16,-3-2-1 0,-5 0 2 0,14-4 0 0,-6 1 9 16,-3 1 4-16,1-4 7 0,2 1 11 0,0 1 4 15,-3-1 4-15,-1 0 11 0,2 1 12 0,-3 1-2 16,2 1-1-16,-4-2-3 0,-1 4-9 0,6-3-8 16,-6 3-3-16,3-3-6 0,-3 3-14 0,0 0-7 15,0 0 2-15,0 0-7 0,6 12-2 0,-3-3 5 16,-2 3-3-16,3 5 0 0,-4 1 4 0,1 8-1 0,-1-1 0 15,0 2 4-15,-1 2 9 0,-3 0-11 0,2-1 2 0,-1 1-5 16,-1 4 1-16,-1-2 2 0,0-1 0 0,-1-1 3 16,-3-3-1-16,1-3 0 0,2-5 0 15,-2-3 0-15,-2-2-2 0,1-1 7 0,1-5 0 16,-5 1 1-16,3-3 9 0,-1-4 2 0,-3-1 15 0,1-1-7 16,-4-4 7-16,3-5 17 0,-1-2 7 0,1-2 9 0,2-1 1 15,1-8 9-15,3-7-6 0,4 5 0 0,5-6 1 16,6 1-15-1,2 0 6-15,6 3-18 0,1 0-3 0,0 3 0 16,3 4-10-16,-3 5 0 0,2-2 1 0,3 1-1 0,-4 5 3 16,-7 4-5-16,2-1-11 0,-1 4 1 0,-2-1-9 15,-1 1-1-15,-2 0-6 0,0 2 6 16,1 2-6-16,-1 0-4 0,-6 0-9 0,9 0-29 0,-2 4-23 16,-4-2-18-16,1 1-18 0,-1 0-22 0,-1 1-14 15,-2 0-21-15,0 2-24 0,-3-1-35 0,1 0-64 16,-3-2-309-16,1-1-631 0,-1 1 279 0</inkml:trace>
  <inkml:trace contextRef="#ctx0" brushRef="#br0" timeOffset="210980.03">20337 6261 143 0,'-5'0'207'0,"5"0"-14"0,-4-3-14 0,4 3-15 16,0 0-14-16,0 0-15 0,0 0-14 0,0 0-13 15,0 0-12 1,0 0-12-16,0 0-6 0,0 0-7 0,0 0-12 16,0 0-3-16,0 0-5 0,0 0-6 0,12 8-8 0,-7-3 1 15,5 2-6-15,-2-2-5 0,-2 5-6 0,2-1 5 16,1 1 0-16,0 4-5 0,-4 1-3 0,0-1 4 16,3 3-9-16,-4-1 1 0,-4 1 0 15,0 0 1-15,-4 1-2 0,-1-1-2 0,-3 0-5 0,-1-1 8 16,-2-1-2-16,-10 1 4 0,-1 2-1 0,5-4-1 0,1-3 3 15,-3-2 3-15,4 1-1 0,-2-1 3 0,4-4-1 16,1 0 3-16,0 2-7 0,6-4 0 0,-1 1-3 0,1-1 1 16,1-1-5-16,1-1 4 0,0 1 6 15,4-2 2-15,-5 2 3 0,5-2 1 0,0 0 3 0,0 0 6 16,10 3-3-16,4-4 0 0,-1 2-5 16,6-2-1-16,0 1-4 15,10 0-1-15,-3-1-1 0,1 0-3 0,-4 1-1 16,-5 0-5-16,1 0 2 0,-6-2-2 0,1 4-1 15,-2-2-2-15,-1 0 9 0,-5-2-11 0,1 4 0 16,-7-2 0-16,11 0 2 0,-4 0 3 0,-7 0 2 16,0 0-2-16,7 0 1 0,-7 0-3 0,0 0-3 0,0 0-2 15,0 0-17-15,0 0-24 0,0 0-27 16,0 0-33-16,0 0-31 0,0 0-42 0,0 0-70 0,-12-12-153 0,10 7-426 16,2-1 188-16</inkml:trace>
  <inkml:trace contextRef="#ctx0" brushRef="#br0" timeOffset="211396.78">20722 6280 22 0,'0'0'306'0,"-3"-5"-18"0,3 5-20 0,0 0-26 16,0 0-23-16,0-4-26 0,0 4-16 0,0 0-25 15,0 0-12-15,8-2-15 16,-8 2-12-16,12 2-12 0,-2 2-11 0,0-2-11 16,3 1-3-16,-2 0-10 0,2 4-10 0,-1-2-7 15,-2 0-4-15,0 2-3 0,4 1-5 0,-5 1-6 0,0 0-6 16,-1 0-3-16,-2 3 6 0,-1 1-8 0,-2-1-2 16,-2 4-2-16,-2 0-3 0,-3 3 0 15,-5-2-2-15,0-2-1 0,-1 1-3 0,-3 0 2 0,0-3-1 16,3 0-3-16,-4 1-2 0,1-3 3 0,3-2 2 0,1 1-1 15,0-3-4-15,3-1 1 0,-1-2-2 0,2 0-1 16,1 0 2-16,2 0 3 0,-1 0 0 0,-1-3 1 16,2 1-4-16,2-2 6 0,-3 3 1 15,3-3 19-15,0 0-3 0,9 1 2 0,2 2-6 0,-1-6-1 16,3 2 0-16,-1 0-7 0,10-1 2 0,-3 0-6 16,-1-1-27-1,3 1-28-15,-5-2-34 0,-2 2-42 0,0-3-38 16,-2 1-58-16,-2-2-242 0,0-2-496 0,-3 0 220 15</inkml:trace>
  <inkml:trace contextRef="#ctx0" brushRef="#br0" timeOffset="211597.53">20772 6474 259 0,'-4'2'302'0,"4"-2"-10"0,-4 2-16 15,4-2-22-15,0 0-26 0,0 0-21 0,0 0-23 16,0 0-18-16,36-2-18 0,-5 2-12 0,5-2-6 16,3-1-23-16,12 2-24 0,-9-2-52 0,-3 1-56 0,12 1-63 15,-15-6-78-15,-4 0-255 0,-2-1-456 0,-2-3 202 16</inkml:trace>
  <inkml:trace contextRef="#ctx0" brushRef="#br0" timeOffset="212399.34">21422 5363 160 0,'0'0'185'0,"-4"-6"-20"16,4 6 1-16,0-4-12 0,0 4-7 0,0 0 2 16,0 0-8-16,0-4-6 0,0 4-12 0,0 0-3 15,-1-3-6-15,1 3-11 0,0 0-6 0,0 0-8 0,0 0-12 16,0 0-6-16,0 0-10 0,0 0-7 0,0 0-13 15,0 0-7-15,0 0-7 0,0 0-3 0,0 0-4 16,0 18 0-16,-3-7-3 0,1 9-5 0,-2 9 2 0,-1 5-3 16,1 10-3-1,-5 6 4-15,3 2-4 0,0 0-4 16,-3 1 6-16,3 0-8 0,1-1 6 0,0 3-1 16,4-4 3-16,0 4-3 0,0-2-2 0,1 0 2 0,0-2 5 0,-2-1-8 0,-2-3 4 15,1 1-3-15,0-13 2 0,2 12-1 0,-2-12-1 16,-1-1-1-16,0 0 3 0,-3-1-2 0,0-3-1 15,2 0-1-15,1-2 4 0,-1 1 0 16,-1-3 0-16,4 1 0 0,-1-1 3 0,-2-2 1 16,1-5 3-16,0-1 2 0,3 8 7 0,-3-1-1 15,1-8 0-15,3 7-2 0,0-7 1 0,-3-3-1 16,3 3-1-16,0-3-3 0,-3-3 1 0,3 1-6 16,0-1 3-16,-1 2 0 0,1-4 5 0,0 1-10 15,0 0-3-15,-3-3 2 0,3 3 1 0,-1-3-5 16,1 0 0-16,-1 1 0 0,1-2 2 0,-3 1-1 0,3-2 2 0,0 3-2 15,-4-3-3-15,4 0 1 0,0 2 1 0,0-2 0 16,0-2 0-16,-1 3-1 0,-2-3 0 0,3-3 0 16,0 5-2-16,0-5 2 0,-1 5-2 0,1-5 8 15,0 0-9-15,1 4 4 0,-1-4-2 0,0 0 1 16,0 4 0-16,0-4 3 0,0 0-1 0,0 0 1 16,0 0 0-16,0 0-14 15,0 0-10-15,0 0-25 0,0 0-47 16,0 0-86-16,0 0-294 0,0 0-507 0,0-25 225 15</inkml:trace>
  <inkml:trace contextRef="#ctx0" brushRef="#br0" timeOffset="213617.49">17498 5531 7 0,'0'0'161'0,"-4"-6"-9"0,4 4-5 0,0 2-1 16,-1-5-4-16,1 5 0 0,0-5-8 15,0 5 6-15,0 0-6 0,0 0-6 0,-1-5-8 16,1 5-8-16,0 0-9 0,0 0-7 0,0 0-10 0,1-4-8 0,-1 4-6 16,0 0-7-16,0 0-7 0,0 0-9 0,0 0 1 15,0 0-11-15,0 0-4 0,0 0-5 0,0 0-6 16,0 0-6-16,0 0-19 0,0 0 3 0,0 0-2 16,0 0-2-16,0 19 4 0,1-7-2 0,1 3-3 15,-4 4 0-15,4 8 2 0,-4 4 2 0,0 2-5 0,0 2 3 0,1 11-1 16,-1-10 4-16,-1 14-4 0,-1-2-2 0,4 4 7 15,1-1-2-15,-1 4 3 0,2-1-1 0,-1-1 0 16,2-1 0-16,-3 0 4 0,0-1-6 0,-2-5 4 16,2 1 4-16,-1-10-6 0,0-2 3 0,-2 1-5 15,1 0 4-15,-1-4 0 0,0 6-1 0,2-4 1 16,-2-3-4-16,-3 5 2 0,3-4 1 0,1 0 0 16,0-3 3-1,0 3-1-15,0-4 2 0,1 0 6 0,-1-1 1 16,0-2 0-16,0-4-4 0,1 4 5 0,0-8-3 0,1 1 1 15,-2 2-4-15,0-3 6 0,0 0 0 0,-1 1 4 16,2-1-4-16,-1-6-3 0,1 1 1 0,1 0-2 16,-1 1 1-16,0-4 2 0,1 2-4 15,-2-1-2-15,4-2 3 0,-4 1-3 0,1-3 1 16,1 1 0-16,0-1-1 0,0-4-2 0,-1 4-1 0,1-2 1 0,1 2 1 16,-1-3 6-16,0 4-12 0,-1-5 1 0,1 4 1 15,0-2-2-15,-2-1 2 0,1 1-1 0,1-4-4 16,-1 5 4-16,1-5 0 0,-1 5 5 0,1-5-2 15,-2 2 17-15,2-2 13 0,0 0 12 0,0 0 2 0,2 4 2 16,-2-4-2-16,0 0 5 0,0 0-5 16,0 0-3-16,0 0-2 15,0 0-4-15,0 0-26 0,0 0-49 0,0 0-25 16,-3-16-47-16,3 9-45 0,1-3-59 0,-2 0-274 16,2 1-522-16,2-2 231 0</inkml:trace>
  <inkml:trace contextRef="#ctx0" brushRef="#br0" timeOffset="-213906.79">22816 5938 63 0,'0'0'314'0,"-5"-4"-11"0,5 4-9 15,-3-2-5-15,3 2-16 0,0 0-12 0,0 0-13 16,-3-3-19-16,3 3-19 0,0 0-14 0,0 0-21 0,0 0-18 0,0 0-10 15,0 0-21-15,4-5-25 0,1 2-29 0,2-1-25 16,5 2-24-16,2-1-26 0,3 1-34 0,11-5-39 16,-1 4-38-16,-1-1-45 0,-4 1-42 0,-1 2-51 15,-5-3-196-15,0 4-485 0,-2 0 215 0</inkml:trace>
  <inkml:trace contextRef="#ctx0" brushRef="#br0" timeOffset="-213745.79">22930 6057 23 0,'-13'8'219'0,"3"-2"-17"16,1 0-23-16,2-4-11 0,1 3-6 0,3-1-7 0,-1 0-8 0,1-2-8 31,0 0-13-31,3-2-5 0,0 0-8 0,15 1-12 0,5-1-8 0,1-1-14 0,12-3-34 16,0-1-48 0,3 0-56-16,0 0-82 0,-2-5-171 0,1 1-337 15,-1 0 149-15</inkml:trace>
  <inkml:trace contextRef="#ctx0" brushRef="#br0" timeOffset="-213059.25">23639 5699 80 0,'0'0'252'0,"0"-4"-21"0,0 4-21 0,4-4-23 16,-1 0-18-16,-3 4-17 0,10-4-19 0,-5 1-12 15,5 1-15-15,1-1-8 0,4 2-10 0,-2 0-6 16,6-1-15-16,-1 4-6 0,-3-1-4 0,2 0-9 16,-3 2-3-16,2 2-7 0,1 3-1 0,-3 1-6 15,-4 0-4-15,2 3 0 0,-3 3-1 0,-4 2-6 0,-4 1-6 16,-1 2 4-16,-5 5 1 0,-3 1-3 0,-2 1-4 0,-4-3 1 16,-7 3 0-16,-3-1-2 0,1 3 2 0,-4-2-4 15,2-5 4-15,2 2-6 0,-1-5-1 0,-2-2 4 16,3 0 6-16,6-7 10 0,3 2 1 0,4-5 4 15,2-1 10-15,2-1 13 0,2-1 17 0,-1 0 28 16,1-1 36-16,2-1 23 0,2-2 13 0,0 0-6 0,0 0-29 16,0-13-13-16,5 4-24 0,5-5 4 0,-2 6-9 15,5-6-13-15,3 0-7 0,-6 2-12 0,3 1-4 16,1 1-8-16,-6 2-9 0,2 1-4 0,-1 1-3 0,-4 3-3 16,3-1-13-16,-2 3 1 0,2 0-10 0,-8 1 1 15,14 2 0-15,-9 2 10 0,4 3-16 0,-1-1-4 16,1 5-1-1,0 5 3-15,2-2-5 0,-1 3-13 0,-3 1-4 0,1-1-4 16,0 1 15-16,1-2-35 0,-4-2 10 16,2-2-1-16,0 0-9 0,-3-3 10 0,0-4 3 15,-3 2-3-15,3-2 6 0,-4 0 29 0,4-2 9 16,0-1 18-16,-4-2-11 0,0 0 1 0,14-3-5 0,-9-2 2 0,0-1-2 16,5-2-10-16,-2 0 11 0,-3 2-5 15,4-2-3-15,1-1-3 0,-5 5 2 0,-1-3-2 0,1 3-1 16,1-2 1-16,-3 1-28 0,4 2-21 0,-4-1-31 15,1-1-37-15,0 2-46 0,0 0-50 0,1 2-57 16,-5 1-331-16,8-8-646 0,-3 6 286 0</inkml:trace>
  <inkml:trace contextRef="#ctx0" brushRef="#br0" timeOffset="-212474.34">24506 5642 163 0,'0'0'210'0,"0"0"-23"0,0 0-20 0,0 0-13 0,0 0-22 0,0 0-11 16,-9 4-10-16,9-4-10 0,0 5-8 0,0-2-7 15,1 3-8-15,-1 0-3 0,1-1-5 0,3 5-6 16,0-3-5-16,2 2-7 0,1 1-4 0,-1 0 5 16,7 2-6-16,0 0-5 0,0 0-4 0,2 0-2 15,-1 0-3-15,2 2-4 0,-3-3-2 0,3 1-3 16,-5-1-4-1,-2-1-1-15,1 0-1 0,-3-1 4 0,-3 2-3 0,-1-1-2 16,0 1 2-16,-2-1 1 0,-2 2 1 0,-7 1-1 16,-1 2 1-16,-5-2 2 0,1 2-6 0,-3-1 0 15,0-1-2-15,-5 3 2 0,3-3-1 16,1 0-2-16,-4 2 1 0,4-6-1 0,0 1-1 0,3 0-3 16,4-3-3-16,1 1 2 0,0-3-2 0,0-1-4 15,5 3 4-15,-1-5 3 0,1 1-1 0,1-2 17 0,-1 1 7 16,2 2 4-16,2-4 9 0,0 5 9 0,0-5 4 15,9 2-4-15,4-4-5 0,5 4-1 0,2-2-10 0,1-2-2 16,11-1-3-16,1-1-3 0,0 2 5 16,-2 0-14-16,-2 2 0 0,-8-3-2 0,-1 3-1 15,-3 0-2-15,-3-1-3 0,-2-1-10 0,-2 2-7 16,-4-2-9-16,1 2-16 16,-1-1-10-16,-6 1-14 0,6-2-35 0,-6 2-45 15,0 0-49-15,0 0-41 0,-11-7-227 0,3 3-485 16,-1-4 215-16</inkml:trace>
  <inkml:trace contextRef="#ctx0" brushRef="#br0" timeOffset="-212005.06">24498 5941 5 0,'-8'1'280'0,"2"-1"-11"16,-3 0-17-16,5 1-8 0,4-1-14 0,-9 0-15 15,9 0-10-15,0 0-19 0,-7 1-21 0,7-1-17 16,0 0-10-16,0 0-17 0,0 0-14 0,0 0-12 16,0 0-8-16,0 0-11 0,0 0-3 0,0 0-10 15,0 0-6-15,0 0-6 0,0 0-4 0,0 0 3 16,0 0-1-16,0 0-16 15,0 0-5-15,0 0-2 0,0 0-2 16,0 0-5-16,0 0 0 0,0 0-3 0,0 0 2 16,0 0-4-16,0 0-1 0,0 0-1 0,0 0-4 0,0 0 4 15,0 0-4-15,0 0 5 0,0 0-3 0,0 0 1 16,0 0 0-16,30-1-4 0,-18-1 3 0,2-1-1 16,6-1-2-16,11 2-2 0,0-1 2 15,2 0 7-15,3-2-11 0,2 4 1 0,-2-5-1 0,-4 2 0 0,-3 2 1 16,-1 2-3-16,-10-4-5 0,1 3 8 0,-8 1-2 15,1 0-5-15,-7 0 3 0,3-3 13 0,-3 3-13 16,-5 0 0-16,10 0-1 0,-6-1 9 0,-4 1-11 16,0 0-1-16,0 0-10 0,0 0-14 0,0 0-16 15,0 0-21-15,0 0-22 0,0 0-29 0,-23 4-29 16,15-4-31-16,8 0-46 16,-11 0-228-16,11 0-488 0,-8-3 216 0</inkml:trace>
  <inkml:trace contextRef="#ctx0" brushRef="#br0" timeOffset="-211601.29">25110 5926 179 0,'-8'1'202'0,"8"-1"-7"0,-3 2-11 0,3-2-9 0,0 0-10 16,0 0-11-16,-4 2-3 0,4-2-10 0,0 0 1 15,0 0-14-15,0 0-6 0,0 0-5 0,0 0-7 16,19-2-9-16,-9 2-10 0,4-2 1 0,5 1-19 15,11 0-7-15,-11-3-5 0,13 0-8 0,-4 4-6 0,0-3-3 0,-2 1 4 16,-5 0-11-16,-3 0-4 0,-4 2-2 0,-2 0 0 16,-1-3 12-16,-3 2 7 0,-3 1 3 15,2-1 1-15,-7 1-1 0,10 0-7 0,-6 0-4 16,-4 0-6-16,5-3-6 0,-5 3-10 0,0 0-15 0,0 0-18 16,0 0-24-16,0 0-18 0,0 0-21 0,0 0-26 15,0 0-41-15,0 0-27 0,-23 3-40 0,23-3-224 0,-8-3-469 16,8 3 208-1</inkml:trace>
  <inkml:trace contextRef="#ctx0" brushRef="#br0" timeOffset="-210924.59">25566 5733 35 0,'-1'-4'333'16,"-1"1"-14"-16,0 1-16 0,2 2-23 0,0-5-32 16,0 5-29-16,0 0-20 0,0 0-20 0,2-5-22 15,-2 5-22-15,0 0-16 0,0 0-11 0,0 0-17 0,0 0-9 0,11 10-23 16,-5-8-9-16,2 5-21 0,-3-2-9 0,4-1-10 16,1 4-13-16,-1-1-4 0,0-4-9 0,1 4 1 15,1-3-3-15,-5 0-2 0,4-2 4 0,-3 0 0 16,-1 0 4-16,0-2 1 0,1 0 2 0,0-2-1 15,1 0 1-15,0-1 12 0,-2-4 3 0,2 3 4 16,0-2 10 0,-1-3 5-16,0 2 15 0,0-2 7 0,0 1 11 15,-1 1 10-15,-1-3 2 0,-1 5 8 0,0-2 9 0,-3 3 6 16,4-1 4-16,-4 0-4 0,2 2-17 0,-2-1-2 16,2 1-9-16,-3 3-8 0,2-3-15 0,-2 3-16 15,0 0-19-15,0 0-10 0,0 0 1 16,0 0-1-16,3 14 1 0,-3-1 0 0,-3 3 2 0,2 3 0 15,-3 5-2-15,3 4-1 0,-3 3 4 0,-1-4 3 0,0 3-5 16,0-1 1-16,1 1 2 0,-2 2 0 0,-1 0 1 16,2-4-2-16,0 4-1 0,1-6 6 0,-3-2-6 15,1-4 2-15,2-2 1 0,-2-6 0 0,2-1 14 16,-1-1-14-16,0-2 0 0,0 1-1 0,0-5 7 16,-1 0 6-16,0-3-3 0,0-1 3 0,-2 0 10 15,0-1 4-15,-1-5 24 0,0 1-5 0,-3-2 8 0,3-8-5 0,5 3 4 16,-1-4 1-16,4-9-3 0,2-2-3 0,3-1 4 15,1 1-14 1,8-1-8-16,0 0 1 0,1-1 2 0,5 4-13 16,1 0-2-16,0 0 2 0,3 6-4 0,-2-2 13 15,2 4-14-15,0 0 2 0,-5 8-6 0,0-2 6 16,-3 1 0-16,-3 3 9 0,-1 4-4 0,-2-1 6 0,-4-1-5 16,3 3 3-16,-4-1-3 0,0 1-5 0,-2-1-2 15,-2 3-6-15,7-2 1 0,-7 2 1 0,4-2-9 16,-4 2-13-16,2-4-29 0,-2 4-20 0,3-2-25 15,-3 2-20-15,0 0-15 0,0 0-21 0,0 0-14 16,0 0-16-16,0 0-21 0,0 0-45 0,2-4-70 16,-2 4-290-16,0-7-644 0,3 2 285 0</inkml:trace>
  <inkml:trace contextRef="#ctx0" brushRef="#br0" timeOffset="-210686.81">26158 5484 216 0,'6'0'310'0,"-6"0"-33"15,4-5-33-15,-4 5-28 0,0 0-15 0,7 8-27 16,-1 3-13-16,0 4-11 0,1 4-9 16,0 11-11-16,1 5-6 0,-2 17-8 0,-6 1-9 15,-6-1-8-15,-3 5-9 0,-4-2-10 0,-6-1-5 0,-11 24-7 16,5-23-2-16,0-3-3 0,-6-4-5 0,-1-1-12 15,-4-3-21-15,-1-5-22 0,-2-1-30 0,-6-6-38 0,0-3-38 16,-5-5-71-16,-6-8-305 0,19-6-518 0,-19-1 229 16</inkml:trace>
  <inkml:trace contextRef="#ctx0" brushRef="#br0" timeOffset="-210069.83">24381 5402 171 0,'1'-3'254'0,"-1"3"-29"0,2-4-24 0,-2 4-23 16,0 0-17-16,0 0-24 0,3 12-12 0,-2 2-6 0,-3 12-7 16,-2 4-10-16,-4 17-4 0,-6 3-2 0,0 5-4 15,-13 23-2-15,9-23-8 0,-1 2-8 16,1 0-5-16,4-1-9 0,5 5 0 0,0-8-4 15,8-2-6-15,4 0 3 0,4-4 13 0,0-13-7 0,4-2 10 0,4-1 6 16,2-3 4-16,7-2 6 0,2-5 2 0,2-1-1 16,0-3 1-16,0-5-12 0,-3 2-3 0,-5-8 4 15,-1 1-11-15,-5-1-5 0,-4-3 13 0,-1 1 8 16,-2-3 17-16,-1 1 9 0,-2-1 3 0,1 0 6 16,0 0-4-16,-5-1-2 0,8 2-6 0,-8-2-13 15,5 1-12-15,-5-1 3 16,0 0-16-16,3 2-29 0,-3-2-57 0,0 0-67 15,2-8-75-15,-1 5-55 0,-1-3-63 0,2 1-80 16,-2-4-281-16,1 3-695 0,0-3 307 0</inkml:trace>
  <inkml:trace contextRef="#ctx0" brushRef="#br0" timeOffset="-204891.41">3758 9565 61 0,'1'-1'208'16,"-1"1"-6"-16,5-5-5 0,-4 2-10 0,-1 3-11 15,3-4-4-15,-2 1-8 0,-1 3-11 0,1-5-8 16,-1 5-12-16,0 0-12 0,3-1-10 0,-3 1-12 16,0 0-11-16,0 0-13 0,0 0-5 0,0 0-10 0,0 0-8 0,0 0-7 15,-13 8-5-15,3 0-4 0,-8 3-5 0,-7 5-4 16,-2 5 14-16,-4 0-3 0,0 1-5 0,1 0-2 16,2 0-2-16,0 3-8 0,1-1 4 0,4 2-7 15,-3-3-3-15,7 0 1 0,1-3-2 0,4 2-4 16,4-6 0-16,2 0-1 0,3-3-1 0,2-3 1 15,3 0 0 1,2 2 1-16,3-3 1 0,2-1 2 0,6-3-1 16,6 2 2-16,12-5 0 0,5-2-6 0,4-6 8 0,14 0 1 15,1-4 3-15,3-5-3 0,-6-2 1 16,-3 1-3-16,-2-1-1 0,-10 3 3 0,-5-3-4 16,0 2 7-16,-3 1-7 0,-4-3-5 0,-2 2 2 15,-8 1-2-15,-5-1 0 0,-1 1-4 0,-5 2-9 0,-3-1-14 16,-2 1-8-16,-10-4-5 0,-1 2 1 0,-10-3-2 0,0-1 5 15,-2 6 0-15,-1 2 2 0,3 2 7 0,-6 0-5 0,0-2 2 16,0 7 4-16,7-2 2 0,1 2 0 0,2-1 2 16,5 2 2-16,3 2 2 0,2-2 1 0,1 1 3 15,1 0 0-15,1-1-2 0,5 2-3 0,0 0 2 16,-4-2 1-16,4 2-1 0,0 0 3 0,16-3-11 16,-3 2-2-1,-2-2-6-15,0 2-2 0,0 0-2 0,0-2 3 16,-2 2 4-16,-2-2 2 0,-1 2 0 0,-1-1 4 15,0 0 1-15,-1 2 7 0,1-3 6 0,-1 1 7 16,-3-2 5-16,-1 4 4 0,2-6 4 0,-2 2 4 16,0 4 5-16,-3-7 8 0,3 4 5 0,-4 0 1 15,4 3-4-15,-5-7 0 0,4 3-6 0,-3 3-3 16,0-3-4-16,4 4-1 0,-5-5-2 0,2 4 1 0,3 1-2 0,-5-2 2 16,5 2-7-16,-4-3-1 0,4 3-1 0,-7-2 0 15,7 2-3-15,-4-3 0 0,4 3-1 16,-5-2 3-16,5 2 2 0,-3-4 3 0,3 4 3 15,0 0 2-15,-5-3-3 0,5 3-1 0,0 0 7 0,0 0-8 16,-2-2 3-16,2 2-7 0,0 0-1 0,-4-3 3 16,4 3 4-16,0 0 2 0,-5-2 2 0,5 2 3 0,0 0 3 15,0 0-5-15,0 0-3 0,0 0-2 0,0 0-2 16,0 0 6-16,0 0 4 0,0 0 2 0,0 0 5 0,0 0 16 16,0 0-9-16,-3-3-6 0,3 3 11 15,0 0-5-15,0 0-1 0,0 0 4 0,0 0 9 16,0 0 2-16,0 0 3 0,0 0-3 0,0 0 3 15,0 0 3-15,0 0-5 16,0 0-4-16,0 0 9 0,0 0-13 0,0 0-6 16,0 0-6-16,0 0 1 0,-4-3-6 0,4 3-21 15,0 0 17-15,0 0-2 0,0 0-5 0,0 0-3 16,0 0 1-16,0 0-9 0,0 0 2 0,0 0 4 16,0 0-5-16,0 0-5 0,0 0 0 0,0 0 3 15,0 0-6-15,0 0-21 0,0 0-23 0,0 0 2 16,2 13 4-16,-2 1 2 0,-2 4 6 0,-1 6 1 0,-3 6 7 0,0 3-4 15,-5 13 2-15,0 2 2 0,-4 2-7 0,7 2 7 16,-3 2 2-16,-2 0 5 0,0 0-1 0,3-3 1 16,1-3 6-16,1-2 1 0,2-11 6 0,2-5-11 15,0 2-2-15,3-6-7 0,-3-8 15 0,3-1 0 0,1-6 0 16,0 1 2-16,-2-4 0 0,2 0 24 0,0-2-2 31,-2-3 26-31,2 2 6 0,0-5 18 0,0 4 11 0,0-4 15 16,-1 7 1-16,1-7 4 0,0 0-9 0,0 4-2 15,0-4-7-15,0 0-9 0,0 0-5 0,0 0-5 16,0 0-10-16,0 0-4 0,0 4-5 16,0-4-10-16,0 0-24 0,0 0-23 0,0 0-59 15,0 0-64-15,0 0-50 0,5-12-45 0,-4 7-45 0,4 0-70 16,0-3-379-16,3-3-785 0,0 4 348 0</inkml:trace>
  <inkml:trace contextRef="#ctx0" brushRef="#br0" timeOffset="-203223.41">4545 9629 131 0,'0'0'157'16,"0"0"-8"-16,-8 2-4 0,8-2-4 0,0 0-4 0,0 0-2 0,0 0-4 16,-5 1-8-16,5-1-3 0,0 0-11 0,0 0-6 15,0 0-11-15,0 0-11 0,0 0-2 0,0 0-9 16,19-3-6-16,-6-1-7 0,9 1-4 0,-1 0-7 15,7-1-1-15,3-4-8 0,4 5-1 0,3-2-1 16,-1-4 8-16,3 4-6 0,-6 2 0 0,2-3-3 16,-3 2-4-16,-6 0-1 15,-3 1-4-15,-7 2-5 0,-4 1-3 0,-2-3 0 16,-3 3-3-16,2 0-1 0,-4 0-3 0,0-1-2 16,-6 1-1-16,0 0-9 0,9 1-6 0,-9-1-9 15,0 0-24-15,0 0-25 0,-17 9-30 0,9-3-36 16,-2-4-40-16,-3 3-176 0,3-3-376 0,1 1 167 15</inkml:trace>
  <inkml:trace contextRef="#ctx0" brushRef="#br0" timeOffset="-202917.68">4736 9789 149 0,'-2'2'236'0,"-2"2"-5"0,0-1-9 0,4-3-7 15,-5 2-10-15,5-2-13 0,0 0-14 16,0 0-18-16,18-1-14 0,1-2-16 0,10-2-13 0,9 0-12 16,13-4-10-16,-1 1-10 0,3 0-6 15,1 1-11-15,-3 0-6 0,-11 0-2 0,-5 4-10 0,0 1-4 0,-4-2-5 16,-11 1-6-16,-1 1-3 0,-5 2-3 0,-3-2-3 0,-4 2-8 0,2-1-15 15,-4 1-21-15,-5 0-12 0,7 1-15 0,-7-1-20 16,0 0-32-16,-15 4-42 0,4-1-57 16,-7-3-209-16,4 1-437 0,0 2 193 0</inkml:trace>
  <inkml:trace contextRef="#ctx0" brushRef="#br0" timeOffset="-200817.3">6547 9032 259 0,'3'-7'281'16,"-6"4"-8"-16,3 3-15 0,3-8-15 0,-3 8-14 0,0-4-11 15,0 4-19-15,0 0-20 0,1-3-18 0,-1 3-13 16,0 0-20-1,-4-4-15-15,4 4-13 0,0 0-18 0,0 0-11 16,0 0-9-16,0 0-3 0,-7 13-9 0,1-5-8 16,0 4-3-16,-4 1-5 0,0 3-4 0,-6 6-3 15,2 1 2-15,0 2-10 0,5 0 2 0,-1-1-2 16,0 0-3-16,3-5-1 0,2-2-6 0,-2 4-8 0,4-1-3 0,-1-2-1 16,4-6 2-16,-2 5-1 0,0-2 2 0,4-3 9 15,-2-1-9-15,2-1 2 0,1-2 3 0,-2-2 4 16,0 1-2-16,3-3 7 0,0 0 16 0,0-3 7 15,3-1 15-15,5-1 4 0,3-5 0 0,-3 0-3 16,3-6 12-16,2 2 1 0,-2-6-2 0,0-4-3 16,4-3-4-16,-4-3 0 0,-1-3 2 0,-3-1-18 15,-1-3 1-15,-5 0-14 0,1-4 1 0,-6 3-5 16,-4 3-2-16,-3-3-8 16,-5 4 5-16,-3 0-10 0,-4 5 6 0,-4 1-7 15,-3 5-9-15,-5 4-5 0,-5 5-7 0,-2 3-2 16,-15 2-5-16,14 4-3 0,-1 3-14 0,3 5-23 15,0 1-32-15,2 2-34 0,5 3-37 0,-1 3-35 16,3 5-43-16,8 0-75 0,0 1-202 0,6 0-561 16,9-6 249-16</inkml:trace>
  <inkml:trace contextRef="#ctx0" brushRef="#br0" timeOffset="-200293.62">7135 8811 157 0,'-3'-5'281'0,"3"5"-10"15,0-5-8-15,0 1-16 0,0 4-13 16,3-3-15-16,-3 3-20 0,0-7-18 0,0 7-23 16,0 0-17-16,0-2-12 0,0 2-23 0,0 0-16 15,0 0-10-15,0 0-9 0,-13 14-11 0,0 2-7 16,1 9-6-16,-5-1-5 16,-1 9-2-16,-8 9-5 0,4 4 0 0,-1 1-10 15,1 3 1-15,4 0-1 0,5-5-1 0,3-8-2 16,5-4-3-16,2 5 1 0,6-6-1 0,2-1-5 15,8-3 5-15,2-2-10 0,7-4-21 0,4-6-43 16,4 1-61-16,4-7-67 0,2-5-109 0,4-5-159 16,-3-1-488-16,-4-4 216 0</inkml:trace>
  <inkml:trace contextRef="#ctx0" brushRef="#br0" timeOffset="-199714.92">7297 9016 186 0,'5'-6'346'15,"-5"3"-14"-15,1-1-11 0,-1 1-14 0,0 3-26 0,3-5-27 0,-3 5-26 16,1-3-27-16,-1 3-20 0,0 0-25 0,0 0-17 16,0 0-16-16,0 0-14 0,0 0-10 0,4 10-17 15,-4-4-8-15,0 5-8 0,0 6-2 0,0 1-9 16,0 0-5-16,-2 7-7 0,2 1-4 0,2 1-3 16,-2-8-2-16,4 1-5 0,0 5 0 0,-3-7-3 15,3-1-4-15,1 0-3 0,1 0 0 0,-2-6 1 0,0-2-3 0,1 2 3 16,3-4 0-16,-4-4-2 0,6 2 5 0,3-3 1 31,1-2 23-31,3-6 12 0,0 0 6 0,1-3 15 0,1 1 6 0,4-9 3 0,-2-3-6 0,-6 7-6 31,7-7-4-31,-8-1-10 0,4 1-3 0,-4-2 8 0,1 0-2 16,-5-1-7-16,-3 3 1 0,3 5 6 0,-5-1 9 16,-1 6 1-16,0 0-2 0,-2-1-3 0,1 5-6 15,0-1-2-15,-2 2-4 0,0 0-8 0,0 0-10 0,1 1-8 16,-2 4-14-16,0-3-23 0,0 3-27 0,0 0-2 15,0 0 2-15,0 0-4 0,-9 10 9 0,4 0-3 16,-1 2 6-16,0 0-2 0,0 5 5 0,1-3 1 16,-1 6 13-16,0 6-11 0,5-7 2 0,-1-1 2 15,1-2 2-15,1 2 2 0,3 1 1 0,1-6-2 0,-1 0 5 16,1-1 11-16,3-3-6 0,2-1-1 0,-2 0 4 0,6-3-5 16,5-4-28-16,2 2-52 0,1-3-57 0,7 0-48 15,-5-4-58-15,-4 3-77 0,-1-6-97 0,1-2-253 16,-3 1-728-16,-6 0 322 0</inkml:trace>
  <inkml:trace contextRef="#ctx0" brushRef="#br0" timeOffset="-199476.14">8073 9261 180 0,'4'-1'403'0,"-4"1"-31"16,0 0-25-16,0 0-25 0,0 0-25 15,7-1-39-15,-7 1-32 0,0 0-27 0,0 0-22 16,0 0-22-16,3 5-29 0,-3-5-7 0,-5 7-17 0,-3 3-21 16,-1 1-24-16,-4 2-31 0,1 3-38 0,-9 2-55 15,2 1-58 1,-7 1-53-16,6-4-87 0,-4 1-202 0,7-5-506 15,-1-2 225-15</inkml:trace>
  <inkml:trace contextRef="#ctx0" brushRef="#br0" timeOffset="-198914.2">8248 9044 192 0,'1'-3'362'0,"-1"3"-10"0,3-5 2 0,-3 5-15 16,0-5-30-16,0 5-17 0,0-4-27 0,0 4-27 16,0 0-26-16,1-3-18 0,-1 3-26 0,0 0-23 15,0 0-17-15,0 0-16 0,0 0-15 0,0 0-12 16,0 0-13-16,3 12-5 0,-3-6-9 0,0 3-1 15,0 1-6 1,0 1-13-16,1 4 3 0,-1 1-5 0,1 2-6 16,-1-1-1-16,3 3 0 0,-2-1-3 0,-1-2 2 0,0-2-3 15,0 1-8-15,0-6 2 0,3 2-6 0,-2 0-2 16,0-3 2-16,2 1-6 0,-3-3 6 0,1-2-4 16,4 0 8-16,-4-1-16 0,2-1 22 0,-1-2 16 15,4 0 30-15,1-1 16 0,-7 0 15 0,18-4-6 16,-9-2 7-16,1-2-11 0,6-2-3 0,-5-1-8 15,4-2-3-15,3-7-12 0,1 1 2 0,-2-2-13 0,-3 0-4 0,-1 3-7 16,0-2-4-16,-7 2-5 0,3 0-1 0,0-1-2 16,-4 2-4-16,-1 2-5 0,-1 1 1 0,-1 4 1 15,-1-2 2-15,-1 2-3 0,0 2-5 0,-1 1 1 16,1 0-12-16,-2 0-9 0,-1 4-5 0,-1 0-11 16,-1 2-2-16,0 1-7 0,5 0-2 0,-14 1-9 15,6 0-3-15,2 6-17 16,-2-2 6-16,2 2-9 0,-1 1-5 15,5 2-4-15,-1-3 8 0,2 0 5 0,-2 0 1 0,3 3 8 16,4-2 11-16,0 3-9 0,1-4-8 0,4 1-14 16,1-3-44-16,3 0-48 0,1-1-69 0,4-4-71 15,0-1-108-15,-5 0-230 0,-1-3-691 0,0-3 307 16</inkml:trace>
  <inkml:trace contextRef="#ctx0" brushRef="#br0" timeOffset="-198660.41">8677 8748 287 0,'0'-4'352'0,"3"1"-29"15,-3 3-30-15,1-3-35 0,-1 3-29 0,4-2-25 0,-4 2-11 0,18 6-32 16,-9 3-23-16,9 3-10 0,2 7-8 0,2 5-2 16,2 5 0-16,-1 0-12 0,4 13-1 15,-4-1-4-15,-1 6-4 0,-12-2-7 0,3-2-12 16,-8 6 1-16,-5-13-5 0,-8 12-9 0,1-14-9 0,-9 2-15 15,-8 6-12-15,-6-4-34 0,-3 2-41 0,-7-8-52 16,-8 2-68 0,-3-6-113-16,-8-6-263 0,-1-4-587 0,-1-5 260 15</inkml:trace>
  <inkml:trace contextRef="#ctx0" brushRef="#br0" timeOffset="-197945.09">6256 9818 185 0,'-11'0'209'0,"11"0"-10"0,-6-1-10 0,6 1-7 0,0 0-9 16,0 0-9-16,0 0-13 0,-9 0-11 0,9 0-9 15,0 0-13-15,0 0-14 0,0 0-9 0,0 0-12 16,0 0-8-16,-5 1-11 0,5-1-5 0,0 0-5 15,0 0-6-15,0 0 1 0,0 0-14 0,0 0 0 16,0 0-6-16,0 0-4 16,0 0-2-16,0 0-4 0,-2 3-2 0,2-3-1 15,0 0-1-15,0 0-2 0,0 0 0 0,0 0 4 16,0 0-8-16,0 0 4 0,0 0 2 0,0 0 1 16,21 1 10-16,-8-1-2 0,10-1-1 0,9-2 2 15,23-4 3-15,6 2 2 0,39-9 6 0,10 4 2 16,14-3 0-16,10-2 3 0,12 4-3 0,7-1-3 15,3-3-4-15,5 3 9 0,4-4-12 0,-7 0-3 0,-7 2 6 0,-7-3-13 16,-12-2 3-16,-12 4-6 0,-4 1 7 16,-16-1 5-16,-35 5 8 0,3 1 2 0,-14-1 12 15,-15 3 14-15,-3 0 11 0,-8 2 27 0,-6 0 26 16,-9 1 24-16,-2 1 22 0,-1 2 11 0,-1-3 11 0,-2 2 0 16,0 0-2-16,-2 1-8 0,0-1-15 0,-1 2-11 15,-4 0-16 1,8 0-13-16,-8 0-23 0,0 0-24 0,0 0-45 15,5-2-49-15,-5 2-49 0,0 0-69 0,0 0-68 16,0 0-62-16,0 0-78 0,0 0-99 0,0 0-329 16,0 0-827-16,0 0 366 0</inkml:trace>
  <inkml:trace contextRef="#ctx0" brushRef="#br0" timeOffset="-195022.85">6550 10326 25 0,'0'-4'194'0,"1"-1"-10"0,-1 2 8 16,1-1 1-16,-1 4 2 0,0-8-3 0,1 5-5 16,-1-2-6-16,0 5-13 0,2-4-16 0,-2 4-16 15,0 0-11-15,0-5-15 16,0 5-10-16,0 0-13 0,-3-4-12 16,3 4-15-16,0 0-12 0,0 0-2 0,-8 16-11 0,0-6-7 0,0 6-4 0,-5 4 1 15,-1 2-6-15,1 2 1 0,2-1-5 0,-2 0 0 16,4-4-5-16,-4 3 1 0,4-4 0 0,4 0 0 15,-1 2-2-15,0-3-5 0,3-2 1 0,-1 1 3 16,4-2-3-16,0-4-1 0,0 0 1 0,0-2 4 16,1-2 1-16,2 0-3 0,2-2 3 0,0 1 2 15,1-5-1-15,4-3 3 0,1 1 1 0,0-3 4 16,5-4 18-16,-2-1-8 0,0-3 0 0,0-1 0 16,-5-3-4-16,6-5 10 0,-5-2-12 0,-4-2-2 15,-3 1-1-15,1-1-7 0,-6 0 0 0,-2-1 0 16,-1-1 0-16,-4 2-3 0,-3 2 0 0,0 1-4 15,-2 8-4 1,1-1 2-16,-5 5-4 0,-9 0 0 0,1 4-4 0,-2 3-3 16,-2 4-2-16,-1 3-8 0,-1 5-14 0,0 3-19 15,4 1-25-15,-1 6-15 0,3 0-21 0,4 4-30 16,6 0-39-16,6-5-79 0,3-1-138 0,5-1-430 16,4-2 191-16</inkml:trace>
  <inkml:trace contextRef="#ctx0" brushRef="#br0" timeOffset="-194706.86">7052 10026 298 0,'-1'-3'283'0,"2"-2"-29"0,-2 1-24 0,1 4-25 0,0 0-23 16,0 0-18-16,0 0-19 0,-9 10-18 16,2 1-8-16,-7 11-10 0,0 7-18 0,-5 2-12 15,-6 13-8-15,3 5-5 16,0-3-8-16,4 4-5 0,4-1-6 0,1-5-6 16,6-8-6-16,4 0 4 0,3-2-3 0,1 1-4 15,7-4 0-15,6-2-1 0,0-3-7 0,12-2-15 16,2-2-32-16,4-5-47 0,4-5-65 0,2-2-109 15,-2-9-154-15,-1-1-432 0,0-5 192 0</inkml:trace>
  <inkml:trace contextRef="#ctx0" brushRef="#br0" timeOffset="-194167.96">7306 10273 252 0,'3'-3'252'0,"3"-2"-28"0,-1 1-23 15,3 3-19-15,2-1-21 0,3 0-12 0,-4 4-13 0,6 1-15 16,-3 3-12-16,3 2-14 0,-2 2-13 0,2 2-5 16,-5 2-8-16,1 3-6 0,0 0-9 0,-5 7-5 15,-2-4-6-15,-4 3-3 0,-1 4-4 0,-3-7-3 16,-2 4-4-16,-1-6-5 0,-2 0-2 0,0-1 0 16,0-2-2-16,-1-1-3 0,3-1 7 0,2-6 0 0,-2 0 4 15,2-2 5-15,0 0 16 0,1 0 21 0,-1-1 31 16,4-1 37-16,-2 0 23 0,3-3-7 0,0 0-21 0,0 0-8 15,7-20-12-15,-1 11-19 0,7-5-8 0,1 0-9 16,4-10-4-16,0 2-5 0,3 1-14 0,-2-1-4 16,-1 1-4-16,0 1-5 0,-5 8-8 0,-2-1 0 15,-3 3-5 1,1 5-4-16,-5-1-3 0,1 1-10 0,-1 2 3 0,0-1-14 16,-3 1-14-16,0 1-21 0,-1 2-17 15,7-1 5-15,-7 1 4 0,0 8 4 0,-3-3 10 16,3 6-4-16,-4 0 7 0,3 1 3 0,-3 4 1 0,0 1-11 15,3 1-8-15,1-2-15 0,-4 1-17 0,4 1-25 16,-1-2-20-16,1 2-16 0,-1-4-33 0,-2 0-54 16,3-3-307-16,3-2-571 0,-3-4 253 0</inkml:trace>
  <inkml:trace contextRef="#ctx0" brushRef="#br0" timeOffset="-193967.45">7995 10490 323 0,'0'0'324'0,"0"0"-31"0,6-1-31 16,-6 1-27-16,0 0-30 0,0 0-21 0,-6 9-21 0,1 0-12 16,-3-1-14-16,-1 1-15 0,-5 7-14 15,0 0-11-15,-4 2-18 0,7-2-26 0,-7 4-28 16,1-2-31-16,-2 1-41 0,0-2-44 0,6-4-63 0,-3-1-257 0,4-5-444 15,3-2 196-15</inkml:trace>
  <inkml:trace contextRef="#ctx0" brushRef="#br0" timeOffset="-193451.18">8317 10106 9 0,'-1'-5'289'0,"1"5"-13"0,0 0-19 15,0-5-20-15,0 5-24 0,-3-2-23 0,3 2-10 16,0 0-31-16,0 0-12 0,0 0-19 0,0 0-14 15,0 0-12-15,0 0-9 0,0 0-8 16,6 9-7-16,-2-6-8 0,-1 2-4 0,1 1-11 0,2 0-1 16,2 3-4-16,-1 1-4 0,2-1-2 0,4 4-5 0,0-1-1 15,2 2-4-15,-2-1-5 0,1 0 6 0,-4 3-9 16,3 0 1-16,-3-2-3 0,-2 2 1 0,0-1-5 0,-4 1 0 16,-2-1 0-16,-3 1-3 0,-3 1 1 0,-1 0 3 15,-3-2-5-15,-2 0 2 0,-3-1-2 16,0-2-2-16,2 2 8 0,-5-4-9 0,1 0 2 0,5-3-1 15,-5 2 1 1,6-4 0-16,1 0 0 0,3 0-1 0,-3 1-2 16,5-2-1-16,0-2-1 0,-1 1 4 0,1-2 3 15,3-1 11-15,-5 4 13 0,5-4 5 0,-4 1 2 16,4-1 1-16,0 0 7 0,0 0-3 0,0 0-1 0,26-2-5 16,-13-2-6-16,5 1 6 0,0-2-7 15,2 3-7-15,8-4 1 0,-5 2-5 0,-5 3-9 16,4-3-24-16,-2-1-28 0,-1 3-36 0,1-2-35 0,-2 1-45 0,-1 0-53 15,1-3-290-15,-4 0-543 0,-1 0 240 0</inkml:trace>
  <inkml:trace contextRef="#ctx0" brushRef="#br0" timeOffset="-193103.56">8401 10360 6 0,'-9'2'250'16,"4"-2"-13"-16,5 0-5 0,-9 3-14 0,9-3-9 0,-8 1-12 0,8-1-7 16,-5 1-4-16,5-1-13 0,0 0-16 0,0 0-16 15,0 0-15-15,0 0-9 0,17-5-17 0,2 3-4 16,12-3-11-16,2-2-7 0,4-1-12 0,16-1-5 15,0 0-7-15,0-2-7 0,-1 4-4 0,-14 0-4 16,1 2-3-16,-7-2-2 0,-12 3-3 0,-1 2 8 16,-2 0 4-16,-3-2 10 0,-5 3 1 0,0 0-9 0,-4-2 6 0,0 3-2 15,0-1 11-15,-5 1-20 0,7-2-5 0,-7 2-15 16,0 0-19-16,0 0-20 0,0 0-19 0,0 0-28 16,-21 0-25-16,11 0-31 0,1 0-26 0,-3 2-34 15,5-1-36-15,-5-2-252 0,4 1-508 0,1-4 225 16</inkml:trace>
  <inkml:trace contextRef="#ctx0" brushRef="#br0" timeOffset="-192734.02">8964 9968 67 0,'1'-3'346'0,"0"-3"-36"15,-1 6-30 1,3-3-34-16,-3 3-26 0,0 0-26 0,20 9-19 0,-5-3-20 16,7 8-9-16,2 5-3 0,3 3-21 0,-1 1-4 15,7 14-13-15,-5 2-4 0,0 2-8 0,-8 4-13 16,-1 0-8-16,-8 1 0 0,-6 1-7 0,-2 2-8 16,-6-12-6-16,-6 11-6 0,0-13 6 0,-11 9-15 15,3-12-2-15,-1 0-4 0,-7 9 2 0,3-15-4 16,3-2-3-16,-4 0-2 0,1-3 5 0,0-4-3 15,7-3 0-15,0-2-4 0,6-6 1 0,-1 2-1 16,2-1-1-16,4-4-2 0,0 2-2 0,-1-3 15 16,0 2-2-16,3 0 9 0,-2-3 22 0,4-1-23 15,-3 3 1-15,3-3 0 0,0 0-6 0,0 0-9 16,0 0 7-16,0 0-24 0,0 0-21 0,18-3-34 0,-12 0-47 0,-1 0-67 16,2-1-80-16,-2 0-95 0,4-3-192 0,-4-2-573 15,1-1 253-15</inkml:trace>
  <inkml:trace contextRef="#ctx0" brushRef="#br0" timeOffset="-191547.42">10170 9556 104 0,'0'0'208'0,"-7"-1"-6"0,7 1-7 16,-4-3-14-16,4 3-10 0,0 0-17 0,0 0-7 15,0 0-12-15,-7-1-14 0,7 1-10 0,0 0-12 16,0 0-13-16,0 0-7 0,0 0-6 0,-3-2-11 16,3 2 0-1,0 0-9-15,22 0-7 0,-8 0-2 0,7-2-1 16,8-1-4-16,6 1 5 0,5-3 0 0,14 0 6 16,-3-1-5-16,1 0-2 0,-14 4-7 0,-4-2 2 0,-1 3-7 15,-2-3-3-15,-3 1-1 0,-8 3-3 0,-5 0-3 16,-4 0-2-16,1 0-4 0,-6 0-11 15,0 0-17-15,1 0-4 0,-5 3-6 0,-2-3-6 0,0 0-16 16,-11 9-19-16,2-2-30 0,-4-1-19 0,-1-2-31 0,2 3-49 16,-5-2-166-16,1 0-388 0,1-1 172 0</inkml:trace>
  <inkml:trace contextRef="#ctx0" brushRef="#br0" timeOffset="-191247.42">10351 9769 36 0,'-5'3'282'0,"1"-3"-12"0,-1 2-13 16,5-2-10-16,-5 3-12 0,5-3-11 0,0 0-24 16,-2 4-20-16,2-4-21 15,0 0-4-15,21-7-23 0,1 2-13 0,7 1-11 16,7-4-14-16,16-2-10 0,0 3-9 0,0-2-6 15,3-1-9-15,-2 0-5 0,-18 6-8 0,-3 1-2 16,-9-2-3-16,-4 3-4 0,-1-1-5 0,-4 3-3 16,-2-1-6-16,-6 1-2 0,2-1-2 0,-3 1-1 15,-5 0 7-15,11 0-4 0,-7-2 0 0,-4 2-1 16,0 0-5-16,0 0-14 0,0 0-16 0,-19 9-25 0,10-7-33 16,-5 1-43-16,5 2-46 0,-1-4-70 0,-3 0-242 15,2-1-513-15,4 0 226 0</inkml:trace>
  <inkml:trace contextRef="#ctx0" brushRef="#br0" timeOffset="-188226.67">12242 8789 145 0,'2'-7'200'0,"-1"3"0"0,0-4-10 0,3 3 1 0,-3 0 1 15,3-2-5-15,-3 3-8 0,2-1-6 0,-2 2-6 16,-1 3-9-16,3-6-19 0,-3 6-12 0,1-5-13 0,-1 5-18 0,0 0-13 16,0 0-12-16,0 0-10 0,0 0-6 15,4 12-1-15,-4-1-11 0,-1 4-3 0,-2 4-7 0,1 8 0 16,-1-1-6-16,0 1-1 0,2-1-2 0,0-1-6 16,-2 0 2-16,3 0-3 0,-1-6-3 15,4 6 2-15,-1-8-7 0,2 0 1 0,0 0 1 16,2-3 1-16,-1-2-2 15,-1-2 0-15,4 2 0 0,0-3 1 0,1 2 0 0,-1-5 3 16,1-1 0-16,4-2 8 0,0 0 16 16,-3-3 4-16,3-1 11 0,2-4 15 0,2-2 2 15,-2 0 6-15,2-5-9 0,-3-2 3 0,5-3 5 16,-5 1-4-16,1-4 1 0,2-2-5 0,-3-2-3 0,-1 2-12 16,1-7-2-16,-4 4-2 0,2 1-5 15,-1 1 15-15,-6 5 2 0,4 1 10 0,-5 3 3 0,1-1 6 0,0 7 1 16,-1-1-3-16,-4 1-8 0,4 2-8 0,-3 2-4 0,0 1-13 15,1-2-9-15,-1 2-20 0,-1 3-30 16,0 0-18-16,3-2-5 0,-3 2 0 0,0 13 4 16,0 0 10-16,-3 2-3 0,3 4 7 0,0-1 0 15,0 1 0-15,0 7 6 0,4-2-13 0,0-4 16 0,1 1 1 16,5 4-7 0,-1-3 16-16,4 1-39 0,5-3-37 0,-5-6-45 15,4-1-59-15,6 1-73 0,-5-7-126 0,5-2-227 16,-2-3-657-16,0-4 291 0</inkml:trace>
  <inkml:trace contextRef="#ctx0" brushRef="#br0" timeOffset="-187678.78">12913 8973 50 0,'0'0'275'0,"5"-8"-32"0,-2 7-20 0,1-6-21 16,2 3-19-16,1 0-17 0,3-1-12 0,-3 1-18 16,5 1-12-16,3 2-14 0,-2 1-10 0,1-1-9 15,-1 2-10-15,0 2-3 0,-2 1-5 0,2 0-9 16,1 2-5-16,-4 2-5 15,-1 1-5-15,1 6-3 0,-3-5-5 0,-3 5-2 16,-2 1-4-16,-1 1-2 0,-2 3-9 0,-4-2 3 16,-1 0 3-16,-4 7-6 0,2-7-3 0,-4-5-1 15,3 4-2-15,0-8-1 0,3 4-1 0,-2-3 0 0,-2-1-2 16,8-4 0-16,-2-1 8 0,1 1 10 0,1-1 16 16,-1 0 27-16,3-4 27 0,-4 1 30 0,4-1 23 0,0 0-3 15,0 0-11-15,0 0-22 0,0 0-5 0,9-21-12 16,-1 10-11-16,5-4-8 0,-2-2-13 0,4-5-1 15,1 0-14-15,-5 4 0 0,3 1-7 0,-3 1-6 16,1 2 6-16,-3 0-12 0,-1 4-2 0,-3 0 8 16,3 2-1-16,-2 0 0 0,-3 2-7 0,1 2-9 15,-2-1 4-15,2 1-10 0,-3 2-5 0,-1 2-16 16,4-5-24 0,-4 5-2-16,0 0-7 0,0 0 11 0,0 13-2 0,-2-3-2 15,-4 1 11-15,5 0-4 0,-3 5 2 0,0 1 18 16,4-1-18-16,0 0 3 0,4 2 10 0,0 0-2 15,3-1-4-15,5-1 10 0,2-2-37 0,13 0-48 16,4-2-64-16,1-4-98 0,4-4-161 0,3-7-223 16,20-2-685-16,-8-6 303 0</inkml:trace>
  <inkml:trace contextRef="#ctx0" brushRef="#br0" timeOffset="-180744.32">14315 8659 101 0,'0'-5'213'0,"0"5"-4"16,1-7-3-16,-1 1-5 0,0 0-6 0,3 2 0 15,-3 0-8-15,1-1-2 0,-1 5-11 0,0-7-10 16,0 3-8-16,0 1-16 0,0 3-6 0,4-5-8 16,-4 5-21-16,1-2-8 0,-1 2-17 0,0 0-14 15,0 0-5-15,0 0-8 16,0 0-7-16,0 13-4 0,0-3-5 0,-1 2-3 16,0 6-4-16,-3 10-4 0,1-3 0 0,2-1-6 15,-4 1 1-15,5 1-5 0,-4 1 0 0,3-5-4 16,-3-4 1-16,4 2 3 0,0-1-6 0,0-3 0 15,0 0-6-15,4 1 7 0,-3-5-5 0,2 0 3 16,-2-2-2-16,4 1 0 0,-1-3 2 0,1-1 6 16,-1-2-5-16,0 0 3 0,0-2 11 0,1-1 25 0,3-1 19 0,-1-2 16 15,1-1 0-15,2-1 10 0,-1-1-1 0,1-4-10 16,0-1-9-16,3-1 0 0,-3-5-1 0,4 1-6 16,-4-3-12-16,2 0-3 0,2-8-5 0,0 0-7 15,0-2-3-15,-1 5 1 0,-2-5-9 0,0 5 9 16,-5 3 14-16,-1 2 6 0,3 0 5 0,-4 2 2 15,-2 0-1-15,2 2-4 16,-1 5 2-16,-3-4 1 0,2 7 3 0,-1-3-4 16,2 3-3-16,-3 2-8 0,0-3-6 0,-1 2-8 15,1 4-4-15,1-5-7 0,-1 5-3 0,0-4-21 16,0 4-21-16,0 0-10 0,0 0-27 0,0 0 3 16,0 0 2-16,0 11 8 0,0 1 2 0,-1 0 4 15,-2 5 6-15,2 3 7 0,-3 6-3 0,1-7 6 16,0 6 1-16,0 0 0 0,2-4 3 0,-3-3 5 0,4 2-7 0,0-1 6 15,0-2 0-15,0-2 4 0,0-2 7 0,0-1-4 16,4-3-2-16,-3 2 13 0,-1-5-10 0,4 1 10 16,-3-2-3-16,2 0 6 0,-2 2-2 0,4-4 2 15,-1-2-1-15,4 0 4 0,6-1 9 0,0 0-24 16,13-2-42-16,2-8-59 0,3 3-71 0,0-4-97 16,4 1-117-16,-6-6-295 0,1-1-743 0,0-1 329 0</inkml:trace>
  <inkml:trace contextRef="#ctx0" brushRef="#br0" timeOffset="-180096.41">14888 8758 44 0,'0'0'282'0,"0"-5"-8"0,0 5-14 0,-2-4-17 16,2 4-17-16,-1-3-24 0,1 3-19 0,0 0-7 15,0-5-31-15,0 5-17 16,0 0-16-16,0 0-11 0,0 0-10 0,0 0-10 16,0 0-11-16,6 12-6 0,-5-6-4 0,2 0-6 15,2-1-5-15,-1 5-8 0,5-3-3 16,1 3 1-16,-1-1-8 0,4 0-3 0,2 4 2 0,5-3-5 0,-1 0-1 0,0-1-3 0,-1-1-1 16,1 3-5-16,-4-3 9 0,2 1-12 0,-7-3-1 15,1 1-2-15,-1-2 1 16,-3 2-7-16,2-2-1 0,-4 3 8 0,-1-2-8 15,-3 4-3-15,-1-4 1 0,-1 6-2 0,-5-2 1 0,-1 0 1 16,-3 4 1-16,-2-3 4 0,-3 3-1 0,2 1-4 16,-2-3 3-16,1-2-3 0,-1 4-1 15,5-7 11-15,-3 5-10 0,0-4-2 0,5 1 3 0,-1-4 1 16,2 3-3-16,2-1 6 0,1-6-4 0,0 2 0 16,0-1-1-16,0 1 4 0,4-3-3 0,-1 5 6 0,1-5 1 15,0 0 0-15,4 4 2 0,-4-4 4 0,14-2-3 16,0-1-2-16,4 1 0 0,2-4-2 0,6 1 1 0,3-1 0 15,0 0-1-15,-8 2-2 0,7-1 1 0,-6 2-3 16,-2-2-1-16,-2 2 5 0,-4 1-3 16,-2-1-1-16,-3 1 4 0,0 2-3 0,-3-2 0 15,-1 2-1-15,0-1 0 0,-5 1 1 16,8-3-4-16,-8 3 3 0,5-1-2 16,-5 1-8-16,0 0-7 0,0 0-13 0,0 0-23 15,0 0-32-15,0 0-33 0,0 0-52 0,0 0-37 16,-29 0-258-16,21-3-500 0,-2 3 222 0</inkml:trace>
  <inkml:trace contextRef="#ctx0" brushRef="#br0" timeOffset="-179780.17">15048 9010 50 0,'0'0'304'0,"-6"0"-14"16,6 0-15-16,0 0-10 0,0 0-12 0,0 0-9 15,0 0-21-15,-7 0-21 0,7 0-16 0,0 0-23 16,0 0-14-16,26-5-8 0,-8 2-19 0,3-1-19 16,9-1-5-16,1-2-14 0,2 2-8 0,-1-1-4 15,0-1-13-15,-1 3-3 0,-3-2-6 0,-8 4-7 16,2-2 2-16,-4 3-8 0,-8-1-4 0,-1 0-3 0,0 2-2 0,-1 0-2 15,-3-3-5-15,-1 2-5 0,-4 1 4 0,6-1-11 16,-6 1-4-16,0 0-10 0,7 0-20 0,-7 0-24 16,0 0-44-16,0 0-49 0,-17 5-77 0,9-3-323 15,-2-2-585-15,5 0 260 0</inkml:trace>
  <inkml:trace contextRef="#ctx0" brushRef="#br0" timeOffset="-177351.51">12375 9944 68 0,'-1'-5'276'16,"1"5"-9"-1,-1-6-7-15,-3-1-6 0,4 3-16 0,0 1-11 16,-1-2-10-16,1 5-19 0,1-8-12 0,-1 5-13 15,0-2-6-15,0 5-12 0,0 0-14 0,0-5-10 0,0 5-18 16,4-3-11-16,-4 3-14 0,0 0-13 0,0 0-13 16,0 0-8-16,0 0-7 0,0 0-10 0,5 9-3 0,-5-1-7 0,1 4-2 15,-1 5-2-15,3 1 1 0,-1 1-2 16,0 1-5-16,-1 8-3 0,0-5 0 0,-1-3-4 16,3 0 3-16,1 4-4 0,-2-5 5 0,2-2-9 15,1 0 2-15,1-2-3 0,-1-1 4 0,-2-2 0 16,1-4 2-16,0 1-2 0,2-1 2 0,-2-2-1 0,0 0 6 15,-2-2 0-15,3-1 1 0,2 0 23 0,-3-1 14 16,2-2 18-16,-6 0 23 0,12-2-14 0,-3-2 4 16,1-1-19-1,-1-3 9-15,4-2-7 0,3-5-7 0,-2 1 3 16,5-8-8-16,-1-2-5 0,3-3-6 0,-2-2-2 16,4 0-6-16,-5 2-3 0,1-2-4 0,-2 0-1 15,-2 2-5-15,-2-1-5 0,1 5 2 0,-7 5-4 0,1 1 15 0,-1 3-3 16,-3 3 9-16,0 0-2 0,0 5 4 0,-3 1-2 15,2-2-4-15,-2 3-5 0,-1-1-12 0,0 5-12 16,0-2-15-16,0 2 0 0,0 0-5 0,0 0 6 0,-10 10-6 16,2-1 7-16,2 1-6 0,1 1-14 15,-3 5-3-15,0 1-3 0,5 1-21 0,-2 2 1 16,3-2-10-16,1-1-19 0,6 0-3 0,0-3-4 0,2-2-16 16,4 0-24-16,4-1-44 0,2-1-63 0,6-5-90 0,5-3-294 15,0 1-673-15,0-6 298 0</inkml:trace>
  <inkml:trace contextRef="#ctx0" brushRef="#br0" timeOffset="-176850.52">13107 10069 163 0,'0'0'265'0,"0"0"-27"15,0 0-21-15,3-14-26 0,1 9-18 0,1 3-15 0,1-1-20 16,3 1-13-16,-1-1-13 0,2 6-9 0,4-6-10 0,-3 6-14 16,0-3 3-16,3 2-18 0,-4 3-5 0,3 0-5 15,-4 1-3-15,0 2-2 0,0 1-5 0,-2 2-1 0,-1 1-6 16,-2-1-1-16,-3 2-2 0,-2 2 1 0,-2 4-5 15,-2-4-5-15,-3 1-6 0,1 1-2 0,-1-2-3 16,0 0-1-16,2-4 0 0,-2-3-1 16,3 3-1-16,1-6-1 15,-1 1 2-15,1-2 12 0,0-1 16 0,3 1 30 16,-3-1 34-16,4-3 29 0,0 0 31 0,-1 4-14 16,1-4-17-16,0 0-9 0,10-18-17 0,-1 7-12 0,0-2-8 15,4-2-10-15,1-7-3 0,2 0-8 0,0-1-9 0,0 2-6 16,0 1-9-16,-6 1-2 0,0 6 4 0,-2 1 12 0,-1 2 1 15,1 2-2-15,-6 1-11 0,1 2-5 16,1-2-8-16,-2 5-5 0,0-2-18 0,-1 0-17 16,-1 4-13-16,0 0 16 0,0 0-16 0,0 0 5 15,3 20-1-15,-3-11 5 0,-1 1 0 0,1 6-1 16,1-1 3-16,0 0 18 0,4 2-20 0,2 0-5 16,4-2-30-16,4-3-30 0,10 4-49 0,3-6-67 15,9 0-94-15,1-10-365 0,3 0-706 0,13-5 313 16</inkml:trace>
  <inkml:trace contextRef="#ctx0" brushRef="#br0" timeOffset="-175617.16">14152 9945 25 0,'0'0'298'0,"0"-4"0"0,0 4-3 0,1-5-7 0,-1 5-18 16,0 0-16-16,-1-7-17 0,1 7-19 15,0 0-19-15,0 0-20 0,0 0-22 0,0 0-17 0,0-3-22 16,0 3-8-16,0 0-15 0,0 0-20 0,0 0-2 0,0 0-15 16,1 15 2-1,-1-5-5-15,0 4-4 0,-1 1-7 0,-3 2-7 0,2 4 11 16,1-1-5-16,-2 6-4 0,2-6 5 0,-4 6-10 16,4-7-10-16,-1-1-2 0,1-1 3 0,2 1-5 15,1-2 1-15,-1-4-2 0,-1 0-5 0,3-1 0 16,-1 0 0-16,2-1 6 0,0-4 0 0,0 1 3 15,1-3 35-15,4-2 8 0,0 3 14 0,1-5 5 16,3-1 11-16,0-1-9 0,4-3 0 0,0-3 0 16,0 0-3-16,-1-2 2 0,2-2 0 0,9-5-7 15,-4-1-5-15,-6-3-9 0,4-3-7 0,1 1-8 0,-5 0-1 16,2-4-8-16,-2 3-3 0,-1-3-4 16,-3 3-1-16,-2 2-2 0,-3 7 4 0,-3-2 0 15,0 0 0-15,-1 1-2 0,-4 3 4 0,4 2-5 0,-4 1 2 0,1 1-4 16,-2 3 1-16,1-1-6 0,0 5-4 0,-4-3-10 15,3 1-4-15,-3 1-12 0,4 3-8 0,-4-3-5 16,4 3-10-16,0 0-9 0,-9 8 6 0,5-3-7 0,0-1-4 16,-1 3-12-16,3 3 0 0,-1-3-15 15,3 5-9-15,0-2-2 0,4 0-2 0,0 1-18 16,5-2-21-16,1-1-25 16,4 1-39-16,0-1-52 0,7-3-59 0,-3-2-101 0,2-5-235 15,2 2-684-15,-4-1 303 0</inkml:trace>
  <inkml:trace contextRef="#ctx0" brushRef="#br0" timeOffset="-175231.2">14904 9839 61 0,'0'0'366'0,"0"0"-26"0,0 0-26 16,0 0-26-16,0 0-33 0,0 0-24 0,0 0-26 15,0 0-21-15,0 0-23 0,0 0-15 0,0 0-8 0,0 0-21 16,0 0-10-16,13 5-16 0,-7 0-9 0,2 1-9 0,-3 0-6 16,4 2-3-16,-3 4-11 0,2-3-7 0,0-1-2 15,-3 6-8-15,0 1-1 0,0 1-8 0,-1 3 3 0,-3-1-5 32,-1-1-5-32,-1 1 0 0,-3 3 2 0,-2-1 1 0,-2 3-6 0,0-6 2 0,-1 2-4 15,-1-3-6-15,2 0 0 0,-2-2 4 0,1-1-15 16,3-3 1-16,-2-1 1 15,4 0-1-15,-1-4 1 0,2-1 0 0,0 1 7 16,-1-2-5-16,4 0 2 0,-2-1 0 0,2-2 14 16,-2 4 18-16,2-4 5 0,8 3-2 0,-1-3 8 15,5-3-7-15,1-1-9 0,6 2 3 0,0-5-4 16,3 2 1-16,0 1-7 0,-1-3-24 0,6 1-26 16,-9-1-34-16,3-1-35 0,-6 3-32 0,-4-1-49 15,-2-1-56-15,-1-1-103 0,2 0-180 0,-9 1-557 0,-1-3 246 0</inkml:trace>
  <inkml:trace contextRef="#ctx0" brushRef="#br0" timeOffset="-174930.5">14933 10047 294 0,'-2'1'283'0,"2"-1"-12"0,-8 1-20 0,8-1-13 15,-5 3-21-15,5-3-14 0,0 0 2 0,-4 3-23 16,4-3-6-16,0 0-17 0,0 0-7 0,0 0-13 16,0 0-3-16,19 0-5 0,-3-3-12 0,3 0-12 15,9-1-10-15,7 2 3 0,-2-2-18 0,0 0-10 0,-1-3-7 0,-1 3-7 16,-2-1 1-16,-7 1-4 0,-2 0-4 0,0 3 3 16,-8-2 5-16,-3 2 6 0,-2-1-3 0,-1 2 1 15,-1-2 0-15,0 0-15 0,0 1-5 0,-5 1 6 16,5-2-13-16,-5 2 5 0,6 0-18 0,-6 0-23 0,6-3-34 15,-6 3-37-15,0 0-14 0,0 0-32 0,0 0-46 16,0 0-68-16,-10 11-103 0,10-11-246 0,-7 0-626 0,7 0 277 16</inkml:trace>
  <inkml:trace contextRef="#ctx0" brushRef="#br0" timeOffset="-173765.37">12052 8803 100 0,'0'-6'138'0,"1"0"-12"0,-1 0-7 0,0 2 6 16,0-2 5-16,0-1-6 0,-1 3-7 0,1-1 4 16,1 2-5-16,-1 3-1 0,-1-8-2 0,1 4-3 15,0 4-4-15,0-4 1 0,0 4-13 0,0 0-4 0,0 0-2 0,-1-5-3 16,1 5-1-16,0 0-3 0,0-4-4 0,0 4-1 15,0 0-8-15,0 0-2 0,0 0-3 16,0 0-13-16,1-4-6 0,-1 4-7 0,0 0-3 0,0 0-6 16,0 0-5-16,0 0-13 0,0 0-15 0,0 0-3 15,0 0-1-15,0 20 1 0,3-3 0 0,-1 8 3 16,1 6-3 0,1 16 3-16,-1 4 0 0,-3 6-4 0,4 26 4 0,-1 2 2 15,-1-2 3-15,-2 1-3 0,0-2 3 0,-2-21-1 16,2 18-3-16,0-21 5 0,2-2-2 15,2-3-2-15,-3 3 4 0,2-2 6 0,2 1 1 16,-4-4 3-16,3 2 0 0,5-4-1 0,-5-2 2 0,-2 0-2 16,2-14 1-16,-1 4 6 0,1-4-4 0,-3 1-2 15,3-3-3-15,1 0 3 0,-4-2 6 0,3-2-5 0,-3-2 1 16,3-5-3-16,-1-1 0 0,-2 0-2 0,3-1 1 16,-3-1 0-16,2-3-2 0,-3-2-1 0,1 0-1 0,-1-1 1 15,3 0 0-15,-3 0-1 0,1-5-2 16,-1 1 3-16,0 2-3 0,0-6 0 0,0 4-2 15,2 0 4-15,-4-4 0 0,2-3 4 0,0 4 21 16,0 0 10-16,0-4 2 16,0 5 3-16,0-5-3 0,0 0-5 0,2 7-3 15,-2-7-2-15,0 2-4 0,0-2-3 0,0 0-5 16,0 0 9-16,0 0-9 0,0 0-3 0,0 0-3 16,0 4-5-16,0-4 0 0,0 0-1 0,0 0 0 15,0 0 1-15,0 0 12 0,0 0-13 0,0 0-1 16,0 0 3-16,0 0-5 0,0 0 8 0,0 0-10 15,0 0 1-15,0 0 0 0,0 0 2 0,0 0 0 0,0 0 0 0,0 0 1 16,0 0-4-16,0 0-2 0,0 0 6 0,0 0 0 16,0 0-9-16,0 0-5 0,0 0-33 0,0 0-66 15,0 0-57-15,-6-17-58 0,6 8-305 0,0-1-569 16,3 0 252-16</inkml:trace>
  <inkml:trace contextRef="#ctx0" brushRef="#br0" timeOffset="-172609.67">15599 8558 10 0,'0'-3'238'16,"0"-2"-2"-16,3 0-9 0,-3 2-9 0,0 3-10 15,1-6-8-15,-1 1-17 0,0 2-14 0,0 3-17 0,1-4-9 16,-1 4-21-16,0 0-13 0,0 0-13 0,0 0-14 16,0 0-6-16,0 0-13 0,0 0-6 0,4 11-6 0,0 0-5 15,-1 6-13-15,-2 9-8 0,-1 5-2 0,1 6-3 0,3 13-3 16,-4 1 0-16,-4 2-2 0,4 5-1 0,0-2 0 15,0 2-3-15,-1 1-3 0,2 23 2 16,-2-25 4-16,2 2-2 0,3-1-3 0,-8-3-4 16,8-5 2-16,-4 1-3 0,1-2 0 0,-1-14 3 0,4 1-2 15,-4-3-2-15,0 1 10 0,3 0-12 0,-2-3 1 0,-1 0 5 16,0 1 2-16,1-3-1 0,-1-5 5 0,3 5-3 16,-2 1 4-16,-1-4-4 0,0 3 1 0,0-6-1 15,0 3 1-15,4-1 0 0,-3-7-2 0,2 1 6 16,-2-2-10-16,-1-2 1 0,5 2-3 0,-1 2 4 15,-3-8-3-15,2 2-3 0,-2-1 5 0,0 1-3 16,2-1-2-16,-3-3 2 16,1 0 2-16,0 3-4 0,-1-2 2 0,2 0 0 15,-2 1 1-15,1-2-1 0,-1 1-2 0,0-1 0 16,0-1 1-16,0 0-1 0,0 0 0 0,0 0 0 16,0-1 3-16,0 0-3 0,0-1 1 0,-1 0 2 15,1-1-2-15,0 2-1 0,0-2-2 0,0 0 3 16,0 1-3-16,0-2 5 0,0 1-6 0,0-5 5 15,0 7 0-15,1-2-3 0,-1 0 1 0,0-1 2 0,0-1-2 0,0 2 0 16,0-1-1-16,0-1-1 0,0-3 2 0,0 7-1 16,0-3-1-16,0-1 3 0,3 0-4 0,-3 2 7 15,0-5-6-15,0 5 2 0,0-5-1 0,0 6-2 16,0-6 5-16,-3 4-3 0,3-4 0 0,0 5-1 16,0-5 3-16,0 6 0 0,0-6-2 0,0 3 1 15,0-3 2-15,0 5-2 16,0-5 2-16,0 4 0 0,0-4-3 0,0 4-2 15,0-4 13-15,0 0-11 0,0 4 0 0,0-4 1 16,0 0 1-16,0 0 0 0,0 0 1 0,0 0-2 16,3 3 15-16,-3-3 11 0,0 0 4 0,0 0 1 0,0 0-3 0,0 0 7 0,2 2-1 15,-2-2 0-15,0 0-3 0,0 0-4 0,0 0 0 16,0 0 8-16,0 0-13 16,0 0 2-16,0 0-3 0,0 0-29 0,0 0-43 15,1-12-67-15,1 6-61 0,0-5-83 0,3-4-251 0,0 0-554 16,3-11 245-16</inkml:trace>
  <inkml:trace contextRef="#ctx0" brushRef="#br0" timeOffset="-171940.6">16574 9555 35 0,'0'0'243'0,"0"0"-10"0,-6 0-11 0,6 0-8 15,0 0-11-15,0 0-13 0,0 0-13 0,0 0-16 16,0 0-13-16,0 0-17 0,-8 0-11 0,8 0-18 16,0 0-6-16,0 0-7 0,0 0-12 0,0 0-4 0,0 0-8 15,0 0-10-15,0 0-6 0,0 0-6 0,0 0-4 0,0 0-1 16,-5 2-3-16,5-2-5 0,0 0-1 0,0 0-6 15,0 0 3-15,0 0-8 0,0 0 10 0,0 0-11 16,0 0-2-16,0 0-1 0,21-3-3 16,-9 0-2-16,7 1 0 0,4 0-2 0,8-2 2 0,0 0-2 15,2-3-1-15,5 5 0 0,3-2 1 0,-4-1 7 0,4 1-5 16,-5 0 0-16,-4 0-5 0,-1 1 3 0,-4 0 0 16,-8 0-2-16,-7 2 1 0,2 0-6 0,-5-1 4 15,-1 2 3-15,-2 2-4 0,2-4-3 0,-8 2-17 0,6-2-3 16,-6 2-2-16,0 0-17 0,0 0-18 15,0 0-22-15,0 0-27 0,-26 7-30 0,14-5-52 16,1 1-232-16,-1-3-455 16,2 2 201-16</inkml:trace>
  <inkml:trace contextRef="#ctx0" brushRef="#br0" timeOffset="-171639.23">16692 9699 228 0,'-4'2'245'16,"4"-2"-12"-16,-9 1-3 0,9-1-10 0,0 0-22 15,0 0-22-15,0 0-18 16,0 0-13-16,23 0-13 0,6-5-16 0,3 5-8 15,4-4-13-15,2 0-10 0,2 2-6 0,0-2-10 16,0 1-4-16,-6 0-10 0,-2 1-4 0,-4 2-5 16,-9-2-5-16,0 1-3 0,-8 0-8 0,1 2-11 15,-7-1-18-15,3 0-20 0,-8 0-12 0,5 0-6 16,-5 0-21-16,0 0-42 0,-13 5-63 0,-1-4-247 16,1 1-443-16,3-1 197 0</inkml:trace>
  <inkml:trace contextRef="#ctx0" brushRef="#br0" timeOffset="-167884.45">18449 8538 43 0,'1'-7'231'16,"-2"4"-9"-16,1 3-5 0,0-7-7 0,0 4-7 0,0 3-6 16,0-7 0-16,0 7-3 0,1-3-6 0,-1 3-7 0,0-6-13 15,0 6-12-15,-1-5-12 0,1 5-17 0,0 0-19 16,0 0-9-16,1-3-15 0,-1 3-12 0,0 0-8 15,0 0-7-15,0 0-4 0,0 21-8 16,0-5-2-16,-4 5-6 0,3 4-3 0,-5 4-4 0,-1 4-13 16,2 2 0-16,-3-1-23 0,3 1-32 0,-4 2-26 0,-1 9-42 15,1 0-55-15,-1-17-75 0,0 1-236 0,2 0-510 16,-1-13 226-16</inkml:trace>
  <inkml:trace contextRef="#ctx0" brushRef="#br0" timeOffset="-165594.96">20579 8301 236 0,'1'-4'280'16,"-1"4"-18"-16,0 0-18 0,0 0-24 0,3-5-18 15,-3 5-27-15,0 0-21 0,0 0-16 0,0 0-16 0,0 0-10 16,-4 15-14-16,0-4-10 0,4 6-9 0,-3 4-6 16,2 4-3-16,1 2-9 0,0 6-3 0,0 1-9 15,-1 2-39-15,1 10-36 0,-5-2-41 0,2 4-54 0,2-12-99 0,-3-2-164 16,0-4-414-16,3-3 184 0</inkml:trace>
  <inkml:trace contextRef="#ctx0" brushRef="#br0" timeOffset="-162718.91">17985 9454 202 0,'0'0'225'16,"0"0"-11"-16,-1-4-16 0,1 4-17 0,0 0-13 15,0-5-19-15,0 5-17 0,3-5-10 0,-3 5-16 0,8-2-10 16,-3 1-11-16,3-1-12 0,2 2-8 0,-5 0-4 15,7 1-9-15,-2 0-5 0,1 2-2 16,2 0-7-16,0 4-6 0,2 0-3 0,1 3 1 16,-3 2-6-16,-2 1-5 0,-1 1-2 0,-1 3 3 0,-4 0 2 15,-1 3-11-15,-2 1-2 0,-6 3 2 0,-3 4 0 0,-7-2 1 16,-2 0-3-16,-1-1-2 0,-5 0 2 0,1-3-3 16,-4-2 1-16,2 3 0 0,3-3-2 0,-5-3 2 0,10-5 3 15,-1 0-5-15,1-2-1 0,4-3-2 16,3 0 1-16,-2-2 1 0,4-1 13 0,2 0 29 15,-1 0 33-15,2-3 17 0,3-1-3 0,0 0-14 16,0 0-8-16,0 0-7 16,9-13-10-16,1 8-4 0,2-2-5 0,4 3-8 15,2-2-5-15,0-1-5 0,0 3-2 0,1 1-1 16,-1 1-3-16,0 0-3 0,1 2-2 0,-2 1-7 16,1 0 5-16,-2 3-3 0,-2 0-4 0,3 0-17 15,-3 0-18-15,-2 1-28 0,0 0-31 0,1 2-29 0,-4-2-31 16,1-2-56-16,-2 2-278 0,-3-4-519 15,-1 4 230-15</inkml:trace>
  <inkml:trace contextRef="#ctx0" brushRef="#br0" timeOffset="-162286.66">18506 9600 54 0,'7'-7'332'0,"-1"0"-30"15,-1 2-26-15,0 0-27 0,0-1-26 0,-1 2-23 16,1 2-22-16,0-2-19 0,1 1-18 0,0 2-14 31,2 1-17-31,-1 3-6 0,-3-1-10 0,1 5-12 0,3 1-11 0,0-1 3 0,-1 3-15 0,-2 4-11 16,-5 3 0 0,0 0-3-16,0-2-8 0,-3 5-2 0,0-3-3 15,-5 1-4-15,-1-1-5 0,0 0-1 0,0-1-3 16,-1-1 1-16,3 0-5 0,0-5-4 0,3 0 6 0,-1-3-5 15,1 0 3-15,-1-4 0 0,3 2 0 0,-1 0 16 16,1-3 36-16,2-2 28 0,0 4 12 16,0-4-11-16,0 0-5 0,12-9-12 0,-3 0-6 15,7-2-12-15,0-3 1 0,5-3-8 0,2-1-5 0,-3-3-6 0,3 2 0 16,0-1-11-16,-4 3-2 0,-3 4 1 0,-5 0-9 16,-2 6-1-16,0 1-2 0,-3 0-5 0,-2 1-7 15,1 3-6-15,-1-1-27 0,0 2-5 0,-4 1 1 16,0 0 2-16,6 10 2 0,-6 0-2 0,0 4 3 0,-1 1 5 15,1 2-11-15,0 0 26 0,3 2-9 0,2 0 2 16,5 4 4 0,1 3-26-16,2-2-38 0,9-4-44 0,1-3-56 15,7-3-100-15,0-2-307 0,2-4-627 0,5-4 279 0</inkml:trace>
  <inkml:trace contextRef="#ctx0" brushRef="#br0" timeOffset="-161583.87">20179 9350 9 0,'1'-3'174'15,"3"0"-18"-15,1 1-8 0,-1 1-7 0,4-1-4 16,-8 2-12 0,15 2-6-16,-5-2-9 0,2 2-5 0,-2-1-4 15,2 5-6-15,0 0-9 0,1 3-8 0,2 1-1 0,-2 0-8 0,-1 2-9 16,-1 5-1-16,-2-3-8 0,-1 5-4 16,-4-2-1-16,-2 2-8 0,-2 1-2 0,-10 4-3 15,1 1 3-15,-6-1-4 0,-2 0-1 0,-3-2-3 0,0-3-2 16,-1 3 1-16,-1-5 0 0,0 0 1 0,8-7-1 15,0 1-1-15,0-3 4 0,4-2-5 0,-1 1-5 16,4-3 2-16,1 0-3 0,-1 1 3 0,5-3 19 0,-2-1 21 16,0 1 17-16,2 1 6 0,2-3 1 0,0 0-3 15,0 0 1-15,0 0-17 0,0 0-2 16,12 1-10-16,1-1-5 0,1-1-3 0,8 1-2 16,-2-3-8-16,2 3-5 0,5-2-3 0,1 2-2 0,-8 0-5 15,3-1-19 1,-4 0-35-16,-1 1-40 0,-4 0-60 0,2-3-79 15,-5-2-302-15,-2 3-556 0,8-4 246 0</inkml:trace>
  <inkml:trace contextRef="#ctx0" brushRef="#br0" timeOffset="-161172.36">20647 9388 105 0,'0'0'311'0,"-4"-3"-13"0,1 0-16 0,3 3-17 15,-2-2-23-15,2 2-24 0,0 0-17 0,-3-4-21 0,3 4-19 0,0 0-18 16,0 0-15-16,0 0-14 0,0 0-13 0,9-3-23 16,-9 3 0-16,14 5-16 0,-4-1-8 0,1 1-6 15,0 0-3-15,1 0-2 0,-1 3-10 0,4 1-4 16,-2 1-5-16,1 2 1 0,-3 1-7 0,0 2-1 15,-2-2-1-15,-4 3-2 0,0 0 0 0,-1 2-3 16,-4-1 0-16,-2 3-3 16,-1-1-4-16,-5 5-1 0,-2-7 2 0,-3 8-4 15,4-9-2-15,-5 1 4 0,1-2-3 0,0-2 3 16,1 0 0-16,2-1 0 0,0-3 0 0,3 1-2 16,1-4-2-16,0 0 1 0,4-3 0 0,-2 0 4 15,0 1-2-15,3 1 1 0,-1-3 11 0,-1 1 5 16,3-3 3-16,0 0 4 0,0 0-1 0,0 0-2 15,10 3-5-15,-2-5-3 0,5 1 5 0,3-2-3 16,2 1-25-16,1-5-24 0,0 4-30 0,-2-3-44 0,1-2-58 16,1 3-62-16,-2-4-277 0,-3 1-544 0,-3-1 241 15</inkml:trace>
  <inkml:trace contextRef="#ctx0" brushRef="#br0" timeOffset="-160884.18">20685 9631 275 0,'0'0'316'0,"-5"1"-9"0,5-1-7 0,0 0-3 16,-5 1-4-16,5-1 5 0,0 0-42 0,0 0-22 16,0 0-19-16,0 0-26 0,23-5-8 0,6-1-28 0,8 5-15 0,14-9-7 15,2 4-23-15,-2 0-10 0,-11 1-11 0,-1 1-11 16,-3 1-2-16,-9-1-16 0,-1 3-3 0,-7-3-6 15,-8 4-8-15,0 0-33 0,0-2-8 0,-4 2-8 16,-2 0-12-16,1-2-2 0,-6 2-7 0,7 0-6 16,-7 0 5-16,0 0 0 0,0 0-10 0,0 0-15 15,0 0-17-15,0 0-25 0,0 0-28 0,-20 2-37 0,20-2-70 0,-10 0-69 16,10 0-196-16,-11-3-538 0,9-1 238 0</inkml:trace>
  <inkml:trace contextRef="#ctx0" brushRef="#br0" timeOffset="-160020.72">17697 8576 194 0,'0'-7'194'0,"2"0"-2"16,-1 2-3-16,-1 0-4 0,1-1-2 0,-1 2-4 15,0-1 0-15,0-1-10 0,0 3-10 0,0 3-18 16,0-4-13-16,0 4-16 0,0 0-19 0,0 0-32 16,0 0-22-16,0 0 1 0,0 0-10 0,0 26 0 15,-2 0-8-15,-2 11-1 0,-3 18-3 0,-3 4 0 0,-1 30-2 16,-7 3-1-16,-1 0 2 0,0 5-2 0,-2-5-2 15,2 2 1-15,1-5-8 0,0-6-1 0,9-21 1 0,2-5 1 16,4 2 0-16,-1-4 4 0,4-3 6 0,4-1 0 16,-4-2 1-16,3-3-2 0,-1 1 1 0,2-15-4 15,0 0-1-15,-3-1 2 0,4-2-4 0,-4 1 3 16,3-5-6-16,-4-5-1 0,0-1 0 0,0-1 0 16,0 1 0-16,0-8 0 0,0 2-4 0,0-1 1 15,-1 0 1-15,-2-3 0 16,3 2-1-16,0-5-1 0,0 0 2 15,-1 1 1-15,2-1 0 0,-1-2 2 0,-1-1-1 16,1-3-1-16,0 6 3 0,0-6 1 0,0 3-4 0,0-3 6 16,0 0-2-16,0 0 4 0,0 0-8 0,0 5-22 15,0-5-37-15,0 0-59 0,0 0-93 0,5-9-230 16,-1 3-471-16,4-2 208 0</inkml:trace>
  <inkml:trace contextRef="#ctx0" brushRef="#br0" timeOffset="-159135.07">21585 8269 249 0,'-4'-5'249'15,"2"-1"-15"-15,0 1-19 0,1 2-17 0,-2-1-12 16,3 4-19-16,-3-4-17 0,3 4-20 0,-1-5-11 16,1 5-12-16,0 0-16 0,0 0-10 0,4 15-11 15,-1-5-5-15,2 10-9 16,2 8-7-16,4 20-7 0,-4 4-3 0,-3 6 0 16,3 28-5-16,-5-3 1 0,-2 2-7 0,1-26-4 15,-1 27-2-15,-3-4-3 0,1-26 0 0,0 24-4 16,-1-21 1-16,-1 0-2 0,2-1 1 0,2 2-3 15,-2-3-3-15,0 0 2 0,-2-3 1 0,4-4 4 16,-4-2-4-16,2-13 7 0,0 1-5 0,0-2 0 16,-2 0-2-16,-1 0 5 0,0-2 3 0,-1 3 0 0,-2-6-1 0,4-3 3 15,-1 2-4-15,0-2-4 0,-1-8 0 0,3 1 3 16,-2-2-5-16,2-5 1 0,1 0 0 0,-1 0-1 16,0-2 2-16,2-1-5 0,0 1 2 0,0-5-2 15,-1 0 2-15,1 1-3 0,1-1 9 0,-1-2-11 16,1 4 1-16,0-4 11 0,0-3 12 0,0 4 3 15,0-4 8-15,1 3 2 0,-1-3-1 0,0 5 1 0,0-5-6 0,0 0 5 16,0 0-7-16,0 0-1 0,1 3 0 0,-1-3-6 16,0 0 4-16,0 0-12 0,0 0-30 0,0 0-39 15,0 0-42-15,4-10-44 0,-1 5-48 0,2-5-53 16,-3 2-268-16,5-6-545 0,-1 1 242 0</inkml:trace>
  <inkml:trace contextRef="#ctx0" brushRef="#br0" timeOffset="-158749.9">22434 9235 236 0,'0'0'313'0,"0"-3"-15"16,0 3-30-16,3-5-26 0,-3 5-23 0,4-6-24 0,0 3-21 0,4-4-13 15,4 2-12-15,3 2-21 0,3-4-20 0,9 0-21 16,-4 4-49-16,5-6-43 0,0 7-50 0,-7-1-47 16,-1 0-46-16,-7 1-237 0,2 0-416 0,-6 1 185 15</inkml:trace>
  <inkml:trace contextRef="#ctx0" brushRef="#br0" timeOffset="-158612.29">22484 9361 89 0,'-10'9'198'0,"2"-1"-12"16,2-1-16-16,1-4-5 0,1 1-3 0,0 1 19 15,3-3 16-15,1-2 0 0,11 4-14 0,2-1-18 16,15-2-19-16,4-2-10 0,4-2-30 0,4-1-65 16,-1 2-79-16,14-8-100 0,-18 1-220 0,-3 2-387 15,-5-3 170-15</inkml:trace>
  <inkml:trace contextRef="#ctx0" brushRef="#br0" timeOffset="-156528.72">23501 8816 113 0,'0'0'175'15,"-2"-5"-9"-15,2 5-3 0,-1-5-9 0,-2 1-13 16,3 4-5-16,-1-5-10 0,-1 2-16 0,1-1-7 15,1 4-13-15,4-8-8 0,-1 6-9 0,0-3-8 32,3 0-5-32,1 3-10 0,3-2-7 0,1 0-1 0,3 0-1 0,4 1-7 0,-1 1-3 0,2 2-8 0,1 0 1 15,0 2-1 1,-2 1-8-16,0 1 2 0,0 4-3 0,0 2-3 16,-3-1-1-16,-2 5-3 0,0 0 1 0,-3 2-8 0,-2 3 5 15,-5 5-4-15,-3 1 3 0,-5 3-2 0,-2-1 2 16,-6 4-2-16,-3 0-1 0,-5-1 1 15,-10 6 2-15,-1 1 0 0,8-8-3 0,-3-3 3 16,0-3-3-16,2-2 4 0,-1-1 0 0,2-2 3 0,2-3 4 16,4-5 7-16,2-3 4 0,4 0 6 0,2 1 15 0,-2-4 22 15,7-1 32-15,0 1 32 0,0-3 25 0,5-1-6 16,0 0-11-16,0 0-16 0,-8-11-13 0,8 6-10 0,8-6-11 16,-3 1-12-16,5-4-7 0,3 1-10 15,0-2-8-15,0 2-9 0,1 3-4 0,-4 1-6 16,1 2-3-16,0 1-5 0,-1 1-2 0,1 0-6 15,0 3-5-15,0-1 0 16,2 4-1-16,-2-1 4 0,2 4-11 0,1 1 2 16,-3-2 0-16,1 4-3 0,1 1 3 0,-2 1-3 15,1 0 2-15,-3 0 1 0,5 2 2 0,-5-1-5 16,0-1-3-16,1-2 1 0,-2-1-6 0,-2 1 2 0,-1-2 8 16,2-1-8-16,-2 1-1 0,-1-2 8 15,1-3 0-15,-5 0 9 0,9-1 0 0,0-4-5 16,-3 1 6-16,0 1-10 0,1-6 6 0,4 2-3 0,-6-1 0 0,4 0-4 15,-1 2 0-15,0-2 9 0,-2 4-10 0,-1 0-4 16,-1-2 6-16,1 2-8 0,-3 1-18 0,0 0-25 16,-2 3-38-16,6-4-46 0,-6 4-61 0,5-1-66 15,-2-1-301-15,-3 2-605 0,5-4 267 0</inkml:trace>
  <inkml:trace contextRef="#ctx0" brushRef="#br0" timeOffset="-155687.59">24508 8786 125 0,'0'0'199'0,"0"0"-18"0,0 0-15 16,0 0-16-16,-9 4-16 0,9-4-17 0,0 0-8 15,-2 4-8-15,2-4-12 0,-4 3-10 0,1-1-5 16,3-2-5-16,0 7-8 0,-1-4-3 0,-2 2-8 16,3-5-4-16,0 4 2 0,3-1-10 0,-2 2 0 15,2-3-2-15,1 2 2 0,1-1 8 0,0-2 3 16,4 3 4-16,1-2-2 0,-1-1-3 0,10 2-1 0,-1-3-1 15,1 3-2-15,3 1-1 0,-4-3-9 0,2 2-3 0,-1-2 1 16,-6 1-6-16,1 0 0 0,-2 0 1 0,-3 1-9 16,-3-1-4-16,2 1-3 0,-3 0-2 15,-1 2 3-15,-3 1-5 0,-1 0 2 0,0 3 1 0,-4 3 0 16,-1 3-2-16,-5 0-3 0,1 3 1 0,-9 3 0 16,-4 2-1-1,1-2 1-15,-2 2-1 0,1-3 0 0,-1 3 2 16,0-4 0-16,3 2-3 0,0-3 0 0,4-4 1 0,0-2-1 15,6-2-2-15,1-3 0 0,0 1 1 16,2-1 0-16,0-4 1 0,3 0 6 0,1 1 25 16,-1-2 32-16,1 0 33 0,3-2 21 0,-4 1 6 15,4-1-10-15,0 0-9 0,0 0-15 0,5-9-5 0,-1 4-10 16,1 0-7-16,1-1-16 0,1 1 0 0,2-2-10 0,-4 4 0 16,0-3-12-16,4 3-5 0,-4 0-7 0,2 1-7 15,-1 0 0-15,2 1 1 0,1 4-7 0,1-3 3 0,0 5-2 16,3 0-2-16,-3 0-3 0,8 2 4 15,-1 1 0-15,3 1-1 0,-1 1-1 0,1-2 1 16,6 1-6-16,1-1 7 0,0-2-10 0,-8-2-7 0,-1 0 1 0,0-4-14 16,-1 3 9-16,-3-3-5 0,-2 0 3 0,2-3 0 31,-5-2 3-31,0 0 1 0,0 1 4 0,0-3 0 16,-4-1 3-16,1 1-4 0,-4 1 2 0,2-1-1 15,-3 2 0-15,-1-1 0 0,0 1 1 0,2 1 0 0,1-1-8 0,-6-1-5 0,3 6-19 0,-2-3-14 16,2 0-30-16,0 3-29 0,-5-5-34 0,-1 4-44 15,4-4-62-15,-5 3-272 16,3-2-565-16,-2 3 250 0</inkml:trace>
  <inkml:trace contextRef="#ctx0" brushRef="#br0" timeOffset="-155226.63">24462 9077 217 0,'0'0'232'0,"-5"1"-14"0,5-1-12 0,0 0-16 16,-9 3-15-16,9-3-17 0,0 0-11 0,0 0-16 15,0 0-12-15,-4 1-13 0,4-1-11 0,0 0-8 16,0 0-8-16,0 0-8 0,0 0-8 0,0 0-1 16,0 0-2-16,0 0-4 0,0 0-3 0,0 0 0 15,0 0 0-15,0 0-4 0,0 0 2 0,0 0 0 16,0 0 0-16,0 0-2 0,0 0 3 0,0 0-1 0,0 0-2 0,0 0 0 16,0 0-1-16,0 0 0 0,0 0 2 0,0 0-9 15,0 0 0-15,0 0-6 0,0 0-2 0,0 0 1 16,16-6-7-16,-3 3-2 0,4 1-7 0,6 0 5 15,11-3-7-15,-1 0 1 0,3-1-2 0,1 2 1 16,-1-2-2-16,-1 1-3 0,2 3 0 0,-9-2-1 16,-2 2-4-1,-6 1 7-15,-6-1-5 0,-1 1-4 0,0 0 1 0,-3 1 1 16,-5 0-1-16,-5 0-4 0,9-1 2 0,-5 1-13 16,-4 0-16-16,0 0-2 0,9 0-8 0,-9 0-12 15,0 0-18-15,0 0-27 0,-22 6-21 0,13-4-28 16,-3 2-28-16,5-4-39 0,-2 2-246 0,3-1-492 15,-2-1 218-15</inkml:trace>
  <inkml:trace contextRef="#ctx0" brushRef="#br0" timeOffset="-154841.58">25174 9038 123 0,'-5'1'179'0,"5"-1"-9"0,-4 2-9 15,4-2-5-15,0 0-13 0,0 0-8 0,0 0-3 16,0 0-6-16,0 0-4 0,-5 2-2 15,5-2-9-15,0 0 7 0,0 0-2 0,0 0 3 16,0 0-6-16,14 1-10 0,-1-3-9 0,0-1-8 0,6 3-9 16,0-3-7-16,1 1-6 0,8 2-5 0,1-3-6 15,-6 1-2-15,-4-1-1 0,-3 2-10 0,5 0-3 16,-10-1-3-16,0 1-3 0,-5-1-5 0,2 2-4 0,-1 0 1 0,-2-3-3 16,-5 3 0-16,8-2-10 0,-3 1-13 15,-5 1-12-15,0 0-12 0,0 0-21 0,0 0-28 16,0 0-42-16,0 0-52 0,0 0-77 0,0 0-155 0,-27 0-435 15,21 0 192-15</inkml:trace>
  <inkml:trace contextRef="#ctx0" brushRef="#br0" timeOffset="-154324.69">25697 8891 62 0,'2'-3'314'0,"2"-1"-31"0,2 1-31 0,1-1-29 0,-1 2-29 16,6 2-20-16,-1-1-20 0,3 1-15 16,-4 0-14-16,7 3-13 0,2 1-7 0,-1 3-18 15,-1 1-10-15,-2-1-7 0,-2 3-7 0,1 0-7 16,-6-1-12-16,-3 6-6 0,1-1-4 0,-2 0-7 0,-5 1-3 0,-3 2-1 15,-3 0-4-15,-2-2-3 0,-4 0 4 0,-3 4-4 16,-3 0-3-16,2-8 2 0,-1 1-1 0,6-2 5 16,-4 0 0-16,7-2 10 0,-3-3-3 0,5 0 5 15,0-3 8-15,1 3 18 0,4-1 15 0,-3-3 22 16,2 1 45-16,3-2 17 0,0 0-12 0,0 0-11 16,-4-9-18-16,10 1-6 15,2 0-20-15,0-1-5 0,6-6-12 0,4 0-9 16,5-1-2-16,-1-3-5 0,2 0-8 0,0 1-8 15,1 0-1-15,-2 3-5 0,-7 3-5 0,-1 2-1 16,0 0-4-16,-6 5-3 0,-1-3 12 0,0 4-7 16,-3 2-2-16,-1-1-4 0,1 1-3 0,0-3-14 15,-5 5-28-15,4-1 10 0,-4 1-26 0,0 0-2 16,4 7 5-16,-4-3-1 0,-4 3 10 0,0 3-3 0,-1 4 6 0,0-5 2 16,0 4-1-16,1 1 7 0,0-2-4 0,4 1 10 15,-1-4-25-15,1 3 1 0,0-3-15 0,1 2-13 16,3-2-14-16,0-4-33 0,1 2-48 0,4-4-71 15,1-3-95-15,3 0-226 0,0-3-598 0,-3-1 265 16</inkml:trace>
  <inkml:trace contextRef="#ctx0" brushRef="#br0" timeOffset="-154086.65">26240 8705 335 0,'1'-5'364'0,"-1"0"-21"16,0 2-40-16,0 3-34 0,6-5-30 0,-6 5-24 0,4-2-26 0,-4 2-20 16,9 10-18-16,-2-1-18 0,4 7-17 0,3 6-17 15,-1 4 2-15,-2 5-2 0,0 5-8 0,1 8-11 16,-5 3-5-16,-6 0-7 0,-5 2-2 0,-6 1-9 0,-7-2-5 16,-6 1-3-16,-6-3-24 0,-4 0-22 0,-7-2-26 15,-8-3-42-15,-21 10-44 0,12-20-62 0,1-5-90 16,-32 8-250-16,24-18-553 0,0-2 245 0</inkml:trace>
  <inkml:trace contextRef="#ctx0" brushRef="#br0" timeOffset="-153500.87">24323 8594 177 0,'0'0'214'0,"0"0"-23"0,0 0-13 0,-14 19-18 16,-1 0-16-16,-2 13-6 0,-9 9-11 16,-2 5-6-16,0 6-6 0,-13 25 12 0,13-26-8 0,-4 25-9 15,9-23-2-15,5 2-4 0,6 1 7 0,3-4-8 16,7 3-1-16,2-2 0 0,8-7-4 0,6-2-6 16,1-11-2-16,12 7 4 0,6-4-9 15,-2-14-2-15,11 8-2 0,6-9-12 0,-1-5 1 0,-10-4-5 16,-4-4-6-1,-1 1-7-15,-1-4-4 0,-11 0-4 0,-4 0-1 16,-5-1-4-16,0-4 17 0,-3 1 10 0,-3-1 4 16,2 0 14-16,-5 2 3 0,-2-2 0 0,9 1-15 15,-9-1-12-15,0 0-9 0,5 0-26 0,-5 0-41 0,0 0-44 16,0 0-47-16,-15-6-65 0,6 2-69 0,-3-1-98 16,2 2-226-16,4-6-611 0,-2 1 271 15</inkml:trace>
  <inkml:trace contextRef="#ctx0" brushRef="#br0" timeOffset="-149890.31">3592 12840 205 0,'0'-6'228'16,"0"6"-14"-16,-2-6-5 0,2 6-10 0,0-5-13 15,0 5-18-15,0 0-12 0,2-5-21 0,-2 5-13 0,0 0-15 0,0 0-12 16,0 0-11-16,0 0-12 0,0 0-22 0,0 0-7 16,0 0-3-16,0 0-5 0,3 15-6 0,1-5-2 15,-3 6-4-15,1 4-6 0,-1 6 2 0,-1 6-9 16,0-1 3-16,-3 1-1 0,2 4-1 0,-4-2-3 16,3 2-2-16,-1 0 2 0,-1-2-3 0,0-2 2 15,2-3-1-15,-3-2-1 16,3-2-3-16,1-7 5 0,-4-1-4 15,2-5-2-15,1-2 1 0,1-2 4 0,1-1 1 0,-2-1 9 16,2-1 31-16,-1-2 31 0,0 0 46 0,1-3 44 16,-2 5 11-16,2-5-18 0,0 0-23 0,0 0-5 15,2-22-12-15,-2 9-17 0,2-3-7 0,0-4-12 16,1-7-5-16,0 1-9 0,3-5-11 0,-1-1-6 16,-1-2-1-16,3 0-7 0,-1-2-2 0,0 2-11 0,2-2-14 0,-4 2 1 15,5-3 3-15,-4 6-6 0,1 0-3 0,2 3-1 16,1-3-6-16,1 7 6 0,2 0-1 15,-6 5 0-15,2 2-3 0,-2 1 1 0,3 1-2 16,1 2-4-16,-2 3-8 0,2 1 4 0,0 1 0 0,-2 1-2 16,4 0-5-16,-3 1-6 0,1 5-5 0,0-4-20 15,-2 5-12-15,2 0-13 0,0 5-2 0,-1-3-4 0,0 5-1 16,1 1 0-16,-3 3 5 0,-1 1-2 0,-1 3 7 16,-1 2 5-16,-3 1 7 0,-2 6 2 0,-4 0 10 0,-5 2 1 15,-3-1 3-15,-4-3 2 0,1 2 7 16,-4-5-3-16,-1-1 6 0,-1-1 0 0,4-2 5 15,2-8-2-15,-5 4 4 0,7-2 5 0,1-2 2 16,0-4 17-16,3 0 18 16,0-1 19-16,5-2 22 0,-4 0 19 0,5 0 13 15,-2-2-3-15,-1-1-3 0,2 0 6 0,1-2-7 16,2-2-8-16,1 3-12 0,-1-1 1 0,1 0-25 16,1 0-5-16,0 2 5 0,0 3-8 0,0-8-9 15,0 8-3-15,3-4-2 0,-3 4-10 0,7 0-7 16,-7 0 0-16,18 8-1 0,-9-2-3 0,9 5-8 15,-3-2 9-15,7 8-21 0,1 1 14 0,-1 3-4 0,-1 1 9 0,2 2-5 16,-1 2-3-16,-4-1 0 0,1 1 11 0,-5-2-21 16,2 1 4-16,-5 1-13 0,3-1-8 0,-5-7 10 15,-1-1-7-15,-4-5-2 0,0-1-1 0,-1-2 5 16,1-2-1-16,-4 0 11 0,3-1-5 0,-2-4 32 16,1 1 40-16,0 1 31 0,-2-4 35 0,0 0 24 15,0 0-17-15,0 0-13 16,5-9-12-16,-2-3-11 0,-1 2-11 15,6-5-7-15,-3 3-9 0,0 0-3 0,0 3-11 0,0-1-6 16,-2 5-5-16,1-2-8 0,-1 3-9 0,1-1-12 16,0 3 6-16,2 1-3 0,1 1-7 0,-1 0-12 15,3 0-24-15,4 3-24 0,2 1-58 0,1 1-23 16,4 4-71-16,-2-1-70 0,1-1-98 0,3-1-432 16,-3 0-871-16,1-2 386 0</inkml:trace>
  <inkml:trace contextRef="#ctx0" brushRef="#br0" timeOffset="-149142.07">4771 12916 149 0,'0'0'152'15,"0"0"-3"-15,0 0 0 0,0 0-8 0,-8 1-7 16,8-1-4-16,0 0-5 0,0 0-4 0,0 0-3 15,0 0-7-15,0 0-7 0,0 0-6 16,0 0-9-16,0 0-15 0,0 0 2 0,0 0-13 16,0 0-8-16,0 0-1 0,0 0-11 0,-5 1-2 0,5-1-4 15,0 0-2 1,0 0-3-16,0 0-3 0,16 3-2 0,-5-3-2 16,0 0-1-16,11-1-1 0,0-1-2 0,9 1 1 15,3 0-3-15,-1 0-2 0,3-2-1 0,-1 0 3 16,-2 2-6-16,-2-2 3 0,-9 3-4 0,0-1 0 15,-4 0-1-15,1-2 3 0,-6 2 1 0,1 1 7 16,-5-1 7-16,-1 1-2 0,-3 0 1 0,1-2-1 0,-6 2-6 0,9 0 0 16,-9 0-13-16,7 0-17 0,-7 0-11 0,0 0-24 15,0 0-34-15,0 0-33 0,-17 7-43 0,8-5-63 16,-1 1-145-16,1 1-390 0,0 0 173 0</inkml:trace>
  <inkml:trace contextRef="#ctx0" brushRef="#br0" timeOffset="-148822.18">4973 13106 166 0,'0'0'189'0,"-4"3"-8"0,4-3-9 0,0 0-12 16,0 0-6-16,0 0-10 0,0 0-11 0,18 1-11 15,-4-3-15-15,4-1-6 0,13 2-13 0,1-3-7 16,3-4-3-16,4 3-10 0,0 1-9 16,1-1-4-16,-3 2-5 0,0-4-4 0,-6 4-8 0,-2-2 2 0,-11 3-9 15,0-1-2-15,-8 2-1 0,3 0-1 0,-7-1-2 0,2 2 3 16,-4-1 0-16,2 0-4 0,-6 1-7 0,8-1-13 15,-8 1-37-15,0 0-31 0,0 0-75 0,-22 1-235 16,9 0-403-16,3 0 179 0</inkml:trace>
  <inkml:trace contextRef="#ctx0" brushRef="#br0" timeOffset="-145567.37">6614 12382 126 0,'-3'-7'216'0,"0"3"-4"0,3 4-12 0,-2-3-11 16,2 3-13-16,-2-5-14 0,-1 2-16 0,3 3-14 16,0 0-11-16,-1-4-13 0,1 4-11 0,0 0-11 0,0 0-13 31,0 0-12-31,0 0-7 0,0 0-14 0,0 0-5 0,0 0-6 0,-9 9-6 0,5-1 0 0,-1 1 0 0,-2 3-8 15,1 2-1-15,-3 3-7 0,2-1-6 16,-3 7 4-16,-1 2 1 0,1 0-7 0,3-2 1 16,0-3 0-16,0 4 1 0,2-5-4 0,0 1 2 0,1-1 1 15,-1-3-1 1,0 1-1-16,2-4 3 0,2-1-2 0,1 0-2 16,0-1 9-16,1-1-5 0,-1-3-2 0,3 0 6 15,-3-1 2-15,5-2 23 0,-3 0 21 0,5 0 22 16,-2-1 11-16,3-2 14 0,2-1 0 0,0-3 2 0,3-1 3 15,0-1 3-15,-4-1 2 0,6-5 0 16,-2 0-5-16,1-1-3 0,-1-4-3 0,1-4-7 16,-3 2-9-16,-1-5-5 0,-2-1-2 0,-3 0 1 0,0 5-8 0,-4-6 4 15,-2 6-7-15,-4-1-3 0,0 1-6 0,-7-6-10 16,-3 2-8-16,-1 1-6 0,-5 2-4 0,-3 6-12 16,-1 2-18-16,-4 2-15 0,-3 5 0 0,-5 3-15 15,0 2-14-15,3 2-23 0,-1 5-18 0,2 1-26 16,1 1-24-16,1 5-22 0,3 2-39 0,1 3-35 0,6 0-21 15,4 5-269 1,4-7-567-16,9 0 252 0</inkml:trace>
  <inkml:trace contextRef="#ctx0" brushRef="#br0" timeOffset="-145035.34">7127 12179 206 0,'3'-4'246'0,"-3"1"-1"16,1-1-20-16,-1 4-15 0,4-6-15 0,-4 2-18 16,0 4-17-16,1-3-22 0,-1 3-12 0,0 0-16 0,4-2-16 0,-4 2-12 15,0 0-9-15,0 0-9 0,-5 11-11 0,0-3-7 16,-3 11-5-16,-2 6-1 0,-3 2-8 16,-1 3-6-16,0 2-2 0,-4 14-5 0,7-12 0 0,-1 0-3 15,2 1-2-15,5-2-1 0,1-1-2 0,3-1-1 16,2 0 3-16,4-3-2 0,3 0 4 0,6-4-2 15,4-2 1 1,6-3 3-16,5-4 0 0,5-2-24 0,4-2-53 16,1-6-68-16,13-3-71 0,-17-4-205 0,1 2-437 15,0-5 194-15</inkml:trace>
  <inkml:trace contextRef="#ctx0" brushRef="#br0" timeOffset="-142776.81">7527 12375 186 0,'0'-7'237'0,"0"0"-12"16,0 0-3-16,0 0-7 0,1-3-17 0,-1 4-10 16,0 0-10-16,3 1-10 15,-3-3-13-15,0 4-13 0,1 1-5 0,-1-1-18 16,3-1-11-16,-3 2-10 0,0 3-12 0,0 0-12 16,0-5-12-16,0 5-8 0,0 0-12 15,0 0-5-15,0 0-4 0,-4 17-5 0,4-4-5 0,-3 3-2 16,2 1-2-16,-4 3-6 0,1-1 0 0,2 7 1 15,-2-1 3-15,1 2-6 0,2-3-4 0,1 2-1 16,0-1-2-16,0-6 6 0,1-2-4 0,2 0 0 0,-1-1-5 0,2-3 3 16,-3-1 2-16,2-3-2 0,-3-1 5 0,3-3 0 15,-1 1 2 1,2-3 18-16,0 1 30 0,1-3 27 0,-5-1 19 16,14-2 0-16,-5-4 6 0,0-1-6 0,5-4-2 15,0 1-7-15,0-6-7 0,-2 0 1 0,2 2-8 0,0-7-8 16,-2 5-5-16,1-5 0 0,-2 6 1 0,0-11-4 0,-5 9-10 0,2 2 1 0,-3 4-9 15,0-6-4-15,2 6-6 0,-4 2 0 0,0 1-8 16,-2 2 0-16,1 2-4 0,0-2-8 0,-1 3 4 0,-1-2-11 16,3 1 2-16,-3 4-18 0,1-5-23 15,-1 5-13-15,3-3-33 0,-3 3-9 0,0 0 12 16,0 0 0-16,0 12 4 0,-4-4 7 0,1 2 11 16,2 3-1-16,-4 2 7 15,1 0 9-15,0 2-2 0,-1 1 8 0,4-1-4 16,-1 3 8-16,0-3 1 0,2-2 4 0,2 0 2 15,0-4 4-15,-1 1 7 0,4-2-2 0,0 2-1 16,3-5 8-16,1 3 1 0,9-3 10 0,0 1-7 16,4-3-5-16,6 0-43 0,1-1-55 0,-1-4-59 15,-1 0-75-15,2-4-84 0,-7-1-234 0,-3 0-597 16,2-2 264-16</inkml:trace>
  <inkml:trace contextRef="#ctx0" brushRef="#br0" timeOffset="-142475.16">8221 12629 197 0,'0'0'295'0,"0"0"-31"16,5-2-25-16,-5 2-22 0,0 0-30 0,0 0-22 15,0 0-20-15,0 0-15 0,0 0-14 16,-5 12-10-16,0-4-13 0,-5 3-7 0,2-1-9 16,-4 2-24-16,1 3-28 0,-2 1-33 0,1-1-40 0,-5 3-42 15,3-4-61-15,0 0-199 0,1-3-379 0,2-2 167 16</inkml:trace>
  <inkml:trace contextRef="#ctx0" brushRef="#br0" timeOffset="-141858.09">8362 12348 273 0,'0'0'292'0,"0"-5"-12"0,0 5-20 0,2-4-22 16,-2 4-23-16,3-2-20 0,-3 2-26 0,0 0-21 16,0 0-14-16,0 0-20 15,0 0-11-15,0 0-13 0,0 0-8 0,2 11-9 16,-2-4-8-16,0 4-8 0,-2 0-6 0,2 2-6 16,0-1-3-16,-3 5-6 0,4 0-5 0,-1 2-1 15,2-2-15-15,0 2-2 0,-2-2 1 0,3 1-2 16,-2-2-1-16,3-3-5 0,1 3 3 0,-4-4 1 15,5-2-3-15,-3 2 2 0,2-4 8 0,-1 0-6 16,1-4 4-16,3 0 25 0,-4 0 19 0,7-3 12 0,1-1 5 0,2 3 0 16,-4-7 6-16,2 0 2 0,2 0 1 0,0-4 1 15,2-1-18-15,-3-3-2 0,2-1 4 0,-2-1-14 16,5-7-1-16,0 3-11 0,-3-6-5 0,-2 2 0 16,2-4-8-16,-3 4-5 0,-4 5 2 0,-3 0-3 15,1 1-2-15,-3 3 0 0,-2-2-3 0,-1 3-1 16,0 3-5-16,-1-3 0 15,-2 9 1-15,2-2-13 0,-2-2-8 0,1 2-6 16,-2 5-4-16,4 0-2 0,-12-1-4 0,12 1 1 16,-11 1-2-16,2 4 5 0,4 2-1 0,-2-2 9 15,1 5-15-15,2-1 7 0,-2 1 0 0,3 0-2 16,3 0 6-16,0 2 4 0,3-1 5 0,3-2-12 16,3 4 4-16,5-3-19 0,4 0-31 0,1-3-38 15,3 0-44-15,5-2-60 0,1-5-65 0,-6 0-295 0,6-1-612 0,-9-4 272 16</inkml:trace>
  <inkml:trace contextRef="#ctx0" brushRef="#br0" timeOffset="-141585.65">8906 12080 115 0,'0'-4'259'0,"4"0"-22"0,-4 4-23 0,1-3-24 0,4 2-22 16,-5 1-16-16,12 1-13 0,-3 3-17 0,3 3-14 0,1 3-3 16,4 1-5-16,2 7-7 0,3 4-3 0,-2 8-7 15,-1 0 2-15,3 13-3 0,-3 0-6 0,-6 2-5 16,-3 1-1-16,-10-10-8 0,3 8-9 0,-8-10-4 0,-4 2 3 16,-4 7-6-16,-5-11-7 0,-4-2 0 0,-13 8-4 15,-3-7-38-15,-5 0-45 0,-8-2-62 0,-3 0-103 16,-2-9-214-16,-1-1-462 15,4-7 204-15</inkml:trace>
  <inkml:trace contextRef="#ctx0" brushRef="#br0" timeOffset="-140601.76">6202 13213 163 0,'0'0'199'0,"-6"0"-18"15,6 0-7-15,0 0-18 0,-9 0-15 0,9 0-13 16,0 0-16-16,0 0-12 15,-7-1-9-15,7 1-7 0,0 0-6 0,0 0-13 16,0 0-6-16,0 0-8 0,0 0-6 0,0 0-6 16,0 0 1-16,0 0-8 0,0 0 0 0,0 0-1 15,-2-2-10-15,2 2 2 0,0 0-3 0,0 0-3 16,0 0 0-16,0 0-7 0,0 0-1 0,0 0 1 0,0 0-3 16,0 0 3-16,0 0-3 0,0 0-3 0,0 0 5 15,0 0-4-15,0 0-1 0,0 0 1 0,0 0-2 16,10 6 0-16,-10-6-3 0,9 1 10 0,-3-1-2 0,7 1-2 15,-4-1 0-15,5 0 6 0,4 0-1 0,1 0-1 16,8-2-3-16,7-1-1 0,0 0 3 16,19 3-2-16,6-5-1 0,34-7 7 0,-1 2 2 15,11 1-2 1,4-1-6-16,9-6 5 0,-1 6-4 0,4-3 0 0,5-1 2 16,4 4-1-16,3-2-1 0,2-2 3 0,1 0-2 15,-3 3 3-15,-10 4-6 0,2-7 2 0,-9-1 4 16,-3 1-3-16,-4 3-4 0,-12-2 1 0,-6-2-2 15,-29 9 3-15,-1-2 5 0,-8 0 7 0,-11 2 4 16,-4 2 7-16,-2 0 4 0,-6 1 7 0,-9 1 19 16,-6-1 19-16,-1 1 20 0,-2-1 19 0,-2 2 11 15,-2 1-2-15,-6 0-4 0,11-3-10 0,-11 3-9 0,7-3-19 0,-7 3-26 16,9 0-18-16,-9 0-27 0,0 0-30 0,0 0-29 16,0 0-25-16,0 0-45 0,0 0-44 0,0 0-54 15,-27 8-78-15,21-8-189 0,6 0-519 0,-12 2 230 16</inkml:trace>
  <inkml:trace contextRef="#ctx0" brushRef="#br0" timeOffset="-138220.47">6763 13571 35 0,'0'-5'209'0,"0"1"5"0,0 4-14 15,0-7-12-15,3 3-7 0,-3 4-4 0,0-4-10 16,0 4-13-16,0-3-9 0,0 3-13 0,0-5-8 16,0 5-15-16,0 0-13 0,0 0-9 0,0 0-16 15,-3-5-15-15,3 5-5 0,0 0-8 0,-10 10-5 16,5 0-1-16,-6 2-9 0,1 2-3 0,-4 3 0 15,0 8-2-15,-5-3-4 0,1 1-4 0,1 0-2 0,7 0-3 0,-5 1 1 16,7 1 0-16,0-8-5 0,1 0 2 0,3-2-1 16,0 2-2-16,0-1 0 0,4-5 0 0,0 2 2 15,2-3 2-15,0-3 0 0,2 4 1 16,3-5 1-16,3 1 3 0,0-2 8 0,0-3 4 0,4-1 5 16,3-1 7-16,2-3 3 0,-1-5 10 0,-3 2 9 15,3-6 0 1,0 2 2-16,2-9 1 0,-7 5 5 0,1-3 13 15,-1-3-11-15,1-4-5 0,-6 6 2 0,0-8-24 16,-5 2 0-16,-1 4-2 0,-4-6-9 0,-3 2-6 16,-4 0-2-16,-6 2-8 0,1 1-5 0,-8 1-6 15,-3 7-8-15,0 0-3 0,-8 7-6 0,-4 1-9 16,1 4 1-16,0 2-10 0,2 2-7 0,1 4-12 16,2-2-25-16,0 5-23 0,7 2-28 0,4 0-16 0,7 0-28 0,1 5-27 15,7-6-41-15,3 2-200 0,6-1-473 0,6 1 210 16</inkml:trace>
  <inkml:trace contextRef="#ctx0" brushRef="#br0" timeOffset="-137867.02">7408 13285 85 0,'0'0'244'0,"2"-5"-13"0,-2 5-26 0,-2-4-24 15,2 4-21-15,0 0-16 0,0 0-20 0,-14 16-9 0,4-2-13 0,-4 9-6 16,-1 5-7-16,-2 4-10 0,-2 12-6 0,2-1-8 16,3-9-8-16,5 0-4 0,3 1-4 0,0 12-6 15,7-15-3-15,5 1-3 0,3 1-1 0,5-3 1 16,8-1-3-16,10 6-6 0,-4-11 5 0,19 0-13 16,2 0-58-16,3-11-92 0,-2-3-252 0,4-4-415 15,-3-5 184-15</inkml:trace>
  <inkml:trace contextRef="#ctx0" brushRef="#br0" timeOffset="-136016.25">7643 13546 138 0,'2'-7'212'0,"2"2"-19"16,-1 0-18-16,1 1-19 0,3-4-16 0,2 3-6 15,0 1-15-15,0-3-17 0,3 4-11 0,0 1-6 16,2 0-14-16,-1 4-4 0,-1-2 2 0,5 5-5 16,-3 1-9-16,3-2-6 0,-3 5-3 15,1 0-3-15,-6 1-1 0,2 2-5 0,-2 1-2 0,-1 2-2 16,-1 0-7-16,-5-3-1 0,0 4 2 0,-2-4-8 16,-4 3 0-16,0 1-2 0,-4-2 1 0,-1 2-4 0,-2 0 1 15,-1-5-1-15,2 1 1 0,-3 0-4 0,4-6 0 16,0 4-1-16,0-5 0 0,4 0 2 0,0 0 11 0,1-1 4 15,-1 1 17-15,1-5 18 0,-1 4 27 16,5-4 18-16,-4 1-2 0,4-1-11 0,0 0-8 16,10-15-13-16,-2 6-11 0,2-4 1 0,8-1-15 15,2-3-1-15,0-2-5 16,3 2-4-16,-2-2-4 0,0 2-6 0,-4 4-3 16,-3-1 0-16,1 1-4 0,-1 2-2 0,0-2 0 15,-5 6-4-15,-1-1 1 0,-3 2-4 0,5 2-1 16,-6 0-5-16,0 0-6 0,-3 1-16 0,-1 3-3 15,0 0-2-15,0 0 5 0,0 0-4 0,-4 13 3 16,-1-5 4-16,0 3-1 0,-3-1 1 0,3 1 0 16,0 1 6-16,0 1-4 0,1 4 8 0,0-1-4 0,1-3-2 0,3-1-23 15,3 5-10-15,2-3-33 0,1 1-31 0,4-1-48 16,1-6-55-16,-2 1-266 0,4-2-512 0,5 1 227 16</inkml:trace>
  <inkml:trace contextRef="#ctx0" brushRef="#br0" timeOffset="-135762.82">8353 13646 72 0,'0'0'297'0,"1"-5"-22"0,-1 5-23 16,1-5-21-16,-1 5-23 0,2-2-24 0,-2 2-18 15,0 0-20 1,0 0-18-16,0 0-13 0,0 0-12 0,0 0-10 15,0 0-12-15,0 0-6 0,-9 12-12 0,6-5-5 16,-3 0-5-16,-2 3-7 0,2-2-3 0,-2 3-4 16,-4 1-7-16,2 3-19 0,0-1-13 0,2 0-31 0,-1-4-19 15,2 3-24-15,-2 3-22 0,1-6-37 0,3-1-29 16,-1 1-210-16,2-4-402 0,1 1 179 16</inkml:trace>
  <inkml:trace contextRef="#ctx0" brushRef="#br0" timeOffset="-135142.58">8460 13489 39 0,'0'-6'270'16,"0"2"-25"-16,0-1-22 0,4 2-24 0,-4-1-19 15,0 4-23-15,1-5-16 0,-1 5-16 0,0 0-12 16,0 0-15-16,0 0-10 0,9 7-11 0,-6-2-11 15,1 2-7-15,-2 1-7 0,3-1-9 0,-1 2-11 0,0 1-12 16,0 0-9-16,2-1-8 0,-2 1-8 16,2-3-4-16,-1 1-5 0,0-1-5 0,2-1-4 0,-3-1 4 0,1-2 2 15,0-3 2-15,0 3 0 0,1-3 7 16,-6 0 0-16,11-3-6 0,-5 0 8 0,0-3 6 0,1-2 4 16,1 0 7-16,-2-1 10 0,0 0 10 0,1 0 1 15,-1 1 11-15,-1-2 12 0,-1 3-4 0,1 0 5 16,0 1 6-16,-4 2-3 0,2 0-6 0,-2 1-4 15,3 0-10-15,-4 3-6 0,4-4-8 0,-4 4-5 0,0 0-5 0,0 0-2 16,5 9-3-16,-2-2-2 0,-2 1 0 0,0 6 1 16,2 3 0-16,-1 7-1 0,2 1-1 15,-4 0-1-15,0 3 2 0,-4 1-4 0,4 2-1 16,-6 1 2-16,2-2 0 0,0 2 3 0,0-4-2 0,-2 0-2 16,2-1 2-16,-2-3 2 0,-2-7-4 0,3-1-5 15,-1 0 4 1,0-3 1-16,-1-4 2 0,3-1 12 0,-2-2 6 15,0-2 9-15,1-1 20 0,-1-1 14 0,6-2 15 16,-11-4 2-16,5-1 13 0,0 0 5 0,2-5-13 0,-2-6-4 16,3-2-8-16,3-2-12 0,3-6-7 15,3 0-2-15,2-3-7 0,2-3-6 0,7 3-7 16,-1-1-2-16,6 2 4 0,-3 4-15 0,-1 0 7 16,1 5-15-16,-3 4 2 0,-1 2-13 0,-2 2-1 0,-3 3 9 0,-2-1 4 15,-3 6-11-15,0-4-3 0,0 5-4 0,0-1 0 16,-3 1 1-16,2 0-18 0,-4 2 0 0,4-2-18 15,-4 2-11-15,0 0 0 0,0 0-11 0,4 6 0 16,-4-6-9-16,0 8-13 0,-1-4-18 0,0-1-5 16,-2 1-14-16,2 1-20 0,-2-2-22 0,2 2-15 15,-1-4-20-15,2-1-46 16,-7 3-180-16,4-1-456 0,3-2 203 0</inkml:trace>
  <inkml:trace contextRef="#ctx0" brushRef="#br0" timeOffset="-134773.65">8869 13251 61 0,'0'0'226'15,"1"-4"-26"-15,-1 4-23 0,0 0-17 0,0 0-19 16,18 13-13-16,-13-2-9 0,8 6-6 0,5 7-8 15,-4 4-7 1,4 2-5-16,-3 1-5 0,2 18-4 0,2-3-5 16,-6 0-9-16,-3 4-3 0,-2-2-4 0,-6 6-13 15,-4-2 3-15,-2-4-3 0,-6 2-8 16,-1-4-5-16,0-10-3 0,-2-4-2 0,-2 0-3 0,1-4-4 16,-2-1 1-16,-2-5 0 0,-2 0 20 0,10-6 4 15,-2-1 3-15,-3-1 8 0,3-3-1 0,6-5 4 16,-4 2 8-16,3-4 7 0,4-1 7 0,-4 1 3 0,3-1 7 15,-1 0 11-15,2 0-2 0,3-3 12 0,-2 1 3 16,2-1-13-16,0 0-16 0,0 0-34 0,0 0-24 16,0 0-70-16,2-12-58 0,6 3-62 0,0 1-85 15,1-1-331-15,6-6-621 16,-3 1 274-16</inkml:trace>
  <inkml:trace contextRef="#ctx0" brushRef="#br0" timeOffset="-134158.81">9996 12908 37 0,'-9'0'197'0,"9"0"-9"0,0 0-5 16,-9 0-6-16,9 0-10 0,0 0-7 0,-9-3-9 0,9 3-5 0,0 0-8 15,0 0-10-15,0 0-7 0,0 0-9 0,0 0-10 16,0 0-4-16,0 0-9 0,0 0-11 0,0 0-11 16,-6 3-5-16,6-3-6 0,0 0-7 0,0 0-2 15,0 0-4-15,29-3-5 0,-11 3-3 0,4 0-1 16,7-1-6-16,4 0-12 0,3 1-3 0,1-3 2 16,3 1-3-16,-1 0-1 0,0 0-1 0,-3 1-5 0,-2 1 3 0,-6-2-5 15,-6 2 3-15,-4-2 0 0,-6 2-1 0,-1-1-3 16,-6 1 1-16,4-1-8 0,-4 2-4 0,-5-1-6 15,0 0-5-15,0 0-9 0,0 0-13 0,-18 5-12 16,6-2-14-16,-5 1-33 0,0 0-17 0,-1 0-23 16,0-1-55-16,2 1-146 0,2-1-370 0,2 1 164 15</inkml:trace>
  <inkml:trace contextRef="#ctx0" brushRef="#br0" timeOffset="-133857.62">10088 13105 109 0,'-4'1'282'0,"0"1"-11"0,4-2-13 15,-5 2-19-15,5-2-29 0,0 0-17 0,0 0-17 0,0 0-23 16,32-6-17-16,-9 1-9 0,9-2-13 0,1 4-12 15,7-3-10 1,11-2-12-16,-11 5-4 0,12-1-13 0,-12-2-5 16,-4 2-2-16,0-1-8 0,-4 2-6 0,-11 2-5 0,-2-2-2 15,0 0-4-15,-10 3-3 0,0 0-2 16,-4 0-5-16,4 0-9 0,-9 0-6 0,0 0-13 16,0 0-8-16,0 0-24 0,0 0-29 0,-28 3-33 15,14 1-52-15,1-1-62 0,-2-1-200 0,3 1-447 0,2-1 198 16</inkml:trace>
  <inkml:trace contextRef="#ctx0" brushRef="#br0" timeOffset="-127244.55">12090 11925 205 0,'0'-6'217'16,"0"1"-6"-16,3-2-5 0,-3 3-13 0,0-1-9 15,0 1-15-15,0 4-14 0,0-5-16 0,0 5-18 0,0-5-18 0,0 5-10 16,0 0-18-16,0 0-9 0,0 0-8 0,0 0-7 15,-3 17-4-15,3-4-3 0,-3 3-7 0,0 1-4 16,-1 4-7-16,0 4 0 0,0 1-2 0,0 2-5 16,-2 1-4-16,2-3-1 0,1 1 0 0,1 2-3 15,0-2-2-15,0 1 5 0,2-5-6 0,0 3 3 16,0-9-3 0,2 0-1-16,-1-5 3 0,2 0-2 0,-1-5-1 15,-2 3 3-15,1-5 14 0,2 1 16 0,-2-1 16 0,4 0 14 16,-1-2 28-16,1-1-8 0,2-2 7 15,0-3 4-15,6-1-8 0,-4-1-5 0,5-5-6 0,3-4-4 0,-1-5-1 16,4 2-14-16,-1-3-2 0,-5-1 0 0,0 6-7 0,1-7-7 16,-1 1-5-16,-2 0 4 0,-2 3 0 15,0 1 1-15,-1-2 3 0,-2 3 9 0,0 1-9 16,-2 1 10-16,-1 5-5 0,1-3 0 0,-5 4 6 16,4 1-8-16,-4 1-2 0,1-2-6 0,3 7 0 0,-4-5-8 15,0 3-3-15,3-1 0 0,-3 4-7 16,1-4 5-16,-1 4-18 15,0-4-8-15,0 4 7 0,0-4-21 0,0 4-14 16,0 0-9-16,0 0-7 0,0 0-22 0,5-3 6 16,-5 3-2-16,0 0 5 0,0 0 6 0,0 0 2 15,-4 15 3-15,3-10 0 0,1 1 13 0,-1 0 0 16,-2 4 8-16,2 1-8 0,-2 1 13 0,2-2-8 16,-3 2 4-16,3-1 4 0,-3 0-2 0,1 2 0 0,2-2 6 0,-1 1 4 0,-1 1-3 15,-1-2 1-15,3-1 0 0,-1 4-2 0,0-2 3 16,0 0 4-16,-1 3 2 0,3 1-1 15,-2-5-6-15,2 1 8 0,-2 0 1 0,2-1 1 16,0-5-2-16,0 5-1 0,2-5-2 0,-2 1 7 16,0-2-1-16,2-2-5 0,1 3 10 0,1 0-2 15,4-4 0-15,5 1 4 0,6-3-4 0,7 0 0 16,10-5-36-16,2 0-38 0,-1-1-60 0,2 2-83 16,13-13-96-16,-16 5-265 0,-2 0-620 0,-2-5 274 15</inkml:trace>
  <inkml:trace contextRef="#ctx0" brushRef="#br0" timeOffset="-126626.75">12667 12154 4 0,'0'0'271'0,"1"-8"-6"16,2 3-21-16,-2 2-21 0,2 1-16 0,0-4-20 15,1 5-20 1,-2-2-14-16,4 0-18 0,-6 3-16 0,9-2-11 16,-2 2-15-16,2 0-11 0,-4 2 0 0,3 1-10 0,2 1-5 15,-5 2-9-15,3 1-5 0,-3 3-6 0,3-1-4 16,-5 1-2-16,1 2-4 0,-1 0-4 0,-2 0-4 16,-1 5-3-16,-4-1-3 0,0 0 1 0,1-1-3 15,-5 0-5-15,0 2-1 0,3-8 1 0,0 3-1 16,-2-2-3-16,1-3-2 0,3-1 1 0,-1 0 2 15,1-1-3-15,1 0 1 0,0-1 20 0,0-3 22 0,0 3 21 0,2-4 22 16,-4 3 23-16,4-3 21 0,0 0-3 0,0 0-18 16,0 0-15-16,8-13-8 0,0 5-12 0,4-5-6 15,0-2 11-15,1 0-26 0,6-4-11 0,-2-1-2 16,5 1-4-16,-7 5-7 0,-1 0-5 0,1 1-4 16,-2-2 0-16,-1 6-7 0,-2 1 3 0,-4-1-2 15,1 5 1-15,-2-2-8 16,-1 2-2-16,1 1-1 0,-3 1-4 0,1-1-10 15,-3 3 4-15,6-4-27 0,-5 1-9 0,-1 3 12 16,0 0-6-16,0 0 4 0,-10 17-5 0,6-6 4 16,-4-1 2-16,0 6-1 0,1-3 6 0,1 5-7 15,2-1 9-15,2-2 3 0,0 1 3 0,2-3 2 0,4 2 2 0,4-2 0 16,3 1 3-16,6-3-29 0,12 2-69 16,3-3-84-16,4-4-113 0,19-4-347 0,-15-2-696 0,-1-4 309 15</inkml:trace>
  <inkml:trace contextRef="#ctx0" brushRef="#br0" timeOffset="-123141.38">14383 11765 36 0,'0'-6'220'0,"0"1"-14"0,1-1-7 16,-1 2-12-16,0 0-11 0,0 4-10 0,0-5-16 15,1 2-12-15,-1 3-17 0,0-5-12 0,0 5-15 16,0 0-6-16,0 0-16 0,0 0-7 0,0 0-4 16,0 0-12-16,0 19-3 0,-2-9-4 0,-1 7-6 31,1 2-4-31,-5 5-3 0,2 1-4 0,0 3-2 0,-1-4-6 16,2 2 2-16,0-1-5 0,-1-5-2 0,5-1 3 15,0 1-4-15,5-1 1 0,-5-2-4 0,1-1 1 0,0 0-1 16,1-5-2-16,-1-1 4 0,2 0-5 15,-1-4 2-15,1 0 10 0,-1 0 23 0,1-1 18 0,1-1 18 16,1-1 15-16,1 1 7 0,1-4 5 0,-1 0 7 16,3-4-3-16,2-2-4 0,1 1 0 0,-1-2-2 0,3-3-5 15,2-2-11-15,-1 0-4 0,-2-2-13 0,6-5 3 16,-4-1-13-16,1-2-4 0,-1 1-10 0,0-3 2 16,-5 7 4-16,3-7 0 0,-4 6-7 0,-2 1 2 15,3-2 9-15,-4 2 2 0,0 2-8 0,-3 3 10 16,1 3-6-16,-2-2-3 0,0 4 3 0,2 2-4 15,-3 1-2-15,0-1-7 16,1 0-5-16,-1 1-2 0,-1 4-7 0,1-6-6 16,-1 6-17-16,0-4-1 0,0 4-19 0,0 0-18 15,0 0-2-15,0 0 3 0,0 0 6 0,0 0 6 16,-12 15-8-16,6-5 15 0,-1 4-9 0,-2 2 3 16,-1-1-1-16,2 1 0 0,-1 1 1 0,1 0 2 15,1 0 7-15,0 3-1 0,2-5-4 0,1 0 7 0,-1 1 0 16,0-4-1-16,4-1 4 0,-2 0-1 0,3-1 7 0,2-3-5 15,-2 0 2-15,0 0 2 0,1-1 1 0,0-2 4 16,4 1 4-16,0-1 0 0,4 2 5 0,2-4-5 0,9 2 3 16,1-1-4-16,13-2 3 0,-1-1 1 15,3 0-43-15,-4 0-48 0,-4-1-62 0,-5-2-63 16,-3-1-67-16,0-4-357 0,0 2-682 0,0-4 302 16</inkml:trace>
  <inkml:trace contextRef="#ctx0" brushRef="#br0" timeOffset="-122334.29">14936 11960 157 0,'0'-5'285'0,"1"1"-4"0,2 0-10 0,-3 0-9 16,0 4-17-16,1-7-13 0,-1 7-25 0,3-3-19 15,-2 0-22-15,-1 3-18 16,0 0-11-16,0-5-19 0,0 5-15 0,0 0-14 16,0 0-24-16,0 0-12 0,0 0-9 0,0 0-5 0,0 0-4 0,9 10-3 15,-8-3-6-15,-1-1-10 0,3 4 3 0,-2-2-7 0,0 2 0 16,3 2-2-16,0 0-2 0,0-4-4 0,0 3-2 16,-3-3-1-16,5 2-2 0,-2-1 1 0,1-4 7 15,-2 2-11-15,-2-2 4 0,3-2-3 16,-1 0 4-16,-2 0 1 0,-1-3 7 0,4 4 3 15,-4-4 3-15,0 0 5 0,0 0 2 0,12-8 6 16,-5 4 10-16,-3-2-11 0,0-1 5 0,-1 0-4 16,2-1 1-16,0-3 7 0,-1 4-7 0,1-1 8 15,-1 1 0-15,-1-3 5 0,-1 6-2 0,1 1-3 16,1-2 5-16,-3 0-5 0,0 2-8 0,2 0-11 16,-3 3-8-16,1-4-1 0,-1 4-33 0,0 0 1 0,0 0 0 15,0 0 4-15,7 13-2 0,-5-5 0 0,-1 3 5 0,2 3 0 16,0 1 0-16,-1 4 0 0,-1 0 3 0,-1 6 3 15,0 0-2-15,2 3-2 0,-4 1 2 16,1 4 5-16,-1-3-3 0,-1-1 5 0,2-2-4 16,-1 3 7-16,0-3-5 0,-3-2 3 0,1-1-4 0,-1-6-8 15,-2-1 3-15,1-1 4 16,-2-4 8-16,2 0-10 0,-2-2 1 16,1 0 1-16,-4-3 10 0,0-1-6 0,2-1 4 15,-1-1 7-15,0-2 11 0,-2 0 10 0,3-4 8 16,-1 0 15-16,2-2 13 0,3-5-2 0,-3 0-2 0,4-4-1 15,4-6-11-15,7-9-17 0,2-1 0 16,2-3-12-16,15-14 2 0,3 4-6 0,2 2 3 16,2 1-7-16,4 2-6 0,-4-1 9 0,3 6-3 0,-9 6 0 0,4 3-6 15,-6 0 7-15,-3 6 23 0,-7 2 10 0,0 5 9 16,-5 0 14-16,-1 2 22 0,-3 3-11 0,-1 0-1 16,1 2-13-16,-2-1-4 0,0 0-9 0,0 1-9 15,-3 0-19-15,-1 3-24 0,5-3-38 0,-5 3-41 0,0 0-40 16,0 0-40-16,0 0-52 0,-28 5-59 15,14 2-95-15,-1-3-234 16,3-2-649-16,-2 0 287 0</inkml:trace>
  <inkml:trace contextRef="#ctx0" brushRef="#br0" timeOffset="-119813">12057 13172 232 0,'0'-8'236'0,"0"3"-15"0,1-2-1 0,1 0-13 16,-1 1-6-16,-1 0-13 0,1 3-7 0,4-2-16 16,-5 1-10-16,0 4-17 0,1-5-12 0,-1 0-12 15,0 5-16-15,3-2-12 0,-3 2-11 0,0 0-8 16,0 0-10-16,0 0-6 0,0 0 2 0,5 17-15 16,-5-5-2-16,0 2-8 15,0 5 0-15,0 6-2 0,-4 1-2 0,3 1-4 16,-2 1-7-16,2 0-1 0,-4-4 0 0,5 1-1 15,-1-7 1-15,2 1-3 0,1 6 1 0,-2-7-5 16,3-2 0-16,-2-1 0 0,3-3 9 0,0 0-2 16,-2-3-5-16,0-2 0 0,-1-1 0 0,2 0 2 15,0-2 2-15,-1 0 23 0,-1-1 19 0,3-1 20 16,2 0 10-16,1-2 12 0,-7 0 5 0,13-5 0 0,-3-1-6 0,0-2-3 16,3-2-16-16,1-4 0 0,-1-3-9 0,3-5-5 15,2-3-1-15,-1-3-10 0,0 1-8 0,-1 0 0 16,-2-1-4-16,2 1-4 0,-5 0-7 0,3 3 1 15,-5-1-8-15,-4 7 3 0,0 0 5 0,3 1 5 16,-7 5 0-16,3 0 13 0,0 2 4 0,-3 1-2 16,-1 3 0-1,0 1-9-15,0 0-1 0,0-2-12 0,-1 5-17 16,-3-2 0-16,4 4-12 0,-8 0-5 0,8 0 8 0,-14 5-23 16,5 0 6-16,2 3-5 0,-1-2-12 0,0 5 5 15,3-3-15-15,0 5 3 0,2-2 0 0,2 0-2 16,-1 2-8-16,4-1 5 0,-1-1-3 15,5 0-10-15,1-1-13 0,7 2-24 0,3-3-34 0,2-1-48 16,2 2-58-16,-1-5-77 0,2-3-265 0,5 2-627 0,-8-4 278 16</inkml:trace>
  <inkml:trace contextRef="#ctx0" brushRef="#br0" timeOffset="-119273.7">12571 13343 265 0,'0'0'250'16,"4"-7"-26"-16,-4 3-20 15,1 1-19-15,4 0-19 0,0 1-17 0,3-1-17 16,-3-2-10-16,0 3-15 0,5 2-13 0,-3-2-10 15,-7 2-8-15,15 3-11 0,-6-2-6 0,-3 2-5 16,3 2-4-16,-5 0-9 0,1 4-4 0,-1-1-1 16,-2 4-4-16,0-2-4 0,-1 6-3 0,-2 1-1 0,-7 0-1 15,3-1-4-15,-3 1-1 0,-1 1-3 16,-1-1 1-16,0-2-5 0,4 0-1 0,-1-6-2 0,1 3 3 0,1-4-5 16,0-2 2-16,2 2-1 0,-1-4 3 0,-1 1-2 15,0-2 24-15,1-1 22 0,3 2 29 0,1-4 19 16,0 3 28-16,0-3 14 0,0 0-16 0,0 0-13 15,15-12-12-15,-7 6-13 0,2-5-1 0,4-1-11 16,-1-2-10-16,2-3-4 0,5-1-4 0,-3-3-14 16,-4 4 2-16,1 4-7 15,-1-1-5-15,-3 1 12 0,-5 5 2 0,3-1 6 16,-4 3-1-16,-2 1-13 0,2 1-5 0,1 1-1 16,-4-2-9-16,2 4-24 0,-3 1-9 0,0 0-20 15,0 0 18-15,0 0-5 0,0 13-7 16,-3-2 4-16,-4-1-8 0,3 6 12 0,-1 0 6 0,1 2-4 15,0 0 5-15,0-1 0 0,4 0 1 0,3-2-1 16,0 0 5-16,7-1 8 0,1-2 1 0,6-2-4 0,10 0-38 16,3-4-58-16,6 0-61 0,1-4-100 0,4-7-395 0,-4-2-700 15,-1 2 310-15</inkml:trace>
  <inkml:trace contextRef="#ctx0" brushRef="#br0" timeOffset="-117144.64">14450 13110 118 0,'0'-4'219'0,"2"-1"-8"0,-1 0-8 16,0 1-17-16,-1-1-14 0,4 2-9 0,-4 3-8 0,4-8-15 16,-4 7-12-16,1-3-13 0,-1 4-13 15,5-4-12-15,-5 4-10 0,0 0-10 0,0 0-7 0,0 0-8 31,0 0-7-31,4 13-7 0,-4-2-2 0,0 2-2 0,0 1-2 0,-2 6-4 0,2-1-10 0,-2 0-4 16,0 8 0-16,-1-3-2 0,2-4-2 0,1-1-1 16,0 0 0-1,0 1-4-15,0-3-1 0,1 1 0 0,-1-5-2 0,3-1 1 16,-1-2 0-16,-2-1-1 0,2-1 1 0,0-1 5 16,-2-2 23-16,4 1 23 0,-3-3 16 0,3 0 13 15,0-1 6-15,2-2 14 0,7 0 0 16,-3-4-11-16,8-4-4 0,-2 1-2 0,1-5-10 0,0 0-5 15,5-6-9-15,1 0 3 0,0-4-9 0,-3 0-4 16,2-1-9-16,-2-2 1 0,-2 0-7 0,3 2-6 0,-7-3 0 16,1 1-14-16,-2 4 25 0,-4 3 9 0,-1 1 0 15,-3 1 4-15,-1 5-1 0,-1-1 4 0,0 3-4 0,-2 1 10 16,1 1-13-16,0 2-6 0,-4 0-15 16,2 1-18-16,0 4-2 0,-6-1-5 0,0-1-7 15,-2 5-1-15,0 2-8 0,-3 3 7 0,2 0-1 16,-1 5-9-16,-3-1-4 15,4 2-4-15,4-2-17 0,1 1-3 0,-2-2 1 16,6 3 1-16,0-1 2 0,6-3-4 0,-2 1-11 16,8 2-22-16,4-4-32 0,2 3-40 0,1-6-51 15,8-1-60-15,1 1-72 0,-9-4-227 0,3 1-598 16,-3-3 265-16</inkml:trace>
  <inkml:trace contextRef="#ctx0" brushRef="#br0" timeOffset="-116421.7">15056 13174 37 0,'1'-3'305'0,"-1"-2"-13"0,0 5-17 15,3-5-19-15,-3 5-19 0,0-4-31 0,0 4-15 0,1-3-22 0,-1 3-21 16,0 0-15-16,0-6-18 0,0 6-24 16,0 0-12-16,0 0-9 0,0 0-4 0,4 11-9 15,-3-5-8-15,1 1-7 0,0 0-6 0,1 0-5 16,-1 3 0-16,1-1-9 0,3 1 0 0,-2 0-3 0,-1-1-4 15,3-1-3-15,-3 1-2 0,2-2 3 0,-2-2-2 16,3 0-5-16,-4 0 4 0,2-1-1 0,1-3-3 0,-1 1 6 16,1-2 0-16,-5 0-3 0,9-2 5 0,-4-1-3 15,3-1 4-15,-3-3 2 0,5-2 2 0,-5 3 3 16,2-4 7-16,-1 3 6 0,2-3-7 0,-3 3 2 16,0 0 3-16,-1 3 1 0,0-2-3 0,0 2-2 15,-2 1 1-15,3-1-8 0,-5 1-6 0,0 3-10 16,5-2-17-16,-5 2-4 15,0 0 1-15,4 9-3 0,-4-2 1 0,0 3 1 16,-1 3 1-16,1 5 1 0,-2 9 4 0,0 1-2 16,-2 1-2-16,-1 1 4 0,1 1 1 0,-1 1-1 15,-4 2 5-15,3-5-4 0,-3 4 2 0,1 0 1 16,2-6 2-16,-2 1-3 0,-1-2 2 0,4-8 1 0,1-1-4 16,-1 0 6-16,1-6-1 0,0 0-2 15,3-3 3-15,-4 0 6 0,3-3 9 0,0-3 18 0,0 4 26 0,0-5 27 16,2-1 42-16,-5 3-15 0,5-3-15 0,0 0 5 15,-9-12-5-15,3 2-8 0,3-6-4 0,2-1-12 16,1-6-16-16,4-5 10 0,3 1-21 0,5-7-18 16,8-12 8-16,2 3-9 0,0-1-3 0,1 2-3 15,-4 12-8-15,0 1 8 0,3 3-7 0,-2 0 4 16,0 5-6 0,-6 5 28-16,-3 3-15 0,-2 4 3 0,1 1-4 0,-2 0-4 15,-4 4-6-15,-2-1-8 0,2 2 1 0,0 1-11 16,1 0 10-16,-5 2-8 0,4-6-13 15,-4 6-11-15,4-2-13 0,-4 2-6 0,0 0-6 16,0 0-16-16,0 0-11 0,0 0-22 0,0 0-26 0,0 0-45 16,0 0-57-16,-8 15-52 0,3-12-320 0,1 2-649 15,3-4 288-15</inkml:trace>
  <inkml:trace contextRef="#ctx0" brushRef="#br0" timeOffset="-115357.57">11582 12076 34 0,'-3'-4'205'0,"2"0"-14"0,1 4-9 0,0-5-10 0,0 5-10 16,0-5-14-16,0 5-13 0,0-4-9 0,0 4-12 16,0 0-13-16,0 0-11 0,0 0-9 0,-3-6-10 15,3 6-12-15,0 0-31 0,0 0-10 0,0 0-1 0,0 0-6 0,-2 20 0 16,1-3-5-16,-3 10 1 0,1 7-4 0,-2 17-2 15,-3 28 5-15,-6 4-6 0,3-1 0 0,1 9-5 16,-3-1 3-16,0-3-1 0,-5 1 1 0,9 1 8 0,-1-2 11 16,6-28 9-16,-4 25 4 0,7-27-4 15,-1-5 5 1,4 3 3-16,2-2-3 0,-3-2 0 0,3-2 0 16,0-13 2-16,-3-2-3 0,4 2-3 0,-1-4 0 0,-4-2-2 15,4 0 2-15,0-1-8 0,-3-5 0 0,3 4-11 16,-3-10 5-16,2 2 2 0,-2-4-4 0,-1-5 4 15,3 2-6-15,-2-4-1 0,-1 0 1 0,0-2 3 16,0-1 0-16,0 0 0 0,0-3 2 0,1 1 16 16,-1 1 11-16,0-5 4 0,0 3 0 0,4 1 1 15,-4-4-4-15,0 0-3 0,0 5-5 0,0-5 5 0,0 0-12 0,0 0-6 16,0 0-20-16,-4 3-31 0,4-3-25 16,0 0-34-16,0 0-43 0,0 0-41 0,0 0-50 15,4 5-158-15,-4-5-412 0,0 0 182 0</inkml:trace>
  <inkml:trace contextRef="#ctx0" brushRef="#br0" timeOffset="-114324.93">15811 11831 128 0,'0'0'178'0,"3"-5"-8"16,-3 5-13-16,0-4-12 0,0 4-8 0,1-3-11 0,-1 3-10 15,0 0-10-15,3-3-12 0,-3 3-14 0,0 0-8 0,0 0-12 16,0 0 3-16,0 0-17 0,5 7-1 0,-4 6-10 16,3 2 0-16,0 3-6 0,-2 11 0 0,-2 6-3 0,0 11-3 15,3 9 0-15,-2 2 2 0,-5 27 2 0,4-24 3 16,-1 26 3-16,0-27-5 0,2 24 4 0,0-23-2 16,3-1 4-16,-4-2 2 0,0-1-5 15,4-5 2-15,-4 0 4 0,3 0 1 0,-1-5 2 0,2 2-6 0,-1-2 1 16,-1-10-2-16,2 8-4 0,0-8 0 0,-2-1-2 15,0-1-3-15,-2-2-2 0,1 2 0 0,0-5-6 16,-1 3 1-16,3-3-6 0,-2 0 4 0,0-4 1 16,2 1-6-16,-3-8-2 0,1 2 1 0,0-3 0 0,1 1-2 15,-1-2 1-15,2 1-2 0,-1-2-1 16,2 1 5-16,-7-4 1 16,7-2-6-16,-4 2 0 0,0-3 1 0,1 2-1 15,-1-5-3-15,2 0 2 0,-2 0-2 0,1 0-1 16,0-1 5-16,-2 1-2 0,2-2 0 0,-1-2-1 15,0-2 2-15,1 5-1 0,-1-5 3 0,2 5 1 16,-2-1-2-16,0-4 13 0,2 2 5 0,-2-2 11 16,0 0 4-16,0 0 0 0,0 0 7 0,0 0 1 15,0 0-1-15,0 0 0 0,0 4-5 0,0-4-5 0,0 0 2 0,0 0-4 16,0 0-4-16,0 0-4 0,0 0-4 0,0 0 3 16,0 0-2-16,0 0-2 0,0 0-1 0,0 0 0 15,0 0-12-15,0 0-6 0,0 0-14 0,0 0-47 16,0 0-77-16,-1-13-92 0,1 5-293 0,0-3-562 15,0-1 249-15</inkml:trace>
  <inkml:trace contextRef="#ctx0" brushRef="#br0" timeOffset="-113701.43">16782 12543 39 0,'-6'-1'205'16,"6"1"-16"-16,0 0-11 0,0 0-11 0,0 0-15 15,0 0-10-15,-5-2-9 0,5 2-3 0,0 0-7 16,0 0-11-16,0 0-11 0,0 0-6 0,0 0-12 15,15-5-5-15,-4 2-6 0,3 1-2 0,6-2-8 16,7 0-8-16,1-2-4 16,3 1 1-16,2 0-12 0,4 0 0 0,-1 0 0 15,-2 1-4-15,-2 1 1 0,0-1-2 0,-4-1-3 16,-7 2-4-16,-2 1-3 0,-5 2-3 0,-1-3-1 16,-3 3-5-16,1 0 2 0,-3 0-4 0,-1-1-7 15,-7 1-7-15,8-1-13 0,-8 1-7 0,0 0-4 16,0 0-16-16,0 0-24 0,-10 6-18 0,-1 0-19 15,-2-1-27-15,3 0-32 0,-1 1-179 0,0 0-369 0,-1-1 163 0</inkml:trace>
  <inkml:trace contextRef="#ctx0" brushRef="#br0" timeOffset="-113385.24">16843 12741 84 0,'-6'2'254'0,"3"1"-9"0,-2-3-6 0,5 0-8 16,-7 3-19-16,7-3-24 0,0 0-20 0,0 0-13 0,30-6-19 15,-9 2-12-15,10-2-13 0,0 2-11 0,2-3-13 16,3 2-6-16,-2 0-9 0,2-3-4 0,2 1-5 15,-1 2-6-15,-5-1-6 0,-2 2-1 0,-10-1-2 0,-6 3-5 16,0-1 6-16,-5 2 0 0,0-2 0 0,-4 3-6 16,0-2 2-16,4 1-3 0,-9 1-8 15,4-4-14-15,-4 4-24 0,0 0-26 0,0 0-26 0,-27 0-28 0,18 4-47 0,-7-3-37 16,4 1-77-16,-1 1-169 0,3-3-448 16,2 1 199-16</inkml:trace>
  <inkml:trace contextRef="#ctx0" brushRef="#br0" timeOffset="-112340.71">18529 11693 245 0,'0'-5'250'0,"0"1"-11"15,2 0-15-15,-2 0-19 0,0 4-20 0,2-5-21 16,-2 5-17-16,-2-4-20 0,2 4-13 0,0 0-15 16,0 0-10-16,-2 14-12 0,0-2-7 0,1 8-10 15,-5 7-5-15,1 4-3 16,4 1-5-16,-3 3-10 0,4-1-8 0,-4 1 0 16,-1 1-6-16,3 0 1 0,2-2-21 0,-3-1-27 0,3-1-29 0,0-1-27 0,0-2-50 15,4-2-65-15,4-8-157 0,1-2-382 0,0-4 169 16</inkml:trace>
  <inkml:trace contextRef="#ctx0" brushRef="#br0" timeOffset="-111881.16">20683 11662 203 0,'0'0'286'15,"-2"-4"-29"-15,2 4-24 0,-1-4-29 0,1 4-23 16,0 0-23-16,0 0-15 0,0 0-18 0,0 16-12 16,0-3-12-16,1 4-19 0,2 8-9 0,2 1-5 15,-3 3-8-15,1 1-2 16,2 3-4-16,-1 1-22 0,-2 0-46 0,1 2-61 16,-2-2-84-16,-3 0-206 0,-3-2-393 0,2-6 175 15</inkml:trace>
  <inkml:trace contextRef="#ctx0" brushRef="#br0" timeOffset="-109628.94">18372 12707 123 0,'0'0'192'0,"0"0"-20"0,0-7-5 16,0 7-16-16,0 0-16 0,0-3-11 0,0 3-18 0,10-2-11 15,-10 2-7-15,11 2-11 0,0-1-6 16,-1 1-2-16,8 5 2 0,0 0-12 0,3 0 2 15,5 3-5-15,0 2-9 0,1-1-4 0,-9 1-2 16,6 2-4-16,-9-1 2 0,-2 2-10 0,1-1-5 0,-6 2-3 16,-2-1-1-16,-3 3 1 0,-6 2-4 0,-3-2-4 0,-6 5 1 15,-7 0-2-15,-3-1 2 0,-1-2-6 0,-1-3 0 16,-1 1-1-16,2-2 3 0,0-1-6 0,6-6 2 16,-1-1-1-16,4 3 0 0,0-6 1 0,5 0 1 15,0 2-5-15,1-4 4 0,2-3-3 0,2 5 5 16,-2-3 8-16,3 1-1 0,3-3 17 0,0 0 12 15,7 5 5-15,0-5 1 16,7-1-1-16,-1-1-9 0,6 0-3 0,0-1-1 16,3 1-3-16,0 0-6 0,0-1 1 0,-3 2-2 15,1-1-6-15,-1 0-21 0,-1 0-25 0,-4 2-28 16,-1-3-29-16,1 2-27 0,-5 0-28 0,0-1-52 16,-4-1-176-16,-5 3-396 0,10-2 175 0</inkml:trace>
  <inkml:trace contextRef="#ctx0" brushRef="#br0" timeOffset="-109190.75">18901 12857 242 0,'8'-5'232'0,"-2"1"-17"15,1 3-20-15,0-3-20 0,1 1-18 16,0 2-16-16,1 1-15 0,2 1-4 0,-2 2-16 15,0-1-6-15,1 3-10 0,-3 2-12 0,0 1-4 0,-2 3-11 16,-1-1-8-16,1 0-3 0,-5 2-2 0,-2 5-6 16,-3 0-5-16,-2 2-7 0,0-2 0 15,-6 0 1-15,-1 3-5 0,1-4-3 0,0-1-5 0,0-3-3 0,2 0 2 16,3-3-5-16,2-1 6 0,1-1-9 0,-3-1 4 16,3-2-2-16,4 0 24 0,-3-2 18 0,1-1 24 15,3-1 14-15,0 0-4 0,0 0-12 0,11-6-7 16,0 0-6-16,7-6-7 0,0 0-3 0,6-5-4 15,2 2-6-15,4-2 6 0,-2-2-15 0,-2-1-3 16,2 4-2-16,-2-4 4 0,-3 6 1 0,-7 3-3 16,0 3 4-16,-6 2-2 0,-1-1-3 0,-4 5-5 0,1-2-7 0,-2 1-11 15,1 1-16-15,-5 2-5 0,0 0-1 0,0 0 0 16,-4 11 4-16,-1-1 0 0,-1 0 1 0,1 4 2 16,-2-3-2-16,5 5 4 0,-2 2 2 0,3 0-2 31,3 2 2-31,5-1-12 0,9 2-23 0,-2-7-38 15,13 3-54-15,1-1-74 0,8-7-88 0,4 0-199 16,17-4-531-16,-1-5 236 0</inkml:trace>
  <inkml:trace contextRef="#ctx0" brushRef="#br0" timeOffset="-108458.54">20271 12746 129 0,'0'0'216'0,"0"0"-23"16,5-5-15-16,-5 5-16 0,7-2-16 0,0 2-19 0,-1 0-8 16,6-1-4-16,-2 1-6 0,4 0-6 15,3 3-5 1,2-1-1-16,3 1-12 0,-3 2-11 0,3 2-7 15,-3-3-2-15,-2 2-6 0,-2 2-5 0,-5 3-6 16,0-5-8-16,-2 5-7 0,-2-4-1 0,-3 7-5 0,-3 1 1 16,-7 0-7-16,-3 1-2 0,-6 6-2 0,-3-3-2 15,-7-1-2-15,4 2-1 0,-5-5 2 0,3 0-6 16,1 2 2-16,-4-5-5 0,9-2 2 0,2 0-1 0,4-5-2 16,1 2 4-16,2-2-1 0,4-2 0 15,-3 1 3-15,4-2 9 0,-2 1 10 0,3-1 11 16,3-2 11-16,0 0 8 0,13 1 2 0,1-2-4 0,5-1-8 0,3-1-3 15,-1 1 2-15,7 0 4 0,1-1-13 0,-1 1 0 16,3-1-4-16,-3 1-3 0,-7 0 3 0,-1 0-5 16,0 1-3-16,-1-1-6 0,-8 1 0 0,0-1-5 15,0 2 3-15,-3 0 0 0,-3-2-7 0,2 2 2 16,-7 0-8-16,7-1 1 0,-7 1-15 0,4-2-28 16,-4 2-26-16,0 0-29 15,0 0-17-15,-10-6-24 0,10 6-30 0,-9-5-36 16,4 2-248-16,1 0-483 0,0-2 214 0</inkml:trace>
  <inkml:trace contextRef="#ctx0" brushRef="#br0" timeOffset="-107888.83">20810 12714 171 0,'-2'-5'273'0,"2"5"-21"0,-3-7-24 15,3 7-23-15,0-4-22 0,0 4-23 16,0 0-20-16,0 0-15 0,0 0-19 0,0 0-12 0,14 7-13 16,-9-1-10-16,3-1-11 0,1 3-16 0,0-2-19 0,0 1-13 15,1 0-10-15,-1 0-13 0,0 0-14 0,-1 0-9 32,0-2 6-32,-1 0-6 0,-2-3-2 0,0 1 7 15,0 1-3-15,-1-1 8 0,2-3 0 0,-6 0 6 0,7 0 1 0,-7 0-3 0,6-4 11 0,-4 0 10 16,0 0 7-16,-1 1 23 0,1-3 6 0,0-1 18 15,0 3 9-15,1-2 12 16,-2 0 3-16,2 0 10 0,-2 1 6 0,1 1 10 16,0 0-10-16,-2 0-8 0,0 4-12 0,0-5-11 15,0 5-8-15,4-3-10 0,-4 3-13 0,0 0-3 16,0 0-8-16,0 0-6 0,7 10-1 0,-5-2-1 16,2 3-4-16,-3 2-2 0,2 5-2 0,-1 1-3 15,2 5 4-15,-3 6-2 0,-2-5 0 0,-3 5-2 0,2-1 2 16,-5 2 4-16,2 1-2 0,-3 2-3 0,-1-5-1 0,-2 3 2 15,1-6 0-15,-3 0-2 0,2-3 1 0,-1-6-2 16,1-3 1-16,-1-3 0 0,3-3 4 0,-1-2 3 16,1-2 5-16,0 1 10 0,0-4 12 0,-4-2 15 15,4-4 9-15,4 0 12 0,-4-4 12 0,4-3 4 16,0-5 7-16,5-3-12 0,5-6-9 0,4-1-1 16,4-3-1-16,6 0-15 15,7-10-1-15,-3 11-8 0,12-9-7 16,-3 0-6-16,-5 13-3 0,-3-1 19 0,-1 2 12 0,1 2 13 15,-3 5 7-15,-7 2 24 0,-1 3-5 0,-5 5-7 16,1 0-8-16,-4 2-13 0,-1 0-8 0,1 0-10 16,-3 2-9-16,2 1-14 0,-1-2-40 0,-3 4-46 15,5-3-45-15,-5 3-48 0,0 0-25 0,0 0 1 16,0 0-14-16,0 0-28 0,0 0-40 0,0 0-42 0,-7 11-323 0,7-11-666 16,0 0 295-16</inkml:trace>
  <inkml:trace contextRef="#ctx0" brushRef="#br0" timeOffset="-107356.45">21394 11625 191 0,'-2'-2'226'0,"2"2"-16"0,0 0-9 16,-2-5-17-16,2 5-17 0,0-3-15 0,0 3-17 15,0 0-17-15,0 0-13 0,0 0-16 0,0 0-8 16,0 0-12-16,0 0-6 0,5 13-13 0,-1-1-5 16,0 6-6-1,-3 11-5-15,5 18-2 0,-4 4 0 0,3 5-11 0,-5 27 5 16,3-2-2-16,-5 1 1 0,4 6-1 0,-4 1 4 15,2-2 2-15,0-2-6 0,4 0 1 0,0-5-3 16,-3-21-3-16,3 0 1 0,0 1-3 16,0 1-2-16,2 21-2 0,-1-24 1 0,3 1-2 0,-4-1-2 15,-3 0 2-15,2-5-3 0,-6-2 2 0,3-3-5 16,0-12 9-16,-5-2-5 0,0-1-13 0,-3-3-42 0,2-3-25 16,-6 2-39-16,3-7-68 0,-1-6-199 0,1-1-406 15,0-8 180-15</inkml:trace>
  <inkml:trace contextRef="#ctx0" brushRef="#br0" timeOffset="-106407.41">18137 11710 25 0,'-2'-5'177'0,"0"0"-7"0,2 1-1 0,-2-2-9 0,0 3-10 16,1 0-8-16,1 3-14 0,-1-5-14 0,1 5-12 15,-3-4-9-15,3 4-9 0,0 0-18 0,0 0-8 16,0 0-9-16,0 0-7 0,0 22 2 16,2-4-8-16,-2 11-7 0,-2 17-3 0,4 4-3 0,-2 7-4 15,-2 25-5-15,5-1 0 0,-1 2 2 0,2 11 5 16,0-4 5-1,2-1-3-15,-2 1-8 0,3-5 2 0,-3-1 0 16,-2-26-5-16,-2 1 1 0,0 30-2 0,0-31 8 16,0 0 7-16,0-1 6 0,3 0 3 0,-5-2-2 0,6-3-2 15,-4 1 1-15,-2-5-6 0,0-4-3 16,2-10 3-16,-1-1-3 0,-1-2-5 0,0-1-1 16,2-4-2-16,-4-1 1 0,3-5-2 0,1-2-5 15,-3 2 5-15,3-4 0 0,0-5-4 0,-1 1-1 0,1-2 0 0,1-1 0 16,-2-2 2-16,1 0-2 0,0-2 2 0,0 0 3 15,0-3-3-15,0-2 0 0,0 8 0 0,0-8 4 16,0 5-4-16,0-2 3 0,0-3 0 0,0 0 0 16,0 0-4-16,0 0-32 0,0 0-83 0,0 0-95 15,7-13-199-15,-1 5-433 0,-1-3 191 0</inkml:trace>
  <inkml:trace contextRef="#ctx0" brushRef="#br0" timeOffset="-104936.49">22834 12276 159 0,'-6'-1'282'0,"6"1"-18"0,-4-3-15 16,4 3-10-16,-3-5-25 0,2 3-19 0,1 2-21 15,3-7-18-15,1 4-17 0,5-1-14 0,7-2-13 0,4-1-11 0,8-1-13 16,2 0-4-16,5 1-29 0,-1 3-38 0,1-1-49 15,-2 0-57-15,0 1-54 0,-2-1-87 0,-4 0-131 16,-6 4-389-16,1 0 173 0</inkml:trace>
  <inkml:trace contextRef="#ctx0" brushRef="#br0" timeOffset="-104783.07">23053 12397 53 0,'-5'3'211'0,"2"0"-7"0,1-1-7 0,-1 1-8 16,3-3-7-16,0 0-6 0,9 4-17 0,5-5-11 16,5 0-19-16,11-4-9 0,5 3-14 0,5 0-14 15,12-4-47-15,1-1-49 0,-1 4-59 0,-1-2-77 0,-16 2-161 16,3-3-326-16,-3 3 145 0</inkml:trace>
  <inkml:trace contextRef="#ctx0" brushRef="#br0" timeOffset="-104150.23">24012 12000 16 0,'0'0'235'0,"3"-7"-28"0,-2 5-16 0,3-1-21 16,5 1-24-16,0-1-16 0,1 1-12 15,8 2-11-15,0 0-8 0,1 3-17 0,4 0-3 16,4 3-7-16,-8 1-13 0,2 1-2 0,-2 3-11 0,-3 1-4 16,2 1-4-16,-5 2 2 0,-4 2-8 0,0 1-5 15,-4 8-4-15,-4 0-1 0,-2 0-2 0,-7 3-2 16,-6 0 2 0,0 5-4-16,-14 7-3 0,-8 0-5 0,0-5 1 15,-3-3 4-15,10-10-6 0,2-1 1 0,0-5-5 0,3 0 0 16,1-1-1-16,2-5 2 0,8-2 0 15,1-3 1-15,0 0-1 0,2-1 9 0,1-2 31 16,4-1 32-16,-1 0 39 0,-1-1 26 0,7-1-3 16,-5-5-20-16,5 2-16 0,1-4-12 0,3 2-8 0,5-5-6 15,3-5-11-15,3 1-11 0,2 3-2 0,0-2-5 0,6-1-12 16,-6 5 5-16,2 1-7 0,-1 0-5 0,-3 1-6 16,3 6-1-16,-5 1-7 0,6 0-3 0,1 1 9 0,-3 5-15 15,4 0 1-15,-5-1 0 0,3 5 2 16,-2-3-6-16,2 3 0 0,-4-3 1 0,1 3 1 15,-2-4-1-15,-1 2-1 0,-3 0-13 0,0-3-13 0,-1-1-9 16,-2 1-8-16,-1-2-9 0,-1-1-8 0,0 0-3 0,0 1-15 16,-5-3-17-16,7-1-39 0,-7 1-45 0,5-6-32 15,-3 1-39-15,0-1-162 0,-2 0-445 0,2-4 197 16</inkml:trace>
  <inkml:trace contextRef="#ctx0" brushRef="#br0" timeOffset="-103734.42">24980 11816 68 0,'-7'0'183'16,"-3"5"-23"-16,-4 4-16 0,-8 7-13 0,3 6-12 0,-4 3-8 16,-2 4-24-16,-3 11-1 0,-1 3-2 15,0 5 2-15,5-4 0 0,3 2-1 0,3 3 1 16,8-1 8 0,1-13-5-16,6 0-3 0,1-2-10 0,6 2-4 15,6-5 1-15,3-2-1 0,1-2 3 0,4-4-1 0,1-2 13 0,4-6 0 16,-8-4 3-16,3-1-5 0,-2-1-3 0,0-3 4 15,-5-1 13-15,-4-1 17 0,3 1 20 0,-1-3 2 16,-5 1 16-16,1-2-5 0,-5 0 1 0,10 0-4 16,-10 0-14-16,8-2-13 0,-8 2-13 0,0 0-8 15,0 0-11-15,9-1-20 0,-9 1-23 0,0 0-25 16,1-4-34-16,-1 4-45 0,4-4-34 0,-4 4-34 16,0-5-43-16,0 2-52 0,0 0-40 0,0-3-54 0,3 2-223 15,-3 0-583-15,1 1 259 0</inkml:trace>
  <inkml:trace contextRef="#ctx0" brushRef="#br0" timeOffset="-103147.53">25206 12093 22 0,'0'-5'308'0,"0"0"-27"16,3 0-25-16,-2 1-23 0,-1 4-29 15,0-5-26-15,0 2-30 0,0 3-22 0,0 0-12 16,0 0-12-16,0 0-10 0,9 12-8 0,-5-4-10 0,-1 3-7 16,4-3-6-16,-1 4-18 0,3 1-7 15,-2-2-7-15,2 3-14 0,1 2-14 0,-1-2-17 16,-2-3-11-16,2 2-8 0,0-4-2 0,-4-2-11 16,-1-2 9-16,1 0 10 0,-1-3-1 0,1 2 3 0,0-4 5 15,-5 0 3-15,9-4 2 0,-4 0 3 0,2-3 17 0,-1-1 0 16,-1-2 13-16,0-1 9 0,-1 0 3 0,1-4 11 15,-1 2 6 1,4 1-1-16,-3 2 12 0,-1 0 9 0,1-1 3 0,-1 5 0 0,-4-1 4 0,4-1-6 0,-2 4-4 31,-1-1-12-31,2 2-8 0,-1 1-14 0,-2 2-8 16,0 0-4-16,0 0-4 0,0 0-3 0,8 10-2 16,-8 1 0-16,3 7 1 0,-1 1-2 0,-2 10 0 15,0 2 1-15,0 6-2 0,0-2 2 0,-2 13 1 0,-3-1-1 16,1-1-2-16,-1-11-1 0,-2 11 2 15,2-11-4-15,-1-1 0 0,-1-2 3 0,-3 0-1 16,1-3-1-16,0-5 2 0,0-5-3 0,3-2-2 0,-2-5 6 16,1-1 0-16,0-2 5 0,2-4 14 0,-3 2 12 15,3-6 14-15,-2 2 8 0,-2-3 16 0,9 0 21 0,-16-7 14 0,7 1-8 16,-1-5 2-16,1-3 3 0,1-3 3 0,2-7-9 16,4-3-5-16,4-2-6 0,6 0-13 0,2-2-8 15,5 0-17-15,9-12 2 0,-3 12-5 0,2 5 0 16,9-12-12-16,-8 15-3 0,1-1-5 0,-2 4 3 15,-2 1-10-15,2 4-3 0,-9 6 0 0,-3 3-1 16,-1 0-6-16,0 1-18 16,-5 1-17-16,0 1-52 0,0-1-37 0,-1 2-46 15,0 1-37-15,-4 1-21 0,0 0-16 0,0 0-21 16,4 8-43-16,-4-8-246 0,0 0-587 0,-7 8 260 16</inkml:trace>
  <inkml:trace contextRef="#ctx0" brushRef="#br0" timeOffset="-102677.41">25905 12342 246 0,'0'0'246'0,"-8"0"-9"0,8 0-22 16,0 0-11-16,-6 1-18 0,6-1-12 0,0 0-18 15,0 0-16-15,0 0-11 0,0 0-12 0,0 0-11 16,-8-1-7-16,8 1-6 0,0 0-5 0,0 0-3 16,0 0 5-16,0 0-7 0,0 0-5 0,0 0-4 15,0 0-1-15,0 0-1 0,0 0-10 0,0 0-1 16,0 0-5 0,0 0-3-16,-1-3-7 0,1 3-4 0,0 0-3 0,0 0-2 15,0 0-9-15,0 0 2 0,0 0-3 0,0 0-2 16,0 0-3-16,0 0 0 0,0 0-2 15,0 0 3-15,0 0-1 0,0 0 4 0,0 0-3 16,13-5-3-16,-4 2-4 0,5-2-1 0,6 1-2 0,8 3 1 0,4-7-1 16,4 0 0-16,1 0-4 0,15 0 1 15,-2 1 9-15,4 1-4 0,-3-1 8 0,-16 2-6 0,-4 0-6 16,-2-1 3-16,-1 3 0 0,-13 0-6 0,0 0 4 16,-3 2 0-16,-7 1 0 0,5-5-1 0,-5 5-6 0,-1-1-10 15,1-1-11-15,-5 2-27 0,0 0-25 16,0 0-19-16,0 0-16 0,0 0-21 0,-23 0-22 15,23 0-14-15,-14 0-25 0,6 1-31 0,1-1-37 0,-1-1-172 16,8 1-459 0,-15 0 204-16</inkml:trace>
  <inkml:trace contextRef="#ctx0" brushRef="#br0" timeOffset="-102214.73">26628 12065 239 0,'10'-4'231'0,"3"1"-14"0,-4 0-23 0,4 1-21 16,-3 3-17-16,2 0-17 0,2 3-15 0,-4 1-15 15,0 0-8-15,-2 4-11 0,-1 1-10 0,-4 3-8 0,1 2-7 0,-4 3-8 0,-3 2-6 0,-2-2-2 31,-6 4-1-31,-3 2-8 0,-3-1-6 0,-2 0 0 16,-1-4-4-16,1 2-4 0,-1-4 1 0,5-3 5 16,-2-3 6-16,1-1 2 0,1-1 8 0,6-3 2 15,-1 1 13-15,3-2 16 0,2-3 16 0,-1 3 26 16,2-2 27-16,2-2 24 0,-2 2 26 0,4-3-11 16,0 0-21-16,0 0-8 0,14-15-26 0,0 4-13 0,3 1-10 15,5-5-12-15,1-5-11 0,2 2-6 0,2-3-10 0,0 0-6 16,1 3-9-16,0 0-3 0,-1-2-3 0,-2 2-8 15,-3 1-5-15,-5 6-4 0,-6 1-4 0,2 2-5 16,-4 1 0-16,-3 4-4 0,-2-3-14 0,2 5-9 16,1-2-8-16,-6 0-53 0,-1 3-27 0,0 0 9 15,0 0 11-15,5 7 5 0,-6 0 9 0,-3 2 6 0,3 0 6 16,-2 6 1-16,2 0 4 0,-2 1-3 0,3 4 5 16,3 0-7-16,1-1-12 0,1-3-16 0,4 4-24 15,0-6-31-15,5 1-43 0,2-3-66 0,-4-7-357 0,4 1-644 16,-1-6 286-16</inkml:trace>
  <inkml:trace contextRef="#ctx0" brushRef="#br0" timeOffset="-101945.16">27261 11590 59 0,'16'8'183'0,"-2"7"-15"0,5 7-10 0,2 10-1 15,7 15-11-15,-2 8-3 0,3 22 2 16,-2 3-9-16,-7-1-3 0,-9 3-10 0,-8 3-7 16,-6-2-8-16,-5-23-9 0,-9 22-10 0,-1-29-9 0,-7 2-5 15,-21 15-6 1,5-23-4-16,-39 13-7 0,-10-6-11 0,-15-8-50 15,-12-3-102-15,-5-12-271 0,2-6-405 0,-3-8 180 16</inkml:trace>
  <inkml:trace contextRef="#ctx0" brushRef="#br0" timeOffset="-89145.84">3132 15182 106 0,'2'-2'157'0,"-2"2"-6"15,3-5 3-15,-3 5-2 0,4 0-4 0,-4 0-15 16,2-6-5-16,-2 6-10 0,4-3-12 0,-4 3-12 16,0 0-7-16,0 0-12 0,1-2-7 0,-1 2-6 15,0 0-11-15,0 0-3 0,0 0-9 0,0 0-7 16,-14 12-4-16,4-5-3 0,-13 7-2 0,-4 1-3 15,-1-1 0-15,0 5-5 0,-4-5-3 0,3 2-4 0,-3 0 2 16,0 2 0-16,4 2 2 0,2-4-5 0,-1 4 4 0,0-2-6 16,0-1-2-16,10-4 2 0,2 0 0 0,3-1-8 15,1-4 5-15,4 4-1 0,2-5-1 0,3 3 4 16,1-1-6-16,6 1 3 0,2 0-1 0,7-1 2 31,10 6 2-31,4-6-3 0,5 2 3 0,3 0-2 16,1 0 2-16,1-2 2 0,-1 3-5 0,-2-2 6 0,-3 2-4 15,-1 0-1-15,-5 1 0 0,-1-1-3 0,-11-1 0 16,0-1-4-16,-3 2-3 0,-2-3-1 0,-5 1 6 16,-5 0-7-16,-3 2 5 0,-7 0 3 0,-6-1 2 15,-7 1 0-15,-3 1 26 0,-8-2-2 0,2-1 2 16,-2-1-1-16,-1 0 3 0,1-4-3 0,-2 2 5 16,4-2 3-16,-1-2-4 0,5 2-3 0,7-3 1 0,6 0 1 0,-2-1 4 15,8-1 5-15,1 2 7 0,2-1 1 0,2-1 6 16,5 0 10-16,-9 1-4 0,9-1-6 0,-6 0-1 15,6 0-2-15,0 0-3 0,0 0-5 0,0 0-7 16,0 0-2-16,0 0-3 0,13-9-6 0,-7 6-7 16,0 3-21-16,2-2-25 0,-2 2-25 0,0-2-37 15,1 1-38 1,2-1-62-16,3 0-246 0,-2-3-475 0,3 2 209 16</inkml:trace>
  <inkml:trace contextRef="#ctx0" brushRef="#br0" timeOffset="-88713.74">3484 15658 73 0,'0'0'235'0,"0"0"-23"0,0 0-17 0,0 0-24 32,0 0-18-32,0 0-17 0,0 0-18 0,0 0-12 15,0 0-17-15,0 0-3 0,0 0-10 0,-15 13-8 16,14-6-8-16,-2 1-5 0,-1 1-6 0,-1 1-11 16,1 0-2-16,0 1-2 0,3-1-3 0,-4-1-3 15,5 1-4-15,0-1-1 0,0 2-1 0,1-5-6 16,3 1 0-16,1-1 10 0,3 2-8 0,1-1 1 0,4-4-3 0,5 0-1 15,1-2-2-15,9 2 2 0,0-6-1 0,0 2 0 16,-7-2 3-16,0 0 6 0,-3-4 12 0,-1-1 11 16,-2 1 20-16,-3 1 13 0,-2 0 18 15,-1-4 17-15,-4 3 6 0,-1-2-11 0,-3-2-6 16,-2 2-11-16,-2 0-16 0,-3-2-6 0,-7 2-7 16,-5-1-7-16,-4 1-11 0,-6 4-6 0,-2-2-1 0,0 4-15 0,2 3-42 15,0 0-49-15,6 3-53 0,2 4-66 0,-2-4-111 16,5-2-189-16,6 0-527 0,3 1 234 0</inkml:trace>
  <inkml:trace contextRef="#ctx0" brushRef="#br0" timeOffset="-88360.07">4057 15793 63 0,'0'0'207'0,"0"0"-6"0,-7 6-15 0,-2-1-13 16,4 3-26-16,-4-1-9 0,-6 5-15 0,1 0-20 0,-3 2-3 0,-2 4-15 0,-5 0-50 15,-3 1-73-15,-1-5-217 0,1 2-274 16,-1-4 121-16</inkml:trace>
  <inkml:trace contextRef="#ctx0" brushRef="#br0" timeOffset="-87481.42">4584 15447 216 0,'2'-2'243'0,"-1"-5"-14"0,2 6-22 15,-1-4-17-15,-1 2-18 0,2-1-18 0,1 1-19 16,-1 1-9-16,3 1-13 0,0-2-19 0,2 2-14 15,3 3-9-15,-2 5-6 0,3-2-9 0,3 3-6 16,-3 2-7-16,4 2-1 0,-3 4-7 0,3 2-3 16,-4 1-3-16,2 5-1 0,-4 2-8 0,-2 0 3 15,0-1-3 1,-3 4-4-16,-4-6 0 0,-2-2 1 0,-3-2-5 16,0 0-1-16,-1-5 1 0,0 2 6 0,0-6-7 15,1 1-1-15,0-3 7 0,-2 0 16 0,2-5 34 16,1 2 35-16,2-2 35 0,-3-1 13 0,4-2 4 15,0 0 6-15,0 0-5 0,-9-11 6 0,8 5-19 16,1-6-13-16,0 0-17 0,1-6-7 0,3-1-7 16,2-7-15-16,2 2 1 0,1 0-25 0,1-1 3 0,3 3-10 0,-3 4-5 15,-3 3-2-15,3 1-8 0,0-1-4 0,3 4-16 16,-7 5-36-16,2-1-36 0,1 0-41 0,0 4-35 16,-1 1-44-16,3 2-33 0,-1 2-39 0,3 0-54 15,-3-1-301-15,0 6-650 0,2-2 288 0</inkml:trace>
  <inkml:trace contextRef="#ctx0" brushRef="#br0" timeOffset="-87112.56">5093 15645 232 0,'0'0'235'0,"0"0"-6"0,-4 3-21 0,4-3-17 0,0 0-22 0,0 0-14 15,0 0-10-15,0 0-20 0,0 0-16 0,0 0-8 16,0 0-8-16,29-4-10 0,-12 0-5 0,2-3-10 16,9 1-4-16,-1-3-7 0,-2-1-8 0,0 0-2 15,1-1-5-15,-2-1-3 0,-7 2-7 0,6-5-1 16,-7 3-3-16,-3 0-1 0,-7 1-4 0,6 3 5 16,-7-4 16-16,-1 8-6 0,-3-4-7 0,-1 1 0 0,-4 1-6 15,-1 1-4-15,-5 1-5 0,-6 1-1 0,-4 3-5 16,-7 1 2-16,-2 6-2 0,2 2-6 0,-3-1-1 15,1 4 0-15,2 4-1 0,3-3-2 0,8 0-2 16,0 0-1-16,2 2-3 0,1 0 1 0,6 1-1 16,-1 0 3-16,4 1 1 0,6-2-1 0,2 1 3 15,7-2 5-15,4-1 0 16,12 0 1-16,6-5-8 0,7-1-33 0,14-2-40 16,4-4-62-16,1-5-73 0,-4-1-204 0,2-5-448 15,-4-1 199-15</inkml:trace>
  <inkml:trace contextRef="#ctx0" brushRef="#br0" timeOffset="-86026.78">5915 15405 221 0,'2'-3'288'0,"-2"3"-11"15,1-7-20-15,1 5-17 0,-1-1-23 0,-1 3-24 16,1-4-25-16,-1 4-20 0,0-6-16 0,0 6-33 16,0 0-17-16,0 0-6 0,0 0-9 0,3 20-8 15,-3-11-6-15,1 8-6 0,-1 2-5 0,-1 5-3 16,-2 2-6-16,-1 2-2 0,2-1-4 0,-1 0-7 0,-2-1 4 0,4 0-7 15,-4-7 3-15,5-1-6 0,-1 2-1 0,-1-3-2 16,2-5-1-16,0-2 0 0,2-1-2 0,-2-2 5 16,0 1 1-16,1-3 0 0,-1-1 16 0,0 0 36 15,0-4 30-15,0 5 36 0,0-2 26 16,0-3-7-16,0 0-14 0,0 0-14 0,10-12-11 16,-6 7-10-16,0-5-18 0,0-1-1 0,-1-5-14 0,0 0-7 0,0-4-9 0,1 2-6 15,-1-8-13-15,-2 2-2 0,-2 7-11 16,-3-1-10-16,-2 0-3 0,0 4-18 0,-2-1-8 31,-2 6-8-31,-7 0-1 0,-2 4-2 0,-9-3 3 16,-3 6 1-16,1 2 7 0,-2 2 0 0,2 6 4 15,4-3-4-15,0 3 0 0,0 1 0 0,6 0-5 16,3 1-17-16,3 0-10 0,1 1-14 0,8-1-5 0,-4-1-4 0,4 4 1 16,5-2 12-16,3 0 4 0,4-1 6 0,7 0 9 15,13 3 2-15,1-7 3 0,12-2 2 0,15 1-1 16,6-5 1-16,-1-5-1 0,2 0 3 0,-4-4-2 15,-2 0 2-15,2-4 2 0,-5 3 4 0,-15-2 3 16,-4-2 3-16,-1-1 4 0,1-2 12 0,-10 3 11 16,-2-4 20-16,-7 4 32 0,-1 6 23 0,0-6 16 0,-6 4 18 0,-2 2-7 15,-1 1 1-15,-1 0-8 0,0 0 2 16,-1 5-13-16,-1-4-8 0,1 3-18 0,-3 3-5 16,6-3-27-16,-6 3-25 0,0 0 3 0,0 0-6 15,0 0-3-15,3 12-2 0,-5-3 2 0,1 4 1 16,-3 4-7-16,-1 0 2 0,1 1 1 0,-3 5-8 0,3-2 13 15,0 3-3 1,3-7 2-16,-1 0-3 0,1-4 1 0,0-3 2 16,1 0-1-16,0-3 0 0,0 1 19 0,0-4-16 15,0 2 12-15,-1-3 2 0,1-3 23 0,3 2-8 16,-3-2 1-16,14-9-1 0,-5 5-1 0,2-6 10 16,-1 3-7-16,4-7-8 0,0 0 0 0,5-5 6 15,-4 0-3-15,5 2-10 0,-5-4 5 0,-2 11-12 0,-1-8 3 16,-4 9-9-16,0 1 5 0,-3 2-4 0,0-1-2 0,0 2-5 15,-1 3-7-15,0-1-6 0,-2-1-43 16,-2 4-21-16,0 0-2 0,0 0 7 0,0 0 11 0,15 7 0 16,-14-3 7-16,4 3-2 0,-1 1 3 0,1 3 2 15,1-2-4-15,1 2 3 0,3 4 3 0,-3-6 5 16,6 3 4-16,1 0 4 0,-1-3 7 0,1-4-1 16,-1 2 9-1,6-3-3-15,-6 0 2 0,6-4 6 0,-2-2 0 16,-2 0-1-16,-3-1 6 0,5-2 3 0,-2-3 13 15,0-1 26-15,-5 2 13 0,0-5 6 0,-1 2 17 16,0 1 22-16,-1-2 4 0,-3 2 3 0,4 2 3 16,-7 0-7-16,2 0-8 0,0 3-5 0,0-2-8 15,0 4-8-15,-3-3-13 0,-1 3 1 0,0 2-11 16,5-3-18-16,-5 3-20 0,0 0-34 0,0 0-5 0,0 0 3 0,0 0-2 16,5 7-6-16,-5-2 18 0,0 5-2 0,0 2 5 15,0 4 3-15,-1-1 2 0,0-1-4 0,-7 0-17 16,8-2-9-16,0 1 4 0,-1-1-12 0,-2-1-2 15,2 0-17-15,1-3-2 0,-1 2-7 0,-2-5-6 16,3-1-6-16,-4 3-1 0,3-4-3 0,1-3-12 16,-4 1-66-16,4-1-64 0,-13-1-81 0,4-5-217 0,3-2-578 0,-2 1 255 15</inkml:trace>
  <inkml:trace contextRef="#ctx0" brushRef="#br0" timeOffset="-85879.39">6812 15309 174 0,'1'-7'276'0,"0"0"-34"0,-1 3-19 0,4-3-23 16,-3 2-20-16,2 1-17 0,2 1-19 0,0 1-20 15,2 1-34-15,1 1-41 0,1 1-43 0,0 3-64 16,4-2-73-16,-4 1-150 0,0 0-303 0,0 1 134 16</inkml:trace>
  <inkml:trace contextRef="#ctx0" brushRef="#br0" timeOffset="-85556.42">7209 15348 163 0,'0'0'267'0,"0"0"-27"0,8 0-27 16,-8 0-20-16,0 0-23 15,9 6-17-15,-4-3-12 0,0 3-12 0,1 4-13 16,1 4-10-16,2 1-11 0,-2 0-9 0,-3 4-10 15,0-1-5-15,-2 3-9 0,0-3-6 0,-4 8-6 16,1-8-5-16,-4-1-3 0,4 0-7 0,-2-4 0 16,2-2-4-16,-2-1-6 0,2-4 2 0,-1 1-3 15,0-2 1-15,1 1 27 0,1-3 44 0,-1-1 52 16,1-2 42-16,0 6 25 0,0-6-3 0,0 0-26 0,0 0-14 0,0 0-17 16,6-15-17-16,-1 6-14 0,-1 1-14 0,4-7-12 15,-1-1-8-15,4 1-6 0,0-4-13 0,-2 4-6 16,9-5-22-16,-9 4-18 0,1 0-36 0,4 3-32 15,-5 4-41-15,0 2-32 0,2-2-37 0,-1 3-39 0,-1 0-38 16,2 4-45-16,-1-2-35 0,0 4-280 0,-1-1-638 16,-2-1 282-16</inkml:trace>
  <inkml:trace contextRef="#ctx0" brushRef="#br0" timeOffset="-84692.85">7489 15533 182 0,'-3'3'247'0,"3"-3"0"0,0 0 6 0,0 0-10 15,0 0-12 1,0 0-17-16,0 0-17 0,0 0-21 0,0 0-22 16,0 0-11-16,0 0-17 0,23-6-11 0,-9 4-13 15,-1 0-7-15,5-3-13 0,1-1-7 0,3 2-9 16,-3 1-5-16,4-3-12 0,3-2-7 0,-1 0-5 16,2-2-5-16,-8 4-11 0,0-1 0 0,3 2 0 15,0-2-4-15,-3 2 2 0,-1 0-7 0,-6 1 1 16,-1-1 4-16,-2-1 3 0,-1 2 2 0,-2 2 1 0,-1-2-3 0,0 1-3 15,-5 3 2-15,0-4-6 0,0 4-2 0,0 0-3 16,-22-4 3-16,6 4-2 0,-6 2-3 0,-6 0-1 16,0 5-1-16,-2-1-2 0,2 2 0 0,3 0-2 15,6 0-4-15,-1 1 1 0,5 0 0 0,1 3-11 16,1 3-4-16,3-4 4 0,4-1 1 0,3 4 12 16,3 1-6-1,9-2 0-15,9 5-2 0,7-2 3 0,10-3-1 16,16 4-2-16,4-5 0 0,4-2-7 0,5-5-4 0,-1 0-3 15,3-3 3-15,-4 2 1 0,1-8 4 0,-4-1 2 16,-2-4-1-16,-7 0 9 0,-13 0-5 16,-2 0 2-16,-6-5 3 0,-6 0 13 0,-5 2 13 15,-4-2 10-15,-3-2 1 0,-3 3-3 0,-3-5 1 16,-5 1-7-16,-3-1 0 0,-3 6-4 0,-4-4 1 0,-9-2-3 0,-4 5-4 16,0 0-1-16,-8 5-3 0,3 1-1 0,0 2-2 15,-3 5 1-15,1 3-3 16,0 1-3-16,5 1 7 0,3 2-8 0,3 0 2 15,0 3-6-15,2-3-9 0,4 5-8 0,4-3 1 16,3 2-3-16,0-1 3 0,2 1 3 0,2 1 1 16,4-3 1-16,0 3-1 0,10 2 4 0,-1-7-5 0,3 3 0 0,4-3-12 0,0 0-4 0,4-5-7 15,-2 1-3-15,2-6 3 0,-4 2 3 0,1-4 11 32,-1 0-6-32,-1-3 3 0,-3-2 6 0,-2-1 6 0,-3-1 11 0,0-5 12 0,0-1 13 0,-2 0 1 15,-1-7 3-15,-3-2 0 0,-1 1 9 16,0-2 11-16,0 0 7 0,-2 1 2 0,-5-3 0 15,8 3 13-15,-3-2-10 16,2 2-1-16,-2 0 7 0,0 8-2 0,1 1 0 16,-2 2 14-16,1 3 3 0,1 1-2 0,-1 3 3 15,0 2-8-15,0 0-12 0,4 1-4 16,-4 1-9-16,1 1-3 0,-1 4-12 0,2-8-9 16,-2 8-27-16,0 0-19 0,0 0 5 0,0 0 0 15,0 0 1-15,0 0 7 0,-2 28-1 0,1-12 0 0,-3 2 1 16,3 8 0-16,-3 2 2 0,-1-1 1 0,0 3-7 0,0 0 10 0,-2 1-5 15,1 4 5-15,-2-1 0 0,2-1 0 0,1-3 5 16,4-1 1-16,-3-4-4 0,-2 1-1 0,4-8 1 16,-2 1 2-16,3-3-3 0,-2-3 2 0,1-2 0 15,1-1 3-15,-1-1-1 0,0-1-2 0,2-1 3 16,-2-2-1-16,2 0 1 0,0 0 8 0,2-1-5 16,-2-4 7-1,1 6 15-15,2-4-6 0,-3-2 15 0,9 2 3 16,5-2-7-16,-2 0 2 0,10-1-10 0,7-4 3 15,6 1-41-15,0-1-70 0,2-7-111 0,10-9-183 16,2-1-206-16,-1-2-635 0,-3-4 282 0</inkml:trace>
  <inkml:trace contextRef="#ctx0" brushRef="#br0" timeOffset="-83937.14">9301 15104 100 0,'1'-4'219'0,"-2"-1"-13"0,1 2-16 0,0 3-19 15,1-6-19-15,-1 6-19 0,4-4-17 0,-4 4-10 16,0 0-14-16,1 10-11 0,3-2-9 0,-4 4-7 0,0 8 1 16,0 6-11-1,-1-1-8-15,-2 5-1 0,-3 5-5 0,3 0-9 16,2 13 2-16,0-13-9 0,-2-1-6 0,2 0 3 0,2 0 13 16,-1-4-4-16,3 0-2 0,-3-5-4 15,-3-6-1-15,6 2-2 0,-2-3-1 0,-1-3-3 0,1-3 0 16,-1 0 0-16,3 0 1 0,-3-3-2 0,0-1-2 15,0-4-2-15,1 4-4 0,-2-4-6 0,1-1-1 16,0 1-12-16,0-4-25 0,0 0-87 0,0 0-252 0,0 0-405 16,-4-15 179-16</inkml:trace>
  <inkml:trace contextRef="#ctx0" brushRef="#br0" timeOffset="-83179.48">9392 15279 226 0,'0'-4'227'0,"-2"0"-22"0,2 4-24 16,-1-5-24-16,1 5-19 0,0 0-8 0,0 0-16 0,0 0-13 16,0 0-5-16,19 9-10 0,-10-5-10 0,4 4-2 15,2 2-10-15,-1 2-11 0,2 4-3 0,-2-5-7 16,-2 2-2-16,0 1-11 0,-2 1-5 0,-5-5-3 16,2 2-6-1,-5-3-3-15,-2 2-5 0,-1-2-1 0,-3 0 0 16,-1 1-4-16,-4 0 1 0,-4-4 5 0,-1 3-5 15,-2 0-6-15,-2-1 7 0,-1-4-2 0,-1 2-1 16,5 1-5-16,-1-2 10 0,4-1-2 0,-2-1-5 16,5-1-1-16,3 1 5 0,-1 0-4 0,3-2 4 15,4-1-1-15,-3 2-2 0,3-2 5 0,0 0-4 16,34-4-7-16,-6-2-6 0,6 2 5 0,4-1-12 0,18-6 1 0,3 4-4 16,-1-2 1-16,5 2-2 0,0-2 5 0,2-1 4 15,-3 0 0-15,2 3 3 0,-4 0-2 0,-7-1 3 16,-15 3 4-1,-2 0-4-15,-3 1 7 0,-6-1-7 0,-8 2 20 16,-6 2 31-16,0-2 31 0,-6 1 23 0,1-1 14 16,-3 0 0-16,-1-1-7 0,-3-1-12 0,-2 0-9 15,1 5-10-15,-12-9-10 0,0 5-4 0,-7-1-6 16,-4 2-7-16,-7 3-5 0,-2-3-7 0,0 3-2 16,-4 3-5-16,3 0-1 0,0 2 0 0,0 4-6 15,2-3 10-15,3 6-14 0,1-2-2 0,7-3-4 16,4 5-2-16,1-4-3 0,2 4-1 0,4-5-2 0,3 3 3 15,1 0-4-15,1 1 4 0,4 1-1 16,3-4 3-16,0 4-3 0,4-3-1 0,7 1-1 0,3-2 4 0,2-1 0 16,2-2-2-16,7 0 0 0,-2-3 3 0,2-4-3 15,2-1-1-15,-1 1-2 0,-7 0 0 0,4-10 4 16,-6 3-2-16,-2-2 1 0,-2-1 0 0,2 1 1 16,-4-6 2-16,-4 3 12 0,7-7 17 0,-8-3 1 15,1 0-3-15,-2 0-5 0,-3-2 5 0,1-1 5 16,-3-1 9-16,1 2 5 0,-3-3 16 0,-1 3 7 0,3-1 7 0,-3 8-4 15,0 1 0-15,0 5-1 0,0 2-1 0,-3 1 0 16,3 3-11-16,0 0-15 0,-1 2-11 0,1 1-38 31,0 4-20-31,0 0-1 0,0 0-4 0,0 0 3 16,-5 17 8-16,1-1-1 0,1 2-4 0,2 7 4 0,-3 3-1 0,3 1 1 0,-3 2 7 0,0 1-5 16,7 1 13-1,-2-5-8-15,-1 3 2 0,0-7-16 0,0 0-16 0,4-5-21 16,-3-5-26-16,-1-1-20 0,2-2-35 0,0 1-13 15,-2-4-17-15,1 3-22 16,3-6-26-16,0 0-70 0,0-2-182 0,2-2-507 16,4-2 225-16</inkml:trace>
  <inkml:trace contextRef="#ctx0" brushRef="#br0" timeOffset="-82787.61">10409 15477 12 0,'5'-1'156'0,"-5"1"-9"0,0 0-12 15,0 0 0-15,0 0 9 0,10 0 15 0,0 0-3 16,3 0-11-16,6-1-11 0,2-4-13 0,7 0-13 16,1-1-10-16,2-2-10 15,-3 1-7-15,0-1-7 0,1-2-7 0,-3 0-6 16,-6 2 1-16,-4-2 1 0,7-5 1 0,-8 3 1 16,-1 1-1-16,-1-4 1 0,-6 1 0 0,0 3 0 15,-2-4-5-15,-5 3 2 0,0-1-4 0,-4 3-3 16,-1-1-9-16,-5 2-3 0,-3 0-5 0,-8 4-3 0,1 2-6 0,-11 2 1 15,0 5-8-15,-5 0-2 0,4 6 0 0,0 2-6 16,4 2-3-16,2 3 2 0,7 2-7 16,0 5 1-16,7 2-1 0,5 2 0 0,3-3 3 15,9 1 0-15,8-1 3 0,6-1-1 0,9-3 0 16,5-2 4-16,21-1-4 0,1-4-1 0,5-5 3 0,5-3-3 16,29-4 1-16,-29-2-3 0,1 0 3 15,-6-4 0-15,-5 1-1 0,-22 0 9 0,-1-1 15 16,-12 1 28-16,-3 0 17 15,-4 2 16-15,1-2 3 0,-6 2 2 0,-3 0-10 16,0-2-16-16,0 1-18 0,-1-1-46 0,-4 3-48 16,-4-5-64-16,-1 2-75 0,-4-1-83 0,-4 1-310 15,-1 1-617-15,4-2 274 0</inkml:trace>
  <inkml:trace contextRef="#ctx0" brushRef="#br0" timeOffset="-81886.16">12890 15155 183 0,'0'-3'252'0,"-1"-1"-21"0,1 4-18 0,-1-5-20 16,1 0-16-16,0 5-21 0,0 0-24 0,0 0-30 16,0 0-12-16,0 0-7 15,0 0-6-15,-3 24-14 0,1-7-8 16,0-1-4-16,-1 10-9 0,1 1-5 0,2 4-3 16,-1-2-3-16,1 6-3 0,1-3 0 0,-2 2-8 15,1 0 0-15,1-2 0 0,-1 0-4 0,2-3 2 0,-2-3-19 16,0-1-6-16,1-4 8 0,-1-4 1 0,1-2-4 15,-1-3 3-15,-1-2 0 0,1 1 2 16,0-4 3-16,0-4-6 0,0 5 6 0,0-4 3 0,0-1 2 0,0 1-3 16,0-4 3-16,-3 3 1 0,3-3-29 0,0 0-34 15,0 0-36-15,-15-10-32 0,9 3-45 0,-1-1-166 16,2-3-356-16,-1-6 157 0</inkml:trace>
  <inkml:trace contextRef="#ctx0" brushRef="#br0" timeOffset="-81583.03">12871 15112 129 0,'-1'-9'245'0,"1"1"-13"0,-1 4-19 0,1 0-27 16,0 0-17-16,0 4-18 0,2-7-16 0,1 6-20 16,-3 1-7-16,14 3-10 0,-2 1-11 0,6 2-8 15,2 1-8-15,6 5-11 0,4 0-1 0,-2 2-11 0,0 1-3 16,0 2-2-16,-4-1-5 0,-2 2-6 0,1-1-2 15,-9 0-2-15,-5-3-8 0,-2 1-3 0,-4-3-1 16,0 5-4-16,-9 0 3 0,-4 0-2 0,-7 1-2 16,-9 1-1-16,-1-1 0 0,-3-3 1 0,-2-1-4 15,0-1 1-15,-4-2 2 0,5 0-1 0,-2-2 0 16,1-4-4-16,4 0 0 16,9 0 0-16,2 0 2 0,2-3-1 0,6-1-3 15,1 0-7-15,0-1-9 0,5 2-22 0,3-2-27 16,0 0-27-16,0 0-43 0,27-9-41 0,-8 3-178 15,5 0-380-15,7-3 170 0</inkml:trace>
  <inkml:trace contextRef="#ctx0" brushRef="#br0" timeOffset="-81215.79">13506 15182 268 0,'-1'-5'256'0,"1"5"-8"0,-1-7-19 16,1 2-23-16,1 3-20 0,-1 2-17 0,0-5-20 16,0 5-16-16,-1-5-19 0,1 5-13 0,0 0-9 15,0 0-15-15,0 0-10 0,5 22-3 0,-4-14-8 16,-1 11-9-1,1 5-5-15,-1 2-3 0,-1 5-3 0,0 4-7 16,1 1-2-16,-2 12-3 0,2-13-1 0,-1-2 0 0,1 4-4 16,-1-4-2-16,2-3-2 0,-2-3 0 0,1 1-2 15,0-9 1-15,-4-1-3 0,4-1-2 0,0-5 2 16,-1-1-3-16,1 2 3 0,1-6-20 16,-1 0-15-16,-1 0-10 0,1-5-5 0,1 4 0 15,-1-6-1-15,-1 6 10 0,1-6-11 0,-2 4-48 0,2-4-80 0,0 0-220 16,0 0-422-16,3-18 186 0</inkml:trace>
  <inkml:trace contextRef="#ctx0" brushRef="#br0" timeOffset="-80981.31">13621 15383 127 0,'0'0'237'0,"0"-7"-22"0,1 4-24 0,-1 3-23 0,0 0-19 16,0 0-12-16,0 0-15 0,0 0-14 0,0 0-11 15,17 13-12-15,-12-6-7 0,4 2-5 0,-4-2-9 16,4 4-6-16,-5-2-10 0,1 0-8 0,0 1-6 16,-2 0-16-16,-3 0 3 0,-3 2-2 15,1-1-5-15,-6-3 0 0,-1 2-2 0,-4-3-2 0,-6 6 0 0,0-6-3 0,0 0-1 16,-3 0-3-16,2-3 5 0,-1 0-5 16,-1 0 1-16,10-4-17 0,-5 3-12 0,7-3-16 15,-3 0-36-15,8-3-53 0,1-1-186 0,4 4-342 0,0-10 152 16</inkml:trace>
  <inkml:trace contextRef="#ctx0" brushRef="#br0" timeOffset="-80681.69">14117 15447 118 0,'0'0'182'15,"-4"1"-16"-15,4-1-12 0,0 0-12 0,0 0-12 16,-4 3-11-16,4-3-9 0,0 0-3 0,0 0-9 16,27-2-5-16,-8 1-8 0,8-1-6 0,5 0-7 15,0-1-12-15,5-4-4 0,0 2-6 0,1-3-3 0,1 3-1 0,-5-2-6 16,-3 2-6-16,-3 1-1 0,-9-3-3 0,-1 4-14 15,-5-1-17-15,-4-2-22 0,-4 4-41 0,0-2-45 16,-5 4-30-16,-5-5-150 0,-5 2-313 0,-2 0 140 16</inkml:trace>
  <inkml:trace contextRef="#ctx0" brushRef="#br0" timeOffset="-80467.19">14325 15302 243 0,'0'0'287'0,"0"-9"-2"0,0 4-6 16,0 5-14-16,0-6-23 0,0 6-26 0,0 0-25 15,0-6-23-15,0 6-22 0,0 0-16 0,0 0-13 0,0 0-15 0,0 0-12 16,-9 29-13-16,2-5-4 0,-1 1-9 0,0 1-6 16,3 3-4-16,0 0-6 0,-4-1-5 0,8 1-12 15,-3-1-31-15,4-1-40 0,5-1-18 0,-5-6-34 16,4-2-30-16,2 0-55 0,2-2-277 0,1-4-491 15,0-6 218-15</inkml:trace>
  <inkml:trace contextRef="#ctx0" brushRef="#br0" timeOffset="-79765.64">15266 15132 5 0,'-2'-6'194'15,"0"4"-22"-15,-2-2-15 0,-2 1-13 0,-1 1-14 16,0 2-12-16,-5 1-6 0,-2 3-7 0,-4 2-9 16,-1 1-14-16,-8 5-4 0,2 2-6 0,-1 3-4 15,2 1-13 1,1 0 0-16,1 6-4 0,0-2-8 0,6 3-2 16,-6 0-6-16,9 0 0 0,-1 3-10 0,5-3 0 0,1 1 0 15,5-9-3-15,0 1 1 0,3-1-6 16,3-4-1-16,3 2 1 0,3-3 1 0,1-4 0 0,8 1 8 15,1-2 2-15,11-3 2 0,-1 0-2 0,-1-4-1 16,2-6-1-16,-1 0-3 0,2-2-1 0,-7 0 5 16,2-5 2-16,-7 2 8 0,-4 0-1 0,2-3 0 0,1-7-3 15,-4 0-1-15,-5 4-2 0,2-7-6 0,-5-3 1 0,1 3-4 16,-5-5-3-16,0 3-1 0,-5 1 1 16,-1-1 0-16,-1 6 2 0,-2 1 0 0,-2 2-1 15,0-1 0-15,-3 5-2 0,-1 1-1 0,3 4-3 16,-3-1 3-16,0 3-3 0,2 2-1 0,0 2-4 0,-2 3-3 15,0 2-1-15,0 2 1 0,2 3-5 0,-1 5 2 16,3 1-4 0,-1 3 2-16,1 7 1 0,1 2-1 0,4 2-1 15,3 0-2-15,1 2 3 0,1 5 3 0,2-1-6 0,2 0 5 16,2 0-3-16,4-1 0 0,-5-1 4 0,2-3-4 16,1 2 2-16,1-4 1 0,-2-3-1 0,-3 0-1 15,-2-6 0-15,-3 0 0 0,0-2-4 0,-3-5 3 16,2 1 0-16,-4 0-2 0,-2-2 4 0,0 1 1 0,-4-3-2 15,2 0 3-15,-1-1-2 0,-2-1 5 0,1-1-2 16,-3 0 0-16,3-2-2 0,-1 0-2 16,3-1-1-16,2-1-7 0,0 1-20 0,0-2-30 15,7 0-58-15,-9-3-73 0,6-2-223 0,4 0-446 0,5-1 197 16</inkml:trace>
  <inkml:trace contextRef="#ctx0" brushRef="#br0" timeOffset="-79227.79">15807 15245 203 0,'-10'-7'204'15,"4"2"-20"-15,-6 2-24 0,1 1-8 0,2-1-15 16,-3 3-17-16,0 1-13 0,-1 2-9 0,-1 1-8 15,-1 3-10-15,-3 1-8 0,2 1-10 0,0 0-4 16,2 1-9-16,0 2-2 0,1 2-6 0,1-2-5 16,1 1-4-16,3 0-3 0,4-5 0 0,-1 4-1 15,1-3-6-15,1-3-4 0,1-1 6 0,2 2 0 0,2-2 9 16,3-2 16-16,2 2 12 0,1-5 10 0,1 0 7 16,2-2 1-16,2 2 0 0,1-3-3 0,-1-1-1 0,4-1-3 15,-2-2-5-15,-2 2-8 0,0 1-5 0,-2 3-11 16,2-3-1-16,-3 1-6 0,-2 3-5 15,3 0-6-15,-1 0-10 0,-2 4 1 0,2 4-6 16,-1-2 1-16,-1 6-3 16,6 0 0-16,-5 1-2 0,0 6-2 0,0-4-2 15,-3 9 3-15,-2-6-1 0,-1 1 0 0,-3 1 1 16,1 0 0-16,-1-1-5 0,1 1 1 0,-2-3 2 16,-3 0-1-16,3-5 1 0,-2-2-3 0,3-1 1 0,-4-2 5 0,7-1 17 0,-3 1 37 15,0-4 33-15,0-1 51 0,0-2 44 0,0 5 33 16,0-5 12-16,0 0-14 15,0 0-19-15,0 0-19 0,1-17-17 0,3 9-19 16,0-4-14-16,1 0-14 0,1-5-12 0,7-5-12 0,0 0-8 16,0-1-9-16,1-1-9 0,0-3-6 0,2 6-23 15,-2-2-23-15,-1 2-21 0,-4 4-24 16,5 2-33-16,-7 1-34 0,0 3-35 0,3 2-37 16,-2 0-37-16,1 4-34 0,0-4-36 0,1 5-47 15,3 2-60-15,-4-6-283 0,4 5-720 0,-2 1 320 0</inkml:trace>
  <inkml:trace contextRef="#ctx0" brushRef="#br0" timeOffset="-79042.86">16429 15348 113 0,'-11'-7'310'0,"11"7"-28"15,0 0-27-15,4-8-24 0,-4 8-29 0,7-4-16 16,4 0-20-16,2 4-20 0,0-5-26 16,7 3-42-16,2-1-42 0,-2 2-64 0,8-2-73 15,-6 1-79-15,-2-2-123 0,-1 3-328 0,0-1 145 0</inkml:trace>
  <inkml:trace contextRef="#ctx0" brushRef="#br0" timeOffset="-78864.47">16429 15504 146 0,'0'0'220'0,"7"5"-14"0,7-4-16 15,3-2-19-15,11 0-15 0,4-3-17 0,4 2-11 16,1-1-15-16,19-2-9 0,0 3-13 0,2-3-24 16,3 2-27-16,-1 0-34 0,-1-2-47 0,-3-1-82 15,-3-2-147-15,0-1-291 0,-16 0 130 0</inkml:trace>
  <inkml:trace contextRef="#ctx0" brushRef="#br0" timeOffset="-78247.4">17493 15138 159 0,'1'-8'269'0,"1"2"-10"0,0-1-17 0,-2 2-21 16,3 1-24-16,-3-1-25 0,2 2-19 0,-2 3-21 0,0-3-20 15,0 3-12 1,0 0-13-16,0 0-7 0,5 15-9 0,-1-6-11 15,-3 2-6-15,2 5-6 0,-3 1-3 0,0 5-4 16,3 2-7-16,-5-3 0 0,1 9-8 0,-2 2 0 16,2-1-2-16,-3-2-2 0,0-3-1 0,1-1-1 15,-2-1 4-15,-1-5-4 0,3-2-8 0,-1-5-1 16,1 1-4-16,-2-5-5 0,2 3 0 0,-1-4 1 16,2 1 2-16,-2-4 0 0,2-3 2 0,-2 0-3 0,4-1 2 0,-13-6 0 15,4-2-3-15,2 0 2 0,-2-3-3 0,-4-4 3 16,4-1-4-16,0-1 2 0,0-7 1 0,0-1-1 15,4-1 2-15,1 0-5 0,4 3 4 16,3-9 0-16,3 1-3 0,3 1 2 0,4-3-2 0,0 2 0 16,4-2 0-16,2 5 2 0,1-1-2 0,0 1 1 15,3 4-2-15,-4 3 0 0,7 1 4 0,1 2-4 0,-3 5 7 16,0 1-8-16,-4 6 0 0,8-1 3 0,-2 2-2 16,-6 2 0-16,0 3 0 0,-2 2-3 0,-3 1-3 15,-2 4-5-15,-4 2 2 0,-4 1-2 0,3 5-2 16,-7 2 4-16,-6 0 0 0,-4 9 1 0,-4-2 2 15,-6 0 0-15,-4 1-2 0,-2-3 2 0,-2 1 3 16,-13 7-4-16,7-11 3 16,0-1-4-16,-2 2 5 0,-1-7 1 0,2 1 1 15,6-1 4-15,0-3 4 0,8-4 9 0,4-1 12 16,3-2 17-16,4-1 24 0,4 1 27 0,-4-2 33 16,5 1 28-16,4-2 3 0,0 0-17 0,-5-4-14 15,5 4-17-15,0 0-7 0,14-9-13 0,-5 4-12 16,4 1-9-16,0 1-11 0,3 0 0 0,2 1 1 15,-1 3-19-15,3 0-10 0,-1 3 9 0,8 4-8 0,-1 2-9 16,-2 1 5-16,2 6-22 0,2 1-1 0,-3 3 3 0,-1 0-13 16,3 2 10-16,-5-3 17 0,1-1-17 0,-10-3-3 15,4-3-24-15,-1 2-13 0,-2-7-15 16,-5 2-37-16,3-7-41 0,-3 0-56 0,0 1-82 16,4-8-107-16,4 0-211 0,-2-1-631 0,1-8 278 15</inkml:trace>
  <inkml:trace contextRef="#ctx0" brushRef="#br0" timeOffset="-76104.88">19025 15208 175 0,'0'0'247'0,"0"0"-18"0,-6-1-20 0,6 1-16 16,0 0-12-16,0 0-21 0,0 0-16 0,-7 0-13 15,7 0-10-15,0 0-15 0,0 0-13 0,0 0-7 16,0 0-10-16,22-5-10 0,-9 2-4 0,6 2-9 16,9 0-3-16,3-3-9 0,2 4-32 0,0-3-37 0,-1 3-42 0,-2 0-49 15,3 0-40-15,-5-3-184 0,-6 3-371 0,-1 0 163 16</inkml:trace>
  <inkml:trace contextRef="#ctx0" brushRef="#br0" timeOffset="-75935.93">19163 15373 76 0,'-1'2'119'0,"1"-2"7"0,0 0-9 0,11 4-5 15,2-3-21-15,0-1-7 0,6 0-4 0,0-1-30 0,-1-2-43 16,1-3-38-16,-1-1-108 0,0 1-150 0,0-3 66 16</inkml:trace>
  <inkml:trace contextRef="#ctx0" brushRef="#br0" timeOffset="-75704.14">19377 15016 210 0,'-3'-7'268'0,"2"3"-23"16,-1 0-28-16,2 0-27 0,0 4-19 0,0 0-20 16,0 0-15-16,0 0-18 0,14 8-9 0,-8 0-15 15,3 6-9-15,2 1 1 0,8 9-2 0,2 1-10 16,5 1-6-16,10 7-2 0,-10-6-6 0,8 8-6 16,-10-6-6-16,-2-1-4 0,0 0-4 0,-4 0-1 15,-5-1-4-15,0-1-7 0,-5-2-7 0,-4 0-14 16,-2-4-16-16,-4-3-14 0,-12 7-13 0,1-2-19 0,-8-3-34 0,-6 1-63 15,-6-3-246-15,-15-2-430 0,10-4 190 0</inkml:trace>
  <inkml:trace contextRef="#ctx0" brushRef="#br0" timeOffset="-72266.63">20638 14869 191 0,'-5'-1'200'0,"5"1"-19"0,-8 0-19 16,8 0-17-16,-6 2-14 15,2 1-15-15,1-1-11 0,-1 2-13 0,3 0-8 16,-3 0-8-16,3 1-10 0,-2 2-7 0,3-2-2 15,0 2-10-15,0-2-3 0,0 3-4 0,4-2-3 16,0 0-6-16,4 0-2 0,-2-1-4 0,6 2-1 16,0-2-1-16,5 1-4 0,2-4 2 0,3 1-5 15,0-1 4-15,4 1 0 0,-8-2-3 0,1 2 0 16,-2-3-1-16,-3 1-1 0,-2 1 0 0,-2-1-2 0,-2 0-4 0,-1 0 1 16,-3 0-4-16,3 1-3 0,-1 4-2 0,-5-2 3 15,-1 3-4-15,0 4 5 0,-7 4-2 16,-5 3-2-16,-6 3 8 0,0 1-7 0,-1 2-4 15,-4-2 5-15,3 4-10 0,-3 0 4 0,2-4 1 16,2 3-1-16,-1 0 1 0,4-3 1 0,-2-1-1 0,7-6 2 16,1 1-1-1,-1-3 1-15,6-1 2 0,-4-3-3 0,7 0-1 16,-2-2 3-16,0-3 8 0,4 1 5 0,0-2 3 16,1 1 18-16,-1-4 14 0,9 1 5 0,0 0-5 15,4-1-5-15,1-2-2 0,-1 0-2 0,5 2-6 16,-2-2-3-16,3 2-6 0,0-3 3 0,1 3-5 15,0 0-4-15,0-2 1 0,1 1-3 0,-2 2-5 16,3-1 2-16,-3 2-2 0,-1-2-2 0,-5 3 8 0,-1-1-6 0,-1-4 0 16,-1 4 2-16,-2-2-2 0,-1 0-5 0,-1-2-14 15,-6 2-8-15,10 0-18 0,-6-3-23 0,0 3-27 16,-4 0-46-16,7-4-71 0,-8-1-190 0,1-1-422 16,0 6 187-16</inkml:trace>
  <inkml:trace contextRef="#ctx0" brushRef="#br0">20640 15223 135 0,'-7'0'157'16,"7"0"-19"-16,0 0-13 0,0 0-11 0,0 0-12 15,-8 0-8-15,8 0-6 0,0 0-6 0,0 0-3 16,0 0 4-16,0 0 12 0,0 0 11 0</inkml:trace>
  <inkml:trace contextRef="#ctx0" brushRef="#br0" timeOffset="-71396.72">21350 15179 73 0,'0'0'144'0,"0"0"3"0,0 0-2 0,0 0 2 16,-7 1-1-16,7-1 2 0,0 0-3 0,0 0-5 15,0 0-13-15,0 0-6 0,0 0-5 0,0 0-4 16,27-5-6-16,-13 5-7 0,5-5-10 0,0 3-6 0,3-1-6 16,0 0-1-16,-2 0-6 0,3 2-8 0,-5-2-4 15,1 0-9-15,-6 1-1 0,-2 0-3 0,0 1-1 16,-5 0-6-16,1 0-3 0,-1 1-4 0,-6 0 1 15,9 0-5-15,-9 0 1 0,0 0-9 0,8 0-5 16,-8 0-9-16,0 0-2 0,0 0-14 0,0 0-22 16,0 0-24-16,-15 7-29 15,9-6-34-15,-2 1-41 0,3 1-46 0,0-3-156 16,-1 0-393-16,6 0 175 0</inkml:trace>
  <inkml:trace contextRef="#ctx0" brushRef="#br0" timeOffset="-70849.16">21784 14972 268 0,'0'-5'331'0,"-1"1"-25"0,1 4-32 16,-2-6-29-16,2 6-28 0,0-5-27 0,0 5-21 15,3-2-28-15,-3 2-15 0,0 0-11 0,0 0-11 16,6 13-14-16,-1-5-19 0,2 0-16 0,-1 1-18 0,2 0-15 0,-2-1-11 15,3 3-11-15,0-2-7 0,0-2-3 0,0 2-4 16,-4-1-3-16,5-3 0 0,-6-1 1 0,4 0 5 16,-3 0 0-16,-1-1 2 0,0-2 9 0,-4-1 8 15,7 1 12-15,-7-1 12 0,9-2 6 0,-2-1 9 16,-5-1 7-16,1-1 1 0,2 0 10 0,-1 0 0 16,-3 0 3-1,0 0 0-15,6 0 4 0,-6 0-5 0,2 1 1 16,-2 1-3-16,-1 3-7 0,1-6-7 0,-1 6-12 0,0-3-12 15,3 0-17-15,-3 3-12 0,0 0-7 16,0 0-2-16,7 11 0 0,0-5-4 0,-2 5-2 16,1 4 6-16,-2 0-5 0,0 2 5 0,1 3-2 15,0 6-3-15,-1 0 1 0,-3 2 1 0,-1 1-4 16,-4-1 0-16,4-1 0 0,-5 0-3 0,3-3-2 0,-3-6-2 0,1-2 3 16,0-5 1-16,0 2 2 0,0-3 1 0,-1-3 5 15,0 0 4-15,0-4 20 0,0-1 18 0,0-2 27 16,5 0-1-16,-13-5 25 0,8 0 25 0,0-4 23 15,-2-1 0-15,2-4-15 0,1-5-23 0,4 1 2 16,4-10-4-16,1 0-13 0,3-1-9 0,5 0-6 16,0-1-8-16,6 0-7 15,-1 3-7-15,1-4-2 0,1 8-5 0,-2 2-9 16,1-1-22-16,-6 9-25 0,1 0-39 0,-1 3-30 16,-4 2-35-16,1 1-33 0,-2 2-48 15,-3 1-59-15,1 2-61 0,-2-1-232 0,1 0-608 0,-5 3 270 16</inkml:trace>
  <inkml:trace contextRef="#ctx0" brushRef="#br0" timeOffset="-70631.94">22246 14780 121 0,'2'-4'309'0,"-1"2"-33"15,-1 2-29-15,5-3-29 0,-5 3-16 0,9 8-22 16,1 1-20-16,-1 6-8 15,4 8-15-15,1 5-11 0,-4 5-8 0,-1 1-11 16,0 12-8-16,-6 3-11 0,-3-3-9 0,-7 1-7 16,-3-1-6-16,0-9-9 0,-5 7-2 0,-5 0-13 15,-2 1-7-15,1-16-9 0,-10 12-23 0,7-14-35 16,-17 9-50-16,-4-8-54 0,2-2-54 0,-13-2-233 16,-2-7-457-16,-2-5 202 0</inkml:trace>
  <inkml:trace contextRef="#ctx0" brushRef="#br0" timeOffset="-70179.08">20313 14662 84 0,'0'0'172'0,"0"0"-10"15,-14 14-11-15,1 10-18 0,1 3-10 0,-9 20-9 16,2 8-12-16,-2 0-9 0,-4 28 2 0,3-25-10 16,0 20-9-16,8-23-5 0,8 3-7 0,3 1-2 15,6-5-3-15,7 0 31 0,8-1-8 0,9-7-3 16,6-2-4-1,9-11-6-15,6 2-5 0,9-9-16 0,6-4-6 16,29-1-27-16,-26-11-59 0,33-5-78 0,-37-7-219 16,29-3-370-16,-31-3 165 0</inkml:trace>
  <inkml:trace contextRef="#ctx0" brushRef="#br0" timeOffset="-69647">20732 15225 35 0,'0'0'255'0,"-6"-1"-13"0,6 1-15 0,0 0-16 16,-5-3-13-16,5 3-14 15,0 0-13-15,0 0-10 0,0 0-17 0,0 0-14 16,0 0-9-16,0 0-7 0,0 0-1 0,16-5-11 16,4 2-6-16,10-1-11 0,7-1-5 0,21 0-11 15,-3-2-11-15,2-2-37 0,-2 2-60 0,0 6-93 16,-2-10-309-16,-16 5-478 0,-3 0 211 0</inkml:trace>
  <inkml:trace contextRef="#ctx0" brushRef="#br0" timeOffset="-68642.88">22804 14763 19 0,'0'-5'229'15,"-3"1"-8"-15,3 4-9 0,0-4-18 0,0 4-21 16,0-5-19-16,0 5-16 0,0 0-18 0,0 0-12 0,0 0-8 0,0 0-12 16,-1 14-8-16,1 0-9 0,-1 4-6 0,1 8-7 15,-3 5 11-15,2 5-5 0,-3 10-9 0,1 3-3 16,-2-1-5-16,-4 1-7 0,4 0-1 0,1-15-8 16,-1 14-2-16,1-1-2 0,-1-10 7 0,4-3-12 15,-1 1 1 1,2-3-5-16,-2-3 0 0,2-2 4 0,0-7-25 15,0-4-3-15,2 2 3 0,-4-8 0 0,2 4 3 0,0-8-1 16,0 2 5-16,-1 0 0 0,1-3-3 0,-3 0 3 16,3-1 0-16,3-1 3 0,-3 1 2 0,0-4-2 0,-3 5 5 15,3-5-8-15,0 0-32 0,0 0-38 0,0 0-43 16,0 0-66-16,-5-17-206 0,5 8-412 16,0-3 183-16</inkml:trace>
  <inkml:trace contextRef="#ctx0" brushRef="#br0" timeOffset="-68375.79">22827 15025 109 0,'-3'-5'285'16,"2"4"-31"-16,-1-4-28 0,2 5-25 0,0 0-20 15,0 0-21-15,0 0-17 0,0 0-12 0,17 8-13 16,0-1-14-16,2 1-9 0,7 5-10 0,0 3-9 15,1 0-7-15,1-3-6 0,-5 4-9 0,0 0-4 16,-7-3-5-16,-1 1-8 0,-5-3-9 0,-1 4-7 16,-4-7-2-16,-3 4-4 0,-6-1 0 0,-5 4-3 15,-8-5 2-15,-10 5-3 0,-6-3-4 0,-16 4 2 0,11-9-4 0,-10 2-4 16,8-3 1-16,2 0-13 0,2-7-14 0,0 2-33 16,3 1-35-16,2-3-62 0,10-3-230 0,3 1-415 15,6-4 184-15</inkml:trace>
  <inkml:trace contextRef="#ctx0" brushRef="#br0" timeOffset="-66287.42">23459 15150 47 0,'-10'0'184'0,"10"0"-10"15,-5-2-14-15,5 2-13 0,0 0-12 0,-8 0-11 0,8 0-17 0,0 0-3 16,0 0-14-16,0 0-4 0,0 0-4 0,-4-2 2 16,4 2 6-16,0 0-9 0,27-3-8 0,-5-2-3 15,4 2-11-15,3-2-5 0,4 1-2 0,4-1-8 16,0 0-5-16,15-2-2 0,-13 5-1 0,-1-3-11 15,-1 3-5-15,-5-3-14 0,-1 3-15 0,-9 0-19 16,-3 1-22-16,-6-1-25 16,-2 2-12-16,-3 0-28 0,-3-1-22 0,-5 1-149 15,0 0-308-15,0 0 137 0</inkml:trace>
  <inkml:trace contextRef="#ctx0" brushRef="#br0" timeOffset="-66071.04">23739 14980 228 0,'-1'-9'267'0,"-2"0"-4"0,3 2-7 16,-1-1-1-16,1 4-15 0,0-1-18 0,-1 0-16 15,1 5-25-15,-2-5-22 0,2 5-22 0,-1-3-22 16,1 3-9-16,0 0-15 0,-5 16-10 0,0-4-8 16,0 7-8-16,-2 4-10 0,2 4-5 0,1 0-3 15,-3 0-7-15,3 5-2 0,3-5-3 0,1 2-5 0,-2 0-29 0,2-1-33 16,2 1-47-16,0-3-39 0,0-7-42 0,1 1-68 15,1-3-210-15,0-1-474 0,1-5 210 16</inkml:trace>
  <inkml:trace contextRef="#ctx0" brushRef="#br0" timeOffset="-65416.19">24598 14809 177 0,'0'0'206'0,"-8"-1"-20"0,8 1-19 0,0 0-19 16,0 0-13-16,-4 4-15 0,4-4-9 0,5 7-11 15,2-4-9-15,3 1-6 0,3 3-4 0,5-3-12 0,2 2-8 16,1 3 1-16,5-3-6 0,4 3-6 0,-9-6-8 16,5 6-4-16,-4-2-5 0,-3-2 0 15,-1 0-7-15,-4 0-5 16,-1 1 1-16,-1-2-8 0,-4 0-6 0,-1 1-3 15,-1 1-1-15,-5 1 0 0,-1 0 7 0,0 0-9 0,-7 5 0 16,-3 4 6-16,-5-3-4 0,-3 7 1 0,-2-1-6 16,0 1 3-16,-2 2 3 0,-4-4-2 0,3 2-4 15,0-1 0-15,1-1 3 0,3 0-1 0,3-5-2 16,3 2 1-16,-1-1-1 0,5-6 5 0,2 1-8 16,2 0 4-16,3-3 11 0,-1 0 6 0,2-1 8 0,1 1 4 15,4-1 5-15,1-4 3 0,6 3-1 0,3-1-5 16,4-3 0-16,11 0-2 0,0-4-5 0,0 1-1 15,-2 2-3-15,4-4 1 0,-3 2-10 0,-1-2-28 16,-8 1-23-16,-2 0-27 0,-4 0-44 0,0 0-41 0,-4-1-213 16,0 0-395-16,-4-1 175 0</inkml:trace>
  <inkml:trace contextRef="#ctx0" brushRef="#br0" timeOffset="-65068.97">24625 15126 237 0,'-6'0'229'0,"1"3"-17"16,5-3-9-16,-9 0-17 0,9 0-6 0,-7-3-8 15,7 3-9-15,0 0-16 0,0 0-12 0,0 0-15 0,0 0-10 0,0 0-10 16,19-5-9-16,1 0-9 0,2 1-8 0,8-3-9 16,5 2-3-16,4-2 2 0,-1 0-2 0,0 0 0 15,13-2-6-15,-15 5-6 0,-4 0-6 0,-4-1-2 16,-6 2-7-16,-5 3-4 0,-6-3-2 0,1 2-1 16,-3 1 0-16,-1-1-2 0,-1 1-9 0,-3-2-3 15,-4 2-8-15,6-1-7 16,-6 1-31-16,0 0-23 0,0 0-29 0,-19 3-24 15,10-3-29-15,0 0-38 0,0 1-42 0,-1 0-176 16,0-1-424-16,3 0 187 0</inkml:trace>
  <inkml:trace contextRef="#ctx0" brushRef="#br0" timeOffset="-64837.62">25255 15066 160 0,'0'0'305'0,"0"0"-27"0,-8 0-24 0,8 0-27 16,0 0-21-1,0 0-21-15,15-4-19 0,-1 1-23 0,0 1-33 0,5-1-38 0,2 0-44 16,-1 1-45-16,10-5-67 15,-3 2-84-15,-7 0-144 0,-1 0-336 0,0 0 150 0</inkml:trace>
  <inkml:trace contextRef="#ctx0" brushRef="#br0" timeOffset="-64357.55">25655 14902 37 0,'2'-8'277'0,"1"6"-31"0,2 0-19 0,2-2-29 15,1 2-21-15,2 2-16 0,2 0-19 0,-1 3-13 16,2 0-14-16,-1 1-12 0,-1 4-13 0,4 2-10 16,-6-2-13-16,-1 8-7 0,2-5-8 0,-9 4-6 15,6-1-7-15,-7 3-3 16,-3-2-4-16,2 0-4 0,-5 3-6 0,-2-2 1 15,-1-2-3-15,-4 1-2 0,3-1 1 0,-3-5-7 16,3 2 1-16,1-2 0 0,1-3 3 0,-1 2 5 16,2-3 1-16,0 0 4 0,2 0 12 0,0-2 17 15,3 0 27-15,-2-1 32 0,4-2 33 0,-5 2-11 16,5-2 1-16,0 0-19 0,7-13-6 0,0 5-14 16,2-1-10-16,5-3-5 0,0-2-8 0,6-5-9 0,-2 0-5 0,4-1-1 15,-2-2-10-15,-2 2-13 0,7 1 0 0,-8 0-9 16,-2 4 8-16,-2 3 8 0,-5 2-3 0,0 2-4 15,-3 2 2-15,1 1-20 0,-1 0 7 0,-2 1-4 16,0 2-22-16,-1-1-24 0,-2 3 2 0,0 0 3 16,0 0-5-16,1 12 8 0,-2-3 9 0,0 2-11 15,-2 0-2-15,3 1 5 16,0 5-13-16,-1-2-9 0,2 2-20 16,1-2-23-16,1 2-17 0,3 0-21 0,-1-5-44 0,2-2-28 0,0-1-47 0,2 0-81 15,-3-6-176-15,4 1-536 0,-3-3 238 0</inkml:trace>
  <inkml:trace contextRef="#ctx0" brushRef="#br0" timeOffset="-64113.74">26108 14708 149 0,'0'-4'315'0,"0"-3"-31"0,-1 3-30 0,1 4-26 16,0-4-29-16,0 4-10 0,0 0-29 0,0 0-16 15,9 16-4-15,-5-1-19 0,6 10-12 0,-4 1-14 0,1 6-4 0,-2 1-7 16,2 15-8-16,-2-2-3 0,-1 0-11 16,-6-10-1-16,-2 11-8 0,-1-11-6 0,-5 7-2 0,-3-6-7 15,-4-5-14-15,-8 11-10 0,-7-5-12 0,-3 1-27 16,-2-5-32-16,-5-4-46 0,-5 0-35 0,2-5-51 16,-9-5-236-16,-2-5-459 0,2-4 204 0</inkml:trace>
  <inkml:trace contextRef="#ctx0" brushRef="#br0" timeOffset="-63657.91">24450 14717 105 0,'0'0'194'0,"0"0"-18"0,-4 10-12 0,-1 5-11 0,-1 5-16 15,-3 9-12-15,-1 4-11 16,1 16-4-16,-2-1-6 0,-2 5-6 15,4-4-10-15,3 1-9 0,0-1-4 0,8-1-7 0,0-11-8 16,6 8 4-16,0-10-7 0,7-3-8 0,8 10 0 0,0-12-4 16,0-5-3-16,5 0-22 0,7-5-53 0,2-6-101 15,-1-2-202-15,3-5-362 0,-2-4 161 0</inkml:trace>
  <inkml:trace contextRef="#ctx0" brushRef="#br0" timeOffset="-60907.92">26603 14855 158 0,'0'-5'223'15,"0"-2"-8"-15,-2 1-17 0,1 2-12 0,0 0-17 0,-2-1-15 16,-1 0-16-16,1 2-15 0,-5 2-11 15,-3 2-6-15,-6 0-18 0,-1 6-7 0,1-2-14 0,-11 5-4 16,9-1-7-16,-8 2-3 0,0 3-7 0,13 0-5 16,-9 1-6-16,9-2-4 0,-2 0 1 0,4-1-7 0,3-2-5 15,-1 2-1-15,2 0-1 0,4-2-1 0,-1 0-1 32,4-1 1-32,1-3-2 0,1 1-1 0,3-1-2 0,1-2 2 0,7 0 1 0,0-2 0 0,1 0-1 0,6-4 7 15,-2 0 14-15,2-5 3 0,-1 4 7 16,1-4 6-1,-1-1 2-15,-1 0 2 0,1-1 3 0,-4 1-5 16,0-1 2-16,-4 1 3 0,0 3-3 16,0-1 0-16,1-1-5 0,-5 3-3 0,-2 0-11 0,2 0-3 15,-1 1-6-15,1 3-8 0,-3-1 0 0,-3 1-5 16,8 1-2-16,-3 5-5 0,1 1 2 0,0 3-4 16,-2 0 5-16,3 3-3 0,-3 4-1 0,2 1-3 15,-2-2-2-15,1 4 1 0,-1-1 2 0,0 1-4 16,-3-2 4-16,3 0-4 0,0-2 5 0,1 1-6 0,-4 0-2 0,2-6 3 15,-2-1 3-15,-1 1-3 0,1-4 1 0,-1-2 2 16,3 0 6-16,-3-1 42 0,0 0 47 0,0-4 36 16,1 4 31-16,-1-4 23 0,0 0 8 0,0 0-20 15,0 0-16-15,7-9-16 0,-5 1-12 0,5-1-17 16,-1-4-10-16,3 0-9 0,1-2-11 0,0-3-8 16,3-4-9-16,0 0-9 0,1 1-3 0,-1-1-10 0,0 5-2 15,-6 3-9-15,2 4 2 0,-1-1-3 0,-2 3-12 16,-3 1 1-16,3 1-1 0,-4 2-6 0,0 0-32 0,-1 0-27 15,1 2-54-15,0-1-34 0,-2 3-49 0,0 0-11 16,0 0-23-16,10 5-29 0,-6-2-24 0,0 2-51 16,-1 2-74-16,3-2-252 0,-1 0-698 15,5-1 310-15</inkml:trace>
  <inkml:trace contextRef="#ctx0" brushRef="#br0" timeOffset="-60675.76">27493 14968 41 0,'0'-2'340'0,"-2"-2"-36"16,2 4-32-16,4-9-24 0,3 1-25 0,4 4-24 15,6-1-20-15,10-1-18 16,4 0-42-16,-1 0-37 0,1 1-46 0,2 1-58 16,-5 2-83-16,3-3-96 0,-3 2-112 0,-7-2-339 15,-1 3 150-15</inkml:trace>
  <inkml:trace contextRef="#ctx0" brushRef="#br0" timeOffset="-60506.41">27647 15092 197 0,'-6'5'205'16,"-1"-2"6"-16,2 0 1 0,1-1-3 0,1 1-3 0,3-3-10 16,0 0-22-16,9 4-22 0,4-4-10 0,6 0-17 15,13-3-15-15,0 1-45 0,0-1-48 0,5-1-65 16,-2-1-84-16,-3-2-209 0,0 1-368 16,2-5 163-16</inkml:trace>
  <inkml:trace contextRef="#ctx0" brushRef="#br0" timeOffset="-59726.67">28601 14634 233 0,'0'-5'269'0,"-1"0"-21"0,-2 0-24 0,3 2-24 16,0 3-19-16,0-8-23 0,0 8-25 0,0 0-22 15,3-4-9-15,-3 4-10 0,0 0-9 0,0 0-8 16,5 14-6-16,-1-6-9 0,1 2-9 16,-4 1-11-16,4 1 0 0,0-2-15 0,6 7-14 0,0-2-9 15,-3-3-14-15,0-2-13 0,4 4-7 0,-3-4-12 16,0-3-3-16,4 2-5 0,-3-3-4 0,-1-4 10 0,1 2 3 15,-1-4 7-15,2-1 1 0,-1 0 5 0,-1-6-1 16,-2 0 7-16,1-1 16 0,3-4 24 0,-3 0 12 0,1 0 13 16,1-2 16-16,-5 2 9 0,3 2 5 0,-4-3 10 15,1 2 7-15,1 1 7 0,-2 2 5 16,0 1-8-16,-1 3-7 0,-2-1-8 0,0 0-13 16,-1 2-13-16,4 1-18 15,-4 2-17-15,0 0 1 0,0 0-5 0,3 9-1 16,-6 1-2-16,6 5 0 0,-2 4 0 0,-2 10-3 15,-2 1 3-15,3 4-2 0,0 1 0 0,-1 16-1 16,-3-2 1-16,-1 0-2 0,-2 1 3 0,4-1-24 16,-1-16 2-16,-4 2 1 0,4 0 3 0,-1-3 1 15,-4 1 0-15,6-1 5 0,-7-7-6 0,5 1 7 16,-2-2 0-16,0-7-2 0,2-5 1 0,1 1-1 0,-1-4 4 0,-4-1-2 16,0-2 5-16,-1 0 2 0,-1-6 3 0,-5-3-1 15,-2-5 0-15,-6-5 0 0,-3 1 5 0,4-2 16 16,-1-6 27-16,6 2 11 0,0-1 30 0,9 2-10 15,0-2-3-15,0-8 3 0,9 1-6 16,4-6-9-16,8 0-1 0,3 1-13 0,9-10-6 0,-1 10-3 16,0 3-5-1,-1 1-6-15,5 4-2 0,-2 3-7 0,1 2 0 16,-1 1-5-16,-6 6-6 0,2 2 4 0,-3 1-1 16,-4 3-8-16,0 2-29 0,-2 1-24 0,-6 0-33 15,3 0-35-15,1 4-26 0,-2 1-38 0,-8-3-21 16,9 2-39-16,-4 1-61 0,-5-3-179 0,5 4-513 15,-2 1 228-15</inkml:trace>
  <inkml:trace contextRef="#ctx0" brushRef="#br0" timeOffset="-59357.01">29229 14899 29 0,'0'0'181'0,"-6"2"-3"15,6-2-15-15,-5 1-6 0,5-1-19 16,0 0-10-16,-7 2-8 0,7-2-9 0,0 0-2 0,0 0 2 16,0 0 1-1,0 0 2-15,0 0 0 0,-3 3-3 0,3-3-3 16,0 0-8-16,0 0-11 0,19-5-10 0,-6 3-4 15,10 0-9-15,5-2-5 0,7 2-5 0,-2 0-10 16,5-2-2-16,15-2-6 0,-14 5 3 0,-2-3-5 16,-5 2-3-16,-4 2-2 0,-8-1-2 0,-3 1-3 15,-4-2-6-15,-1 2 0 0,-7 0-1 0,1-1 4 16,1 2-17-16,-1-2-2 0,-6 1-9 0,0 0-5 0,0 0-12 0,0 0-24 16,0 0-24-16,-22 1-17 0,10-2-21 0,4 2-66 15,-2-2-34-15,-4 0-158 0,5-3-397 16,2 3 175-16</inkml:trace>
  <inkml:trace contextRef="#ctx0" brushRef="#br0" timeOffset="-58887.49">29813 14700 30 0,'5'-7'237'0,"5"4"-18"0,3-1-27 0,-2 4-21 0,3 0-24 16,-1 3-9-16,1 1-12 0,0 5-14 0,1 1-11 15,-3 1-11-15,-2 3-12 0,-2 1-4 0,-4 3-12 16,-2 3-8-16,-4 4-3 0,-5 0-10 0,-3 3 0 16,-3-5-5-16,-1 4-1 0,-4-3-7 0,-3 0 3 15,-2-3-2-15,1-1 0 0,-1-2-7 0,0-2-1 16,9-4 1-16,0-1-2 0,0-2 11 0,2-1 4 0,3-3 13 15,3 0 22-15,-1-2 31 0,1-1 42 0,5 1 38 16,1-3 40-16,0 0-27 0,0 0-20 0,-3-10-17 0,13 2-12 16,3-5-15-16,0-2-17 0,10-2-7 15,0 0-14 1,3-5-13-16,0 0-8 0,0-1-7 0,0-2-1 16,11-11-2-16,-8 14-19 0,-5-5 3 0,2 3-4 15,-3 0-4-15,-2 3 1 0,-8 5 4 0,-4 3 7 0,0 4 9 0,0-2-7 0,-2 6 0 16,0-2-10-16,-4 2-12 0,-1 2-27 0,0 2-10 15,-2 1 0-15,0 0-4 0,-12 9 4 0,6 0-6 16,-5 6 1-16,1 0-2 0,-2 8 10 0,1 2 1 16,2 7-13-16,6-3-2 0,3 0-11 0,3 2-10 15,11-2-34-15,6 0-37 0,6-3-69 16,16 6-104-16,10-12-416 0,4-2-759 0,0-7 336 0</inkml:trace>
  <inkml:trace contextRef="#ctx0" brushRef="#br0" timeOffset="-56721.16">28412 14468 227 0,'-1'-4'251'0,"1"4"-23"16,0 0-24-16,-3-5-22 0,3 5-29 0,0 0-16 16,0 0-18-16,-9 14-8 0,0 0-12 0,-3 8-13 15,-2 8-6-15,3 4-12 0,-6 12-7 0,2 2-4 0,4 5-3 16,-1-2-5-16,6 4-12 0,2-1-3 0,5-1-1 16,3-3-20-16,7-3 2 0,6 1 1 0,2-5-1 15,8-2 1-15,10-2-3 0,4-4-20 0,5-2-39 16,4-5-95-16,1-2-220 0,0-8-391 0,1-5 173 15</inkml:trace>
  <inkml:trace contextRef="#ctx0" brushRef="#br0" timeOffset="-56067.03">30490 14368 191 0,'0'0'215'16,"0"0"-25"-16,0 0-16 0,0 0-16 0,11 11-14 15,-6-1-13-15,6 8-9 0,3 11-12 0,9 11-5 16,-4 9-4-16,4 6 0 0,2 23-5 0,-7-19-9 0,4 19-8 16,-9-23-21-16,-3-1-8 0,-6-1-3 0,-5-5-7 15,-8-1-4-15,-4-12-10 0,-9 7-21 0,-8-2-10 16,-13-1-38-1,-30 8-51-15,-8-7-76 0,-9-8-156 0,28-12-353 16,-1-8 156-16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33:03.71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3483 1650 130 0,'0'0'214'16,"0"0"-2"-16,0 0 3 0,0 0-7 0,0 0 0 15,0 0-6-15,0 0-6 0,0 0-7 0,0 0-3 16,0 0-9 0,-1-6 0-16,1 6-5 0,0 0-6 0,1-7-8 15,-1 7-14-15,0 0 1 0,0 0-17 0,1-7-7 16,-1 7-15-16,0 0-9 0,0 0-20 0,-1-3 0 15,1 3-15-15,0 0-8 0,0 0-21 0,0 0-34 16,0 0-39-16,0 0-14 0,0 0-8 0,1 23 10 16,-1-6 2-16,0 7 4 0,-1 7 9 0,-3 3 2 0,4 12 7 15,-5 4 8-15,1-1 3 0,-1-14 3 0,1 14 4 0,3-15-1 16,1 0 5-16,0-3 7 0,1-3-5 0,2 0-3 16,-3-1 5-16,1-10 5 0,-1 0 11 0,3-8-9 15,-3 1 4-15,1 0 8 0,-1-5 8 0,1-1 10 16,-1-4 14-16,0 8 12 0,0-8 16 0,0 0 2 15,4 5 9-15,-4-5-5 0,0 0-6 16,0 0 2-16,0 0-11 16,0 0-18-16,0 0-33 0,0 0-28 0,0 0-30 15,0 0-42-15,0 0-41 0,0 0-34 0,0 0-45 16,5-22-40-16,-2 15-68 0,-3-3-193 0,2 3-545 16,2-1 241-16</inkml:trace>
  <inkml:trace contextRef="#ctx0" brushRef="#br0" timeOffset="702.49">3553 2224 23 0,'-11'3'214'0,"2"1"-9"0,1-3-13 16,2 3-4-16,6-4-3 0,-9 3 1 16,9-3 0-1,0 0 3-15,-9 3-5 0,9-3-6 0,0 0-18 0,0 0-9 16,0 0-10-16,0 0-9 0,-9 0-3 0,9 0 0 16,0 0-10-16,0 0-3 0,0 0-4 0,0 0-7 15,0 0-5-15,0 0 6 0,0 0-10 0,0 0-10 16,0 0-7-16,0 0-6 0,0 0-3 0,0 0-10 15,0 0-1-15,0 0-4 0,0 0-7 0,0 0-4 16,0 0-5-16,0 0-6 0,0 0 1 0,0 0-8 16,0 0-3-16,0 0 1 0,0 0-2 0,0 0-4 15,0 0 2-15,0 0-9 0,0 0 5 0,0 0-3 0,0 0-3 16,0 0 0-16,0 0-6 0,0 0 5 0,0 0-3 16,0 0-1-16,0 0 17 0,0 0-19 0,0 0 3 15,0 0-3-15,0 0 0 0,0 0 3 0,0 0 16 0,0 0-22 16,0 0 6-16,0 0 2 0,0 0-11 0,0 0 9 0,0 0-7 15,0 0 2-15,0 0 5 0,0 0 13 16,0 0-19 0,0 0-1-16,0 0 2 0,0 0 1 0,0 0 0 15,0 0 6-15,0 0-3 0,0 0 7 0,0 0 9 16,0 0-7-16,0 0 5 0,-10 4-4 0,10-4 0 16,0 0-1-16,0 0-3 0,0 0 0 0,0 0-2 15,0 0-1-15,0 0 1 0,0 0-12 0,0 0 10 16,0 0-3-16,0 0-1 0,0 0 1 15,46-5 3-15,-16 3-7 0,6-2 2 0,5-1 2 0,15-6 1 0,3 5 2 16,-5-5-8-16,-1 5 1 0,3-2 0 0,-20 4 12 16,3 0-9-16,-4-1-1 0,-3 2-3 0,-5 0 8 15,-6 1 1-15,-7-1 3 0,-3 1-8 0,-3 0 0 16,-8 2 2-16,14 0 4 0,-14 0 5 0,10-3-2 16,-10 3-3-16,7-2-2 0,-7 2 7 0,0 0-7 15,0 0-10-15,0 0-18 0,0 0-9 0,11-2-35 0,-11 2-18 0,0 0-26 16,0 0-29-16,0 0-30 0,0 0-40 0,-23 10-21 15,23-10-35-15,-14 4-53 0,14-4-222 0,0 0-585 32,-14 3 259-32</inkml:trace>
  <inkml:trace contextRef="#ctx0" brushRef="#br0" timeOffset="1229.54">4678 1988 250 0,'0'0'365'0,"2"-9"-7"16,-2 9-7-16,2-6-7 0,-2 6-23 0,0-7-23 15,0 7-27-15,0 0-25 0,-4-10-31 0,4 10-14 16,-7-4-30-16,7 4-17 16,-15 0-23-16,15 0-23 0,-29 9-2 0,12-1-13 15,-3 1-2-15,-6 1-20 0,3 5-7 0,-3 1-2 16,2 3-18-16,1 0 1 0,0 5 4 0,3-3-7 16,1 1-1-16,3 2-11 0,5-8-2 0,2 1-9 15,1-2-6-15,4-3-12 0,0-5-7 0,2 0 2 16,2-7 7-16,-4 10 4 0,7-5 26 0,-3-5 19 15,11 4 8-15,-11-4 0 0,23-6-3 0,-4-2 4 0,0-2 5 16,4-2 3-16,-3 1 0 0,2-4 2 0,-5 3-3 16,1 3-6-16,1-3-4 0,-2 1-2 0,-2-1 3 15,-3 5 3-15,-3-2 0 0,1 4-5 0,-3 0-4 16,0-1-9-16,-2 2-6 0,-5 4-4 0,10-3-12 16,-10 3-4-16,7-3-10 0,-7 3-20 0,0 0-5 0,0 0-5 15,12 5-7 1,-8 0-8-16,2 1-12 0,2 0-11 0,0 0-33 15,1 5-22-15,4-1-26 0,-2 0-28 0,3 0-19 16,-1-1-27-16,2-1-22 0,1 2-44 0,3-3-28 16,1-5-35-16,1 1-250 0,0-3-644 0,1 0 285 0</inkml:trace>
  <inkml:trace contextRef="#ctx0" brushRef="#br0" timeOffset="1857.87">5193 2035 35 0,'2'-9'283'0,"2"0"12"0,-4 2-5 0,0 0-17 15,0 2-18-15,0-1-25 0,-4 2-12 0,2-3-20 16,-2 2-14-16,-5-1-20 0,0 6-16 0,0-2-13 16,9 2-19-16,-23 0-15 0,10 1-11 0,-7 3-7 15,3 1-9-15,1 4-3 0,4-5-12 0,-3 5 5 0,1 0-16 0,1 1-17 16,6 0-21-16,1-1-11 0,-3-1-7 16,3 1-9-16,2 0-5 0,4-3 1 0,0 1 5 15,0-7 4-15,4 9 0 0,2-6-1 0,3 0 0 16,4-3 2-16,5-3-4 0,-2 0 4 0,4-2-1 0,-3-1 2 15,1-4 2-15,0 2-2 0,-2-1 6 0,0-3 15 16,-3 2 10 0,2-2 9-16,-2 1 14 0,-4 1 22 0,0-3 25 15,-4 4 6-15,0 6 21 0,-1-3 10 0,-1 0 2 16,1 2-2-16,-1 1-8 0,-3 3-10 0,3-7-23 16,-3 7-20-16,4-3-30 0,-4 3-39 0,0 0-8 15,0 0-6-15,0 0 3 0,0 0 1 0,-3 29 4 16,2-12-5-16,-2 8 11 0,-3 4 15 0,6 1-19 15,0 4 7-15,0 13-10 0,0-12 13 0,5 12-4 0,-4-11 17 0,2 9-20 16,1-12-8-16,2-2-11 0,-2 3-1 0,0-5-7 16,-2 2-5-16,-2-4-3 0,-2 0 4 15,-2-10 5-15,1 1 6 0,-3-4 1 0,1-1 4 16,-4-5 6-16,-1 0 2 0,-6-3-2 0,-3-3 2 16,-3 2 4-16,-7-9-1 0,0 3 7 0,-2-4 5 15,0-5 15-15,4 2 12 16,3-2 14-16,6-2 20 0,-1-2-4 15,5 0 0-15,-3-7-7 0,7-3-14 0,8-3-15 16,0-3 3-16,7 1-29 0,7-1 11 0,3 2-2 16,8-2-6-16,9-4 2 0,7 1-4 0,-9 13-2 15,16-5 4-15,-1 2-5 0,6 6-3 0,-2-3-1 0,-10 12 2 0,-6 0-2 0,2-2 6 16,-7 5-12-16,-10 1 10 0,1 1 8 16,-7 0 21-16,-1 3 9 0,-3-2 16 0,-8 3 9 15,10-2 6-15,-10 2 5 0,10-4-3 0,-10 4-4 16,7-3-3-16,-7 3-7 0,0 0-9 0,0 0-14 15,10 0-12-15,-10 0-14 0,0 0-18 0,0 0-30 16,0 0-39-16,0 0-35 0,0 0-31 0,0 0-22 16,0 0-36-16,0 0-28 0,0 0-55 0,0 0-47 15,-41 0-267-15,41 0-652 0,-9-2 289 0</inkml:trace>
  <inkml:trace contextRef="#ctx0" brushRef="#br0" timeOffset="3577.77">5605 1948 109 0,'9'-7'334'0,"3"1"-14"0,-3 2-10 0,1-3-26 0,-1 3-19 16,0 1-24-16,-3 0-32 0,-6 3-26 0,16-1-14 15,-16 1-20-15,16 2-20 0,-8 3-3 0,1 0-11 16,1 4-6-16,-1 1-8 0,0 2-8 0,-2 2-9 0,-1 4-10 15,-3 1-2-15,-1-1-4 0,-4 1-8 0,-1 6-7 16,-5-2 8-16,4 0-16 0,-1-3-4 0,0-4-10 16,0 0 5-16,-3-2-5 0,2-3 2 0,2-2-6 15,1-2 9-15,3-7 30 0,-3 7 48 0,3-7 60 16,0 0 59-16,-6 7 48 0,6-7 17 0,0 0-24 16,0 0-36-16,0 0-23 0,0 0-19 0,8-34-16 15,-5 17-25 1,4 1-4-16,5-6-24 0,-2 5-16 0,3 2-13 0,0-9-13 15,-4 7-5-15,5 5-2 0,-3-1-15 0,-1 0-10 16,3 1-22-16,-4 4-24 0,1 1-21 0,-1 0-30 16,3 0-19-16,-1 4-29 0,1-2-24 0,2 2-22 15,4 3-26-15,1-1-15 0,0 1-14 0,4 0-16 16,0 0-6-16,5 1 10 0,-7-2 2 16,-1 2 7-16,2-2 18 0,-4 0 14 0,0-1 17 0,-6-1 12 0,0 1 16 15,-3-2 21-15,-1 1 34 0,0 0 24 0,-3-2 34 16,-1 0 26-16,0 0 33 0,-1 1 16 0,-2-1 6 15,0-2 15-15,1 2 0 0,-4 0-2 0,2 5 1 16,-4-9-11-16,1 4-4 0,-1 0-7 0,0 2-10 16,-4 0-11-16,2 2-4 0,6 1-7 0,-17 0-4 15,5 2-7-15,-1 3-1 0,-4 2-4 0,3 2-5 0,-4 3-1 16,4 3-2-16,-1 0-3 0,-2 4 0 0,3-3-4 16,3 1 3-16,0-1 2 0,2 2-11 0,3-2-11 0,2-2-12 31,0-2 0-31,3 0-1 0,2 0 4 0,-1-4 17 15,2-1-4-15,1-2 3 0,1-2 20 0,-4-3 2 0,12 4 6 0,-12-4 11 0,20-4 9 16,-6 0 2-16,-2-3 8 16,2-2 5-16,1-1-2 0,-2 2-3 0,1-5-7 15,0-2 1-15,-1 3-8 0,-3-3-2 0,0 1-6 16,3 0-3-16,-7 3-1 0,2 2 1 0,-3-1 4 16,-1 5 6-16,0-2-2 0,-2 2-11 0,1 1 0 15,0 1-9-15,-3 3-17 0,3-4-27 0,-3 4-30 16,0 0-34-16,0 0-19 0,0 0-1 0,0 0 28 15,0 0-8-15,17 7 2 0,-9-3-9 0,-2 4-18 0,3-1-22 0,2 2-7 16,1-2-8-16,3 1-3 0,1 0-11 0,4-2-3 16,-4-1 4-16,1 0 9 0,-1-2 8 15,-1-1 14-15,-3-2 15 0,0-2 11 0,1-1 20 16,-3-2 34 0,3 0 40-16,-4-1 38 0,0-2 31 0,1 0 29 0,-5-3 32 0,3 1 42 15,-3-2 23-15,4 2 38 0,-4-4 24 16,-1 2 21-16,1 2 10 0,-1 3 10 0,-4 0-8 15,4-1-7-15,-3 3-19 0,-1 5-26 0,4-6-28 16,-4 6-24-16,4-6-20 0,-4 6-22 0,0 0-29 16,4-5-26-16,-4 5-41 0,0 0-27 0,0 0-2 15,0 0-4-15,0 0 2 0,0 27 1 0,-3-15 0 16,3 7 0-16,-1-2-1 0,-2 3 0 0,-2-1-3 16,4 6 1-16,-3-7-16 0,4-3-9 0,-1-3-5 0,1-2-1 0,-3-3-2 15,6 2 7-15,-3-3 6 0,0-6 8 0,-3 7 21 16,3-7 26-16,0 0 27 0,3 5-3 0,-3-5-6 15,0 0-4-15,14-12-7 0,-8 4 3 0,4-1-7 16,2-3-7-16,-2-4 3 0,3 0-11 0,3-2 3 16,0-5-7-16,0 1 1 0,2 3-8 0,-8 2 1 15,2 5 0 1,-2 2-4-16,-2 2-3 0,-3 2 5 0,0 1-10 16,-1 0-5-16,1 0-27 0,-5 5-26 0,5-2-42 15,-5 2-46-15,0 0 6 0,0 0 15 0,0 0 10 16,14 13-2-16,-10-4-8 0,5 0 1 0,-4 3 8 15,8 0-3-15,0 1-8 0,-1 0-3 0,5-2 10 16,-2 0 6-16,4-2 8 0,0-1 5 0,2-4-2 16,0-2 13-16,-1 0-9 0,8-2 12 0,-5-3 9 0,-1 2 12 15,-3-6 1-15,0-1 22 0,-1 1 5 0,-1-5 27 16,-2 3 21-16,-6-2 27 0,1-2 10 0,-1 2 16 0,-5-1 18 16,1 0 5-16,-4 2-2 0,-1-2-5 0,-1 3-6 15,-3-1-8-15,-1 0-14 0,-5 3-10 16,-2 2-9-16,0 2-8 0,-1 0-7 0,-4 4-10 15,-1 4-9-15,1 0-13 0,0 4-16 0,-1 3-24 0,5 0-12 0,-1 1-17 16,4 1-5-16,1 1-15 0,0 2-15 0,4-1 1 16,1 2 4-16,4-2 8 0,1-2 1 0,6-1 7 15,3 0 9-15,-1-5 2 0,1 0 4 0,3-3 2 16,4-1 9-16,0-3-5 0,1-2 12 0,2-2 2 16,-1-1 10-1,-4-2 6-15,4 0 23 0,-6-3 23 16,0-3 23-16,-3 4 14 0,3-6 24 0,-6 4 17 0,1-4 11 0,0 3 12 15,-3 1 11-15,1-2 4 0,-2 3-4 16,0 0 2-16,0 1-1 0,-3 1-5 0,3 2-12 16,-3 1-14-16,2 1-16 0,-3 3-23 0,0 0-47 15,0 0-22-15,0 0 4 0,0 0-2 0,0 0-3 16,10 19 9-16,-9-4 3 0,-1 4-2 0,3 8 7 0,-3 2 0 16,-3 2 3-16,-1 3-3 0,-2 10 9 0,2-6-2 0,2 8 2 15,-5 0 7-15,2-12 1 0,1 0-11 0,-2 1 11 16,2-2-4-16,-4-5-14 0,3 0-3 0,-5-4 13 15,2-5-14-15,2-1 2 0,-6-2 3 0,1-5 2 16,-2 0 1-16,-3-1 5 0,0-3-1 0,-3-6 2 16,-1-1-3-16,3-1 20 0,-2-3 12 0,2-3 14 15,1-2 24 1,0 1 12-16,1-3 10 0,6-4 3 0,0-3 4 16,0-5-6-16,4-6-7 0,8-2-11 0,3-15-18 15,11 2-1-15,7-2-7 0,4 5-9 0,8 0-9 0,2 2-2 16,3 2-6-16,2 7-1 0,-3-2-5 15,5 8-2-15,-12 5 2 0,-1 0-2 0,1 6-2 0,-4 0-1 16,-2 0 4-16,-9 3 10 0,0 3 21 0,-9 2 15 16,2 0 12-16,-1 0 3 0,-5 3 4 0,-5 2-4 0,9-5 2 15,-4 2-1-15,-5 3-6 0,0 0-10 0,7-2-11 16,-7 2-14-16,0 0-12 0,0 0-18 0,0 0-12 16,0 0-24-16,9-3-31 0,-9 3-25 0,0 0-33 15,0 0-39-15,0 0-35 0,0 0-31 0,0 0-9 16,0 0-4-16,8 9-15 0,-8-9-22 0,0 0-31 15,5 4-57 1,-5-4-259-16,0 0-679 0,10 4 301 0</inkml:trace>
  <inkml:trace contextRef="#ctx0" brushRef="#br0" timeOffset="4025.87">7686 1980 155 0,'0'0'290'16,"0"0"5"-16,0 0 0 0,0 0 11 0,0 0-1 15,0 0-12-15,0 0 5 0,0 0-21 16,0 0-25-16,0 0-24 0,0 0-27 0,0 0-20 16,17-14-12-16,-9 5-4 0,1 4-12 0,6-3 2 0,-6-2-9 0,5-2-8 15,-2 0 0-15,-3 3-8 0,2-4-9 0,-3 4-4 16,1-3-1-16,-1 2-12 0,-2 0 4 0,0 0 4 15,0 1-5-15,-3 0-5 0,-1 2-12 0,-2-1-14 16,-2 5-17-16,0-3-14 0,-3 2-11 0,-3 0-6 16,-6 6-7-16,14-2-5 0,-28 7 0 0,7 0-11 15,-3 6 4-15,3 2-4 16,0 1 0-16,4 4 0 0,1-1-6 16,0 3-12-16,5-5-21 0,3 2-5 0,3-1-6 15,3 0 4-15,3 2 2 0,3-6 3 0,4 3 10 16,4 0 5-16,2-5 15 0,11 2 8 0,1-3 7 0,5-2 7 15,-2-4 17-15,5-1 7 0,-5-1 16 0,-1 0 6 16,-6-3 18-16,-5 0 24 0,-4 0 13 16,-1 0 21-16,-12 0 21 0,17 0 5 0,-17 0-7 0,11-3-17 0,-11 3-8 15,0 0-20-15,0 0-9 0,14 0-29 0,-14 0-43 16,0 0-60-16,0 0-75 0,0 0-85 0,13 1-90 16,-13-1-96-16,0 0-154 0,0 0-437 0,9-3-1046 15,-9 3 463-15</inkml:trace>
  <inkml:trace contextRef="#ctx0" brushRef="#br0" timeOffset="4595.02">8294 1453 126 0,'-1'-5'404'0,"1"5"-6"0,0-4-26 0,0 4-31 15,0 0-30-15,1-5-39 0,-1 5-24 0,0 0-34 16,0 0-26-16,0 0-50 0,0 0-18 0,-4 12-11 15,-1-3-10-15,0 1-23 16,-4 6-36-16,3-2-44 0,-7 9-48 0,4-5-91 16,-4 8-63-16,0-2-89 0,4-7-165 0,0 2-497 15,4-9 219-15</inkml:trace>
  <inkml:trace contextRef="#ctx0" brushRef="#br0" timeOffset="5042">8722 1751 241 0,'0'0'347'16,"0"0"-22"-16,0 0-25 0,0 0-13 0,0 0-36 16,0 0-20-16,0 0-26 0,0 0-20 0,0 0-21 15,0 0-18 1,-22 9-19-16,7-2 0 0,-2-1-31 0,-1 3-2 16,3 0-14-16,-3 2-7 0,2 0-11 0,0 0-5 0,1 0-9 15,2 2-1-15,4-1-1 0,0 2-15 16,4-4 2-16,1 2-3 0,3-1-2 0,2 1-5 15,3 0-1-15,4 3 2 0,6 0-11 0,0-3 11 16,9 3-6-16,2 2 1 0,2-5-5 0,0 0-2 16,1-2-5-16,-10-1 2 0,1 0-1 0,-3-2-5 0,-4 1-2 0,-4-3-23 15,0 0 9-15,-4 2-4 0,-2-4 0 0,-4 4 7 16,-5 0 4-16,-4-1-3 0,-10 2 6 0,-8-5-9 16,-4 4-29-16,-7-2-52 0,-14-2-81 0,2-1-119 15,-3-4-232-15,5-1-569 0,-1-8 252 0</inkml:trace>
  <inkml:trace contextRef="#ctx0" brushRef="#br0" timeOffset="6481.4">9780 1589 11 0,'3'-5'248'0,"-3"1"0"0,1-3-2 0,2 1 9 16,-2-1-3-16,0 2 2 0,-1-2-3 0,0 1-10 15,0-1-16-15,5 5-8 0,-6-2-16 0,1 4-22 16,1-6-17-16,-1 1-16 0,0 5-15 16,0-4-18-1,0 4-20-15,0 0-24 0,0 0-42 0,0 0-2 16,0 0-6-16,0 19 10 0,0-7-17 0,-5 7 6 0,5 6-7 0,-2 4 0 16,-1 2-4-16,-1 0 1 0,3 1 2 15,-1-1-4-15,1-1 6 0,1-1-1 0,0-2-1 16,-1-1-7-16,0-9 8 0,1-1-5 0,0-3 1 15,0-1-3-15,0-6 5 0,0 5-1 0,0-6 4 0,-3 1 15 16,3-2 46-16,3 0 52 0,-3-4 47 0,-3 3 36 16,3-3-11-16,0 0-22 0,0 0-16 0,-1-13-17 0,-2 1-15 15,3 0-17-15,0-5-8 0,0-1-14 0,-1-7-18 16,1-4-12-16,0-3-11 0,0-2-14 0,1 0-6 16,2 1-2-16,-2 2 3 0,2 1-3 0,-2 4 5 15,-2 8 2-15,3 1 11 0,-1 6 3 0,-1 1-8 16,0 3-6-16,0 2-7 0,2 0-9 0,-1 1-27 15,-1 1-47-15,0 3-47 16,0 0 0-16,0 0 12 0,0 0 9 0,9 12 17 16,-4-2-1-16,-1 6 9 0,1 1 0 15,1 0-6-15,0 2-9 0,2-1-1 0,0 1 0 16,2 5 9-16,-3-7-2 0,3-2 4 0,-4-4-4 16,2-1 19-16,-3-2-3 0,3 1 7 0,-1-4 6 0,1-1 7 15,-3-3 4-15,8-2 6 0,-3-3 4 0,-1-1 16 16,8-5 4-16,-4 1 10 0,3-6 2 0,6-1 16 0,-5-4 5 15,0-2-1-15,0-2-2 0,0-1 4 0,-3-1 2 16,1 4 1-16,-1 1 7 0,-4 4 14 0,-1 2 17 16,-4 4 3-16,-1 2 4 0,0 3 2 0,0 1-14 15,2-2-5-15,-6 2-9 0,1 2-11 0,2-1-8 16,-3 4-12-16,4-4-31 0,-4 4-36 0,0 0-28 16,0 0 4-16,0 0 8 15,1 22 6-15,-1-5 4 0,-4 8 1 0,3 2 11 16,-3 2 6-16,-2 6-2 0,2 2 9 0,-5 10 1 15,5-14 6-15,-1 1 3 0,1-3 7 16,1 0-11-16,0-4 3 0,-1-7 3 0,4-2 4 16,-2-1-4-16,2-4 2 0,-2-3 2 0,1 0-4 0,1-3 8 15,-1 0-1-15,1-3 8 0,0-1 30 0,0 2 18 16,0-5 18-16,0 7 17 0,1-5 14 0,-1-2 9 0,0 0-2 16,-3 3-6-16,3-3-5 0,0 0-9 0,3 3-5 15,-3-3-9-15,0 0-11 0,0 0-7 0,0 0-6 16,0 0-11-16,0 0-27 0,10 0-31 0,2-5-48 15,-1 3-58-15,7-4-55 0,3-1-66 0,7 0-69 16,1-1-78-16,1 1-91 0,0-4-253 0,2 1-796 16,0-2 354-16</inkml:trace>
  <inkml:trace contextRef="#ctx0" brushRef="#br0" timeOffset="7169.81">10370 1896 8 0,'0'0'205'0,"0"0"-15"0,-5 2-13 16,5-2-21-16,0 0-8 0,0 0-8 0,0 0-16 0,0 0-14 15,22-4-10-15,-17 1-11 0,9 0-9 0,3-1-9 0,1-3-5 16,2 1-7-16,-1-1-8 0,0 1-5 0,2-2-5 16,-2-1 1-16,0-2-10 0,-1 1 1 0,-3-4-3 15,2 2-1-15,-3-1-5 0,-1-1 10 16,-3 2 18-16,-2 3 8 0,-3-3 2 0,-1 2 3 16,-3 3 6-16,2-1-6 15,-3 1-7-15,-3 2-6 0,0-1-12 0,-3 3 1 16,-3-2-9-16,-5 3-1 0,1 2-6 0,-6 3-1 15,-2 1-5-15,-5 8-1 0,-4 0-4 0,5 0-1 16,-3 4-3-16,5 1-1 0,0 0-2 0,5 3 0 16,-1 0 0-16,2 0 1 0,7-4-3 0,2-2 6 15,3 2-3-15,5-5 3 0,1 0-3 0,7 2 2 16,2-4 1-16,13 4 3 0,8-5-4 0,4-2 1 0,0-5-2 16,14-1 4-16,-11-4-5 0,17-5 4 0,-19 1-6 15,1 0 3-15,-3-5-4 0,-2 1 5 0,-1-5 7 0,1 0 11 16,-8-2 13-16,1 0 13 0,-4-5 8 0,-4 0 3 15,-4-3-1-15,1-5 4 0,-2 1 5 0,4-3 2 16,-7 0 6-16,-3 2 12 0,-1-4 26 16,0 5 8-16,-2-1 14 0,-3 6 10 0,2 7 11 0,2 4 11 0,-4 0-4 15,1 6-15-15,-1 0-18 0,3 1-13 0,-3 3-21 16,0 0-45-16,0 3-52 0,0 2-58 0,0 0-21 16,0 0 6-16,0 0 3 0,-3 17 7 0,2 3 10 15,1 8 9-15,-4 6 8 0,-1 2-3 0,2 13 6 16,0 1 18-16,-1-6-14 0,2-7 10 0,-2-2 2 15,2-1-1-15,1-2-7 16,1-1 11-16,0-3 4 0,-2-2 0 0,2-7 2 16,2-2 20-16,-2-6-18 0,0 0-1 0,0-4 1 15,0 2 8-15,0-6-3 0,0 2 6 16,0-5 0-16,0 10 4 0,0-10 6 0,0 4-5 0,0-4 15 16,0 0-13-16,0 0-47 0,0 0-59 0,0 0-49 15,0 0-47-15,-2-17-60 0,0 9-61 16,2-4-72-16,0 0-213 0,0-2-640 0,2 2 285 0</inkml:trace>
  <inkml:trace contextRef="#ctx0" brushRef="#br0" timeOffset="7440.86">10811 1781 97 0,'-5'0'172'16,"1"1"5"-1,4-1-7-15,-5 3 5 0,5-3-5 0,-5 2-2 16,5-2 8-16,-4 2 15 0,4-2 4 0,16 2-6 15,-1-4-13-15,13 0-14 0,9-3-19 16,3 3-15-16,-2-6-13 0,14 0-10 0,-16 2-12 16,0 4-8-16,-5-3-5 0,-3-2-7 0,-10 3-11 0,-2 2-7 15,-4-2-3-15,-6 4 1 0,1-3-4 0,-1 3 2 16,-1-2-11-16,-5 2-5 0,0 0-23 0,0 0-1 0,0 0-11 16,0 0-2-16,-18-6-8 0,10 7-17 0,0-1-19 15,0 2-18-15,1-1-32 16,1-1-28-16,-1 2-22 0,1-1-28 0,6-1-40 15,-7 0-213-15,7 0-461 0,0 0 204 0</inkml:trace>
  <inkml:trace contextRef="#ctx0" brushRef="#br0" timeOffset="7846.19">11389 1469 199 0,'1'-6'426'16,"0"0"-13"-16,-1 0-15 0,2 1-16 0,-2-1-31 0,1 4-37 16,-1 2-30-16,1-7-36 0,-1 5-34 0,0 2-28 15,0 0-34-15,0 0-17 0,0 0-8 0,5 17-10 16,2 0-18-16,-5 0-16 0,-2 12-2 0,0 2-21 16,0-2-5-16,-5 4 2 0,1 2-6 0,1 1-8 15,0-1 1-15,-2-5-7 0,2-1-1 0,-1-2 0 16,3-8-5-16,0-3-4 0,0-3 6 0,-1-3-11 0,2-2-1 15,2-4 6-15,-5 1 15 0,3 1 31 0,0-2 43 0,0-4 42 16,0 5 30-16,0-5-15 0,0 0-16 0,0 0-21 16,15-15-11-16,-6 9-7 0,0-2-14 0,4-6-14 15,1 1-12-15,-4-1-10 0,4 1-4 16,-1-1-13-16,-1 2-4 0,-5 5-8 0,1-1-3 16,-3 1-1-16,2 5-15 15,-5-3-18-15,2 3-30 0,1-1-31 0,-4 0-42 16,-1 3-35-16,0 0-18 0,12 3-21 0,-8-1-5 15,1 3-26-15,5 0-27 0,-1 2-30 0,2 1-23 16,6-1-26-16,-3 0-28 0,5 0-47 0,0 0-255 16,-2-2-695-16,2-3 308 0</inkml:trace>
  <inkml:trace contextRef="#ctx0" brushRef="#br0" timeOffset="8200.2">11901 1684 279 0,'0'-11'298'0,"4"0"0"0,-4 1-10 0,1 2-8 16,-1-1-14-16,0 4-13 0,-1-2-26 0,1 2-17 15,0 0-27-15,-4 2-18 0,3 0-10 0,1 3-32 16,-8-1-9-16,8 1-15 0,-15 7-11 0,6-1-4 16,-1 2-14-1,2 1-8-15,-5 5-9 0,2 3 0 0,-3-1-5 16,0 6 0-16,-2 2-15 0,7-7 2 0,2 0-1 16,0 1 0-16,4-3-6 0,-1-2-9 0,2-2-5 15,2-1 1-15,2 1-3 0,-1-5 4 0,2 2-5 16,-1-4 8-16,2 1 19 0,4-2 4 0,3-1 3 15,-1-4 3-15,3-1 20 0,0-1-4 0,1-4 2 16,-3 3 4-16,3-4 6 0,1-1-5 0,-4-1-8 0,3-2-9 16,-5 0 5-16,5 0-3 0,-6-2-11 0,-2 0 0 15,-2 3-5-15,1 2-3 0,-1-2 2 0,-4 3-11 0,4 0-8 16,-7 3-18-16,2 0-17 0,-5 0-11 0,-1 2-13 16,2 3-12-16,-4-2-4 0,3 3-15 15,-6 3-25-15,2-2-19 0,-1 4-16 0,2 0-16 16,2 3-14-16,-2 0-13 0,4 1-4 0,3 1-10 0,2 0 3 0,3-1-16 15,4 1-24-15,6 2 0 0,4-3-15 0,9 3-192 16,4-6-466-16,5 1 207 0</inkml:trace>
  <inkml:trace contextRef="#ctx0" brushRef="#br0" timeOffset="8785.81">12499 1721 121 0,'9'-9'279'0,"0"-1"0"0,-5-1-10 0,1 0-15 16,-5-1-15-16,1 0-11 0,-2 0-24 0,-6 2-14 15,0 0-19-15,-1 1-12 0,-2 2-24 16,-3 1-10-16,-2 0-14 0,-3 3-15 0,-3 1-8 16,0 2-9-16,-10 5-11 0,3 1-5 0,0 4-9 0,1 1-5 15,0 0-8-15,3 4 2 0,2-1-7 0,3 6-6 16,0-2-3-16,6-2 1 0,-2 5-6 0,2-4-5 0,7 0-4 0,-2 0-6 16,4 0-2-16,4 0 1 0,3-6-5 0,3 3 8 15,3-3-5-15,0-3 5 0,5 2-4 0,4-6 5 16,1 0 0-16,0-3 3 0,1-2-5 0,0 0-1 15,-1-4 1-15,2-3 22 0,4-4 5 0,-7 3 10 16,0-10 23-16,-3 4-5 0,2-6 10 0,-2-2 0 16,1-3-3-16,-2 2 9 15,-2-5-3-15,-1-1-6 0,-3-3 6 0,2-3 8 16,-4 1 12-16,0 0 18 0,3 2 6 16,-4 2 5-16,0 0 17 0,1 4 16 0,-4 1 1 15,2 8 4-15,1 1 0 0,-5 3-3 0,1 1 1 16,3 6-11-16,-4-4-11 0,1 5-12 0,-1 1-13 0,3 1-13 15,-3-1-12-15,0 5-13 0,0-7-17 0,0 7-26 16,1-5-44-16,-1 5-39 0,0 0-38 0,0 0-36 0,0 0 15 16,0 0 5-16,0 0 14 0,-5 22 10 0,0-5 12 15,5 3 5-15,-9-1 6 0,4 5 10 0,1 6-3 16,0-2 13-16,-1 4 2 0,0-2 9 0,-1 2-7 16,-1 1 7-16,4-3 6 0,-1 2 2 0,-2-3 0 0,3-3 5 15,-4 3-1-15,4-4 5 0,0-4 0 0,2-4-1 16,-1 0 3-16,1-5 1 0,0 0 0 0,1-2 2 0,0-1 1 15,0-1 1-15,1-3 7 0,-1 0-2 0,0-5 16 16,0 8 15-16,0-8 19 0,0 5 16 0,0-5 13 16,0 0 13-16,1 4 8 0,-1-4-14 0,0 0-5 15,17-3-10-15,-4 1-5 0,7-5-10 16,7-1-47-16,9-1-72 0,-3-4-110 0,13-9-135 0,4-2-197 16,-2-4-413-1,1-2-990-15,-3 0 437 0</inkml:trace>
  <inkml:trace contextRef="#ctx0" brushRef="#br0" timeOffset="9071.2">13272 1271 392 0,'0'0'399'0,"0"0"-31"0,0-4-34 15,0 4-34-15,0 0-33 0,0 0-28 0,0 0-42 16,2-3-53-16,-2 3-45 0,0 0-40 0,0 0-61 15,8 15-74-15,-2-8-91 0,-5 3-259 0,4 2-461 16,0-4 205-16</inkml:trace>
  <inkml:trace contextRef="#ctx0" brushRef="#br0" timeOffset="9218.07">13279 1823 334 0,'0'0'408'15,"-4"3"-21"-15,4-3-43 0,0 0-46 0,0 0-62 16,0 0-64-16,0 0-76 0,15-15-86 0,-7 8-94 16,7-3-122-16,-1-3-127 0,1 1-360 0,2 1 159 0</inkml:trace>
  <inkml:trace contextRef="#ctx0" brushRef="#br0" timeOffset="9534.7">13758 1605 265 0,'0'0'286'0,"0"0"-4"0,0 0-6 0,0 0-12 0,0 0-13 0,0 0-8 0,0 0-5 31,-13 1-13-31,13-1-16 0,0 0-9 0,0 0-23 16,0 0-11-16,0 0-19 0,0 0 0 0,26-4-29 15,-10 4-6-15,6 0-8 0,10-1-17 0,1-2-8 0,-1 3 4 16,-1-2 1-16,-3 2-26 0,-8-2-6 0,0 1 14 16,-6-1 5-16,-3 1 19 0,-2 0 14 0,1 1 4 15,-10 0 5-15,11-3 2 0,-5 2-2 0,-6 1-7 16,7-1-9-16,-7 1-19 0,0 0-29 0,0 0-30 16,0 0-46-16,8-3-93 0,-8 3-99 0,0 0-94 15,0 0-140-15,-32 0-239 0,22-1-750 0,1-3 333 16</inkml:trace>
  <inkml:trace contextRef="#ctx0" brushRef="#br0" timeOffset="17010.29">4307 2815 51 0,'0'0'119'16,"0"0"-19"-16,0 0-7 0,0 0-9 0,0 0-4 15,13-2-16-15,-13 2 2 0,10 0-3 0,-5 0-9 16,3 0-15-16,0 0 9 0,2 0-11 0,0 1-1 16,2-1-2-16,0 0 3 0,1 0-1 0,5-1 4 0,0 2-2 15,2-1-3-15,2-1-4 0,6 1 3 0,0-3-6 0,4 1 10 16,1-2-7-16,4 1 3 0,-3 0 1 0,5 1-5 16,11-3-1-16,-9 2 6 0,13-4-8 0,-1 2 1 15,1 0 2-15,2 0-1 0,-1-3 1 16,4 3-8-16,-3 2 0 0,2-4 0 0,-1 2-2 15,-2 4-7-15,0-4 1 16,1 1-2-16,-5 1 2 0,3-1-4 0,-3 3 2 16,-11-4-4-16,13 0 4 0,1 0-6 0,0 3 4 15,-2-3 0-15,-1 1-4 0,-12 2-1 0,14-4 2 16,0 1-3-16,0-1 0 0,-15 1-5 0,15 0 5 16,1 0-4-16,-2 3 2 0,-3-5-2 0,-10 4 11 15,2 1-14-15,-5 0 6 0,19-1 0 0,-17 0-1 16,15 1 4-16,-14 0-1 0,16-1 4 0,-15-1 2 0,15 3 2 15,-3-4-3-15,-2 3 1 0,6 0-1 0,-1-1-3 16,0-3-1-16,1 5 5 0,3-1-5 0,-4 0-1 16,1-1 3-16,3-2-2 0,1 0 0 0,-2 3-2 0,4-3-1 15,-2 0 7-15,-2 1-4 0,-1 0-6 0,1 2 2 16,-2-2 2-16,0 0 0 0,4 1-3 16,-6 1 5-16,-2 0-6 15,2 1 5-15,-4-4-6 0,6 2 5 0,-2 1-3 16,-2 1 3-16,-1-3-1 0,3 2-3 0,2-1 3 15,-2 2-6-15,2 0 4 0,0-2 1 0,-3 3 0 16,-1-1-4-16,-1 0 5 0,-11-4-3 0,-3 3 1 16,15-2-4-16,-15 3 7 0,3-2-3 0,11-1 0 15,-14 0 3-15,3 0-3 0,11 2-2 0,-12-1 0 16,1-1 0-16,14 2 5 0,-19-1-6 0,18 0 0 0,-15 3 3 0,-1-2-3 16,3 2 6-16,1-3-2 0,9 3 1 0,-13 0-3 15,1 0 0-15,-2-2-1 0,1 2 2 16,0-2 1-16,-1 1-4 0,-1 1 0 0,0-1 1 15,6 0 3-15,-8-1-3 0,3 2 9 0,-2-3-9 16,2 3 2-16,0 0-1 0,0 0 1 0,2 0 2 16,0 0 2-16,-1-2-6 15,3 2 2-15,-3 0-2 0,3 0 4 0,-4-4-3 16,2 6 1-16,-1-4 2 0,1 6-4 0,-2-8 6 16,1 4 1-16,15-1-1 0,-17 2 5 0,-4-2 1 0,1 1 0 0,-2 0 1 15,2 0-2-15,-1 0 0 0,-2-2-1 0,1 4 6 16,0-4 0-16,-2 2-5 0,1-3 3 0,1 2-2 15,1-1 5-15,0 0 0 0,-2-2-5 16,3 4 1-16,-1-3-1 0,1 3-2 0,-2-2 1 0,5 2-1 16,-2-3-1-16,-1 3 1 0,-3-2-3 0,2 1 3 15,1-7-3-15,-4 8 0 0,0-1 0 0,0 1 2 16,-6-2-4-16,6 2 2 0,-6 0-1 16,0-1-1-16,7 1 0 0,-9-1 3 0,7 1-1 15,2-5-4-15,0 7 1 0,-1-4 0 0,0 1 1 16,-8-1 0-16,12 2 2 0,0-2-4 0,-1 0 0 0,1-1-1 0,2 3 1 15,-1-2 0-15,3 1 1 0,1-2 0 0,2 1-1 16,-2-2-2-16,0 4-5 0,-1-1 5 0,15-1 2 16,-17-1-7-16,2 3 7 0,0-5-1 0,-7 5 3 15,4-4-5-15,-5 4 4 0,2 0 7 0,-10 0 2 16,1-2 1-16,2 0 4 0,-8-1 0 0,-1 2 4 16,-1-1 6-1,-5 0 8-15,1 0 9 0,-3 2 7 0,3 0 7 16,-9 0-1-16,9-3 2 0,-5 3-6 0,-4 0-3 15,5-1-1-15,-5 1-5 0,0 0-7 0,8 0-2 0,-8 0-7 16,0 0-5-16,0 0-2 0,8 0-3 16,-8 0-1-16,0 0-3 0,0 0-10 0,4-4-19 15,-4 4-20-15,0 0-23 0,0 0-29 0,0 0-35 16,0 0-60-16,10 3-92 0,-10-3-148 0,0 0-455 0,11-3 202 0</inkml:trace>
  <inkml:trace contextRef="#ctx0" brushRef="#br0" timeOffset="24758.62">2407 4345 59 0,'-3'-7'253'0,"2"2"-2"0,-1 0-14 15,-1 0-10-15,3-1-2 0,0 2-13 0,0 0-14 16,0 4-19-16,-1-6-20 0,-2 3-19 0,3 3-19 16,0 0-26-16,0 0-23 0,0 0-10 0,0 0-5 15,0 23-7-15,-1-5-7 16,2 12-3-16,-2-1-6 0,0 7-3 0,-2 17 2 16,3 0-4-16,0-3-2 0,0-4-1 0,-1 1-6 15,1-14 3-15,1-1-1 0,-1-2-5 0,0-3 0 16,0 1-3-16,0-10 0 0,0-3 0 15,0-2-3-15,0-2 0 0,0-2-1 0,-1-3-2 0,1 0 2 16,0 0 2-16,-3-1 1 0,6-1 4 0,-3-4 1 16,-3 5-3-16,3-5 1 0,0 4-1 0,0-4 0 0,0 0-11 15,3 4-20-15,-3-4-27 0,0 0-30 0,0 0-38 16,0 0-46-16,0 0-83 0,0 0-183 0,0 0-458 16,0 0 203-16</inkml:trace>
  <inkml:trace contextRef="#ctx0" brushRef="#br0" timeOffset="25111.68">2407 4947 115 0,'-6'2'231'0,"-1"0"-12"0,2-2-10 15,1 3-4-15,-2-3-2 0,6 0-6 0,-5 3-14 16,5-3-15-16,-7 2-18 0,7-2-11 0,0 0-17 16,0 0-12-16,0 0-6 0,0 0-16 0,30-6-6 0,-7 4-8 15,5-3-5-15,5 0-7 0,0 0-8 16,4 2-3-16,2-2 5 0,-2 2-11 0,-5-1-9 16,-3 1-4-16,-8 1-1 0,-2-1-3 0,-4 3-4 0,-4 0-3 0,1 0-3 15,-3-2 0-15,-3 2-1 0,-1 0 2 0,2-2 5 16,-7 2-2-16,6 0 7 0,-6 0-1 0,0 0-2 15,8-1-3-15,-8 1-8 0,0 0-3 0,0 0-17 16,0 0-17-16,-14 5-28 0,6-2-17 0,3-1-31 16,-4 0-37-16,4-1-37 0,5-1-48 0,-9 0-212 15,9 0-468 1,0 0 207-16</inkml:trace>
  <inkml:trace contextRef="#ctx0" brushRef="#br0" timeOffset="25643.04">3289 4696 170 0,'1'-8'295'0,"-1"5"-5"0,1-3 1 15,-1 1-12-15,0 5-14 0,0-8-10 0,-1 3-9 16,1 5-37-16,-1-9-15 0,1 9-24 0,-8-5-22 16,8 5-18-16,-9 0-17 0,9 0-16 0,-20 5-10 15,4 2-12-15,-3 2-1 0,1 3-9 0,0-1-10 16,3 3-6-16,-7 4-7 0,3 2-3 0,0-2 0 0,5 4 8 0,0-5-19 15,6 0-2-15,0 0-6 0,2-3-6 0,2 0-8 16,-2-4-3-16,5 0 2 0,1-2-3 0,1 0 6 16,-1-2-4-16,4-2 9 0,-2 1 11 0,5-5 12 15,-7 0 8-15,16 0 0 0,-3-4 2 0,1-4 4 16,3-2 3-16,-2 3 4 0,0-7-1 0,-1 1-1 16,3 2-5-16,-3-2 0 0,0-1-5 0,-1 2 8 0,-4 0-4 15,1 3 7-15,-2 3 3 0,-4 0-3 0,1 2-3 16,-1 0-6-16,-3 1-8 0,4 1-8 0,-4-3-6 15,-1 5-26-15,4-3-23 0,-4 3-24 0,0 0-2 16,0 0 8-16,9 8 1 0,-6-1-15 0,2 0-17 16,-1 1-19-16,3 1-26 0,0 3-28 0,4 1-34 15,0-2-34-15,4-1-57 16,2 0-54-16,0-3-217 0,4-2-587 0,5 2 259 16</inkml:trace>
  <inkml:trace contextRef="#ctx0" brushRef="#br0" timeOffset="26274.9">3919 4606 215 0,'-8'-3'250'16,"0"-1"-14"-16,-2 1-14 0,-3 3-19 0,-1 0-9 16,1 0-28-16,-2 0-16 0,1 6-15 0,-5 1-12 15,4 1-13-15,-2 3-9 0,3-1-16 0,-1 2-2 16,2 1-9-16,-1-1-9 0,4 1-9 0,2-1-21 15,3-2-10-15,-3 1-14 0,7 0-3 0,2-2-7 0,-1 1-7 0,5 0 3 16,-1-5-8-16,4-1-6 0,-1-1-10 0,5-5 4 16,-1 1-6-16,2-1 2 0,1-3 1 0,3-4 11 15,1 0-13-15,-2-2 9 0,-3 0 8 16,0-1 15-16,-2 1 11 0,2-1 13 0,-5-5 12 31,-2 7 16-31,-1 0-1 0,2-1 14 0,-5 1 13 16,2 4 13-16,0-1 12 0,-4 1-2 0,3 1-8 0,-1 1-8 0,-2 4-19 15,1-6-22-15,-1 6-26 0,0 0-6 0,0 0 1 16,0 0-3-16,0 15-2 0,-1-2 0 0,-4 5 2 16,4 8-3-16,-3 3-1 0,0 2-2 0,5 2-1 15,2 1 4-15,-3 4-5 0,4 7 3 0,-3-12-1 16,5 2-1-16,-2-2 0 0,-1-2 3 0,0 1-4 16,0-6 4-16,-3 1-2 0,3-1-2 0,-3-9 2 0,0 3-8 0,-3-4-2 15,0 1 1-15,-3-6-2 0,1 3 1 0,-4-5-1 16,0-1 8-16,-1 0-2 0,-8-2 0 0,-1 0-4 15,0-5 8-15,-9 2-4 0,-3-6 2 0,-2 1-4 16,1-3-2-16,-2 0 7 0,5-4 15 16,1 0 5-16,4-4 1 0,6 1 7 0,2-2-3 0,1-9-7 15,5-1-10-15,9-2-3 16,2-3-6-16,8 0-1 0,7 4 6 16,4-4-9-16,7 0-1 0,2 7 3 0,13-8-6 15,3 3 0-15,2 2 7 0,2 0-3 0,0 7-2 16,4 1 12-16,-6-2-7 0,-11 11-1 0,-4-1 3 15,1 1-4-15,-14 3 4 0,0 0-1 0,1 2-1 16,-9-1-2-16,-6 4 3 0,3-3-1 0,-3 2 1 16,0 0-4-16,1 0 1 0,-6 1-7 0,7-3-2 0,-7 3-11 0,0 0-9 15,0 0-16-15,0 0-24 0,0 0-36 0,-23 8-25 16,13-4-33-16,-2-2-36 0,1 0-49 0,-2 1-220 16,0-2-504-16,5 1 224 0</inkml:trace>
  <inkml:trace contextRef="#ctx0" brushRef="#br0" timeOffset="27932.25">4307 4666 174 0,'4'-7'317'0,"0"5"-29"16,0 0-24-16,-2-1-31 0,2 2-26 0,-4 1-24 0,10 0-19 0,-2 0-21 15,-3 1-14-15,4 1-13 0,0 3-12 0,1 3 0 16,-1-1-10-16,1 5-5 0,-1 4-3 0,2-1-8 16,-3 2-8-16,-1 1-4 0,-3 1-7 0,-2 1-4 15,1 7-9-15,-5-9-1 0,0 1-3 0,1-3-5 16,-3-1-1-16,-1-2-1 0,1-3 1 0,-1-1 10 16,0-2-2-16,2 0 15 0,-1-3 20 0,3 1 43 0,0-4 43 0,1-1 35 15,0 0-12-15,0 0-6 0,0 0-8 0,-9-12-15 16,10 2-17-16,0-1-14 0,3-3-10 0,1-3-13 15,3-1-14-15,3-6-13 0,1-1-4 16,4 0-15-16,1 0-15 0,2 4-7 0,-2 1-9 16,2 2-9-16,0 4-24 0,-1-3-20 0,0 7-20 15,-1 1-18-15,2 2-17 16,-1-1-5-16,1 4-11 0,0-1-4 0,9 0-6 16,-9 2-8-16,3 3 6 0,-3-3 1 0,-1 3 7 15,2-1 4-15,0 1 14 0,-9 0 6 0,2 0 6 16,0 0 11-16,-7 0 9 0,-6 0 26 0,12-3 21 15,-12 3 5-15,10-2 6 0,-10 2 13 0,0 0 10 16,5-8 0-16,-5 8 6 0,-3-7-2 0,3 7 6 16,0 0-6-16,-7-9-3 0,2 8-2 0,0-1-10 0,5 2-2 0,-11-2-2 15,11 2 1-15,-18 2-5 0,9-1-4 0,-1 3-5 16,-1 3 5-16,-3 1-7 0,0 4 3 0,1 0-7 16,-4 0 4-16,7 3-7 0,-2 1 5 15,1 6 1-15,2-5-7 0,3 0 9 0,0-2-8 16,5 1-15-16,-4-4 8 0,5 0 3 0,3-2-5 0,-1 0 2 15,2-1 5 1,-3-2 5-16,4-4 6 0,3 1 4 0,2-1-2 16,2-3 5-16,-2-3 5 0,3-1-6 0,0 1 7 15,3-6-3-15,-3 1 7 0,-3-1 5 0,0 0-8 16,2-4 1-16,1 1 6 0,-2-1-2 0,0 0-6 16,-1-1-2-16,-5 4 4 0,0 2 15 0,-1 1 8 15,0 2 1-15,-2-2-7 0,2 4-4 0,0-2-7 16,-4 5-3-16,2-5-14 0,-2 5-33 0,4-4-22 0,-4 4-25 0,0 0-12 15,0 0 13-15,0 0 8 0,0 0 5 0,14 9-8 16,-9-3-9-16,3 0-3 0,1-2-13 0,0 5-13 16,6 0-8-16,-3-3-22 0,-2-1-6 0,4 1-11 15,-1-3 4-15,3 1 6 0,-4-3 9 0,2-2 10 16,-1 1 9-16,1-4 14 0,-3 0 8 0,0-1 25 16,1 1 28-16,1-7 28 0,-2 3 29 0,-3-1 21 0,5-6 25 15,-3 1 17-15,-1-1 15 0,-1 1 17 0,0 2 16 16,-2-5 16-16,-1 2 14 0,3 3 7 0,-3 1 5 15,-3 0 3-15,1 2 8 0,0 2-6 0,-2 2-16 0,2-1-14 16,-1 4-20-16,-1-2-18 0,0 0-16 16,-1 4-40-16,0 0-37 0,0 0-22 0,0 0-5 15,0 0 7-15,3 15 1 16,-3-5-1-16,0 7 2 0,-1 0 3 0,-2 2 3 16,2 1-5-16,-4 4 3 0,1 2-5 0,4-4 7 15,-1-5 0-15,-2 0-2 0,2-3 2 0,1-4-13 16,0 0 7-16,0-3-6 0,0-2-6 0,0 1 17 15,0-2 29-15,-1-2 35 0,1-2 37 0,0 0-10 16,0 0-11-16,0 0-8 0,9-12-14 0,-3 3-1 16,-1-2-8-16,3-1-5 0,1-4-7 0,-1-1-2 0,1 0-1 15,1 2-8-15,0-2-2 0,0-2-1 0,0 5-6 16,-5 2 4-16,0 1-8 0,0 3-2 0,1 0-10 0,-4 3 0 16,2 0-20-16,-1 2-35 0,-3 3-38 0,6-4 2 15,-6 4 10-15,10 7 6 0,-6-1 14 16,2 3-25-16,2-2-2 0,5 5-8 0,-3 0-5 15,5 3-2-15,7-1 1 16,1 3-14-16,4-5-9 0,0 2-10 0,2-10-4 16,-1 7-10-16,4-8-3 0,0-1-8 0,-4-4 7 15,3-3 9-15,-3-2 13 0,0 1 14 0,0-8 13 16,-10 9 21-16,0-4 33 0,-4-1 26 0,0-4 25 16,-6 6 10-16,1-6 21 0,-5 2 23 0,0 2 16 15,-1-7 4-15,-3 6-4 0,-1 0 7 0,-4-1-5 16,1 7-12-16,-2-7-9 0,-3 9-2 0,-8-3-12 0,3 5-3 15,-8-3-8-15,2 8 0 0,-1 1-4 0,1 0-4 0,0 7-1 0,3 0-4 16,0-2-25-16,4 2-9 0,1 0-14 0,4-1-5 16,-1 3-4-16,4-2 1 0,5 0-13 0,0-2 5 15,4 2 3-15,1-3 5 0,3-1 4 0,7-1-10 16,-4-2-9-16,7-3-5 0,0 1-10 0,3-7 4 31,-2-1 2-31,0 1 7 0,0-3 15 0,4-6-8 0,-5 3 9 16,-1 2 12-16,-2-6 19 0,-1 3 10 0,-2-4 15 15,-2-3 12-15,0 4 14 0,-2 0 18 16,-3 5 5-16,-1-5 14 0,0 4 2 0,0 2 18 16,-1 3-1-16,0 0-5 0,-2 0-9 0,0 1-18 15,-1 4-31-15,4-7-33 0,-4 7-18 0,0 0 0 16,0 0 9-16,0 0-6 0,-8 22 5 0,4-3 3 0,-3 7-2 0,-1 1 5 16,1 3-6-16,-2 4 5 0,-2 13-1 0,2-1 13 15,-2 3-11-15,2-1 4 0,4-11-3 0,-3-2 0 16,3 1 4-16,4-1-1 0,-2-3 2 0,-2 0-2 15,4-1 4-15,0-5-2 0,-2-5 2 0,-2 4-8 16,1-6-6-16,0-3 6 0,-6-2-1 0,2-2-1 16,-2 0 4-16,-4-2 1 0,3-3-2 0,-7-3 4 0,-1 0-6 0,-3-4 6 15,-1 0-3-15,6-4 5 0,-2 0 9 0,1-1 0 16,3-2 11-16,-2-2 6 0,4-4 15 0,3-4-1 16,5 0 3-16,-2-7-12 0,7-8-6 15,3 3-10-15,10-4-11 0,5-11-5 0,1 13-4 16,8-11-1-16,5 6 3 0,-4 12-4 0,4-2 4 0,8-2-4 15,-10 9 5 1,2 2-2-16,-1 0-5 0,1 2 4 0,-4 6 6 16,-2-3 7-16,-11 7 8 0,-4-1 15 0,0 1 3 15,-4 4-1-15,0-2 3 0,-1 1-6 0,-1-1-7 16,-5 3 0-16,10-2-1 0,-10 2-4 0,4-4 8 16,-4 4-19-16,0 0-11 0,5-3-7 0,-5 3-22 15,0 0-22-15,4 0-31 0,-4 0-27 0,0 0-27 16,0 0-13-16,0 0-19 0,0 0-31 0,0 0-54 0,0 0-70 0,0 0-183 15,0 0-547-15,0 0 242 0</inkml:trace>
  <inkml:trace contextRef="#ctx0" brushRef="#br0" timeOffset="28395.93">6265 4771 25 0,'0'0'218'0,"0"0"-14"0,0 0-10 16,0 0-14-16,16-10-13 0,-3 5-12 0,-1-1-6 15,-1-2-10-15,7 0-2 0,-3-3-8 0,2 1-8 16,-2-3-2-16,3 1-5 0,1-5-10 0,-3 5-4 15,4-6 1-15,-7 5-2 0,-3 1-3 0,0-1 1 16,-2 1-3-16,-3-2 2 0,2-1-2 0,-5 6 0 16,2-1-12-16,-4 0-9 0,-4-2-2 0,2 7-12 0,-5 0-9 0,-2-1 4 15,-1 3-14-15,-8 2-5 0,-1-1-2 0,-3 4-10 16,-5 2 2-16,0 5-6 0,1 7-1 0,0 0-8 16,1 2-1-16,3 2-1 0,0 0-4 15,3 1 4-15,4 1-3 0,4 2 2 0,6-7 2 0,4 1 8 16,6 0 1-16,3-1 12 0,5-1 3 0,8 2 10 15,6-2 0 1,5-5 1-16,1-1-6 0,2-1 3 0,4-6-12 16,-1-3 8-16,2 0-5 0,-4-3 0 0,-1 1-7 15,-5-6-5-15,-3 2-17 0,-8-2-31 0,-3 1-29 16,-6-1-44-16,-3 0-43 0,0 0-45 0,-6-2-44 16,-1 3-71-16,-5-3-213 0,1 3-558 0,-1 0 247 15</inkml:trace>
  <inkml:trace contextRef="#ctx0" brushRef="#br0" timeOffset="28800.04">6933 4150 40 0,'0'0'179'0,"0"0"-16"16,-4 9-13-16,3-2-15 0,1 1-13 0,-1 2-11 15,-2 7-14-15,-1-1-10 0,0 1-32 0,2 1-67 16,-1-7-177-16,-3 5-203 0,2-2 91 0</inkml:trace>
  <inkml:trace contextRef="#ctx0" brushRef="#br0" timeOffset="29235.69">7275 4376 295 0,'0'0'329'16,"0"0"-32"-16,0 0-30 0,0 0-27 0,0 0-19 15,0 0-18-15,-21-5-22 0,13 5-18 0,8 0-20 16,-19 5-7-16,6-2-19 0,0 2-17 0,1 0-10 16,-2 0-3-16,1 6-14 0,-1-2-6 0,5 0-6 15,1 0-6-15,-1 5-9 0,0-3-2 0,4 3-3 16,1-1-2-16,4 4-4 0,2-1-1 0,0 1-2 0,6-1-9 0,2 1 4 16,0-2-3-16,4 2 1 0,2 3-3 0,3 1 0 15,-5-7-3-15,5 3-4 0,-6 0 0 0,-1-5-1 16,-1 1-4-16,-4-3-2 0,0-1-2 15,-3-1-2-15,-3-2-1 0,-1 2-1 0,-4-3-3 16,-1 2-1-16,-4-2 5 0,-3 2-20 0,-7-2-27 0,-1-1-46 16,-7 1-79-1,4-5-109-15,-4-1-229 0,8-3-548 0,1-3 243 16</inkml:trace>
  <inkml:trace contextRef="#ctx0" brushRef="#br0" timeOffset="30099.78">8194 4367 190 0,'0'0'282'0,"0"-6"-20"0,0 2-22 0,0 4-21 15,0 0-28-15,2-3-20 0,-2 3-19 16,0 0-18-16,0 0-17 0,0 0-14 0,0 0-9 0,0 17-10 0,3-8-7 16,0 8-7-16,-3 0-4 0,0 9-6 0,-4 1-2 15,4 1-4-15,-4 5-5 0,4-5-7 0,-5 2-1 16,1-3-5-16,-2 2-1 0,2 0-5 0,0-12-4 16,0 3 0-16,3-1 0 0,-1-3-6 0,-1-3 1 15,2-3 1-15,-1-2 13 0,2-4 28 0,0 1 45 16,0-1 47-16,0-4 48 15,0 0-15-15,0 0-11 0,0 0-32 0,-10-18-16 16,8 5-16-16,0-4-7 0,1-1-14 0,-4-8-12 16,5-3-5-16,0 0-12 0,5-1-4 0,-5-4-3 15,3-1-11-15,-2-1-3 0,2 1-5 0,2 0 7 16,-3 3 12-16,5 3 13 0,-5 5 16 0,1 7 4 16,-2 0-4-16,-1 7 4 0,0 0-9 0,1 5-9 15,-1-1-13-15,-1 1-2 0,1 1-10 0,3-1-9 0,-3 5-6 0,0-5-3 16,3 3-1-16,1 1-3 0,5 1-5 0,1 0-6 15,7 0-11-15,0 3-17 0,3 0-20 16,11-1-31-16,-5 1-40 0,4-1-41 0,-1 0-51 16,-2 0-43-16,-5 0-53 0,-2 1-71 0,2 0-388 15,-5 0-814-15,-3-1 361 0</inkml:trace>
  <inkml:trace contextRef="#ctx0" brushRef="#br0" timeOffset="30453.86">8221 4850 19 0,'-4'0'258'0,"3"3"-1"0,1-3-10 0,-8 2-4 16,8-2-7-16,-2 2-10 0,-2 1-15 0,4-3-16 15,0 0-21-15,0 0-18 0,0 0-9 0,0 0-13 16,0 0-13-16,0 0-15 0,20 0-9 0,-4-3-13 0,4 1-6 16,12-3-8-16,1 2-6 0,3-3-6 0,6 3-7 15,8-4-2-15,-9 2-5 0,9 0-5 0,-17 2-3 16,0 1-4-16,-6-2-9 0,-8 1-1 0,-5 3 0 0,-1-2-1 16,-4 2-4-16,1-2 2 0,-3 1 0 15,-2-1-2-15,-5 2-7 0,6-1-10 0,-6 1-30 16,0 0-24-16,0 0-14 15,-28-5-26-15,13 4-22 0,-7 1-20 0,4 0-34 16,0-3-42-16,-1 3-242 0,1-2-491 0,0 0 216 16</inkml:trace>
  <inkml:trace contextRef="#ctx0" brushRef="#br0" timeOffset="30823.02">8235 4628 193 0,'-6'0'271'0,"-2"0"-15"0,3 0-14 0,5 0-15 16,-10 2-14-16,10-2-14 0,-8 0-11 0,8 0-6 15,0 0-25-15,-5 0-15 0,5 0-11 0,0 0-8 16,0 0-4-16,13 4-5 0,-2-3-12 0,11 1-6 15,7-2-9 1,7-3-8-16,4-1-11 0,13-1-3 0,-13 1-8 0,15-1-8 16,-5 0-1-16,-12 3-10 0,-6-1 1 15,-4-1-9-15,0 1-3 0,-11 0 1 0,-3 3-2 16,-4-3-2-16,-3 3 2 0,-1-1 13 0,-2 1 6 0,-4 0 4 16,13-1 8-16,-13 1-11 0,5 0-3 0,-5 0-12 15,0 0-17-15,0 0-23 0,0 0-15 0,0 0-22 16,-19-2-19-16,19 2-35 0,-12 1-38 0,8 0-40 15,4-1-37-15,0 0-47 0,0 0-228 0,0 0-529 0,0 0 235 16</inkml:trace>
  <inkml:trace contextRef="#ctx0" brushRef="#br0" timeOffset="31302.54">9176 4466 303 0,'2'-3'374'0,"-2"3"-21"16,8-2-8-16,-8 2-34 0,4-3-48 0,-4 3-22 15,1-2-24-15,-1 2-30 0,0 0-26 0,0 0-12 16,0 0-19-16,5 7-14 0,-5 0-14 0,0 3-6 16,0 1-12-16,0 5-8 0,0 3-7 0,-1-2-7 15,1 8-8-15,-4-6-3 0,4 7-5 0,0-9 0 0,-1 3-11 0,-1-3-4 16,4-1 3-16,0-1-6 0,-1-3 16 0,1-1-20 15,0-1-1-15,0-4 0 0,-1 0-2 0,1 1 1 16,0-4 1-16,-2 1 29 0,1-2 22 0,-1-2 23 16,1 4 30-16,-1-4 27 15,0 0-13-15,0 0-14 0,0 0-13 0,13-11-8 16,-9 5-15-16,1-3-7 0,0-1-11 0,2-2-6 0,0-3-8 0,0-2-11 0,-2-2-23 16,1-7-16-16,4-1-20 0,-9 2-9 0,6 0-8 15,-10-1 2-15,6 7 0 0,-6 0-1 0,-1 2 5 0,3 0 1 16,-5 4 0-16,0 3 2 0,-5-3 1 15,-8 4-1-15,4 2 3 0,-7 1-3 0,-6 3-4 16,-4 4 2-16,0 3 8 0,4 3-7 0,-3 1 3 16,3 2-4-16,5 3 3 15,3 3-2-15,-1 1-2 0,10-3 10 0,1 1 7 16,3 2-9-16,7 1 0 0,3-5 3 0,6 0 8 16,12 4 0-16,6-3-6 0,12-5-37 0,14 0-70 15,6-5-76-15,-2-6-101 0,4-1-107 0,0-4-268 16,-5 0-724-16,-6-4 321 0</inkml:trace>
  <inkml:trace contextRef="#ctx0" brushRef="#br0" timeOffset="32741.49">9544 4420 101 0,'0'0'389'0,"-3"-6"-1"0,3 6-4 16,0-6-11-16,0 6-12 0,4-3-21 0,-4 0-24 15,0 3-26-15,0 0-31 0,4-5-23 0,-4 5-27 16,0 0-26-16,0 0-24 16,0 0-30-16,0 0-1 0,0 0-18 0,0 0-8 15,6 10-13-15,-6 0-11 0,3 1-6 0,-2 4-4 16,3 3-7-16,-3 1-9 0,2 6-2 0,-2 1-5 15,-1-5-3-15,3-2-3 0,-2-1-6 0,1 0-1 16,2-5-7-16,-4 0-1 0,3-4 4 0,-2 0-10 16,0-1 3-16,0-3-3 0,2-1 6 0,-3-1 5 15,0-3-2-15,9 0 1 0,-9 0-6 0,18-7 0 0,-7 0 0 0,7-1-4 16,-5-3 0-16,1 1 2 0,-2-2 5 16,1-3-2-16,3-6-1 0,-3 8-2 0,1-8 5 15,-4 8-15-15,-1-2 1 0,-1 6 2 0,-3 1 6 0,-4 2 1 16,4-2-4-16,-2 4-2 0,1-1-10 0,-3 2-18 15,2 2-18-15,-3 1-22 0,1-4-27 0,-1 4 3 16,0 0-3-16,0 0 18 0,0 0-1 0,0 13-2 0,-1-5 0 16,2 1-13-16,0 2-16 0,4-1 11 0,-1 0-2 0,5 0 10 15,5 4-6-15,4-5-6 0,2-1-15 16,6 0-15-16,4-2-6 0,1-3-7 0,1-1 2 16,-1-2 4-16,-3-1 9 0,-8-2 14 0,2 1 10 15,-2-4 15-15,-3 1 25 0,0-2 26 0,-2-5 27 16,-1-1 28-16,-4 0 19 15,-2 2 22-15,-3 0 25 0,0 4 12 0,-1-4 1 16,-4 2 3-16,-1 2-15 0,-2 0-4 0,-1 2-11 16,-2-2-15-16,1-1-6 0,-7 5-7 0,1 0-9 15,-2 3-12-15,-6 1 3 0,4 3-4 0,-3 0-16 16,0 5 13-16,-1 0-6 0,1 4 3 0,-4 6 3 16,8-4-8-16,-4 7-1 0,7-6-4 0,-1 0-3 15,3 1-21-15,3-1 13 0,2-1-19 0,0-3-2 0,2-3 2 0,2-1 11 16,2-2 3-16,3-3 9 0,4 0 11 0,-1-3-1 15,2 0 5-15,4-2 8 0,3-2-9 0,1-6 3 16,-2 2-2-16,2 0 2 0,-1-1 1 0,-3-4-4 0,7-3-3 16,0 0 6-16,-6 1-4 0,2 1-11 15,-2 1 2 1,-2 2 10-16,-3 0-14 0,-1 4-1 0,0-1 2 16,-1 3 8-16,-2 1-13 0,-1-1-8 0,-1 2 4 0,0 1-18 15,-1-1-31-15,-3 3 4 0,0 0-5 0,10 1 10 16,-10-1 4-16,9 9-7 0,-4-5 2 0,1 4 0 15,2 2 1-15,2 4 8 0,-2-4-14 16,1 0-9-16,1 0-2 0,0-3 2 0,0 1-1 16,3-2 0-16,-4-1 1 0,5 0 5 0,-4-3 1 0,2-2 15 15,-2 0-1-15,0-2 1 0,-2-5 2 0,2-2 6 0,2 1 19 16,-5-2 18-16,1 0 12 0,2-5 16 0,-1-1 17 0,0-1 6 16,0 0 3-16,-1-1 9 0,1-5 7 0,-2-1-7 0,2 0-1 15,0-3 5-15,-2 3-6 0,-1 4 6 0,0 3 8 16,-1 5 7-16,-1 1 3 15,0 0-9-15,0 6-8 16,-4-2-14-16,0 3-19 0,1-2-44 0,2 5-41 0,-3 1 1 0,0 0 9 0,0 0 2 0,-7 21 1 16,4-6 5-16,0 3 6 0,-1 7-1 0,-2 0 1 15,-2 3 0-15,2-1 3 0,3 1 1 0,-2-3 4 16,4 3 13-16,-1-10 0 0,2 1-32 0,2-6 12 16,-4 1-6-16,2-7-7 0,0 1 6 0,0-3 0 15,0 1 9-15,-1-2 7 0,1-1 23 0,0-3 20 16,0 0-7-16,0 0-7 15,0 0 10-15,-10-13-26 0,5 5-2 0,0 0 11 16,-2 0-1-16,-2-3-14 0,-2-1-7 0,1 0-4 16,-4 0 4-16,4 5-4 0,0-2-15 15,3 1 14-15,-2 3 2 0,4 1 0 0,0-1-7 16,2 2-10-16,-1 0-14 0,0 1 10 0,4 2-10 0,0-5 15 16,0 5-17-16,8-2-1 0,5-2 9 0,6 2-2 15,4 1 7-15,10-3 0 0,-1 2-14 0,1-1 0 0,2-1 5 16,2 2 3-16,-2-2 3 0,-2 1 0 0,0-2 6 15,0 2 2-15,-5-2 5 0,-6 1 5 0,-3 0 12 16,3 0 16-16,-9 0 30 0,-3 2 20 0,3-1 28 16,-7 3 20-16,-1-3 8 0,0 2 5 0,2 0-3 15,-7 1-8-15,7-3-7 0,-3 2-14 0,-4 1-11 16,0 0-11-16,8 0-16 16,-8 0-8-16,0 0-20 0,0 0-11 0,0 0-1 15,5 5-3-15,-4-1-2 0,1 3 0 0,-2-2 0 16,2 4-3-16,-2-1 0 0,1 2-6 0,1-2 8 15,-1 3-3-15,0 0 3 0,2-2-19 0,-2 3-21 16,0-3-24-16,1-1-12 0,-1 2-17 0,0-2-51 16,2-3-24-16,-2 1-32 0,-2-1-18 0,3-1-15 15,-2-2-4-15,0-2-28 0,0 0-81 0,0 0-289 0,0 0-677 0,0 0 300 16</inkml:trace>
  <inkml:trace contextRef="#ctx0" brushRef="#br0" timeOffset="32888.11">10970 4250 43 0,'0'-7'384'0,"0"2"6"0,-2-2-4 16,1 2-32-16,1 0-33 0,0 2-31 0,0 3-29 0,0-6-30 16,0 6-24-16,-2-5-48 0,2 5-46 0,2-5-34 15,-2 5-26-15,0 0-28 0,0 0-50 0,8 14-54 16,-4-9-61-16,1-1-67 0,2 4-268 0,-3-3-513 16,4 1 227-16</inkml:trace>
  <inkml:trace contextRef="#ctx0" brushRef="#br0" timeOffset="33272.67">11337 4337 126 0,'0'0'228'0,"0"0"-4"16,-26 0-8-16,13 1-10 0,3 0-8 0,-3 2-18 15,3 0-16-15,-3 3-17 0,-3-1-9 0,1 3-16 0,1 3-10 16,2-1-12-16,0 3-9 0,-1 0-9 0,3 0-6 0,3 0-10 15,1-1-1-15,0 2 5 0,2-2-7 0,4 1 2 16,1-1 0-16,2 0-5 0,2-3-1 0,3 3-1 16,2-4-5-16,4 1 0 0,1-2-3 15,1-2-3-15,0-3-6 0,1 1 7 0,1-3 6 16,-3-2 11-16,3-2 13 16,-5-1-9-16,1-1 14 0,-1-6 1 0,-3 7 1 15,-1-7-4-15,-2 3-2 0,0-3 2 0,-1-4-6 16,-2 0-10-16,-1 1 5 0,-3 2-13 0,-3-3-3 15,0 0-5-15,0 5 3 0,-5-3-10 0,0 2-1 16,1 3-9-16,-6-2-6 0,3 5 2 0,-2-4-8 16,1 5-18-16,-2 0-15 0,0 1-22 0,0 3-26 15,3-2-21-15,-4 2-25 0,5 2-37 0,0 0-30 0,-4 2-35 0,3 1-38 16,4 1-34-16,-1-2-268 0,4-1-595 0,1 5 263 16</inkml:trace>
  <inkml:trace contextRef="#ctx0" brushRef="#br0" timeOffset="33641.68">11537 4332 166 0,'0'0'307'0,"4"-2"-26"15,-4 2-30-15,0 0-25 0,0 0-23 0,0 0-27 16,0 0-13-1,0 0-1-15,3 7-10 0,-3-2-12 0,-2 2-8 0,1-2-14 16,0 5-4-16,1 0-8 0,-4 0-10 0,1 0-7 16,-2 2 1-16,2 2-15 0,-4 0-8 0,3-3-1 15,3-4-14-15,-3-1-4 0,3 2-1 0,1-3-5 16,-3-1 5-16,3 1 12 0,-4-2 50 0,4-3 38 16,0 0 30-16,0 0-10 0,0 0-18 0,16-3-14 15,-8-3-9-15,7-5-3 0,-1 2-4 0,0-2-2 0,0 0 2 0,1 2-3 16,0-3-6-16,-1 4-9 0,-2 2-1 0,-2 0-8 15,-1 0-13-15,-5 2-5 0,2 2-10 0,-2-1-17 16,1 2-7-16,3 1-4 0,-3 4-4 0,0 2-4 16,5 2-22-16,-2 4-24 0,1 0-34 0,0 1-49 15,0 3-67-15,-4-5-81 0,-1 7-87 0,-2-1-126 16,-2 0-289 0,-1-8-813-16,0-3 360 0</inkml:trace>
  <inkml:trace contextRef="#ctx0" brushRef="#br0" timeOffset="45867.03">12382 4180 25 0,'1'-6'376'0,"-2"0"-20"16,2 4-4-16,-1 2-25 0,0-8-15 0,0 4-19 15,0 4-38-15,0-5-12 0,0 5-30 0,0 0-28 16,0-6-14-16,0 6-19 0,0 0-34 0,1-2-40 16,-1 2-40-16,0 0-41 0,0 0-34 0,0 0-27 15,0 0-38-15,0 0-35 0,4 15-41 0,-4-9-67 0,0-1-210 0,0 6-493 16,-1-4 219-16</inkml:trace>
  <inkml:trace contextRef="#ctx0" brushRef="#br0" timeOffset="46045.38">12337 4571 273 0,'0'4'293'0,"0"1"-15"0,0-1-7 16,0-1-12-16,0-3-11 0,0 6-9 0,0-6-13 15,0 0-16-15,0 3-16 0,0-3-25 0,0 5-19 16,0-5-20-16,0 0-29 0,0 0-45 16,0 0-39-16,0 0-76 0,6 1-71 0,-6-1-73 0,0 0-251 15,0 0-491-15,17-6 216 0</inkml:trace>
  <inkml:trace contextRef="#ctx0" brushRef="#br0" timeOffset="46283.75">12706 4414 273 0,'-6'3'332'0,"6"-3"-23"15,0 0-27-15,0 0-22 0,0 0-16 0,0 0-26 16,0 0-20-16,0 0-30 16,0 0-28-16,36-6-42 0,-8 5-56 15,5-3-69-15,3 1-103 0,3-5-272 0,0 4-434 16,11-4 192-16</inkml:trace>
  <inkml:trace contextRef="#ctx0" brushRef="#br0" timeOffset="49237.34">14535 4052 73 0,'-3'-3'189'0,"3"-1"-1"0,0-3-4 16,-1 2-3-16,1 0-5 16,-3-2-4-16,2 3-8 0,1 0-1 0,0 4-2 15,0-8-7-15,0 8-12 0,-1-5-12 0,1 1-15 16,0 4-16-16,0 0-11 0,0 0-18 0,0 0-7 16,0 0-8-16,0 0-7 0,-9 26-5 0,6 1-3 15,-2 1-3-15,0 7-5 0,-5 12-6 16,1 1 1-16,-3 1 0 0,5 2-3 0,-1-3-6 0,-1 2-1 15,4-2 5-15,1 0 0 0,0-11-4 0,1-2 1 0,0-1-3 16,3-3-1-16,-2-1 0 0,0-3 0 0,2-7-3 16,-1-3-1-16,2 1 1 0,-1-7-4 0,0 1 3 15,-1-3-3-15,0-1-1 0,1-3 1 0,0 1-2 16,-2-2 4-16,2 0 8 0,0-4 12 0,0 7 6 0,0-7 5 16,-1 5-2-16,1-5 5 0,1 3-2 15,-1-3-1-15,0 0-8 16,0 0-2-16,0 0-2 0,0 0-1 0,0 0-7 15,0 0-34-15,0 0-34 0,0 0-15 0,-10-12-25 16,8 7-25-16,-2-5-23 0,-1 1-22 0,1-1-19 16,-1-7-32-16,1-1-222 0,1 2-466 0,-1-4 207 15</inkml:trace>
  <inkml:trace contextRef="#ctx0" brushRef="#br0" timeOffset="49648.33">14388 4063 159 0,'-4'-11'216'0,"3"5"-3"0,-1-1-8 15,1 1 4 1,-1 3-20-16,0-5-17 0,1 4-15 0,1 2-16 16,0 2-12-16,-4-4-16 0,3 0-14 0,1 4-10 15,0 0-16-15,1-5-5 0,-1 5-8 0,0 0-10 0,0 0-5 16,0 0-2-16,13 7-4 0,-5-1-4 15,2 0 3-15,7 5-1 0,2 1-4 0,6 2-1 0,3 2 1 16,3 1-2-16,1 2-2 0,2-1-3 0,0 2 1 16,-2-3-3-16,0 2-6 0,-6 0-5 0,-1 0 7 0,-6-1-4 15,-5-4-11-15,-4 1-3 0,2-3-4 0,-8 1-2 16,-3-1 1-16,-5-3-2 0,-2 8 10 0,-7-4-1 16,-5-2-1-16,-5 3 5 0,-2 0-2 0,-1-1 2 15,-1 0 8-15,0-2 1 0,2-1 1 0,-1 0-1 16,7-3 2-16,1-2-2 0,-1 2-3 0,7-5 1 15,-6 3-2-15,9 0-2 0,3-3-2 0,0-2 2 0,-1 3-3 0,4-1 6 16,-3 0-9-16,6-2 1 0,-5 1 1 0,5-1-1 16,-5 0-4-16,5 0 1 0,0 0-3 0,-1 4 6 15,1-4-6-15,0 0-14 0,0 0-21 16,11 1-26-16,-3-1-32 16,-8 0-34-16,14 0-51 0,-9-3-68 0,3 2-152 0,-3-1-432 15,5-2 192-15</inkml:trace>
  <inkml:trace contextRef="#ctx0" brushRef="#br0" timeOffset="50257.85">15188 3901 154 0,'0'0'241'0,"0"0"-18"16,0-2-16-16,0 2-22 0,0 0-21 0,0 0-13 16,0 0-26-16,0 0-7 0,0 0-20 0,-8 10-6 15,3 5-10-15,-9 7-11 0,1 7-6 0,-10 17-3 16,-4 4-6-16,-7 25-2 0,8-22-3 0,2 3-6 15,1 0-5-15,-8 25-2 0,12-27 0 0,10 0-2 0,0-1-3 16,3-3 24-16,6-2 4 0,0-11 4 0,10-3 2 16,-1-3 3-16,4 0-1 0,2-1 1 0,4-5 1 0,-2-4 5 15,5 1-11-15,-8-6 2 0,1-5-5 0,-1-1-8 16,-1-4-1-16,-3 4-3 0,-1-5-1 16,-1 0-4-16,-2-3-2 0,-1 2 19 0,-1-1-3 15,1 0 6-15,-1-1 13 16,-4-2 3-16,5 2-1 0,-5-2-8 0,5 2-4 15,-5-2-3-15,4 1-16 0,-4-1 11 0,0 0-24 0,1 4 13 16,-1-4-7-16,0 0-18 0,0 0-40 16,0 0-28-16,0 0-27 0,0 0-21 0,0 0-47 15,0 0-65-15,0 0-65 0,3-11-69 0,-6 7-202 16,3 4-585-16,0-8 258 0</inkml:trace>
  <inkml:trace contextRef="#ctx0" brushRef="#br0" timeOffset="51665.41">15364 4264 50 0,'0'0'222'0,"0"-7"-22"0,-1 5-18 16,2-3-17-16,3 3-21 0,0-1-15 0,2 1-7 15,2 0-13-15,2-1-15 0,-1 3-9 0,5 0-7 16,-2 0-8-16,2 3-9 0,-3 1-8 0,6 3-1 0,-3 1-5 0,0 2-2 15,1 0-5-15,-6 3-1 0,1 1 1 0,-1 0-9 16,-4 2-3-16,-1 3-1 0,-2 1-1 0,-4-1-5 16,1 0 1-16,-8 8-1 0,0-2 6 0,-2-2 6 15,-5 1-1-15,4-8 6 0,-3 0-8 0,0-3 8 16,1 1 2-16,1-2 2 0,-1-1 1 0,5-3 0 16,-2 0 1-16,6-6 0 0,-2 2 10 0,2 2 12 0,1-4 19 0,-1 1 22 15,0 2 25-15,1-5 27 0,4 0 15 0,0 0-19 16,0 0-22-16,8-10-11 0,-2 0-8 0,7-2-13 15,9-5-13-15,-2-3-8 0,3 1-10 0,2-5-6 32,0 4-5-32,3-3-6 0,0 2-7 0,-1 0-6 0,-5 2-6 15,1-1 2-15,0 2-5 0,-3 1-9 0,-6 4 6 16,0-1-15-16,-5 7 4 0,-1-1 10 0,-3 1 9 16,0 2-2-16,0 1 3 0,-1 0-3 0,0 3-4 15,-1-3-3-15,-1 2-3 0,-2 2-13 0,4-3-4 0,-4 3-7 16,0 0-15-16,0 0 3 0,0 0 2 0,-13 14 3 15,-1-5-6-15,3 6 7 0,-3-2 0 0,0 1 3 0,-2 7-7 16,5-4 7-16,0 0-6 0,0 0 3 0,6 1 4 16,0 0-4-16,1-1 3 0,0 2-3 0,4-4 1 15,-1-3-1-15,1 0 2 0,1-4-1 0,-1-1 8 16,0 0 0-16,5 0 6 0,2-2 15 0,-1 0-1 16,4 0 2-16,3-3 2 0,0 0 2 0,-4-1-2 15,2 1-1-15,2-2 1 0,-3 0 3 0,1 1 5 16,1-1 2-16,-7 0-2 0,2 0 0 0,-7 0-3 15,6-1-4-15,-2 3-4 16,-4-2-3-16,0 0 0 0,0 0-3 0,10-1-2 16,-10 1-7-16,0 0 4 0,0 0-7 0,0 0-9 15,0 0-10-15,5-1-9 0,-5 1-18 0,0 0-19 16,0 0-23-16,0 0-19 0,0 0-22 0,0 0-19 16,0 0-16-16,0 0-32 0,0 0-23 0,0 0-29 15,0 0-31-15,4 3-5 0,-4-3-18 0,0 0-241 16,0 0-581-16,0 0 257 0</inkml:trace>
  <inkml:trace contextRef="#ctx0" brushRef="#br0" timeOffset="51944.07">16071 4513 233 0,'0'0'318'0,"0"0"-16"0,0 0-25 0,0 0-19 15,-1-4-27-15,1 4-25 0,0 0-26 0,0 0-17 16,0 0-23-16,0 0-17 0,0 0-29 0,0 0-13 0,0 0-5 0,0 0-10 16,-13 12-5-16,5-2-6 0,-1 0-5 0,-1 4-4 15,-2-2 0-15,2 1-16 0,-1 3-29 0,0-3-22 16,1 2-21-16,1-2-24 0,-2 1-29 0,1-6-37 15,3 4-31-15,1-2-74 0,-1-3-144 0,0 1-411 16,3-2 182-16</inkml:trace>
  <inkml:trace contextRef="#ctx0" brushRef="#br0" timeOffset="52682.67">16219 4253 311 0,'-2'-5'311'0,"0"-1"-13"0,2 2-15 16,-2-1-25-16,2 5-22 0,-2-6-27 0,2 6-21 15,-1-4-24-15,1 4-18 0,0-5-18 0,0 5-41 0,0 0-12 16,0 0-10-16,0 0-6 0,0 0-8 0,1 15-16 15,-1-9-5-15,2 3-16 0,0 0-11 0,0 1-3 0,-2 1-8 16,3-1-5-16,1 1-3 0,1-1-7 0,0-2 1 16,-1 3-3-16,0-4-1 0,1 3 4 0,-1-4 0 15,-3-3 4-15,4 0 3 0,-1 3-1 16,1-3 3-16,-1-3 3 0,1 1-1 0,-5-1 5 16,13-5 7-16,-8-1 10 15,4 1 8-15,-1-1 8 0,-1-4 14 0,1 5 1 16,-2-8 5-16,1 4 0 0,-2 0 17 0,1-1-5 15,-1-1 9-15,-1 3 6 0,-1 0 6 0,1 2 8 16,-2 2-1-16,1-2 3 0,-1 3-16 0,1 1-4 16,-3 2-18-16,4-6-16 0,-3 5-25 0,-1 1-8 15,0 0 2-15,4 8-5 0,-2-2 3 0,-2 3-3 16,4 8 1-16,-2 0-5 0,1 8 2 0,-1 4 1 0,0-3 4 0,0 6-1 16,-2 4-1-16,-2 10 4 0,2 2-3 0,0-17-1 15,-2 4 2-15,-1-1-1 0,-1 1-1 0,-1 0 5 16,1-4 2-16,-3-2-1 0,0-1-4 0,-2-3 2 15,2-7-2-15,-6-2 2 0,5 1-1 0,-2-6 7 16,-4 1 7-16,4-4-4 0,-7-2 0 0,3 1 8 16,-5-5 5-16,0-4-6 15,2-1 2-15,-3-1 15 0,0-2 12 0,4-2 20 16,2-2 2-16,4 1 5 0,-3-5-3 0,1-7-4 16,5 2 8-16,2-7-8 0,3-2-10 0,4-1-5 0,4-5-11 15,5 2-6-15,1-2 3 0,6 2-9 16,0 4 0-16,1 1-12 0,2 1-1 0,1 5-3 15,1 1 10-15,0 1-10 0,-7 8-3 0,0 1-3 16,0 0 3-16,-6 2-6 0,1 3-1 0,-2-1-3 0,1 0 2 16,-4 3-7-16,-1 1 6 0,-1-1-1 0,1 0-1 15,-3 1 3-15,3-1-4 0,-5 3-10 0,7-1-10 16,-7 1-14-16,4-3-21 0,-4 3-29 0,2-2-27 16,-2 2-25-16,0 0-20 0,0 0 12 0,0 0-4 15,0 0-27-15,0 0-20 0,-8 11-47 0,6-7-42 16,-2-2-264-16,3 3-591 0,-2-3 262 0</inkml:trace>
  <inkml:trace contextRef="#ctx0" brushRef="#br0" timeOffset="52898.86">16692 4542 138 0,'0'0'351'16,"0"0"-35"-16,0 0-40 0,0 0-24 0,0 0-29 16,6 0-20-16,-6 0-25 0,0 0-24 0,0 5-14 15,-5 1-12-15,1 2-19 0,-5 2-4 0,3-1-24 16,-3 3-30-16,-4-1-31 0,-1 5-34 0,1-2-39 0,-2-2-40 16,5 2-56-16,1-5-53 0,-3 1-167 0,5-2-400 15,0-3 177-15</inkml:trace>
  <inkml:trace contextRef="#ctx0" brushRef="#br0" timeOffset="53433.15">16859 4218 29 0,'-1'-2'325'0,"-3"-2"-6"0,2 1-18 15,2 3-27 1,-4-5-25-16,2 2-25 0,2 3-25 0,0 0-22 16,-1-2-19-16,1 2-21 0,0 0-18 0,0 0-9 15,0 0-9-15,0 0-14 0,5 13-9 0,-3-7-6 0,1-1-5 16,6 2-8-16,0 2-4 0,0 0-8 16,0-1-5-16,5 3 3 0,-1 0-7 0,5 0-8 15,-4-1-1-15,1-1 1 0,-2 0-7 0,-2-1 0 16,0 0-2-16,-2 4-7 0,-2-6-5 0,1 2-3 0,-2 0-6 0,-2-4-3 15,-1 4-2-15,1-1-1 0,-4 1 3 0,-2 3-2 16,-1-2-2-16,-5 2 4 0,0 4-3 0,-6 1 5 16,0-2-3-16,-2-1 2 0,-4 5 6 0,4-5-4 15,0-1 3-15,-4 4-4 0,3-5 3 0,3-2 0 16,5-1-2-16,-3-1-1 0,5 0 0 0,-1-4-1 16,2 0-2-16,2 0 3 15,2 0 2-15,-1 0 14 0,1 0 2 0,2-3 6 16,-3 2 4-16,3-2 13 0,0 0 2 0,14 3 7 15,-14-3-6-15,27-5-6 0,-8 2-3 0,1 0-3 16,14-1-3-16,-15 1 0 0,12-1-5 16,-2 3-3-16,0-5-8 0,-7 2 7 0,1 0-5 0,-7 2-2 15,4-1 2-15,-10 2-1 0,3-3 4 0,-4 2-7 16,-1 2 0-16,-3-1 2 0,1 0 14 0,-1 0-14 0,-5 1-6 16,6-2-8-16,-6 2-11 0,4-3-23 0,-4 3-28 15,0 0-29-15,0 0-26 0,-14-4-21 0,7 1-29 16,0 2-37-16,2-3-38 0,-4 4-257 0,4-3-542 0,-4-1 240 15</inkml:trace>
  <inkml:trace contextRef="#ctx0" brushRef="#br0" timeOffset="53815.65">16845 4446 33 0,'-8'0'264'16,"2"3"-10"-16,1-2-9 0,5-1-10 0,-6 0-13 16,6 0 9-16,-7 2-13 0,7-2-11 15,0 0-19-15,0 0-10 0,0 0-15 0,0 0-10 0,0 0-10 0,0 0-11 16,32-3-14-16,-12 0-12 0,6 0-10 0,5 1-10 15,2-3-11-15,-6 1-1 0,7 0-10 0,-2-1-2 16,-6 0 0 0,-6 1 0-16,-2 2 20 0,-5 0-1 0,-4 0 10 15,1 1 10-15,-2 0-11 0,-3 0-1 0,0 1-3 16,-5 0-5-16,8-2 1 0,-8 2-8 0,6-1-8 16,-6 1-12-16,0 0-3 0,4-2-22 0,-4 2-27 0,0 0-33 15,0 0-38-15,0 0-28 0,-13-7-28 0,13 7-26 16,-11-1-29-16,11 1-35 0,-9-1-52 0,5-1-62 15,-1 1-216-15,-3-2-589 0,4 1 260 0</inkml:trace>
  <inkml:trace contextRef="#ctx0" brushRef="#br0" timeOffset="54247.23">17209 4038 70 0,'0'-4'364'0,"0"4"-24"0,0-4-23 0,0 4-41 16,2-5-34-16,-2 5-21 0,5 0-32 0,-5 0-17 16,16 3-16-16,-2 3-14 0,4 5-19 0,8 3-13 15,0 5-13-15,3 6-11 0,8 9 0 0,-4 1-9 16,-5 4-3-16,-3 2-7 0,0-1-6 0,-6 3-3 0,-10-7-9 15,2 11-3-15,-3 1 1 0,-9-13-5 16,-3 11 4-16,-5-11-11 0,-1-1-5 0,-5-3 15 0,-5 1-16 16,-1-5 7-16,-3 1 6 0,-1-6 9 0,-2-3 6 15,3 1 7-15,0-4 3 0,7-6 4 0,-2 2 2 0,3-6-5 16,5 2-3-16,2-2-6 0,3-3-7 0,0 1-1 16,0 0-13-16,3-1 4 0,3-3-2 0,-6 1 1 15,6-1 17-15,-2 4 6 0,2-4 4 16,-5 1-1-16,5-1-4 0,0 0-3 0,0 0-6 0,0 0 5 0,0 0-8 0,-5 2-9 15,5-2-2-15,0 0-4 0,0 0-25 16,0 0-19-16,0 0-43 0,18-8-39 0,-13 5-47 16,0 1-47-16,-3-3-72 0,5 1-90 0,-5-2-357 15,-2 0-761-15,0 1 337 0</inkml:trace>
  <inkml:trace contextRef="#ctx0" brushRef="#br0" timeOffset="55428.24">17876 4098 23 0,'2'-6'252'0,"-1"-1"1"0,0 0-4 0,-1 0-1 0,1 0-4 15,1-3-2-15,-2 3-1 0,1-1-8 0,0 2-5 16,1 1-6-16,-1-1-19 0,0 2-22 0,-1 2-18 16,0 2-18-16,0-6-20 0,0 6-15 0,0-5-20 15,0 5-33-15,0 0-10 0,0 0-14 0,-1 23-1 16,-3-6-5-16,-2 12 2 0,-1 4-4 0,-3 13-4 16,0 2 1-16,1 1-6 15,0 0 4-15,3 1-2 0,-2-4 0 0,-2 1 0 16,10-11-1-16,-3 0-1 0,3-3-3 0,0-2 4 15,0 0-6-15,1-5-3 0,1 0 8 0,-1-6-7 0,-1-1-1 0,0-2 3 16,1-6-4-16,-1 0 6 0,0 0-8 0,0-4 7 31,0-1-2-31,0 1-2 0,3-2 0 0,-3 0 4 0,1-3-6 0,0 2 3 16,-1-4-1-16,2 5-15 16,-2-5-4-16,1 1-3 0,-1-1-10 0,0 0-9 0,0 0-46 15,0 0-59-15,0 0-46 0,0 0-43 0,-8-14-38 16,7 7-249-16,-2-3-555 0,2-1 246 0</inkml:trace>
  <inkml:trace contextRef="#ctx0" brushRef="#br0" timeOffset="55718.33">17897 4351 297 0,'0'-5'294'0,"1"1"-13"0,-1 4-33 16,0-5-24-16,0 5-23 0,0-4-22 0,0 4-18 15,5 0-16-15,-5 0-16 0,16 0-11 0,-4 2-12 16,1 1-12-16,6 4-10 0,-1-2 5 0,9 2-22 0,-8 2 2 0,0-4-21 16,1 7-16-16,-4-6-12 0,-3 3-20 0,-2-2-10 15,-2-1-6-15,-4 1-3 0,-1-1 2 16,-4 0 2-16,-5 0 2 0,-3 1 4 0,-8 2 0 16,-1-3-2-16,-5 2 3 0,1-6 4 0,-10 4 1 0,3 0 1 15,5-3 2-15,5-3 3 0,-5 2-3 0,3 0 2 16,6-2 2-1,5 0-3-15,-4 0 0 0,7 0-9 0,0-2-42 16,1 1-52-16,5 1-58 0,0 0-54 0,12-10-158 16,-2 4-402-16,10 1 179 0</inkml:trace>
  <inkml:trace contextRef="#ctx0" brushRef="#br0" timeOffset="56588.12">18594 4376 105 0,'0'0'234'0,"-6"3"-13"0,6-3-13 0,0 0-14 0,-4 1-8 15,4-1-5-15,0 0-20 0,0 0-16 16,0 0-7-16,0 0-15 0,0 0-11 0,0 0-7 16,-5 1-8-16,5-1-4 15,0 0-6-15,0 0-4 0,0 0-3 0,0 0-1 16,0 0-2-16,0 0-5 0,0 0-7 0,0 0-2 16,0 0-6-16,0 0 0 0,0 0-10 0,0 0-2 15,0 0-3-15,0 0-4 0,0 0-1 0,0 0-7 16,0 0-5-16,0 0-1 0,0 0-6 0,0 0 2 15,0 0-2-15,0 0-3 0,0 0 4 0,0 0-8 16,0 0 1-16,0 0-7 0,0 0 1 0,0 0-2 0,0 0 6 0,0 0-9 16,0 0 4-16,0 0 1 0,0 0-3 0,0 0 0 15,0 0 3-15,0 0-4 0,0 0 8 0,0 0-4 16,0 0-3-16,0 0-3 0,0 0 5 16,0 0 1-16,0 0 2 0,0 0 5 0,0 0-6 15,0 0-1-15,0 0 1 0,0 0 2 0,0 0-1 0,0 0-6 16,0 0 7-1,0 0-5-15,0 0 1 0,0 0 3 0,0 0-4 16,0 0 0-16,0 0 0 0,0 0-5 0,0 0 8 16,0 0-4-16,0 0 3 0,0 0-5 0,0 0 1 15,0 0 2-15,0 0-2 0,0 0 0 0,0 0-1 0,0 0 0 16,0 0 3-16,0 0-4 0,0 0 2 0,0 0 1 16,0 0 3-16,0 0-6 0,0 0 5 0,0 0-7 15,0 0 5-15,0 0-3 0,0 0 0 0,0 0 2 0,0 0-4 16,0 0 4-16,0 0-2 0,0 0 1 0,0 0 1 15,0 0-5-15,0 0 5 0,0 0-6 0,0 0 6 16,0 0-2-16,0 0 3 0,0 0-5 0,0 0-1 16,0 0 5-16,0 0-2 0,0 0 3 0,0 0-1 15,0 0-2-15,0 0 0 0,0 0-2 0,0 0 2 16,0 0-3-16,0 0 4 0,0 0 1 0,0 0-5 0,0 0 3 16,0 0 2-16,0 0 1 0,0 0 0 0,0 0-4 0,0 0 2 15,0 0-3-15,0 0 2 0,0 0 1 0,19-5 0 16,-10 4 3-16,0 1 8 0,1-1-13 0,8-2 0 15,3 3 2-15,7-3-1 0,0 3-1 0,3-4-1 16,2 2 2-16,4-3 0 0,1 5-4 16,3-3 5-16,-1 1 2 15,-3 0-4-15,-3-1-3 0,-2-2-1 0,-2 1 4 16,-7 1 2-16,-7 1-1 0,-3 2 2 0,1-1 0 16,-4-1-7-16,1 2 4 0,-5 0-6 0,-1-2-4 15,-1-1-27-15,-2 2-23 0,-2 1-18 0,0 0-10 16,0 0-11-16,-11-7-11 0,5 6-12 0,-1 1-14 15,-2-3-10-15,2 3-7 0,-2 0-18 0,1-2-26 0,-1 2-175 16,-2-2-404-16,0 2 180 0</inkml:trace>
  <inkml:trace contextRef="#ctx0" brushRef="#br0" timeOffset="56835.57">18851 4230 68 0,'-1'-6'399'0,"-3"0"-13"0,4 1 5 15,-1 1-4-15,1-3-16 0,0 4-31 0,0 3-32 16,-3-7-33-16,3 4-32 0,0 3-33 0,0 0-28 0,-1-5-27 16,1 5-21-16,0 0-8 0,-4 21-23 0,5-5-6 15,-1 4-9-15,0 6-7 0,-1 2-8 0,1 2-8 0,0 4-28 16,1 0-45-16,2 1-29 0,-6 0-53 0,2-1-45 15,-4 0-72-15,5-5-97 0,0-2-319 0,-5-7-676 0,5-7 300 16</inkml:trace>
  <inkml:trace contextRef="#ctx0" brushRef="#br0" timeOffset="58469.81">20304 3895 166 0,'0'-3'218'0,"0"3"-13"0,0-7-11 0,0 7-12 15,0-3-14-15,0 3-18 0,0-4-13 0,0 4-17 16,0 0-10-16,-9 0-12 0,9 0-11 0,-18 5-10 15,7 1-7-15,-6 1-7 0,-8 6-8 0,1 2-4 16,-1 3-17-16,-2 1-4 0,-1 2 1 0,0 2-2 16,3 2-1-16,-1 4-4 0,3 0 2 0,4-1-2 15,-3 2-2-15,3-1-3 0,5-3-1 0,2 3 1 0,2-3-2 0,5-2-1 16,2-5 7-16,6-2 2 0,1 2-2 0,1-2 4 16,5-1-4-16,-1 0 6 0,4-3 7 15,6-3 4-15,7 3 1 0,-5-8-3 0,9 2-2 16,2-4-3-16,0-3-3 0,-2-1-2 0,2-1 0 0,-4-3 3 15,0-5 4-15,-2-1 11 0,-2-1 5 0,-5 3-2 16,8-8-2-16,-9 0-1 0,4-1-4 0,-4-4-2 0,-5 1-2 16,2-3-4-16,-5-3-1 0,0 1-7 0,-4-4-8 15,1 0 0-15,-6 0-2 0,1-1 6 0,-2 2-7 16,-4 0 5-16,-2 2 2 0,0 7 7 0,0-5 3 16,0 6 7-16,-3 2-5 0,-3 0 4 0,3 1-2 15,0 1-1-15,-1 0-1 0,1 6-1 0,1 1-8 16,3 0-7-16,-4 2 8 15,4 2-8-15,-2 1-6 0,0 2-6 0,-4 1 1 16,3 0-3-16,-2 5-5 0,-2 0 5 0,3 6-1 16,-1 4-1-16,-5 5 1 0,1 5 1 15,1 1-6-15,3 4 0 0,-2 1 5 0,2 5-3 0,6-5 5 16,-1 3-3-16,5 0-4 0,3 2 8 16,-1 0-2-16,2-1-2 0,9-2 4 0,-3-1-1 15,7 2 2-15,-6-3-2 0,3 0 3 0,3 1-3 0,-2-2-4 0,-5-3 7 0,-2 2-8 16,2-4 0-1,-1-2 2-15,-9-5 5 0,3-2-7 0,-5 0 2 0,1 1 0 0,-4-5 3 0,-1-1-2 16,-5 4-4 0,-4-2 4-16,1 1-3 0,-4-2 5 0,0 0-4 15,-1-4 5-15,1 2-1 0,-1 0-3 0,1-3-1 16,3 2 1-16,-3-2 1 0,6-2-3 0,1 0 1 16,2-3-2-16,3 2 3 0,-1-1-11 0,2 0-14 15,0-1-10-15,3-2-2 0,2 0 1 0,-6 4 2 16,6-4-4-16,0 0-12 0,0 0-19 0,0 0-28 15,0 0-33-15,23-9-40 0,-14 4-64 0,1-3-80 16,-1 0-172-16,3 0-522 0,-2-4 231 0</inkml:trace>
  <inkml:trace contextRef="#ctx0" brushRef="#br0" timeOffset="58922.95">20955 3807 110 0,'-2'-5'226'0,"2"5"-29"15,0 0-21-15,0 0-17 0,0 0-19 0,-11 11-12 16,3-1-9-16,-7 12-4 0,-2 1-6 0,-5 9-1 16,-7 12-9-16,2 3-3 0,-2 4 2 0,0 0 0 15,2 1-11-15,1-2 5 0,8 0-5 0,2-2-6 16,8-11 3-16,3-1-3 0,3 8-1 0,6-9 2 16,4-5 5-16,6 4-3 0,-1-5-7 0,5-5 2 15,0 0-1-15,3-3 3 0,1-3-4 0,-8-5-4 0,4-2-5 16,-4-3-4-16,0 1 4 0,-2-4 3 0,-1-2 5 15,-3 2 14-15,-2-3 14 0,-1 0 14 0,1 0 9 0,-3-1 3 16,1 1-4-16,-4-2-3 0,5 0-4 0,-5 0-1 16,5 1-13-16,-5-1-10 0,0 0-10 15,3 4-6-15,-3-4-17 0,0 0-10 0,0 0-15 16,0 0-22-16,0 0-18 16,0 0-24-16,0 0-46 0,0 0-84 0,0 0-48 15,0 0-28-15,-3-12-34 0,3 12-46 0,-5-8-70 16,2 3-211-16,1-4-642 0,1 2 284 0</inkml:trace>
  <inkml:trace contextRef="#ctx0" brushRef="#br0" timeOffset="59493.55">21117 4118 176 0,'5'-5'226'0,"0"2"-17"0,4-2-15 0,4 2-17 16,-2 0-18-1,3 2-12-15,-3 1-16 0,2 1-13 0,-1 2-14 16,2 1-8-16,-5 2-12 0,5 2-13 0,-5 0 9 16,4 4-11-16,-4 2-7 0,-5-2-3 0,0 5-2 15,-3 0-4-15,0 1-5 0,-6-2-1 0,0 0-4 16,-4 4-3-16,-1-5-3 0,1 0 0 0,-3 1-3 16,-2 0-2-16,5-3 2 0,-6-3-4 0,6 1 4 15,1-6 0-15,1 3 6 0,-1-3 2 0,4-3 14 0,-2 1 15 16,2 1 37-16,0-3 31 0,3 2 40 0,1-3-17 15,0 0-13-15,0 0-22 0,9-16-11 0,0 6-10 0,5-4-21 16,1 3 2-16,4-10-5 0,3 3-12 0,-3-3-8 16,2-1 0-16,0 2-14 0,-1 0-10 0,-3 1 4 15,-2 3-6-15,-3 5-3 0,-4-1 10 16,-2 4-1-16,0 0-1 16,-3 3-3-16,2 1-7 0,-3 1-9 0,0-1-24 0,1 2-17 15,-3 2-27-15,0 0 12 0,0 0-5 0,0 0 6 16,-7 17 11-16,0-4-2 0,0-3-2 15,1 5 5-15,-2 3 2 0,-1 1-1 0,3 0 4 0,-2-1 3 16,2 0-14-16,2 2-14 0,-1-3-22 0,4 0-18 16,-2-4-26-16,2-3-34 0,1 2-31 0,0-1-30 15,-1-4-40-15,3 0-77 0,1-3-206 0,2-1-569 0,-1-3 251 16</inkml:trace>
  <inkml:trace contextRef="#ctx0" brushRef="#br0" timeOffset="59709.48">21588 4296 59 0,'4'-3'344'0,"-4"3"-29"0,0 0-30 0,0 0-29 0,0 0-26 16,8 0-30-16,-8 0-25 0,0 0-18 0,-1 7-12 15,-2-1-16-15,1 1-11 0,-1 3-11 0,-2 0-12 16,0 2-7-16,-2-2-10 0,-3 6-2 0,3-1-8 15,-2 1-22-15,1-1-29 0,-5-2-34 0,5 3-39 0,-2-3-35 16,0-4-43-16,1-2-46 0,-1 1-239 0,-2-4-453 16,7 0 200-16</inkml:trace>
  <inkml:trace contextRef="#ctx0" brushRef="#br0" timeOffset="60928.59">21794 3977 137 0,'0'0'246'0,"0"-4"-24"15,0 4-26-15,-1-3-20 0,1 3-16 0,0 0-19 0,0 0-14 16,0 0-11-16,0 0-15 0,0 0-8 0,0 0-10 15,0 0-12-15,0 0-5 0,0 0-7 0,0 0-9 16,0 0-2-16,0 0-8 0,0 0-3 0,0 0-4 16,0 0-5-16,0 0-1 0,0 0 2 15,0 0-4-15,0 0-1 0,0 0-4 0,0 0-1 0,0 0-3 0,0 0-5 16,0 0 5-16,-9 1-4 0,9-1 3 0,0 0-5 16,0 0 1-16,0 0 2 0,0 0 3 0,0 0 2 15,0 0 1-15,0 0-1 0,0 0 0 0,0 0 0 16,0 0 1-16,0 0 1 0,0 0 4 0,0 0 2 15,0 0 0-15,0 0 5 0,0 0 10 0,0 0 4 0,0 0 12 16,0 0 5 0,0 0 6-16,0 0 5 0,0 0-4 0,0 0 25 15,0 0-23-15,0 0 2 0,0 0-7 0,0 0-2 16,0 0-4-16,0 0-4 0,0 0-12 0,0 0-7 16,0 0-5-16,0 0-3 0,0 0-7 0,0 0-1 15,0 0-6-15,0 0 1 0,0 0-7 0,0 0 2 16,0 0-6-16,0 0-3 0,6 11 6 0,-4-6 0 15,-1 3 1-15,0-4-1 0,2 7-2 0,-1-1 6 0,-2 3-6 0,3 3 1 16,-1 1-2-16,1 0 0 0,2-1 0 0,-1-1 2 16,0 3 1-16,1-7-2 0,1 0-1 0,-2 1-2 15,-1-4 3-15,2-2 0 16,-3 1-2-16,2-5 7 0,1 4 2 0,-1-4-1 0,3-2-1 0,1 0-4 0,1-2-4 16,0-4 2-16,4 1 5 0,-4 1 5 0,0-6-9 15,0 3 5-15,0-5 9 0,-3 2 2 0,3 1 0 16,1-5 8-16,-5 2 1 0,3-1 6 0,-4 3 6 0,3-2 0 15,-1 3 8-15,-2-1 2 0,-1 5 10 16,0 0 1-16,0-2-9 0,-1 5-3 0,-1-1-22 16,1-2 7-16,0 1-8 0,1 1-1 0,-3 3-10 15,1-2-10-15,-1 2-16 0,0 0-11 0,1-3-6 16,-1 3-5-16,0 0-4 16,0 0-1-16,0 0-7 0,0 0-4 0,0 0 0 15,0 0 6-15,0 0 1 0,0 0 6 0,5-3-5 16,-5 3 9-16,0 0 5 0,0 0 2 0,0 0 0 15,0 0 5-15,4-3-1 0,-4 3 2 0,0 0 5 16,0 0 0-16,0 0-3 0,0 0 2 0,0 0 2 0,0 0 4 16,0 0-2-16,0 0-3 0,0 0 18 15,0 0-10-15,0 0-10 0,0 0 10 0,0 0 0 0,0 0 3 0,0 0 8 16,0 0-2-16,0 0-12 0,0 0-10 0,0 0 9 16,0 0 0-16,0 0-11 0,0 0 4 0,0 0 3 15,0 0 1-15,-4 11-1 0,3-4 1 0,1-2 0 16,1 0 5-16,1 6 1 0,-2-1 0 0,-2 2 0 15,1 5 1 1,-1 0-4-16,-1 6 5 0,2 2 2 0,-4 5 5 16,2-6-5-16,-3 3 0 0,2 2-3 0,1 0 3 15,-3-1 0-15,2 2 3 0,0-1 0 0,0 2 0 16,-1-1 2-16,1 0 4 0,-1 3-5 0,-2-4-1 0,2-3 3 16,1-1-3-16,0-6 0 0,-1 6 0 0,-2-7-2 15,1-1 3-15,1-2 0 0,-3-1 1 0,3 0-4 16,0-3 1-16,-4-2-1 0,1 0 2 0,3-3 2 15,-4 0 4-15,1 2-1 0,-1-5 0 0,-2 2-1 0,1-1 3 16,-1-4-4-16,-1 0 5 0,-1-2 0 0,2 0 26 16,-2 0 11-16,3-4 3 0,1-3 4 0,-1 2 7 15,2-3 9-15,0-5 2 16,3-6 17-16,4 3-8 0,2-11-8 0,7-2-7 16,5-1-10-16,12-11-13 0,1-1-13 0,6 1-6 15,4 4-7-15,3 0-4 0,-2 5 0 0,-8 10-3 16,1 2-4-16,-1 2 4 0,-1 2-9 0,-2 0 1 15,1 6-4-15,-3-2 5 0,-7 6-1 0,-7 2 1 16,-1 0 14-16,1 0 1 0,-5 3 0 0,0 1 0 16,-3-1 3-16,3 0-5 0,-1 1-7 0,-1 0-16 15,-3 2-2-15,7-2-22 0,-7 2-10 0,4-3-26 0,-4 3-6 0,0 0-10 0,0 0 12 16,0 0-9-16,0 0 5 0,0 0-16 16,0 0-22-16,0 0-21 0,-12 12-23 0,8-9-25 15,-1-1-22-15,-1 1-56 0,2-3-65 0,-4 1-220 16,-2 0-588-16,6-1 260 0</inkml:trace>
  <inkml:trace contextRef="#ctx0" brushRef="#br0" timeOffset="61160.43">22378 4374 242 0,'0'0'331'0,"3"4"-29"0,-3-4-34 0,0 0-32 16,1 3-16-16,-1-3-26 16,0 0-25-16,-1 7-8 0,-2 0-17 0,-1 0-16 15,-1 2-9-15,-1 1-12 0,-2 1-11 0,-2 3-12 16,2 1-18-16,-1-1-30 0,-2 3-39 0,-1-4-31 16,2 3-39-16,1-4-39 0,3-4-48 0,-1 1-68 15,-1-3-155-15,4-1-414 0,0-1 184 0</inkml:trace>
  <inkml:trace contextRef="#ctx0" brushRef="#br0" timeOffset="61715.27">22643 4038 73 0,'-2'-4'359'0,"2"4"-23"16,0-4-25-16,-1 2-25 0,1 2-26 0,0 0-31 16,1-7-25-16,-1 7-21 0,0 0-21 0,0 0-17 15,2-4-16-15,-2 4-14 0,0 0-15 0,0 0-5 16,7 11-10-16,-4-9-10 0,3 2-9 0,2 0-2 0,0 5-8 16,2-4-5-16,1 5-4 0,0-1 4 0,0 1-15 0,3 0-4 15,0-2-4-15,-1 0-8 0,-3-1-2 0,-1 1-3 16,1-1-8-16,-1-2-5 0,-1 2-5 0,-4-2-6 15,1 2 0-15,-3-1-1 0,2 1-4 0,-4 2 0 16,-1 1 0-16,-3 2 0 0,-3 0 2 0,-2 0 0 16,-4 1 5-16,-4 1 2 0,-4 4-1 0,1-4-2 15,1-1 4-15,-4 2-1 0,1-2 2 0,4-1 0 0,1 0 4 0,3-5-7 16,-3 3 3-16,8-1 1 0,0-4 3 16,1 0-3-16,2-1 2 0,1-1-6 0,0 2 4 0,1-1 2 15,1-1 8-15,-2 0 16 0,5-3 3 0,-4 3 11 16,4-3 11-16,0 2 6 0,0-2-1 15,0 0-1-15,17 0-6 0,-3 0-14 0,4-2 12 0,2 1-10 16,6-4 1 0,2 0-12-16,1 2 2 0,3-1 0 0,0 1-4 0,-2-3-10 15,-1 2 7-15,-3 0-7 0,-5 0 12 0,-1 0 0 16,-4 2 17-16,-6-2 20 0,-2 2 2 0,-1 1-1 16,0 1 5-16,-1-3-4 0,-2 3-3 15,0-2-4-15,-4 2-12 0,0 0-9 0,9 0-24 16,-9 0-14-16,0 0-22 0,0 0-28 0,0 0-23 0,0 0-27 15,-23-3-26-15,14 3-29 0,0 0-36 0,-5-1-40 0,8 1-53 16,-3-3-291-16,-2 0-625 0,4-1 277 0</inkml:trace>
  <inkml:trace contextRef="#ctx0" brushRef="#br0" timeOffset="62048.5">22576 4227 74 0,'-5'0'277'0,"-1"1"-6"16,-1 1-12-16,7-2-10 0,-9 0 3 0,9 0-8 0,-5 1-13 15,5-1-5-15,0 0-26 0,0 0-16 0,0 0-20 16,0 0-11-16,31-3-23 0,-13 3-15 0,11-1-10 15,1-3-10-15,0 4-9 0,2-5-11 0,-1 3-3 16,1-2-11-16,-3-1-2 0,-1 2-11 0,-6 0 0 0,-3 1 4 16,-3 0 8-16,-5 1 13 0,-1 0-5 0,-3 1 5 15,-1-3 9 1,-1 3-3-16,1-3-6 0,-6 3-15 0,8 0-6 16,-8 0-11-16,4-1-36 0,-4 1-29 0,0 0-44 15,0 0-28-15,0 0-23 0,-12-6-35 0,12 6-41 16,-11-2-40-16,7 0-64 0,-1-1-235 0,1 0-579 15,0 1 256-15</inkml:trace>
  <inkml:trace contextRef="#ctx0" brushRef="#br0" timeOffset="62331.71">23034 3866 322 0,'0'-3'348'0,"0"3"-36"0,2-3-32 0,-2 3-33 16,3-2-33-16,-3 2-17 0,9 5-20 0,0 2-16 16,5 7-8-16,4 7-13 0,0 4-3 0,-1 6-15 15,8 11 1-15,-5 6-7 0,2 0-4 0,-7-2-7 16,-1-2-5-16,-6 5-7 0,-7-5 0 0,-1-10-12 16,-5-1-5-16,0 1-1 0,-4-5-6 0,-5 1-9 15,-1-2-9-15,-5-2 5 16,-4-4-12-16,1 1-27 0,-6-4-32 0,1-2-56 15,-8-4-77-15,0-1-84 0,-1-5-371 0,1-3-652 16,6-4 288-16</inkml:trace>
  <inkml:trace contextRef="#ctx0" brushRef="#br0" timeOffset="63386.87">23772 4077 238 0,'0'-4'289'16,"3"-2"-11"-16,-1-1-9 0,0 1-5 0,0 1-14 0,-2 1-2 0,0-3-19 15,2 3-13-15,1 2-17 0,-3 2-24 0,-5-7-29 16,1 3-20-16,-1 3-12 0,-5 1-13 0,-8 1-8 15,-1 6-10-15,-3-2-8 0,-6 4-5 0,4 3-11 16,-2 2-8 0,2-3-5-16,-2 6-7 0,5-1-4 0,0 0 0 15,6-2-2-15,1 1-5 0,2 0-5 0,3 0 2 16,2-1 1-16,3-1-12 0,3-1 5 0,1 0-5 16,2-4 0-16,6 1-2 0,-3-4 1 0,4 1 0 0,4-4 1 15,3 2-3-15,3-4 7 0,-1-1 0 0,2-3 7 16,0-1 2-16,-2-2 23 0,1 0 9 15,-1-3 3-15,6-4 5 0,-7 1 4 0,-2 2 5 16,2-2-11-16,-4 0 13 0,1 2 2 0,-3-2 7 16,-2 6-1-16,1 1-4 0,-6 1-6 0,1 0-4 0,0 1-20 0,-1 2-7 15,0 1-12-15,-4 1-8 0,0 0-4 0,11 8-1 16,-4 1-3-16,-2 4-5 0,0 5 7 0,3 2-9 16,-1 8 2-16,-3-2 0 0,4 2-4 0,-7 1 0 15,-1 2-5-15,0 0 3 0,0-3 2 0,-5 3 0 0,4-2-4 16,-3-4 2-16,0 1 2 0,0-9 0 15,-2-1-2-15,4-4 0 16,-4-2-2-16,6-4-1 0,-1 0 4 0,-3-1 15 16,4 0 37-16,0 0 48 0,0-5 50 0,-1 4 38 15,1-4 32-15,0 0-16 0,0 0-18 0,0 0-32 16,0-21-13-16,1 8-12 0,3-4-13 0,1-2-20 16,8-8-14-16,-4-1-13 0,5 1-13 0,4-2-9 15,1-5-8-15,-4 5-8 0,8 0 0 0,-2 1-4 16,-5 4 5-16,0 2-11 0,-5 9-7 0,-2 0 2 0,-4 4 3 0,2 1-19 15,-5 1 14-15,2 2-5 0,-1 1-7 0,-1-1-9 16,2 1-28-16,-3 1-44 0,-1 3-56 0,0 0-53 16,5-2-48-16,-5 2-34 0,0 0 28 0,0 0-13 15,3 12-33-15,-3-7-34 0,-3 0-21 0,3 2-40 16,-1-2-53-16,1-3-372 0,0 5-868 0,0-4 384 16</inkml:trace>
  <inkml:trace contextRef="#ctx0" brushRef="#br0" timeOffset="63718.66">24628 4096 300 0,'0'0'386'0,"0"0"-11"16,0 0-12-16,-3-2 0 0,3 2-27 0,0 0-27 15,0 0-25-15,0 0-30 0,0 0-31 0,15-5-22 0,-5 4-20 16,7-2-33-16,3 1-45 0,2-3-46 0,7 2-55 15,1 1-61 1,-2-3-77-16,-7 4-64 0,5-3-66 0,-4 3-272 16,-2-2-582-16,-3 3 258 0</inkml:trace>
  <inkml:trace contextRef="#ctx0" brushRef="#br0" timeOffset="63850.43">24714 4234 56 0,'-27'16'223'0,"2"-2"-4"16,11-3-13-16,3-2-5 0,4-2-17 0,0-2 2 0,1 2 8 15,3-1 24-15,6-2 8 0,3-1-14 0,7 2-13 16,6-1-24-16,9 3-28 0,8-6-65 0,6-1-88 16,-6 0-131-16,1-3-295 0,0-4-466 0,0-3 207 15</inkml:trace>
  <inkml:trace contextRef="#ctx0" brushRef="#br0" timeOffset="67281.09">25749 3805 185 0,'3'-12'284'0,"-1"1"-11"0,-2 4-13 0,2 0-17 0,1 2-24 31,-3 1-23-31,0 0-21 0,0 0-22 0,1 0-27 15,-1 4-16-15,0 0-14 0,0 0-12 0,-1 21-8 0,1-4-2 0,-3 3-12 16,1 9-2-16,-3 0-9 0,3 4-1 0,-2-1-9 16,0 2-2-16,-1 0-22 0,1 3-1 15,-1-4-1-15,2 0-1 0,-4-3-2 0,3-2 5 0,0-2-5 16,1-8-2-16,1-1-1 0,-1 0 2 0,1-4-1 16,-3-4-2-16,2 0-1 0,2-2 2 0,-1-2 5 15,1 1 3-15,1-2 12 0,0-4-3 0,0 0-7 16,0 0-14-16,0 0-7 0,-8-17-7 0,8 4-1 0,0-3-1 15,0-3-8-15,2-8-7 0,2-3-5 0,-1-2-9 0,3 0-6 16,1-14-8-16,0 11-3 0,4-15 1 16,-2 0 5-16,3-1 6 0,-5 18 6 0,0-2 18 15,0 4 28-15,-2 2 15 0,4 0 20 0,-5 3 18 16,0 9 5 0,1 0 4-16,0 6-1 0,0 0-3 0,-2 1-6 0,3-1-12 15,-2 5-1-15,1-3-9 0,7 3-4 0,-1 2-7 16,2 3-1-16,0 0-8 0,1 1 2 0,4 5-4 15,0 3 2-15,-3 1-7 0,1 2 2 0,-1 4-3 16,-3 2-3-16,2 2-2 0,-6 1-4 0,-3 6 7 16,-5 0-2-16,-4 3 1 0,-2-3 0 0,-9 3-2 15,-3-1 0-15,-6 1 5 0,-3-3-8 0,-3-5 3 16,0 2-1-16,0-6 2 0,-2 0 6 0,6-5 8 0,6-1 5 0,-1-5 13 16,3-1 6-16,4-1 21 0,2 2 18 0,2-6 33 15,2 2 15-15,3 0 21 0,0-1 15 0,1-1 6 16,-2 1 1-16,6-1-17 0,0 0-16 0,0 0-20 15,0 0-11-15,0 0-15 0,0 0-13 0,25 1-12 16,-11 2-6-16,4 4-9 0,3 0-9 0,4 7-3 16,-1-1-8-1,2 4 0-15,1 1-4 0,-1 5-4 0,-1-3-5 16,-1 3 0-16,1-2-3 0,-5 3 1 0,1-3-9 16,-4 1-12-16,0-1-6 0,-7-4-5 0,0-3-4 0,-1 0-4 15,-2-3-1-15,-2-4 2 0,0 2-10 0,-4-3-2 16,2-2 3-16,-1 3 6 0,1-5 2 0,-2 2 7 15,-1-4 3-15,3 4 12 0,-2-3 13 16,-1-1 9-16,3 4 12 0,-3-4 4 0,2 2 9 0,-2-2 0 0,0 0 1 16,0 0-5-16,0 0-3 0,0 0-25 0,0 0-42 15,0 0-30-15,4-7-24 16,-4 2-25-16,3 0-31 0,-1-2-37 0,-2 2-37 16,3-2-41-16,-2-1-46 0,3-1-56 0,0-1-353 15,-2-2-764-15,3 1 339 0</inkml:trace>
  <inkml:trace contextRef="#ctx0" brushRef="#br0" timeOffset="67542.19">26518 3653 122 0,'1'-5'332'0,"1"-1"-21"0,0-1-27 0,-2 4-29 0,2-2-31 16,-2 5-23-16,-4-3-24 0,4 3-17 0,-12 6-19 15,2 2-17-15,-5 11-12 0,-2 5-14 0,-6 4-13 16,-1 13-2-16,0 5-12 0,-1-1-1 0,5 3-9 16,1-2-5-16,9 0-1 0,2 1-7 0,5 0-2 15,2-15-3-15,2 2 0 0,6-1-2 0,3-2-3 16,4-2-3-16,-1-3 0 0,1-4-12 0,2-3-10 0,4 0-42 16,-5-9-46-16,0-2-59 0,-3-1-65 0,-1-5-293 15,2 0-533-15,-3-5 236 0</inkml:trace>
  <inkml:trace contextRef="#ctx0" brushRef="#br0" timeOffset="67974.05">26632 3956 242 0,'6'-7'349'0,"-1"0"-32"0,3 0-24 0,-3 3-27 0,3-2-30 16,1 2-25-16,1 1-17 0,-1 2-22 0,5-2-23 15,-1 6-19-15,0-2-10 16,-2 5-14-16,0 0-9 0,2 5-6 0,-4-2-9 16,0 4-11-16,-1 2-7 0,-2 2-1 0,-4 1-12 15,-1-1-4-15,-4 2-5 0,-3 6-6 0,-3-7-5 16,-1-1 0-16,0 1-2 0,-6-4-2 0,3 1-5 0,1-4-3 16,3 0 2-16,1-4 0 0,2 3 5 15,-2-6 5-15,4-1 17 0,2 0 36 0,-1 1 37 16,-1-2 38-16,4-2 35 0,0 0-2 0,0 0-22 0,0 0-16 0,16-15-15 15,-1 2-16-15,-1 1-13 0,3-1-10 0,4-6-10 16,0 0-9-16,3-1-17 0,0 3-3 0,-1-2-4 16,-2 4-5-16,-6 1-6 0,-6 1-3 0,0 4-4 15,1 4-5-15,-1-2 0 0,-5 2-4 0,1 4-10 16,-2-4-14-16,2 2-21 0,-5 3-31 0,4-3-27 16,-4 3 5-1,0 0 4-15,-2 11 6 0,1-5 7 0,-4 6 7 0,1 3 5 16,-1 2 4-16,-1 0-4 0,-1 2-18 0,3 0-20 15,-3-2-32-15,3 3-28 0,-1-3-27 0,-2-1-38 16,5 1-46-16,-5-5-45 0,3-2-62 16,-2-1-273-16,1-3-679 0,3-3 300 0</inkml:trace>
  <inkml:trace contextRef="#ctx0" brushRef="#br0" timeOffset="68196.78">27170 4081 275 0,'3'-3'383'16,"-3"3"-25"-16,3-3-30 15,-3 3-30-15,0 0-36 0,3-4-29 0,-3 4-34 16,0 0-19-16,0 0-22 0,0 0-14 0,-1 12-10 16,-3-4-14-16,0 1-7 0,-2 3-13 0,-2 3-9 15,-1-1-19-15,1 3-21 0,-2-3-25 0,-1 3-29 16,-1 1-33-16,0-4-24 0,1 0-29 0,0 1-30 0,2-7-33 0,-2 2-42 15,2-3-68-15,2-2-173 0,-1-1-472 0,4-3 209 16</inkml:trace>
  <inkml:trace contextRef="#ctx0" brushRef="#br0" timeOffset="68776.42">27350 3873 121 0,'0'-7'378'0,"0"1"-22"0,0 0-31 0,3 1-29 16,-3 2-27-16,0 3-32 0,1-6-27 0,-1 3-23 15,0 3-33-15,0 0-21 0,0 0-9 0,0 0-14 16,0 0-13-16,5 13-14 0,-2-4-15 0,2-2-13 16,-1 5-18-16,1-5-13 0,0 4-12 0,1-1-10 15,1 0-14-15,-1-3-11 0,0 1-5 0,1-1-6 0,-2-4 3 0,0 1 6 16,1-3 4-16,-1 3 0 0,1-4 1 0,1-2 1 15,0-1 3-15,0-3 1 0,0 1 3 0,-1-2 11 16,1-2 7-16,1 0 5 0,-4-3 5 0,5-2 8 16,0-1 9-16,-4 6 11 0,4-1 11 0,-4-1 5 15,-1 3 4-15,1 2 21 0,-1 2 11 0,-1-3-27 16,-2 4-4-16,4-1-19 0,-5 4-2 0,4-6-11 0,-4 6-21 0,1 0 0 16,-1 0-7-16,4 9-4 0,-4-1 1 0,1 6-1 15,-1 4 2-15,0 11-2 0,-2-1-2 16,2 7 3-16,-4-1 12 0,-5 16-11 0,4-4-3 15,-3 0 3-15,0-10 0 0,2-2 0 0,-3 2 5 16,0-4-4-16,0 1 2 0,0-4 4 0,0-1-4 16,4-10 2-16,-4-1 0 15,1-3-3-15,4-3 1 0,0-5 9 0,0 0 5 16,-1-2 1-16,-2-4-3 0,0 0 3 0,-2-4 0 16,0-3 19-16,-1-3 6 0,2 1 11 0,0-7 20 15,2 2-9-15,1-5 10 0,0 0 3 16,5-8-4-16,2 1-2 0,5-3-3 0,3-3-9 15,10-11-10-15,-3 11-4 0,8-10-7 0,-5 10-1 16,0 6-10-16,1 4-3 0,0 1 5 0,-8 7-5 0,1 0-4 0,-1 3-5 0,-4 3-3 16,0 2 1-16,-4-1-4 0,0 3-3 0,0 0-4 15,-1 2-7-15,-1-1-42 0,-1 1-41 0,-2 2-5 16,0 0-16-16,10 5-10 0,-9-1-43 0,1 2-28 16,-4 1-28-16,1 1-39 0,-1 2-55 0,-1-2-289 15,-1-1-647-15,3-1 286 0</inkml:trace>
  <inkml:trace contextRef="#ctx0" brushRef="#br0" timeOffset="69014.31">27994 4084 5 0,'0'0'369'0,"0"0"-32"15,0 0-32-15,0 0-34 0,0 0-30 0,0 0-29 0,0 0-19 0,-5 4-19 16,4 2-18-16,-6 3-16 0,1-1-15 0,-4 6-9 16,-2 1-8-16,1 1-33 0,-1-2-39 0,1 3-36 15,-2-2-36-15,3 1-35 0,-1 0-41 16,4-8-48-16,-1 2-254 0,2-5-449 0,1 0 198 16</inkml:trace>
  <inkml:trace contextRef="#ctx0" brushRef="#br0" timeOffset="69547.03">28164 3795 298 0,'0'-3'369'0,"-2"-1"-21"0,0 1-27 0,2-1-33 15,0 4-28-15,-2-6-25 0,2 6-34 0,-2-4-21 16,2 4-20-16,0 0-35 0,0 0-19 0,0 0-11 0,0 0-6 0,0 0-9 16,4 17-9-16,0-10 1 0,1 3-11 0,3-1-8 15,2 5-2-15,0-2-5 0,3 2-3 0,1-1-5 16,0 2-1-16,-1 0-12 0,-1-2 3 0,-1 1-4 16,-1-3-18-16,-2 0-12 0,-2-1-4 0,-2 1 2 15,0-1-2-15,-2 0-10 0,-4 2 4 0,-2-1-4 16,-3 4 5-16,-5-2 0 15,-3 3 3-15,-6 1 4 0,-2 1-2 0,-1-2 8 16,-3-1-4-16,4-1 6 0,5-2-5 0,0-1 4 16,0-2-3-16,3 3 1 0,-3-7 2 15,8 1-2-15,4 0-2 0,-1-2 4 0,2-2 1 16,-1 1-1-16,3 2 5 0,-1-5 17 0,2 3 10 0,2-3 19 0,0 0 5 0,0 0 6 16,13 6 4-16,-1-6-2 0,1 0-6 15,5 0-9-15,2 0-3 0,2 3-8 0,6-6 4 16,3 3-6-16,0-1-3 0,-3 0-2 0,1-2-5 15,-1 2 1-15,-7 1 4 0,-3 0 5 0,-4-1 10 16,-3-1 14-16,-2 2 13 0,-1 0 19 0,-1-2-3 0,-7 2 5 16,8 0-4-16,-3-2-6 0,-5 2-5 0,0 0-6 15,10 0-11-15,-10 0-15 0,0 0-8 0,0 0-17 16,4-3-29 0,-4 3-31-16,0 0-37 0,0 0-35 0,-18-3-25 15,15 0-13-15,-3 2-29 0,6 1-30 0,-9-6-45 16,3 5-65-16,2-2-313 0,2 1-681 0,-1-3 302 15</inkml:trace>
  <inkml:trace contextRef="#ctx0" brushRef="#br0" timeOffset="69947.57">28039 3955 279 0,'-9'0'300'16,"5"0"-7"-16,4 0-14 0,0 0-11 0,-10 0-3 16,10 0-10-16,0 0-12 0,-8-2-15 0,8 2-28 15,0 0-23-15,0 0-1 0,21-3-34 0,-3 1-13 16,10-1-8-1,2 3-18-15,2-3-5 0,4 0-12 0,0-1-13 0,0 4 1 16,1-4-12-16,-3 3-9 0,-2-2-1 0,-2 2-7 16,-9-1 9-16,-7 1 5 0,-1-1 6 0,-3-1 1 15,2 3-8-15,-6 0 7 0,0-1-4 0,-6 1 6 16,8 0-13-16,-8 0 4 0,7-1 2 0,-7 1-15 16,6-2-20-16,-6 2-17 0,0 0-28 0,0 0-23 15,0 0-28-15,0 0-25 0,0 0-21 0,0 0-25 0,0 0-26 16,0 0-29-16,0 0-40 0,0 0-53 0,0 0-272 15,0 0-607-15,-18-4 269 0</inkml:trace>
  <inkml:trace contextRef="#ctx0" brushRef="#br0" timeOffset="70264.39">28571 3507 230 0,'0'0'257'0,"0"0"-29"0,10-1-24 0,-10 1-18 15,20 11-21-15,4 6-14 0,2 4-13 16,11 16-13-16,-2 2-6 0,-2 12-3 0,14 27-11 15,-6 3-4-15,-6 2-2 0,-11-3-7 0,-6 1-8 16,-15-24-7-16,-1 2-6 0,-10-7-6 0,-6 1-1 0,-9-4-7 0,-9 1 0 16,-4-6-5-16,-30 11-1 0,11-21-3 0,-32 5-6 15,-2-9-12-15,-1-7-50 0,2-6-71 0,24-7-127 16,-32-1-230-16,4-8-485 0,32-9 215 0</inkml:trace>
  <inkml:trace contextRef="#ctx0" brushRef="#br0" timeOffset="183825.75">2274 6387 44 0,'0'0'220'0,"0"0"-9"16,-1-5-8-16,1 5-9 0,0 0-10 0,0 0-12 15,0 0-8-15,0 0-13 0,0 0-10 0,0 0-4 16,0 0-2-16,0 0-12 0,0 0-2 0,5-3-4 0,-5 3-2 16,0 0-4-16,0 0 9 0,0 0 0 0,0 0 4 15,0 0 0-15,0 0 9 0,0 0-19 0,-3-5-9 16,3 5-11-16,0 0-11 0,-1-4 4 0,1 4-2 16,-3-5-2-16,3 5-16 0,2-7 3 0,-2 3 1 15,0 4 8-15,1-5-17 0,-1 1 21 0,0 4-31 16,0-7 7-16,0 7 0 0,-1-5 3 0,2 3-7 15,-1 2-7-15,0 0-1 0,-1-5 2 0,1 5-17 16,0 0-19-16,0 0 2 16,0 0-34-16,0 0-4 0,0 0 6 15,0 0-5-15,0 28 5 0,-2-10 3 0,0 10 0 0,-2 5 2 16,0 3 1-16,1-1-2 0,0 12 2 0,0-11-4 16,2 1 9-16,1 6-3 0,-4-7 1 0,4-4 3 15,-1-1 4-15,2-2-9 0,1-2 6 16,-4-7 3-16,2-1-6 0,3-2 4 0,-2-6 0 15,2 2-2-15,-5-8 3 0,5 5 4 0,-3-3 13 0,0 0 17 0,1-4 20 16,-1 1 13-16,2-1 16 0,-2-3 3 0,1 4 16 16,-1-4 6-16,0 0 5 0,0 0 0 0,-1 5-1 15,1-5-8-15,0 0-7 0,0 0-10 0,0 0-5 16,0 0-11-16,1 3-8 0,-1-3-8 0,0 0-3 0,0 0-6 16,0 0-12-16,0 0-22 0,0 0-10 0,0 0-22 15,0 0-56-15,0 0-32 0,0 0-54 0,0 0-29 0,1-12-30 16,0 9-40-16,2-1-48 0,-3-2-68 0,0-1-337 15,4 2-775-15,-2 0 343 0</inkml:trace>
  <inkml:trace contextRef="#ctx0" brushRef="#br0" timeOffset="184195.63">2642 6686 154 0,'1'-2'354'0,"-1"2"-29"0,0 0-30 0,2-5-31 16,-2 5-18-16,0 0-29 0,0 0-20 0,0 0-17 15,0 0-24-15,0 0-16 0,-15 13-12 0,7-6-9 0,-4 2-11 0,3 0-12 16,-5 4-13-16,1 2-5 0,-1-1-14 0,4 1-4 16,-3-1-5-16,-1-2-9 0,4 1 8 15,-3-1-10-15,8-3-5 0,-4 1-8 0,4-1-8 16,0-3 2-16,-1 0 2 0,3-3-4 0,-1 1 0 15,2-1 6-15,-1 2 23 0,3-5 31 0,-3 4 26 0,1-1 25 16,2-3 24 0,0 0 9-16,0 0 14 0,0 0-11 0,-5 1-1 15,5-1-17-15,0 0-15 0,0 0-14 0,0 0-11 16,0 0-12-16,2-11-10 0,-2 11-10 0,2-5-10 16,-2 5-3-16,0 0-14 0,1-5-3 0,-1 5-16 15,0 0-25-15,1-6-37 0,-1 6-34 0,7-1-34 16,-1 0-30-16,2-3-49 0,3 3-42 0,1-1-56 15,2 0-59-15,5 1-74 0,-3-4-306 0,5 3-770 0,-7-1 340 0</inkml:trace>
  <inkml:trace contextRef="#ctx0" brushRef="#br0" timeOffset="184681.24">2605 6676 336 0,'0'0'382'0,"-4"-2"-7"0,4 2-8 16,0 0-23-16,-1-4-19 0,1 4-27 0,0 0-24 15,0 0-27-15,0 0-28 0,0 0-21 0,0 0-38 16,0 0-14-16,0 0-10 0,0 0-14 0,0 0-11 16,0 0-18-16,0 0-6 0,14 9-12 0,-6-4 2 15,3 2-17-15,5 2-1 0,1 1-4 0,1-2-6 0,1 2-10 0,4 5 1 16,2-4-8-16,-6 1-5 0,0-1 6 0,-1 0-3 16,0 1-6-16,0-2 1 0,-4 0-10 0,0-1 1 15,-5-2 4-15,0-1-7 0,-3-2 2 0,3 0-1 16,-4 2-3-16,-1-3 0 0,1-1-2 0,-1 3 0 15,-4-5-1-15,5 6-1 0,-5-6 0 0,5 3 3 16,-5-3-7-16,5 2 1 16,-5-2 8-16,0 0-3 0,0 0 3 15,0 0 8-15,0 0-12 0,4 5-13 0,-4-5 12 16,0 0 1-16,0 0 4 0,0 0-5 0,0 0-1 0,0 0 0 16,0 0-8-16,0 0-11 0,0 0-26 15,0 0-39-15,9-7-41 0,-9 7-33 0,4-7-36 16,1 4-44-16,-5 3-61 0,6-6-67 0,-4 0-248 15,1 2-658-15,0-2 292 0</inkml:trace>
  <inkml:trace contextRef="#ctx0" brushRef="#br0" timeOffset="185128.86">2923 6365 89 0,'0'0'350'0,"0"-6"-10"15,0 6-13-15,0 0-17 0,0-6-37 0,0 6-24 16,0 0-29-16,0 0-21 0,0 0-23 0,0-3-22 15,0 3-12-15,0 0-21 0,0 0-16 16,3 21-10-16,-1-5-15 0,2 2-4 0,-3 10-13 16,1 1-3-16,0 2-4 0,-2 1-4 0,-2 4 1 0,4-5-10 15,-2 1-2-15,0-2-7 0,1 0-9 0,-1-4 1 0,0 2-3 16,2-9-4-16,-1-2 3 0,0 0 4 0,-2-5-10 16,2-2 4-16,-1-1-8 0,2-2 3 0,-2-2-7 15,0 0 4-15,0 0 6 0,0-5 3 0,0 8 26 16,1-4 10-16,-1-4 21 0,0 0-6 0,1 5 0 15,-1-5 1-15,0 0-7 0,0 0-6 0,0 0 2 16,0 0-9-16,0 0-5 16,-1 6-14-16,1-6-48 0,0 0-46 0,0 0-39 15,0 0-35-15,-4-13-35 0,4 13-35 0,-3-8-41 16,3 8-60-16,0-10-273 0,0 6-625 0,0 4 277 16</inkml:trace>
  <inkml:trace contextRef="#ctx0" brushRef="#br0" timeOffset="185483.68">3240 6678 41 0,'4'-3'350'15,"-3"0"-21"-15,-1 3-24 0,4-2-23 0,-4 2-21 16,3-3-25-16,-3 3-19 0,0 0-27 16,0 0-18-16,0 0-19 0,0 0-12 0,-11 7-20 15,6 1-1-15,-2-1-24 16,-1 3-8-16,-1 0-13 0,-1 4-4 0,2 0-11 0,-3 3-1 15,5-6-2-15,0 5-12 0,1-2-5 16,1 2 0-16,2-5-2 0,0 1-2 0,2 3-5 16,2-6-5-16,-1 0 4 0,1-2 0 0,1 3-6 15,2-6-1-15,3 0 8 0,-2 1 7 0,1-4 3 16,0 0 4-16,2 1 3 0,-9-2 5 0,21-6 6 16,-10 0 15-16,-2 1-2 0,4-7-11 0,-4 1-4 0,-3 4-3 0,1-1-1 15,-1-4-6-15,-1 2 2 0,3 1 7 0,-6-3-4 16,0 3-3-16,0-1-10 0,-1 0 2 0,-1 2-16 15,-1 1-27-15,-1 0-15 0,-2 0-28 0,0 0-34 0,0 1-34 16,-2 2-35-16,2-2-47 0,-3 2-53 0,1 1-68 16,1-2-296-16,0 1-662 0,5 4 293 15</inkml:trace>
  <inkml:trace contextRef="#ctx0" brushRef="#br0" timeOffset="185814.92">3424 6622 243 0,'0'0'306'0,"4"-2"-30"15,-4 2-31-15,0 0-27 0,0 0-23 0,10 4-18 0,-1-1-20 16,-4 1-16-16,4 1-16 0,0 2-10 0,5 4 1 16,-6 0-13-16,2 3-6 0,0 0-12 15,-2-1-7-15,-2 3-3 0,1 2-9 0,-2-2-9 16,-3 2-4-16,3-2-5 0,-3-3 0 0,-1 1-6 15,-2-2-3-15,1-4-7 0,-2-1 2 0,2 1-1 0,0-2 13 0,-1-3 20 16,1 3 38-16,0-6 48 0,0 0 25 0,0 5 29 16,0-5-22-16,0 0-16 0,0 0-12 0,3-17-16 15,-1 8-15-15,3-3-11 0,-1 0-12 0,3-5-16 16,2 1-17-16,1-6-18 0,0 5-20 0,4-5-22 16,0 2-18-16,-1 3-36 0,2-3-31 0,2 7-48 15,-4 0-43-15,1 2-37 16,-5 3-51-16,0 1-52 0,5-5-64 0,-7 5-235 15,1 0-656-15,3 1 291 0</inkml:trace>
  <inkml:trace contextRef="#ctx0" brushRef="#br0" timeOffset="186632.01">3857 6465 310 0,'4'-9'316'0,"-3"1"-10"15,2 1-8-15,-3-1 8 16,4 3-6-16,-4-1-11 0,2 0-10 0,1 3-18 15,-2 0-23-15,-1 3-23 0,0-7-23 0,0 4-26 0,0 3-17 0,0 0-24 16,0 0-23-16,0 0-11 0,0 0-12 0,0 0-15 16,4 14-3-16,-4 0-4 0,-4 3 0 0,4 0-13 15,-4 9-8-15,4 1 0 16,-6 2-4-16,-3 0-1 0,0 0-4 0,0 0-6 16,1-2 4-16,2-1-5 0,-2-10 2 0,3 9-2 15,-1-7-13-15,1-1 0 0,2-6-9 0,-1 1 26 16,3-2-32-16,-1-3 16 0,0-2 5 0,1 0 17 0,0 0-16 15,1-5 33-15,-2 5 21 0,2-1 34 0,0-4 27 16,0 0 20-16,0 0-9 0,0 0-4 16,0 0-14-16,0 0-13 0,11-13-11 0,-5 2-11 0,1 2-10 0,5-5-6 15,1-1-12-15,1 1-3 0,4-6-5 0,1 2-6 16,0-1-9-16,-3 4-9 0,-1 2-3 0,7-4 9 16,-7 5-7-16,-1 2 0 0,-1 1-4 15,-6 3-2-15,4-1-3 0,-2 0-3 0,-3 4 1 0,-1-1-4 16,-1-1-1-16,0 4-5 0,1-1-4 0,-4 0-4 15,-1 2-5-15,7-4-10 0,-7 4-24 0,0 0-18 0,0 0 4 16,0 0 6-16,0 0 2 0,-11 19 6 0,5-10 7 16,-7 4-1-16,-3 0 5 0,1 2 5 0,-1-1 0 0,2-1 4 15,-1 1 1-15,0-3 4 0,3 0 2 0,3-2 0 16,0-2 2-16,0-1 1 0,4 0-3 16,0-1 5-16,-2-1 5 0,3-2-1 0,3 0 6 15,1-2 5-15,-4 5 7 16,4-5 7-16,-2 2 0 0,2-2 3 0,0 0 2 15,0 0-5-15,0 0-2 0,0 3-1 0,0-3-2 16,10 2 0-16,-2-2-5 0,2 1 3 0,3 1-1 16,0 0-1-16,0 0 2 0,7-1-5 0,-1 1 0 15,9 0 0-15,0 4-1 0,0-5-17 0,-6 3-13 16,1-2-21-16,-1 0-20 0,4-2-21 0,-6 4-22 16,-1-4 10-16,1 0-23 0,-3-1 23 0,-2 1-4 0,-3-3 1 0,0 0 18 15,0 1 5-15,-6-5 18 0,3 2 14 0,-1 0 30 16,-3-5 20-16,-1 3 30 0,1-2 15 0,-1-1 21 15,0 2 17-15,-3 1 15 0,3 0 15 0,-4 1 8 16,0 1 11-16,1-1 14 0,-1 3-2 0,0-1-8 16,0 1-9-16,0 3-16 0,0-7-14 0,0 7-13 0,0 0-11 15,0-2-11 1,0 2-15-16,0 0-5 0,1-5-28 0,-1 5-11 16,0 0-20-16,0 0 4 0,0 0-1 15,3 11 2-15,-3-5 2 0,1 0 1 0,2 2-1 0,-2 2 3 16,-1-1-1-16,3 0-10 0,-2 1-14 0,0-1-9 15,-1 0-15-15,0-4-13 0,4 3-17 0,-5-2-9 16,1 0-13-16,0-1-14 0,0-5 1 0,-3 6 3 16,3-6 9-16,0 5 6 0,0-5 4 0,0 0-31 0,0 0-62 0,0 0-49 15,0 0-35-15,0 0-44 0,-9-24-42 16,5 11-338-16,4-5-752 0,-1 1 334 0</inkml:trace>
  <inkml:trace contextRef="#ctx0" brushRef="#br0" timeOffset="186779.37">4325 6496 40 0,'-1'-10'318'15,"1"-2"0"-15,0 5 1 0,-3 1 5 0,3 1 4 0,-1-1-4 0,1 1-18 16,0 2-16-16,0-1-37 0,0 4-32 0,0-6-26 16,0 6-8-16,0-4-19 0,0 4-26 0,0 0-29 15,0 0-26-15,0 0-42 0,0 0-48 0,0 0-42 16,11 7-53-16,-7-1-50 0,-1 1-56 0,1-1-64 16,-2 1-268-16,2 2-579 0,-4-1 256 0</inkml:trace>
  <inkml:trace contextRef="#ctx0" brushRef="#br0" timeOffset="187332.7">4500 6603 35 0,'0'0'381'0,"4"1"-21"0,1 2-26 0,-5-3-19 0,5 0-22 16,-5 0-17-16,0 0-26 0,4 3-20 0,-4-3-25 0,0 0-25 15,4 1-16-15,-4-1-20 0,2 3-16 0,-2-3-6 16,4 3-29-16,0 0-6 0,-3-1 3 0,7 0-6 0,-4 2-12 15,-2-1-10-15,5-1-1 0,-6 1-8 16,4-1-5-16,-5-2-7 0,8 3 5 0,-3-3-6 16,-5 0-3-16,10 0-3 0,-3-3 4 0,-1 1-7 15,1-1 2-15,2-1-12 16,-1 1-19-16,0-2 17 0,2 1-12 0,-2-1-3 16,-3 2 12-16,-1 1 2 0,2-3-4 0,-2 3 3 15,-4 2 6-15,5-3-1 0,-5 3 3 0,9-2-11 16,-9 2 5-16,3-2-15 0,-3 2 2 0,0 0-3 15,7 4-1-15,-7-4 9 0,9 7-11 0,-4 1-2 16,-1 1 10-16,1 2-5 0,4 1 5 0,-4-2 2 16,0 10 6-16,3 2-10 0,0 3 1 0,-2 3-1 0,-2 1 1 0,-3 1 1 15,-1 0-3-15,0 2 2 0,0 0-3 0,-5-3 2 0,0-2 2 16,0 1-5-16,-3-5-3 0,-1-5-11 0,4 0 15 16,-5-4 5-16,2-2 2 0,-1 0 7 0,-1-4 9 15,2-1 26-15,2-2 26 0,-1-2 33 0,0-3 33 16,1 0 22-16,6 0 2 0,-8-7 11 0,4 1-7 15,1-5-9-15,3-2-16 0,3-6-22 0,5-11-5 16,5-2-14-16,13-10-20 0,2-2-7 0,7 0-17 16,-4 3-3-16,2 2-7 0,-8 11-7 0,1 3-4 15,-2 4-3-15,0 1-2 0,-3 3-25 0,-3 4 3 16,-8 5 9-16,0 0-5 0,-2 3-3 0,0-1-6 16,-3 3-3-16,0 0-3 0,-1 1-7 0,1-1-29 15,-5 3-40-15,5-2-44 16,-5 2-38-16,0 0 7 0,0 0-11 0,0 0-29 15,-8 13-55-15,3-7-57 0,-5 2-81 0,1-3-147 16,0 2-278-16,-1-3-870 0,2-3 385 0</inkml:trace>
  <inkml:trace contextRef="#ctx0" brushRef="#br0" timeOffset="189735.76">5623 6418 84 0,'-1'-4'251'0,"2"0"-3"15,3-1-12-15,-4 0-7 0,5 0-11 0,-5 2-15 16,0-1-3-16,0 4-14 0,0-6-14 0,3 3-20 0,-3 3-17 16,1-5-4-16,-1 5-30 0,0 0-12 0,0 0-25 15,0 0-9-15,0 0-5 0,0 13-6 16,0-1-9-16,0 3 2 0,-1 6-5 0,-2 5-2 15,-2 4-5-15,1-1-2 16,-1 0-3-16,0 0-1 0,1 0 0 0,-1-2-2 16,0 0-3-16,5-2 0 0,-4-6-1 0,3 1-4 15,-3-2 1-15,5-2 6 0,-5-1-6 0,3-6-3 16,1 1-2-16,0-3 3 0,0 0 2 0,0-2 1 16,-1 0 26-16,-2-2 30 0,3-1 23 0,0-2 38 15,-1 5 24-15,1-5-15 0,0 0-8 0,0 0-27 16,0-16-18-16,0 5-5 0,0-3-17 0,1-1-16 0,2-4-4 0,-2-9-23 15,3 0-16-15,0-3-9 0,-4 2 4 0,5-5-10 16,0 2 2-16,0-2 0 0,-1 3 6 0,1 2-9 16,-2 1 3-16,-1 1 18 0,2 7 9 0,-4 3 8 15,5 0 0-15,-2 5 8 0,-1-2-1 0,1 2 1 16,-2 2-4-16,3 0 3 0,-4 3 0 0,3 0-11 16,-1 1 1-16,1 0-2 0,2 1-7 0,0 0-4 0,1 0-3 0,2 1 1 15,1 1-9-15,4 3-3 0,-1 0-2 0,2 0 11 16,4 3-23-16,1 1 0 0,0 6-6 0,1-3-4 15,-5 5-6-15,3 0 2 0,-4 0-7 0,-1 5-2 16,2 2 6-16,-5-1-4 0,-2 1 1 0,-1 0-1 16,-2 0 9-16,-5 6 3 0,-5-6-3 0,-2 0 4 15,-7 3 9 1,0 2-2-16,1-9 10 0,-6 6-5 0,-3-6 1 0,7-5 5 16,-4 3 9-16,2-4 4 0,1 0-1 0,4-4 9 15,-1 1 1-15,4-1 0 0,2-1-1 0,0 0 2 16,0-3-6-16,3 2 1 0,1-1 2 0,1 0 9 15,2-2 16-15,0 0-17 0,-4 5-4 0,4-5 5 0,0 4-6 16,2 1-2-16,2-2-1 0,6 6-3 0,1-1 6 16,2 1-6-16,3 1 2 0,-2 2-6 0,3-2-1 15,-2 0 7-15,3-1 0 0,1 1 5 0,-5 0 1 16,4 0-16-16,-9-3 4 0,0-3 3 0,1 3-4 0,-3-3 3 16,-2 0 1-16,-1-4-3 0,-1 2 4 0,1 2 11 15,-1-1-12-15,2 0 39 0,-5-3 12 16,4 1 15-16,-4-1 10 0,2 1-2 0,-2-1-2 15,0 0-6-15,0 0-4 16,0 0-5-16,0 0-11 0,0 0-26 0,0 0-41 16,0 0-38-16,5-9-30 0,-3 4-34 0,-2 5-40 15,-4-7-47-15,4 2-59 0,0 0-61 0,0 1-345 16,1-4-723-16,0 1 321 0</inkml:trace>
  <inkml:trace contextRef="#ctx0" brushRef="#br0" timeOffset="190384.41">6069 6627 61 0,'0'0'357'0,"7"-1"-30"0,-7 1-28 0,0 0-34 15,1-4-23-15,-1 4-25 0,0 0-23 16,0 0-22-16,0 0-19 0,0 0-19 0,0 0-13 16,10 5-13-16,-10 0-14 0,0 1-2 0,0 2-14 0,3 3-8 15,-2 2-7-15,-1-1-2 0,1 5-5 0,-1-5-9 16,0-1-3-16,3 1-1 0,-2-1-5 0,2-2-2 15,-2-3-4-15,0-2 1 0,0 2-6 0,1-2 6 16,-1 0 22-16,2-3 14 0,-3-1 7 0,0 0 8 16,19-8 2-16,-10 3-3 0,1-1 14 0,4-5-11 15,0 0 1-15,0-3-18 16,0 3 0-16,0-3-8 0,2 2-7 0,-3 0-4 16,-2 4-10-16,-1 1-3 0,0-3 0 0,-2 4-10 15,-3 3-5-15,0 0-4 0,-1 1-8 0,1-1-14 16,-5 3-7-16,12 3 3 0,-6-3 0 0,0 4-4 15,2 0-6-15,0 2 4 0,1 1-6 0,1 1 10 16,-1-1-10-16,1 3-8 0,1-4 14 0,2 5 0 16,0-5 3-16,-3 2 1 0,-1-4-9 0,2 2 4 0,0-1 5 0,-5-5-2 15,2 2 13-15,1-2-4 0,-4-2 0 0,4-4 3 16,-4 1 2-16,4-2-4 0,0-1 11 0,-4-3 2 16,2-1 7-16,-1-4 5 0,-2-1 12 0,2-1 7 15,2-7 0-15,-3 0 0 0,0-2 5 0,-2 0 15 16,2-2 6-16,-3 3 12 0,2 2 22 0,-3 6 13 15,2 2 12 1,-3 4 7-16,2 1-9 0,-2 5-4 0,2-1-20 16,-1 2-15-16,0 1-17 0,-1 0-42 0,0 4-48 0,3-4-51 15,-3 4 8-15,0 0 6 0,0 21 1 0,0-3 3 16,-1 10 13-16,-1 1 1 0,0 3 9 0,2 2 0 16,-3-1 4-16,1-1 3 0,4 0 7 15,-3-3-4-15,2-1 8 0,0-3 4 0,-2-7-3 0,1-1 2 16,0-6 2-16,0 0-3 0,0-2 7 0,0-4 5 0,3 2 7 15,-3-3-5-15,0-1 6 0,1 1 2 0,-1-1 10 16,0-3 2-16,-1 5 0 0,1-5 0 0,2 3-12 0,-2-3-50 16,0 0-65-16,0 0-46 0,0 0-47 0,7-13-38 15,-2 9-39-15,-2-1-47 0,3-1-57 0,-2 0-247 16,2-2-677-16,-1 3 301 0</inkml:trace>
  <inkml:trace contextRef="#ctx0" brushRef="#br0" timeOffset="190842.43">6667 6718 4 0,'0'0'198'0,"4"-1"-13"0,-4 1-9 0,0 0-6 16,0 0-5-16,0 0-10 0,0 0-3 0,0 0 2 0,0 0-4 15,0 0-7-15,0 0-6 0,0 0-9 0,0 0-9 0,0 0-7 16,0 0-11-16,0 0 1 0,0 0-4 0,0 0 1 16,6 0 5-16,1-1 0 0,-2 0-5 0,4-3-4 15,0-1 0-15,1-1 7 0,0 0-10 0,2 0-12 16,2-3-7-16,2-3-5 0,1 2-4 0,-2-2-4 15,1 0 2-15,-2 0 5 0,2-5 24 0,-3 8-9 16,-3-4 23-16,1 5 7 0,-5 1 7 0,0 1 5 16,-2-1 1-16,0 2 0 0,0 1-7 0,-2 1-10 0,2 0-12 0,-4 0-19 15,0 3-4-15,0 0-18 0,-11-4-3 0,-1 6-7 16,-3 6-4 0,-3-1-6-16,-1 0-4 0,-4 7-3 0,6-2-3 0,-7 6-12 0,1 1 3 0,10-4-14 15,-6 4-16-15,6-5-15 0,4 5-4 0,3-1-8 16,2-1 5-16,4 1 4 0,1-3 2 0,7 2 3 15,2 0 7-15,7 0-1 16,1-2 5-16,6-3 0 0,4 0 8 0,1-3 8 16,0-3-7-16,1-6 1 0,2 0 7 0,-2 1-1 0,-2 0 15 0,-8-2 20 15,1 0 14-15,-5-4 18 0,-3 1 24 0,-3 3 21 16,-2-2 18-16,-2 3 10 0,1-2 10 0,-3 0 1 16,-1 1-7-16,-3 1-18 0,8-3-8 0,-3 2-9 15,-5 1-11-15,0 0-16 0,5-3-15 0,-5 3-21 16,0 0-33-16,4 0-30 0,-4 0-35 0,0 0-30 15,0 0-29 1,4-5-100-16,-4 5-48 0,0-4-20 0,0 4-23 0,0 0-29 0,-3-8-41 0,6 2-70 16,-3 0-286-16,0 1-786 0,1-1 347 0</inkml:trace>
  <inkml:trace contextRef="#ctx0" brushRef="#br0" timeOffset="191073.69">7438 6411 22 0,'1'-5'459'0,"2"0"-14"0,-2 3-20 16,-1 2-24-16,0-4-25 0,0 4-32 0,0 0-35 16,2-3-33-16,-2 3-26 0,0 0-32 0,2-4-45 15,-2 4-67-15,0 0-72 0,0 0-36 0,0 0-33 16,4 8-50-16,-2 1-48 0,-4 2-36 0,-1 3-50 0,2 1-314 15,-3 1-577-15,3-1 256 0</inkml:trace>
  <inkml:trace contextRef="#ctx0" brushRef="#br0" timeOffset="191192.65">7443 6760 98 0,'-1'7'254'0,"1"-3"-7"0,-2 2-3 16,1-2 7-16,1-4 4 0,1 5 6 0,-1-5-10 15,2 4-6-15,-2-4-20 0,0 0-22 0,0 0-20 16,0 0-40-16,2 1-64 0,-2-1-63 0,0 0-77 15,15-8-97-15,-8-1-298 16,2 4-494-16,0-3 218 0</inkml:trace>
  <inkml:trace contextRef="#ctx0" brushRef="#br0" timeOffset="191509.43">7821 6619 310 0,'-6'1'314'0,"6"-1"-16"0,0 0-9 0,-4 2-11 16,4-2-14-16,0 0-13 0,0 0-7 0,0 0-9 15,-4 2-10-15,4-2-11 0,0 0-22 0,0 0-20 32,0 0-15-32,0 0-21 0,23-2-9 0,-10 2-16 15,10-2-9-15,5-1-11 0,3 3-7 0,-1-2-7 0,1 1-8 0,-3-2-7 16,-5 1-10-16,-2 0-3 0,-2 2-9 0,-5-3 1 15,-3 2-4-15,-2 1-6 0,3 0 3 0,-6-1-9 16,-1 1 3-16,-5 0-4 0,9 0-6 0,-9 0 1 16,5-3-11-16,-5 3-20 0,0 0-31 0,4-2-47 15,-4 2-53-15,-15-2-59 0,2 4-66 0,-6-2-118 0,1 0-208 16,-1 0-644-16,1-2 285 0</inkml:trace>
  <inkml:trace contextRef="#ctx0" brushRef="#br0" timeOffset="192996.02">2527 7244 73 0,'0'0'217'0,"-6"-3"-18"0,6 3-8 16,0 0-12-16,0 0-8 0,0 0-7 0,0 0-7 0,0 0-12 0,0 0-8 15,-7-1-13-15,7 1-12 0,0 0-9 0,0 0-12 32,0 0-6-32,0 0-10 0,0 0-6 0,0 0-9 15,0 0-5-15,0 0-7 0,0 0-5 0,0 0-4 0,0 0-8 0,0 0 2 0,0 0-5 0,0 0-3 16,0 0-3-16,0 0-3 0,0 0-2 0,20 0-1 16,-13-1-2-1,2 1-3-15,0-1-1 0,5 2 0 0,-1-2 0 16,2 1-3-16,3 0 0 0,2 0-1 0,1-2-2 15,1 2 1-15,6 0-2 0,1-1-1 0,-1 1 3 0,3 0 0 16,-3 0-3-16,4-2 4 0,-1 1-4 0,3 0-1 16,2-1 4-16,-2 1-4 0,2 1 0 0,3 0 2 15,12-4-2-15,-13 2 2 0,0 2 0 16,3-3-1-16,12 1 0 0,-2 2 5 0,-13-2-8 0,4 2 1 0,-6-1 1 0,2 1 1 16,0 0 1-16,0 0 3 0,0 1-7 15,-2-1 2-15,4-1-1 0,-4 2 0 0,3-2 2 16,-1-2 2-16,-2 3 4 0,5 0-8 0,-2 0 0 15,-1-1 2-15,-1 1-1 0,3 0-1 0,-4-3 4 0,3 3 1 16,-2 0-5-16,-2 0 2 0,2 0-4 0,-1 0 3 16,1 0-2-1,-2 0-2-15,2-1 5 0,-5 1-1 0,1 0 0 16,-1 0-2-16,-1 0 2 0,-2 1 0 0,2-1 2 16,-2 0-4-16,2-1 2 0,-2 1 2 0,-8 1-2 15,8-2 2-15,3 2-3 0,-4-1 4 0,2 0-2 16,-1 0 6-16,5-1-6 0,-2-1-2 0,3 0 0 15,-1 2 2-15,2-1-1 0,-1-1 4 0,-1-2 0 16,1 4 1-16,-1-2 0 0,4-1-2 0,-2 3 3 0,3-1 1 0,-2 0-3 16,1 1-1-16,0 0 7 0,-1 0-5 0,3-3-1 15,-4 3 3-15,2-1 0 0,-2-2-1 0,1 3 5 16,1-3-5-16,-1 2 2 0,3-1-1 0,-2 0-3 16,2 1 5-16,-1-1-3 0,15-1 3 0,-16 4 1 15,15-3 2-15,-2-1-1 0,-13 3 3 0,16-2-6 16,-3 0 1-16,-12 0 4 0,1 1-3 0,0-1-2 0,11 0 0 0,-11-1 2 15,-2 0-1-15,13 1-1 0,-10 0 3 0,-4-1 4 16,0 1 0-16,1-1-3 0,0 3 1 16,-4-2 0-16,3-1-1 0,-10 2 5 0,5 0-7 15,-4-1 9-15,-6 1 7 0,-1 0 5 0,-3-1 7 0,0 1 9 16,-5 1 3-16,-2-3 8 0,1 3 7 0,-6 0 0 16,2 0 1-1,-3-2 10-15,0 2-4 0,-5 0-2 0,8 0-16 16,-8 0 6-16,9-2 0 0,-9 2-2 0,0 0-14 15,5-1 0-15,-5 1 0 0,0 0-15 0,0 0-1 0,0 0-3 16,8 0 5-16,-8 0-14 0,0 0-10 16,0 0-13-16,0 0-20 0,0 0-24 0,0 0-26 15,0 0-34-15,0 0-36 0,0 0-27 0,0 0-47 16,0 0-73-16,0 0-286 0,0 0-628 0,0 0 278 0</inkml:trace>
  <inkml:trace contextRef="#ctx0" brushRef="#br0" timeOffset="-199678.75">9164 6549 14 0,'0'0'194'0,"0"0"3"0,-8-6 3 16,8 6-2-16,0 0-4 0,0 0-9 0,0 0 2 15,4-6-6 1,-4 6-7-16,1-3-4 0,-1 3-1 0,0 0-5 16,0-5-7-16,0 5-13 0,3-3-11 0,-3 3-1 15,1-4-14-15,-1 4-7 0,0 0-10 0,0 0-3 16,0 0-13-16,0 0-7 0,0 0-11 0,0 0-12 15,0 0-7-15,0 0-7 0,0 0-18 0,0 0-11 0,0 0 1 0,0 0-2 16,-2 16-3-16,0-5-2 0,0 4 1 0,-2 3 6 16,0 0-10-16,2 2 2 0,-2-2-1 0,0 7 1 15,2-4 0-15,-2 4-4 0,-1 0 2 0,1-9-4 16,-1 1 4-16,2 2 5 0,2-5-7 0,-3 1 1 16,3-5-1-16,-2 1-1 0,3-3 4 0,0-2 0 15,0 2 0-15,0-5 15 0,0 1 14 0,-1-1 32 16,0 1 14-16,1 1 22 0,0-5 3 0,-3 3 6 15,3-3-4-15,0 0-6 0,0 0-2 0,0 0-7 16,0 0-8-16,0 4-9 0,0-4 3 0,0 0-17 0,0 0-4 16,0 0-5-16,0 0-5 0,0 5-4 0,0-5 0 0,0 0-13 15,0 0 2-15,0 0-9 0,0 0-1 0,0 0-5 16,0 0-11-16,0 0-13 0,0 0-12 0,0 0-13 16,0 0-12-16,0 0-21 0,0 0-53 0,0 0-37 15,0 0-28-15,5-14-25 0,-2 10-29 0,-2-1-35 16,3 0-47-16,-3-2-285 15,4-1-656-15,-2 3 290 0</inkml:trace>
  <inkml:trace contextRef="#ctx0" brushRef="#br0" timeOffset="-199013.97">9233 6251 103 0,'-5'-2'135'0,"-1"0"5"0,-2 1-17 15,-1 1-10-15,0 0-5 0,-1 0-8 0,-2 3-11 0,2-1 2 0,0 2-6 16,-2 0-10-16,2 1-7 0,-4 2 0 16,0 2-6-16,-1 3 8 0,-1 0-6 0,-1 8 1 0,1 0-2 15,0 3-6-15,0 2 0 0,-2-1 0 0,3 5-2 16,-2 0-3-16,3 0-4 0,-1 0-4 0,2 0-1 15,2 0-3-15,-1 1 3 0,2 0-8 0,0-2-1 16,2-2 0-16,3 1-3 16,-2-1-1-16,5 1 2 0,2-3 0 0,0-3-6 15,0-4-1-15,1 2-4 0,0 0 1 0,3-1 7 16,3 0 4-16,-2-2 0 0,3-2 1 16,2 1 7-16,-4-2 1 0,6 0 2 0,2-2-1 0,0 0 1 15,1-1 2-15,1 0 7 0,1-3 4 0,0 1-9 16,3-3 2-16,2-1-4 0,-4 0-1 0,10 0-3 15,-5-1 6-15,-2-2-7 0,-1 0-3 0,2-2 1 0,-1 0 1 16,-2-1-1-16,2-2 6 0,-2-1 10 16,1 1 16-16,0-2 16 0,-1-2 6 0,-2-3 3 15,2 1 6-15,4-6 0 0,-5-7-1 0,3 0-4 16,0-1-12-16,-2-6-4 0,0-2-9 0,4-14-9 16,-5 3-9-16,-3-1 0 0,-7 10-8 0,4-12-2 0,-7 15-3 15,-3-3 20-15,-3 3 19 0,-4 2 6 0,0 0 5 0,-4 0-12 0,-4 5-10 16,-5 2-11-16,-1 4-15 0,-3-3-11 0,-9 7-15 15,-4 2-14-15,-2 4-14 0,-18 6-27 0,1-1-36 0,0 7-48 16,2 5-43-16,1 4-46 0,14 3-51 16,-7 6-64-16,11-4-377 0,8 6-761 0,0-6 337 15</inkml:trace>
  <inkml:trace contextRef="#ctx0" brushRef="#br0" timeOffset="-197876.08">10540 6382 123 0,'2'-3'245'0,"-1"-1"-8"16,-1-1-7-16,0 1-5 0,1 0-9 0,-1 4-3 15,0-9-7-15,0 9-12 0,2-3-17 0,-2 3-15 0,0-4-23 16,0 4-6-16,0 0-25 0,0 0-13 0,0 0-26 15,0 0-7-15,0 0-10 0,-2 14-4 0,0-2-7 0,-2 8-4 16,1 6 0-16,-2 5-7 0,-3 3-5 0,1 3-2 16,-1 7 9-16,0-6-10 0,1 8-5 0,0-12 0 15,4 1-2-15,0 2-2 0,2-3 3 0,-2-1 0 16,2-5-5 0,0-2 3-16,-1-6-3 0,2-1 0 0,0-2-1 15,0-4 0-15,-1-4-2 0,1 1-2 0,0-3 8 16,0-2-4-16,0 2-3 0,-1-3 4 0,1 1-1 15,0-1 5-15,0-4 7 0,1 4 31 0,-1-4-17 16,0 0 1-16,0 0 7 0,0 0-52 0,0 0-30 0,0 0-29 16,-9-20-32-16,8 11-33 0,-3-4-48 15,3-5-45-15,1 0-253 0,2-8-517 0,2-2 228 0</inkml:trace>
  <inkml:trace contextRef="#ctx0" brushRef="#br0" timeOffset="-197528.72">10539 6222 194 0,'-2'-9'264'16,"0"0"1"-16,-2 3-6 0,3-1-8 0,-2 2-16 15,2 1-19-15,1-1-11 0,0 5-29 0,-2-6-22 16,0 2-22-16,2 4-17 0,0 0-5 0,0 0-27 16,0 0-8-16,0 0-11 0,18 11-5 0,-5 2-8 15,5-1-3-15,5 7-6 0,4 3-3 0,2-2-7 16,-2 3 1-16,2 1-4 0,-2-1-7 0,-2 2-5 15,0 0 3-15,-4-3-5 0,0 3-8 0,-5-4-3 0,-6-3-2 0,-4-2-5 16,-2 1 2-16,0 0-3 0,-5-3 6 16,-7 1 1-16,-2 0 3 0,-6-1 5 0,-4 1 1 15,-3-1 5-15,-6-1 4 0,3-1-1 0,-4 0 4 0,2-3 2 16,-1-1-1-16,2 1 2 0,-1-3-1 0,6 0-5 16,4 0-1-16,1-1-2 0,-1 1-2 0,6-5-3 15,2 3-4-15,0-2 5 0,3 2-6 0,1-3-22 0,1 3-22 31,0-3-13-31,1 0-11 0,2 3-2 0,-1-1-17 0,3-3-24 0,9 7-39 0,-2-4-57 0,2-3-269 16,4 1-506-16,4 1 223 0</inkml:trace>
  <inkml:trace contextRef="#ctx0" brushRef="#br0" timeOffset="-196743.07">10907 6767 83 0,'0'-5'353'0,"0"5"-11"16,1-3-13 0,-1 3-20-16,0 0-20 0,2-5-17 0,-2 5-37 15,0 0-27-15,0 0-24 0,0 0-30 0,0 0-16 16,0 0-12-16,0 0-17 0,0 0-5 0,1 16-14 16,-4-8-6-16,1 3-10 0,-1 0 7 0,-1 6-22 15,2 0-8-15,-3 1-1 0,2-2-7 0,2 3-5 0,-2-3 1 16,2-3-6-16,1-1-4 0,1-1 1 0,-2-4-7 15,1 0-4-15,-2-2 3 0,2 0 1 0,0-3 22 0,0-2 41 16,0 0 1-16,0 0-6 0,0 0 0 0,16-12-8 16,-7 5-3-16,4-6-5 0,-2-1-6 0,2-3-10 15,4-3-3-15,3-2-4 0,-4 0-15 0,4 1 6 16,-7 7-4-16,-2 1-3 0,2 0-3 0,0 2-6 16,-4 2 2-16,-3 2-7 0,1 2-2 0,-2 0-1 15,0 3-12 1,0-1 4-16,0 3-12 0,0-1-2 0,-5 1-2 0,15 5-1 15,-7 1-4-15,1 1 10 0,5 3-2 0,-1 2-9 16,2 0 0-16,-1 2-7 0,1 1 0 0,2-3-8 16,-3 0 4-16,0-1 6 0,3 0-3 0,-4-1 9 15,-3-4 5-15,3-1-2 0,-3-3 7 0,0-2-2 16,2-1 6-16,-1-5-1 0,2-1 2 0,-4-3-4 16,5-1 8-16,-3-4 4 0,-2 1 15 0,-1-3 11 0,0-2 4 15,1-4 10-15,-2-3 8 0,1 0-6 0,-2-4 14 16,2 1-9-16,-3-2-7 0,0-3 7 0,3 5 20 0,-2 2 26 15,-2 2 13-15,-4 7 5 0,5 6 10 0,-5 2-2 16,0 2-9-16,3 0-19 0,-3 3-9 16,1 0-20-16,-1 0-36 0,0 5-43 0,0-2-43 15,0 2 1-15,0 0 3 0,0 14 9 0,-1 2 5 0,1 4 1 0,-3 7 4 16,1 3 6 0,-1 0 3-16,-1 4 1 0,3-2 15 0,-3 1-3 0,8-1-3 0,-4-3 11 0,0-1-5 15,1-3 4-15,-1-1-1 0,0-7 3 0,0-1-2 16,0-5-1-16,3-1-20 0,-3-3-4 0,0-1 5 15,0 0 8-15,0-1 5 0,0-4-3 0,0-1 4 16,0 6 9-16,0-6-29 16,0 0-53-16,0 0-53 0,0 0-52 0,-13-13-45 15,8 3-54-15,0 1-50 0,-3 0-347 0,4-3-743 16,-2 3 329-16</inkml:trace>
  <inkml:trace contextRef="#ctx0" brushRef="#br0" timeOffset="-196426.97">11307 6708 255 0,'0'0'255'0,"-5"1"-11"0,5-1-13 16,0 0-8-16,-5 2-12 0,5-2-4 0,0 0-8 16,-4 2-7-16,4-2-5 0,0 0-16 0,0 0-12 15,0 0-12-15,0 0-14 16,0 0-11-16,0 0-15 0,19-5-6 15,-1 2-7-15,10 0-15 0,7 0-5 0,17-7 11 0,2 3-23 16,-16 4-10-16,13-4-4 0,-13 5-3 0,-3-3-11 16,-3 2 4-16,-4-1-4 0,-6 0-3 0,-4 3-3 15,-4-2-4-15,-3 3-2 0,-2 0 7 0,-1 0-11 16,-2-1-1-16,-1 1 4 0,-5 0-9 0,8-1-3 16,-8 1-8-16,8-2 8 0,-8 2-10 0,0 0-8 0,0 0-10 0,0 0-13 15,0 0-16-15,0 0-40 0,1 4-29 16,-1-4-42-16,0 0-32 0,-11 8-42 0,8-5-287 0,3-3-561 15,-5 4 249-15</inkml:trace>
  <inkml:trace contextRef="#ctx0" brushRef="#br0" timeOffset="-195940.93">12427 6650 250 0,'-3'-6'393'16,"3"6"11"-16,3-6 1 0,-3 4 1 0,0 2-8 15,-2-5-16-15,2 5-19 0,-1-5-24 0,1 5-33 16,0 0-28-16,0 0-35 0,0 0-24 0,0 0-27 0,0 0-29 16,0 0-16-16,0 0-19 0,0 0-36 0,0 0-16 15,0 0-7 1,0 0-8-16,0 14-7 0,0-4-8 0,0 3-1 15,0-1-6-15,0 0-1 0,-1 5-3 0,2 0-4 0,-2-1-4 16,-1 1 3-16,1-1-10 0,0-3 0 0,1-2 1 16,-2 0-17-16,4 1-16 0,-2-4-11 0,-2-1-9 15,2 0-14-15,-1 0-3 0,1-1 0 0,-1-2 6 16,1 1 4-16,0-5 9 0,0 5 9 0,0-5 0 16,-3 2-28-16,3-2-44 0,0 0-48 0,-5-14-37 0,0 4-38 15,1-2-40-15,-2 1-50 0,2-7-52 0,-1-2-269 16,0-6-680-16,2 7 301 0</inkml:trace>
  <inkml:trace contextRef="#ctx0" brushRef="#br0" timeOffset="-195804.95">12368 6481 116 0,'0'-12'267'0,"0"0"0"15,1 3 0-15,-1 2 5 16,0-1-3-16,0 3-3 0,0 2-12 0,0-4-18 16,4 3-22-16,-4 1-24 0,0 3-18 0,1-5-28 15,-1 5-12-15,1-3-17 0,-1 3-24 0,0 0-34 16,7-2-30-16,-7 2-33 0,0 0-39 0,9 10-41 15,-5-5-44-15,-1 4-54 0,1-4-51 0,2 3-210 16,-2 2-483-16,-1-1 214 0</inkml:trace>
  <inkml:trace contextRef="#ctx0" brushRef="#br0" timeOffset="-194771.12">12656 6616 93 0,'2'4'319'16,"-2"-4"-36"-16,1 2-29 0,-1-2-27 0,3 4-24 16,-3-4-19-16,-2 8-19 0,2-4-9 0,0 1-23 15,-1 2-12-15,1 3-11 0,-3 0-10 0,3-1-10 16,-1 3-6-16,1-1-12 0,-1 2-3 0,2-5-10 16,0 3-6-16,-1-5-3 0,0 1-3 0,2-2-5 0,-1-3-2 15,-2 3 21 1,1-5 35-16,0 6 36 0,0-6 45 0,0 0-3 15,4 1-13-15,-4-1-20 0,0 0-8 0,10-12-9 16,-4 3-15-16,0-1-5 0,2 3-19 0,0-5-14 16,1 2-1-16,1-1-11 0,-1 2 0 0,-1 2-11 15,-5 0-5-15,3 2-4 0,0 0-11 0,-2 0 4 16,-2 2-13-16,2-1-4 0,1 4 1 0,-5 0-5 16,9 0-13-16,-9 0-5 0,13 4-2 0,-3 0-7 0,-1 1-1 0,0 2-1 15,4 2-19-15,0 0-3 0,0 2 3 0,2-2-10 16,-1 1-2-16,2 0-5 0,-4-6 2 0,7 3-2 0,-9-1 2 15,3-4 2-15,0 0 14 0,-4-2-3 16,2-1 5-16,1-4 10 0,-2 1-2 0,-2-1 5 0,-2-4 15 16,2 2 20-16,-4-3 0 0,2-2 7 0,-2 0 18 15,-3-2 5 1,3-3 8-16,0-2 1 0,-3 0 6 0,3-7 6 16,-1 5 8-16,-2-3 1 0,0 0 13 0,0 7 2 15,1 2 13-15,0 4 11 0,-1 1 0 0,1 3-11 16,-2 3-13-16,0-3-12 0,1 3-19 0,-1 4-49 15,-1-5-38-15,1 5-16 0,0 0-2 0,0 0 9 16,-5 17 0-16,2-5 8 0,1 5 3 0,-2 0-1 0,1 12 4 16,1-3 6-16,-1-1 0 0,-1 2 7 0,3-8-11 0,1 1 3 15,0-2-13-15,0-1-5 0,0-6 1 0,0 2 13 16,0-6-18-16,0 0 4 0,0 1 10 16,1-4 6-16,-1 0 5 0,0 1 26 0,0-5 27 0,-1 4 17 15,1-4-13-15,0 0-6 0,0 0-7 0,-9-9-9 0,4 5 3 16,0-2-17-16,-3-2-9 0,-1-1-11 0,-6 0 0 15,-3 0-2-15,5 0-10 0,-5 0 13 0,4 1 3 0,1 4-1 16,1-1-1-16,3 0 1 0,-4 2-2 0,7 2 6 16,0-3 1-16,1 2-25 0,5 2-5 0,-6-3-16 15,3 1-1-15,3 2 0 0,0 0 4 16,0 0 9-16,17-2 3 0,2 2 1 0,5 0-1 16,8-3 2-1,1 1 0-15,5-1 3 0,0-1-1 0,16 1 0 0,-17 1 6 16,-1-2-3-16,3 0 3 0,-2 0 4 0,-1-1-3 15,-3 0 7-15,-5-2-4 0,-1 2 8 0,-4 2 2 16,-10-1 25-16,1 3 21 0,-5-3 12 0,0 1 8 0,-4 1 10 16,1 1 5-16,1-1 4 0,-4 1-2 15,-3 1-9-15,7-1-4 0,-7 1-7 0,6-2-7 16,-6 2-3-16,0 0-11 0,0 0-7 0,0 0 2 16,0 0-6-16,0 0-2 0,-11 11-3 0,3-5 2 0,-2-1-11 0,0 4 2 15,-1-1 0-15,0 3-1 0,2 2-4 0,-3-1 5 16,2 1-5-16,5-1 0 0,-4 2 0 0,4 0-3 15,1-1 5-15,-1-2-2 0,5 0-1 0,2 0 0 16,1 1 1-16,0-3 1 0,3 0 6 0,1-3 4 16,3 0 2-16,0-2 10 0,3-2 5 0,2-1 5 15,3-3 9-15,2-2 6 16,-3 0 8-16,2-3 5 0,-1 0-4 0,-4-3 0 16,1 0-4-16,-3-2 3 0,-2-1-9 0,-1 2-6 15,-5-5-10-15,1 4-10 0,-5-3-12 0,0 3-13 16,-2-1-16-16,-4 3-27 0,-2 0-35 0,-5-4-23 15,-1 5-38-15,-5 3-32 0,-2 2-32 0,1 3-47 16,-7 2-44-16,5-1-66 0,3 4-300 0,2 1-718 16,3 0 318-16</inkml:trace>
  <inkml:trace contextRef="#ctx0" brushRef="#br0" timeOffset="-193971.41">14466 6515 157 0,'4'-3'251'15,"-2"0"-6"-15,-2 3-5 0,4-5-10 0,-4 5-17 16,3-1-15-16,-3 1-21 0,0 0-16 0,3-3-17 0,-3 3-16 16,0 0-15-16,0 0-16 0,0 0-6 15,0 0-10-15,-14 12-6 0,4-7-9 0,-3 2-7 16,-2 3-4-16,-2-1-7 0,-2 1 1 0,1 1-10 15,0 2-6-15,2-3-2 0,-1 1-2 0,2 1-1 0,2-1-6 0,4-1 0 16,0-1-3-16,4 1-3 0,-3-2 0 0,7 1 0 16,-1 2-2-16,4-3-5 0,2 0 4 0,5 1 1 15,1-2 0 1,8 1-5-16,5-3 2 0,5 6-4 0,0-6 4 16,0 4-5-16,-6-5 0 0,3 5-3 0,-6-4 3 0,-2 0-3 0,-4 1-3 0,-5-4 3 15,1 1-2-15,-3-1-3 16,1 0 5-16,-5 2-8 0,1-1 3 0,-3-3 16 15,-5 6-11-15,-3-2-1 0,-5 1 1 0,-5-1 2 16,0-1 2-16,-2 2-1 0,-1-1 0 0,-5-1-1 16,-4-1 4-16,3 1-4 0,7-1-1 0,1-2 3 15,1 0-9-15,5 2-1 0,3-2-3 0,1 0-16 0,3 0-34 16,0-2-35-16,6 2-43 0,-3-5-42 0,3 5-40 16,11-9-225-16,0 4-477 0,10-5 211 0</inkml:trace>
  <inkml:trace contextRef="#ctx0" brushRef="#br0" timeOffset="-192091.17">14812 6445 86 0,'1'-10'392'0,"-2"3"-7"0,2 0-6 0,-1 0-11 16,0 3-28-16,0-1-30 0,2 1-27 15,-2 4-40-15,0-6-21 0,0 6-33 0,0 0-25 16,0 0-25-16,0 0-14 0,0 0-16 0,0 0-7 0,-2 21-11 0,2-4-15 16,-1 0-3-16,0 9-2 0,0-2-17 0,-2 5-1 15,0-3-2-15,1 2-6 0,0 0-4 0,2-1-3 16,-1-2-1-16,-1-6-2 0,2-1-13 0,0 0 4 16,-4-2-1-16,4 2 0 0,0-9-7 0,0 1 3 15,0-4-15-15,0 0-17 0,0 0 10 0,0-1-2 16,0-1 5-16,0-4 1 0,0 5 9 0,0-5-4 15,0 0 12-15,0 0-29 0,-5 0-7 0,5 0-19 0,-9-4-4 0,1 1 0 16,1 0-12-16,-1-4 3 0,-1 2-5 0,-5-2 2 16,5 2 2-16,-3-3-1 0,1 1 20 0,-2 1-7 15,4 1 1-15,-5-1 5 0,4 1 6 0,0 3 6 16,3-3-7-16,1 3 2 0,1 0 4 0,1-1 1 16,0 2-1-16,4 1 11 0,-6-2-16 0,6 2-1 15,0 0-1-15,0 0 6 16,0 0 2-16,0 0 3 0,0 0 4 0,25 2-4 15,-3-2 10-15,10 3-13 0,4-3-2 0,2 1 0 16,16-2 2-16,-1-3 0 0,1 1-4 0,-13 0-4 16,-3-1-1-16,13 0 1 0,-11-2 3 0,-3-1 2 15,-4 2 2-15,-3-3-2 0,-1 2 4 0,-10 1 5 16,0 0 4-16,-7 0 25 0,1 3 27 0,-4-2 12 16,-3 0 8-16,-1 2 19 0,-1-3-23 0,-4 3-8 0,0-2-2 15,0 4-11-15,-6-4-6 0,-1 3-10 0,-6 0 4 0,1 2-4 16,-5 0-4-16,-2 2-4 0,1 2-2 0,0-1 17 15,-1 4-18-15,2-2-3 0,-2 3-5 16,5-1 2-16,0 3-1 0,1-5 2 0,3 5-2 16,1-4-4-16,3 2 0 0,-2-1 3 0,3 1 0 0,2-2-5 15,2 1-2 1,1-1 9-16,0-2 3 0,3 0-9 0,-1 0 6 16,2-3 4-16,1 1 1 0,2 0-2 0,4-3 10 15,-1 0-5-15,3-3 1 0,1 0 2 0,-5-1 1 16,4-1 7-16,-2 0 1 0,1-2-7 0,-2-3-4 15,0 4-2-15,2-3 1 0,-4 1 4 0,2 1-2 16,-3 0-4-16,0 3 6 0,-2-2 4 0,-1 2 4 16,1 1-11-16,-1 1 1 0,-2-3-9 0,1 5 6 0,-3 0-4 0,5-3-16 15,-5 3-11-15,0 0-25 0,5-1-14 0,-5 1 1 16,0 0 2-16,0 0-2 0,13 7-12 0,-8-5-12 16,3 2-5-16,3 1-13 0,2 1-13 0,2-2-11 15,3 1-3-15,0-2 2 0,0 1 9 0,0-3 7 16,-3 1 5-16,4-3 14 0,-7 0 14 0,2 0 8 15,-3-1 29-15,1-3 25 0,-1 1 34 0,-2-1 27 0,3 1 29 0,-3-2 14 16,0 1 17-16,-2 0 17 0,2-4 19 0,-4 6 24 16,0-3 11-16,2 2 7 0,-5 0 7 0,2 0-2 15,1 0-11-15,-4 0-21 0,2 1-16 0,1 1-19 16,-4 2-14-16,0 0-13 0,4-2-22 0,-4 2-7 16,0 0-32-16,0 0-13 0,0 0 2 0,0 0-5 15,1 12 1-15,-1-5-6 16,-1 3-1-16,-2 1 0 0,3 1 0 15,-4 1 0-15,3 3-5 0,1-1 1 0,-3-5 0 0,2 4 1 16,1-3-3-16,0 1-2 0,0-6 1 0,-1-1-3 16,1 0 2-16,0 0 4 0,0-3 1 0,0-2 18 15,1 5 22-15,-1-5 21 0,0 3-6 0,0-3-6 16,0 0-3-16,13-8-8 0,-8 6-4 0,2-5-6 16,0 0-2-16,2 0-4 0,0-4-7 0,3 1 1 0,-3 2-5 0,0-2-6 15,1 0 1-15,-3 3-6 0,0 1 3 16,-3 0-5-16,1 1 0 0,-1 3-1 0,-1-1-5 0,0-1-6 15,1 2-28-15,-4 2-13 0,4-2-33 0,-2-1-22 16,-2 3 1-16,0 0 8 0,0 0 11 0,11 7 0 16,-8-3-8-16,2 2 2 0,3 2-8 0,1-3 8 15,0 2-26 1,8 3 2-16,-1 0 11 0,2-3 6 0,5-3-1 0,5 2-3 16,1-1 2-16,-2-1-4 0,5-4 3 0,-2 0 8 15,-1-2 8-15,3-1 13 0,-4-1 12 16,0-2-4-16,-7 2 6 0,4-8 4 0,-6 6 10 15,-2 0 13-15,0-4 9 0,-2 2 15 0,-1-3 19 0,-1 1 1 16,-8 3 14-16,1-3 15 0,1 3 6 0,-5-3 0 16,2 3-3-16,-4-1-15 0,-1 2 7 0,-2 1-10 0,-2 0-8 15,-4 0-3-15,3 1-5 0,-6 0 0 0,2 2 6 16,-3 0-5-16,0 2-12 0,-4 2-1 0,2 0 1 16,-2 4-3-16,-2 1-6 0,2 0 4 0,4-2-8 15,-1 4-4-15,0-1 12 0,0 4-11 0,6-5-15 16,2 3-3-16,-3-3-5 0,5 3 3 0,0-1 4 15,3-1 5-15,1-1-4 0,1 0 4 0,6-2 4 0,-1 0 3 0,4 0 0 16,1-1-6-16,-2-1 9 0,2-6 2 0,1 1 1 16,0-2-2-16,0-2 5 0,-2-1 0 0,4-3 15 15,-1 0 5-15,-1-1 6 0,-1-4 12 0,-3 1 1 16,1-3 9-16,3-7-1 0,-3-2 1 0,-5 1-5 16,6-4-7-16,-2-3 5 0,-3-1 11 0,0-1-3 15,-1 0 9-15,2 5 14 16,-2 0 24-16,-4 9-2 0,4 2 9 0,-4 2 1 15,1 7 5-15,-1-3-3 0,0 7-12 0,0-2-7 16,-1 2-18-16,2 0-7 0,-1 3-44 0,0 2-36 16,0-6-36-16,0 6-6 0,0 0 9 0,-6 11 3 15,3 0 20-15,-3 5-6 0,-2 2 1 0,3 9 7 16,-3-1 0-16,2 1 7 0,-1 4 4 0,0-1 6 16,3-1 2-16,-2 0 3 0,3 0-4 0,-2-2 7 0,1-1-5 0,4-5-2 15,0-1-1-15,2-2-10 0,-1-2 10 0,0-3-2 16,4-2-7-16,-4 0-6 0,3-1 6 0,0-3 13 15,1 1-6-15,3-3-4 0,2-1 8 16,3 0-5-16,6-2-8 0,2-3-9 0,7 0-11 0,2-3 1 16,0 1 7-16,2-5-22 0,1 0-3 0,-1 1 1 15,1-6 2 1,-1 4 8-16,0-2 0 0,-4 1 7 0,-2-2 3 16,-2 2 8-16,-5 1 1 0,-9 2 23 0,3 0 3 0,-4 1 19 15,-1-1 20-15,-3 2 11 0,1 2 9 0,-1-1 11 16,-2 1 0-16,-2 0-11 0,3 1-7 15,-4 2-9-15,0 0-4 0,0 0-4 0,-10-6-2 16,10 6 3-16,-17 2-15 0,7 3 1 0,-3 0-5 0,0 1 1 16,3-1-6-16,-6 6 0 0,1-2-1 0,1 3-8 0,3-4-2 15,1 1-8-15,1-1-1 0,1 2-4 0,2-2-2 16,-1 1 3-16,4-2-11 0,0 0 10 0,2-1 0 16,1-1 6-16,1-2 6 0,2 2 18 0,4-4-8 15,-1 0-5-15,5-1 6 0,0-2 0 0,3 1-7 16,1-2 11-16,4 1 0 0,-3-4-3 0,2 2 4 15,-4-1 2-15,0-1 2 0,0 3-1 0,-1-1 1 0,-1-1-5 0,-1 2-1 16,-2 0-2-16,-1 1 0 0,-3 0 2 0,1 1-5 16,-1 0-5-16,-5 1 0 0,7-3-17 0,-5 1-30 31,-2 2-33-31,0 0-35 0,7 0-41 0,-7 0-50 0,6-2-56 0,-6 2-95 0,0 0-202 0,5-2-608 31,-2-1 269-31</inkml:trace>
  <inkml:trace contextRef="#ctx0" brushRef="#br0" timeOffset="-191284.77">16905 6565 130 0,'3'-2'317'0,"-2"-2"-13"0,4 0-12 0,-1-1-9 16,0 4-29-16,2-3-16 0,-2 2-21 0,4 2-28 16,-2-1-13-16,5 2-21 0,-3 1-17 0,1 2-10 0,3 2-14 15,-5 0-11-15,2 1 0 0,-1 3-11 0,-2-3-9 0,-1 3-4 16,-1 2-3-16,-1-2-4 0,-3 4-7 0,-1-2-11 15,-2-1-6-15,2 2-3 0,-3-2-1 16,-2-2-6-16,2 0-1 0,0 0-4 0,1-3-4 16,1-1-6-16,-1-1 5 0,2-1-8 0,0 2 24 0,-2-3 19 15,3-2 47 1,0 0 16-16,0 0-14 0,0 0-16 0,0 0-20 16,0 0-5-16,6-15-11 0,0 8-20 0,1-2-14 15,3-1-17-15,5 0-20 0,2-2-23 0,6-2-17 16,3 1-10-16,2 1 1 0,2 3-7 0,0-1-5 15,5 3-14-15,0 0 11 0,1 2-10 0,0-2 4 16,-3 2 2-16,4 4 7 0,-3-6 6 0,-2 2 7 16,-4 4 4-16,-7-2 8 0,-3 0 6 0,-4 1 8 0,-1 0 21 0,-3-1 19 15,-2 2 17-15,-3 0 10 0,3-2 3 0,-3 2 1 16,-3-1-14-16,-2 2-1 0,0 0-7 0,0 0 1 16,-12-4-5-16,12 4-1 0,-21 3-4 0,7-1 1 15,1 3-2-15,-6 0-1 0,4 2-1 0,-2-3-6 16,0 5 3-16,0 0 1 0,2 0-5 0,-1 1 5 15,6-2 0-15,0 1 0 0,2-1 0 0,0 1-7 0,3-2-2 0,0 0 0 16,5 1 14-16,0-1-16 0,4-1 5 0,0-1-1 16,1 1 1-16,4-4 6 0,3 1-9 0,0-3 1 15,6 1-2-15,-1-2-2 0,2-2 3 0,-1-3-2 32,-1-2 3-32,0-1-2 0,1-3 7 0,-3-1-9 15,-2-2 5-15,5-6 2 0,-4-1 0 0,1-2 1 16,-2-4 7-16,0-2 17 0,-2-2-12 0,0-2 3 0,3-12 18 15,-7 15 14-15,2-5 25 0,-2 4 33 0,-3 1 24 0,3 4 26 16,-6 8 8-16,-1-1 5 0,4 3 8 0,-2 0-1 16,0 6 1-16,-2 0-5 0,0 4-10 15,0-2-18-15,1 4-13 0,-1 3-16 0,-1-4-13 16,2 2-17-16,-1 4-34 0,0-3-43 0,0 3-44 0,0 0 5 16,0 0-3-16,4 17 7 0,-5-2 2 0,-2 5 5 0,2 6-1 15,1 3 4-15,-4 0 2 0,0 3 7 0,-1 1-1 16,-2 2 1-16,2-2 0 0,-3-3 2 0,0 3-2 0,4-4 5 15,-3-3 5-15,2-2-6 0,-1-7-2 16,3 0 8-16,-1-2-2 0,1-3-1 0,2-2 1 16,-3-1 1-16,3-1 1 0,0-3-1 0,-1-1-1 15,0 1 1-15,1-2 1 16,1-3 1-16,-3 7 1 0,2-4-2 0,1-3 3 16,0 5 0-16,0-5-4 0,0 0 3 0,0 0 1 15,0 6-1-15,0-6 2 0,0 0-2 0,0 0 0 16,0 0 2-16,2 5 2 0,1-5 3 0,-3 0 1 15,9 5 2-15,-2-3-1 0,5 2 0 0,1 0-37 16,3-4-76-16,7 0-119 0,0 0-163 0,5-7-481 16,2 1-937-16,-3-2 414 0</inkml:trace>
  <inkml:trace contextRef="#ctx0" brushRef="#br0" timeOffset="-190166.95">18784 6125 82 0,'-2'-12'274'0,"4"-2"-9"16,-4 3-4-16,4 2 0 0,-2 2-4 0,-2 0-5 15,4 1-24 1,-2 1-24-16,0 1-25 0,-2-1-19 0,2 1-21 0,0 4-21 16,0-5-32-16,0 5-10 0,0 0-7 0,-6 14-13 15,2-4-2-15,0 9-6 0,-3 11-6 0,-1-1-5 16,1 7-2-16,-3 14 6 0,0 3-2 15,2-1-1-15,-2 1-10 0,3-2 2 0,1-2-2 0,4-14 0 16,1-1-5-16,1-2-1 0,1 0-2 0,-4-3 12 16,3-6-14-16,-2 3-7 0,2-10 2 0,-3-1 0 0,3-4 1 15,-2 1 3-15,2-5-7 0,-1 1 3 0,-1-3 15 0,2-1 11 16,-1 2 10-16,0-4 9 0,-2 2 1 0,-1-1-5 16,4-3-9-16,-9 0 0 0,-2-2-10 0,-1 1 17 15,-2 0-21-15,-4-2-6 0,3 1-14 16,-2-1-6-16,2 0-16 0,2 1-24 0,0-1-27 0,1 1-31 15,0-1-30 1,1 1-36-16,2-3-52 0,4 3-68 0,-2-2-252 16,3-1-575-16,4-1 254 0</inkml:trace>
  <inkml:trace contextRef="#ctx0" brushRef="#br0" timeOffset="-189834.53">18506 6503 46 0,'0'0'268'0,"-11"0"-21"0,11 0-22 16,-7 0-16-16,7 0-16 0,-6 0-13 0,6 0-14 16,0 0-14-16,-5 1-16 0,5-1-11 0,0 0-13 0,0 0-9 31,18 3-10-31,-4-3-9 0,6-2-8 0,12 1-5 0,5 0-12 0,-4 1-1 0,7-4-9 0,-3 1-4 31,1 0-3-31,-2-2-4 0,-6 5-5 0,-4-2-2 0,-9 0-6 0,-3 1 0 0,-2 0 1 0,-2 0-7 16,-3-1 6-16,0 1-1 0,-2 0-2 0,-5 1 0 15,4-1-4-15,-4 1-5 16,0 0-12-16,0 0-6 0,0 0-10 0,-27-2-16 16,18 2-14-16,0 0-27 0,0 0-25 0,4 2-38 15,-3-2-47-15,8 0-232 0,-10-2-447 0,5-1 198 16</inkml:trace>
  <inkml:trace contextRef="#ctx0" brushRef="#br0" timeOffset="-189432.94">19251 6384 181 0,'2'-5'310'0,"-4"1"-17"0,2 4-11 0,-1-5-28 0,1 5-27 15,0 0-20 1,0 0-23-16,0 0-23 0,0 0-14 0,0 0-14 16,0 0-19-16,-13 5-11 0,7 2 1 0,-2-1-23 15,-1 3-8-15,-1 4-10 0,0-3-4 0,-2 3-9 0,1 3-5 16,-1 0 1-16,2 1-10 0,1 1 4 16,-1-1-4-16,5-2-6 0,0 2-2 0,2-2-4 15,2-1-2-15,1 1 4 0,1-5-4 0,2 1-6 16,1-1 3-16,-2-2 5 0,5-2 1 0,0-1 15 0,2 0 8 0,3-3 14 15,0-2 5-15,0 3-5 0,-1-6 6 0,2 2 3 16,-1-3 17-16,0 0-10 0,1-1 0 0,-4-2 1 16,0-1 0-16,1-1-14 0,-5-1-9 0,2-3-7 15,-6 2-6-15,4-3-10 0,-5-1-14 0,0-2-12 0,-5 2-14 16,1 3-5-16,-5-2-18 0,2 4-13 16,-1 0-19-16,-5-1-9 15,0 3-15-15,-2 1-16 0,1-2-25 0,0 6-20 16,4 0-32-16,-3 1-38 0,5 1-35 0,2-1-285 15,1-1-582-15,5 3 257 0</inkml:trace>
  <inkml:trace contextRef="#ctx0" brushRef="#br0" timeOffset="-189079.03">19392 6391 179 0,'0'0'319'0,"6"-4"-4"16,-6 4-28-16,2-3-22 0,-2 3-31 0,0 0-22 15,6 0-27-15,-6 0-23 0,0 0-14 0,0 0-18 16,11 5-15-16,-6 0-11 0,3 2-14 0,-3 3-8 16,2-1-4-16,0 2-8 0,-2 0-8 0,3 4-7 0,-4-1 0 0,1 1-7 15,0-1-3-15,0 3-7 0,-5-2 1 16,0 2-3-16,-1-3-8 0,-2-3 3 0,-2 0-7 16,4-1 5-16,-4-2 3 0,2-1 6 0,2-2 12 0,1 0 20 15,-2-1 22-15,0-2 40 0,2-2 33 0,0 5 49 16,-2-3 41-16,2-2 27 0,0 0-20 0,0 0-20 15,0 0-34 1,2-17-16-16,0 8-22 0,4-1-18 0,-1-2-14 0,4-2-9 16,0-2-17-16,1-1-14 0,-1 1-22 0,0-1-18 15,0 2-6-15,1 1-29 0,-3 3-15 16,-2 2-16-16,1-2-18 0,-2 4-32 0,0-1-27 16,1 3-36-16,-3-2-53 0,1 3-50 0,0 1-51 0,-1 0-52 15,1 1-71-15,-3 2-82 0,4-3-277 0,-4 3-820 16,0 0 364-16</inkml:trace>
  <inkml:trace contextRef="#ctx0" brushRef="#br0" timeOffset="-188577.94">19830 6416 219 0,'3'-3'438'0,"-1"0"-18"0,2-1-14 0,-4 4-32 15,3-5-35-15,-1 3-38 0,-2 2-33 0,1-4-29 16,-1 4-38-16,0 0-16 0,0 0-21 0,0 0-16 16,0 0-13-16,6 15-13 0,-5-9-13 0,-1 6-12 15,0-2-11-15,-1 6-7 0,-1-4-12 0,1 5-4 16,0-2-13-16,-2 2-12 0,1-7 3 0,0 1-11 0,2-3-9 0,-1-1-5 16,-1 1 10-16,2-3-3 0,-2-2 4 0,2 1 17 15,2-1 13-15,-2-3 40 0,0 0 4 0,5 3-13 16,-5-3-5-16,11-9-9 0,-1 2-6 0,6-4-4 15,-1 0-13-15,0-1-3 0,2 0-5 0,5-4-3 16,-2 0-1-16,3 0-6 0,-7 5-5 0,0-2-3 16,-2 3-5-16,-3 4-4 15,0-1-2-15,-5 1-2 0,1 3-3 0,-2-2-4 16,1 3-8-16,-1-1-3 0,-5 3 0 0,5 0-1 16,-5 0 4-16,8 7 0 0,-5-2-7 0,1 0 11 15,-2 4-7-15,4-1-2 0,-2 4-1 0,-3-2-7 16,2-1-5-16,0-1-3 0,-1 0 3 0,2-2 3 15,-4-1 1-15,4 0 6 0,-1-3 6 0,1 1 4 16,4-2 0-16,1-2 10 0,4-3-3 0,-3-1 11 0,7-3 5 16,-2 0 6-16,2-3-7 0,-2 1-3 0,4 2-3 0,-3-1-1 15,-4 2-1-15,-2 2-3 0,2-1-3 0,-2 2-5 16,-1 2-3-16,1 2-1 0,3 0-29 0,-4 5-39 16,3 1-46-16,-2 0-67 0,-4 6-71 0,3 0-112 15,-1-2-427-15,-2 1-859 0,-2-1 381 0</inkml:trace>
  <inkml:trace contextRef="#ctx0" brushRef="#br0" timeOffset="-185995.44">21954 6263 118 0,'0'-5'240'0,"1"-4"-5"0,2 4-7 0,-3-1-5 15,0 2-6-15,1-1-14 0,-1 5-9 0,-1-7-18 16,1 7-19-16,-1-2-21 0,1 2-17 0,0 0-24 15,0 0-12-15,0 0-9 0,-2 12-7 0,-3 2-8 16,3 6-10-16,-5 7-5 0,2 6 4 0,-4 1-13 0,0 14-2 0,0-2-4 16,4-10-3-16,-4 10-3 0,4-14 0 15,1 2-4-15,3-3 0 0,-3 1-1 0,0-4-4 0,2-1 0 16,0-8 0-16,1-4 0 0,-3 2-1 0,3-4-3 16,-1-2 1-16,0-1-3 0,1-2 1 0,-2 1-1 15,3-2 8-15,-1-2-4 0,1-1 16 0,0 0 8 16,0-4 7-1,0 7 3-15,0-6-3 0,0-1-2 0,0 0 1 0,0 0-8 16,0 0 0-16,0 0-5 0,0 0-2 16,0 0 5-16,0 0-35 0,0 0-49 0,0 0-31 15,-6-12-39-15,3 8-32 0,-1-2-33 0,2-5-31 16,-1 2-241-16,-2-3-496 0,5-1 220 0</inkml:trace>
  <inkml:trace contextRef="#ctx0" brushRef="#br0" timeOffset="-185606.84">21891 6203 206 0,'0'-8'236'0,"0"4"-4"0,-1-1-9 0,1 2-14 0,0 3-16 0,0-6-20 16,0 6-12-16,0-6-16 0,0 6-20 0,0 0-13 15,0 0-9-15,0-4-14 0,0 4-10 0,0 0-9 16,0 0-7-16,0 0-7 0,19 7-6 0,-6-2 2 15,2 4-4-15,6-1-1 0,7 5-6 0,3 0 1 16,3 3-4-16,0 0 1 0,2 1-2 0,-4-1-7 16,-2 1-6-16,-1 0 3 15,-6-2-7-15,-2 2-7 0,-8-5 0 0,0-1-8 16,-5-3-2-16,-3 3-2 0,-5-5 6 0,-2 4-1 16,-5-3 7-16,-6 5 1 0,-6-2-4 0,-9 0 1 15,-1 1-1-15,-2-2 4 0,-1-2-1 0,0 2-2 16,1-4 3-16,2 3-6 0,0-3 1 0,7 0-1 15,3 1 1-15,5-4-3 0,1 2 0 0,3-1-2 16,0-1-1-16,2 1-5 0,3 0-10 0,-2-1-4 0,6 0 2 0,-4 0 7 16,5-2-4-16,1 6 3 0,4-4-1 0,4 1-12 15,2-1-23-15,1 0-31 0,-1 0-33 0,0-1-50 16,3 1-52-16,-4-2-205 0,6-2-449 0,-6 1 199 16</inkml:trace>
  <inkml:trace contextRef="#ctx0" brushRef="#br0" timeOffset="-185093.95">22634 6315 94 0,'0'-5'313'0,"1"2"-11"0,-1 3-8 16,0-8-14-16,0 6-17 0,0 2-20 0,1-4-30 16,-1 4-19-16,0 0-27 0,0 0-18 0,1-3-18 15,-1 3-17-15,0 0-12 0,0 0-9 0,-2 17-14 0,1-8-10 0,-2 7-3 16,-1 2-8-16,1 8-6 0,-1 4 4 0,-1 2-19 16,-1 1 1-16,1 1-6 0,-2 3-1 0,2-1-2 15,-2 0-7-15,5-2 2 0,-1-3 0 0,-2 1-5 16,2 0-1-16,2-4-4 0,-1 1 1 0,2-4-4 15,0-7 4-15,0-5-1 0,0-2 3 0,0 0-7 16,0-1 1-16,0 0-1 0,0-5 0 0,0 3-1 0,-3-3-1 16,3-1-5-16,0-2-6 0,0 3-11 0,0-5-13 15,0 7-9-15,0-7-11 0,-1 4-9 0,1-4-3 0,0 0-26 16,0 0-43-16,0 0-46 0,-12-9-48 0,8 4-262 16,0-3-524-16,3-1 232 0</inkml:trace>
  <inkml:trace contextRef="#ctx0" brushRef="#br0" timeOffset="-184771.89">22590 6549 98 0,'-1'-6'303'16,"0"4"-21"-16,1 2-23 0,0-5-25 0,0 5-25 15,-3-4-24-15,3 4-21 0,0 0-15 0,0 0-17 0,0 0-10 16,0 0-13-16,21 7-12 0,-10-2-11 0,6 1-7 15,7 5-5-15,2-1-8 0,0 0-8 0,-4-1-5 16,5 3-8-16,-8-4-4 0,0 1-2 0,0-1-14 16,-6 1-12-16,-2-2-9 0,-1-2-10 0,-1 0-6 15,-6-1-1-15,1 0 3 0,-5 0-1 0,-3-2 1 16,-5 2 4-16,-5 0 0 16,-5 0-4-16,-3 1 9 0,-7-3 5 0,0-1-3 15,-1 1 5-15,1-2-2 0,1 2 3 0,7-4-4 16,-2 2 5-16,4-1 0 0,2 1-3 0,3 0-4 15,4 0 2-15,2 0 1 0,2 0-18 0,6 0-15 16,-8-1-21-16,8 1-32 0,0 0-44 0,18-3-39 16,-4 1-241-16,7-2-438 0,8-2 194 0</inkml:trace>
  <inkml:trace contextRef="#ctx0" brushRef="#br0" timeOffset="-184139.5">23243 6620 116 0,'-10'0'234'0,"6"1"-17"0,4-1-7 0,0 0-14 0,0 0-21 15,-9 1-14-15,9-1-12 0,0 0-7 0,0 0-4 16,0 0-7-1,0 0 3-15,0 0-10 0,-6 0-5 0,6 0-1 16,0 0-5-16,0 0-9 0,0 0 1 0,0 0-9 16,0 0-1-16,0 0-6 0,0 0-9 0,0 0 2 15,0 0-13-15,0 0-4 0,0 0-4 0,0 0-9 16,0 0-5-16,0 0-6 0,0 0-6 0,0 0-2 16,0 0-1-16,0 0-3 0,0 0 0 0,0 0-10 15,0 0 1-15,0 0 0 0,0 0-3 0,0 0-3 0,0 0 0 0,0 0-5 16,0 0 3-16,0 0-2 0,0 0 3 0,0 0-1 15,0 0 19-15,0 0-12 0,0 0 4 0,0 0 5 16,0 0 4-16,0 0-3 0,0 0 1 0,0 0-2 16,0 0 3-16,0 0 2 0,0 0-7 0,0 0 5 15,0 0-3-15,0 0-5 0,0 0-1 0,0 0-3 16,0 0-3-16,0 0-7 16,0 0 6-16,-8 2-7 0,8-2-1 0,0 0 3 15,0 0-1-15,0 0-2 0,0 0 0 0,0 0-6 16,0 0 3-16,0 0-1 0,0 0 3 0,0 0-7 15,0 0-4-15,0 0 3 0,0 0 4 0,0 0-2 16,0 0 8-16,0 0-5 0,0 0 0 0,0 0-1 16,0 0-2-16,0 0 4 0,0 0-2 0,0 0-3 15,0 0 6-15,0 0-2 0,22-3-1 0,-7 2 3 0,3-2-1 0,12 1-1 16,0-1-6-16,4 0 1 0,2-2 1 0,0 3 3 16,3-1-8-16,-4 1 18 0,-1 0-12 15,-2 2 3-15,-2-5-1 0,-8 3-1 0,-3 1-4 0,-5-1 4 16,-1 0-6-16,-4 2-16 0,-1-1-20 0,-2 0-14 15,0 1-16-15,-6 0-16 0,7 0-34 0,-7 0-38 16,0 0-25-16,0 0-22 0,-17-4-22 0,7 0-11 0,-3 2-252 16,0 1-531-16,-1-2 235 0</inkml:trace>
  <inkml:trace contextRef="#ctx0" brushRef="#br0" timeOffset="-183907.8">23482 6488 324 0,'-4'-5'330'0,"4"0"14"16,-3-2 17-16,3 2 1 0,-2-1 8 0,0 2-3 0,2 0-3 15,0-1-16-15,-3 3-25 0,3 2-30 0,-1-5-31 0,1 5-30 0,0-5-26 16,0 5-27-16,0 0-32 0,0 0-55 0,0 0-2 16,-4 12-16-16,3 0-8 0,-2 6-5 0,1 8-8 15,-2 3-2-15,-1 0-9 0,-3 0 1 0,7 5-11 16,-3-1-42-16,1-1-37 0,2 0-53 0,-3-1-39 15,3-1-53-15,-2 0-58 0,1 0-91 0,-2-13-383 16,3-1-782-16,-2-6 346 0</inkml:trace>
  <inkml:trace contextRef="#ctx0" brushRef="#br0" timeOffset="-181488.22">24604 6236 23 0,'1'-5'196'0,"2"-1"-6"0,-2 1-7 0,2 1-9 15,-2-2-14-15,0 1 0 0,2 0-8 0,-3 1-8 16,0 0-6-16,0 4-13 0,0-6-11 15,0 6-7-15,1-4-11 0,-3 0-13 0,2 4-2 16,-6-4-15-16,0 4-9 0,6 0-5 0,-19 1-6 16,1 5-3-16,0 1-12 0,-6 5-7 0,-2 5 0 15,0-3-3-15,1 4-3 0,-3 4-4 0,1 2 0 16,0 0-4-16,2 3 3 0,-6 11-5 0,7-9 1 16,2-1-3-16,0 2 0 0,5-1 3 0,0-2-3 15,6 1-2-15,1-1 3 0,3-2-4 0,2-5 10 0,4-2 1 0,2 2 5 16,5-1-6-16,0-3 3 0,4 0 2 0,0 0-5 15,4-3 3-15,1-2 0 0,-1 0-3 0,4-1 3 16,1-4 1-16,8 0 3 0,-5-4 2 0,0-2-2 16,4-1 6-16,-3-1 3 0,4-4 1 0,-4 3 4 15,-5-2 10-15,1-4 4 0,0-2 4 0,1 2 2 16,-4-1 8 0,5-7-2-16,-1-1 18 0,-2 0-19 0,-1 1-2 15,0-5 2-15,-2 0-9 0,-3-1 2 0,-1-2-2 16,-4 1-1-16,3 0-3 0,-1-2-2 0,0-2-2 15,-5 2-1-15,0-3-2 0,-4 2 4 0,1 1 6 16,-2 1-7-16,0 7-3 0,-3-9-9 0,-3 3 0 16,2 6 14-16,1-1-12 0,2 2 3 0,-7 0-10 15,5 5-1-15,0 0 4 0,-1-1-9 0,3 2-6 0,-1 2 0 0,-3 0 1 0,-1 4-3 16,6 0-3-16,-3-3-14 0,-3 7-6 0,1-1-14 16,-1 2 7-16,-3 3 15 0,-1 5-15 0,-4 0 2 15,0 5-3-15,-1 3 5 0,0 6 4 16,-2 0-1-1,1 2-2-15,3 7 5 0,0-2-3 0,0 4 3 0,5 0 1 16,1 1 2-16,5 1 12 0,1 2-16 0,-1-3 6 16,6-3 1-16,1 1 0 0,3 1 1 0,0-1 3 15,7-4 1-15,-1 1 0 0,-4-3-5 0,6 1-4 16,-6-4 17-16,5 1-11 0,-7 1-4 0,0-8-6 0,1-1 13 16,-4-3-7-16,0-2 0 0,-2 4-3 0,1-2 1 15,-5-2-1-15,-1 0 0 0,-2-1 2 16,-2-1 0-16,-2 3 4 0,-5 0-1 0,0 0 3 0,1-3 3 15,-2-1-6-15,-3 2 1 0,2-3 3 0,0 0-6 0,5 0 2 16,-6 0-2-16,6-2 12 0,-1 4-7 0,1-8-17 16,3 3-26-16,2-3-23 0,0 2-26 0,0-1-33 15,1 0-32-15,5-2-23 0,-5 3-11 0,5-3-50 16,0 0-267-16,0 0-550 0,14-8 243 0</inkml:trace>
  <inkml:trace contextRef="#ctx0" brushRef="#br0" timeOffset="-180716.45">25157 6413 208 0,'-2'-7'307'0,"-1"1"-15"16,2 1-14-16,-3-2-18 0,-1 3-23 0,1-3-20 15,-1 2-26-15,1 3-16 0,-1-2-17 0,-5 1-18 16,2-1-19-16,-1 4-11 0,-5 0-8 0,1 3-16 15,-4 0-9-15,1 2-7 0,0 4-7 0,-1 0-7 16,-1 2-6 0,3 4-7-16,-3-1-3 0,5 0-3 0,-1 1-5 0,3-1-1 15,1 1-7-15,3 2 9 0,3-5-11 0,0-1-5 16,3 0 0-16,1-2 3 0,0-1-6 0,0 1 0 16,1-4 0-16,1 0-3 0,2 0 12 0,3-1 6 15,-1-1 8-15,6-1 9 0,-2-1 5 0,-1-4 14 0,4 1-4 0,-1-1 7 16,3 0-3-16,-5-3 3 0,5-1-5 15,-3 4-2-15,1-4-11 0,-3 2-6 0,1 0-2 16,1 2-9-16,-3-2-11 0,-3 3 6 0,-1 0-6 0,2-1-8 16,-7 3-2-16,7 0-6 0,-7 0-3 0,13 3 8 15,-9 2-13-15,2 0 6 0,-1 3-14 0,-1 3 5 16,1 5 4-16,-1-4 4 0,0 3-12 16,1 3 25-16,0 1-16 0,-5 2 4 0,4-4-8 0,-3 3-5 15,3-3 12-15,-4 1-2 16,-1-3-2-16,-2 1 2 0,3-4 2 15,3-3-6-15,-6-2 19 0,3-2-13 0,0 1 16 16,-1 0 20-16,1-3 45 0,1 1 36 0,-1-4 52 16,-1 4 42-16,1-4 27 0,0 0 24 0,0 0-7 0,0 0-27 15,0 0-23-15,4-11-14 0,-3 1-27 16,3 0-15-16,1-6-15 0,4 1-16 0,0-5-13 0,3-3-15 16,2 1-6-16,-3 0-20 0,2 0 2 0,-4 8-14 0,0-1-4 15,-1 1-3-15,0 4-7 0,-1 0-5 0,-3 1-1 16,1 2-7-16,-1 0 4 0,-2 4-13 0,1-2-4 15,1 2-17-15,-1-1 0 0,-3 4-23 0,4-4-25 16,-3 2-10-16,-1 2-14 0,0 0-20 0,2-4-9 0,-2 4-17 16,0 0-19-16,0 0-9 0,0 0-6 0,0 0-10 15,0 0-5-15,0 0-10 0,0 0-5 0,0 0-14 0,0 0-10 16,-2-5-9-16,2 5-4 0,0 0-8 0,0 0-22 0,0 0-32 16,0 0-17-16,4-5-39 0,-4 5-327 15,5-5-721-15,-1 1 319 0</inkml:trace>
  <inkml:trace contextRef="#ctx0" brushRef="#br0" timeOffset="-180377.46">25817 6387 298 0,'0'0'338'0,"0"0"-9"0,-3-3-7 0,3 3-10 15,0 0-15 1,0 0-44-16,0-5-14 0,0 5-31 0,5-4-21 0,-5 4-17 15,9-4-18-15,-1 0-21 0,2 0-13 0,3-1-20 0,0 0-36 16,6 1-33-16,0-1-28 0,7-3-31 0,-6 4-33 16,0-1-33-16,-2 2-36 0,3-1-39 0,-5 0-42 0,1 2-71 15,-3-2-143-15,-4 1-460 0,-2 0 204 0</inkml:trace>
  <inkml:trace contextRef="#ctx0" brushRef="#br0" timeOffset="-180214.9">25873 6486 42 0,'-8'5'180'0,"2"-1"-14"0,3 1 10 16,-2-2 0-16,4-1 10 0,1 2 17 15,0-4 2-15,0 0-12 16,11 6-20-16,2-6-16 0,6 0-20 0,8 0-14 16,7-2-15-16,1 1-38 0,1 0-56 0,2-1-39 15,1-2-67-15,14-1-96 0,-17 0-146 0,1-2-363 16,-1-2 161-16</inkml:trace>
  <inkml:trace contextRef="#ctx0" brushRef="#br0" timeOffset="-179359.67">26770 6220 270 0,'1'-4'316'0,"-1"-2"-26"0,0 3-18 16,0-1-22-16,0 0-18 0,0 4-19 0,2-4-33 15,-2 4-16-15,0 0-23 0,1-4-13 0,-1 4-17 0,0 0-12 0,0 0-11 16,1 12-14-16,0-6-3 0,-2 5-6 0,0 1-5 16,0 5-13-16,-2 3-1 0,-1 6-5 0,0 0-4 15,-1 3-2-15,2-4-5 0,-1 3-2 0,-3-3 8 16,3 3-13-16,-1-10-4 0,-2 2 2 0,3-2-3 16,0-1-2-16,0-5-5 0,0 0 4 0,2-1-5 15,-2-3-5-15,1 0 1 16,2-3 0-16,0 0 1 0,-3 0 4 0,3-2 2 15,-2-1 12-15,3-2 14 0,-1 3-7 0,1-3 8 16,0 0-12-16,0 0-1 0,-4-10-10 0,0 2 3 16,4 0-5-16,-4-6-2 0,4-3-1 0,-1-2-3 15,-3-5-4-15,3-5-5 0,-2-4-11 0,3-4-6 16,4-10 11-16,0 0-15 0,1 1 5 0,0 11 0 16,4-11 13-16,-1 11-3 0,-2 1 12 0,2 2 5 0,0 3 6 0,0 1 4 15,0 5 2-15,-1 3 7 0,0 2 16 0,1 0 2 16,0 1-1-16,-1 5-5 0,3-2-12 0,-1 3 3 15,4 1-4-15,-1 2-13 0,3-2 10 0,4 0-6 16,-2 6-6-16,3-1 1 0,10 2-5 0,-2 2-1 16,2 2-4-16,-8 0 10 0,-1 1-27 0,0 3-5 15,-3 2-2 1,0 1-10-16,1 1-4 0,-6 3-4 0,0 1 3 0,-7 2 1 16,1 3 0-16,-6 3 3 0,-2-1 0 0,-6 9 2 15,-3 0 6-15,-8-2 6 0,0 2-3 0,-5 0 8 16,-14 7-3-16,9-11 0 0,-9 7 0 15,-3-3 4-15,12-8 2 0,-4-5 1 0,8 0 1 0,-5-3 11 16,3 0 4-16,8-4 9 0,3-2-4 0,3-2 4 16,2-1 8-16,1 0 8 0,4-1 21 0,-1-2 25 0,2 2 28 15,-1-2 29-15,5-1 28 0,-8 3 21 0,8-3 6 16,0 0-22-16,0 0-19 0,0 0-16 0,4-11-12 0,1 7-16 16,-1 0-16-16,0 2-6 0,1 0-9 15,-1 0-10-15,0-1-10 0,-4 3-10 0,7-2-7 16,-7 2-12-16,10 4-5 0,-5-1-3 0,3 4-6 15,2 1-2-15,2 6-1 0,-1 0-2 0,1 4-2 0,3 3 0 0,-1 1 1 16,0 0 1-16,0 1-6 0,-1-2-6 0,1 1-15 16,-5-5 0-16,0-2 0 0,0-3 4 0,0-1 1 15,-3-3 4-15,-2-2 3 0,0-1 3 0,1-2 8 16,-2 1 38-16,2-1 0 0,-5-3-4 0,0 0-3 16,19-8-6-16,-8 3 1 0,-2-3-4 0,6-1-3 15,-1-1 1-15,0 1-7 16,2-3-3-16,-2-1 1 0,0 1 0 0,-3 3-7 15,-1-2-2-15,-3 5 2 0,2 1-3 0,-1 0 2 16,-3 1-2-16,0 2-12 0,-1-1-4 0,0 1-38 16,-4 2-43-16,4-3-11 0,-4 3 0 0,6 5-22 15,-3 0-28-15,1-1-32 0,-2 2-19 0,1 0-37 16,-1 1-44-16,1 1-48 0,-1-3-68 0,1 0-275 16,-1-1-730-16,-2-4 323 0</inkml:trace>
  <inkml:trace contextRef="#ctx0" brushRef="#br0" timeOffset="-172869.02">3857 8642 95 0,'0'0'175'16,"-1"-5"-4"-16,1 5-3 0,0 0-1 0,0 0-3 16,-4-2-4-16,4 2-9 0,0 0-6 0,0 0-11 15,0 0-6-15,0 0-8 0,0 0-8 0,0 0-10 16,0 0-7-16,0 0-7 0,0 0-11 0,0 0-4 16,0 0-8-16,0 0-9 0,0 0-2 0,0 0-7 15,0 0 1-15,0 0-11 0,0 0-3 0,0 0-2 0,0 0-4 16,0 0-4-16,0 0-3 0,0 0 0 0,0 0-3 15,0 0-4-15,0 0 0 0,14 0-2 0,-5 0-2 0,-9 0 1 16,18 1 0-16,-4-1-5 0,-1 1 1 0,1 1-2 16,-1 3 0-16,4-2-2 0,2 1 2 15,0 3-3-15,-1-1 2 0,-1-1-1 0,0 4-3 16,-3-2-2-16,-5 3 3 0,4-2-6 0,-7 0-3 0,1 3 0 0,-5-1-2 16,1 2-3-16,-6 0 0 0,-2 4 0 0,-4-1 3 15,-5 1 2-15,-6 5-2 0,-5-5 2 0,2 1 0 16,-2 0 5-16,1-3-1 0,2-1 0 0,-3 0 6 0,8-2 5 15,0-1 6-15,-1-3-2 0,4 0 3 16,0-2 0-16,2 2 2 0,3-4-3 0,-1 1-1 16,4-1 2-16,0 2-5 15,2-3 3-15,0 1 8 0,-1-1-6 0,5-2 4 16,-5 2 4-16,5-2 3 0,-4 1 4 0,4-1 1 16,-4 4-3-16,4-4 2 0,0 0-2 0,0 0-3 15,0 0-1-15,0 0-1 0,0 0-1 0,-1 3 0 16,1-3-1-16,10 1 2 0,-1-1-2 0,2 0 4 0,7-1-3 15,0 0 2-15,5-3-3 0,9 2 1 0,-1 1 1 16,3-2-4-16,-3-1-1 0,4 1-4 0,0-2 7 0,1 1-7 16,-3 2-1-16,2-1 1 0,-6-1-4 0,-1 3 0 15,-8-1 1-15,-1 0 3 0,-7 1-8 0,2-1-3 0,-5 2 3 16,-1 0-2-16,-2-2 4 0,1 2-5 16,-7 0 4-16,9 0 13 0,-9 0 6 0,6 0 5 15,-6 0 4-15,8 0-1 0,-8 0 1 0,0 0-2 16,0 0-2-16,0 0-1 15,6 0 3-15,-6 0-16 0,0 0 3 0,0 0-15 16,0 0-3-16,7 0-31 0,-7 0-14 0,0 0-22 16,0 0-11-16,0 0-19 0,0 0-14 0,0 0-8 15,0 0-9-15,0 0-22 0,1-5-37 0,0 0-56 16,-1 5-216-16,-1-7-497 0,2 2 220 0</inkml:trace>
  <inkml:trace contextRef="#ctx0" brushRef="#br0" timeOffset="-172245.86">4180 8464 132 0,'-3'-5'176'0,"-4"-1"-7"0,2 2-8 16,0-1-8-16,-1 0-4 0,1 1-13 0,-3 1-10 16,2 2-8-16,-1-3-11 0,1 1-11 0,-7-1-8 15,4 2-7-15,-4 1-6 0,2-1-6 0,-2 5-7 0,-5-2-2 16,5 4-6-16,-4-3 0 0,0 5-6 0,-4 1-5 16,4 0-4-16,-8 6 3 0,5-5-8 0,-2 5-3 0,-2-1-2 15,2 3-6-15,0 2-2 0,-1-1-4 16,4 1 3-16,0 3-3 0,0-1-3 0,3 3-2 15,0 2-2-15,3-1 4 0,-2 2-4 0,3 1-2 16,2-1 3-16,1 1 2 0,1 1 10 0,3 0 0 0,0 0-1 0,4-3-1 16,1-1-1-16,-3 3-2 0,6-3 3 0,-2-2 5 15,3-3-2-15,0 0 2 0,2-1 1 0,3 1-1 16,-1-5 2 0,2 3-3-16,3-1 6 0,1-3 11 0,-1 2 4 15,1-4-10-15,1 2 1 0,4-4-2 0,6 1 3 16,1-3 0-16,1 1 2 0,-1-3 0 0,5-1-4 15,-3 0 7-15,2-3-11 0,2-1-3 0,1 0 0 0,-1-2-4 16,3-2 0-16,1-2-3 0,-2 1 2 0,2-1-3 16,-3-2-1-16,4-2 12 0,-4 0 7 0,-2-2 12 15,1-2 8-15,-4 1 6 0,1-2-1 0,-3-3 12 16,0-1 9-16,-2-1-5 0,-4-2 6 0,1-2-4 16,-3-2-4-16,-4-6-1 0,-4-2-18 0,-1 0 11 15,-1-12-15-15,-3-3-1 0,-9 14 3 0,3 3 5 0,-7-2 14 0,-1 2 0 16,-2 6-5-16,-5 0-15 0,-3 0-8 0,-3 6-11 15,-3 2-12-15,-5 4-11 0,-2 2-20 0,-1 5-2 16,-5 4-20-16,2 4-17 0,-4 4-20 0,3 3-31 16,4 3-23-16,0 3-49 0,1 4-41 0,5 4-44 15,3 1-40-15,6 2-65 0,5-4-231 0,8-2-636 16,5-2 282-16</inkml:trace>
  <inkml:trace contextRef="#ctx0" brushRef="#br0" timeOffset="-171528.25">5396 8557 53 0,'0'0'256'0,"1"-7"-11"0,-1 4 8 0,1 1-8 0,-1 2 1 16,4-7-7-16,-4 5-10 0,0 2-17 0,3-5-1 15,-3 5-10-15,0-5-17 0,0 5-15 0,0 0-21 16,1-3-15-16,-1 3-18 0,0 0-15 15,0 0-20-15,0 0-15 0,0 0-9 0,0 0-10 16,-8 12 2-16,6-2-11 0,-5 3 1 0,0 5-7 16,-5 5-2-16,3 1-1 0,-5 2-6 0,3 4 3 15,-2-2-2-15,0 1-9 0,-1 0 3 0,4-3-1 16,1-2 0-16,0 1-6 0,0-8 4 0,4 0-5 16,1-7 0-16,-1 0-1 0,2-1 4 0,2-3-5 15,-2 0 2-15,0-1 8 0,2 0 11 0,-2-3 29 0,3 2 34 0,0-4 30 16,-1 4 37-16,1-4-3 0,0 0-20 0,0 0-10 15,5-16-13-15,1 6-12 0,1-5-10 0,-1 0-10 16,3-4-7-16,1-6-9 0,0-4-6 0,7-4-5 16,-6 2-8-16,2 0-4 0,1-2 1 0,0 4-11 15,-1 4-3-15,-4 2-2 0,-1 6 6 0,-3 2-2 16,1 6 0-16,-3 2-2 16,-1 1-7-16,2 2-1 0,0-1-4 0,-4 2-9 15,0-1-10-15,4 1-6 0,-4 3-26 0,0 0-1 16,0 0 7-16,8 12 1 0,-5 0 2 0,4 3 3 15,-3 3 10-15,2 8-5 0,0 4 0 0,1 0-5 16,-1 2 6-16,-2-1 4 0,1 0-2 0,-1 1 6 16,0-4-4-16,0-4 4 0,-1-4 3 0,1-3 2 15,-3 1-3-15,2-7 3 0,-2 0-4 0,1-5 6 0,-1 2-1 16,-1-1 2-16,1-2 5 0,-1 0 4 0,1-1 6 0,-1 0-3 16,0-4 18-16,0 4 4 0,0-4 1 0,0 4-1 15,0-4-7-15,0 0 2 0,0 0-15 0,0 0-35 16,0 0-23-16,0 0-29 0,0 0-42 0,0 0-34 15,-6-12-36-15,3 7-30 0,1-2-39 0,-2 5-51 16,2-8-68 0,-2 0-283-16,0 1-711 0,4 1 314 0</inkml:trace>
  <inkml:trace contextRef="#ctx0" brushRef="#br0" timeOffset="-171180.43">5235 8848 127 0,'-10'1'252'0,"-2"3"-12"16,1-3-10-16,3 2-9 0,-1-2-6 15,1 1-3-15,2 0-8 0,2-1-6 0,-1 0-15 16,5-1-12-16,-8 1-11 0,8-1-20 0,-4 4-7 0,4-4-9 16,0 0-12-16,0 0-4 0,17 0-11 0,2-4-9 15,8 2-9-15,5-1-9 0,2 0-8 0,1-2-3 0,0-1-5 16,-1 4-6-16,1-2-8 0,-7 2-1 0,-5-1-3 15,-4 0-12-15,-5 2 2 0,-1 1 0 0,-3-3-3 16,-2 3-1-16,0 0-2 0,-4 0 2 0,-4 0 2 16,11-2 9-16,-11 2-3 0,6-1 16 0,-6 1-11 15,0 0 2-15,6 0-5 0,-6 0-2 0,0 0-7 16,0 0-12-16,0 0-6 16,0 0-13-16,0 0-3 0,0 0-14 0,0 0-13 15,0 0-21-15,0 0-17 0,0 0-19 0,0 0-25 16,-20 3-27-16,16 0-37 0,4-3-44 0,-8 0-49 15,8 0-208-15,0 0-523 0,0 0 232 0</inkml:trace>
  <inkml:trace contextRef="#ctx0" brushRef="#br0" timeOffset="-170410.25">5764 8739 16 0,'0'-5'330'0,"0"0"2"0,0 5 5 0,0-5-4 16,0 0 9-16,1 0-3 0,-1 5-10 15,0-6-18-15,0 6-27 0,-1-3-28 0,1 3-27 16,0 0-29-16,0 0-21 0,2-3-21 0,-2 3-18 0,0 0-21 16,0 0-19-16,0 0-12 0,2 10-14 0,-2-3-9 0,0 1-9 15,0 3-2-15,1 0-9 0,-4 5-6 0,5 0 2 16,-1 0-6-16,0 1-4 0,3-3-3 0,-3 3 3 15,2-2-6-15,3 0-1 0,-2-4-2 0,-1 0-2 16,-1-2 1-16,2 0-6 0,1-4 3 0,-1 2 1 16,0-3-2-16,-2 0 3 0,6-2-3 0,-3 1 13 15,0-3 4-15,3-3 5 0,2-2 9 0,-1 3 3 0,0-3 6 0,4-2 7 16,-6-2 5-16,2 1 2 0,4-4-3 0,-3-2 1 16,-1-1-5-16,3-1-3 0,-3 0-4 0,-1-1-6 15,-2-3 0-15,1 5 2 0,-1-1 11 0,-4 4-1 16,3 3 4-16,-2 1-2 0,-2 2-9 0,0 1-5 15,2-1-10-15,-3 3 0 0,1-1-15 0,-1 4-20 16,5-4-19-16,-5 4-21 16,0 0-29-16,0 0-14 0,0 0 3 0,0 0 6 15,0 0 7-15,0 17 5 0,-2-12 7 0,1 6 0 16,1 1 9-16,-2 4 3 0,2-4 3 0,0-1 7 16,0 1 1-16,2 3-1 0,1-4 10 0,1-1 2 15,0 0-1-15,1-1 6 0,2-1 8 0,4 1-4 16,-2-3-3-16,8 1 0 0,-1-2-30 0,5-4-52 15,-1-2-78-15,3-2-94 0,4-4-128 0,0-1-407 0,-8-1-864 0,0-1 383 16</inkml:trace>
  <inkml:trace contextRef="#ctx0" brushRef="#br0" timeOffset="-167172.51">6497 8690 34 0,'4'-3'276'0,"-4"-1"-7"0,3 0-9 0,-3 4-13 16,4-5-13-16,-2 2-14 0,-2 0-12 0,0 3-20 16,5-3-23-16,-5 3-14 0,0 0-17 0,0 0-19 15,0 0-17-15,0 0-14 0,0 0-5 0,0 0-7 0,-7 17-10 16,3-4-6-16,-5 2-6 0,-2 2-2 15,-1 7-8-15,-4-2-2 0,1 2-2 0,2 0-6 0,3-5-5 0,-4 1 1 16,4-1-1-16,-2-4-4 0,3 1-3 0,0-3 1 16,3-1-7-16,0-3-1 0,1-1 3 0,1-3 0 15,0 2-1-15,1-5 0 0,2 2 17 0,-2 1 32 16,2-2 47-16,1-3 37 0,0 0 11 0,0 0-15 16,0 0-14-16,-10-13-15 0,10 4-10 0,0-3-10 0,0-5-5 15,3-1-11 1,-2 0-9-16,1-8-8 0,2 3-4 0,2-4-4 15,-3 9-3-15,0-1 2 0,-2 4 8 0,2 3 3 16,0 1 6-16,-3 1-4 0,3 1-5 0,-2 2-10 16,1 1-6-16,-2 3-7 0,1-2-9 0,0 2-4 15,-1 3-18-15,1-2-30 0,-1 2-7 0,0 0 0 16,0 0 3-16,9 10 5 0,-4-3 2 0,3 3 6 16,5 3 8-16,-3 0-9 0,4 2 2 0,0 0-20 0,9 4-14 0,-1-5-24 15,6 1-19-15,0-1-34 0,-2 0-26 0,-1-5-21 16,-5-1-25-16,0-3-18 0,0 0-26 0,-3 0-9 15,2-5-33-15,-1 0-47 0,-5 0-176 0,-3-2-550 16,4-1 243-16</inkml:trace>
  <inkml:trace contextRef="#ctx0" brushRef="#br0" timeOffset="-166883.72">6822 8794 153 0,'1'-7'220'0,"2"2"5"0,-2-1 4 15,0 0 5-15,1-1 2 0,-1 0 4 0,0 0 13 16,-1 2 7-16,1 1 5 0,1 0-1 0,-2 4-12 15,1-7-18-15,-1 3-24 0,0 4-18 0,3-3-19 16,-3 3-22-16,0 0-13 0,0-3-18 0,0 3-14 16,0 0-21-16,0 0-7 0,0 0-7 0,0 0-11 0,0 0-10 0,0 0-7 15,2 13-1-15,-1-6-6 0,-1 0-2 0,0 3-4 16,2-1-7-16,-2 4-2 0,2-1-5 0,-1-1 1 16,1 2-1-16,0-1-3 0,-2-2-3 0,1 3 16 15,-1-4-16-15,2 0 2 0,-2-2-17 0,0-2-13 16,1-2-15-16,0 3-17 0,-2-3 8 0,1-3-2 15,1 6 5-15,-1-6 1 16,0 4 2-16,0-4 6 0,0 0-26 0,0 0-46 16,0 0-40-16,0 0-29 0,-9-15-34 0,3 4-39 15,1-1-45-15,-1-3-262 0,0-5-597 0,2-6 265 0</inkml:trace>
  <inkml:trace contextRef="#ctx0" brushRef="#br0" timeOffset="-166734.02">6769 8494 146 0,'-2'-13'311'16,"-2"2"1"-16,3 0 5 0,-2 3 0 0,2 4-8 15,1 0-28-15,-5 0-11 0,5 0-16 0,-1-1-40 16,-2 1-17-16,3 4-28 0,0 0-20 0,0 0-11 16,0-6-25-16,0 6 2 0,0 0-24 0,0 0-30 0,0 0-23 15,0 0-34-15,13 10-32 0,-12-5-40 0,4 1-40 16,0 2-42-16,-1 2-40 0,0-1-78 0,-1 0-231 16,0-1-542-16,-1-2 240 0</inkml:trace>
  <inkml:trace contextRef="#ctx0" brushRef="#br0" timeOffset="-164465.87">7067 8857 174 0,'0'0'200'0,"0"0"-16"0,-2 3-8 15,2-3-9-15,0 0-10 0,0 0-8 0,0 0-3 16,0 0-7-16,0 0 2 0,0 0 0 0,0 0 8 16,0 0-10-16,0 0 6 0,0 0-3 0,0 0-7 15,0 0-10-15,11-11-9 0,-7 7 2 0,1-1 1 16,1-3 0-16,2-3 1 0,-1 1 12 0,0-4 1 15,2-2 3-15,0-1-5 16,-1-1-18-16,3-7-9 0,-2-1-3 0,0-3-12 16,-1 4-4-16,-2-6-2 0,3 2 1 0,-5 2-7 15,2 1-5-15,-3-3 2 0,1 2-2 0,-3 8 10 16,1 2-4-16,0 5 1 0,-2-1-3 0,0 2 1 16,1 1-2-16,-1 2-7 0,0 2-8 0,1 0-6 15,-1 1-8-15,-1 1-14 0,0 0-21 0,1 4-22 16,0-6-38-16,0 6-29 0,0 0-6 0,0 0 10 0,0 0-1 0,-9 23 9 15,4-4 7-15,-5 7 1 0,-2 3 21 0,3 3-5 16,-1 2 6-16,2-3 24 0,-2 3-15 0,5-3 1 16,1 1 6-16,3-1 0 0,-2-2 1 0,3-4 4 15,0-6-3-15,3 0 17 0,-2-2-15 0,4-2-1 16,2 2 5-16,0-7 5 0,1-1-4 0,1-2 9 16,5-1-5-16,3-2 11 15,3-2-1-15,-1-4-4 0,9-4 5 0,-1 2-6 16,0-5 11-16,-3-4-8 0,-7 6 14 0,2-5 1 15,3-5 4-15,-2 3 4 0,-3 2 2 0,-4-3 14 16,1 1 11-16,-3 2 13 0,-1 4-1 0,-3-3 18 16,-2 5 1-16,0 1 2 0,0-2-1 0,-1 3-6 15,0-1-7-15,-2 1-7 0,2 3-7 0,-4 1-8 0,3-5-8 16,-1 4-18-16,-2 1-19 0,0 0-20 0,0 0-14 0,0 0-1 16,0 0 5-16,1 7-6 0,-1 1 9 0,0 1 2 15,0 2 0-15,0 3 3 0,-1 1 2 0,1 1 11 16,0-1-9-16,0-3 4 0,1 1-3 0,-1-1 3 0,3 0 10 15,-2 0-7-15,2-2-10 0,-3-3-2 0,0-2-15 16,0 2-2-16,1-2 6 0,-1-1-2 0,2-1 2 31,-2-3 6-31,0 5 5 0,0-5 2 0,2 3 7 16,-2-3-17-16,0 0-30 0,0 0-39 0,0 0-18 0,0-13-19 16,0 5-28-16,-4-3-46 0,4-6-34 0,-1 0-32 15,1-10-35-15,-4 1-251 0,0 1-605 16,2-2 267-16</inkml:trace>
  <inkml:trace contextRef="#ctx0" brushRef="#br0" timeOffset="-164327.62">7509 8611 1453 0,'-5'-19'8'0,"0"1"30"0,1 1 28 0,-1 0 29 0,1 5 31 16,-3-3 19-16,2 3 16 0,1 5 24 0,0-2-8 0,1 2 9 0,1 4-8 16,0-2-5-16,0 0-16 0,2 5-18 15,-3-4-17-15,3 4-17 0,0-2-13 0,0 2-14 0,-1-6-19 16,1 6-10-16,0 0-12 0,0 0-19 0,0 0-20 16,14 11-21-16,-6-7-26 0,3 5-30 0,-4-4-31 15,2 4-28-15,1-1-32 0,3 4-32 16,2-2-36-16,-5-2-235 0,3 3-513 0,-4-5 228 0</inkml:trace>
  <inkml:trace contextRef="#ctx0" brushRef="#br0" timeOffset="-163877.06">8009 8678 251 0,'0'-5'328'0,"0"-3"-9"0,-3 4-14 16,3 0-7-16,3-2-22 0,-6 2-20 0,3 4-23 15,-1-5-27-15,1 5-25 0,-1-6-20 0,-2 5-25 16,3 1-17-16,-10-3-17 0,10 3-10 0,-14 7-6 0,6 1-14 0,-6-2-8 16,1 6-9-16,-1 1-2 0,-1 1-5 0,0 1-7 15,3 0-7-15,-6 4 6 0,7-4-13 0,0 1 13 16,1-2-20-16,3 2-12 0,2-3-5 0,1-3-8 0,-1 0 2 15,4-1 0-15,-2-1 0 0,2-3 3 0,2-2 3 16,-1 2 3-16,5-1 9 0,0-4 10 0,3 2 11 16,5-4-3-1,-2 2 3-15,3-5-2 0,1-1 5 0,1 1-2 16,0-3 8-16,-3 3-2 0,-1 0 0 0,-1-2-4 16,-1 0 3-16,3 1-12 0,-4 2 0 0,0 1-3 15,0-2-1-15,-4 1-1 0,3 4-8 0,-3-2-6 16,0-1 3-16,-1 0-4 0,2 1-4 0,-2 0-1 15,-4 2-2-15,5-1-2 0,-5 1-9 0,9-1-18 16,-9 1-21-16,0 0-19 0,10 4-24 0,-6-3-30 0,-1 3-37 0,1-1-50 16,-2-1-53-16,2 2-72 0,-1-3-203 0,-3-1-579 15,5 4 255-15</inkml:trace>
  <inkml:trace contextRef="#ctx0" brushRef="#br0" timeOffset="-163564.15">8179 8641 168 0,'4'-6'347'0,"-1"2"-21"0,1 1-29 16,0-1-28-16,-4 4-32 0,4-2-24 15,-3 0-21-15,-1 2-24 0,8-2-16 0,-8 2-9 0,10 6-24 16,-2 1-10-16,2-1-12 0,-2 4-9 0,2 4-13 16,-1 0-1-1,0 1-3-15,1 2-7 0,-2 0-7 0,0-1 4 16,-2 2-13-16,-1-3-9 0,0 2 1 0,-1-1 8 0,-2-4-16 15,0 1-2-15,-1-4-4 0,-1 0-3 0,0-1-1 16,0-3 2-16,0 2 2 0,1-4 22 0,1 0 25 16,-2-3 38-16,-2 5 28 0,2-5 6 15,0 0-15-15,0 0-7 0,0 0-11 0,-5-11-1 0,4 5 3 16,0-3-8-16,1-1-12 0,0-2-17 0,-2-5-15 0,5 1-14 16,-2-3-25-16,2-1-27 0,-2 1-35 0,3 0-25 15,2 0-53-15,1 1-40 0,-4 1-51 0,0 7-54 0,2-1-70 16,0 0-338-16,0 3-725 0,4 0 320 15</inkml:trace>
  <inkml:trace contextRef="#ctx0" brushRef="#br0" timeOffset="-162947.18">8447 8622 25 0,'0'0'402'0,"0"0"-20"0,0 0-13 0,0 0-21 0,0 0-26 15,0 0-25-15,0 0-35 0,0 0-34 16,0 0-24-16,0 0-16 0,0 0-34 0,0 0-19 0,0 0-23 0,0 0-3 16,0 0-24-16,9 6-20 0,-1-4-17 0,-3 0-19 15,4 2-15-15,1 1-8 0,3-1-4 0,-5-2-4 16,2-2 6-16,0 0-13 0,-2 0-1 0,-1 2 4 16,1-4 10-16,0 2-10 0,-2-3 6 0,1-4-8 15,0 5 5-15,1-3 6 0,-4-1 5 0,2 2 17 16,-3-2 13-16,1 1 12 0,0-1 3 0,0 2 5 0,0 1 4 0,-3-1 7 31,2 1-1-31,-3 3 6 0,4-5-5 0,-3 2-16 16,-1 3-10-16,0 0-13 0,4-4-12 0,-4 4-2 0,0 0-21 0,0 0-6 0,5 12 14 0,-1-5-17 31,-3 3-3-31,0 6 3 0,2 3 0 0,-2 5 1 16,-1 6 3-16,3-1-1 0,-7 3 8 0,1 1-1 0,1 2-3 0,-3-2 12 15,-3 2-8-15,3-4 6 0,-3-1-5 0,-3 2 2 16,3-5 1-16,2-1-1 0,1-8-4 0,-3-3 2 15,2-1 8-15,2-2 9 0,-1-5-6 0,0 3 14 16,1-8 21-16,0 3 17 0,-2 2 11 0,0-4 1 16,0-3 0-16,-4-3-4 0,-2-2 20 0,3 0 15 15,2 1 23-15,-2-4 13 0,1-1 4 0,3-2-6 16,-3-3-7-16,7-2-20 0,0-10-16 0,3-1-24 0,6-6-24 0,8-1-18 16,6-8-9-16,3 0-7 0,8 1 1 0,-4 3-3 15,7 6 2-15,-8 10-4 0,4 0-3 0,3 3-2 16,-5 0-1-16,0 4 0 0,0 1-3 0,1-1 0 15,-4 6 2-15,-8 4 0 0,-5 0 0 0,0 1-4 16,-2 1 2-16,-5 0 0 0,0 2 4 0,-2 0 1 16,0-2 4-16,0 2 5 15,-2-2 5-15,-3 3 5 0,7-1 1 0,-7 1-2 16,3-2-9-16,-3 2-12 0,0 0-25 16,0 0-26-16,0 0-39 0,0 0-37 0,0 0-59 0,0 0-71 15,0 0-62-15,0 0-83 0,0 0-406 0,-23 1-873 16,19-2 386-16</inkml:trace>
  <inkml:trace contextRef="#ctx0" brushRef="#br0" timeOffset="-162025.85">9647 8415 223 0,'-1'-8'328'0,"1"-3"-8"16,0 2-8-16,0 1-9 0,1 4-6 0,-2-1-32 16,2 0-22-16,-1 1-22 0,0 4-11 0,0-5-37 15,0 5-24-15,0-5-21 0,0 5-14 0,0 0-13 16,0 0-13-16,0 0-10 0,1 22-10 0,1-7-7 15,0 5-5-15,-2 5 4 0,0 3-18 0,0 3 1 16,-2 2-5-16,-1-1-8 0,0 0 3 0,1 1-1 0,-1-3-10 0,1 0 3 16,-2-5-3-16,3-7-1 0,1-2-2 0,0-4-3 15,-1-1 1-15,-1-5 3 0,2 2-2 16,0-4 5-16,0 0 26 0,0 0 50 0,-1 0 40 16,1-4-27-16,0 0-10 0,0 0-8 0,-5-16-12 0,4 6-10 15,-1-2-1-15,1-5-6 0,0-1-5 0,-1-7-4 16,4-2-5-1,-2 2-6-15,-2-8-5 0,5 4-4 0,-2-1 1 16,1-1-5-16,-1 5-4 0,0-4 4 0,0 12 5 0,1 1 9 16,-1 4 11-16,-1 3-8 0,1 0 9 15,-1 6-13-15,0-3-6 0,0 2-11 0,0 2-7 16,2-1-21-16,-2 4-21 0,1-5-16 0,-1 5-12 16,0-5-10-16,0 5-2 0,0 0 7 0,0 0 6 0,0 0 15 15,0 0-13-15,0 0 18 0,0 0-7 0,1 12 2 0,0-9 5 16,-1-3 0-16,3 6-3 0,1-3 11 0,-2 1-2 15,2-1 11-15,1-1 2 0,0 2 6 0,7-1-2 16,4 0 5-16,6-2 0 0,10-1 0 0,0-1-3 16,4 1 2-16,1-3 3 0,4 0 0 0,-3 0-3 15,-5 1 2-15,-2-1 5 0,1 2-7 0,-12-1-2 0,-5 2 1 0,-2-3-1 16,-2 3 8-16,-4 0-8 0,2-1 4 0,-4 1 6 16,3-1-4-16,-8 1 5 0,9 0-1 0,-9 0-10 15,4-2-11-15,-4 2-18 0,6 4-7 0,-6-4 6 16,0 0-32-1,-10 10-25-15,1-5-40 0,-1 1-35 0,-7 4-36 0,2-1-44 16,-3 3-42-16,3 0-68 0,-1 1-246 0,4-2-652 16,-2 0 289-16</inkml:trace>
  <inkml:trace contextRef="#ctx0" brushRef="#br0" timeOffset="-161661.4">9735 8791 118 0,'-9'6'225'0,"3"-4"-11"16,2 1-14-16,-1 1-17 0,1-2-10 0,-1 1-10 16,0 0-4-16,1-2-1 0,4-1-1 0,-4 1-4 15,4-1-7-15,0 0-8 0,-4 3-4 0,4-3-11 16,0 0-4-16,0 0 1 15,0 0-5-15,13 5-5 0,0-8-5 0,6 2 0 16,-1-1-19-16,10-1-9 0,2-1-5 0,2-1-1 16,1 3 5-16,1-3-1 0,2 3-10 0,-3 2 6 15,-7-6-11-15,-7 6-2 0,3 0-10 0,-11-2-3 16,3 0-7-16,-4 2 5 0,-3 0-11 0,-1 0-4 16,-6 0 10-16,12-1-3 0,-6 1-9 0,-6 0 0 15,0 0-9-15,7 1-10 0,-7-1-11 0,0 0-20 0,0 0-25 16,0 0-29-16,0 0-29 0,-23 2-36 0,12 0-30 0,-2-3-49 15,1 1-53-15,-2-1-249 0,2-1-565 0,1 1 250 16</inkml:trace>
  <inkml:trace contextRef="#ctx0" brushRef="#br0" timeOffset="-161306.9">9676 8618 122 0,'-10'2'280'0,"10"-2"-23"16,-6 0-21-16,6 0-14 0,0 0-13 0,-6 2-15 0,6-2-11 16,0 0-10-16,0 0-8 0,0 0-13 15,0 0-9-15,-4 1-15 0,4-1-8 0,0 0-11 16,0 0 1-16,16 1-4 0,-3-2-10 0,5 0-10 15,5-1-10-15,9 0-5 0,0 2-10 0,5-7-5 0,0 4-3 16,-1-2-9-16,-2 3-2 0,1 0-6 0,-6 0-1 0,-11-1-8 16,1 2 3-16,-1-1-8 0,-6 2 2 0,-4-1 1 15,0 1-5-15,-1-1-3 0,-1-2 5 0,-6 3 3 16,10 0-2-16,-10 0-3 0,7 0-2 0,-7 0-16 16,0 0-10-16,0 0-13 0,3-2-14 0,-3 2-17 15,0 0-22-15,0 0-17 0,-14 5-27 0,7-4-27 16,3 1-28-16,4-2-42 15,-8 2-270-15,6 0-526 0,2-2 234 0</inkml:trace>
  <inkml:trace contextRef="#ctx0" brushRef="#br0" timeOffset="-159538.84">10502 8501 95 0,'3'-4'388'0,"-2"4"-9"0,1-5-11 16,1 3-13-16,-2-3-15 0,-1 5-21 0,0 0-25 16,3-4-26-16,-3 4-28 0,0 0-27 0,0 0-22 15,0 0-29-15,5-3-18 0,-5 3-16 0,0 0-19 16,0 0-9-16,1 12-15 16,0-5-8-16,-1-2-5 0,-1 8 2 0,1 1-19 15,-4 4-9-15,1 9 1 0,0-4 4 0,-1 2-16 16,-1 2 3-16,0 0-9 0,2-8-1 0,-1 7-14 15,-1-8 9-15,4-1-2 0,0-3 3 0,0 1-5 16,-1-3-2-16,1-3 3 0,0 0-7 0,1-4 5 16,0 3-6-16,0-4 4 0,-2-1 7 0,4 2 11 15,-2-2 13-15,0-3 29 0,0 0 14 0,0 0 3 0,0 0-6 0,0 0-14 16,0 0-8-16,11-12-3 0,-8 2-6 0,1 3-5 16,1-8 0-16,0-2-13 0,0 0-3 0,4-6-9 15,-3 0-9-15,-3-3-6 0,3 1 0 0,-4 6-5 16,-2 2-2-16,0 0 0 0,-2 1-1 0,2 6 0 15,-4-2-2-15,0 3-11 0,-1-2-5 0,-3 4-4 16,-1 2-3-16,-3 0 1 0,-2 2-3 0,-1 2 4 0,-6 1 1 16,2 4-4-16,1-1 2 0,-1 4 3 0,2 0-17 0,2 0-12 15,0 1-12-15,3 0-9 0,1 3-15 0,2-3-14 32,1 1-3-32,3 1 3 0,1 0 12 0,2-2 4 0,2 1 12 0,3-2 4 0,5 2 4 0,2-4 5 15,3 2 8-15,7-2-1 0,7-1-3 0,5-4-4 16,-1-1-4-1,2-4 9-15,2 2 2 0,-1-6 6 0,-1-2 0 16,2 2 10-16,-4-4 2 0,-3-3 5 16,-1 2 6-16,-3-1 15 0,-3 0 19 0,-4 4 31 0,-2-4 20 15,-3 3 18-15,-3 5 26 0,1-3 21 0,-1 2 15 16,-4 1 12-16,-1 3 7 0,0 1 0 0,1-1-5 16,-4-1-12-16,3 2-16 0,0 1-16 0,-4 2-15 15,4-3-14-15,-4 3-13 0,0 0-14 0,4-2-24 0,-4 2-28 0,0 0-3 0,2 7-4 16,-2-2-5-16,0 5 11 0,0 1-5 15,0 7 1-15,0 1-1 0,0 0-1 0,-2 7 0 16,-1-1 0-16,2 2 0 0,-2-8-4 0,3-1-5 0,-1-1-4 16,2-3-7-16,-1-3-2 0,0-3 0 0,3-1 2 15,-3-1 3-15,0-1 3 0,0-1 15 0,1 1 23 16,-1-5 15 0,0 0-5-16,0 0 3 0,0 0-5 0,17-10-5 0,-11 5-1 15,3-4-1-15,0 1-6 0,5-6-2 16,-4-1 0-16,7-5-5 0,-6 4 3 0,0 1-5 0,0-1-2 15,-1 2-1-15,-1 1 0 0,0 3-1 16,-6 4-4-16,1 0 2 0,-1 2-6 0,0 1-7 0,2-2-15 16,-5 2-29-16,1 0-28 0,-1 3-37 0,0 0-16 15,0 0 10-15,0 0 15 0,0 0-4 0,13 7-9 0,-8 1-7 16,3 0 0-16,2 0 3 0,4 1-12 0,4 3-17 0,6-2-19 16,2-1-14-16,3 3-5 0,-1-7-9 0,4 0-4 15,-1-1 7-15,1-3 15 0,-1-1 16 16,-4-1 18-16,-6-4 16 0,-3 1 32 0,0-1 31 15,-3-4 40-15,-6 2 40 0,0-1 29 0,-1-2 22 0,-2 1 17 16,-2-2 11-16,-3 0 30 0,-1-1-5 0,0 2 10 0,-1 0 1 16,-3 1-16-16,-1-1-11 0,0 3-10 0,1 1-4 15,-4 2-13-15,-1-1-9 0,-2 1-13 0,1 3-5 16,-8 2 4-16,1 4-13 0,-2 1-2 0,0 1 0 16,1 2-8-16,-5 7 0 0,5-4-9 0,-4 5 19 0,2 0-20 15,7-2-5-15,-6 6 5 0,8-7-3 0,-1 2-15 16,4-2-7-1,2-3-11-15,2 0 2 0,0-2 0 0,3-3 6 16,0-1 2-16,1 1 10 0,1-3 20 0,2 0 20 16,2-3-12-16,-5 0 2 0,18-6-3 0,-4 0-3 15,2 0-2-15,2-5 0 0,0 2 0 0,4-4 3 16,-3 0-5-16,0 3 0 0,3-6-7 0,-3 4 3 0,-1 0-4 16,-3 0 3-16,2 2-15 0,-7 3 10 15,2 1 1-15,-4 2-5 0,1-3-9 0,-3 5 1 0,0-1 2 0,-2 0-11 16,2 3-5-16,-6 0-8 0,9 1 7 0,-8 3 4 15,6 1-4-15,-5 0 3 0,7 3 6 0,-1 1-3 16,-2 0-5-16,5 1-5 0,0 2-8 0,-2-4-7 16,9 1-5-16,-9 1-11 0,3-4-7 0,-1 2 13 15,-1-4-15-15,0-1 7 0,0 2 3 0,1-4 6 0,-3-2 5 16,0-1 5 0,0-4 1-16,1 2 5 0,0-5 12 0,-1 2 18 15,-1-6 11-15,5 1 18 0,-6-2 14 0,3 4 9 16,-4-9 11-16,3-1 12 0,2-4 5 0,-5-1-1 15,2-1-1-15,-1 3 10 0,3-5 1 0,2 4 4 16,-4-2 2-16,-2 6 9 0,1 5 9 0,1-1 5 16,-3 4-2-16,1 2-3 0,-3 1-13 0,1 4-18 15,-1 0-4-15,0-1-15 0,-1 4-29 0,-1 2-27 0,1-6-43 0,-1 6-15 16,0 0 1-16,0 0-6 0,0 0 10 0,-2 22 12 16,-2-6-4-16,0 8 8 0,0 3 10 0,-2-1-2 15,-4 3 0-15,3 3 10 0,-1-2-6 0,2 0 3 16,-1-3 7-16,4-2 0 0,-1-6-12 0,4 0-2 15,-4-2 9-15,4-5-6 0,-2-3-5 0,-1-1-3 16,3-2 16-16,0 0 2 16,0-1-2-16,-1-3 17 0,1-2 28 0,-3 5 8 15,3-5-2-15,0 0-6 0,0 0-12 0,-14-10 2 16,9 1 3-16,-4 2-11 0,-1-6 2 0,-3-1 3 16,-1 2-5-16,0-1-5 0,2 0 2 0,1 5-2 15,1 0-4-15,1 1-3 0,1 0 0 0,2 3 4 16,-1 0-3-16,2 2-1 0,1-2-6 0,2 1-11 15,-1 1-1-15,3 2-1 0,-3-5-3 0,3 5 0 0,5-5 15 0,0 4-8 16,2-1 2-16,6-1 2 0,9 3-2 0,0-1-1 16,8-2 12-16,2 0-7 0,4 2 2 0,-1-4-6 15,-3 0 7-15,0 3-11 0,-2-3 8 0,-3-3 6 16,-7 4-1-16,2-2 3 0,-5 2 25 0,-3 0 9 16,-4 0 13-16,2 0 10 0,-2 1 9 0,-4 1 2 15,-1 2-1-15,0-4-6 0,1 4-12 0,0-3-8 0,-6 3-5 0,0 0-10 16,7 2-2-16,-7-2-19 0,6 2-13 0,-5 1-1 15,-1-3-1-15,0 9 2 0,1-1-7 0,-1 4 4 16,-1 0 0-16,0 0 3 0,1 5 1 0,-3-1-1 16,2 1 0-16,-1 1 3 0,1-1 0 0,0 0-1 15,1-3 6-15,0-2 0 0,-1 0 2 0,2-3-5 16,-1 2-18-16,0-2-15 16,0-4 1-16,0-1-3 0,-1-1 4 0,1 2 1 15,0-5 14-15,0 0 3 0,0 5 0 0,0-5-34 16,0 0-25-16,0 0-29 0,1-13-30 0,-1 6-25 15,-3-4-40-15,2-2-38 0,-3-3-41 0,2-4-42 16,1 2-326-16,-2-8-698 0,0 0 310 0</inkml:trace>
  <inkml:trace contextRef="#ctx0" brushRef="#br0" timeOffset="-159416.12">11986 8405 490 0,'-4'-15'175'0,"2"3"27"0,0 3 22 0,-2-2 12 16,3 7 8-16,0-3-2 0,-2 2-1 0,3 0-6 16,0 0-13-16,0 5-19 0,-1-4-23 0,1 0-15 15,0 4-22-15,0-6-17 0,0 6-12 0,1-4-20 16,-1 4-21-16,0 0-33 0,10 1-36 0,-10-1-31 15,10 3-47-15,-3 1-50 0,-1-1-55 0,4 2-60 16,-3-3-263-16,-2 5-543 16,3-5 239-16</inkml:trace>
  <inkml:trace contextRef="#ctx0" brushRef="#br0" timeOffset="-159037.52">12278 8447 106 0,'0'0'293'0,"0"0"-28"16,0 0-26-16,-5-11-21 0,5 11-28 0,0 0-24 15,0 0-15-15,0 0-14 0,-10 11-18 0,7-7-11 16,-1 4-11-16,1-3-7 0,-4 5-11 0,1-2-7 16,1 5-9-16,-2 0-8 0,2 0-1 0,1-3-8 15,1 4-4-15,0-2-4 16,1 3-1-16,2-1-1 0,0 1-1 0,1-6-8 15,1 1 5-15,3 2 2 0,-1-2 6 16,3-3 10-16,-1 1 5 0,2-4 1 0,2 0 6 0,0-4-2 16,2 0 3-16,0-1 2 0,-1-2 2 0,0-1-7 15,2-4-1-15,-4 4-7 0,1-6-1 0,-2 2-10 16,-2-4 2-16,3-2-8 0,-1-2-7 0,-3 2-3 0,-4-2-6 16,4-2-9-16,-5 1-7 0,-1-1-11 0,-4 1-9 15,0 2-7-15,-8 4-6 0,0-1-2 0,-2 1-4 16,-2 5-9-16,-1 1 8 0,-2 0-10 0,1 4-12 15,-2 0-13-15,1 0-21 0,1 4-25 0,1 1-22 0,1-1-18 16,3-1-32-16,1 4-60 0,3-2-154 0,5 0-435 16,1 2 192-16</inkml:trace>
  <inkml:trace contextRef="#ctx0" brushRef="#br0" timeOffset="-158598.83">12458 8432 219 0,'0'0'341'0,"8"-3"-21"15,-8 3-24-15,0 0-28 0,1-4-23 0,-1 4-24 16,0 0-28-16,0 0-19 0,0 0-19 0,0 0-19 16,0 0-10-16,5 10-15 0,-6-3-9 0,1 2-8 15,-1 0-11-15,-2 3-8 0,1 1-4 0,-1 1-7 16,-2 3-5-16,1 2-4 0,0-2-3 0,1 0-10 15,0-5 1-15,0 0-4 0,1-2-8 0,1-2 0 0,-1-1-6 0,1-2 15 16,0 0-9-16,-2-1 10 16,6-1 46-16,-3-3 15 0,0 0-14 0,0 0-3 15,0 0-4-15,15-12-6 0,-6 4 1 16,1-1-10-16,2-4-16 0,2 2 0 0,1-2-1 0,0 2-1 16,1-1-3-16,-1 2 7 0,-6 2-7 0,3-4 4 15,-6 7 0-15,4 0-10 0,-6 1-5 0,3 1-8 16,-5 1-5-16,-2 2-9 0,10 0-4 0,-10 0-4 15,8 7 3-15,-3 0-3 0,-1-2-1 0,1 7 3 16,-1-2-1-16,1 2 3 0,-1 0-2 0,1 3 1 0,-1 1 0 0,-2 0 3 16,2-5-19-16,0 0-19 0,0 0-27 0,-1-2-19 15,0-2-27-15,0-1-28 0,-2-1-24 0,-1-1-10 16,1-1-17-16,-1-3-60 0,0 0-72 0,0 0-296 16,0 0-658-16,7-10 292 0</inkml:trace>
  <inkml:trace contextRef="#ctx0" brushRef="#br0" timeOffset="-158392.99">12935 8357 311 0,'0'0'421'0,"1"-6"1"0,-1 6-3 15,0-4-1-15,0 4-11 0,0 0-25 0,0-3-28 16,0 3-36-16,0 0-31 0,0 0-33 0,0 0-30 15,0 0-48-15,0 0-58 0,0 0-71 0,4-3-72 16,-4 3-73-16,0 0-55 16,0 0-58-16,11 8-51 0,-7-3-67 15,-1 2-251-15,-2 2-629 0,1 2 278 0</inkml:trace>
  <inkml:trace contextRef="#ctx0" brushRef="#br0" timeOffset="-158251.75">12923 8615 121 0,'-5'12'185'0,"-1"-4"-4"16,2 2 0-16,2-6 2 0,-1 1 3 0,2 2 4 15,-1-4 13-15,0-1 6 0,1 3 8 0,1-5-1 16,-3 5-5-16,3-5-21 0,0 0-16 0,0 0-15 16,10-1-39-16,-10 1-66 0,17-7-75 0,-7 3-80 15,3-2-83-15,-2-1-262 0,2-2-483 0,2-1 213 0</inkml:trace>
  <inkml:trace contextRef="#ctx0" brushRef="#br0" timeOffset="-157966.22">13293 8497 176 0,'0'0'294'0,"-7"0"-9"0,7 0-7 0,0 0-4 0,0 0-5 16,0 0-7-16,0 0-9 0,0 0-2 0,0 0-9 0,0 0-16 15,0 0-18-15,0 0-17 0,0 0-19 0,0 0-20 16,18-3-14-16,-6 1-15 0,4 1-9 0,2-4-14 0,-1 4-14 15,2-2-5-15,0 3-9 0,-5 0-9 0,0-2-3 16,-1 0-2-16,-4 1-12 0,0-1 5 0,-4 1-15 16,4 1 3-16,-9 0-1 0,9-2-9 15,-5 2-8-15,-4 0 5 0,7-2-3 0,-7 2-15 0,0 0-25 0,0 0-36 32,6-2-68-32,-6 2-79 0,0 0-105 0,-21-3-371 15,11 3-730-15,10 0 323 0</inkml:trace>
  <inkml:trace contextRef="#ctx0" brushRef="#br0" timeOffset="-154528.58">15401 8928 95 0,'3'-5'228'0,"-3"0"-16"0,-3 1-16 0,3 4-14 0,-1-8-19 15,-4 3-16-15,-2 3-13 0,-2-1-12 0,-2 0-11 16,-2 1-9-16,-5 1-8 0,0 2-5 16,-3 0-12-16,-6 3-6 0,-1 1-5 0,-4 3-7 0,1 1-2 15,0 0-9 1,3 3-4-16,0 1-3 0,0 1-6 0,5 2-4 16,0-1-5-16,3 2-1 0,4-5 0 0,1 3-7 15,6 0 2-15,-1-3-3 0,5 1 0 0,1-1-2 0,1-1 0 16,3 1-1-16,4-3 8 0,1 1-5 15,8-1 6-15,-1-3 5 0,7-2 3 0,-1 2-3 16,3-9-2-16,11-1-1 0,-2-2 0 0,0-5 6 16,2 0 0-16,3 0 6 0,-6-6 9 0,-1 0 9 0,-1-4 9 0,-1 1 7 15,-1-5-2-15,-5 3 9 0,1-5-4 0,-2-2-13 16,-2 1-14-16,5-16-4 0,-11 11-4 0,3-13 3 16,-6 12 12-16,0-12-4 0,-3 14 13 0,-3-2 11 0,-3 1 21 15,1 7 6-15,0 3 14 0,0 3 7 16,-4 1 1-16,3 9-5 0,1-1-4 0,0 1-12 15,-1 5-11-15,-1 0-12 16,2-2-9-16,-1 2-12 0,1 3-28 0,0 2-39 16,-1-4-39-16,1 4-30 0,0 0 4 0,0 0 7 15,-2 18 5-15,2-1 7 0,-1 7 8 0,2 4 5 16,-1 3-3-16,-1 1 9 0,0 3 5 0,0-1 2 16,2 1 3-16,0-1 6 0,0 1 3 0,1-3 0 15,0-2 5-15,0-2-3 0,-2-3 0 0,2 0-1 16,-2-4 5-16,3-3 5 0,-2-1-4 0,-1-1 4 0,0-3 3 0,0-1 0 15,-1-1 0-15,-2 0-3 0,3-1 5 0,-1-1-1 16,1-4 0-16,-3 3-1 0,3-1 2 0,-1-2 0 16,1 0 2-16,-1-1 3 0,-2 1 0 0,2-1-2 15,1 0 1-15,-3 3 3 0,2-6-5 0,0 3 2 16,1-4 1-16,-2 5-2 0,1-1 4 0,1-4-3 16,-1 3 5-16,1-3 11 0,-4 2-15 0,4-2-1 0,0 4 11 0,0-4 17 31,0 0 10-31,0 0 5 0,0 0 5 0,0 0-3 15,0 0-2-15,0 0-9 0,0 0-36 0,29-13-69 16,-4 3-70-16,4-3-85 0,18-8-120 0,2-1-302 16,-15 6-697-16,1 0 308 0</inkml:trace>
  <inkml:trace contextRef="#ctx0" brushRef="#br0" timeOffset="-153908.85">15764 8832 17 0,'0'-4'357'16,"1"1"-19"-16,2-2-23 0,-3 5-24 0,1-5-24 15,-1 5-23-15,3-1-26 0,-3 1-27 0,2-3-24 16,-2 3-16-16,0 0-18 0,0 0-13 0,0 0-18 16,13 5 4-16,-9-1-25 0,-1 4-6 0,0 2-8 15,2 1-7-15,-1 0-8 0,0 5-6 0,-3 1-4 16,-1 0-1-16,0 1-5 0,-1 1-3 0,-3-2-5 0,3 0-2 0,-7-3-6 15,3 1 2-15,0-1-2 0,1-4-4 0,-1 0 1 16,-1 2-3-16,2-5 1 0,0-2 1 0,4 2-1 16,-5-4 12-16,4 1 30 0,-1-1 13 0,2-3 35 15,-1 4 28-15,1-4 37 0,-2 4 22 0,2-4 10 16,0 0-16-16,0 0-18 0,0 0-17 0,7-17-16 16,1 6-15-16,-2 2-12 0,5-8-13 0,6-3-10 0,-1-4-8 0,0 0-9 15,0 2-1-15,-2-1-17 0,0 1 1 0,-3 6-2 16,2-1-10-16,-3 3-5 0,-2 2-4 0,0 2-3 15,-2 3-1-15,-3-1 1 0,0 3-11 0,1 1-6 32,-1 1-18-32,0-1-28 0,-3 4-26 0,1-3-34 0,-1 3 3 0,0 0 8 15,-1 13 7-15,-3-3 6 0,1 1 17 16,-5 7-3-16,2 0 8 0,1 0 5 0,-5 6 5 16,6-5 5-16,0 0 0 0,1 1 6 0,3 1 4 0,0-3 2 15,3-1 3-15,3 2 3 0,7-4 8 0,-1-1-5 16,5-3-28-16,10 0-47 0,9-2-76 15,-3-1-76-15,3-8-86 0,0-3-119 0,0-2-228 0,-3-2-729 16,-1-2 323-16</inkml:trace>
  <inkml:trace contextRef="#ctx0" brushRef="#br0" timeOffset="-153173.4">14816 9418 117 0,'-6'1'259'0,"0"-1"-23"15,6 0-14-15,-8 0-9 0,8 0-15 0,-7 0-21 16,7 0-12-16,0 0-19 0,-6 1-13 0,6-1-9 0,0 0-11 16,0 0-15-16,0 0-5 0,-5 3-14 0,5-3-7 0,0 0-7 15,0 0-5-15,0 0-6 0,0 0-6 0,0 0-7 16,0 0 4-16,0 0-11 0,0 0-2 15,0 0-5-15,-7 1-4 0,7-1-3 0,0 0 2 16,0 0-4-16,0 0-1 0,0 0-2 0,0 0-3 0,0 0 4 16,0 0 4-16,0 0 1 0,0 0 0 0,0 0 6 0,0 0-9 15,0 0-4-15,0 0 2 0,0 0-2 0,0 0 0 16,0 0-1-16,0 0-4 0,0 0 1 0,0 0 2 16,0 0 9-16,16 2 7 0,-4-2 4 0,9 0 1 0,8-2-5 15,7 1 1-15,19-3 2 0,8-1-2 16,31-3 10-16,3-4 2 0,7 5 6 0,7-2 5 15,3 1 4-15,5-1 2 16,-2 2 2-16,-3 1-7 0,-13-3 4 0,-8 3-12 16,-25 2 2-16,-3 0-2 0,-4 3-7 0,-3-1-1 15,-20 2-6-15,-2-1-8 0,-6-1 14 0,-7 2-11 16,-3 0-10-16,-9 0 2 0,3 0 13 0,-5 0-13 16,-4-2-2-16,2 2-4 0,-2-1-5 0,-5 1 10 15,8-1-3-15,-8 1-8 0,0 0-9 0,0 0-15 16,0 0-20-16,0 0-41 0,0 0-38 0,-25 6-56 0,7-5-51 0,8 2-96 15,-9-2-249-15,1 0-615 0,3 3 273 0</inkml:trace>
  <inkml:trace contextRef="#ctx0" brushRef="#br0" timeOffset="-152502.9">15630 9736 123 0,'-4'-8'292'15,"4"2"-18"-15,0-2-14 0,0 1-14 0,0 1-11 16,-1 2-21-16,-2 0-18 0,3 4-11 0,0-8-31 0,0 8-19 0,0-4-9 15,0 4-22-15,0 0-14 0,0 0-7 0,0 0-10 16,0 18-8-16,3-7-9 0,-3 5-3 0,1 3-3 16,-1 2-7-16,0 4 3 0,3 4-3 0,-3 1-16 15,1-2-3-15,0 4 3 0,2-1-5 0,-2 1 0 16,-1-1-2-16,5-4-5 0,-3-2 1 0,0-7-2 16,1 1-1-16,-1-2-2 15,-2-5 2-15,1 1-3 0,-2-4 0 0,1-2 1 16,-2 1 0-16,2-3 8 0,0 2-5 0,0-4-2 15,2-1-1-15,-2-2-1 0,0 0-14 0,-5 5-24 16,5-5-9-16,0 0-21 0,0 0-18 0,-9-13-15 16,5 4-23-16,2 1-27 0,-2-3-19 0,1-4-23 0,-2-6-24 15,3-4-190-15,-5 1-430 0,3-5 191 16</inkml:trace>
  <inkml:trace contextRef="#ctx0" brushRef="#br0" timeOffset="-152185.97">15567 9743 22 0,'-4'-17'277'0,"1"0"-7"0,-2 1-11 16,2 4-3-16,-1 1 3 0,2 1-3 0,0 4 2 15,1 0-3-15,0-1-33 0,-1 3-24 16,1 0-22-16,1 0-18 0,0 4-17 0,0-7-17 0,0 6-15 16,0 1-2-16,5-2-23 15,3 2-8-15,7 2-10 0,2-1-9 16,11 2-2-16,3 5-2 0,-1 0-9 0,4 2-11 16,1-1 1-16,-5 6 0 0,3-2-8 0,-6 3-5 0,-3-1-1 15,-1 1-14-15,-4 3-7 0,-3-4-7 0,-5-2-2 16,-5-3 0-16,1 6-8 0,-7-6 8 15,-1 2 6-15,-6-2 7 0,-2 5-4 0,-5-4 6 16,-4 1 3-16,-5-1 13 0,-5-1-10 0,0-2 5 0,0 2 4 0,-4-5 0 16,4 0 8-16,-1 0 9 0,8-1 0 0,2-1-4 15,1-1-1-15,5-2 3 0,2 3-12 0,2-3 2 16,2 1-6-16,2 2-13 0,0-1-8 0,5-2-20 0,-5 1-1 16,5-1-9-16,0 0-17 0,0 0-21 15,19 0-41-15,-6 0-56 0,5 0-75 0,2-2-106 16,0-3-187-16,-3 0-579 0,1 0 256 0</inkml:trace>
  <inkml:trace contextRef="#ctx0" brushRef="#br0" timeOffset="-150551.93">17360 9165 115 0,'-8'-1'190'16,"8"1"-1"-1,0 0-6-15,0 0-1 0,-2-4-3 0,2 4-4 0,0 0-9 16,0 0-3-16,0 0-2 0,0 0-10 0,0 0-4 16,0 0-3-16,0 0-9 0,0 0-5 0,0 0-10 15,0 0-6-15,0 0-8 0,0 0-4 0,0 0-12 16,0 0-8-16,0 0-9 0,0 0 1 0,0 0-7 16,0 0-14-16,0 0-3 0,0 0-5 0,0 0-3 0,14-6-5 15,-4 5-11-15,5-3-18 0,4 0-12 0,0 1-25 16,2-1-31-16,-1 3-30 0,1-1-26 0,-2 0-31 0,-2 0-42 15,2-1-36-15,-6 3-216 0,-3-4-476 0,2 5 212 16</inkml:trace>
  <inkml:trace contextRef="#ctx0" brushRef="#br0" timeOffset="-150348.49">17386 9288 38 0,'-4'2'242'0,"-1"2"-16"0,1-3-14 15,4-1-12-15,-5 4-11 0,5-4-8 0,0 0-11 16,-5 1-10-16,5-1-5 0,0 0-8 0,0 0-9 16,26-3-17-16,-9 0-11 15,5-1-9-15,9-1-9 0,-1 3-14 16,2 0-43-16,0 2-50 0,0-5-51 0,0 3-61 16,1-4-69-16,-5-1-170 0,2 6-395 0,-10-2 175 15</inkml:trace>
  <inkml:trace contextRef="#ctx0" brushRef="#br0" timeOffset="-149548.78">18891 8909 152 0,'0'-6'261'0,"-1"0"-16"0,-2 0-21 0,-1 1-19 0,-1-1-19 15,0 0-15-15,-4 1-16 0,0-1-16 0,-4 1-17 16,-4 2-9-16,-2 1-13 0,-1 1-11 0,1-1-12 15,-4 4-5-15,2 0-7 0,0 1-10 16,-7 3-2-16,-2 0-6 0,11 0-3 0,1-1-8 0,-1 3-6 16,4 0 1-16,0 0-6 0,4-2-5 0,2 2 2 15,-1 0-6-15,4-2-3 0,-2 4 1 0,4-3-3 0,0 5 0 16,2-4-2-16,2-1 0 0,0 2 1 0,1-1 0 16,4-1 1-16,0 0 0 0,0-2 2 0,4 0 6 0,3 0 3 15,-2-2 6-15,-1-2 7 0,4 0 5 16,0 1 6-16,-1-4 10 0,1-1 10 0,-3-2 5 15,3-1 16-15,-3 0 4 0,4-3 10 0,-3-1 4 0,-1-2 6 16,1-3 10-16,-3-3-22 0,4-6-5 0,-4 1-7 0,-3-2-11 16,1-3-4-16,0-1-15 0,-1-3-6 0,-1 3-5 15,1-3-3-15,-1-1-4 0,0 2 0 0,-2 1 1 16,0 2 15-16,-1 9 7 0,0 2 14 0,0 6 8 16,-1-1-1-16,0 3-11 0,0 3-4 0,0-3-9 15,0 7-10-15,2-4-13 0,-2 4-34 0,0 2-33 16,1-5-43-16,-1 5-13 15,0 0 14-15,0 0 1 0,-3 22 10 0,3-5 3 16,-2 8 13-16,-3 6 0 0,3 1 2 0,0 1 7 16,-1 14 3-16,3-14 8 0,-1-2 2 0,4-2 7 15,-2 1-1-15,3-4 4 0,0-8 2 0,-2 0 2 16,-1-1 3-16,1-2 0 0,0-5 0 0,1 2 6 16,-2-8-4-16,-1 1 6 0,0 3 2 0,2-7-2 15,0 3-2-15,-2 0 6 0,1-1-9 0,-1-3 10 0,-3 5-16 0,3-5-22 16,0 0-27-16,0 0-28 0,0 0-26 0,0 0-46 15,0 0-93-15,0 0-112 0,0 0-201 0,8-15-612 16,-5 10 272-16</inkml:trace>
  <inkml:trace contextRef="#ctx0" brushRef="#br0" timeOffset="-148978.93">18964 8700 154 0,'4'-8'315'0,"-2"3"-4"16,1-1-15-16,-2 1-14 0,0 2-22 0,1-2-30 15,0 2-24-15,-2 3-24 0,3-4-19 0,-3 4-19 16,1-3-18-16,-1 3-16 0,0 0-15 0,0 0 3 16,8 10-19-16,-6-2-11 0,1 1-9 0,1 4-9 15,1 2-11-15,1 1-6 0,-1-1-5 0,4 1-9 0,-4 0-7 0,-1-2-9 16,1-3-11-16,0 2 2 0,0-3-3 0,0-1-2 16,-1 1-2-16,0-4 5 0,0-1 3 0,-3-1 3 15,3 1 11-15,-4-1 29 0,4-2 23 0,-4-2 10 16,0 0-3-16,0 0-6 0,14-9 1 0,-13 6-6 15,3-5 0-15,4-1-6 0,-3-3 7 0,1 0 0 16,2-1 3-16,-3 1 13 0,0 2-3 0,-1 1-1 0,-1 2 3 0,0 0-3 16,-1 2-5-16,0 0 1 0,-1 1-16 0,1 1-14 15,-2 3-19-15,4-2-32 0,-4 2-25 0,0 0 19 16,0 0-12-16,2 10-3 0,-3 0 0 0,0 3 4 16,-2 5 4-16,-1 7 6 0,-1 4 2 0,-4 2 7 15,3 0-8-15,-2 2 11 0,-2 1 0 0,4 0 2 16,-1-2-5-16,1 0 5 15,-1-4 4-15,1 1 2 0,-2-3-2 0,7-6 16 16,-3-5-17-16,0-1 0 0,4-6 5 0,-4-1 1 16,3 0 0-16,-1-2 30 0,2-3 31 0,-2 2 42 15,2-4 34-15,0 0-1 0,-5 2-16 0,5-2-8 16,-1-12-11-16,1 4-4 0,-2-4-9 0,4-3-2 16,-2-2-7-16,1-4-18 0,4 3-10 0,3-13-6 15,2 2-10-15,4-3-11 0,6-9-11 0,-4 9-1 0,1 5 1 0,1-1-4 16,-3 4-2-16,2 2 0 0,-6 6-4 0,3 3 4 15,-4 1-8-15,-1 2 1 0,1 3 1 0,-1 0-7 16,3 2-5-16,-2 0-25 0,-2 2-38 16,1 1-30-16,-3 2-36 0,3 1-22 0,-4 3-27 0,-1-1-29 15,1 3-34-15,-1 5-34 0,0-6-53 0,-3 4-311 16,-2 1-704 0,-3 0 312-16</inkml:trace>
  <inkml:trace contextRef="#ctx0" brushRef="#br0" timeOffset="-148431.28">18513 9303 132 0,'-17'4'276'16,"4"-3"-20"-16,3 1-17 0,1-2-7 0,3 2-7 0,2 0-3 15,4-2-11-15,-9 0-5 0,9 0-15 16,-6 1-7-16,6-1-19 16,0 0-21-16,0 0-9 0,0 0-19 0,0 0-9 15,0 0-17-15,0 0-3 0,0 0-11 0,0 0-3 16,0 0-7-16,0 0-2 0,0 0-12 0,0 0-3 16,0 0-1-16,0 0-9 0,-4-5-5 0,4 5 0 15,0 0-9-15,0 0 3 0,0 0-2 0,0 0-7 16,0 0 0-16,0 0-3 0,0 0 5 0,0 0-12 0,0 0 4 15,0 0-2-15,0 0-1 0,0 0-2 0,0 0-1 0,0 0 2 16,0 0-3-16,0 0-9 0,0 0 11 0,0 0 2 16,0 0 1-16,0 0 17 0,0 0-20 0,0 0 10 15,0 0 0-15,0 0-5 0,0 0 1 0,0 0-3 16,0 0 7-16,0 0 11 0,0 0-6 0,0 0 14 16,0 0 5-16,0 0-8 0,0 0-6 0,24-3-1 15,-10-1-5-15,13-1-6 0,4-3 4 0,7 0-1 0,14-4 1 16,6-1 3-16,7 0-12 0,29 0 34 0,1-3 0 0,-2 2 9 15,2-1 7-15,-2 6 3 0,-28 4 16 0,26-1-1 16,-31 0 5-16,-5 1-1 0,0-1-1 0,-18 4 0 16,-4-1-2-16,-2 2 0 0,-9 0-3 0,-3-1-8 15,-4 0 0-15,-4 1-6 0,-4 1-9 0,2-1 1 16,-4 0-8-16,-5 1-12 16,12 0 5-16,-8 0-24 0,-4 0-18 0,0 0-27 15,10 0-35-15,-10 0-40 0,0 0-42 0,0 0-34 16,0 0-34-16,-13 8-35 0,3-3-52 0,-2 0-54 15,-2-1-360-15,4 3-773 0,-7 0 342 0</inkml:trace>
  <inkml:trace contextRef="#ctx0" brushRef="#br0" timeOffset="-147697.99">19143 9489 185 0,'0'0'271'0,"0"0"-20"0,0 0-26 0,0-5-22 16,0 5-20-16,0 0-20 0,-14 0-19 0,6 2-10 0,-2-2-15 16,-3 3-10-16,0 1-12 0,-5 6-9 0,2-4-11 15,-1 5-6-15,-3 1-8 0,-1 3-10 0,-1-1 2 16,2 3-12-16,6-5-5 0,0 3-2 16,1 2-4-16,-1-3-3 0,5 3-1 0,0-3-3 0,5-4-2 15,2 3 3-15,-1-1 9 0,6 0 0 0,-1-2 8 0,2 1 15 16,5-2-9-16,4-1 3 0,2-3 1 0,6 3-3 15,8-6-2-15,0 0-9 0,2-6 3 0,-2-1-3 16,2-1 4-16,-4-3 2 0,-6 3 6 0,3-7 4 0,-6 2 6 16,-2 0-4-16,5-6-2 0,-2-2 3 15,-4-1-6 1,-1-6-8-16,-1 4-2 0,-3-5-3 0,0 1-2 16,-2-1 2-16,-5 0 11 0,-1 3 15 0,-2 4 10 0,0 2 7 15,-2 1 4-15,-1 4-7 0,-1 0-4 0,-1 2 2 16,0-1-20-16,-3 5-11 0,2 0-8 0,-2 0-6 15,-2 5-4-15,2-1-7 0,-1 3-14 0,-2 2-3 16,0 0-4-16,-1 6 0 0,-3 1-1 0,1 4 2 16,0 1-3-16,-2 6 1 0,4 5-1 0,0 0-3 15,3 2 0-15,0 0 4 0,4 2 1 0,1 1 3 0,4 0-3 0,3 1-2 16,2-1 0-16,0-2 4 0,5-1-10 0,-1 0 3 16,6 1 3-16,-3 0 2 0,-2-4-2 0,2 2-2 15,-3-3 20-15,0 0-15 0,-4-3 0 0,-2 1-4 16,0-6 4-16,-4 5-5 0,-3-2 5 0,-1-2-1 15,-4 2 1-15,-5 3-1 0,0-5 3 0,-2-2-1 16,-5 3-1-16,3-4 1 16,-4 1-5-16,-4-2 2 0,7-4 4 0,0 1-2 15,3-5 5-15,-1 2-9 0,5-2 3 0,2 1-6 16,0-3-2-16,4-1-10 0,-1 2-20 0,3-2-19 16,4-1-24-16,0 0-49 0,0 0-74 0,0 0-73 15,11-13-82-15,8 2-246 0,6-3-654 0,5 0 290 16</inkml:trace>
  <inkml:trace contextRef="#ctx0" brushRef="#br0" timeOffset="-147259.4">20220 9065 98 0,'0'0'313'0,"-7"0"2"0,7 0-5 0,0 0 9 16,0 0-19-16,0 0-3 0,0 0-21 15,0 0-25-15,0 0-17 0,0 0-36 0,0 0-11 0,9-7-26 16,4 3-21 0,0-1-43-16,6 0-43 0,2 0-51 0,7 0-50 15,-1 1-58-15,2-2-67 0,-5 1-74 0,-3 2-252 16,-1-1-538-16,-7 2 238 0</inkml:trace>
  <inkml:trace contextRef="#ctx0" brushRef="#br0" timeOffset="-147096.82">20290 9198 104 0,'-10'6'266'0,"5"-1"8"0,-2-1 0 16,3-2 3-16,0 1-7 0,4-3-22 0,0 0-20 15,10 4-26-15,1-5-17 0,8 0-15 0,13-4-25 16,3 1-52-16,2 1-68 0,-4-2-83 0,4-1-111 16,0-2-254-16,-2 0-458 0,-2 1 204 0</inkml:trace>
  <inkml:trace contextRef="#ctx0" brushRef="#br0" timeOffset="-145921.85">21530 8749 224 0,'4'-5'223'0,"-2"2"-7"16,3-2-4-16,-1 1-1 0,-1 1-3 0,-1-1-6 15,-1 1-18-15,2 0-13 0,-2-2-14 0,-1 5-19 0,-1-6-12 16,-4 5-22-16,-3-2-12 0,-3 2-8 0,-3 2-10 16,-7-1-8-16,-2 3-2 0,-4 0-13 0,-1 2-6 0,1 1 1 15,-1-1-10-15,1 7-8 0,7-4 6 0,-5 4-12 16,1 0 0-16,1 4-5 0,8-3 0 0,2 2-3 15,-1-1-4-15,4-2 2 0,-2 3-1 0,7 1-1 16,-1-1-3 0,2 0 2-16,4-3-2 0,4 1 4 0,2 1-2 15,-1-2 4-15,7 1-2 0,0-3 0 0,0-3-3 16,2-1 4-16,-1 1 7 0,1-4-7 0,0-1 5 16,3 0 15-16,-3-4 10 0,-1 0 8 0,-1-4 9 0,3-3 10 15,-6-1 12-15,4-2 3 0,-2-2-6 0,-1-3-1 16,1-7 3-16,0 0-5 0,-3 0 1 0,-2-3-9 15,1-5-11-15,-1 1-2 0,0-5 1 0,-1 6-9 0,-4-7-5 0,7-8 7 32,-7 11 13-32,2 5 12 0,-2 1 2 0,-1 3 14 0,0 7 7 0,0 7 5 0,0 1-7 15,1 1-8 1,-1 1-6-16,0 2-15 0,0 0-9 0,0 2-32 16,0 4-36-16,-1-5-37 0,1 5-19 0,0 0 3 0,0 0 9 15,0 19 4-15,-4-6 7 0,4 6-1 16,-1 7 7-16,-3 1 12 0,-1 4-7 0,1 0 2 0,4 0 10 15,-1 3 3-15,2-2 17 0,-1-2-17 0,0-3 1 0,0-2 23 16,0-3-18-16,3-5 1 0,-2 0 6 0,-1-1-5 16,0-3 4-16,5-5 0 0,-5 1 15 0,0-4-16 15,0 2-3-15,0-3 10 0,1 2 1 0,-1-3 5 16,3-1-10-16,-3-2 11 0,0 5 7 0,0-5-9 16,1 4 6-16,-1-4 11 0,0 0-13 0,0 0 1 0,-1 5-1 15,1-5-3-15,0 0 6 0,0 0-24 0,0 0-32 16,0 0-23-16,0 0-25 0,0 0-36 0,0 0-22 0,0 0-40 15,0 0-87-15,0 0-357 0,0 0-687 0,4-11 304 16</inkml:trace>
  <inkml:trace contextRef="#ctx0" brushRef="#br0" timeOffset="-145508.28">21711 8562 163 0,'0'0'307'16,"-1"-5"-20"-16,1 5-22 0,0 0-25 0,0-4-23 15,0 4-24-15,0 0-21 0,0 0-18 0,0 0-19 16,0 0-13-16,0 0-13 0,0 0-10 0,15 5-11 16,-8 0-8-16,-1 1-7 0,2 1-8 0,-1 1-7 15,2 1-9-15,-1 1 1 0,0 5-12 0,-1-5 1 16,2 6-7-16,-4-1-4 0,2 4-1 0,-5-2 1 0,0 0-1 0,0 2-3 15,-6 6-1-15,0-6-1 0,-1 0-1 0,-5 1-1 16,0-3 7-16,-4 6-10 0,3-6 3 0,-1 0-3 16,-1-4-3-16,-1 4 2 0,4-4 0 15,1-4-3-15,0 0 2 0,1-1-6 0,0 0-2 0,3-2 2 16,1 1-1-16,2-3 2 0,-2-1-3 0,3-1 11 16,-3 3-5-16,4-5 15 0,0 6 16 0,0-6 21 15,5 4 7 1,1-3 1-16,3-1-6 0,3 0-5 0,7-1-14 15,0-1 1-15,1 1-6 0,1-3-1 0,0 2-1 0,-2-1-7 16,1-1-4-16,1 3-6 0,-5-2-10 0,-2 2-14 16,-1-2-19-16,-1 0-20 0,-2-1-26 0,-1 1-31 15,-3 0-36-15,-2 2-58 0,0-2-67 0,-2-4-315 16,0 2-619-16,-4 3 274 0</inkml:trace>
  <inkml:trace contextRef="#ctx0" brushRef="#br0" timeOffset="-145254.16">21771 8826 123 0,'-5'2'298'0,"5"-2"-16"0,-8 0-12 0,8 0-10 16,-7 0-10-16,7 0-16 0,0 0-4 0,-9 0-12 0,9 0-15 0,0 0-3 15,0 0-31-15,0 0-18 0,0 0-14 0,27-4-8 16,-7 0-20-16,11 0-7 0,3 2-12 0,6-3-28 16,-1-1-29-16,0 4-33 0,-1-2-40 0,-1-2-43 15,-1 4-52-15,-8-1-63 0,4-1-81 0,-13 3-191 16,-1-2-508-16,-8 1 225 0</inkml:trace>
  <inkml:trace contextRef="#ctx0" brushRef="#br0" timeOffset="-144768.93">20942 9269 146 0,'-7'2'204'16,"1"0"-17"-16,0-1-15 0,1-1-6 0,-1 2-12 16,6-2-8-16,0 0-4 0,-7 0-10 0,7 0-10 15,0 0-8-15,-9 2-12 0,9-2-10 0,0 0-9 16,-5 3-10-16,5-3-11 0,0 0-3 0,0 0-7 16,0 0-5-16,0 0-3 0,0 0-5 0,0 0-1 0,0 0 2 0,0 0 2 15,0 0 5-15,-5 0 3 0,5 0 5 0,0 0 2 16,0 0 3-16,0 0-4 0,0 0-1 0,29-5-3 15,-9 2-6-15,11 0-6 0,6-2 0 0,17-4-4 0,3 2-4 16,10-2-3-16,31 0-1 0,1-2 9 16,9 0 8-1,2 3 27-15,1 1-2 0,-3 1 6 0,-5-2 5 16,-4 4-5-16,-33 0-8 0,0-2-9 0,-6 4-5 0,-4 0 1 16,-16-3-10-16,-4 1 3 0,-5 3 15 0,-11-3 7 15,-7 1 15-15,-1 2 12 0,-4 0 6 0,0 0-7 16,-1-1 6-16,-2 0-11 0,1 1-12 15,-6 1-29-15,4-2-33 0,-4 2-39 0,0 0-48 0,-12-7-28 16,2 7-24-16,-4 0-30 0,-4 0-34 0,-2 3-45 16,2-3-50-16,-9 0-322 0,4 1-654 0,0 2 289 0</inkml:trace>
  <inkml:trace contextRef="#ctx0" brushRef="#br0" timeOffset="-143951.02">21545 9572 215 0,'1'-6'313'0,"-1"1"-13"0,2 0-14 0,-2 0-19 16,1-2-21-16,0 3-13 0,2-1-21 0,-2 2-22 0,0-1-17 0,1 1-24 0,-2 3-16 15,1-4-19-15,-1 4-11 0,0 0-13 16,4-3-18-16,-4 3-2 0,0 0-8 0,4 12-7 0,-3-4-10 0,1 3-4 16,-2 5-1-16,1 2-6 0,-2 2 1 0,-1 5-8 15,-1 0-1-15,1-7-7 0,-1 3 1 0,3 2 2 16,-1-3-10-16,0-2 2 0,-1-2-1 0,2-4 1 16,0-2-7-16,-1 2-16 0,1-2-13 0,-1-3-4 15,-1 0-1-15,2-2 1 0,-1-2 6 0,1 0 3 16,0-3 3-16,0 0-9 0,0 0 3 0,0 0 1 15,-5-18 2-15,4 9 1 0,-1-2 8 0,0-5-3 16,-3 1 2-16,1-4 2 0,4-3 13 0,-5-4-6 16,2 0 7-16,2-4 0 0,1 1 2 0,0-2 4 15,0 0 3-15,1-1 14 16,4 3 6-16,-2 2 15 0,1 0 9 0,1 8 7 16,-1 1 3-16,2 3-5 0,-2 3-11 0,1 1-4 15,5-1 3-15,0-2-10 0,3 4-7 0,4 0-5 16,0 1-2-16,3 3-10 0,0 2 4 0,-3-1-3 15,2 4-7-15,2 1 11 0,-3 3-15 0,-1 0-8 16,-1 1 5-16,0 4-15 0,-4 1-7 0,-1-1-11 16,-2 2-3-16,0 4-1 0,-4 1-3 0,-1 2 4 0,-4 0 18 0,-4 4-14 15,-3 4 2-15,-6-2 3 0,-4 0 1 0,-3 1 2 16,-3-4 1-16,-1-1 4 0,-2 0 12 0,-1-2-14 16,3-5 11-16,-3 2 6 0,8-8 2 0,-2 3 14 15,3-4 2-15,-1 2 5 0,3-3 6 0,4-1 15 16,-2-3 32-16,4 1 9 0,5-1 25 0,0 2 22 15,-2-2 12-15,7 0-1 16,-10-3-3-16,10 3-10 0,-5-3-13 0,5-1-10 16,0 4-13-16,0-7-7 0,0 7-12 0,5-5-12 15,-5 3-6-15,0 2-8 0,13-4-13 0,-7 1-1 16,2 2-5-16,5 2-6 0,-2 3-4 0,6 3-5 16,0-2-3-16,2 5 0 0,7 4-4 0,0 2 3 15,1 0-7-15,-3 1 3 0,3 4 0 0,0-2-1 16,0-1-2-16,-3-1-1 0,-2 0-1 0,1-1 3 0,-7-5-2 0,-3-1 0 15,-3-4 4-15,0-1 0 0,-3-2-1 0,-2 1 22 16,0-1 21-16,4-6-3 0,-4 2-4 0,3-4-4 16,-2 1-2-16,4-3 9 0,-2-2-8 0,1-1 4 0,0-4-10 15,1 4-1-15,3-4-4 0,-4-1-1 16,2 4-8-16,0-2-2 0,-2 4-17 0,3-2-38 0,-1 4-66 16,3-4-80-16,-3 5-111 0,-2-1-138 0,6-2-475 0,-3 3-983 15,-1 0 436-15</inkml:trace>
  <inkml:trace contextRef="#ctx0" brushRef="#br0" timeOffset="-133966.04">2246 11383 44 0,'-4'-3'132'16,"4"3"-7"-16,0 0 2 0,0 0-6 0,0 0-6 15,0 0-8-15,0 0-13 0,0 0-8 0,0 0-4 16,0 0-3-16,0 0-9 0,0 0-5 0,0 0-8 15,0 0-8-15,0 0-8 0,0 0-1 0,0 0-5 16,0 0-1-16,0 0-11 0,0 0 8 0,0 0-9 16,0 0-3-16,0 0 0 0,0 0 0 0,0 0-7 0,0 0 1 0,0 0 5 15,0 0 2-15,0 0 4 0,0 0 1 0,0 0-1 16,0 0 6-16,0 0-2 0,0 0 0 0,0 0 5 0,0 0-3 16,0 0 0-16,0 0-2 0,0 0 3 0,0 0-2 15,0 0 1-15,0 0-5 0,0 0-2 0,0 0-2 16,0 0-1-16,0 0-3 0,0 0-2 15,0 0 3-15,0 0 0 0,0 0-4 0,0 0 0 0,0 0-2 0,0 0-1 16,0 0 1-16,0 0-1 0,0 0 0 0,0 0 1 16,0 0-1-16,0 0-3 0,0 0-2 0,0 0 1 15,0 0-1-15,0 0-2 0,0 0 1 0,0 0-3 32,0 0 2-32,0 0-2 0,0 0 1 0,0 0-2 15,0 0 3-15,0 0-5 0,0 0 0 0,0 0 3 16,0 0-2-16,0 0 1 0,0 0 0 0,0 0-2 0,0 0 1 15,0 0 2-15,0 0-6 0,0 0 5 0,0 0-5 16,0 0 3-16,0 0 2 0,0 0-1 0,12-4-4 0,-12 4 5 16,0 0-2-16,14 3 2 0,-7-3-5 0,1 0 5 15,5 1-4-15,-2 0 1 0,2 1 1 0,-2-1-1 0,1 0-4 16,-4 0 0-16,2 3 5 0,-1-1-1 0,0 0-1 16,-3 1-1-16,2-1-5 0,-3 1-7 0,1-1-2 15,-3 2 3-15,1 2-2 0,-4-3-1 0,0 2 1 16,0 4-2-16,-4-1-1 0,0 2 5 0,-5 2 4 15,-1-1 0-15,-4 1 0 0,1 1 3 0,-1-2-2 16,-3-3 7-16,6 3-5 0,2-1 3 0,0-5-1 0,0 2 3 16,3-5-1-16,2 3-4 0,0-2-3 0,0 0-7 15,2-1-3 1,-1-1 8-16,-1 2 1 0,4-4 6 0,-1 5-2 16,2-1-1-16,4-2-2 0,0 2 8 0,1-3 0 15,4 0 4-15,0 2-2 0,2-2-1 0,-1 4 3 16,3-3-5-16,4 4-1 0,-3-3 7 0,-2-1-2 15,5 4-1-15,0 1-4 0,-7-4 2 0,1 2 3 16,-1 1-4-16,-2 1 1 0,-1-2 2 0,0 3-2 16,-5-2-1-16,1 0-1 0,-1 3 7 0,-3-1-6 0,-3-2 0 0,-1 4 8 15,-3 0 4-15,-1-2-1 0,-2-1-1 0,-5 3 0 16,4-3-6-16,0 0 7 0,-2 0 1 0,3-2 3 16,-4-1 0-16,5 2-2 0,0-2 0 0,0-1 11 15,4-1-1-15,-3 1 0 0,4-1 3 0,0 0 2 16,2 0 9-16,2-2 8 0,-4 2 8 0,4-2-1 0,0 0 5 15,-9 1-2-15,9-1-3 0,0 0-3 0,0 0 3 32,0 0-5-32,0 0-1 0,0 0-4 0,-4 2 1 0,4-2-7 0,0 0-2 0,0 0-4 0,0 0-4 0,0 0-1 31,0 0-14-31,0 0-20 0,0 0-29 0,13-7-29 16,-8 5-28-16,0-2-38 0,3-1-36 0,-4 2-212 0,1-3-417 0,4 0 186 0</inkml:trace>
  <inkml:trace contextRef="#ctx0" brushRef="#br0" timeOffset="-133210.84">2392 11265 66 0,'-8'-1'114'0,"-1"1"-4"0,9 0-6 0,-13 1-6 0,7 1-12 15,-6-4-9-15,2 4-8 0,1-1-2 0,-4 0-5 16,4 2-6-16,-1-2 8 0,-3 3-14 0,2 0-4 16,-3 1-4-16,-2 2-3 0,0 1-2 0,2-1-1 0,-4 3-4 15,3-3-3-15,-2 4-6 0,0 0 2 0,2 2-6 16,1-4-5-16,-8 8 0 0,8 0-4 0,1-1 0 16,-4 4-10-16,3-1 16 0,1 3-6 0,0 3-3 15,1-1-7-15,0 0 4 0,3-1 3 0,0 2-1 16,0-1 9-16,4-5-7 0,0 1 4 0,2 1-9 15,-1-1 6 1,4 0-2-16,0-2 19 0,4 7-2 0,-4-7 6 0,4 0-3 16,1 1 11-16,3-2-2 0,-2 1 3 0,3-1-6 15,5 0-4-15,-1 0 2 0,0-3 6 0,5 5-10 16,2-2-3-16,-5-5 6 0,3 1-6 0,1 1-4 0,2-4-2 16,-5 1-1-16,4-1 14 0,-1-2-13 0,5 2 0 15,-3-2 6-15,-1-2-3 0,0 1-3 0,-3-2 2 16,3 0 0-16,2-1 3 0,-4-1 7 0,4-1 0 15,-7 2 2-15,3-4 1 0,1 1 2 0,-6-1 11 16,2 1 1-16,-2-2 5 0,0 0 3 0,2 0 5 0,-2-2 3 16,1 2 10-16,0-2 5 0,-4 0 5 0,3-1 2 15,0-1 8-15,1 2 7 0,-5-4 3 0,6 1 11 16,-3-1-6-16,3-2 14 0,0 0-11 16,1 0 2-16,-4-4 4 0,0 2-5 0,2 0-4 0,-2-3-1 0,-1 0-12 15,-2-1-7-15,0 2 1 0,1-4-12 0,-1 1-8 16,-5 0-1-16,2 0-5 0,-1 1-12 0,3-4 5 15,-4 0-5-15,-3 0-4 0,3-5-6 0,-4 1 0 16,0 2-6-16,0-6-2 0,-4 1-5 0,-5-2-4 16,3 2-2-16,-6-2-6 0,2 2-4 0,-8 0-6 15,-2 2 0-15,-2 0-20 16,-6 3-13-16,-2 3-12 0,-4 6-15 0,-2-2-18 16,-2 4-30-16,-13 5-32 0,13 0-40 0,-15 5-49 15,15 5-64-15,-2 2-77 0,2-2-277 0,-12 7-695 16,14-3 308-16</inkml:trace>
  <inkml:trace contextRef="#ctx0" brushRef="#br0" timeOffset="-127732.34">4528 11368 188 0,'0'0'215'0,"0"0"-12"16,0 0-12-16,4-1-14 0,-4 1-14 0,0 0-18 0,0 0-6 16,0 0-17-16,0 0-13 0,0 0-11 0,0 0-11 15,0 0-6-15,0 0-13 0,0 0-10 0,0 0-13 16,0 0-12-16,0 0-6 0,0 0-4 15,-21 8 1-15,10-2-5 0,-4 6-2 0,-8-2-1 0,-3 6-2 16,3-1-2-16,0-1-1 0,-1 6-4 0,2-5 1 0,-1 3 0 16,5-2-3-16,3 0-1 0,-1-3 0 0,3-1-1 15,1 2-7-15,-1-2 5 0,4-3 1 0,4-1-1 16,-1 2-5-16,-1-2-2 0,5-1 2 0,-2 0 6 0,4-1-8 16,-1-1 6-16,2 5-6 0,3-4 0 15,1 3 1-15,3 1 4 0,2-4-1 0,5 2 4 16,4 1-1-16,7 2-1 15,1-5-1-15,0 4 2 0,-1 0-1 0,0-1 0 16,-7-2-2-16,0-1 4 0,-2 1-3 0,-6-1 5 16,-2 0-3-16,4-1-2 0,-9-1-1 0,2 3-5 15,-3-1 6-15,-3 1 2 0,-7 3 2 0,-2 0 0 16,-7 1-3-16,-7 4 6 0,-5-3-2 0,-1 1 0 16,-2-1 1-16,3-1 1 0,-3-1 0 0,-1-4 1 15,3 3-3-15,2-2 2 0,-3-2 0 0,10-2-1 0,1 1 0 0,6-1-1 16,-1-1-3-16,5 0-4 0,0 1 11 0,-1-3 2 15,6 2-1-15,-4-1 8 0,3-1 1 0,5 0 0 16,0 0-3-16,-5 2 1 0,5-2-4 0,0 0 2 16,0 0 0-16,22-5-9 0,-8 2 5 0,-1 1-9 15,1 0-32-15,-1-1-34 0,-2-1-44 0,7-1-58 16,-3 2-192-16,2 0-388 0,1-3 172 0</inkml:trace>
  <inkml:trace contextRef="#ctx0" brushRef="#br0" timeOffset="-127247.3">4924 11748 48 0,'-4'-2'182'0,"4"2"-11"0,-6-3-19 0,6 3-8 16,0 0-17-16,-8-3-7 0,3 2-18 0,5 1-11 0,-9 1-7 16,3 2-12-16,-1 0-6 0,1-1-5 0,-1 1-2 15,-4 2-7-15,2 2-2 0,-2-1-12 0,1 1-3 16,1 2-4-16,0 0-3 0,-2 4-4 0,2-2-2 16,2-3-3-16,1 4-5 0,-1 0-2 0,2-2-1 15,1-1 0-15,0 1-4 0,3 0 2 0,1-1 0 0,0 0-5 16,0-2 4-1,4 2 4-15,0-2 3 0,2-2 21 0,2-2 19 16,3 2 10-16,2-1 4 0,1-4 11 0,5-3 4 16,-1 1 1-16,0-3 2 0,2 1 9 0,6-7 6 15,-8 4 4-15,-4-3 11 0,0 1 4 0,0-3 3 16,-2 0 11-16,-1-2-3 0,-3 4-11 0,-1-4 3 0,-4 1 1 16,1 1-12-16,-2-1-8 0,0-3-11 0,-4 1-7 15,0 3-13-15,-2-1-4 0,-1 3-10 0,0-1-5 0,-3 0-10 16,3 1-7-16,-1 2-9 0,-2 2-14 0,0 1-30 15,3-2-13-15,0 5-25 0,0 0-22 0,0 1-15 16,-3-2-28-16,8 3-22 0,-10 5-26 0,1-2-23 16,1 4-35-16,1-1-18 0,-1 5-292 0,4-6-577 15,0-1 255-15</inkml:trace>
  <inkml:trace contextRef="#ctx0" brushRef="#br0" timeOffset="-126783.33">5287 11897 151 0,'0'0'221'0,"0"0"8"0,0 0 0 16,0 0-9-16,0 0-5 0,0 0-5 0,0 0-8 15,0 0-15-15,0 0-20 0,0 0-16 0,13-8-12 16,-8 3-16-16,4-3-12 0,0 0-8 0,4-5-5 0,0-1-1 16,0-1 2-16,0 1 0 0,5-8 2 0,0 4-3 15,-4-3-2-15,2-1-13 0,-1-2 16 0,-4 2-16 16,0-3-1-16,1-1-14 0,-1 1-5 0,0 0-1 0,-2 1-13 16,-3-1 8-16,0 6-3 0,-3 2-6 15,0-2-4-15,1 2-3 0,-4-1-8 0,0 1 6 16,-2 1-8-16,0 4-4 15,-2-1-12-15,0 7 7 0,0-6-17 0,1 7-6 16,-3-2 2-16,-1 2 1 0,-1 2-16 0,-2-2-6 16,0 5-3-16,-3 4-3 0,-4-3-4 0,1 9-1 15,-1 0 11-15,-5 7-13 0,-1 1 11 0,4 5 1 16,1 3 4-16,3 1-1 0,0 2-1 0,2 0 0 16,5 2 16-16,2-2-14 0,3-1 3 0,4 0 6 15,2-1-3-15,5-3 2 0,2 0 6 0,0-7-5 0,8 3-3 0,0-2-7 16,-2-6-13-16,9 3-23 0,-1-4-23 0,-6-2-23 15,5-2-40-15,-5-5-39 0,5-2-48 0,-5-1-75 16,-4 0-170-16,-3-4-510 0,1 0 225 0</inkml:trace>
  <inkml:trace contextRef="#ctx0" brushRef="#br0" timeOffset="-126382.04">5577 11652 218 0,'0'0'316'0,"0"0"-17"0,0-5-15 16,0 5-18-16,0 0-16 0,0 0-17 0,1-4-19 16,-1 4-30-16,0 0-21 0,0 0-23 0,3-2-14 15,-3 2-12-15,0 0-16 0,0 0-8 0,0 0-14 0,9 9-10 0,-8-7-7 16,3 3-5-16,0 2-3 0,1-2 1 0,0 5-14 16,3 0-5-16,-3 1-3 0,0 4-3 15,4 1-3-15,-5-4-5 0,0 0 1 0,2 4 1 16,-3-4-5-16,-2-1-1 0,3-1-2 0,1-2-1 0,-4-1-3 15,-1-1-3-15,3-1 1 0,-2 1 4 0,1-4 13 16,-2 1 20-16,0-3 35 0,2 5 33 0,-2-5 38 0,0 0 32 16,4 2 29-16,-4-2 18 0,0 0-4 0,0 0-25 15,6-9-20-15,-3 6-4 0,2-8-28 0,0 2-18 0,-1-2-15 16,2-3-11-16,3-2-13 0,-3-1-7 16,5 1-12-16,-4 1-11 0,2 1-1 0,0-1-11 15,-4 5-9-15,-1 3-12 0,1-1-22 0,-1 3-18 16,-1-1-24-16,-1 1-37 15,3 1-26-15,-5 4-42 0,4-7-56 0,1 7-39 16,-1-3-27-16,-4 3-21 0,10 1-21 0,-5 2-22 16,3 0-33-16,-2 1-328 0,2 0-743 0,0 2 329 15</inkml:trace>
  <inkml:trace contextRef="#ctx0" brushRef="#br0" timeOffset="-125966.35">5954 11804 150 0,'0'4'234'0,"0"-4"-1"0,0 0 3 16,0 0-5-16,0 0-9 0,0 0-13 0,0 0-15 16,7 1-23-16,-7-1-15 0,0 0-16 0,16-7-14 15,-8 3-12-15,3-1-10 0,0 1-9 0,1-2-13 16,5-3-9 0,0 0-1-16,-1 1-8 0,2-1-9 0,-1 0 2 15,-2-1 12-15,-2-2-3 0,1 0-1 0,-1 0-3 0,-3 2 3 16,0-4-4-16,-4 3-7 0,0 0 0 0,-3 0 0 15,1 0 14-15,-2 1-17 0,0 1-2 0,-4 1-10 16,-1 0 4-16,-1 3-12 0,-4-1-9 0,-3 3 1 16,-2 2-9-16,-5 2-2 0,2 0 7 0,-3 3-13 15,2 1 1-15,-1 5 2 0,4 2-9 0,-3 2-2 0,7 1 3 16,-3 2-3-16,4 8-9 0,3-6-2 0,2 8-2 16,2-4 1-16,5-3 7 0,6 4-7 0,3-2 9 15,7 0-3-15,4-3 8 0,4-5 0 0,5-1-3 0,2-4 5 16,2-2-3-16,5-4 3 0,10-3-1 0,1 2 0 0,-13-2 2 15,-3-2 9-15,-2-1 5 0,3-1 6 0,-10 2 8 16,-6-1 13-16,-5 1 3 0,-3 1 14 0,-3 0-5 16,-2 0-3-16,-1-1-6 0,-1 2-2 0,-1-1-4 15,-5 1-20-15,8-1-25 0,-8 1-41 0,6-3-46 16,-6 3-63-16,0 0-74 0,0 0-108 0,0 0-250 16,0 0-636-16,-28 0 282 0</inkml:trace>
  <inkml:trace contextRef="#ctx0" brushRef="#br0" timeOffset="-124608.88">7770 11422 146 0,'0'0'180'0,"-3"-4"-16"0,3 4-13 0,-5-1-20 16,5 1-12-16,-10-2-17 0,5 1-8 0,5 1-9 16,-22 4-4-16,12 0-5 0,-3 0-10 0,-6 2 0 0,0 2-6 15,1 0-8 1,-2 0-3-16,2 4-3 0,-8-1-7 0,3 2-2 15,9 0-2-15,-3 0-5 0,1 0-4 0,3 2 0 16,1-3-5-16,0 2-2 0,5-2-2 0,1-2-3 0,2 2-1 16,0 0 2-16,4-1-2 0,2 0-1 15,3 0-1-15,2 2 2 0,6 2-6 0,4-6 3 16,3 4-2-16,2-2 2 0,5-1 1 0,-8-2-4 16,3-1-1-16,-4-1 1 0,-1 2-4 0,-4-4 2 0,0-1-3 0,-4 2 2 15,-3-3-4-15,1 1 5 0,-1-2 9 0,-2 1 9 16,0 0 0-16,-4-2-3 0,0 0 1 0,-7 7-1 15,-3-4 2-15,0 0-5 0,-4 1-4 0,-5 0 1 16,1 0 0-16,-1 1-3 0,-3 0 3 0,0-1-5 16,4 0-1-16,-1 0-2 0,6-2 0 0,-6 2-2 15,10-4 0-15,-3 3-8 0,1-2-17 0,6 0-19 0,-2 1-22 0,7-2-46 16,0 0-41-16,-4-7-181 0,4 7-356 0,18-10 159 16</inkml:trace>
  <inkml:trace contextRef="#ctx0" brushRef="#br0" timeOffset="-124261.48">8078 11337 149 0,'-1'-7'312'16,"1"1"-16"-16,0 1-19 0,1 1-21 0,-1 1-20 15,0 3-22-15,-1-6-25 0,1 6-23 0,0 0-21 0,0-5-21 0,0 5-29 16,0 0-8-16,0 0-15 0,0 0-2 0,0 18-8 16,-2-7-8-16,4 6-9 0,-2 3-6 0,-2-2 0 15,2 7-5-15,-1 5-3 0,1 1-5 0,-1 2-1 16,-3-2-2-16,3-3-1 0,-1-1-6 0,0-2 0 16,-1 0 8-16,2-7-9 0,-1-1-3 0,-1-2 1 0,0-2-1 15,2-2-3 1,-1 0 0-16,-1-5-3 0,2 0 0 0,-2 1 0 15,2-3-12-15,0 1-15 0,-2-1-7 0,3 0-13 16,0-4-8-16,-1 7-9 0,-2-7-6 0,3 0-23 16,-6 4-28-16,6-4-47 0,0 0-45 0,-17-4-192 15,12 0-433-15,-4-1 191 0</inkml:trace>
  <inkml:trace contextRef="#ctx0" brushRef="#br0" timeOffset="-124007.44">7814 11622 25 0,'0'0'214'16,"-7"-1"-12"-16,7 1-13 0,0 0-4 0,-5-2-18 15,5 2-16-15,0 0-23 0,0 0 4 0,19-1-5 0,-1-3-6 0,13-2-7 0,3 1-3 16,4-1-9-16,2-1-13 0,11 3-2 0,-18 2-13 0,2-5-4 16,-3 2-7-16,-8 5-5 0,-6-3-7 0,1-1 2 15,-1 2-13-15,-9-1-3 0,0 3-2 16,-1 0-4-1,-2 0-2-15,-6 0-5 0,9-2-3 0,-9 2-10 16,0 0-18-16,0 0-13 0,0 0-14 0,0 0-14 16,-27 2-12-16,14 1-20 0,-1-1-21 0,1 1-23 0,2-2-35 15,0 2-193-15,2-3-380 0,0 3 168 0</inkml:trace>
  <inkml:trace contextRef="#ctx0" brushRef="#br0" timeOffset="-123090.01">8399 11628 56 0,'0'0'191'0,"0"0"-15"16,0 0-15-16,0 0-13 0,0 0-10 0,0 0-15 15,0 0-15-15,0 0-7 0,0 0-10 0,0 0-13 16,0 0-4-16,0 0-6 0,26-2-5 0,-14 0-7 16,-3 1-4-16,5-1-5 0,-1-1-7 0,1 0-5 15,-4-1-6-15,2 0 4 0,0 1-9 16,-1 0-5-16,-2-2-1 0,-2 2 1 0,-2-1 0 0,0 1 12 0,-1 2 15 16,1-3 2-16,-1 3-2 0,-4 1 3 0,4-4-6 0,-4 4-3 15,0 0-4-15,0 0-5 0,-11-4-6 0,0 1 1 16,-1 6-7-16,0-2-1 0,-7 2-2 0,1 2 1 15,-2 0-4-15,-1 3-6 0,-7-1 0 0,10 0 1 16,-1 3-8-16,0-3 7 0,3 1-5 0,6-1 1 16,-1 0 3-16,3 3-5 0,2 0 2 0,2-1 2 15,0 0-3-15,4 2 2 0,2-2 1 0,5-1 0 0,1-2-2 16,3 1 5-16,6-1-2 0,4-2-3 0,7-1 2 0,3-2-2 16,1-2 2-16,1-3-1 0,-1-2-4 0,2-4 2 15,-2 1 0-15,-2-3-3 0,-3-1 5 0,1-2 6 16,-5 0 20-16,-2 0 14 0,-6 1 9 15,-2 1 14-15,-1-4-2 0,3-6-2 0,-4-2 1 0,-1 0-5 16,-3-1 0 0,-1 2 3-16,0-1 1 0,-1-1 6 0,-2 6 2 15,2 1 7-15,-4 0 13 0,2 2-9 0,-2 0 13 16,2 6 2-16,-2 0-8 0,-1 4-9 0,4 1-2 0,-4 0-14 16,0 3-16-16,1-2-40 0,3 3-27 0,-4 2-35 15,0 0 1-15,0 0 13 0,0 0-5 16,-5 16 3-16,0 0 4 0,1 3 4 0,-2 10 2 0,-3 5 7 0,-1 12-1 15,-3 1 3-15,0 1 6 0,4-1 7 0,-1-3-7 16,-3 2 0-16,5-12 5 0,1 0 2 0,-6-2 0 16,6-2-1-16,1-5 5 0,-3 1 0 0,5-9-2 15,-2 0 0-15,2-6 4 0,2-2-1 0,-1-1 5 0,-1-3 1 16,4 1 23-16,-4-1 34 0,4 0 43 16,-1-4 34-16,1-1 36 0,-1 5 22 0,1-5-18 15,0 0-18-15,0 0-15 16,-7-13-15-16,7 3-13 0,0-3-12 0,0-5-14 15,0-1-17-15,4-11-16 0,-1 1-17 0,3 0-6 16,1 0-2-16,-1 3-7 0,4 1 0 0,-5 6-3 16,3 2-3-16,-2 0-4 0,1 7-3 0,0 1 0 15,4-5-1-15,-2 4-4 0,3-1-2 0,2 3-3 0,2-2-4 16,-1 7-4-16,4-1-11 0,-1 3-7 16,0 3-10-16,1 1-13 0,-2 1-9 0,2 2-14 0,-1 1-12 0,-5 1-22 15,-4-1-4-15,1 2-3 0,-3-1-9 0,-3-1 21 16,-1 0-8-16,-3 2 8 0,-3 0 8 0,-6-2 12 0,-6 2 4 15,-4-2 17-15,-12 1-3 0,0-4 4 16,-3 1 7-16,2-5 2 0,-5-1-1 0,2-2-2 16,5 1-2-16,2-2 5 0,6 0 12 0,1-3-5 15,5 2 0-15,3 0-2 16,2 0-16-16,3 1-27 0,5-2-41 0,2 2-29 16,4 1-35-16,6-4-33 0,2-1-217 0,7 1-481 15,1-2 213-15</inkml:trace>
  <inkml:trace contextRef="#ctx0" brushRef="#br0" timeOffset="-122720.94">9209 11613 143 0,'0'0'247'0,"0"0"-11"0,0 0-15 16,0 0-20-16,0 0-22 0,0 0-15 0,0 0-18 15,19-8-19-15,-5 6-11 0,3 0-8 0,3-2-14 0,8 0-34 0,0 0-42 16,1 1-48-16,1-3-72 0,0 1-220 16,-4-2-348-16,5-1 155 0</inkml:trace>
  <inkml:trace contextRef="#ctx0" brushRef="#br0" timeOffset="-122084.54">9739 11357 162 0,'0'0'158'0,"8"-4"-10"0,-3 2-11 0,8 1-10 0,-3-2-13 0,2 3-7 16,1 0-7-16,-1 0-8 0,3 0-5 0,3 0-5 16,1 0-12-1,-1 3-4-15,0 0-4 0,-4 1-9 0,-4 3-1 0,2-4-5 16,-2 5-4-16,0 0-4 0,-2 1-9 0,1 1-1 16,-4 0 1-16,0 5-7 0,-5-3-2 0,-1 6-3 15,-7 0 0-15,-2 8-2 0,-3-4 0 0,-5 3-4 16,-1-1-3-16,-4 1 2 0,-14 10-3 0,9-13 1 15,-4-1-3-15,-9 9-1 0,12-10 2 0,-2-2-3 16,7-3 0-16,5-4 1 0,2-2-8 0,7-4 5 16,1-1 14-16,-1 0 33 0,5-2 38 0,-2 2 37 15,5-3 25-15,2-1-7 0,0 0-20 0,0 0-10 16,5-13-15-16,4 3-5 0,5-1-11 0,0 0-10 16,6 0-5-16,-3 0-6 0,7-3-9 0,-1 2-10 0,-4 3 8 0,8-3-15 15,-9 7 2-15,2-3-11 0,2 5-2 0,5-1-2 16,-6 2-4-16,1 2-2 0,5 5 0 0,1-3-4 15,-1 4-6-15,0 0 4 0,-6 0-1 0,-1 0 2 16,-2 2-3-16,1-4-4 0,-4 4 1 0,-2-3 1 16,-3-1 3-16,0 0-7 0,-2 0-8 0,-4-2-4 15,3 1-14-15,-5-1-15 16,2 0-16-16,-4-2-16 0,6 1-14 0,-6-1-16 16,0 0-35-16,0 0-58 0,0 0-94 0,0 0-157 0,-15 2-482 15,15-2 213-15</inkml:trace>
  <inkml:trace contextRef="#ctx0" brushRef="#br0" timeOffset="-120801.57">11086 11614 105 0,'0'0'145'0,"0"0"-14"16,0 0-9-16,-4 1-28 0,4-1 7 0,0 0-5 16,0 0-9-16,0 4-2 0,0-4 4 0,0 0-2 0,0 0 4 0,12 3 0 15,-12-3-1-15,14-1 3 0,-4-2-3 0,1 0-7 16,1-1-3-16,6-3 4 0,-3-4 2 0,4 0-5 15,3-3-6-15,-4 4 12 0,-2-5-6 0,5-2 2 16,1-2-2-16,-2-1 3 0,-2 1 2 0,1-3 1 16,-2-1 4-16,-1 2-3 0,-3-2 3 0,2-3 7 15,-2 2-7-15,0-2 4 16,-3 2-2-16,-2 5 2 0,-2-1-7 0,-2-3-6 16,0 3-9-16,-3 2-3 0,3-1-7 0,-3 2-5 15,-1 0-8-15,3 4-7 0,-6 2 5 0,3-1-8 16,-1 3-6-16,1 3 1 0,0-2-11 0,-1 3-2 15,1 1-9-15,0-2-18 0,-3 1-17 0,3 5-27 16,-1-3-15-16,1 3 3 0,0 0 7 0,0 0 6 16,-14 14 3-16,10-5 3 0,-1 3 0 0,-1 5 6 0,-1 2-5 0,-2 6 0 15,4 3 4-15,-1 1 4 0,3 3 12 0,-2-4-7 16,2 4 6-16,5 0 0 0,-2-3 3 0,4 5 2 16,-1-4 1-16,3 0 7 0,0-2 1 0,4-3-1 15,-6-5 4-15,1-6 8 0,-1-2-10 0,1 0 3 16,-1-3 3-16,2-1-1 0,-2-3 7 0,-4 0 23 15,1-1 29-15,2 0 29 16,-3-1 32-16,0-3 22 0,4 4 7 0,-4-4-5 16,0 0-23-16,0 0-13 0,0 0-13 0,1-12-8 15,-1 4-9-15,0 0-8 0,0 1-8 0,-1-3-5 16,-3 1-8-16,4 0-10 0,-4-2-5 0,3 5-20 16,-2 0-32-16,1-1-2 0,-2 0-26 0,4 3-25 15,-4 0-29-15,0 0-22 0,0 2-27 0,1-1-22 16,-3 2-24-16,6 1-29 0,-10 1-30 0,10-1-59 0,-5 3-212 0,5-3-570 15,0 4 252-15</inkml:trace>
  <inkml:trace contextRef="#ctx0" brushRef="#br0" timeOffset="-120216.25">11666 11405 40 0,'4'-4'286'0,"-4"0"-14"0,0 4-12 16,1-5-19-16,3 2-25 0,-4 3-16 0,1-4-22 15,-1 4-24-15,0 0-13 0,4-2-17 0,-4 2-15 16,0 0-8-16,10 2-11 0,-3 2-12 16,-1 3-7-16,-2-3-15 0,4 3-12 0,-2 0-10 0,3 1-9 15,-4 0-9 1,3 1-13-16,-3 0-10 0,0-2-6 0,1 3-5 16,2-1-2-16,-5-4 2 0,2 1-2 0,-3 0 7 15,3-1 4-15,-1-4-6 0,0-1 1 0,2 0 6 0,-6 0-2 16,12-5 3-16,-6 2 4 0,2-3 1 0,0-2 8 15,-2-2 11-15,0 2 8 0,2-1 11 0,-2 0 9 0,2 1 6 16,-4-1 7-16,1 2 6 0,-1 2 1 0,-3 0-4 16,3 1-2-16,1 0-10 0,-4 0-5 0,3 3-9 15,-4 1-11-15,4-7-4 0,-4 7-8 0,0 0-8 16,8 8 4-16,-7-1-4 0,4 3-2 0,-1 2-4 16,1 6 2-16,4 7 0 0,-4 3 6 0,-1 2-5 0,0 2-2 15,-4 2-1-15,1 0 1 0,-2 1 2 0,-7 12-2 16,3-13 1-16,-4 0 1 0,-1 0 0 15,1-2-2-15,0 1 3 16,-5-7-2-16,1 0 2 0,-1-3 1 0,5-8-2 16,-5-1 2-16,1 1 2 0,4-6 3 0,-2-4 5 15,-1 3 13-15,3-4 18 0,-2-2 24 0,1-2 15 16,2-1 35-16,2-4 5 0,-2-3 26 0,3 1-5 16,1-4-5-16,4-3-15 0,0-6-12 0,9-7-13 0,5-5-14 15,13-8-13-15,1-4-6 0,8 2-12 0,2-1-6 16,3 1-5-16,0 2-14 0,-3 4-1 0,2 2-3 0,3 7 3 15,-11 4-1-15,-4 4-10 0,-1 4-1 0,-9 5 5 16,-1 2-3-16,-7 2-6 0,1 1-1 0,-4 1-3 16,-2-1-1-16,0 2-17 0,-1 1-25 0,-2-1-39 15,-2 3-28-15,6-3-8 0,-6 3-3 0,0 0-23 0,-16 8-44 16,3-5-44-16,-5 4-66 0,-1 0-354 0,5-1-696 16,-1-3 308-16</inkml:trace>
  <inkml:trace contextRef="#ctx0" brushRef="#br0" timeOffset="-117834.29">13791 11369 50 0,'-2'-2'211'0,"2"-4"-11"0,0 0-6 0,-2 1-10 16,1 2-14-16,-2-2-8 0,3 5-15 0,-1-7-12 0,1 4-13 15,0 3-10-15,-4-3-13 0,2-1-7 0,2 4-11 0,-8-2-10 16,8 2 2-16,-15 3-17 0,4 0-7 0,-1 3-4 16,-4 6-2-16,-4-2-5 0,0 8-4 0,-2 0-5 0,-4 1-5 0,5 1-4 15,-2 5-1-15,5 3-1 0,0-8-1 16,2 6-1-1,2-4-1-15,5-3-5 0,3-2-1 0,1-5 2 16,1-2-2-16,2 1 3 0,2-1-2 0,-3-5 4 0,3 1 12 16,3-2 19-16,2 1 15 0,1-4 14 0,6-2-3 15,0-4-2-15,4-3-3 0,3-2-6 16,3-6-2-16,3-1-3 0,-10 3 0 0,6-6-1 16,-2-3-8-16,3 4 1 0,-3 0-12 0,-5 4-2 0,-1 1 4 15,1 2 3-15,-6 3 3 0,-1 2-6 0,1 2 1 16,-3 0-6-16,-1 0-1 0,-2 1-2 0,3 1-12 15,-2 0-15-15,-3 3-10 0,5 0-1 0,-5 0 1 16,0 0 2-16,10 6-5 0,-6-1 6 0,1 0 2 0,3 3-3 0,-2-3 4 16,4 4 2-16,3 6-1 0,4-4 3 15,0 3-7-15,-1-3-15 0,6-2-20 0,-4 0-28 16,2-2-25-16,1-1-33 0,-2-2-42 0,-1 0-39 0,-3-5-63 16,0-2-182-16,-2-1-489 0,0-1 217 0</inkml:trace>
  <inkml:trace contextRef="#ctx0" brushRef="#br0" timeOffset="-117580.5">14152 11243 207 0,'2'-12'257'0,"-1"3"-5"16,1 1-11-16,-1 2-18 0,3-2-13 0,-4 4-12 0,1-2-23 16,0 2-15-1,-1 0-18-15,0 4-20 0,1-3-27 0,-1 3-4 16,0 0-16-16,0 0-12 0,2 11-1 0,-5-1-11 15,-2 7-7-15,3 4-3 0,-3 5-4 0,-1 2-5 16,-1 3-3-16,-2 0-3 0,1 5-4 0,-1 10 0 16,4-10-2-16,0-1 0 0,0 1-3 0,1-3-3 15,0-3 4-15,3-1-5 0,-2-9 1 0,2-2 1 16,1-2-17-16,-1-2-15 0,1-2-16 0,-3-2-9 0,3-1-9 0,0-4 1 16,0 0 5-16,0-1-1 0,0-1-25 0,0-3-43 15,0 0-49-15,0 0-47 0,0 0-151 0,3-19-391 16,-2 9 173-16</inkml:trace>
  <inkml:trace contextRef="#ctx0" brushRef="#br0" timeOffset="-116793.7">14155 11346 218 0,'3'-5'204'0,"-3"1"-27"0,0 4-10 15,5-2-22-15,-1-1-17 0,-4 3-5 0,10 4-4 16,0 0-12-16,3 0-6 0,2 2-11 0,1 3-7 15,-1-1-7-15,0 4-7 0,-2-5-8 0,2 7-7 16,1-2-3-16,-1 1-3 0,-6 1-3 0,0-5-8 0,-1 0-6 0,-3 2-6 16,-4 0 3-16,-2-1-2 0,-2-2 4 0,-3 2-5 15,-2 0-1-15,-3-5-2 0,-6 3-1 0,-1 0 2 16,-4 0-4-16,2-6-1 0,-1 2 1 0,1-1-1 16,-3 0-1-16,0-3-1 0,4 0-3 0,-1 0-2 15,-1-3 0-15,7 1-2 0,5 1 3 0,-4 0 6 16,7-2 5-16,-2 1-1 0,4-1-5 0,4-4-3 0,0 7-8 0,9-10-15 31,4 1-7-31,5 0-2 0,6-2-7 0,6-1-8 16,3 0-14-16,0 0-10 0,0-1-4 0,3 0 2 15,0-3-6-15,1 5 10 0,-1-1 2 0,-3-3 6 16,0 1 2-16,-3-2 5 0,-5 1 10 0,-2 2 2 0,-6 0 23 16,-2 1 17-16,-1-1 19 0,-2 0 14 15,-2 1 16-15,-4 0 16 0,-1 3 18 0,2-1 12 0,-5-1 9 16,2 4 7-16,-1-2 4 0,-2 4-7 0,0 0 3 0,0-1-10 15,2 0-9-15,-3 5-10 0,1-4-14 0,-1 2-7 16,0 3-14-16,0 0-24 0,0-6-11 0,0 6-8 16,0 0-4-16,0 0-6 0,-2 18-1 0,0-4 1 15,-3 3-1-15,3 3-2 0,-6 8 1 0,2 3 0 16,-1 1-3-16,0 3 2 0,1 12 0 0,-2 0 0 0,4-11 0 16,0 0 2-16,3-2 1 0,-2-1-4 0,3-2 4 15,0-4-7-15,0-3 5 0,-1-3-2 0,1-7-1 0,0-2 3 16,1-3 12-16,-1 0-12 0,-1-2 0 0,1-1 1 15,0-2 0-15,0 0 1 0,0 0 4 0,0-1 3 16,0-3 11-16,0 5 5 0,0-5 13 16,0 0-23-16,0 0-11 15,0 0-16-15,-9-20-21 0,8 7-25 0,0-2-21 0,1-5-13 16,0-6-13-16,1-3-2 0,0 3-5 0,4-2 7 0,3 1 10 0,-3 4 4 16,3-3 14-16,-4 8 5 0,3 1 10 0,1 1 2 15,-1 2 14-15,0 2 9 0,3 0 7 0,-2 0 9 16,-1 3 6-16,1 0 6 0,2 1 2 0,-1 0 6 15,2 2 0-15,1 2 2 0,-3-3 4 16,2 6 0-16,1-2 0 0,-2 3 1 0,3 0 2 16,0 0-1-16,0 3-1 0,-2-3 2 0,-1 2 2 0,2 5-5 15,-3-4 2-15,-1 2-2 0,-1 3-3 0,-1-2 4 16,0 1-6-16,-3 2 2 0,-1 0 1 16,-4 2-1-16,-1-2 1 0,-4 2-1 0,-7 3 0 15,-1-2-4-15,-7 4 5 0,-2-4 1 0,-3-2 0 0,0 3-8 16,4-5 7-1,-8 0-11-15,5-2-15 0,4-4-17 0,2 1-26 16,2-1-29-16,0-4-27 0,5-1-85 0,0-4-180 16,4 2-412-16,8-3 182 0</inkml:trace>
  <inkml:trace contextRef="#ctx0" brushRef="#br0" timeOffset="-116160.45">14875 11340 197 0,'6'-1'263'0,"-3"-2"-24"16,4 2-20-16,-2 1-19 0,3 0-20 0,-8 0-19 15,19 0-11-15,-9 4-14 0,6-1-13 0,-5 2-11 16,1 1-12-16,-1 2-12 0,0 0-6 0,-1 6-11 0,-1-4-7 0,-3 2-4 16,-1 2-8-16,-1 2 1 0,-3 2-15 0,-1-2-6 15,-1 2-6-15,-1-2-5 0,-2-2-2 0,-2-5-2 16,-1 1-3-16,2 1 0 0,1-5-2 0,0 1 1 15,0-2-4-15,2-1 3 0,-1 2 3 0,-1-1 16 32,4-3 22-32,0-2 16 0,0 0-7 0,0 0-18 0,0 0-10 15,13-17-7-15,4 7-3 0,6-3 4 0,-7 0-16 0,11-4-5 16,2 2-6-16,0-4-4 0,1 3-6 0,5 0-1 0,-5 0 1 16,4 0-2-16,-2 0 2 0,-2 3 1 0,-2-3 0 0,-1 4 1 15,-11 2 2-15,0 3 5 0,-5 2 6 0,0-1 22 16,-3-1 5-16,-2 3 11 0,-1-1 1 0,-1 2-2 15,-1-1-1-15,-1 1-8 0,1-2 9 0,-3 5-13 16,-5-5-9-16,5 5 2 0,-8-1-6 0,3-1-3 16,5 2-7-16,-12 3 6 0,0-2-2 0,1 3 4 15,-3 2-12-15,-1 1 1 0,-3 3-1 0,1 1-3 16,0 3 3-16,2-1-5 0,-6 4 2 0,5-3 2 16,1 6-1-16,-3 0-2 0,8-2 3 0,1-1-2 15,1-2 0 1,3-2 0-16,3 1 1 0,-1-4-1 0,3 3 0 15,3-1 5-15,2-4-1 0,1 0 3 0,2-1-2 0,3 0 0 16,3-4 5-16,4-1-4 0,5-3 2 0,3-3-2 16,3-1 2-16,-1-2 6 0,-2-3 6 0,-2-1 2 15,-1-2 4-15,-5 1 13 0,-1-1-5 0,2-8-1 16,-6 9 1-16,-2-1-13 0,-1-3 6 0,-2 3-4 16,-5 0-3-16,2-3-3 0,-5 4-6 0,-2-1-2 15,-4 3-4-15,0 1-13 0,-1 2-3 0,-11-3-5 0,3 4-6 0,-3 2-11 16,-1 1-9-16,0 1-17 0,0 2-17 0,1 0-19 15,0 2-26-15,1 1-27 0,4 1-34 16,3 1-50-16,-2-1-262 0,6-1-536 0,3 2 238 0</inkml:trace>
  <inkml:trace contextRef="#ctx0" brushRef="#br0" timeOffset="-113201.68">15796 11134 85 0,'1'-12'185'0,"3"2"-2"0,0-2-9 0,-2 2-4 0,1 0 7 16,-2 5-13-16,2-3-5 0,-2 2-5 16,3 2-13-16,-4-3-16 0,1 4-15 0,3 2-16 0,-4 1-19 15,0 0-8-15,0 0-8 0,-4 18-5 0,2 1-8 16,-5 5-5-16,1 8-4 0,-5 0-8 0,4 1-2 15,-2 3-4-15,3 0-3 0,-1 9 1 0,2-11-3 0,0 3-3 16,3 10 0-16,2-13 2 0,-2-2-6 0,1-1 0 16,2 0 0-16,-1-5 0 0,0-6-1 0,2-3 1 15,-2-1-4-15,0-4 2 0,0-1-2 0,2-1-1 16,-2-1 3-16,0-1 1 0,0-3-2 0,-2-1 0 16,2 1-1-16,0-1-6 0,0-4-4 0,0 5-7 0,0-5-12 0,0 0-26 15,0 0-116-15,0 0-233 0,-8-11-428 0,8 4 190 16</inkml:trace>
  <inkml:trace contextRef="#ctx0" brushRef="#br0" timeOffset="-112670.25">15815 11290 107 0,'-4'-4'251'0,"3"0"-24"15,1 2-22-15,0 2-25 0,-4-5-19 0,4 5-15 16,0 0-17-16,0 0-10 0,0 0-14 0,26 10-5 15,-16-5-11-15,8 6-4 0,9-1-10 0,-2 4-7 16,3 1-4-16,-1-1-5 0,0 1-10 0,-3 1-4 16,-2 2-7-16,-4-6-3 0,-4 2-9 0,-1-3-3 15,-4 0-13-15,-3-1-1 0,2 0-10 0,-6-2-7 0,-2-1 8 0,-2 4 1 16,-6-4-5-16,-2 1 9 0,-8-2-6 0,0 2 3 16,0 0-3-16,-1-4 4 0,-3 1-2 0,2-1 1 15,1-1 4-15,0 0-6 0,1-1 4 0,5-2-1 16,0 3 0-16,3-1-3 0,2-2 10 0,3 0 9 0,5 0 6 15,-10 0-3-15,10 0-4 0,0 0-10 0,13-8-10 16,-3 3-7 0,8 0-8-16,1-4 2 0,11 2-9 0,-4-2 0 15,5-5 6-15,-3 2-1 0,3 0 1 0,-2 1 5 16,-3-2 1-16,0 1 2 0,1 0-3 0,-10 3 9 16,2-1 13-16,-2 1 18 0,-2 2 26 0,-5 1 21 0,-1 0 19 0,-1 2 20 0,-2 0 13 15,-2 3 8-15,4-3-4 0,-6 1 9 0,2 2-8 16,1 1-15-16,-5 0-12 15,4-3-11-15,-4 3-15 0,0 0-14 0,7-3-6 0,-7 3-9 16,0 0-12-16,0 0-6 0,0 0 2 0,5 6 0 16,-4-1-14-16,-1 2-7 0,0-1 3 15,0 2-2-15,-1 2 0 0,1-1-1 0,0 1-1 16,1 4-2-16,-1 1-5 0,0-4 8 0,2 5-9 0,-2-4 5 16,2-1-32-16,-2-1-20 0,0-1-11 0,0-3-20 15,1 1-18-15,-1-2-17 0,0 0-17 0,0-1 0 0,-1 1 0 16,1-5 16-16,0 3 8 0,0-3 13 0,0 0-63 0,0 0-78 15,-10-13-221-15,8 1-490 0,0 0 218 16</inkml:trace>
  <inkml:trace contextRef="#ctx0" brushRef="#br0" timeOffset="-112523.07">16311 11204 173 0,'-1'-10'280'0,"1"2"-10"15,0 2-15-15,1 0-22 0,-1 0-25 0,1 2-19 16,-1 0-21-16,0 4-20 0,2-5-19 0,3 3-13 15,-5 2-32-15,9 0-26 0,-9 0-24 0,12 3-41 0,-3 2-37 16,0 2-46-16,-1-1-56 0,-3 0-197 16,3 3-373-16,-1-1 165 0</inkml:trace>
  <inkml:trace contextRef="#ctx0" brushRef="#br0" timeOffset="-111852.9">16769 11376 184 0,'-7'3'186'0,"-2"-3"-17"0,0 2-15 16,-1 2-16-16,0 3-12 0,-2-2-14 0,-2 5-10 15,0 0-14-15,0 0-8 0,0 2-10 0,0 2-1 0,1-2-8 0,-1 3-9 16,3-3-1-16,0 0-5 0,3 1-14 0,0-4 0 16,1 0 1-16,5-1 0 0,-2-3-1 0,1 0 6 15,0 0 16-15,5-3 20 0,-2-2 9 0,0 0 3 16,14-2 4-16,-3-3-1 0,4-2-5 0,0-3 1 16,-1 0 3-16,0-4-9 0,2-1-8 0,4-2-4 15,-2 6-8-15,0-1-4 0,-4-1-8 0,1 3-6 0,-5 1-4 16,5 1-4-16,-4 1-7 0,-1 0 0 0,-1 2-2 0,1 0-6 31,-3 4-4-31,3-2-2 0,0 3-6 0,0 3 4 16,2-2 1-16,-2 2-5 0,-1 2-1 0,0 1 0 15,5 0-7-15,-1 3 8 0,-2-1-2 0,0-2-2 0,4 5-5 0,-5-3-5 16,4 2-7-16,-5-2-7 0,1-1-3 0,1 3-3 16,-4-3 0-16,3-3 2 0,-3-1 3 15,-1 0 4-15,1-1 2 0,0-2 2 0,-7 0 2 16,9-7 4-16,-4 2 3 0,1-3 7 0,-4-3 0 15,4 1 12-15,-2-3 5 0,0-3-2 0,-1-1 1 0,0-2 2 16,1-5-3-16,0-1 0 16,5 0-1-16,-5-1 3 0,-2-2 2 0,5 3 6 0,-2-2 9 15,-1 1 6-15,0 9 13 0,-3 1 9 16,4 5 5-16,-4 3-2 0,2 2-6 0,-2-2-7 0,2 3-10 0,-2 1-32 0,0 1-15 16,-1 3-1-16,0 0-1 0,0 0-1 0,-1 16 1 15,0-5 2-15,-2 4 1 0,-1 4 0 0,3 1 1 16,-4 9-5-16,1-3 5 0,-1 0 0 0,4 1-3 15,-2 0 1-15,2-8 4 0,-2 7-23 0,2-8-20 16,1-1-10-16,-4-1-21 16,4-5-11-16,-1-2-13 0,-2-2-8 0,2 0-11 15,-3-3 5-15,4 1 3 0,0 0 5 0,-1-4-32 16,1-1-108-16,0 0-148 0,0 0-425 0,-5-12 187 16</inkml:trace>
  <inkml:trace contextRef="#ctx0" brushRef="#br0" timeOffset="-111599.31">16935 11277 110 0,'-7'-1'191'0,"7"1"-13"0,-10 1-10 0,10-1-6 16,-9 2 0-16,9-2-10 0,0 0 2 0,0 0-1 16,0 0-7-16,0 0-11 0,37-2-13 0,-16 1-13 15,7-2-10-15,5 2-10 16,1-3-9-16,6-1-7 0,11-1-5 0,-1 1-5 15,-13 1-6-15,1-1-6 0,-2 1-1 0,-5-1-8 16,-4 0-1-16,-8 2-4 0,-8 2 0 0,2-2 3 16,-4 0 0-16,0 2 6 0,-4 0-13 0,0 1-1 15,-5 0-6-15,0 0-10 0,0 0-14 0,0 0-13 16,-23-3-13-16,13 3-19 0,-3 3-10 0,0-2-27 16,-2 3-27-16,6 0-36 0,-1-1-43 0,0-1-201 0,3 1-418 0,2 1 186 15</inkml:trace>
  <inkml:trace contextRef="#ctx0" brushRef="#br0" timeOffset="-111251.64">17466 11402 92 0,'-2'3'290'0,"2"-3"-4"0,0 0-6 15,0 0-14-15,0 3-16 0,0-3-26 0,0 0-25 16,0 0-20-16,25-8-19 0,-13 4-15 0,4-3-10 15,2-2-20-15,1 1-7 0,2 0-13 0,3-3-13 16,-7 4-4-16,2-4-16 16,4-3-14-16,-8 1-1 0,0 3-10 15,-3-2-7-15,0-1-10 0,-5 3 2 0,-2 2-3 0,3-4-8 16,-7 4 9-16,-1 3-8 0,-4-3-6 0,-1 3 2 16,-4-1-5-16,-5 3 1 0,-2-1-3 0,-6 8-1 15,-4-1-2-15,5 3-1 0,-7 3 7 0,-2 4-10 16,4 1-1-16,2 2 1 0,3 1 2 0,2 3 0 15,3 3 1-15,8-5 0 0,2 2 1 0,8 6 0 0,6-7 3 0,8 5 2 16,7 2 0-16,9-8-23 0,16-1-48 16,5-2-78-16,4-9-133 0,7-6-186 0,28-9-504 15,-28 0 223-15</inkml:trace>
  <inkml:trace contextRef="#ctx0" brushRef="#br0" timeOffset="-109932.81">18818 11190 242 0,'0'-4'228'0,"0"4"-13"0,5-6-17 0,-5 5-14 15,0 1-21-15,4-5-14 0,-4 5-17 0,1-3-15 0,-1 3-13 16,0 0-12-16,0 0-7 0,9 8-12 0,-8-2-6 0,3 3-8 16,-4 1-5-16,0 3-6 0,0 5-6 0,0-1-9 15,-1 3 6-15,-2-2-9 0,-1 7-5 16,2-5-1-16,-2 6-6 0,3-7 5 0,-3-1-4 15,3-1-2-15,-2-1-5 0,2-4 2 0,1-4-1 0,-4 1 2 16,4-1 21-16,0-3 21 0,0 1 27 0,-2 0 25 16,0-1 31-1,2-3 47-15,0-2 25 0,0 0-1 0,0 0-20 16,0 0-23-16,12-9-10 0,-7-1-19 0,2 2-16 16,5-6-9-16,-3 2-14 0,4-2-9 0,-3 1-10 0,3-2-8 0,2 1-7 15,-1-1-13-15,0 6-3 16,-1-3-9-16,-4 2-3 0,1 3-2 0,-2 1-8 0,-3 1-6 15,0 1-9-15,2 1-16 0,-4 1-16 0,1 0-12 16,-4 2-3-16,11 3-11 0,-6 0 5 0,0 2 10 16,-2 0 10-16,5 1-8 0,-4 5 4 0,1-1 10 15,0 3-2-15,0 2-1 0,0-1-10 0,-1 0 23 16,0 1-7-16,1-1 2 0,-2 3 2 0,-2-1-5 16,3-5 6-16,-4 0-6 0,5-2 7 0,-5-4 0 0,1 2 4 0,2-2 8 15,-3-2 8-15,1 0 37 0,-1 3 32 0,0-6 40 16,4 4 25-16,-4-4-13 0,0 0-13 0,8-13-16 15,-2 4-9-15,4-5-8 0,-3 3-11 0,3-4-8 16,1-1-9-16,0 0-5 0,1 0-11 0,0 3-2 16,-1-4-6-16,0 4-7 0,-3 4-2 0,0 2-3 15,-3 0-4-15,1 0-6 16,-4 4-12-16,4-2-18 0,-2 3-27 0,-3-1-22 16,2 1-8-16,-3 2 1 0,0 0-3 0,12 4-4 15,-6-1-16-15,2 2-16 0,-1 1-27 0,2 3-11 16,5 1-21-16,-2 2-16 0,-3-3-17 0,2 3-25 15,2 0-22-15,-4-3-29 0,1-1-26 0,-1 0-321 16,0-2-676-16,0 0 299 0</inkml:trace>
  <inkml:trace contextRef="#ctx0" brushRef="#br0" timeOffset="-109061.04">19432 11451 101 0,'-2'-3'249'0,"2"3"-5"0,0-4-7 16,0 4-5-16,0 0-3 0,-4-4-12 0,4 4-8 15,0 0-12-15,0 0-20 0,0-4-14 0,0 4-13 16,0 0-13-16,0 0-13 0,0 0-9 0,0 0-9 15,0 0-12-15,0 0-7 0,0 0-12 0,9-2-4 0,-2 2-11 16,4-2-1-16,-1-1-7 0,3 0-8 0,6-1-1 16,3 1-5-16,-3-2-4 0,11-1-4 0,-11 0-3 0,8-3-2 15,-2 0-2-15,1 1-3 0,-7-1-5 0,7-1 0 16,-5 0 0-16,-2 0-2 0,-2 2 2 0,-1-3-1 16,-1-1-3-16,-1 1-4 0,-3-2-3 0,-3 3-5 15,3-2-6 1,-6 2 1-16,-2 0-8 0,-2 3 17 0,1-1-15 15,-5 0-8-15,-1 2 4 0,-5-1 2 0,0 3-3 16,-1 1-2-16,-4 3 4 0,1 3 1 0,-5-3 0 16,-1 8-1-16,0-2 2 0,1 2 4 0,0-1-2 0,3 4 0 15,0 0 3-15,1 1-3 0,1 0 2 0,2 2 1 16,5-2-1-16,1 1 3 0,3 2 3 16,2-4 2-16,3-1 1 0,6 7-4 0,1-5 5 0,5 1 3 0,6-5-4 15,6 2 3-15,4-1-4 0,3-3 14 0,2-4-13 16,4-2 0-16,10-2 5 0,-15-4-4 0,5 4 1 15,-4-7-1-15,-4 1 6 0,0-3-3 0,-2-2-1 16,-3-2 4-16,1-2 16 0,-6-3 7 0,-3 1 3 16,-2-1 11-16,-1-5-8 0,0 0-2 0,-5 0 17 0,3-5-16 15,-5 1 1 1,1 0-3-16,-2 0 3 0,2 3 2 0,-6 6 8 16,1 3 19-16,-2 6-5 0,-2-1 5 0,2 2-4 15,-1 2-10-15,-2 1-8 0,3 1-8 0,-1 2-28 0,-1 1-43 16,-1 3 2-16,0 0-11 0,0 0 7 15,-1 17-1-15,-4-2 4 0,0 11 2 0,1-2 3 16,0 5 5-16,-1 1 0 0,5-1 6 0,-2 1 2 16,0 1 3-16,2 2 4 0,-1-4-5 0,4-2 5 0,-1-2 3 0,-1-4-2 15,1-5 2-15,0 1-1 0,-2-2 2 0,4-2 5 16,-6-4 0-16,2-1-4 0,2-2 6 0,-2 0-3 16,0 0 2-16,0-2 6 0,0 0-1 0,0-1 2 0,0-3 1 15,0 5 2-15,0-5-6 0,0 0-5 16,0 0-10-16,0 0-25 0,-14-7-25 0,7 3-18 15,-4-1-17-15,1-3-7 16,-7-1-9-16,3 0-6 0,-5 0-2 0,4-2-2 16,-4 2 12-16,-7 0 14 0,8-1 6 0,-1 0 14 15,-1 2 12-15,-6-1 3 0,8 3 17 0,0 0 9 16,2 1 16-16,2 2 16 0,2 0 12 0,3 0 14 16,0 0 12-16,4 3 4 0,0-3 5 0,5 3 11 15,-8-1-2-15,2-2-2 0,6 3-1 0,0 0-3 16,0 0-9-16,15-2 0 0,-2-1-4 0,8 0-4 0,9 1 2 0,2-2 2 15,5-3-11-15,14 2-2 0,3-1-3 0,-16 1-2 16,1 1 0-16,0-1-3 0,-3 0-2 0,-4 0 2 16,-1 1-4-16,-3-1 2 0,-10 2-5 0,0-1 3 15,-7 0 2-15,-1 3 5 0,-2 1 7 0,-2-3 5 16,-1 3 2-16,2 0-9 0,-7 0-1 0,6-3 11 16,-6 3-19-16,3-2-9 0,-3 2-12 0,0 0-13 0,0 0-13 0,0 0-15 15,0 0-13-15,-17-3-15 0,17 3-21 0,-10 4-19 16,10-4-34-16,-9 1-48 0,1 0-245 0,8-1-481 15,-9 0 213-15</inkml:trace>
  <inkml:trace contextRef="#ctx0" brushRef="#br0" timeOffset="-108259.9">20654 11027 29 0,'2'-8'336'0,"0"2"-19"16,-2 3-17-16,3-1-29 0,-2 1-25 0,1 1-29 16,-2 2-23-16,0 0-19 0,3-5-23 0,-3 5-13 0,0 0-15 0,5 11-19 15,-3-4 1-15,-1 6-19 0,0 2-13 16,-1 4-7-16,1 5-2 0,-3 3-14 0,-2 0-2 16,-1-1-7-16,-3 5-4 0,2-2-5 0,-3-1-4 0,1 0-2 15,2-1-4-15,-2 1-2 0,-1-3-2 0,4-7-1 16,1-7-2-16,3 1-1 0,-2-2-3 0,-2 0 4 15,4-6 3 1,1 2 26-16,-1-2 34 0,1 0 40 0,-3-1 43 0,3-3 23 16,0 0-6-16,0 0-18 0,0 0-11 0,13-7-20 15,-7 0-14-15,5-3-11 0,1-2-10 0,1 1-13 16,1-5-10-16,0 3-6 0,-2-3-2 16,3 5-13-16,-3 0-10 0,-2 1-1 0,-1 3-11 0,-3 0 9 15,1 3-8-15,-4 0-6 0,2 0-3 0,-1 1-21 16,0-1-17-16,-4 4-25 0,5-2-15 0,-5 2-10 0,8 1 0 15,-8-1-4-15,10 4-14 0,-5 1-12 0,3 2-10 0,1-1-13 16,1 1-7-16,0 2-11 0,7 0-8 0,0 3 3 16,4-6-1-16,5 5-11 0,-2-4-10 15,6 0-11-15,0-3-7 0,-3-2-9 0,4-2 6 16,-3 0 16-16,0-2 21 0,3-1 16 0,-1-4 17 0,-3 0 21 16,-8 0 31-16,-1-1 26 0,1-2 25 0,-3-1 31 0,-5-1 19 15,2 1 17-15,-3 2 22 0,-5 0 12 0,2-3 17 31,-4 4-14-31,-1-2 2 0,-1 3-13 0,-1 1-7 0,0-2-6 0,-3 3-2 0,0-2-10 0,-1 2-11 16,-3 2-5-16,-4-1-1 0,1 2-6 0,-4 2-6 16,-2 1 2-16,-3 4-3 0,1-2-4 0,0 6-9 0,0-1 0 31,1 1 1-31,-1 3-4 0,1 0-1 0,1 0 0 0,3 1-4 16,1 1 4-16,5-1-1 0,-1 3-2 0,3-4-2 15,2-4 4-15,3 4 1 0,3 0-1 0,-1-2 1 16,5-2-2-16,2 0 3 0,2 0 2 0,2-3-1 0,7-1-3 15,8-3 4-15,-5 1-4 0,-5-4-4 16,5-2 4-16,-1 2 4 0,-4-2-3 0,1-4 10 0,-7 4 6 0,4-4 16 16,-4 0 3-16,2-2-1 0,-7-1-8 0,4-2 5 15,-5 3-8-15,0-2-5 0,-3 1-1 0,-1-2-8 16,-2 1 0-16,-1 0-6 0,-3 3 2 0,-3-3-6 16,0 5-2-16,-4 0-7 0,-1 1 8 0,-3-1-3 15,1 4-16-15,-4 2-7 0,0-2-4 0,5 6-19 16,-2-3-13-16,6 1-15 0,0 3-12 0,-1 1-11 15,2 2 1-15,4-1 6 16,4 2-3-16,4 0-15 0,4 1-18 0,6 3-23 16,1 0-22-16,10 0 2 0,4-1-25 0,4 0-217 15,3-6-441-15,4 1 196 0</inkml:trace>
  <inkml:trace contextRef="#ctx0" brushRef="#br0" timeOffset="-107727.15">21873 11329 59 0,'17'-10'166'0,"-2"1"15"16,-6 0 4-16,-1 0 4 0,-3-2 6 0,1 2-2 0,-4-1-15 0,-4-2-16 15,-1 2-13-15,-1 0-18 0,-4-1-10 0,2 3-14 16,-6-1-6-16,2 4-14 0,-7-2-8 0,-2 0-9 16,1 4-9-16,0 2-6 0,-1 0-3 0,-4 2-6 15,4-1-3-15,0 3-8 0,-4 2-2 0,4 1-3 16,-7 2-7-16,2 3-2 0,6-1-1 0,3-1-3 16,-2 3-1-16,4 0-3 15,2-2-1-15,2 0-1 0,1 1 0 0,6 0-2 16,-2-1 2-16,4 1-3 0,0-3 10 0,2 2-10 15,4 0-2-15,4-3 4 0,1-1-1 0,5-1-1 16,1-2-2-16,2-3 1 0,0 0 1 0,2 0 0 16,1-5 0-16,-3-3-2 0,0 1 2 0,7-8-1 15,-11 4 0-15,0-3 3 0,0 0 11 0,-4-2 13 16,-1-1 11-16,3-5 5 0,-8 2-1 0,5-4 2 0,-2-2 24 16,-3-2-13-16,-1 1 8 0,2-3 4 0,-2-1 10 0,-3 2 9 15,6-1 1-15,-6 1-1 0,3 4-6 0,-3 7-2 16,3-4-2-16,-4 12 1 0,3 0 2 0,-3-1-4 15,1 3-11-15,0 1-6 0,-1 2-6 0,4 0-7 0,-4-2-5 16,0 5-11-16,1-4-33 0,-1 4 3 16,0 2-53-16,0 0-7 0,0 0 1 0,0 0 6 0,0 13 4 15,0-1 9-15,0 4 3 0,-1 2 1 0,-3 2-2 16,3 8 6-16,-3-1 1 0,-1 5 5 0,1-2 3 0,0-1 3 16,-1 3 0-16,3-2 0 0,-1-3 3 0,-1 1 5 15,1 0-5-15,0-5 1 0,0-2 9 0,2-4-3 16,1-1 1-16,-2-3-1 0,0-2 1 15,2-2 0-15,0-2-4 0,0-1 5 16,-2 1-3-16,2-3-1 0,2 2 19 0,-2-3-13 16,0 0 6-16,0-3 9 0,0 8 9 0,0-8 3 15,4 3 23-15,-4-1 11 0,7 0-5 16,5 0-4-16,6-4-4 0,10 0-9 0,7-3-31 0,3 1-80 16,0-6-106-16,13-3-181 0,3-6-303 0,-4-5-716 15,4-8 317-15</inkml:trace>
  <inkml:trace contextRef="#ctx0" brushRef="#br0" timeOffset="-103289.98">22592 11285 179 0,'-2'1'354'0,"2"-1"-31"0,0 0-29 0,0 0-29 15,0 0-30-15,0 0-21 0,0 0-26 0,-2 4-28 16,2-4-39-16,0 0-39 0,0 0-40 0,0 0-41 15,0 0-46-15,-4 3-45 0,4-3-56 0,0 0-70 16,0 0-112-16,0 0-353 0,0 0 157 0</inkml:trace>
  <inkml:trace contextRef="#ctx0" brushRef="#br0" timeOffset="-102488.95">23520 10835 3 0,'0'-7'278'0,"0"1"-12"16,2-1-11-16,-2 2-15 0,1 0-8 0,0 0-16 0,1-1-9 0,-2 2-4 15,1 0-9-15,-1 4-5 0,0-7-14 0,0 4-9 16,1 0-16-16,-1 3-9 0,0-5-20 0,0 5-14 15,0 0-10-15,0-4-12 0,0 4-17 0,0 0-17 16,0 0-24-16,0 0-9 0,0 0-1 0,0 0-5 16,0 15 3-16,-1-5-7 0,0 6 1 0,-2 1 3 15,0 4-6-15,0 4 1 16,-4 4 2-16,4-2-6 0,-1 1 0 0,0-1 0 16,1 2-18-16,1 0 7 0,-3-2-2 0,1-1-1 15,1-1 15-15,-1-5-12 0,-1-2 0 16,1-2 0-16,2 1 0 0,-1-6 2 0,1 2 2 0,-1-5 0 15,2 0-1-15,0 0 4 0,-2-3-3 0,2-1 5 16,-3 0-1-16,4 1 2 0,0-2 1 0,0-3-1 16,-1 7 4-16,1-7-6 0,-3 2 15 0,3-2 5 0,0 5 2 0,0-5-3 15,0 0 1-15,-1 3 2 0,1-3-4 0,0 0-4 16,0 0-1-16,0 0 0 0,0 0 0 0,0 0-5 16,0 0 0-16,0 0-2 0,0 0 2 15,0 0-2-15,0 0 1 0,0 0-1 0,0 0-2 0,1 5-3 16,-1-5 4-16,0 0 0 0,0 0 0 0,0 0-1 15,0 0 1 1,0 0-2-16,0 0 1 0,0 0 1 0,0 0 0 16,0 0 1-16,0 0 1 0,0 0-3 0,0 0 4 15,0 0 11-15,0 0 2 0,0 0-1 0,0 0 5 0,0 0 0 16,0 0-2-16,0 0-4 0,0 0 1 16,14-4-8-16,-1 3 2 0,5-3-1 0,9-1-3 15,3-1-2-15,4 2 3 0,-3 1-4 0,3-1 0 16,-5-2-6-16,0 1 4 0,-7 3-6 0,-3-1-6 0,2-1-4 0,-4 3-17 15,-3-1-10-15,-7 1-13 0,2-3-12 0,-3 3-15 16,1 1-11-16,-7 0-8 0,6 0-6 0,-6 0-8 16,0 0-17-16,0 0-16 0,0 0-28 0,-28-3-47 15,17 6-36-15,-1-3-160 0,-2 0-448 0,4 0 198 16</inkml:trace>
  <inkml:trace contextRef="#ctx0" brushRef="#br0" timeOffset="-101380.68">24062 11200 113 0,'0'0'228'15,"0"0"-19"-15,0 0-11 0,-6-3-10 0,6 3-10 16,0 0-16-16,0 0-11 0,0 0-17 0,0 0-13 0,0 0-10 0,15-5-13 16,-8 2-12-16,5 0-6 0,4-3-10 0,2 5-8 15,1-6-4-15,3-1-5 0,3-1-7 0,-5-1-3 16,6 0-7-16,-3-3-2 0,-5 4-3 0,-1-3 0 15,-1 0-6-15,-3 1-1 0,1-3 5 0,-5 6 13 16,-1-1 20-16,0-1 11 0,-2 3 15 0,-2 0-3 16,-1 2-7-16,0-1-8 0,-2 0 5 0,-1 1-25 0,-1 1-6 0,-3 1 0 15,-1 1-10-15,-2 0-5 0,-5 1-6 0,0 1 1 16,-3 1-8-16,-2 4 0 0,-2 1-4 0,0 0 5 16,2 4-11-16,0 1 1 0,1-2-6 0,0 4 2 15,3-1-4-15,1 2 0 0,3-1 2 0,0 0 0 16,3 2 3-16,5-6-1 0,2 4 7 0,3-4-12 15,1 3 3 1,7-1-3-16,3-2 6 0,3 1 0 0,11-3-4 0,2 0-6 16,3-3 4-16,-2-2-11 0,4-3 3 0,0-2 0 15,-2-3-1-15,0 0 3 0,-4-5-2 0,0 1 2 16,-4-2 2-16,-3-3 15 0,-3 0-5 0,-5 2 15 16,-1-3 3-16,-3-1 10 0,2-6 5 0,-1-2 2 15,-3 0 6-15,-3-2-16 0,-1-1 5 0,0-1 6 16,-1 1 12-16,-3 0 1 0,2 2 11 0,-3 7 8 0,0 2 4 15,-3 0 5-15,3 5-12 0,0 2-16 0,0 3 1 0,-1-1-7 16,1-1-18-16,-4 6-36 0,4 1-18 0,0 2 1 16,0 0 5-16,-5 14-1 0,4-2 1 15,-3 5 0-15,-2 10 8 0,0 3-5 0,3 2 3 16,-2 0 1-16,2 2-1 0,1 1 9 0,0-2-3 0,2 1-2 16,0-4 5-1,4-1-6-15,-4-3 5 0,1-6 0 0,1-3 3 16,1-1 1-16,1-3 0 0,-4-5-1 0,1 2 3 15,2-4-3-15,-3 2 8 0,1-4-4 0,-1 1 5 0,0-4 1 16,2 4 0-16,-2-5 3 0,2 6 17 16,-2-6-31-16,0 0 9 0,0 2-12 0,0-2-10 15,0 0-18-15,0 0-19 0,0 0-24 0,0 0-68 16,0 0-104-16,0 0-358 0,9-13-657 0,-5 7 290 0</inkml:trace>
  <inkml:trace contextRef="#ctx0" brushRef="#br0" timeOffset="-101033.53">24547 11032 134 0,'-7'1'264'0,"7"-1"-7"16,-10 2-11-16,10-2-10 0,-5 0-6 0,5 0-7 15,-5 2-13 1,5-2-23-16,0 0-19 0,0 0-16 0,0 0-10 0,33-4-18 16,-11 1-8-16,5 2-16 0,7-3 2 0,0 0-20 15,2-2-12-15,3 2-5 0,12-2-4 0,-13 2-9 16,-3-2-7-16,-1 1 0 0,-3 1-8 0,-11 2 4 16,-2 0 13-16,-8-1 11 0,1 2 11 0,-3-1 0 15,-1 1-8-15,-2 1-4 0,-5 0-1 0,9-3-17 16,-5 3-3-16,-4 0-17 0,0 0-29 0,4-3-40 0,-4 3-40 15,0 0-36-15,0 0-50 0,-21 0-56 0,13 0-91 0,1 3-186 16,1-3-545-16,6 0 241 0</inkml:trace>
  <inkml:trace contextRef="#ctx0" brushRef="#br0" timeOffset="-98712.6">25927 10810 84 0,'1'-9'267'0,"-1"-2"-17"0,1 5-12 0,-1 0-18 16,2 1-11-16,-2-1-19 0,1 1-13 0,0 2-20 0,-1-1-15 0,0 4-15 16,1-6-16-16,-1 6-8 0,0 0-20 0,0 0-9 15,0 0-11-15,4 12-5 0,-1-2-6 0,-6 3-9 16,3 4-4-16,0 0-4 0,-2 8-1 0,-2-5-6 16,1 9-2-16,1-2-12 0,-2 1-5 0,4-3 1 0,-3 2-1 15,2-7-1-15,1 0 0 0,0 0-2 0,1-3 1 0,1-4-2 16,-1-4 0-16,0 3 2 0,2-5 5 0,-2-2 11 15,0 1 27-15,1-2 30 0,-1 0 31 0,1-1 29 16,-2-3 8-16,14-3-10 0,-5 1-9 0,5-5-5 31,-1-3-16-31,5-2-6 0,-4 0-14 0,1-2-1 16,6-6-7-16,-3 0-12 0,-1-1-3 0,-1 2 0 16,-2-4-15-16,1 0-1 0,0 3 1 0,-4 1 13 15,-1 4-6-15,-3-1 1 0,1 1-2 0,0 0 3 0,-5 5-1 0,1 2 2 16,-2 1-3-16,-1 3-4 0,3-1-4 0,-4 1-4 15,2 0-9-15,0 3-8 0,-2 1-3 0,0-7-9 16,0 7-13-16,6-3-13 0,-6-1-16 0,0 4-21 0,0 0-6 16,0 0 1-16,0 0 17 0,0 0-9 0,0 16 3 15,-5-9-2-15,4 2 11 0,1 2 0 0,-4 1 9 16,0 0-3-16,3 4 6 0,-3-1 4 0,2 2-8 0,-1-2 9 16,1 2 3-16,0-3 1 0,0 4 4 0,2-3-4 15,-2 1 3-15,2-5 0 0,-2 1-2 0,2-2 2 16,0-2 3-16,0 4-5 0,-2-4 6 0,2-3 2 15,0 2 0-15,0-2-3 0,0 1 6 0,0-3-5 16,0 2 0-16,0-5 5 0,0 7 3 0,0-7 4 16,0 5-2-16,0-5 3 15,0 4 0-15,0-4 5 0,2 3-7 0,-2-3 12 16,8 0-6-16,3 0 8 0,8-2-21 16,8-3-41-16,5-5-58 0,6-2-66 0,17-8-90 0,1-4-144 15,6-1-250-15,17-12-703 0,-24 12 312 0</inkml:trace>
  <inkml:trace contextRef="#ctx0" brushRef="#br0" timeOffset="-98273.18">26950 10545 170 0,'0'-2'271'0,"1"-1"-26"15,-1 3-28-15,2-5-22 0,-2 5-24 0,0 0-18 16,0 0-16-16,-9 10-16 0,0 1-11 0,-3 3-15 0,-4 10-10 0,-1 3-11 16,-1 5-11-16,-6 10 0 0,9-8-3 0,-4 13-10 15,8-13-6-15,2 0-2 0,5 1-1 16,-2 0-16-16,6-1 3 0,6-1 0 0,3-2-4 15,2-1 1 1,5-5 2-16,-2-2-10 0,8-3-27 0,1-2-42 0,0-4-60 16,3-3-89-16,-6-7-167 0,-1 0-399 0,0-4 177 15</inkml:trace>
  <inkml:trace contextRef="#ctx0" brushRef="#br0" timeOffset="-97800.34">27114 10800 12 0,'1'-6'318'0,"2"2"-21"15,-2-1-34-15,0-1-27 0,4 3-24 0,-1 0-24 16,1 1-19-16,0-1-21 0,2 2-15 0,-2-2-14 16,1 3-10-16,3 3-14 0,-2-2-12 0,2 4-9 0,-1 1-8 15,-2 3-7-15,1 0-6 0,0 1-6 16,-2 2-5-16,-3 0-6 15,1 5-5-15,-1-1-4 0,-4 0 0 0,-1 1-1 16,-3 0-6-16,1 2 1 0,-4-4-2 0,1 1 0 16,-1-1-7-16,2 0 3 0,-1-6 0 0,3 1-2 15,1-4 4-15,-2 2 3 0,3-6 3 0,-1 2 10 16,3 0 20-16,-2 1 26 0,2-3 44 0,1-2 36 16,0 0 12-16,-4 3 3 0,4-3-12 0,0 0-23 15,9-12-12-15,-1 5-10 0,5-7-16 0,1 1-11 0,7-6-6 0,0 0-11 16,-1-1-15-16,1 0-10 0,0 1-1 0,0-2-8 15,-6 9-5-15,1-1-2 0,-4-1-1 0,0 2-6 16,-3 4-3-16,-3 2-3 0,2-2-1 0,-4 5-2 16,1 1-13-16,-1-2-9 0,-1 1-13 0,0 1-21 0,-3 2-36 15,4-3-19-15,-4 3 10 0,0 0 12 0,-2 10 5 16,0-1 3 0,-1 1 11-16,-2 3 4 0,0 3 5 0,1 1 6 0,-2 4 3 0,2 2 3 15,-1-5-10-15,-1 0-6 0,2 1-18 0,1-2-24 16,1-2-22-16,-2 0-19 0,1 1-38 0,2-2-36 15,0-6-62-15,-2 4-269 0,2-5-581 0,-2-3 257 0</inkml:trace>
  <inkml:trace contextRef="#ctx0" brushRef="#br0" timeOffset="-97537.84">27718 10929 43 0,'0'0'291'0,"0"0"-22"16,2-3-24-16,-2 3-23 0,0 0-21 0,0 0-26 15,0 0-19-15,2-4-19 0,-2 4-30 0,0 0-12 16,0 0-9-16,0 0-9 0,-8 12-5 0,7-6-12 16,-5 1-7-16,-2 3-1 0,2 0-9 0,-1 0-3 15,-2 3-1-15,-1 2-7 0,2-1-7 0,-1-1-12 16,0 2-18-1,-1 0-29-15,0-1-22 0,1-1-29 0,-1-5-58 16,1 0-226-16,1 0-399 0,2-4 177 0</inkml:trace>
  <inkml:trace contextRef="#ctx0" brushRef="#br0" timeOffset="-96907.83">27909 10647 184 0,'2'-4'237'0,"-2"0"-25"15,0-1-20-15,0 5-22 0,5-5-16 0,-5 5-21 16,1-3-11-16,-1 3-13 16,0 0-13-16,9 7-7 0,-5-1-11 0,-2-1-6 15,0 3-11-15,3 1-1 0,0 4-7 0,-1-2-9 16,1 4-1-16,-1 0-4 0,1-1-8 0,-1-2-3 15,0-1-9-15,2-2-2 0,-1 1 0 0,-1-2-3 16,0-2-1-16,1-1 0 0,-1-2-6 0,2 0 1 16,-2-2-1-16,-4-1 4 0,9-4-5 0,0 1 0 15,0-6 3-15,-1 2 4 0,-2-3 2 0,-1 0 3 0,2-2 4 0,2 0 5 16,-4 4-2-16,0-4 12 0,1 0 10 0,-1 3 5 16,2-1 1-16,-5 3 9 0,1 0-5 0,-1 2-3 15,0-2-4-15,0 4-2 0,-1 0-1 0,3 0-21 16,-4 3-17-16,0 0-6 0,0 0 3 0,0 0-4 15,2 11-3-15,-2 1 1 0,2 3 0 0,-2 4-1 16,-2 8 3-16,4 2 6 0,-2 3-2 0,-4-2 0 0,0 4 2 0,3 2 3 16,-3-3-6-16,-1 2 4 0,1-3 0 0,-1 1-4 15,0-5 1-15,1 2-2 0,1-5 0 0,-1-7 2 16,0 1-3-16,-1-5-1 0,-2-2 0 0,5-1-1 16,-2-7 3-16,1 5-2 0,0-4 5 0,-1-2 6 15,0-1 6-15,-2-2 13 0,-1 2 24 0,7-2 13 16,-9-7 10-16,4 4 16 15,0-6-3-15,0-1-4 0,0-1 1 16,2-2-7-16,3-6-10 0,0 0-1 0,7-8-9 0,0 0 0 16,5-3-11-16,1 2-5 0,3-1-2 0,1 3-10 15,1-1 2-15,-1 5-7 0,0 4 1 0,-5 2 2 16,-5 6-10-16,2 1-3 0,-1 1-1 0,-2 0-2 16,-2 4 1-16,1-1 0 0,-1 0-9 0,0 1-1 15,-3 1-2-15,3 1-43 0,-4-2-25 0,0 4-32 0,0 0-11 16,0 0 11-16,0 0-2 0,0 0-17 0,0 0-31 15,-5 11-16-15,1-5-37 0,0 0-32 0,0-2-73 0,3 2-181 16,-1-4-524-16,2-2 232 0</inkml:trace>
  <inkml:trace contextRef="#ctx0" brushRef="#br0" timeOffset="-96691.46">28360 10894 275 0,'0'0'285'0,"0"0"-20"0,0 0-29 15,0 0-25-15,0 0-23 0,0 3-21 0,0-3-19 0,2 8-14 0,-2-2-14 16,0 1-10-16,0 1-11 0,0 4-9 0,-2 0-7 16,-1 5-8-16,-1 0-13 0,-1 0-14 0,-1 3-20 15,-2-2-25-15,-3 1-21 0,-4 1-40 0,4-5-47 16,2-3-63-16,0-2-212 0,2-3-412 0,-1-1 183 15</inkml:trace>
  <inkml:trace contextRef="#ctx0" brushRef="#br0" timeOffset="-96172.97">28605 10662 109 0,'0'0'285'0,"0"-2"-24"0,0 2-22 0,0 0-27 15,0-5-22-15,0 5-24 0,0 0-15 0,0 0-18 16,0 0-10-16,0 0-16 0,0 0-13 0,0 0-9 16,4 14-7-16,-2-5-9 0,-2 2-3 0,-2 0-10 15,2 4-3-15,-4 2-7 0,0 0-1 0,3 1-6 0,-3-1-5 0,-2 1-2 16,-1-1-1-16,-2-1-4 0,2-2-3 0,0 1-2 15,0 0-3-15,0-5 1 0,1-2-2 0,-1 3-2 16,2-5 0-16,0 1-5 0,0-2 0 0,1 2 1 16,1-2-1-16,-1-3-3 0,1 4 0 0,0-4 8 15,1 2-10-15,1-1-1 0,1-3-1 0,-3 5 2 16,3-5 0 0,0 0 2-16,-3 3 6 0,3-3 6 0,0 0 3 15,-2 4 13-15,2-4-10 0,0 0-2 0,11 1-3 0,-3-1-1 16,6-1-1-16,3-1-4 0,3 2-2 0,-2-1 3 15,4 1-4-15,6-1 0 0,0-1-1 16,-1 1 0-16,-5-2-4 0,-3 3 1 0,0-2-3 16,-6 2 1-16,-3 0 4 0,-2-2-2 0,-1 1 2 0,1 1 0 15,-2 0 5-15,-6 0 2 0,9-1-1 0,-9 1-1 0,0 0 2 16,5-1-9-16,-5 1-1 0,0 0 5 0,0 0-2 16,0 0-9-16,0 0-7 0,0 0-6 0,-19 5-22 0,19-5-20 15,-11 0-21-15,4 0-25 0,7 0-34 0,-12 0-48 16,7 0-64-16,-3-2-189 0,1 1-472 0,2-3 209 15</inkml:trace>
  <inkml:trace contextRef="#ctx0" brushRef="#br0" timeOffset="-95821.32">28521 10877 124 0,'-10'0'284'0,"10"0"-5"0,-4 1-8 0,4-1-9 16,0 0-10-16,0 0-7 0,0 0-13 0,-7 1-11 16,7-1-14-16,0 0-27 0,0 0-1 0,0 0-24 15,0 0-21-15,26-5-10 0,-10 3-15 0,7-2 6 0,5 3-28 16,3-3-7-16,1 1-12 0,4-2-9 0,-2 3-4 0,5-1 0 15,-5 1-9-15,-2-3-6 0,-4 1-6 0,-11 1 2 16,-2 3-3-16,-5 0-4 0,1 0-3 16,-4 0 0-16,0-1 2 0,-1 1-9 0,-6 0-1 0,9-3-2 15,-9 3-7-15,8 0-13 0,-8 0 1 0,4-1-25 16,-4 1-12-16,0 0-8 16,0 0-13-16,0 0-12 0,0 0-19 15,0 0-18-15,0 0-18 0,0 0-23 0,0 0-19 16,-20 3-32-16,20-3-57 0,-7-7-203 0,3 4-500 15,1-2 222-15</inkml:trace>
  <inkml:trace contextRef="#ctx0" brushRef="#br0" timeOffset="-95404.57">28968 10529 177 0,'3'-1'207'0,"-3"1"-22"0,0 0-22 0,13 7-15 15,-3 2-13-15,5 4-8 0,-2 0-10 0,8 9-5 16,-3 3-7-16,4 5-7 0,2 12-4 0,-1-1-2 16,-5 3-13-16,-8-8-5 0,-2 10-8 0,-5-9-8 15,-2-1-5-15,-5 0-4 0,-3-2-6 0,-4-3-6 16,1 3 3-16,-7-5 4 0,-1-3 4 0,-2-3-3 15,-2-2-2-15,3-4 3 0,-3 0 0 0,-1 0 0 0,7-8 1 0,-2 1 0 16,1-4 1-16,4 1-3 0,2-3-5 0,1-1-3 0,-1 1-3 0,6-1 8 16,-1 0-3-16,2-2 7 0,-1 2 10 0,3-1 4 15,2-2 8-15,0 0 4 0,-4 3 9 0,4-3 13 16,0 0-13-16,0 0-7 0,-3 3-5 0,3-3-6 16,0 0-4-16,0 0-3 0,0 0-11 0,0 0-4 15,-4 2-3-15,4-2 0 0,0 0-6 0,0 0-6 16,0 0 8-16,0 0-35 0,0 0-20 15,0 0-26-15,0 0-29 0,0 0-32 0,0 0-67 0,0 0-92 16,0 0-299-16,-4-9-613 0,4 5 271 0</inkml:trace>
  <inkml:trace contextRef="#ctx0" brushRef="#br0" timeOffset="-91777.07">29750 10780 79 0,'0'0'161'0,"0"0"-6"0,0 0 5 0,0 0-9 16,0 0-1-16,0 0 0 0,0 0-5 0,0 0 2 15,0 0-7-15,0 0-4 0,0 0-8 0,0 0-6 0,0 0-4 16,0 0-4-16,3-6 0 0,-3 6-7 0,0 0-2 16,0 0-9-16,0 0-4 0,0 0-8 0,0 0-9 0,0 0-8 15,7-3-10-15,2 1-5 0,3 4-2 0,3-5-9 0,3-1-11 16,9 2-21-16,1-1-26 0,-8-1-28 15,2 3-31-15,-3-1-38 0,9-1-37 0,-7 1-55 16,-3 1-199-16,-4 1-438 0,-2 0 194 0</inkml:trace>
  <inkml:trace contextRef="#ctx0" brushRef="#br0" timeOffset="-91609.93">29774 10908 181 0,'0'0'238'0,"0"0"-14"16,-2 2-16-16,2-2-20 0,0 0-19 0,18-1-17 0,1-4-14 0,11 2-14 15,2 3-14-15,4-4-25 0,1 4-36 0,5-4-37 16,-3 3-46-16,12-6-75 0,-17 2-181 0,2 2-313 16,-3-3 139-16</inkml:trace>
  <inkml:trace contextRef="#ctx0" brushRef="#br0" timeOffset="-90708.03">30719 10634 113 0,'0'0'219'0,"-6"-3"-15"16,6 3-19-16,0 0-14 0,-5-1-18 15,5 1-13-15,0 0-22 0,0 0-7 0,0 0-8 0,0 0-11 16,0 0-4-16,0 0-14 0,0 0-4 0,0 0-11 0,0 0-2 16,0 0-10-16,28-1 1 0,-15-2-6 0,0 3-9 15,4-3-1-15,-5 1-1 0,6-2 0 0,1-1-6 0,-3 0-5 16,0-1 2-16,1 2-2 0,-4-1 6 0,-4 0 13 15,1 0 14-15,-1 2 10 0,-4 1 1 16,1-1-5-16,-4-1-4 0,-1-1-11 0,-1 5-9 16,0 0-9-16,-13-2 0 0,2 0-7 0,-3 3 4 0,-6 4-10 0,-6 2-3 15,-1-1 1-15,-4 4-5 0,1 1 3 0,-4 2-1 16,4 2-4-16,2-1-2 0,1 8-1 0,2-1 3 16,-2 3-1-16,7-1 0 0,2 4 1 0,5-2-3 15,2 0-1-15,5 0 6 0,6-5-6 0,4 4 5 16,8-2-1-16,-2-4 0 0,8 3 0 0,4-6 0 0,1-1 6 15,4-4-7 1,1 0-2-16,1-4 5 0,3-2-7 0,-4-2 6 16,-1-4 0-16,1 2 1 0,-7-4 25 0,-3-1 26 15,-2 1 38-15,-4 2 41 0,-2-3 29 0,0 1 12 16,-2 1 4-16,-3-2 19 0,1-1 0 0,1 2-3 16,-2-1-8-16,-3 1-10 0,2 2-17 0,-1-4-13 15,-1 4-17-15,2-1-14 0,-2 1-13 0,-2 2-7 16,2-3-12-16,-2 3-14 0,4-4-7 0,-4 4-10 0,0 0-21 0,0 0-28 15,2-2-24-15,-2 2-28 0,0 0-26 0,0 0-25 16,0 0 15-16,0 0-2 0,0 14 7 0,-2-6 6 16,-2 3 6-16,2 4 8 0,-4 2 3 0,3 1 20 15,-1 3-2-15,0 1 1 0,0-1-4 0,3-3 5 16,-2-2 10-16,2 1 1 0,-2-5-6 0,2-1 11 16,0-1 2-16,1-1-8 15,-1-2 4-15,-1-3 25 0,2 1-13 0,0 0 8 16,0-1 4-16,-1-1 3 0,1-3 11 0,0 5 14 15,0-5 11-15,1 3 11 0,-1-3 0 0,0 0 1 16,0 0 5-16,2 4-2 0,-2-4-1 0,0 0-4 16,0 0-3-16,0 0-4 0,0 5-5 0,0-5-6 15,0 0-1-15,0 0-5 0,0 0-5 0,0 0-10 16,0 0-23-16,0 0-28 0,0 0-24 0,0 0-32 0,0 0-36 0,-3 3-31 16,3-3-43-16,0 0-59 0,0 0-73 0,0 0-381 15,-12-2-775-15,12 2 344 0</inkml:trace>
  <inkml:trace contextRef="#ctx0" brushRef="#br0" timeOffset="-87784.94">4170 13294 30 0,'0'-9'266'0,"-2"4"-20"0,-1 0-26 16,-1-2-19-16,-2-1-21 0,1 3-17 0,-4 1-22 0,0 2-14 15,-1 0-15-15,-7 1-13 0,2 2-12 0,-3 6-7 16,0-1-13-16,1 0-8 0,1 5-3 0,0 1-8 16,1 4-4-16,-4 2 9 0,0 2-4 0,9-3-9 15,-3 0-1-15,7 0-6 0,-2 1-4 0,3-3-2 16,1 1-1 0,1-3-4-16,3-2 1 0,3 1-1 0,1-2-3 0,-1-5 1 15,4 2-2-15,2-3-1 0,1-1 0 0,2-3 3 16,1-3 0-16,8-2 3 0,5-4 7 0,-1-3 4 15,-7 2 9-15,5-7 7 0,-8 7 11 0,1-4 5 16,-1-1 12-16,-3 2-1 0,-1 0 4 0,1-2 2 16,-2 4 5-16,-5 1 0 0,2 2 11 0,-3 1-3 15,-1 0-7-15,1 4-11 0,0-1-11 0,-2-1 3 16,0 2-14-16,1 1-17 0,-3 2-11 0,4-3-19 0,-4 3-25 0,0 0 1 16,0 0-5-16,5 7 3 0,-2 0 2 0,-1-1 5 15,1 4 4-15,2-1-3 0,0 3-6 0,0 0-5 16,4 3-3-16,0-1 1 0,0-3-2 0,0 2 7 15,1-5-1-15,-1 1 3 0,4-1 2 0,-4-3 0 16,0-1 6-16,1-1-2 0,-1 2 3 0,0-5 3 16,1 0 3-16,-1-2 18 15,1-1 20-15,-3 0 16 0,3-4 15 16,-2 5 4-16,-2-5 13 0,1-2 10 0,-1 5 3 0,0-5-6 16,-2 4 4-16,1 1-3 0,-1-3-3 0,-1 3-8 15,-1 0-10-15,3 2-8 0,-4-1-10 0,-1 3-9 16,4-3 0-16,-4 3-18 0,3-2-10 0,-3 2-30 15,0 0-17-15,0 0 4 0,0 0 2 0,4 7 2 16,-2-2 3-16,0 1-4 0,1 2 5 0,-1 1 0 0,2 2 3 16,-1 0 0-16,1 0-1 0,-3-2 5 0,2 1-9 15,2-2-15-15,-1 0 4 0,-3-2 5 0,3-2 5 16,0 3 4-16,-3-4 2 0,4 0 0 0,-4 0 11 0,-1-3 5 16,8 0 3-16,0-1 13 0,-3-3 3 0,5-2 5 15,-1 0 2-15,0-2-1 0,2 0-5 16,1-2 12-16,-2-2-23 15,4 1 8-15,-6 1-2 0,0 0-1 0,2 1 8 16,-4 0-11-16,1 1-4 0,-2 3-3 0,-1-2 1 0,-2 2 0 16,3 2-4-16,-4 1-7 0,2-1-9 0,1 1-29 15,-4 2-34-15,5-2-26 0,-5 2 13 16,0 0 7-16,9 4 9 0,-6 1 19 0,5 5-8 16,0-3 8-16,5 4-6 0,5-1-9 0,-3 1-9 0,12 3-8 15,4 0 2-15,6-4 3 0,13 0-1 0,-10-2-5 0,16-1 1 16,-3-3-7-16,3 1 2 0,-2-5 6 0,-4 0 3 15,-8-5 8-15,-4 1 7 0,-2-1 3 0,-3-2 7 16,-2-1 6-16,-8-1 7 0,-4 1 10 0,-10-1 39 16,4 3 46-16,-6-4 13 0,-1 2-1 0,-5-4-7 15,-1 2-9-15,-4-3-4 0,-6 0-2 0,-3 0-9 16,-6 1 1-16,-7-1-5 0,-7 4-4 0,-3 1-4 0,-1 2-3 0,2 3-2 16,-4 3 3-16,2 0 0 0,0 3-5 0,3 3-4 15,0 2 0-15,1 1 5 0,5 0-7 0,0 2-1 16,10-4-6-16,4 1 1 0,0 1-7 0,5 1-3 15,1 0-2-15,3 0 5 0,3 1 1 0,2-2 2 16,3 4 2-16,9-1 2 0,2 0-1 0,4-4 2 16,10 3 2-16,0-3 0 15,7-3-6-15,-1-3-2 0,3 0-3 0,-4-4-1 16,3-3 2-16,-4-1-2 0,1-4 4 0,-3 2 1 16,-3-6 2-16,-2-1 30 0,-6-2 30 0,0-1 35 15,-7 1 39-15,2-6 0 0,-6 5 13 16,-2-7-10-16,1 1 9 0,-4-6-7 0,1-2-7 0,-1-1 1 15,-2-1-5-15,-1-12-6 0,-1 13 1 0,-2 2-6 16,3 2 2-16,0 4 3 0,-1 8 0 0,1 2-20 0,0 6-1 16,0-1-9-16,0 4-13 0,0-2-8 0,-3 3-13 15,3 2-13-15,0-2-47 0,0 5-44 0,3-5-38 0,-3 5 0 16,0 0 8-16,0 0 2 0,1 20-10 0,2-5 24 16,-2 5 8-16,3 7 9 0,-4 5 4 15,0 3 8-15,0 0-4 0,-1 14 4 0,-2-3 4 16,3-12 8-16,0 0-19 15,-1-1 20-15,1-2 3 0,0-4-5 0,0 0 6 16,0-9 1-16,0 0 3 0,0-5 2 0,1-1 0 16,-2-3-9-16,1-1 15 0,0-3 2 0,1 1-4 15,-1 0 6-15,0-2 3 0,0-1 30 0,0-3 12 0,0 5 19 16,3-1 15-16,-3-4 2 0,0 0 10 16,0 3 3-16,0-3 3 0,0 0-4 0,0 0-12 15,2 3 4-15,-2-3-8 0,0 0-10 0,0 0-6 0,0 0-5 0,0 0-7 16,4 1-6-16,-4-1-8 0,18-1-11 0,-5 0-35 15,7-2-43-15,11-3-60 0,1 1-67 0,6 0-100 16,16-3-75-16,6-1-121 0,-2-3-360 0,5-3-904 16,21-14 400-16</inkml:trace>
  <inkml:trace contextRef="#ctx0" brushRef="#br0" timeOffset="-87153.49">6426 13092 59 0,'0'-5'368'0,"2"1"-16"0,-2-1-17 15,0 2-21-15,1-1-19 0,-1 4-14 0,3-5-43 16,-3 5-8-16,0-4-36 0,0 4-14 0,1-4-33 16,-1 4-21-1,0 0-13-15,0 0-9 0,0 0-13 0,2 17-13 16,-2-9-2-16,0 3-14 0,1 5 0 0,-1 2-6 15,0 1-29-15,1-1 3 0,1 1-6 0,0 0-5 0,-1-1-2 16,2 0-1-16,-2-2 1 0,3 1-1 0,-2-6-4 16,1 3 2-16,1-4-3 0,-3-3 1 0,0 2-1 15,2-3 3-15,1 1 0 0,0 0-1 0,-3-4 5 16,4 1 22-16,0-3 15 0,0 1 11 0,3-2 7 16,5-2 3-16,-3 0 0 0,3-3 5 0,1 1-2 15,-4-4-2-15,4-1-7 0,1-2-2 0,1-1 0 0,4-5-8 0,-5 2-8 16,1-6-4-16,0-4-5 0,0 4-5 0,-1-1-3 15,-6 5-3-15,0 0 2 0,1 0-6 0,-3-1 1 16,-4 7-4-16,-1 1-3 0,-1 0 3 0,3 1-5 16,-4 4-2-16,0 0-8 0,0 0-11 0,-4 1-12 15,4 4 5-15,-6-5-9 0,-1 5 4 0,7 0-3 16,-15 4 3-16,6 1-5 16,0 2-4-16,0 1-8 0,0-3-10 0,1 4-10 15,1-1-12-15,4 0-3 0,0 1 1 0,0-2-1 16,2 3 8-16,2-4 6 0,4 1 6 0,5 1-11 15,-1-1-23-15,4-4-32 0,1 1-33 0,4-3-42 16,4 1-58-16,8-4-51 0,-9-1-311 0,8-2-655 16,-1-1 291-16</inkml:trace>
  <inkml:trace contextRef="#ctx0" brushRef="#br0" timeOffset="-86914.92">7168 12821 188 0,'0'-3'243'0,"0"3"-24"0,-2-7-21 16,2 7-21-16,0 0-20 0,0 0-16 0,-18 11-15 0,10-1-13 15,-1 5-14-15,0 0-11 0,-5 9-13 0,0 3-2 16,1 2-6-16,4 2-7 0,2 2-7 16,1-1-4-16,4 1-2 0,2-3-5 0,2 1-2 15,2-1-3-15,4-1-5 0,1-2-2 0,1-2 0 16,-1-7-4-16,5 4 2 15,-1-5-3-15,0-2-2 0,2-2-27 0,-1-3-33 16,3-4-52-16,-1-1-66 0,-2-4-213 0,-1-1-396 16,1-1 175-16</inkml:trace>
  <inkml:trace contextRef="#ctx0" brushRef="#br0" timeOffset="-86476.43">7394 13022 208 0,'3'-5'298'0,"-2"2"-22"0,-1-2-16 0,3 2-24 16,-3 3-22-16,5-6-22 0,-1 4-20 0,-4 2-20 15,14-1-15-15,-4 4-16 0,1-1-10 0,2 3-5 16,-3 2-12-16,6 2-7 16,-6 2-2-16,0 3-19 0,-2 0-9 0,2-1-1 15,-5 4-9-15,-1 1-10 0,-4-1-1 0,0 1-4 16,-3 1 8-16,0-4-15 0,-3 5-1 0,-2-3-3 15,-1 0-3-15,0-1-5 0,0-4 1 0,1-1 3 16,-1-3-1-16,3 0 1 0,2-3 3 0,-2 0 6 0,3-1 16 0,-1 0 17 0,2-1 29 16,2-3 41-16,-4 3 35 15,4-3 18-15,0 0 2 0,0 0-21 0,0 0-17 16,4-15-18-16,2 2-12 0,4 1-11 0,0-2-13 16,2-2-8-16,6-5-9 0,0 0-11 0,-2 3-6 0,2 0-14 15,-5 2 4-15,1 7-3 0,-5 0-8 0,-1 1-1 16,-3 2-7-16,-1 1-5 0,1 2-21 0,-2 0-11 15,0-1-22-15,1 2-25 0,-3-3-20 16,-1 5 7-16,0 0-2 0,4 10 3 16,-4-5 12-16,0 2 5 0,-3 3 2 0,2 2 6 0,-4 4-12 15,4-4-17-15,-2 3-16 0,1 2-17 0,-1-2-20 16,-2 2-24-16,4-2-23 0,0-2-29 0,-2-3-24 16,3 2-44-16,0-3-309 0,3-3-623 0,-2-3 276 15</inkml:trace>
  <inkml:trace contextRef="#ctx0" brushRef="#br0" timeOffset="-86267.18">7928 13155 264 0,'3'-3'273'0,"0"-1"-19"0,-1 3-22 16,3-2-17-16,-5 3-21 0,0 0-15 0,0 0-19 15,0 0-17-15,0 0-17 0,0 0-15 0,-10 10-1 0,4-2-20 0,0 1-11 16,-3 3-6-16,-2 3-7 0,2 0-11 0,-1 2 8 15,-3 2-16-15,-1 0-3 0,0-2-4 0,5 2 0 16,-1-4-37-16,-3 0-26 0,4 1-24 0,0-1-28 16,-1-1-26-16,2-4-56 0,3-2-253 0,0-1-444 15,1-5 196-15</inkml:trace>
  <inkml:trace contextRef="#ctx0" brushRef="#br0" timeOffset="-85060.38">8068 13055 49 0,'1'-5'254'0,"-2"-1"-6"0,2 5-12 16,-1 1-11-16,0-9-15 0,0 6-19 0,0 3-21 0,0-3-16 31,0 3-19-31,0 0-14 0,0-4-19 0,0 4-11 16,0 0-13-16,0 0-3 0,0 0-8 0,8 15-7 16,-4-6-6-16,-2 3-8 0,3-2-4 0,1 2-3 0,1 2-10 15,1 1-8-15,1 0-7 0,1-2-9 0,-3-4-9 16,4 5-3-16,0-4-9 0,-2-3-5 0,4 0-6 0,-3-4 3 15,3 1-11-15,-2-4 6 0,2 0 4 0,0-3 6 16,1-4 2-16,3 0-1 0,-6 2-1 0,-2-4 6 16,0 1 10-16,1-6 10 0,0 1 16 0,-2 2 2 15,0 3 9-15,-2-4 7 0,1 0 15 0,-4 3 1 16,3-1 3-16,-3-1 9 0,2 6-2 0,-1-1-8 16,-3 1-2-16,2 0-12 0,0 1-9 0,-1 3-12 15,-2 1-8-15,0 0-3 0,0 0-5 0,5 9-2 0,-5 2 1 0,0 4-1 16,0 6-3-16,-1 6-2 0,1 2-1 0,-5 3-1 15,1-1-1-15,1 3 10 0,-2 1-5 0,-1 0-4 16,-3 1 0-16,1-4 1 0,-2-1-2 0,1 0 0 16,0-3 8-16,-1-2-8 0,1-2 1 0,2-6-1 15,0-2 5 1,-3-6 6-16,6-1-10 0,-1-4 4 0,1 2 5 16,-1 0 12-16,1-1 11 0,0-4 10 0,-2 0 17 15,6-2 20-15,0 0 15 0,-13-9 10 0,7 4 8 16,-1-5 11-16,2 3 15 0,3-4 1 0,-2-5-1 0,4 0-6 15,0-4-13-15,4-7-14 0,2-2-11 0,3-2-10 16,3 2-10-16,-1 0-6 0,3 3-10 0,-2-1-10 16,2 2 5-16,-1 3-10 0,-1 3-4 15,-2 5-4-15,1 2-2 0,-4 3-4 0,0 1-4 0,-1-1-4 0,-2 3-3 0,1 1-1 0,-2 2-5 16,0-1-32-16,1 1-29 0,-1 1-39 0,-3 2-41 16,2-2-34-16,-2 2 12 0,0 0-9 0,0 0-20 15,3 7-18-15,-4 0-25 0,1-4-24 0,0 2-42 16,-2 1-283-16,4-2-619 0,-1 1 275 0</inkml:trace>
  <inkml:trace contextRef="#ctx0" brushRef="#br0" timeOffset="-84843.61">8649 13254 185 0,'0'0'213'0,"0"0"-20"16,4 5-12-16,-4-5-16 0,0 5-8 0,0-1-17 15,-3 6-15-15,2 0-11 0,-3 0-7 0,0 3-8 16,-2 4-13-16,-3-1-18 0,0 1-25 0,0 0-30 16,-5 0-43-16,5 0-68 0,-1-4-196 0,2-4-318 15,3 1 141-15</inkml:trace>
  <inkml:trace contextRef="#ctx0" brushRef="#br0" timeOffset="-84411.19">8933 12975 40 0,'0'0'275'0,"0"0"-21"16,-1-7-16-16,1 7-23 0,0 0-18 0,1-4-22 15,-1 4-19-15,0 0-16 0,0 0-14 0,0 0-14 0,0 0-8 0,0 0-5 16,11 12-15-16,-4-8-6 0,2 6-3 0,5 2-15 16,-3 0-5-16,6 0-1 0,-2 0-7 0,2 1-3 15,3 2-6-15,-2-2-1 0,-4-1-7 0,0-2-4 16,2 2-5-16,-6-3-2 0,-4 1-2 0,2 0-4 15,-3-2 1-15,0 4-5 0,-4-2-1 0,-3-1-2 0,-2 0-2 16,-2-1 3 0,-2 2-1-16,-5 3-3 0,-2-1 3 0,1-3-1 15,-3 0-1-15,-1 3 0 0,4-2-1 0,0 0 6 16,1 0-5-16,3-5-1 0,-1 4-1 0,3-4 0 16,1-1 0-16,2 2 1 0,0-4 0 0,0 2 1 15,3-3-2-15,-1 2 4 0,3-3 1 0,0 4 15 16,0-4 4-16,9 4-5 0,2-4 1 0,2 1-2 15,1-1-3-15,6-1-9 0,0 1-26 0,3-2-36 0,-4-2-40 0,11-1-58 16,-2-3-72-16,-8-1-202 0,-2 3-460 0,2-5 205 16</inkml:trace>
  <inkml:trace contextRef="#ctx0" brushRef="#br0" timeOffset="-84107.16">8916 13227 57 0,'-5'1'299'15,"5"-1"5"-15,-5 1 5 0,5-1-1 0,0 0-14 16,0 0-27-16,0 0-33 16,0 0-29-16,20-9-17 0,-2 4-17 0,3 0-23 15,7-1-11-15,1 1-13 0,3 0-16 0,3 1-12 0,-3-2-12 16,1 1-5-16,-3 0-11 0,-2 3-9 0,-7-1-5 15,-2-1-2-15,-6 3-3 0,1-1 7 0,-5 1-8 16,-4-1-10-16,3 2 8 0,-2-2-12 0,-2 1-30 16,-4 1-25-16,0-4-18 0,0 4-20 0,0 0-20 15,-14-4-28-15,6 4-23 0,-2-1-41 0,10 1-43 0,-14 0-72 16,5 0-183 0,9 0-509-16,-14-2 225 0</inkml:trace>
  <inkml:trace contextRef="#ctx0" brushRef="#br0" timeOffset="-83763.48">9328 12811 42 0,'0'0'209'0,"0"0"-17"0,0 0-9 15,7 15-15-15,4-6-6 0,0 4-10 0,2 3-9 0,2 4-3 0,4 4-8 16,3 2-11-16,-3 4-5 0,2 1-10 0,2 11-10 16,-3 1-6-16,-7-9-11 0,-3-1-6 15,-5 2-5-15,-1 1-12 0,-5 0-2 0,-3-1-9 16,-5-1 0-16,-4-3-6 0,-1-1-2 0,-4-1-4 0,-4-2 1 16,-3-2-4-16,-1-2 0 0,0-4-2 0,0-1-4 0,-2 2-1 15,6-7-2-15,4-3-2 0,1-2 0 0,5-4-4 16,0 1-1-16,1 3-1 0,1-4 6 0,3-1-8 15,3-1 4-15,-2 0-3 0,2 0 7 0,-1 1-1 16,5-3-7-16,0 0-37 0,0 0-66 0,0 0-97 16,17-9-253-16,-4 3-479 0,6-4 213 0</inkml:trace>
  <inkml:trace contextRef="#ctx0" brushRef="#br0" timeOffset="-83062.41">9954 13072 156 0,'0'0'265'0,"0"0"-8"0,0 0-12 15,0 0-16-15,0 0-13 0,0 0-19 0,0 0-20 16,0 0-19-16,0 0-15 0,0 0-16 0,0 0-13 0,19-6-12 16,-9 3-9-16,7 0-12 0,2-2-14 0,0 4-31 0,0-3-43 15,2 3-46-15,0-2-53 0,6 0-62 0,-7 1-221 16,0-3-420-16,-1 2 186 0</inkml:trace>
  <inkml:trace contextRef="#ctx0" brushRef="#br0" timeOffset="-82877.52">9995 13211 226 0,'-3'2'222'0,"3"-2"-7"0,0 0-17 16,17 0-18-16,-4-1-15 0,6 0-19 0,9-2-16 0,6 0-13 0,3-1-28 16,3-1-51-16,10-4-55 0,-12 3-67 0,-2-3-188 15,2 1-292-15,-5 3 129 0</inkml:trace>
  <inkml:trace contextRef="#ctx0" brushRef="#br0" timeOffset="-82344.75">10860 12961 138 0,'0'0'202'15,"0"0"-11"-15,0 0-14 0,0 0-5 0,0 0-21 0,0 0-5 16,0 0-10-16,0 0-13 0,0 0-14 15,0 0-10-15,0 0-9 0,0 0-3 0,0 0-13 16,22 2-7-16,-11-4-10 0,3 2-7 0,0-1-2 0,3-1-4 16,1 0-5-1,1 0-3-15,0-3-7 0,0 0 0 0,-1 3-3 16,-3-3-1-16,-2 1-9 0,1-3-4 0,-5 3-1 16,1-2-2-16,-2-1-4 0,-3 3 7 0,-1-1-1 15,0 1-2-15,-4-1 1 0,-1 0-2 0,-3 1 1 16,-2 0-3-16,-5 2-3 0,-3 0 1 0,0 2-2 15,-4 2-2-15,-4 1 3 0,-6 5-4 0,1 1 1 16,-1 0-2-16,4 6 2 0,-2-2-3 0,9-2 1 0,1 6-2 0,-3 2 0 16,10-2 5-16,-4 5-3 0,8-2 2 0,4-1 2 15,2 1 1-15,12 6-3 0,1-2-8 0,5-4-26 16,9 3-41-16,-1-5-47 0,6-4-78 0,3-4-138 16,1-1-365-16,2-4 161 0</inkml:trace>
  <inkml:trace contextRef="#ctx0" brushRef="#br0" timeOffset="-81944.66">11275 13150 180 0,'0'0'167'0,"0"0"-2"0,0 0-5 16,17 11-6-16,-11-8-12 0,5 4-13 0,1-2-12 15,0 2-14-15,2 3-10 0,-5 0-7 0,0-1-10 16,1 4-9-16,-4-1-5 0,-2 2-8 0,-1 1-5 16,-5 2-4-16,-3-2-2 0,-3 3-4 0,-6-1-2 15,-2 4 3-15,-2-3-4 0,-5-1-3 0,9-5 5 16,-4 3 1-16,1-5-1 16,2-2-4-16,6 1 3 0,0-2-6 15,2-5-3-15,0 3-1 0,2 0 6 0,2-5 14 16,0 5 1-16,3-3 9 0,0-2 14 0,6 5 15 0,6-3 5 15,9 1-9-15,11-3-7 0,4 0-6 0,5 2-7 16,9-4-3-16,-10 2-6 0,12 0 10 0,-13 0-6 16,0 0 7-16,-2-2 2 0,1 1 3 0,-6 1-6 15,-4 0 2-15,-9-2 2 0,-6 4 11 0,1-4 11 16,-6 1-4-16,-2 1 1 0,0-1-5 0,0 0-11 16,-6 1-15-16,7 0-28 0,-7 0-44 0,0 0-67 0,0 0-74 15,0 0-83-15,-25 2-133 0,7-2-192 0,-1-2-613 16,1-2 272-16</inkml:trace>
  <inkml:trace contextRef="#ctx0" brushRef="#br0" timeOffset="-74707.03">12791 12929 106 0,'0'0'158'0,"2"-4"-15"0,3 1 3 0,-5 3-1 0,4-6-10 16,-1 2 3-16,-1 0-5 0,1 0 7 0,-2-1 5 16,-1 5 3-1,0-6-1-15,3 1-13 0,-3 0-10 0,0 1-5 16,-3 1-15-16,2-1-14 0,-2-1-6 0,1 2-9 0,-2 0-12 16,-4-1-6-16,3 0-7 0,-4 1-3 0,-3 3-9 15,0 0-2-15,-4 0-5 0,-1 5-2 0,-4 1-4 16,-3 3-3-16,-4 2-2 0,3 1-4 0,5-2 0 15,2 0-4-15,0 2-2 0,3 0 0 0,-2 2-1 0,7-4 0 16,-1 6-1-16,5-5-4 0,1 1 2 0,3-1 1 16,2 1-2-16,1-3 0 0,2 2 8 0,0-5-5 0,5 3 1 15,4-5 0-15,3-1-2 0,4-1 2 0,3-1 2 16,-3-3-2-16,3-2 2 0,-3-3 7 0,0 1 5 16,0-2 5-16,-3 0-1 0,1-2 4 0,0 1 11 15,-3-3-12-15,-4 5 3 0,3 0 6 0,-5-1 3 16,-2 3 4-16,1 1-3 0,0-2-3 0,0 2-5 15,-5 3-8 1,2-1-5-16,-1-2 8 0,-3 4-20 0,5-3-2 0,-5 3-3 16,5 0 2-16,-5 0-6 0,6 5 3 0,-2-1 0 15,0 0 1-15,0 3-1 0,2 2-11 0,3 0-13 16,-4 0-33-16,3 2-22 0,-2 0-39 16,1-2-40-16,1 3-38 0,0-4-53 0,-4-2-219 0,4 2-502 15,-4-3 223-15</inkml:trace>
  <inkml:trace contextRef="#ctx0" brushRef="#br0" timeOffset="-74406.56">13106 12894 204 0,'4'-5'262'16,"-1"2"-27"-16,0-1-24 0,0 1-25 0,-3 3-20 16,8 0-21-16,-8 0-16 0,11 5-14 0,-7-1-3 0,2 4-12 0,0 0-6 31,1 3-11-31,-1 3-7 0,-2-1-7 0,0 6-7 0,0 5-7 0,0-4-6 0,-3-1-6 0,-1 1 4 15,-1-1-9-15,-2 0 0 0,2-4-5 0,1-2-4 32,-2-5-4-32,0 4-1 0,2-7 2 0,0 2 12 0,0-2 44 0,0-4 45 0,0 5 52 0,0-6 35 31,0 0 2-31,0 0-17 0,0 0-25 0,4-11-17 0,1 0-12 0,4-5-21 16,0 1-14-16,0-10-4 0,6 3-21 0,-2 0-16 15,4-1-28-15,-3 1-5 0,2-1-28 0,-4 9-31 16,3-2-35-16,-2 4-36 0,-1-1-29 0,-2 7-53 15,1-1-48-15,-2 4-45 0,1-2-42 0,-2 4-271 16,1 2-630-16,1 0 279 0</inkml:trace>
  <inkml:trace contextRef="#ctx0" brushRef="#br0" timeOffset="-73974.9">13530 13058 292 0,'-1'5'314'15,"1"-5"-14"-15,-3 3-11 16,3-3-26-16,0 0-24 0,0 0-29 0,0 0-20 16,0 0-18-16,19-11-24 0,-6 5-15 0,4 0-17 15,2 0-10-15,3 0-7 0,5-3-14 0,1-2-18 16,0 0-9-16,3-1-6 0,-3 1-9 0,1-3-7 16,-1 1-1-16,-1-3-7 0,-4 3-6 0,-1-4-8 15,-5 4-1-15,-2 0 0 0,-2 0-2 0,-4 0 0 16,-2 4 9-16,0 0 11 0,-5 0 2 0,-1 2-10 0,-1 0 4 15,-2 1-6-15,-6 1-10 0,1-1 0 0,-5 4-8 16,-7 2 3-16,-4 2-4 0,-8 4-2 0,-1 3-4 16,1 3 0-16,-3 2-1 0,4 1 2 0,1 1-5 0,5 2 3 15,1 2 0-15,1 1-1 0,8 0 1 0,4-3 5 16,2 10 6-16,11-4 0 0,0-4 0 0,9 6 2 16,5-4 0-1,10-1 6-15,3-4-3 0,19 1 5 0,4-8 5 16,8-1 9-16,0-4 30 0,31 0-12 0,-28-3 14 15,-2-2 0-15,2-2 6 0,-5-1 3 0,-9 1 8 0,-10 0-22 16,-8 1-10-16,-4-1 11 0,-10-1 6 0,-4 1 5 16,-3 0 0-16,-2 2-5 0,-1-2-1 0,-2 2 1 15,-6 0-9-15,9-2-11 0,-5 1-16 0,-4 1-21 16,5 0-67-16,-5 0-50 0,0 0-56 0,0 0-83 0,0 0-90 16,-18 0-302-16,6 0-694 0,2 0 307 0</inkml:trace>
  <inkml:trace contextRef="#ctx0" brushRef="#br0" timeOffset="-70062.94">15635 12613 125 0,'3'-8'182'0,"-1"1"-5"0,1-4-8 16,-2-1 5-16,5 1 7 0,-2-6-12 0,1 2-6 15,0-2 5-15,1 3-4 0,0 0-6 0,-1 2-3 0,-3 3-12 16,2-2-6-16,-1 5-21 0,0 0-9 0,-1 1-11 16,-1 0-14-16,1 1-8 0,0 1-15 0,-2 3-11 15,0 0-8-15,0 0-5 0,7 17-4 0,-7 0 2 16,-3 10-10-1,3 2-3-15,-2 2-2 0,-2 2-2 0,1 3-5 16,1-1 1-16,-4 11-1 0,2-13-2 0,1-1 2 0,-2-2-3 16,2 1 0-16,1-6-1 0,-2 1 1 15,1-6 0-15,1-2-1 0,-1-3 0 0,2-3 2 16,-2-2-4-16,3 0 4 0,-1-5-1 0,0 3 1 0,-1-3 1 16,2-2-3-16,-1 1 3 0,1-4-14 0,0 0-29 15,0 0-24-15,0 0-17 0,0 0-25 0,-6-12-24 0,5 5-22 16,-1 1-29-16,1-2-43 0,-3-1-169 0,3 0-417 0,-2-2 185 15</inkml:trace>
  <inkml:trace contextRef="#ctx0" brushRef="#br0" timeOffset="-69796.75">15378 12848 34 0,'0'0'199'16,"-9"0"-10"-16,9 0-3 0,-5 2-3 0,5-2 1 15,0 0-11-15,0 0-16 0,0 0-16 0,0 0-13 16,32-6-11-16,-2 1-12 0,5 0-12 0,18-2-7 16,4-2-12-16,-2 2-5 0,0 0-6 0,-6 0-6 15,-11 2-6-15,-1 0-5 0,-4-2-5 0,-1 2-1 0,-5 2-7 0,-9-1-2 16,-4 2-3-16,-3 1-4 0,0-2-2 0,-4 3-3 16,0-3-2-16,-3 2 0 0,-4 1-6 0,5 0-3 15,-5 0-15-15,0 0-13 0,0 0-12 0,0 0-12 16,-27 0-13-16,17 1-18 0,-2 2-16 0,-2-2-27 15,4 1-28-15,-2 0-49 0,1-2-113 0,1 1-331 16,2-1 146-16</inkml:trace>
  <inkml:trace contextRef="#ctx0" brushRef="#br0" timeOffset="-69232.97">16145 12707 76 0,'2'-3'330'16,"1"1"-21"-16,-3 2-29 0,3-5-25 0,-3 5-30 15,3-3-22-15,-3 3-23 0,3-2-23 0,-3 2-21 0,0 0-15 16,0 0-16-16,3 11-11 0,-3-3-9 0,-2 1-7 16,2 2 2-16,-1 1-18 0,-2 3-6 0,1 3-7 15,-1-1-6-15,-3 3-6 0,3-3-1 0,1 0-1 0,0-5-5 16,0-2-4-16,1 0-2 0,1-3 8 0,-3 3-12 15,3-5-1-15,-1-1 4 0,1 0 0 0,0-4 15 16,1 6 12-16,-1-6 8 0,0 0 2 0,14-6 7 16,-7 2-5-16,2-2 4 0,1 0-1 0,-1-4-7 15,4 1-9-15,0-1-2 0,4-4-8 0,-3 3 3 16,-2-1-10 0,3 0 5-16,-5 3-10 0,2 0 1 0,-6 3-5 0,3-1-3 15,-4 2 4-15,0 2-11 0,0 2-5 0,0-2 11 16,-2 1-20-16,0-1-1 0,-3 3-3 0,0 0-4 15,9 5 2-15,-6-2 3 0,1 4 0 0,1-2-3 16,2 2 6-16,-2 4-6 0,0-2-2 0,1 3 6 16,2-1-4-16,0-1 3 0,-1 0 3 0,1-1 0 0,2 1 0 15,-1-3 5-15,0-1-2 0,1 1 0 0,-1-2 10 16,0-2-7-16,5-2 9 0,-5-1 1 0,4 0 20 16,-3-2 13-16,2-2 15 0,-3-1 13 0,2-1 0 0,-1 0 7 15,-2 0-8-15,1-3-5 0,-1 1-12 0,-2-3-1 16,2 1-4-16,-2-1-10 0,-2-1-1 15,1 2-7-15,-1-2-3 0,-3 3 2 0,2 0-12 0,-1 1-6 16,0 1 0-16,0 2-7 0,-2 1-9 0,2-1-27 0,-2 2-30 0,0 3-37 16,1-5-39-16,-1 5-38 0,0 0-38 15,0 0-4-15,0 0-8 0,0 0-22 0,0 0-53 16,15 8-275-16,-6-6-617 0,1 0 273 0</inkml:trace>
  <inkml:trace contextRef="#ctx0" brushRef="#br0" timeOffset="-68915.93">17149 12686 171 0,'-1'-4'247'16,"-3"-1"-12"-16,0 1-16 0,3 2-13 0,-5-3-12 16,-1 2-20-16,2 1-18 0,5 2-16 0,-10 0-12 15,1 2-14-15,0 1-17 0,-3 3-6 0,1 2-12 0,0 1-6 0,-2 2-9 16,0 3-7-16,3-2-8 0,-2 0-4 0,5 1-2 15,0 3-8-15,2-4-1 0,4 1-2 0,-1-1-5 16,2-1 13-16,4 2-1 0,1-2 0 0,6 2 10 16,-1-4 2-16,5-3 1 0,6 1 1 0,-2-2-2 15,9-3-6-15,0-1 3 0,-5-4 1 0,4 0-2 16,-7-2 8-16,-3-1 8 16,0 0 2-16,-5-3 4 0,-3 1 12 0,0-1-13 15,-5-1-12-15,1 0 0 0,-5-2-6 0,0 0-5 16,-6-5-12-16,-1 3-19 0,-3 2-16 0,-5-1-15 15,-3 2-27-15,0 3-29 0,-5 1-27 0,-1 0-34 16,-4 5-34-16,6 1-60 0,0 1-299 0,4 0-572 16,8 3 254-16</inkml:trace>
  <inkml:trace contextRef="#ctx0" brushRef="#br0" timeOffset="-68130.89">18423 12659 6 0,'3'-5'282'0,"-2"-2"-10"0,-1 2-8 16,0 2-13-16,0-2-7 0,0 1-30 0,0 4-24 15,4-5-20-15,-4 5-21 0,0 0-17 0,1-3-17 16,-1 3-18-16,0 0-11 16,0 0 1-16,0 15-19 0,0-10-6 0,0 7-6 15,0-3-10-15,0 4-4 0,0 4-4 16,0-1-3-16,0 3-4 0,0-4-4 0,3 2-2 0,-2 0-2 16,2-2-5-16,0-1 1 0,-3 1-2 0,0-6 0 15,3 1-5-15,-2 0 2 0,-1-3-1 0,0 0-3 16,0-4 3-16,0 4 0 0,0-3 2 0,0-1 2 15,0-3 2-15,0 5 17 0,0-5 11 0,3 2 1 0,-3-2-10 0,0 0-33 16,0 0-42-16,-7-14-38 0,5 5-36 16,-2 0-48-16,0-8-45 0,-1 0-263 0,1-8-505 15,-1 0 224-15</inkml:trace>
  <inkml:trace contextRef="#ctx0" brushRef="#br0" timeOffset="-67961.78">18419 12414 273 0,'3'-11'267'0,"-2"5"-3"16,-1 1-12-16,3-2-21 0,-2 2-17 0,-1 2-25 15,0-3-20-15,0 6-17 0,1-5-18 0,-1 5-13 0,4-2-14 16,-4 2-8-16,14 2-23 0,-10 0-25 16,4 3-27-16,-3-1-34 0,3 4-30 0,0 1-36 15,-2 0-41-15,1-1-42 0,-4-3-212 0,2 4-401 16,0-1 178-16</inkml:trace>
  <inkml:trace contextRef="#ctx0" brushRef="#br0" timeOffset="-66990.38">18733 12633 4 0,'6'1'286'0,"-6"-1"-30"0,0 0-28 15,0 0-25-15,0 0-21 0,5 3-19 0,-5-3-18 16,-1 5-13 0,1-5-12-16,0 12-15 0,-1-6-11 0,1 5-7 15,-2 0-11-15,0 1-7 0,-1 3-4 0,1 0-8 0,-1 0-9 16,2-1-3-16,-1-2-4 0,1-2-5 0,0 2 0 16,-1-2-3-16,2 1-4 0,0-5-4 0,0 1-4 15,0-2 3-15,0-1 4 0,-1 0 11 16,2 0 24-16,-1-4 12 0,0 0 4 0,10-1-4 0,-10 1-4 15,11-9-4-15,-1 2-9 0,-1-1-7 0,4-1-2 0,-2-4-2 16,2-1-9-16,1 2-1 0,-1-2-7 0,2 1-3 16,-3 1 0-16,-3 3-3 0,0 1-3 0,-3 1 10 0,-1 2-11 15,-1 1-6-15,0 0 2 0,3 1-9 0,-4 1-13 16,1 1 2-16,-4 1-4 0,0 0 0 16,14 5 4-16,-4 0 0 0,-1-1 0 0,3 4-3 15,4 1 3-15,2 1-2 0,9 0 7 0,3 2-1 0,0 0 0 0,5-2-8 16,0-1-4-16,15 1 4 0,-14-5 0 0,4 0-2 15,16-1 0-15,-5 1-1 0,3-6 4 0,-15 2-1 16,2-3 3-16,-4-2-1 0,-1 0 1 0,-3 0-1 16,-3-5 3-1,-9 3 0-15,-4 1 1 0,-3-1 7 0,-4-1-5 0,-1 1 6 16,-3-1 7-16,1 2-4 0,-6-3 2 0,-2 3-5 16,-3-2 0-16,-5 0-5 0,-1 0-1 0,-10 0 1 15,4 2-3-15,-7 2 8 0,-4 0-9 0,-1 0-3 16,3 3 0-16,-2 2 3 0,5 0-1 0,-1 2 0 0,0-1-3 15,5 2 1-15,0 2 0 0,4-1 3 0,-1 1-4 16,5 1-1-16,-1-1 3 0,4 0-1 0,-1 2 3 16,6-3 1-16,0 2-3 0,2 0 3 0,3 0 0 15,2 0 0-15,6-2 4 0,-2 3 0 0,4-4-4 0,4 2-3 16,3-3 0-16,-2 1-4 0,5-2-6 0,-3-3-1 16,0 0 2-16,0-2-1 0,1-1 2 0,-5-1-2 15,2-2 5-15,-6 1 3 0,-2-1-1 0,1-5 18 16,-3 2 11-16,-2-3-1 0,3-2 7 0,-5-3-1 15,1-2 2-15,-1-5-2 0,-4-1-3 0,1-2 1 16,1 2 2-16,-4-5-5 16,2 0 1-16,0-1 2 0,2 0 1 0,-4 2 0 15,2-2 7-15,0 4 2 0,-1 2 11 16,4 1 0-16,-3 3-3 0,2 4-2 0,-4-3-2 16,4 4 5-16,-2 6 1 0,0-2 1 0,0 3-1 0,2-1-5 15,0 5-5-15,-2-3-3 0,0 3 8 0,0 1-13 16,0 4-10-16,0-8 5 0,0 5-12 0,0 3-7 15,0-5-29-15,0 5-9 0,0 0 0 0,0 0 5 0,0 0-4 16,0 20 8-16,-2-3 2 0,0 0 0 0,-2 10 5 0,3 0 0 16,-3 3 0-16,0 2 2 0,4 0 4 0,0-1-2 15,0 3 3-15,2 0 3 0,2-2-3 0,-1-4 5 16,1 2 1-16,1-4-1 0,-1-6 3 16,5-1 2-16,-4-2-3 0,0-3 0 0,-1-2 4 0,0-4-1 15,0 1 1 1,-3-3 0-16,3 0 8 0,-3-3 7 0,-1 2-14 15,1-1 12-15,-1-4 14 0,0 5 12 0,4-2 5 16,-4-3-1-16,0 2 0 0,0-2-7 0,3 3-7 16,-3-3 3-16,0 0-8 0,0 0-8 0,0 0-28 15,4 4-21-15,-4-4-25 0,0 0-23 0,0 0-34 16,0 0-42-16,0 0-48 0,0 0-44 0,0 0-296 16,0 0-590-16,0 0 261 0</inkml:trace>
  <inkml:trace contextRef="#ctx0" brushRef="#br0" timeOffset="-66612.2">19851 12726 165 0,'0'0'238'15,"0"0"-19"-15,0 0-22 0,0 0-21 0,0 0-16 16,14-10-19-16,-2 8-20 0,5 0-6 0,2-3-13 15,0 0-7-15,2 0-8 0,1-2-12 0,3-5-6 16,-6 2-6-16,6-2-5 16,-6 0-7-16,2-5-3 0,1 2-4 15,-8 3 4-15,0-2-3 0,-1-1 3 0,-3 3 10 16,-1 0 13-16,-5 0 14 0,4 3 2 0,-6-2-4 0,-2 5-9 16,0-2-3-16,-1 1-17 0,-3 2-1 0,-6 1-8 15,-2 1-3-15,-1 3-7 0,-7 2-2 16,-1 3-5-16,-6 5-4 0,-3 1-6 0,4 5-2 15,-4 1-2-15,6 1-5 0,-2 1-1 0,7 1-5 0,2 2 1 0,2-2 8 16,7-1-6-16,6 0 4 0,3-1 1 0,13 5-1 16,7-3 2-16,9-2 1 0,20 0-7 0,3-3-33 15,5-3-58-15,4-8-66 0,-1-3-128 0,30-6-191 16,-30-5-509-16,0-1 225 0</inkml:trace>
  <inkml:trace contextRef="#ctx0" brushRef="#br0" timeOffset="-65588.25">20483 12364 126 0,'0'0'233'0,"-1"-5"-24"0,1 5-23 0,0 0-22 16,0 0-18-16,-5 19-11 0,0-2-14 0,2 7-18 16,-2 3-9-16,2 6-9 0,1 3-12 0,-3 11-1 15,2-1-7-15,3 0-4 0,-2-11-6 0,3 0-4 16,0-1-5-16,2-1 0 0,1-2-9 0,-1-3 0 0,3 1-2 15,-4-10-5-15,3 5-5 0,-1-5-3 0,-4-6-2 0,2-2-1 16,-2 1-3-16,0-1 3 0,2-5-7 0,-2 0 1 16,0 1 1-16,1 0-5 0,-1-2 5 0,1-1 0 15,-2-1-2-15,1-3 2 0,3 5-2 0,-3-5 1 16,0 2-8-16,0-2-2 0,0 0-20 0,-3 6-17 16,3-6-32-16,-9 0-37 0,9 0-57 0,-11-3-188 15,6-2-377-15,-1 0 167 16</inkml:trace>
  <inkml:trace contextRef="#ctx0" brushRef="#br0" timeOffset="-65287.75">20539 12629 182 0,'0'-7'258'0,"-2"5"-17"0,2-3-26 0,0-1-19 0,0 6-20 15,4-4-22-15,1 2-19 0,1 2-12 16,4 0-10-16,4 2-14 0,-1 1-9 0,6 1-11 15,-2 5-8-15,2-3-6 0,0 4-10 0,-3 0-7 16,0 2-6-16,-2 0-4 0,-1-3-6 0,-3 0-6 0,-3-1-3 16,-1 2-1-16,-1-2-7 0,-2-2 1 0,-3 5 4 15,-3-2-7 1,-4 0 5-16,-4-1 0 0,-4 1 0 0,-2-1-1 16,-3 0-3-16,-6 1 0 0,1-1-2 0,-5-2 2 15,10-2-5-15,-3 0 0 0,0 0-1 0,6-1 0 16,-3-3-4-16,7 1 4 0,2 0-4 0,0-1 3 15,5 0-13-15,1-1-36 0,5 1-32 0,0 0-39 16,10-11-57-16,0 5-218 0,7-3-419 0,8-3 185 16</inkml:trace>
  <inkml:trace contextRef="#ctx0" brushRef="#br0" timeOffset="-64112.06">20975 12702 198 0,'-6'1'227'0,"6"-1"-18"0,0 0-21 16,0 0-17-16,-6 1-17 0,6-1-14 0,0 0-14 15,0 0-9-15,0 0-13 0,0 0-10 0,25 0-10 16,-12 0-11-16,3-2-8 0,5 0-1 0,-1-1-9 16,7-2-6-16,-3-3-5 0,4 2-2 0,-1 0-7 15,-6-1 0 1,0-2-6-16,-3-1-2 0,0 1-1 0,0-3-3 0,-4 0-6 15,-1 4 4-15,-3-1 14 0,-2 0 13 0,-3 1 6 16,0-1 13-16,-2 3 0 0,-1 1 4 0,-1-4-5 16,-1 6-6-16,0-2-8 0,-2 0-7 15,-3 3-3-15,0-3-5 0,-3 3-8 0,-1 1 2 16,-1 1-6-16,1 1-3 0,-4 1-6 0,0 3 1 0,4-2-3 16,-1 4 6-16,1-2-2 0,0 5-9 0,0-1 0 0,4 1-3 15,1 0 0-15,3 0-2 0,-2 1 1 0,6 1 1 16,4 3 2-16,5-1-3 0,1-2-5 0,2 0 0 15,3-2 1-15,5 2-10 0,-1-6-3 0,6 0 8 16,0 0-7-16,0-2 0 0,-6-4 2 0,6-3 0 16,-6 1 8-16,-3-3-4 0,0-4 7 0,3 2 21 15,-5-1 17-15,0-1 13 16,-1-4 3-16,-1 1 14 0,-1-2 12 0,-1 2 11 16,-2-1 6-16,2 0 8 0,-6 3 5 0,0 2 2 0,-3 2-2 0,1 0-9 0,0 1-11 15,-4 1-9-15,3-1-12 0,0 3-15 0,-4-1-9 16,0 3-24-16,0 0-26 0,8 0-2 0,-8 0 0 15,1 10-1-15,2-1 2 0,-6 2-9 0,3 2 0 0,-1 2 20 16,-3 2-8-16,1 0-1 16,2 0 1-16,-3 1-3 0,4-2-8 0,-1 0-2 15,-2-5-7-15,2 0-10 0,1-1 6 0,0-3-8 16,0-1 26-16,1-2-12 0,-1 1 3 0,3-1 8 16,-2 1 19-16,3-5-3 0,-4 0-6 0,12-4 1 15,-6 1-4-15,4-3 21 0,2 0-15 0,-1-1 1 16,0-2 0-16,1-2-7 0,-2 2 4 0,3-3-3 15,-2 1 2-15,0-1-4 0,-3 2 2 0,-1 1-6 0,2 1 7 16,-5 4 0-16,1-4 3 0,-2 4-13 0,-1 2-13 0,2-2-16 16,-2 0-14-16,0 1-19 0,-2 3-9 0,0 0 19 15,0 0-1-15,0 0 8 0,14 8 2 0,-11-1 4 16,3-4 2-16,3 7-7 0,6-3 14 0,3 3-6 16,3-1 2-16,6-3-2 0,2 3 4 0,4-4-1 15,0 2 10-15,5-2-7 16,2-3 6-16,-1-1-1 0,-2-1 2 15,1-1 6-15,2-4-1 0,-6 0 6 0,-1 1 2 16,-2-2 0-16,-9 0 4 0,-4 0 3 0,-2-3 11 16,-4 2 26-16,-1 1-10 0,-4 0 4 0,-1-5 0 0,-1 5 0 15,-5-2-2-15,0 1-1 0,-4 0-4 0,-2 0-3 16,-4 2 1-16,-4 1-3 0,-5-2-2 16,-2 4-2-16,-8 2 3 0,-1 0 0 0,-2 2-3 0,2 3 0 0,-4 0-3 15,4 1 2-15,0 6 9 0,1-7-14 0,7 6 3 16,7-5-3-16,-2 5-2 0,7-5 2 0,-1 5-2 15,4-2 12-15,2-1-1 0,1 2-11 0,2 1 1 16,4-4 3-16,3 3-3 0,3-3 8 0,9 3-4 16,2-3-2-16,1-2 1 0,2-1 2 0,6 2-5 0,-6-5-2 15,0-2 3 1,-2-1-1-16,1-2 0 0,0 0 4 0,-6-3 2 16,2-2-3-16,-7 1 17 0,3-4 6 0,0-2 6 15,-3 1-3-15,-1-4 10 0,-3-2 7 0,0-6-3 16,0-1 3-16,-2 2 1 0,-3-4 9 0,3 1 0 15,-4-7 7-15,-3-3-2 0,2-7 5 0,2 10-2 16,-1-1 5-16,2 3 1 0,-1 1-1 0,0 5-3 16,0 8 7-16,-1 1-6 0,0 7-2 0,0 0-4 0,2 1-19 0,-2 4-8 15,1 0-35-15,0-2-47 0,-1 7-12 0,0 0 5 16,0 0 8-16,0 0 2 0,-1 34 8 0,1-7 1 16,-3 4 4-16,0 4 7 0,-3 13-2 0,3 2 6 0,-2-4 0 15,5 3 1-15,-3-13 3 0,3-4 2 0,3-1 7 16,0-5 1-16,1-1-2 0,-3-7 0 0,1-2-1 0,0-4 8 31,0-2 0-31,-1-3-7 0,0 0 10 0,-1-2 23 16,1-1-5-16,1 1-3 0,-2-2 17 0,1 0 2 0,-1-3-3 0,0 0-47 15,0 0-49-15,0 0-28 0,14-8-41 0,-10 3-53 16,2-3-80-16,-1 0-291 0,1-1-608 0,0-2 269 16</inkml:trace>
  <inkml:trace contextRef="#ctx0" brushRef="#br0" timeOffset="-63234.92">22640 12608 18 0,'0'0'233'16,"-4"2"-10"-16,4-2-9 0,0 0-8 0,0 0-20 0,0 0-21 0,0 0-12 15,0 0-20-15,0 0-12 0,18-2-13 16,-6 2-11-16,-1-3-6 0,2 1-12 0,6-2-14 15,-5 1-9-15,4-4-3 0,-3 1-10 0,2-2-6 16,1 0 0-16,-8 3 0 0,7-4-9 0,-7 1 0 0,0 0 2 16,0 1 9-16,-2-2 15 0,-3 1 6 0,0 0 0 15,-2 1 8 1,0 1 0-16,-1-1-7 0,-2 1-8 0,0-1-4 16,-5 6-7-16,1-4-6 0,-2 2-2 0,-3 0-8 15,-4 3-2-15,0 0-4 0,0 3-1 0,-6 2 0 16,1-1-6-16,3 3-1 0,-3 3 1 0,3-3-4 15,-2 3-3-15,4 2-1 0,-1 0 1 0,3 2-3 16,2-1-1-16,1-1 2 0,4 2 10 0,2 2-7 16,2-6-3-16,1 3-1 0,4-2 4 0,5-2 3 0,4 3-5 0,6-5 0 15,0 0 3-15,3-4-3 0,9 1-5 0,0-4 0 16,-4-3 0-16,-1-1 0 0,-7-3 0 0,0 0 0 16,-1-4-2-16,6-2 2 0,-8 4 4 0,-2-4 24 15,-2 1 17-15,0-1 28 0,-7 4 12 0,3-1 34 16,0 0 16-16,-3 3 11 0,1-2 5 0,-3 4 0 15,-2-1-6-15,2 2-14 16,-1-1-12-16,-1 2-13 0,2-1-16 0,-4 4-16 16,4-2-27-16,-4 2-28 0,0 0-22 0,0 0-6 15,0 0 1-15,0 0 4 0,2 12 1 0,-3-5 9 16,-2 3-12-16,1 2 0 0,-3 0-6 0,2 4-13 16,1-3-6-16,-1-1 3 0,1 0-5 0,-1-2-10 15,3-1-10-15,-1-1 5 0,1-1 6 0,-2-2 9 16,1 0 9-16,0-3 24 0,1-2 27 0,0 0 5 0,0 0-2 0,8 0-1 15,-8 0 13-15,11-7 5 0,-3-3 1 16,-2 5 0-16,2-5-13 0,1 1 4 16,2-6-2-16,0 3-7 0,1 0 3 0,-2 0 8 0,-2 4-3 0,-1-1-2 0,1 2 0 0,-2 2-2 15,-3 2-3-15,3-1-9 0,-4 1-7 0,2 0-21 16,2 2-7-16,-6 1-4 0,9 4-4 16,-1-1 5-16,1 1-11 0,1 3 0 0,-1-1 8 15,5 6-10-15,-1-2-8 0,0 0-19 0,1-1-9 0,-4-1-8 16,5 1-6-16,-3-1-3 0,-2-2-4 0,-1-1 6 15,-3-1 7-15,2-2 8 0,0-2 8 0,-1 0 4 16,-2-6 4-16,1 1 7 0,1-2 3 16,-3-3 1-16,1-2 4 0,-1 1 14 0,-3-5 17 0,3 0 7 15,-4-1 18 1,4-2 8-16,-3-6 7 0,2-1 18 0,-2 0-11 16,0-1 8-16,3-3-7 0,0 3 10 0,2-4-5 15,-2 6 2-15,-1 7-5 0,-1 1 12 0,2 2-8 16,-1 4-3-16,-2 3 0 0,-1 1-20 0,3 2-25 0,-2 2-40 15,-1 3-21-15,0 0 23 0,0 0-7 16,0 0 2-16,1 22 3 0,-2-3 10 0,-3 6 1 16,0 4-8-16,3 2 1 0,-3-2-11 0,-1 0-27 0,1 3-19 0,-1-3-20 15,4 0-20-15,-2-6-20 0,2-5-17 0,-2-2-20 16,2-3-25-16,1-4-30 0,-1 0-268 0,-2-5-552 16,3-2 245-16</inkml:trace>
  <inkml:trace contextRef="#ctx0" brushRef="#br0" timeOffset="-62980.92">23307 12436 130 0,'-14'-4'211'15,"4"2"3"-15,0-2-6 0,2 4-6 0,2-2-7 16,0 0-10-16,6 2-14 0,-10-1-8 0,8 0 0 16,2 1-8-16,0 0-15 0,0 0 1 0,0 0-7 15,20-5-10-15,10 4-10 0,3-3-10 0,6-1-2 16,14 2-19-16,0-2-5 0,2 2-12 0,0-3-6 0,0 3-6 0,-4-2-4 15,-12 1-3-15,-6-1-4 0,-4 3-7 0,-11 1-5 16,0-1 3-16,-8 1 12 0,-2 0 0 0,2 0 2 16,-10 1-8-16,9-2-6 0,-9 2-5 0,0 0-14 15,0 0-17-15,0 0-27 0,0 0-38 0,-41 7-44 16,23 0-54-16,4-4-86 0,-7 2-262 0,7-3-554 16,1 1 246-1</inkml:trace>
  <inkml:trace contextRef="#ctx0" brushRef="#br0" timeOffset="-61778.91">25120 12310 14 0,'0'0'140'0,"-14"2"-15"0,1-1-10 0,0 3-14 15,-7 1-5-15,-5-1-7 0,4 5-4 0,-4-2-2 16,-1 5-5-16,-2-1 1 0,1 0-6 0,2-2 0 16,-2 3-8-16,6-4-6 0,1 2-4 0,2 0-5 0,-1-1-3 15,4 3-2-15,-1-3-6 0,2 2-5 16,4-2-7-16,1 1 3 0,4-3-1 0,-3 5 18 16,7-6-2-1,1 2 2-15,1 0 4 0,4 1 7 0,4-2-6 16,8 1-4-16,0 2-4 0,4-4-2 0,7 2-2 0,0 1-6 15,1-1-5-15,-3-1-1 0,1 0-3 0,-9-4-2 16,0 2-4-16,-8-1-2 0,2 1-3 16,-1-2 0-16,-4-2-6 0,-2 3-3 0,0-1-1 15,0 1 4-15,-5-2-2 0,0-2 5 0,-9 5-2 0,0 2 4 16,-7-2-3-16,0 0-3 0,-6 0 3 0,-3 2-4 0,4-3-1 16,2 1 0-16,-9-3 0 0,5 0 2 0,3 2-1 15,-2-2 0-15,0-1 0 0,7 0-2 0,-2-1 2 16,8 0-1-16,-1-1-2 0,1 1 0 0,4-3-7 15,5 3-29-15,0-4-33 0,0 4-19 0,14-8-37 16,0 2-73-16,5-1-133 0,9-4-353 0,2-1 157 16</inkml:trace>
  <inkml:trace contextRef="#ctx0" brushRef="#br0" timeOffset="-61411.41">25442 12455 23 0,'-7'0'230'0,"-1"-5"-19"16,-1 3-17-16,0 0-16 0,3 2-22 0,-7 2-14 15,4-1-15-15,-4 3-11 0,2-2-12 0,-1 3-14 0,-3 6-9 0,0-3-4 16,6 2-13-16,-3 2-4 0,-1 1-10 0,2 0-6 16,3 2 2-16,1-3-9 0,1 0-8 0,2 1 1 15,4-1 1-15,0-2-3 0,3 1-3 0,5-1 3 16,0-2 3-16,4 1-4 0,6-4 4 0,3 2 0 15,5-4-1-15,-3-2 3 0,7-1-3 0,-8-1 0 16,-2-6 9-16,-1 2 9 0,-3 0 10 0,0-3 16 16,-3 4 21-16,-3-1 17 0,2-5-6 0,-5 5-11 15,0-7-7-15,-5 3-12 0,2-1-7 0,-3 0-13 16,3-2-12-16,-9 0-8 0,1 0-19 0,-1 2-10 16,-1-2-14-1,-1 2-2-15,-3 3-19 0,0-2-16 0,-2 4-10 16,1 1-13-16,-2-1-17 0,-1 2-18 0,4 0-14 15,-2 3-29-15,3 0-13 0,2-2-34 0,7 2-218 0,-12 0-444 0,12 0 196 16</inkml:trace>
  <inkml:trace contextRef="#ctx0" brushRef="#br0" timeOffset="-61099.46">25668 12259 237 0,'3'-18'342'15,"-2"5"0"-15,2 1 7 0,-3 1-13 0,1 2-14 0,0 2-25 16,1 2-33-16,-1 0-34 0,-1 1-30 0,1 0-24 16,-1 4-47-1,0 0-14-15,0 0-11 0,0 0-12 0,7 11-14 16,-5-1-9-16,2 9-13 0,-1 6-3 0,2 3-1 16,-3-1-9-16,1 4-1 0,-1 1-11 0,2 0 4 15,-4-1-2-15,3 1-10 0,-1-2 12 0,-2 0-10 16,4-4-8-16,-4-1 4 0,3-6-5 0,-2-2 1 15,1-5 0-15,2 0-8 0,-4-5 2 0,2 5-3 16,0-8 6-16,-2 2 3 0,0-1-7 0,2-3 6 0,-2-2 9 0,0 5-6 16,0-5-16-16,0 5 17 0,0-5 2 0,0 5-2 15,0-5 0-15,2 1-1 0,-2-1-19 0,0 0-22 16,0 0-27-16,0 0-29 0,0 0-36 0,0 0-44 16,0 0-81-16,0 0-89 0,0 0-247 0,0 0-620 15,0 0 274-15</inkml:trace>
  <inkml:trace contextRef="#ctx0" brushRef="#br0" timeOffset="-60528.94">26007 12475 173 0,'0'-3'341'16,"1"1"-16"-16,2-2-30 0,-3 4-37 0,0 0-23 16,1-6-27-16,-1 6-27 15,0 0-18-15,0 0-20 0,-7 12-8 0,4-8-15 16,-5 9-18-16,3-6-7 0,0 6-10 0,1 3-7 15,-1-3-8-15,1-1-8 0,-1 2-8 16,0-2-4-16,3-1-5 0,-1-2 8 0,2 0-19 16,0-1-2-16,1-1-1 0,-2-2-3 0,4-3 2 0,-1 2 2 15,1-1 13-15,-2-3-1 0,0 0 12 0,22-7-3 16,-12 2 2-16,3 0 4 0,0-4 8 0,1-3-11 0,0 0 0 16,0 0-7-16,3-1-10 0,-4-2-10 0,2 4 23 0,-2-1-17 15,-2 5-7-15,-5-1 10 0,1 3 0 16,-3 0-2-16,1 1-7 0,0 1-11 0,-1 1 3 15,-2-1-24-15,-2 3-3 0,7-2-2 0,-7 2 8 16,7 5 0-16,1 0-16 0,-4 1 12 0,5 1-2 0,1 1 5 16,5 2-2-1,-2 2 12-15,2 0-10 0,2 0-14 0,6 0-14 16,1 0-11-16,-7-2-7 0,2-4-5 0,0 0-5 16,-1-2 2-16,-1 0 6 0,2-4 6 0,-5-1 0 15,-4-3 6-15,4-1 9 0,0-2-4 0,-3-2 5 16,1-6 3-16,-3 3 10 0,-2-1 16 0,1-2 22 15,-2-3 10-15,-1-3 4 0,1-4 15 0,-1 0 8 16,-2-2 9-16,2-2-5 0,-3 3 3 0,1-1 2 0,-2 1-3 0,2 7 6 16,-3 2 9-16,1 7 0 0,-1-2-12 0,1 2-4 15,-1 3-9-15,2 2-11 0,-2-1-32 0,0 2-37 16,0 4-19-16,0 0 4 0,0 0 10 0,0 0-8 16,-7 22 11-16,3-5 4 0,2 2 2 0,-6 9-1 15,3-1-18-15,0 3-21 0,1-3-17 0,0 4-15 16,0-4-22-16,-2-1-25 0,4-6-10 0,0 1-21 0,0-4-15 0,1 0-9 15,-2-5-15-15,3-5-15 0,0-1-6 0,-1-2-214 16,-2-2-477-16,3-2 211 0</inkml:trace>
  <inkml:trace contextRef="#ctx0" brushRef="#br0" timeOffset="-60197.17">26490 12537 408 0,'-6'-7'64'0,"2"-5"9"0,-1 3 4 0,0-4 10 16,-2 4 0-16,1-2 8 0,-4 5-2 0,-2-9 0 16,3 6 7-16,-1 2 17 15,1 0 14-15,0 0 9 0,4 3-5 0,-1 0-7 16,3 2-11-16,1-1-1 0,2 3-4 0,-4-7-12 15,6 4-10-15,2 1-11 0,5 0-8 0,8 1-6 16,4-2-9-16,11 2-3 0,3-4-6 0,2 4-2 16,15-1-4-16,-1-3-5 0,-11 5-6 0,-3-4-2 15,3 1-2-15,-5 1-4 0,-3-1 0 0,-1-1-4 16,-12 3 4-16,0-2 27 0,-6 1 15 0,1-1 25 0,-3-1 19 0,-1 4 15 16,-3-3 15-16,0 1-3 0,-2 2-18 15,-1-4 3-15,1 3-8 0,-5 1-21 0,9 0-13 0,-9 0-4 16,0 0-13-16,9 0-12 0,-9 0-7 0,0 0-23 15,0 0-7-15,4 2-1 0,-4 3-7 0,1 1 4 16,0 1-6-16,0 3-8 0,-2 1 9 0,1 1-1 16,1 5 7-1,1-2-7-15,-5 2 1 0,3 0-3 0,-1-5-26 0,1 5-14 16,0-5-24-16,-1-2-16 0,-1 1-10 16,1-3-22-16,1-1-11 0,-1 0-11 0,-1-3-1 15,1 1 7-15,0-1 11 0,1-4 10 0,-4 3-65 16,4-3-67-16,-5-10-257 0,1 5-538 0,0-2 238 0</inkml:trace>
  <inkml:trace contextRef="#ctx0" brushRef="#br0" timeOffset="-60043.61">26977 12225 149 0,'1'-10'310'0,"1"4"-18"0,-1-2-24 0,-1 4-27 0,1-1-29 16,-1 2-32-16,0 3-42 0,0 0-15 15,0 0-17-15,0 0-32 0,0 0-30 0,0 0-30 16,-4 15-25-16,7-6-35 15,-2 3-24-15,3-1-54 0,0 0-193 0,1 0-344 16,2 0 153-16</inkml:trace>
  <inkml:trace contextRef="#ctx0" brushRef="#br0" timeOffset="-59692.06">27300 12304 287 0,'3'-8'279'0,"-6"5"-24"0,3-2-29 15,0 5-20-15,-5-2-21 0,0-1-15 0,5 3-16 16,-16 3-16-16,5 0-15 0,-5 4-12 0,0 2-12 16,2-1-12-16,-1 4-13 0,1 2-5 0,-1 0-4 15,3-1-10-15,1 3-6 0,0-1-6 0,2-1-1 16,3 1-6-16,1 0-1 0,1-1-5 0,4-5 1 0,0 2 0 0,5 1-5 16,5-3-1-16,-1-1 0 0,7 1-4 0,-1-4 2 15,5-2-4-15,-2-1-1 0,5-2-1 0,-5-4-1 16,0 3-3-16,3-7 2 0,-5 2-5 0,3-4 7 15,-5 3-9-15,-1-5-1 0,-4 3 4 0,3-3-3 16,-7-1-5-16,-1-3 5 0,-2 1-2 0,-3 2-4 16,-3-2-2-1,-1-1 3-15,-4 1-3 0,-1 3 0 0,-3-2 0 16,-4 6 0-16,2 1-5 0,-5 1 2 0,0-2-7 0,1 3-3 16,-3 3-11-16,1 2-18 0,0 2-20 0,1 0-27 15,1 4-31-15,3 0-18 0,4-1-30 0,4 2-251 16,3-2-451-16,2 2 199 0</inkml:trace>
  <inkml:trace contextRef="#ctx0" brushRef="#br0" timeOffset="-59379.71">27432 12337 279 0,'0'0'361'0,"5"0"-34"0,-5 0-38 15,0 0-26-15,5-3-30 0,-5 3-30 0,0 0-22 31,0 0-19-31,5 5-16 0,-5-1-16 0,0 4-17 16,0-1-8-16,2 4-10 0,-2 0-10 0,0 1-2 16,0-1-13-16,-2 1-10 0,2-1-20 0,0 0-5 15,0 0-13-15,0-4 10 0,0-2-15 0,0 1 2 16,0 0 6-16,0-6 26 0,0 4 37 0,0-1 25 16,0-3 3-16,0 0-16 0,0 0-12 0,18-7-1 0,-9-2-3 15,3 1-9-15,0 2 1 0,0-2-13 0,-1 0-3 0,1 1 7 16,-3 1-13-16,-2 1-1 0,1 2-7 0,1-2-11 15,-4 2-6-15,3 1-6 0,-2 3 2 0,2 0-7 16,2 2-20-16,2 4-30 0,-1-2-39 0,4 5-37 16,0-1-50-16,2 2-56 0,-4 0-95 0,-2-3-330 15,1-1-692-15,2 2 306 0</inkml:trace>
  <inkml:trace contextRef="#ctx0" brushRef="#br0" timeOffset="-57869.86">28826 12112 254 0,'5'-15'284'0,"4"0"-8"0,-4-1-6 0,4 1 0 16,-4 5-6-16,0-1 0 0,-1 0-17 0,0 4-28 15,0 0-17-15,-1 5-18 0,-1-5-19 0,-2 2-35 0,4 2-28 16,-4 3-29-16,0 0-9 0,0 0-10 0,5 12-9 16,-4-2-6-16,-1 7-6 0,0 7 0 15,0 3-4-15,-1 0-4 0,0 5-6 0,-1 1-1 16,1 15 2-16,-4-15-4 0,5 13 0 0,0-11 8 0,0 1-11 0,0-3 3 16,0-3 10-16,4-1-17 0,-8-2 1 0,8-9 3 15,-3 0-3-15,0-6-1 0,1-2-17 0,-2-1-4 16,1 1 3-16,0-5 7 0,-1 0 8 0,0 0 19 15,0-2 14-15,3 1 0 0,-3-4-8 0,0 0-3 16,0 0 4 0,0 0-7-16,-22-10-7 0,9 4 0 0,-5 0-11 15,-1-4-2-15,-6-1-11 0,-4 1 1 0,0-1-6 0,1-1 7 16,-3 3-1-16,3-1 2 0,8 4 1 0,-1 0-2 16,2 2 1-16,3-1-5 0,4-1 5 0,4 2 4 15,0 2-2-15,4-1-5 0,-1 3 2 0,3-2 0 16,2 2-13-16,9-7-4 0,5 2-5 0,4 2 0 15,10-2-8-15,4 1-4 0,5-3 0 0,0 1 1 16,0 1 5-16,1-5-1 0,-3 2 4 0,2-5 3 0,-5 2 5 0,-1-3 2 16,-2-2 1-16,-1-1 1 0,0-1 6 0,-4-4 3 15,1 2 11-15,-2-1 16 0,-4 2 21 0,-5 6 25 16,-2 0 34-16,-2 3 14 0,-1 0 13 0,-3 4 20 16,0-4 1-16,0 5-2 0,-2 1-12 0,0-4-16 15,-2 6-11-15,1-1-23 0,-1 2-36 0,-2 1-28 16,0 0-10-16,0 0 4 15,5 11-13-15,-3-1-3 0,-1 4 7 0,-1 3 0 16,-1 12-3-16,-1 0 4 0,0 0-4 0,1 3 2 16,-5 1 2-16,3-3 1 0,0 1-1 0,-1 0-1 15,1-4-11-15,2-7-10 0,1-1-16 0,-2-3 1 16,2-4-3-16,0-2 5 0,-1 0 2 0,2-5 7 16,-1 0 41-16,0-1 25 0,0-1 32 0,0-3 24 15,-3 3 11-15,3-3-2 0,0 0-12 0,0 0-11 0,13-8-10 0,-7-1-9 16,2 3-3-16,2-8-7 0,-1 0-11 0,3-1-12 15,0 1-19-15,1-1 6 0,-5 7-4 0,-1-1-2 16,1 2-5-16,-4 0-2 0,1 3-15 0,-1 0-17 16,-3 2-31-16,3 0-30 0,1-2-33 0,-5 4 13 15,5 0-6-15,-5 0 6 0,12 6 3 0,-4 0-1 16,-1 3-1-16,2-1-1 16,1-2 2-16,3 6 13 0,3 0 14 0,-3-3-3 15,3 2 6-15,0-4-1 0,1 0 7 0,2 0 5 16,0-4 12-16,-1 1 2 0,4-3 4 0,-2 1 3 15,7-7 15-15,-6 2-6 0,-1-1 8 0,0-1 6 16,-1-2 24-16,-2 0 10 0,0-5 7 0,-2 5 12 16,-2-6 12-16,1 3 9 0,-5 3-7 0,-1-5 5 15,1 3-1-15,-3 0 11 0,-1-2-7 0,2 4 11 0,-2-2-4 0,-4 4 6 16,2-5-15-16,-3 4-9 0,-3 0-15 0,2 3-4 16,-4-2-7-16,-3 2-11 0,-5 1 9 0,-1-1-13 15,-5 4-3-15,-4 2-2 0,-3 2-3 0,7-1-2 16,-9 5 0-16,9-1 0 0,8-5-26 0,-5 6-4 15,5-2-11-15,2 3 9 0,1-2-18 0,-1 2-7 16,5 1 6-16,4 0 3 0,0-1 6 0,4 1 8 0,10 3 8 0,2-2 1 16,9 0 0-1,3-2 7-15,5-1-4 0,3-5 0 0,1 0 5 16,-2-2-2-16,-1-2-3 0,1-2-1 0,-2-3 10 16,2 2 5-16,-4-4-3 0,0 0 6 0,-3-2 16 15,-6 1 23-15,-5-1 15 0,-1-1 21 0,-2 0 28 16,-2 1 12-16,-3 4 21 0,0 0 19 0,-2-2 12 15,-2 4 3-15,-1-1-12 0,1 1-14 0,-1-1-16 0,-3 2-18 16,3 1-11-16,-4 1-13 0,7-3-25 0,-7 3-26 16,0 0-32-16,0 0-19 0,0 0-4 0,0 0 7 15,3 10 1-15,-4-8-1 0,-1 6-11 0,0-1 0 16,2-2-7-16,-2 0-11 0,-1 3-2 0,2-3-9 16,-2 1-8-16,3-1 6 0,-1 0 5 0,1-1 9 15,0 1 8-15,0-5 19 0,0 4 19 0,0-4 3 0,10 0-2 16,1-4 0-16,1 1 1 0,9-3 5 0,-2 1-1 15,0 0-3-15,0-2 5 0,0 3-2 0,-2-1 1 16,-3 1-1-16,-2 0 1 0,-1 1-2 0,1 3-1 0,-1 0-5 16,-2 3 5-16,1-1-6 0,-1 1-39 0,0 6-42 15,0-2-53-15,-4 5-78 0,-1 1-89 16,-3-3-398-16,2 1-762 16,-2-4 338-16</inkml:trace>
  <inkml:trace contextRef="#ctx0" brushRef="#br0" timeOffset="-55687.32">4532 14573 47 0,'4'-8'192'0,"-3"-2"-1"0,4 1-12 0,-2 2-6 15,-3-3-5-15,1 3-6 0,-1 1-10 0,-1-1-9 0,-2 2-11 16,-2-2-12-16,4 5-14 0,-4-3-9 0,-3 3-12 16,-4-1-9-16,-3 5-2 0,-2 1-15 0,-3 2-8 15,-8 2-4-15,0 5-6 0,2 3-4 0,1 1-4 16,2 2-2-16,1-1-7 0,3 0 0 0,1 5-5 15,4-7 0-15,2 3-2 0,5-1-1 0,1 1-2 16,3 0-4-16,0-3-1 16,5-1-7-16,2-1-2 0,4 1 0 0,0-5 3 15,6 1-4-15,4-3-20 0,2-3-2 0,1-4 5 16,10-3 0-16,-3-2 0 0,0-4-2 0,-1-3 7 16,-8 2 0-16,1-6 3 0,-2 3 2 0,-5-2 0 15,2 0 5-15,-2-7-1 0,0 5 5 0,-7-1 3 16,3 3 11-16,-5 1 4 0,0 1 8 0,-1 1 11 15,0 2 5-15,-3 3 4 0,3 0-8 0,-2 2-1 0,-1 2-6 16,0-2-12-16,0 5-6 0,0 0-13 0,0 0 0 0,-8 10-4 16,1 8 2-16,-5 4 0 0,3 6-3 0,-5 3 2 15,0 16-1-15,0 1 3 0,1 0 0 0,1 3 0 16,5-5-8-16,-2 5 5 0,5-5 4 16,3-11-8-16,1 1 5 0,1-1 2 0,2 0 2 15,2-1-2-15,0-1 5 16,-1 0-4-16,2-3-1 0,-2-1-2 0,1-5 4 15,-1-5-4-15,-4-1 4 0,1-1 0 0,2-6-3 16,-3-1 4-16,-3-2 1 0,2 1 2 0,-2-4 2 16,-2 2 1-16,0-2-1 0,-5 0 4 0,-4-2-2 15,-4-1 8-15,0 0 4 0,-4 0 8 0,2-6 7 16,-8-1 4-16,0-4 8 0,10 1 22 0,0-4 1 0,-4-5-3 16,3-1-3-16,1-3-1 0,5-3-8 15,2 1-13-15,7-5-8 0,3-5-14 0,5 1-16 16,6-4-4-16,9-10-2 0,0 16-4 0,8-10 1 15,5 3-1-15,-8 10 3 0,15-3 0 0,6 1 0 16,-14 8-2-16,5 0 2 0,-3 6-4 0,-1 0 4 16,-1 1 2-16,-3 5-3 0,-10 4-1 0,-1-2-3 0,-6 2 1 15,-1 3-4-15,-3-1 0 0,0 3 2 0,-1-3 4 0,-3 2-3 0,1-2 0 0,-4 3 1 16,6-2-18-16,-6 2 2 0,0 0 0 16,0 0 2-16,0 9-8 0,0-9-21 0,-8 7-27 15,5 0-33-15,-5-3-40 0,5 2-57 0,-4 1-242 16,2-2-484-16,0 1 216 0</inkml:trace>
  <inkml:trace contextRef="#ctx0" brushRef="#br0" timeOffset="-54685.06">4996 14855 55 0,'0'0'219'0,"0"0"-23"0,0 0-19 0,0 0-22 15,6-9-17-15,1 4-7 0,2 0-18 0,7-2-8 16,0-4-18 0,8 1-4-16,0-1-11 0,2-3-1 0,-1-1-8 0,-2 1-10 15,3-4-6-15,-3 1-4 0,-3-2-1 16,-4 5-6-16,-4 2-5 0,0-4-3 0,-3 1 5 15,0 1 4-15,-6 3 1 0,0 2 3 0,-2-1-3 16,-1 3-5-16,-4 2-4 0,-2-1-2 0,-1 0-2 0,-6 4-9 16,-4 1 2-16,-4 1-4 0,-5 3 3 0,-1 9-4 15,-4 0-4-15,3 1-1 0,1 0-1 16,3 3 0-16,0 1-2 0,5 1 1 0,-3 2-5 0,4 1-1 0,5-6 1 16,-1 10-1-16,5-9 2 0,5 1 1 0,3 0 0 15,2-2-3-15,2 0 2 0,7 0 2 0,3-3-1 16,6-3 4-16,9 2 0 0,4-3 1 0,3-2-3 15,-1-4-1-15,2-3-5 0,1-6 13 0,-1 2-10 16,1-2 8-16,-5-3 18 16,0-2 17-16,-3 0 16 0,-5-1 11 0,1-2 14 15,-7 4 6-15,-3-3 11 0,-1 1 9 0,-1 2 6 0,-2-4 0 0,-1-2 9 0,-2 3 11 0,0 3 5 16,-3 3-5-16,-1-3-5 0,0 1-1 0,-2 3 0 16,-1 0-20-16,3 2-7 0,-2 0-5 0,-1 1-18 15,0 0-15-15,2 3-14 0,-3 1-27 0,1-5-34 16,-1 5-34-16,0 0-25 0,0 0 2 15,0 0 7-15,0 0 4 0,4 17 3 0,-4-4 6 0,0 3 3 16,-4 4 10 0,0 6 1-16,-1-1 4 0,1 4 2 0,0-1 7 15,0-1 0-15,1-3 2 0,-1-4 0 0,0-3 10 16,3-6-5-16,-1-3 0 0,1 2 6 0,1-4 7 16,-1-1 20-16,1 0 21 0,-1-2 24 0,1-3 25 0,0 4 16 15,0-4-3-15,0 0-14 0,0 0-11 16,15-9 1-16,-9 1-10 0,3-1-6 0,3-4-1 0,-2 0-10 15,2-2-2-15,8-4-11 0,-10 4-4 0,4 0-4 0,-1 1-5 16,1 0-5-16,-2 2-3 0,-6 4-4 0,4-1-10 16,-1 2-24-16,-3 1-25 0,1 2-25 0,0 1-19 15,4 1-18-15,-1 2-12 0,4 2-15 0,-1 0-18 16,5 4-15-16,-5-1-10 0,3 3-12 0,-2 0-10 16,1 0-16-16,-3-2-8 0,3 4-5 0,-6 0 2 15,-1-3 21 1,1 0 9-16,0 0 16 0,-4-2 14 0,0-1 20 15,0 1 17-15,-1-1 29 0,0-2 37 0,0 1 30 0,-4-3 23 16,3 2 28-16,-3-2 22 0,6 4 19 0,-6-4 9 16,0 0 14-16,2 3 1 0,-2-3-2 0,0 0-7 15,0 0-4-15,0 0-10 0,7-7-3 16,-5 5-7-16,3-1-5 0,1 1-10 0,2-5 2 16,0 1-7-16,2-2-4 0,5 0 0 0,0-2-3 0,2-1-3 0,1 2-4 15,-1 0 2-15,2-3-4 0,-1 0-1 0,0 0-4 16,0 0 0-16,-3 0-2 0,2-3 0 0,-5 3-2 15,0 0-1-15,-3 0-2 0,-3 3 1 0,-1 0-1 16,-1 0 0-16,0 1 1 0,-4 1-2 0,-4 1 0 16,2 2-1-16,-5 3-3 0,-3 1 0 0,-4 1-2 0,-6 5-1 15,2 1 2-15,-8 5 2 0,2 2-1 0,1 3-1 0,1 1-3 32,-1 3 6-32,4-2-3 0,2 3 1 0,2-2-2 15,2 4 2-15,7-7-2 0,1 3 1 0,5-2-1 0,2 0 5 0,3-1-17 0,3-1-26 0,4-3-29 16,5-4-68-16,10-1-87 0,1-7-182 0,3 0-438 15,1-4 193-15</inkml:trace>
  <inkml:trace contextRef="#ctx0" brushRef="#br0" timeOffset="-53761.15">6316 14630 123 0,'0'0'282'0,"-4"-4"-26"15,4 4-28-15,0-5-25 0,0 5-25 0,0 0-18 0,0 0-14 16,15 5-16-16,-8-1-9 0,2 2-16 0,0 3-10 16,5 1-6-16,-3 3-12 0,-2 1-4 0,3 0-5 15,-3 3-11-15,0 2-7 0,1 6-3 0,-4-3-4 0,-1 3-5 16,-3 0-5-16,-2 1 0 0,-3-8-4 16,2 1-2-16,-2-2-4 0,0-5-2 0,2 0 4 15,-1-3-3-15,0-1-3 16,0-3 5-16,-1-1 14 0,2 2 25 0,-1-4 25 15,2-2 9-15,0 0-7 0,0 0 1 0,0 0-15 16,0 0 2-16,-2-15-7 0,4 4-5 0,1 0-6 16,2-4-9-16,3-2-2 0,-1-2-15 0,4-6-15 15,3 0-2-15,-1 1-27 0,6 5-9 0,0-4-1 16,2 5 4-16,3 3 0 0,4 0-5 0,0 2-10 16,1 2-1-16,2 0 5 0,1 3 1 0,0 0 1 0,0 3 0 15,-1 1 2-15,-4 0 4 0,-5 3 10 0,-1-2-5 0,-4 3-2 16,-5-2 2-16,2 2 14 0,-6 0-10 0,1 0 16 15,-1 0 12-15,-3-2 14 0,-5 2 4 0,9 2-2 16,-9-2-7-16,0 0-4 0,0 0-1 0,0 0-4 16,-23 5-2-16,6 0 0 0,-1 4-7 0,2 1 1 15,-7 2-1 1,-2 5-5-16,4 0 2 0,0 2-2 0,-1 3 0 16,1 0-4-16,0-1 5 0,6 1-5 0,6-5 1 15,0 1 7-15,0-4-3 0,0 1-8 0,5-5-5 16,4-2 5-16,0 0 3 0,0-4 2 0,4 1 2 15,4-4 9-15,2-2 2 0,3-1 1 0,5-5 10 16,0 0-4-16,6-6 13 0,-1-1-4 0,-1 0-11 16,-1-2 1-16,-3 3 4 0,1-4-1 0,-2 4-5 0,-3-1-9 0,0-1 8 15,-1 4-4-15,-3 1-6 0,-2 3 0 0,-3 2 5 16,0-1-3-16,-1 2-6 0,1 0-3 0,0 2-11 16,-2 1-21-16,0-4 4 0,-3 5 0 0,0 0 1 15,7 8 9-15,-3-4-3 0,0 1 7 0,-1 2-1 16,4 1 2-16,-4-1-2 0,4 2 3 0,-3-2-1 0,2 0-1 0,-1-1-1 15,3 1 4-15,-2-2-1 0,1-1 3 16,-2-1 3-16,4 0 1 0,-3-3 5 0,3-1-3 16,0-4-1-16,0-1 0 0,0 0 3 0,0-4 19 0,-4 1 5 15,5-7 3-15,-2 1 10 0,1-5 0 0,1-2 14 16,-1-1 4-16,-1-2-1 0,-2-2-8 0,3 1-1 16,-1-3 2-16,-2 4-7 0,2-3-4 0,-1 3-1 15,0-1 1 1,-2 9 6-16,-2 0 6 0,0 5 5 0,-1 4-3 15,0-4-7-15,0 8-6 0,2-4 0 0,-1 4-8 16,-2 1-22-16,1 1-32 0,-2 2-17 0,0 0 9 16,0 0-5-16,0 0 1 0,-6 16 1 0,0-5 11 15,-1 14-3-15,-3 2 3 0,-1 3 5 0,0 3 3 0,-5 13 0 16,-3-2 0-16,10-10 5 0,-2-1-5 0,3 1 2 16,3-9 2-16,1 2 5 0,0-8-5 0,4-3 0 0,0-4 0 15,0 1 18-15,5-5 10 0,-1 2 26 0,5-2 6 16,10-1 5-16,4-2-4 0,10-8 0 0,3 3-9 15,16-2-11-15,0-5-24 0,-13 2-51 0,14-6-72 16,-14 1-97-16,7-7-153 0,-10 2-272 0,9-8-692 16,-11 6 307-1</inkml:trace>
  <inkml:trace contextRef="#ctx0" brushRef="#br0" timeOffset="-52444.04">8566 14386 9 0,'0'0'260'0,"0"0"-17"0,4-2-9 16,-4 2-18-16,0 0-24 0,4-2-18 0,-4 2-18 15,0 0-17-15,0 0-18 0,0 0-13 0,0 0-12 0,0 0-15 0,0 0-6 16,-22 8-6-16,7 0-6 0,-2-1-9 0,-2 2-11 16,1 0 0-16,0 2-6 0,-1-1-4 0,2 0 3 15,-1-1-12-15,3 1 0 0,-3 1-12 0,9-2 5 16,-3 3-1-16,4-3-2 0,3 0-3 0,1 1-2 16,1-3-1-16,2 3 2 0,2-5 0 0,2 7 0 15,5-6-2-15,4 5 4 16,5-1-7-16,2 0-2 0,7-1 4 15,-2 1-2-15,4 0-1 0,-1-2 0 0,0-2-2 0,-7 2 3 16,-1-1-4-16,0 0 5 0,-4 3-5 0,-4-4-3 16,-1 0-13-16,-1 0-9 0,-1 0-7 0,-7-1 4 15,3 4 1-15,-4-4 6 0,-4 4 3 0,-6 0 1 16,-3 0 1-16,-5 0 6 0,0-1 0 0,-7 4 2 16,4-4-1-16,0-2 2 0,-5-1 3 0,-2 2 2 0,10-3-1 15,-1 0-1-15,1-1-1 0,4-2 5 0,3 0 1 16,0 0-1-16,4-2 3 0,0 1 2 0,7 0-13 15,-2-5-27-15,2 5-27 0,16-12-12 0,1 4-7 0,8-4-10 16,10 0-12-16,15-5 4 0,2 2 8 0,5-2 8 16,6-2 3-16,-5 4 11 0,3-2 7 15,3 0 4-15,-10 3 8 16,-3 3 10-16,-15 3-1 0,-2-3 10 0,-4 4 11 16,-9-2 15-16,-2 4 31 0,-2-1 31 0,-4-1 39 15,-4 4 23-15,0 1 4 0,-3-1-9 0,-1-4-10 16,-4 4-11-16,-2 0-8 0,-4-3-7 0,0 3-8 15,-4 1-2-15,-1 0-8 0,-4 2-3 0,1 0-8 16,-5 1-1-16,-4 2-6 0,3 4-4 0,-1-2-6 16,2 3-5-16,-1-1-4 0,1 6-9 0,4-4 4 0,0 3-1 0,2 0-4 15,3 2-1-15,-1-1-1 0,5-2-2 0,4-1 1 16,-2 1 0-16,7 0-1 0,1 0-1 0,5-1 6 16,8 1-1-16,4-6 0 0,5 3-3 0,3-5 0 15,6 0 1-15,-4-6 0 0,3 0-3 0,-3-3 0 16,-3 1-2-16,-2-3 1 0,-7 1-1 0,-2-1 1 15,-1-2 19-15,-7 3 18 0,0-2 11 0,-5 0 1 0,0-3-3 16,-1 0-2-16,-1 0-9 0,-6 0-6 0,2 0-4 16,-6-3-13-16,-2 1-12 0,-2-1-8 0,-2 7-14 31,-2-2-13-31,0 0-11 0,-2 3-12 0,2 2-10 0,-3 1-10 16,5 2-11-16,-1-1-19 0,1 3-19 0,4 0-29 15,-1 3-12-15,5-3-29 0,0 0-212 0,5 0-433 16,0 0 192-16</inkml:trace>
  <inkml:trace contextRef="#ctx0" brushRef="#br0" timeOffset="-52143.61">9454 14355 27 0,'5'-5'324'0,"-4"0"-4"0,1-2-7 0,0 2-8 15,2 2-19-15,-4-1-31 0,0 4-30 0,4-6-25 16,-4 6-28-16,0 0-17 0,0 0-20 0,0 0-14 15,0 13-14-15,-4-3-10 0,2 6-15 0,-2 7-8 16,1 2-6-16,-3 4-11 0,2 1-3 0,0 1-7 16,2 5 0-1,2-2-7-15,0-4-3 0,0-1-4 0,4-1-5 16,-2-3-2-16,1-4-1 0,2-4-1 0,-2-2-3 0,0-5-1 16,0 2-2-16,-1-4-1 0,-1-2 0 0,2-1 4 15,-2 1-2-15,1-2 12 0,-2-1-11 16,0-3 20-16,2 4 2 0,0-2 3 0,-2-2 1 0,0 0-2 15,0 0-10-15,0 0 2 0,2 3-11 0,-2-3-37 16,0 0-35-16,0 0-35 0,0 0-49 0,0 0-68 16,0 0-78-16,0 0-295 0,0 0-620 0,0-12 274 0</inkml:trace>
  <inkml:trace contextRef="#ctx0" brushRef="#br0" timeOffset="-51264.39">9775 14583 67 0,'0'0'301'0,"2"-2"-30"15,-2 2-29-15,0 0-28 0,0 0-20 0,0 0-19 16,0 0-17-16,0 0-15 0,-3 13-16 0,0-6-14 16,-1 4-9-16,2 5-13 0,-6-1-8 0,7 1-9 0,-3 1-4 0,4 0-6 0,-1-5-5 15,1 1-6-15,0-4-7 0,1 3-3 16,0-2-4-16,2-2-2 0,2-3-4 0,-4-1 17 15,4 0-2-15,3-4-1 0,-8 0 5 0,13-2 21 16,-3-2 6-16,-1 1 13 0,0-4-5 0,1 1 7 16,-1-5 3-16,3-1-6 0,-1 0-4 0,-3 3 6 15,2-4-22-15,-1 4-8 0,-3-2-11 0,1 2 2 16,-1 2-11-16,-1 2-7 0,0 0-4 0,0 1 9 16,-1 0-26-16,0 1-19 0,-4 3-12 0,5-1-3 0,-5 1 1 15,0 0 1-15,9 8-1 0,-3-2 3 0,2-1 5 0,-3 5-1 16,9-1 1-16,-5 0 2 0,4 1 5 0,0 0-6 15,0-3-8-15,3 5-11 0,-2-6-5 16,5 2-7-16,-1-4 0 0,1-2-4 0,0-2 1 16,-6 0-4-16,0-2 2 0,5-3 8 0,-4-4 2 0,-4 1 3 15,3-2 4 1,0-2 7-16,-5-5 15 0,1 3 12 0,-1-3 10 16,-1 0 16-16,-2-3 20 0,1-4-11 0,0-2 17 15,1 4 5-15,-2-5-3 0,-1 2 12 0,0 7-1 16,-2-3 10-16,1 3 7 0,1-1 13 0,-2 11-8 15,-2-4-13-15,0 6-2 0,3-2-11 0,-3 2-17 16,0 4-37-16,1-2-17 0,-1 4-7 0,0 0 7 16,0 0-6-16,-5 17-7 0,0 0 11 0,0 0-5 0,1 2 3 0,-4 7-8 15,1 3 11-15,-2 2 7 0,2 3-6 0,2-3 2 16,1 0 0-16,-1-4-28 0,3 0 1 0,2-9-5 16,-1 0-12-16,-2-5 12 0,3-3-8 0,3 0 7 15,-6-2 5-15,3-2 7 0,0 0 18 0,0-4 41 16,0 2 29-16,0-4 12 0,-3 3-4 0,3-3-7 15,0 0-9 1,-5-8-3-16,0 4-9 0,2-5-9 0,0 1 4 0,-5-2-8 16,3 2-2-16,-4-3 1 0,5 3-3 0,0-2-4 0,-2 5-5 0,5-4-8 15,-2 5-12-15,-1-2-16 0,3-1-15 0,2 3-20 16,3-1 1-16,3 0-18 0,3 0 3 0,5-2-1 16,4 0 10-16,9 1 4 0,3 2 5 0,4-3 6 15,3 5 6-15,1-5-1 0,13-2 3 16,-15 4 8-16,2-1 1 0,-3-2 2 0,-4 3 10 15,-1-4-9-15,-5 5 7 0,-6-2 9 0,-4-1 17 16,-2 5 13-16,-2-2 24 0,-6 3 11 0,2-3 6 16,1 3 4-16,-5-2 1 0,1 2-10 0,1-2-4 0,-6 3-8 15,5-1-11-15,-5 1-4 0,9 0-19 16,-9 0-2-16,4 5-3 0,-3-2-4 0,-2 3-6 16,1-1-1-16,-1 6 2 0,-2-4 3 0,-2 10-6 0,4-5 7 0,-2 5-7 15,0-1 1-15,1 0 3 0,2-2 1 0,-4-2-19 16,2 1-24-16,3-2-20 0,-2 3-24 0,-1-7-21 15,1 1-26-15,0-3-24 0,0 0-23 0,1 3-18 16,-3-4 1-16,3 0 0 0,-1 0-8 0,1-4 13 16,0 0 7-16,0 0-294 0,0 0-517 0,-3-18 228 15</inkml:trace>
  <inkml:trace contextRef="#ctx0" brushRef="#br0" timeOffset="-51095.12">10740 14382 30 0,'-2'-9'338'0,"1"4"-22"0,1 1-28 16,0-1-28-16,-1 1-28 0,1 4-26 0,0-5-40 16,0 5-42-16,0 0-16 0,0 0-28 0,0 0-43 0,0 0-43 0,0 14-46 15,4-9-73-15,-3 2-209 0,4 3-361 0,3 0 159 16</inkml:trace>
  <inkml:trace contextRef="#ctx0" brushRef="#br0" timeOffset="-50762.82">11122 14492 218 0,'0'0'241'0,"-9"-1"-13"0,9 1-17 16,-13 2-14-16,3 2-20 0,-3 0-13 0,4 2-17 15,-5 1-11-15,1 4-17 0,-2 2-12 0,-1 1-11 16,3-1-9-16,0 3-8 0,-1-1-9 0,6 1-7 0,0-2-7 0,4-2-5 15,1 0-1-15,1 0 9 0,2-5-5 0,3 3-4 16,1 0-2-16,2-3-1 0,4 0-3 0,8-2-1 16,1-1-1-16,2-3-2 0,-1-1-6 0,10-5-3 15,-10 4-1-15,-1-3 0 0,-1-4 16 0,-5 4 23 16,4-2 5-16,-7-3-1 0,0 1-1 0,0-1 2 16,-3-3-3-16,-1 2-9 0,-3-6-9 0,-1 2-6 0,0 1-4 0,-4 2-9 15,-2-3-2-15,-1 2-6 0,-2 1-10 0,-4 1-8 16,-1 0-13-16,-3 2-13 0,-1 2-14 0,-2-1-13 15,-3 4-24-15,1 1-19 0,-3 2-26 0,5 2-22 32,-1 1-19-32,6 1-53 0,1-1-53 0,1-1-192 15,6 2-491-15,1 1 217 0</inkml:trace>
  <inkml:trace contextRef="#ctx0" brushRef="#br0" timeOffset="-50455.8">11283 14512 11 0,'0'0'332'0,"5"0"-28"0,-5 0-28 0,0 0-25 0,5-3-27 0,-5 3-23 15,0 0-25-15,0 0-20 0,0 0-12 0,0 0-17 16,5 7-12-16,-5-4-14 0,0 4-5 0,0 0-13 16,-1-1-8-16,1 3-6 0,0-2-6 0,-1 1-7 15,1-3-3-15,-3 0-4 0,3 0-7 0,0-1 0 16,0 1 1-16,0-5 26 0,0 0 27 0,8 0 7 15,0 0 3-15,3-3 11 16,3-6-3-16,5 4-5 0,-1-2-1 0,0-2-12 16,2 0 2-16,-2 2-11 0,0-1-9 0,0 3-5 15,-7 1-9-15,2 1-9 0,1-1-4 0,-3 4-9 16,2 0-6-16,-2 4-1 0,2-1-24 0,-1 2-29 0,2 5-37 16,2 2-52-16,-6 1-51 0,-2 1-75 15,0 3-108-15,-2-5-281 0,-3-2-672 0,3 0 298 16</inkml:trace>
  <inkml:trace contextRef="#ctx0" brushRef="#br0" timeOffset="-49590.97">12743 14389 16 0,'0'-4'325'0,"-1"-2"-12"0,-2 3-10 0,3 3-11 0,-1-8-23 16,1 6-16-16,0 2-25 0,0-7-18 0,0 7-28 0,-2-3-20 16,2 3-22-16,0 0-20 0,0 0-11 0,0 0-12 15,0 0-14-15,0 13-12 0,-3 0-6 0,3-4-6 16,-2 4-9-16,-1 3-5 0,3 1-2 0,0 0-8 15,0-1 0-15,0 1-7 0,0-2-3 0,0-1 4 0,0-1-5 16,0-2-6-16,0 2 5 0,0-5-4 0,0 1-5 16,0-4 0-1,0 2 17-15,0-3-14 0,0-1-3 0,-3 0 3 16,3 1 0-16,0-4 2 0,3 5 10 0,-3-5-18 16,0 0-27-16,0 0-52 0,0 0-37 0,0 0-46 15,-4-12-50-15,4 5-52 0,-4-2-257 0,3 0-553 16,-2-2 244-16</inkml:trace>
  <inkml:trace contextRef="#ctx0" brushRef="#br0" timeOffset="-49390.45">12660 14278 109 0,'-2'-11'237'0,"2"-1"2"0,0 3-11 0,0-1-8 16,0-1-5-16,0 5-16 0,1-1-14 0,-1 2-17 16,0 2-19-16,0 3-15 0,-1-7-20 0,1 3-33 15,0 4-34-15,0 0-35 0,2-4-29 0,-2 4-39 16,0 0-24-16,11 6-37 0,-9-1-73 0,3-4-124 0,0 4-338 0,-1-2 150 15</inkml:trace>
  <inkml:trace contextRef="#ctx0" brushRef="#br0" timeOffset="-49112.26">13137 14261 87 0,'0'0'281'0,"0"0"-20"0,0 0 0 16,8 0-25-16,-8 0-22 0,0 0-24 0,0 0-24 16,0 0-10-16,0 6-18 0,0-6-14 0,-9 8-10 15,0-1-14-15,0 0-6 0,-2 3-9 16,-1 0-14-16,0 2-5 0,4 0-10 0,-4 0-6 0,4 1-1 0,3-2-6 16,0 2-5-16,2-4-1 0,2 5-7 0,2-1-1 15,3-1-3-15,5 3 1 0,0-1 0 0,6 0-6 16,2-2-1-1,3 4 0-15,0-5-4 0,0-1-1 0,-1 1-4 16,-1-5 1-16,-5 3-2 0,-3-4-1 0,0 0-3 0,-2 0-2 16,0-3-9-16,-3 2-15 0,0-3-5 0,-5 2 0 15,0-3 2-15,-10 10 1 0,-2-6-24 0,-7 3-36 16,-9 1-69-16,-5-1-125 0,-1 0-146 0,4-2-455 0,0-2 202 0</inkml:trace>
  <inkml:trace contextRef="#ctx0" brushRef="#br0" timeOffset="-46971.19">15285 14130 49 0,'4'-5'136'0,"1"2"-3"0,1-1-3 16,-3-1-3-16,2 2-15 0,-2-2-6 0,0 3-7 0,-3 2-5 16,5-3-11-16,-1-1-5 0,-4 4-10 0,0 0-8 0,0 0-7 15,0 0-6-15,-21 6-3 0,8 2-3 0,-6 1-5 16,-10 6-1-16,0 1-1 0,0 2-1 0,-2 5-3 15,0-2-1-15,2 3-3 0,-2 1-6 0,3-2 2 16,1 1 0-16,4-2-3 0,3 0-6 0,1 0 4 16,7-5-6-1,3-3-1-15,0 4 28 0,8-4-2 0,1-2 3 16,4-2 8-16,10 2 3 0,0-3 1 0,14-2-2 16,5-1 0-16,7-4-7 0,11-2-4 0,1-4-2 15,2-4-8-15,0-1 1 0,-6-3-1 0,2-1-4 0,-13 1-2 16,-2-2 2-16,-3-1 9 0,-4 4 9 0,-4-4 10 15,-4-1-2-15,-7 1 0 0,-2 2-4 0,-4 3-1 16,-2-2-3-16,-5-2-3 0,0 2-10 0,-7-3-6 0,-4 1-4 16,-1 1-6-16,-6 1-11 0,1 1-12 0,-2 4-10 15,-1 1-15-15,-1 0-18 0,-2 1-19 0,4 4-19 16,2 1-30-16,-2-3-36 0,5 3-47 0,-2 3-158 16,5-3-392-16,-3 0 174 0</inkml:trace>
  <inkml:trace contextRef="#ctx0" brushRef="#br0" timeOffset="-46633.39">15268 14083 83 0,'-1'-11'287'0,"-2"3"-11"0,1-4-4 15,-1 7-16-15,2-2-19 0,1 2-23 0,0 0-23 16,-1 3-25-16,1 2-21 0,-4-4-17 0,4 4-14 15,0 0-11-15,-1 23-11 0,-3-6-10 0,-1 9-12 16,-2 6-8-16,0 3-6 0,-5 12-7 16,1 2-4-16,-1-3-7 0,2 0-3 0,1-1-7 0,0 1 1 15,4-12-5-15,-3 12-4 0,7-11 6 0,-4-4-8 16,2 0-3-16,3-1 1 0,3-6-3 0,-3-4 2 0,1-3-1 16,-1-3-1-16,4-5-2 0,-3 1-1 0,-1-5 3 15,0 3 1-15,3-4 2 0,-3 0 19 0,1 0 12 16,-1-4 7-16,0 4 8 0,0-4-6 0,0 4-1 15,0-4-5-15,0 0-6 0,0 0-12 0,0 0-40 16,0 0-40-16,0 0-47 0,0 0-60 0,0-13-73 16,3 6-306-16,3-4-577 15,-2-1 257-15</inkml:trace>
  <inkml:trace contextRef="#ctx0" brushRef="#br0" timeOffset="-46370.51">15894 14043 84 0,'-19'21'181'0,"-1"4"-10"16,-1 6-9-16,-6 6-17 15,3 6 0-15,-3-5-13 0,8-6-6 16,-1 10-8-16,5-9-13 0,3-2-9 0,4 1-10 16,1 0-7-16,4-3-2 0,3-1-10 0,4-2 0 15,5-1-4-15,4-3-2 0,-1-6-6 0,10 0-14 0,5-2-38 16,2-4-58-16,2-6-73 0,1-1-186 0,6-3-340 16,-1-5 151-16</inkml:trace>
  <inkml:trace contextRef="#ctx0" brushRef="#br0" timeOffset="-45846.68">16077 14217 151 0,'0'-13'319'0,"3"1"-8"0,2 0-11 0,-4-2-10 15,3 4-13-15,-1-1-18 0,0 3-14 0,1-2-24 16,-1 3-26-16,-3 4-18 0,2-3-22 0,1 3-20 16,-2 0-15-16,-1 3-33 15,4-2-14-15,-4 2-12 0,0 0-8 0,2 14-12 16,0-4-6-16,-4 3-2 0,2 5-8 16,0 7 1-16,-1 1 1 0,0 3-10 0,1-4 3 15,0 1-6-15,-1-6-3 0,2 0 2 0,1-2 1 16,1 1-1-16,1-3-1 0,0-7 0 0,0 4-1 0,-2-2-1 15,3-3 5-15,0-2-1 0,2 1 0 0,-1-6 26 16,2 2 23-16,5-4 17 0,-2-1 4 0,3-1-11 0,4-6 22 16,0 3-3-16,-3-5-10 0,3 0-2 0,1 0 0 15,-2-2-31-15,5-4 16 0,-8 3-12 0,4-5-2 16,-2 0-9-16,-2 2-1 0,-1 2-1 0,-2 0-1 16,-2 2-4-16,-3 4 5 0,0-1 1 0,0 3-5 15,-2 1 1-15,0 3-3 0,-3-1-17 0,3 0-25 16,0 3 2-16,-4 1-19 15,1-3-13-15,-1 3-4 0,0 0 8 0,0 0 1 16,-4 15-1-16,2-6 8 0,-2 1-2 0,0 0 3 16,0 6 0-16,3-3 8 0,-4 4 5 0,5-2-2 15,0 1 2-15,1-5-1 0,6 5-29 0,-1-2-14 16,-1-1-34-16,-1-1-32 0,4-3-36 0,-1 3-39 16,-2-2-46-16,3-3-82 0,-3-2-270 0,4-2-646 15,-4 1 286-15</inkml:trace>
  <inkml:trace contextRef="#ctx0" brushRef="#br0" timeOffset="-45645.89">16786 14376 288 0,'0'0'266'0,"0"0"-34"0,0 0-27 15,0 0-23-15,0 0-18 0,0 10-16 0,-4-5-12 16,-1 5-17-16,-5-3-13 0,1 5-29 0,-1 2-34 16,-4-2-37-16,1 4-54 0,2-4-80 15,-1-1-172-15,3-1-324 0,0-1 144 0</inkml:trace>
  <inkml:trace contextRef="#ctx0" brushRef="#br0" timeOffset="-45129.2">17111 14139 30 0,'1'-6'352'0,"-1"0"-16"0,0 1-24 0,0 0-31 15,0 0-27-15,0 5-30 0,0-4-26 0,1 1-25 16,-1 3-19-1,0 0-15-15,0 0-14 0,0 0-17 0,3 20-10 0,-6-9-10 16,2 0-7-16,1 5-8 0,-4 1-8 0,4 3-7 16,-1-3-7-16,-4 2-4 0,5-1 0 15,-2 0-13-15,2-1 0 0,-2-2-4 0,1-1-2 0,2-2-2 16,-1 0-4-16,4-2-2 0,-3 2 3 0,3-4-2 16,-3-1 0-16,3 0-1 0,-3-4 10 0,7 1 21 15,-4 1 11-15,9-3 0 0,-3-2 3 0,3-2-3 0,2-3 0 16,4 0-8-16,2-1 4 0,-1-4-15 0,3-3-3 0,0-1 1 15,0-2-12-15,-4-1 3 0,3-5 1 16,-3 1-3-16,2-1-10 0,-5-2 0 0,1 1 2 16,-6-1 1-16,2 2-8 0,-6 5-2 0,-2 2 3 15,-3 4 0-15,0 1 0 0,-4-2-2 0,1 4-6 0,-2 1-8 16,0 2 4 0,-4 3 13-16,-3-1-18 0,0 1-4 0,-1 4-1 15,0 0 2-15,-1 1-5 0,1 3-3 0,2 3 4 16,0-3-5-16,0 5 8 0,4-1-3 0,0 2-3 15,1-1 3-15,7 1 3 0,2-1-1 0,5 2-13 16,3 0-20-16,6-3-28 0,5 1-35 0,1-1-42 16,5-2-52-16,-3 0-79 0,-4-7-323 0,5-1-649 0,0-2 287 15</inkml:trace>
  <inkml:trace contextRef="#ctx0" brushRef="#br0" timeOffset="-44829.01">17715 13842 214 0,'4'-3'247'0,"-4"3"-16"0,10 2-22 0,-1 2-13 16,4 5-14-16,1 3-15 0,5 5-13 0,4 5-11 15,-3 4-12-15,-3 1-6 0,0 4-12 0,-2 1-10 16,-2 2-10-1,1 13-11-15,-6-13-2 0,-4 0-11 0,-2 1-2 16,-4-1-10-16,-3-1-8 0,-3-1-5 0,-2 2-4 16,-1-5-4-16,-1-5-5 0,-2 3-6 0,-3-8-2 15,-2 1 1-15,0-3-6 0,2-6 1 0,-1 1-2 16,4 0-2-16,1-5-1 0,3-1-1 0,1 1-4 16,-1-2-4-16,4-3-9 0,-1 2-16 0,3-1-9 15,-1-1-35-15,1-2-68 0,4 0-98 0,0 0-198 0,0 0-464 0,14-11 206 16</inkml:trace>
  <inkml:trace contextRef="#ctx0" brushRef="#br0" timeOffset="-44566.5">18279 14185 92 0,'0'-2'367'0,"0"2"-7"0,1-7-20 16,-1 7-26-16,1-6-30 0,3 2-30 0,3 1-28 16,-1-1-19-16,4-1-22 0,4 1-18 0,4-2-19 15,1 1-21-15,9 0-37 0,3 1-42 0,-3-1-54 0,3 2-53 16,-2 1-67-16,1-1-96 0,0-2-244 15,-4 1-506-15,-7 1 224 0</inkml:trace>
  <inkml:trace contextRef="#ctx0" brushRef="#br0" timeOffset="-44381.53">18372 14291 257 0,'-6'3'285'16,"3"-1"-1"-16,-2 1-2 15,5-3-24-15,0 0-25 0,0 0-26 0,19 1-17 16,3-4-22-16,7 0-46 0,6 0-57 0,-1 1-56 16,5-1-62-16,0-4-90 0,-3 0-218 0,4 3-391 15,-2-3 173-15</inkml:trace>
  <inkml:trace contextRef="#ctx0" brushRef="#br0" timeOffset="-44065.37">19144 13900 68 0,'-11'1'210'16,"0"5"-15"0,-5 1-12-16,0 2-17 0,-7 7-9 0,0 3-13 15,4 3-13-15,-5-1-12 0,5 4-9 0,-1 0 8 16,5 1-7-16,2-1-7 0,3 0 4 0,5-6 3 15,4-1 0-15,1 1 8 0,4-2-3 0,4 0-1 16,4-3-1-16,6-1 4 0,5-2 0 0,5 1-11 16,2-7-4-16,0-2-10 0,2-3-7 0,0-3-6 15,0-1 3-15,-6-4-2 0,-5 1 4 0,-2-5-8 0,-5 1-4 0,-1-3-6 16,-3-2-9-16,-6-4-2 0,-1 3-16 16,-7-2-15-16,-5-5-21 0,-9 0-22 0,-5 2-27 0,-5 2-38 15,-5 1-41-15,-17 2-42 0,-5 5-71 0,-1 1-312 16,1 3-594-16,3 5 262 0</inkml:trace>
  <inkml:trace contextRef="#ctx0" brushRef="#br0" timeOffset="-42546.92">21114 14137 149 0,'0'-7'194'0,"-3"2"-6"0,1 0-14 16,-1 3-12-16,-1-3-16 0,-2 2-8 0,1 1-17 15,-2 2-13-15,-5 2-10 0,1-1-10 0,-7 8-8 16,1 1-11-16,-6 4-7 0,0 1-3 0,2 2-10 16,5-2-1-16,-2 3-7 0,5-2-7 0,2 0 14 0,0 3-10 0,0 3 0 15,6-5-2-15,2-4 1 0,3 3-4 0,3-1 1 16,5-2-1-16,0-1 2 0,8-1 3 0,1-2 1 15,2-1-2-15,2-3-2 0,8-3-2 16,-4-3 1-16,6-1-2 0,-9-5 3 0,-3 2 8 16,0-1 11-16,-2-4 12 0,2 0 3 0,-6-2 4 0,-2-1-1 15,0 0-6-15,-3-2 0 0,-4 0-7 0,-4-1-4 0,0 0-6 16,-3 1-5-16,-2-2-6 0,0 1-15 0,-7-3-11 16,0 7-7-16,-1-1-16 0,-2 1-17 0,-2 1-17 15,-1 1-19-15,-1 5-20 0,1 0-18 0,-1 3-21 0,0 0-22 16,6 2-39-16,4 0-65 0,0 2-148 15,4-2-431-15,3 3 191 0</inkml:trace>
  <inkml:trace contextRef="#ctx0" brushRef="#br0" timeOffset="-42246.92">21433 14067 119 0,'11'0'201'0,"-1"2"-9"0,3 3-15 16,6 4-8-16,1-3-14 0,4 10-6 0,4 2-9 16,-4 1-13-16,0 2-5 0,-2-1-11 0,-1 2-8 15,-1 3-12-15,-6-2-2 0,1-1-18 0,-6-5-3 16,-2 3-7-16,-6-2-4 0,-1-1-3 16,0 0 1-16,-4-5 0 0,2-2 1 0,-5 2 11 0,2-5-7 15,-5-1-2 1,2 0 1-16,-2-4-3 0,-3-1 6 0,4-3-5 15,-4-3 2-15,3-3 4 0,1-6-1 0,2 2 1 16,5-1-2-16,2-6-6 0,4 1-10 0,8-9-1 16,4 2-13-16,6-4-24 0,10-7-30 0,-9 9-31 0,16-7-38 15,-9 11-44-15,2 0-45 0,1 4-61 16,0 2-193-16,-1 5-469 0,-2 2 208 0</inkml:trace>
  <inkml:trace contextRef="#ctx0" brushRef="#br0" timeOffset="-39655.51">22901 14001 197 0,'0'-1'213'0,"0"1"-14"0,-1-6-20 16,2 2-16-16,-1 4-22 0,0 0-15 0,0 0-24 16,0 0-3-16,0 0-10 0,-3 11-9 0,1 1-4 0,0 0-12 15,-3 6-10-15,3 6-3 0,-5 2-8 0,2 0-3 0,4-1-2 16,-1-1-2-16,4-4-8 0,-4 6 3 0,4-6-4 16,0-1-4-16,4 0-3 0,-1-4 2 0,1 2-4 15,-1-7 0-15,3 0 9 0,-2-1 18 0,-1-2 23 16,3-2 10-1,-1 0 10-15,1-4 9 0,3 0 0 0,0-3 10 16,3-3-5-16,4-3-6 0,0-1-7 0,0-3-3 16,4-4-7-16,-1 0 0 0,0-3-11 0,-1-5-8 15,-2 5 1-15,-1 1 0 0,-1-3 2 0,0 0-9 16,-1-1 14-16,-6 5-3 0,1-1-4 0,-1 3 5 0,-4 4 5 16,-1-1 4-16,2 0 9 0,-2 4 9 15,-4 0-13-15,5-1-2 0,-2 4-6 0,-2 1-9 16,0 1-6-16,1-1-16 0,-2 1-4 0,0 3-11 0,0 0-20 0,2-5-18 15,-2 5-8-15,0 0-4 0,0 0 7 0,0 0 1 16,-2 16-6-16,-1-5 15 0,1 1-16 0,-2 2 10 16,1 4 0-16,-1 1 2 0,1 0 0 0,-1 2 1 15,1-3 13-15,1 3-13 0,-1-1 1 0,3-1-2 16,0-2 0-16,0 0 9 0,0-2-3 0,0-3 2 0,3 0-2 16,-2-3 3-16,0-1 2 0,2-3 2 0,-2 2 5 0,-1-2-1 15,5-1-1-15,-4 1 3 0,3-2 1 0,0-1 6 16,4 1 2-16,1-1 0 0,3-1-2 0,6 0-8 15,4-2-36-15,9 0-44 0,-1-2-46 0,1-1-62 16,1 0-73-16,4-4-123 0,-3-2-214 0,5-1-641 16,7-11 283-16</inkml:trace>
  <inkml:trace contextRef="#ctx0" brushRef="#br0" timeOffset="-39154.67">23927 14033 219 0,'0'0'262'16,"-4"-3"-6"-16,4 3-8 0,0 0-9 0,0 0-7 0,0 0-9 16,0 0-14-16,0 0-15 0,0 0-16 0,0 0-17 0,0 0-9 15,-1-5-23-15,1 5-11 0,5-4-16 0,1 1-11 16,2 3-9-16,5-2-13 0,5-2-30 0,-2 0-32 15,5 0-33-15,0 1-37 0,1 1-31 0,-3 0-42 0,4 1-39 16,-2-1-56-16,-3-1-184 0,-1 3-448 16,-2-1 198-16</inkml:trace>
  <inkml:trace contextRef="#ctx0" brushRef="#br0" timeOffset="-38969.61">23993 14130 59 0,'-11'7'205'0,"2"-2"-20"0,1-1-4 0,2 0-4 16,1-3 1-16,0 4-1 0,1-4-5 0,0 1-1 16,4-2 2-16,0 0-1 0,0 0-2 0,0 0-13 0,19 0-20 0,0-2-11 15,9-4-9-15,3 4-14 0,5-3-13 0,0-2-26 16,4 3-36-16,-1-2-42 0,-1 1-48 0,-2 2-56 16,2-4-73-16,-7 0-219 0,2 3-444 0,-1-3 197 15</inkml:trace>
  <inkml:trace contextRef="#ctx0" brushRef="#br0" timeOffset="-38398.99">25510 13834 45 0,'0'-4'204'0,"0"1"-17"0,0 3-20 16,0-5-13-16,0 5-16 0,-10-4-13 0,2 6-11 15,-4-2-14-15,-5 2-7 0,-4 1-13 0,-7 6 4 16,-1 1-5-16,-2 1-9 0,1 2-4 0,0 2 0 0,1-1-1 0,-3 3-4 16,3-2-7-16,-1 4-6 0,8-4-1 0,1 2-9 15,0 2-3-15,10-6 0 0,-1 1-7 0,5 0 3 16,3-2-6-16,1 0 9 0,4-2 8 0,5 1 11 15,4-2 17-15,5 2 20 0,5-6-3 0,10 0-6 0,6-3-6 16,-1-4-8-16,1-3-4 0,3 0-5 0,0-4-1 0,-2-1 1 16,-2-3-4-16,-2-3 5 0,-5 2 4 0,-4 0 6 15,-6 1-10-15,1-3-3 0,-6 0-15 0,-4 1 4 16,-2-2-2-16,-5 0-4 0,-1-1-6 0,-2 1-8 16,-3-3-2-16,-1 6-6 0,-3-2-4 15,-4 0-13-15,-2 5-8 0,-2-1-15 0,-2 4-11 0,-1 3-16 16,-1 0-15-1,1 2-12-15,-2 3-3 0,2 1-36 0,2 4-22 16,3 0-22-16,4 2-24 0,1-2-38 0,0 2-204 16,4-2-462-16,3 3 204 0</inkml:trace>
  <inkml:trace contextRef="#ctx0" brushRef="#br0" timeOffset="-37950.78">25294 13716 76 0,'0'-7'356'0,"0"2"-10"0,0-3-24 16,0 3-17-16,-2 1-21 0,2 0-29 0,0 4-24 16,0-6-30-16,0 6-27 0,0 0-46 0,0 0-14 15,0 0-15-15,0 0-10 0,-2 22-12 0,2-5-8 16,-4 13-10-16,-1 0-4 0,0 16-3 0,-4-2-6 0,0 7-4 0,0-2-6 16,3-2-5-16,-3 4-4 0,3-5-4 0,-1-10-2 15,5-2 1-15,-1 0-3 0,-1-2-2 0,2-3 2 16,2-3-4-16,-1-9-2 0,1 0 1 0,1-5-5 15,-2 0-3-15,-2-3 2 0,3-3 2 0,0 2 0 16,0-4-1-16,0 0 19 0,0-1 19 0,3 2 21 16,-3-5 8-16,-3 4 8 0,3-4-1 0,3 3-9 0,-3-3 0 0,0 0-6 15,0 0-3-15,0 0-12 0,0 0 1 0,0 0-53 16,0 0-15-16,0 0-44 0,0 0-57 0,0 0-57 16,0 0-83-16,0 0-85 0,-3-17-245 15,6 11-634-15,-2-2 280 0</inkml:trace>
  <inkml:trace contextRef="#ctx0" brushRef="#br0" timeOffset="-37546.94">25938 13665 193 0,'3'-5'288'16,"-2"0"-9"-16,0 1-9 0,0-1-14 0,1 2-20 15,-2 3-24-15,2-4-24 0,-2 4-13 16,2-4-29-16,-2 4-19 0,0 0-16 0,0 0-11 16,-17 14-15-16,6-2-8 0,-7 9-10 0,1 3-5 15,-2 4 0-15,1 4-7 0,-5 12-5 0,1-3-3 0,6-9-8 16,3 2-3-16,1 1-4 0,2-4-3 0,5 2-5 0,3-2 4 16,0-3-4-16,4 2 2 0,3-3-3 0,7-3-2 15,3-1 5-15,6-2-5 0,7-2-20 0,7-2-36 16,13 4-46-16,-11-8-55 0,17-1-67 0,-3-3-291 15,-11-5-535-15,11 0 237 0</inkml:trace>
  <inkml:trace contextRef="#ctx0" brushRef="#br0" timeOffset="-36950.56">26306 13816 267 0,'0'-5'315'0,"0"1"-6"0,0 0-18 0,0 4-18 16,1-7-26-16,-2 4-24 0,1 3-25 0,3-3-24 15,-3 3-22-15,0 0-17 0,2-4-14 0,-2 4-14 16,0 0-14-16,2 13-12 0,-1-5-7 0,-1 2-6 16,1 1-11-16,-2 6-4 15,2 1 1-15,2-1-8 0,-3 0-7 0,1 0-4 16,2 0-4-16,-1 2-3 0,1-4-3 0,-1 0-2 15,2-3-3-15,0 0-2 0,0 0 1 0,1-4 2 16,0 1-3-16,-1-4-1 0,0 0 6 0,2 2 35 16,0-6 13-16,5-1 8 0,0 0-8 0,3-1-2 15,5-4 5-15,-1-2-9 0,1-1-9 0,7-4-8 16,-7 5-6-16,0-4 3 0,4-5-8 0,-2 2-4 0,-1-4 1 0,-1 0 8 16,-1-2-17-16,-6 6-5 0,-1-3 2 0,0 0-4 15,-3 2 2-15,0 1 4 0,-3 2 5 0,-2 2-5 16,-1 0-2-16,-2 1-9 0,-1 3 1 15,0 0-3-15,-3 1-2 0,0 2-8 0,-4-2-5 0,2 3 8 16,-2 1-8-16,3 0-1 0,5 1-7 0,-15 2-13 16,7 1-3-16,3 1-3 0,1-1 1 0,-2 4 1 0,3-2 3 15,1 2 7-15,-1 0-6 0,3 1 10 0,5 2-30 32,2 0 7-32,2-3-22 0,7 3-17 0,2-3-24 0,1-1-31 15,2-3-41-15,-1-1-52 0,2 1-59 0,0-3-275 0,-2-3-603 0,2 1 267 0</inkml:trace>
  <inkml:trace contextRef="#ctx0" brushRef="#br0" timeOffset="-36712.51">26954 13516 246 0,'1'-6'299'0,"-1"1"-28"0,2-1-32 0,-1 3-24 16,1 1-24-16,-2 2-22 0,12 2-18 0,-2 2-5 0,3 7-15 0,4 3-4 15,2 7-9-15,1 4-9 0,3 5-4 0,5 15-4 16,-5 4-2-16,-6 6-3 0,1 0-6 0,-11-1-7 16,-5 1-3-16,-6 0-11 0,-5-3-6 0,-8 0-6 15,-4-5-9-15,-9-3-21 0,-7-4-17 0,-4-4-26 16,-5-3-53-16,-11-2-51 0,-28 8-81 0,29-15-288 16,0-7-530-16,2-8 234 15</inkml:trace>
  <inkml:trace contextRef="#ctx0" brushRef="#br0" timeOffset="-33377.43">21137 15426 166 0,'0'-2'172'16,"0"2"-8"-16,-1-9-10 0,1 6-9 0,0 3-9 15,0-7-6-15,0 7-17 0,-1-5-10 0,1 5-10 16,0 0-12-16,0 0-7 16,0 0-6-16,-19 9-10 0,9 1-9 0,-1 0-7 15,-3 5-3-15,0 0-3 0,1 1-4 0,-2 4-4 16,2 4-18-16,-1-2 0 0,3 2-4 0,2-1-2 15,1-3 0-15,4-2 4 0,0-1-6 0,3 2 5 16,1-3-4-16,5-3 4 0,-1-1 7 0,4 0 5 16,-1-5 8-16,7 2 10 0,8-4 0 0,-3-3 4 15,8 1-4-15,3-7-2 0,-2-2-5 0,1-1 3 0,-3-2 5 16,-1-3 3-16,-7 3 0 0,0-5 5 0,-3 0 6 0,-2 4-4 16,1-6-1-16,-4 2 2 0,-1 0-3 0,-4-1-2 15,0 0-8-15,-7 2-3 0,1 2-7 0,-3-2 0 16,-1 1-10-16,-4 3-4 0,-4 0-8 15,0 2-3-15,-6 1-5 0,1 1-8 0,-1 3-3 16,-3 2-7-16,0 0-11 16,5 4-12-16,-4 1-12 0,5 1-22 0,2-1-19 15,-1 1-25-15,8 1-19 0,2-2-21 0,0 2-182 0,5-4-373 0,1 2 165 0</inkml:trace>
  <inkml:trace contextRef="#ctx0" brushRef="#br0" timeOffset="-33055.25">21566 15424 8 0,'3'-4'213'0,"0"0"-21"0,2 3-21 0,1-1-19 16,2 1-9-16,1 1-15 0,2 5-9 0,6 2-7 15,-3 2-10-15,9 6-11 0,-6-1-10 0,3 3-6 0,-1 2-5 16,-2 2-9-16,-1 2-7 0,-3-3-3 0,1 5-7 15,-2-3-5-15,-6-2 0 0,-1-2-11 0,-2-2 4 16,0 1-4-16,-3-3-3 0,0-3 0 0,-2 0 2 16,0-2 5-16,0-2 5 0,1-1 19 0,-1-3 19 15,0 1 23-15,2 0 15 0,0-4 10 0,0 0-3 16,0 0-10-16,0 0-15 16,-6-18-12-16,6 7-14 0,1-5-17 0,4-1-20 15,0-4-21-15,8-2-17 0,-1-2-27 0,4 0-25 16,1 1-28-16,2 0-22 0,-2 2-30 0,3 1-29 15,3 3-42-15,-10 6-194 0,3-1-434 0,0 5 192 16</inkml:trace>
  <inkml:trace contextRef="#ctx0" brushRef="#br0" timeOffset="-30914.01">23161 15272 45 0,'0'-3'208'0,"3"-1"9"0,-6-2-2 16,3 6-8-16,3-7-4 0,-3 3-10 0,0 4-9 16,0-6-4-16,1 2-7 0,-1 4-5 0,0-5-10 15,0 5-15-15,2-4-17 0,-2 4-13 0,0 0-18 16,0 0-11-16,0 0-11 0,0 0-6 0,0 0-10 16,0 0-7-16,3 18-9 0,-3-6-3 0,3 4-3 15,-3 3-3-15,0 0-1 16,0 0-3-16,5 8-5 0,-5-3-3 0,1-4 0 15,3 6-3-15,0-8-4 0,-3 1 4 0,3 1-20 16,-3-4-4-16,6 2 0 0,-3-2 6 0,-2-4-3 16,3-2 1-16,2-1 0 0,-5-1 3 0,2-3 2 15,0 2-1-15,-3-3 4 0,2-2 14 0,1 0 24 16,1 0 18-16,-5-2 20 0,10 1 7 0,-2-3 2 16,2-1 5-16,1-2-4 0,0-1-1 0,5-5-6 0,0-1-4 15,1 1-8-15,4-7-6 0,-1 0-9 0,-1-3-5 16,4-1-6-16,-6 1-5 0,5-2-1 0,-6 0-5 15,4 1 4-15,-8-1-7 0,6 2-7 0,-10 5 6 16,-1 0-3-16,1 0-2 0,-3 4 8 0,2 1-2 0,-3 1 4 16,-2 2-2-16,-2 1 4 0,4 3-7 0,-2-2-6 15,0 2-5-15,0 1-12 0,-2 3-10 0,-2-4-6 0,2 4-4 16,0 0-6-16,0 0 6 0,-19 6-14 0,11 2-12 16,3-3-12-16,0 2-3 0,0 3-1 0,0-2-9 15,2 4-3-15,2-3 7 0,3 2-6 0,2-1-15 16,3 1-11-16,5 2-20 0,2 1-41 0,4-7-51 15,6 5-57-15,-2-5-324 0,5-3-632 0,1-2 280 16</inkml:trace>
  <inkml:trace contextRef="#ctx0" brushRef="#br0" timeOffset="-30619.94">24147 15262 34 0,'0'0'285'0,"0"0"-16"0,0 0-27 0,0 0-22 16,7-9-26-16,-4 8-21 0,1-1-16 0,2-1-17 16,3 1-13-16,2-1-20 0,1 1-36 0,7-1-34 15,-1 2-41-15,1-2-35 0,0 2-49 0,-2-1-52 16,-2 0-158-16,2-2-323 0,-3 1 144 0</inkml:trace>
  <inkml:trace contextRef="#ctx0" brushRef="#br0" timeOffset="-30450.65">24199 15365 155 0,'-5'5'155'0,"1"0"6"15,3 0 4-15,2-2-4 0,3 1-6 0,4-3-18 0,6 2-9 0,6-1-15 16,3 0-13-16,9-2-12 0,0-2-38 0,4 1-41 16,3-5-56-16,0 0-45 0,-1 0-148 0,0-2-260 15,15-1 115-15</inkml:trace>
  <inkml:trace contextRef="#ctx0" brushRef="#br0" timeOffset="-30011.29">25344 15095 78 0,'9'-5'187'0,"-3"1"2"0,3 0-8 15,-4 0-14-15,-1 0-14 0,0 1-15 0,0 2-16 16,-4 1-9-16,0 0-13 0,0 0-11 0,0 0-3 16,-31 8-9-16,4-3-7 0,1 4-10 0,-5 2-4 15,-1-2-2-15,-1 4-3 16,-2 0-4-16,2 2-4 0,-2 1 1 0,5-2-5 15,0 0-7-15,5 1 4 0,8-3-7 0,1 0-1 16,3-1-3-16,3-1 3 0,3-1-8 0,2 0 2 16,5 0 8-16,3-2 21 0,3 2 9 0,7-4 0 15,6 1-3-15,13-3 0 0,6-1-7 0,-1-3-7 16,18 1 0-16,-3-7-9 0,-13 3 4 0,12-6-2 16,-14 2 8-16,3-2-5 0,-3 0-2 0,-4-1 3 0,-7 1-9 0,-1-2 0 15,-2-2 1-15,-9 4-2 0,-5 0 0 0,1 1-1 16,-6-1-18-16,-3 0-13 0,-2-1-15 0,-3 2-12 15,-4 0-18-15,-3 0-11 0,-3-1-14 0,-4 3-10 16,-3 0-21-16,1 3-15 0,-1 0-21 0,-1-1-25 16,3 3-34-16,-3 1-177 0,-1-1-406 0,5 2 180 15</inkml:trace>
  <inkml:trace contextRef="#ctx0" brushRef="#br0" timeOffset="-29710.83">25217 15012 239 0,'0'-7'297'0,"3"2"1"0,-3-1-8 15,0 0-15-15,0 3-23 0,1 0-24 0,-1 3-27 16,0-6-24-16,0 6-21 0,0 0-21 0,0 0-20 16,0 0-10-16,-2 19-11 0,-2-2-9 0,-2 8-11 15,1 4-6-15,-2 2 2 0,1 4-16 0,-1-1-1 16,-3 12-11-16,1 0-3 0,5-10-3 0,0-3-10 15,3 2 2-15,1-2-5 0,-1-4-3 0,2-4-2 0,-1-4 4 0,1-4-4 16,2-2-3-16,-2-4-2 0,-1 0 3 0,0-5 0 16,3 1-1-16,-3-2 3 0,1 1 3 0,-1-2-1 15,0-2 19-15,0 2 9 0,0-4-6 16,0 0 4-16,3 4-9 0,-3-4-3 0,0 0-36 16,0 0-51-1,0 0-51-15,0 0-46 0,0 0-62 0,2-14-83 16,-2 6-222-16,4 1-561 0,1-2 248 0</inkml:trace>
  <inkml:trace contextRef="#ctx0" brushRef="#br0" timeOffset="-29077.52">25888 15051 8 0,'0'-5'313'16,"0"-1"-17"-16,2 3-12 0,-2-3-25 0,0 6-24 16,0-5-22-16,0 5-25 0,1-3-21 0,-1 3-22 15,0 0-16-15,0 0-14 0,0 0-13 0,-1 17-9 16,-1-6-11-16,0 4-5 0,0 2-12 0,1 0-8 15,0-1-3-15,1 1-7 16,0 1-3-16,1 0-5 0,0 0-5 0,2 2-3 16,2-4-3-16,0-1 0 0,2 1-2 0,0-5 1 15,0-1-5-15,-1-3-1 0,1-1 1 0,0-1 17 16,-1-2 13-16,5-2 10 0,0-2 9 0,3 0 7 16,-1-3 6-16,5-3 4 0,-4-1 2 0,3-1-11 15,-3-1 4-15,0-2 3 0,0 0-2 0,0-2-8 16,-1 2-6-16,1-3-2 0,-3-2 4 0,1 1-8 0,-1 2 2 0,-1 1 3 15,-2 2 0-15,-2 2 1 0,-2 4-21 0,0-2 13 16,-1 2-11-16,-1 0-6 0,3 1-9 0,-2 1-9 16,-2 2-23-16,-1 1-14 0,0 0 0 15,0 0-1-15,10 4-5 0,-7 0 6 0,-2 3 1 16,3 1-4-16,1 3-6 0,0-1 5 0,3 5-23 0,5-3-25 16,-3 1-31-16,0 2-33 0,3-2-29 0,-8-3-24 0,0 2-34 15,0-3-32-15,2-2-37 0,-3-3-54 0,-1-2-199 16,1 2-578-16,-4-4 256 0</inkml:trace>
  <inkml:trace contextRef="#ctx0" brushRef="#br0" timeOffset="-28861.19">26490 14966 225 0,'5'-7'262'0,"-1"3"-28"0,-1 1-23 0,2 1-26 16,0-1-14-16,-5 3-15 0,13 3-7 0,-4 4-11 15,6 2 2-15,-2 4-13 0,0 2-8 0,4 4-4 16,-1 5-27-16,-5 0-4 0,2 2-5 0,-7 3-9 16,-4-1-2-16,-2 3-7 0,-7-2-7 0,-3 3-16 0,-3 1-15 15,-8-4-16-15,-2 2-13 0,-3-3-25 0,-15 6-29 16,-1-5-34-16,-3-4-46 0,13-9-50 0,-4-2-191 0,2-5-412 16,2 0 182-16</inkml:trace>
  <inkml:trace contextRef="#ctx0" brushRef="#br0" timeOffset="-28444.36">25934 14748 106 0,'-11'4'176'0,"-8"7"-17"0,-3 9-4 0,-2 4-11 16,-2 3-6-16,-7 14-2 0,0 7-7 0,3-4-3 0,2 3-7 0,5 1-11 15,9-1 0-15,1 3-6 0,7-2 1 0,7 0-3 16,3-12 2-16,14 10-2 0,4-3 2 0,-1-11-4 15,6-6-6-15,13 9-10 0,3-6 3 16,-8-15-3-16,10 7 0 0,-10-8-4 0,-2-1-10 16,-2-5-3-16,-10-2 3 0,-5-2 19 0,-3-1 28 0,1 1 11 15,-6-2 18 1,-2-1 14-16,2 0 8 0,-8 0-5 0,9 1-6 16,-9-1-15-16,7-1-16 0,-4-2-14 0,-3 3-24 15,3-3-35-15,-3 3-39 0,0 0-54 0,3-3-62 16,-3 3-68-16,0 0-86 0,-2-7-421 0,-1 5-735 15,3-4 324-15</inkml:trace>
  <inkml:trace contextRef="#ctx0" brushRef="#br0" timeOffset="-26038.02">7725 16813 100 0,'4'-5'240'0,"1"1"-3"0,-5 0-4 16,1 0-16-16,2 2-14 0,-3 2-20 15,0-5-20-15,0 5-16 0,0-5-15 0,0 5-11 16,0 0-19-16,-6-3-8 0,6 3-14 0,-13 5-5 0,-3-1-9 0,-9 7-11 16,-1 4-6-16,-2 1-3 0,-2 6-5 0,-1 0-4 15,-9 10-3-15,6 1-7 0,8-8 4 0,3 0-6 16,2-2-7-16,4 2 0 0,2-2-3 0,2 1 0 16,5-4-30-16,2-3 3 0,3 0 1 0,6-1 2 15,6 0-2-15,1-4 10 0,6-1 0 0,14-1-1 0,3-5 4 16,6-4 1-16,14-6-5 0,2-1 2 0,-2-5-3 15,4-2 3-15,-5-4 0 0,2-5 5 0,-4 2-5 0,-14 4 0 16,-2 1 2-16,-2-4-1 0,-5 2 2 0,-8-2 2 16,-2 6 10-16,-7-4 0 0,-2 3 4 15,-2-3-5-15,-6-2-5 0,-5 1-7 0,0 4-7 16,-5 0-4-16,-7 2-3 0,-5-4-10 0,-2 7 3 16,-5-2-12-16,0 8 2 15,0-4-13-15,1 4-3 0,0 1-15 0,5 4-3 16,2-2-10-16,2 2-11 0,0 1-10 0,5-1-13 15,0 1-20-15,4 2-11 0,1-1-19 0,4-1-130 0,-3-1-308 16,4 1 136-16</inkml:trace>
  <inkml:trace contextRef="#ctx0" brushRef="#br0" timeOffset="-25733.11">7722 16729 205 0,'-2'-10'251'0,"1"1"-13"0,1 3-9 0,-3 1-16 16,2-1-24-16,1 6-18 0,-1-9-18 0,1 7-23 16,0 2-14-16,0 0-14 15,0 0-14-15,-3 13-7 0,-1-2-12 0,0 14-7 16,-1 4-6-16,-2 6-8 0,-1 15-3 0,2 0-4 16,-3 3-6-16,1-2-1 0,3-2-4 0,4-2-4 0,-1-10-3 0,4-3-3 0,-1 0-3 15,2 0 1-15,-1-5-3 0,4-1 0 0,-3-8-1 16,1-2 1-16,-2-2-2 0,2-5-5 0,-1 0 4 15,-3-4-1-15,2 0 3 16,-2-3-5-16,3 1 5 0,-3-4 2 0,1 4 1 16,-1-5-4-16,-1 7 6 0,1-7-5 0,0 0-5 15,0 0-22-15,0 3-36 0,0-3-48 0,0 0-32 16,0 0-43-16,4-12-53 0,-3 9-148 0,-1 3-402 16,8-10 178-16</inkml:trace>
  <inkml:trace contextRef="#ctx0" brushRef="#br0" timeOffset="-21984.21">8896 16895 80 0,'0'-4'332'0,"-3"-1"-20"16,6 2-18-16,-6-3-25 0,3 6-25 0,0-8-22 15,0 8-23-15,0-3-23 0,0 3-18 0,-2-3-22 0,2 3-14 0,0 0-20 16,0 0-17-16,0 0-11 0,0 0-7 16,1 11-11-16,-2-2-5 0,1 8-8 0,-3-2-3 0,3 2-7 15,-4-1-2-15,3 1-1 0,-2 0-5 0,6 0-2 0,-6 0-1 16,1-2-4-16,2-1-1 0,-4-3-1 0,4 2 1 16,0-5-4-16,0 2-30 0,0-3 1 0,-1 0 0 15,1-2 5-15,-3 0 2 0,3-1 3 0,-1-1 4 16,1-3-2-1,0 6 2-15,0-6 7 0,0 5 12 0,-3-2 8 16,3-3 3-16,0 0 1 0,0 0-2 0,0 0-1 16,0 0-1-16,0 0-2 0,0 0 0 0,0 0-6 15,0 0-12-15,0 0-39 0,0 0-39 0,-1-12-55 16,0 4-59-16,1-1-57 0,-3-3-224 0,2-5-507 16,1 0 224-16</inkml:trace>
  <inkml:trace contextRef="#ctx0" brushRef="#br0" timeOffset="-21761.43">8847 16755 140 0,'-1'-14'265'0,"-3"2"7"0,3-3-8 16,-3 5 9-16,1-2-1 0,2 2-4 0,1 0-6 16,0 4-4-16,0-4-20 0,0 5-18 15,0-1-27-15,0-1-21 0,0 7-20 0,-2-6-9 16,2 6-16-16,0-8-20 0,0 8-31 0,0 0-45 16,2-2-20-16,-2 2-38 0,0 0-28 0,9 1-34 15,-9-1-41-15,11 10-39 0,-4-2-28 0,-2 0-39 16,-4-1-238-16,6 2-513 0,-3 0 228 0</inkml:trace>
  <inkml:trace contextRef="#ctx0" brushRef="#br0" timeOffset="-21313.6">9370 16794 230 0,'-6'-4'270'16,"6"4"-16"-16,0 0-23 0,0 0-17 0,0 0-23 16,0 0-18-16,-3-4-21 0,3 4-15 0,0 0-16 15,0 0-13-15,0 0-14 0,0 0-11 0,0 0-7 0,-9-2-11 16,9 2-3-16,-13 7-9 0,9-2-6 0,-3-1-4 15,-1 2-9-15,0 0-3 0,3-1-3 0,-4 2-3 16,4 1 4-16,0 0-10 0,1-2-3 0,3 2 3 16,-2 0-2-16,3-1-1 0,3 3-3 0,2 0-3 15,0 1 1-15,3-1-4 0,7 4 5 0,1-2-4 16,7 2 1-16,-4-3-2 16,6 3 3-16,-6-5-6 0,6 3 2 0,-6-4-2 15,0 2 1-15,-5-3-7 0,-5-1 2 0,0 0-12 16,1-3-2-16,-6 1 1 0,4 0-7 0,-6 0 3 15,2-1 7-15,-5 1-1 0,-3-1 2 0,-5 4 9 16,0-3-3-16,-9 1-3 0,3 4 3 0,-4-5-1 16,-2 3 2-16,-6-1-2 0,7 0 2 0,-1-4 0 15,1 2 1-15,-2 0 1 0,3 0-5 0,5-1 5 0,4-2-3 16,2 0 5-16,-1 1-4 0,3 0 0 0,-2-1 1 16,8-1-18-16,-5 3-4 0,5-3-15 0,-6 2-9 15,6-2-16-15,0 0-22 0,0 0-36 0,0 0-55 16,29-5-195-16,-16 0-403 0,5 3 179 0</inkml:trace>
  <inkml:trace contextRef="#ctx0" brushRef="#br0" timeOffset="-20775.02">10487 16830 107 0,'-9'-7'236'0,"-3"1"-18"0,-3 2-16 0,-1-1-14 16,-5 3-21-16,-1 2-19 0,-6 0-11 16,-1 5-11-16,-1 1-14 0,3-1-16 0,-1 6-5 15,0 0-13-15,0 0-8 0,5 3-10 0,-5 1-4 16,11 3-5-16,-1-2-4 16,4-2-3-16,0 2-10 0,5-1 2 0,3 1-5 15,0-4-4-15,3-1 4 0,-2-1-7 0,8-1 4 16,-3 1 2-16,3-5 2 0,4 2 8 0,2-5 3 15,3 1 5-15,10-3 0 0,-3-3 3 0,7-4-6 16,-3 3-2-16,1-4 3 0,6-2 3 0,-6-2 7 16,-6 0 3-16,0 3-1 0,3-7 1 0,-7 5 4 15,0-1 0-15,-1 1 9 0,-5 2 11 0,2 2 7 0,-4-4 1 0,1 6-7 16,-2-1-2-16,-1 2-8 0,-3 1-23 0,3 1 4 16,-2-1-12-16,-2 3-14 0,4-4-12 0,-4 4-16 15,7 0-2-15,-7 0 0 0,0 0-3 0,6 7-3 16,-3 0 10-16,2 1-5 0,1 2-4 15,2-1-11-15,0 0-25 0,1 2-20 0,3 0-41 16,0-4-37-16,2 5-42 0,-4-7-44 16,5 4-46-16,-3-5-226 0,-1 2-540 15,3-4 239-15</inkml:trace>
  <inkml:trace contextRef="#ctx0" brushRef="#br0" timeOffset="-20405.32">10635 16890 2255 0,'0'-9'192'0,"0"-1"-38"15,0 2 2-15,0-3-14 0,0 4 1 16,0-1 4-16,0 1-2 0,3 2-17 0,-3 0-7 0,0 0-6 16,0 1-29-16,0 4-2 0,1-6-13 0,-1 6-15 15,-1-4-11-15,1 4-6 0,0 0-16 0,0 0 1 16,0 0-3-16,1 16-7 0,-2-9 1 0,-2 6 2 16,-1 1-4-16,3 4-13 0,-3 8 10 15,-1-4 6-15,-2 1-5 16,1 3-3-16,2-7 1 0,0-2-2 0,3-3 10 15,-3-3-26-15,3-2 14 0,1-2-1 0,0 0 5 16,-4-2-3-16,8 0 15 0,-4-3 9 0,0-2 24 16,0 5 12-16,0-5-6 0,0 0-6 0,14-9-4 15,-4 1-7-15,2-4 0 0,3-2-11 0,3-3-1 16,2-2-3-16,1 1-2 0,-2 1-1 0,0-2-4 16,-5 5 9-16,2 2-25 0,-7 5 7 0,-2 0 0 0,2 1-4 0,-2 2 7 15,-1 3-20-15,-1-3-5 0,8 4 2 0,-8 4 8 16,4-1 2-16,0 4-10 0,1 5 0 0,-1 2-6 15,0 0 1-15,0 1-34 0,0-1-43 0,0 3-61 0,0-2-67 16,-6 0-82-16,1-5-383 0,-4 2-739 0,3-5 327 16</inkml:trace>
  <inkml:trace contextRef="#ctx0" brushRef="#br0" timeOffset="-19199.8">11851 16846 214 0,'4'-8'239'0,"1"0"3"0,-3 0-5 16,0 1-6-16,-2-3-4 0,1 4-6 0,-1-2-9 15,0 1-11-15,3 0-4 16,-3 2-19-16,-4 0-8 0,4 0-18 0,-2-1-16 15,0 1-11-15,-3 2-16 0,0 0-10 0,-6 2-15 16,3 2-10-16,-5-1-8 0,0 5-7 16,-4 0-7-16,-1 2-4 0,-2 4-8 0,0 0-6 15,-2 4-5-15,2 2-2 0,7-3-4 0,-9 5 7 0,7 1-8 16,3-3-7-16,3 0-4 0,2 2 3 0,1-4-9 16,2 4 4-16,2-5-1 0,2-1-8 0,3-1 16 0,0-3-3 15,2 0 3-15,3-3-5 0,0 2 4 0,3-4 0 16,1-1 2-16,-2-4 2 0,8-1 4 0,-5 1 12 15,6-7 3-15,-2 2 9 0,1-4 6 0,-4 0 6 16,1-3-24-16,-2 0 18 0,1-1 6 0,-2-2-18 16,-1 0-2-16,0 4 4 0,-2-2 3 0,-1 4 2 15,-2-1 5-15,0 3 19 16,0 2-1-16,-5-1 1 0,4 2-8 0,-2 1-11 16,-2 1-6-16,1-3-9 0,-2 6-5 0,2-3-9 15,-2 3-18-15,0 0-6 0,0 0 1 0,0 0-6 16,6 9 2-16,-7-4-14 0,1 6 15 0,-4 5-1 15,3 1 2-15,-1 0-1 0,0 0-5 0,1 4 4 16,1-3 3-16,0 1 1 0,0-3-6 0,0-1 5 16,0-4-3-16,0-2 0 0,1 0 3 0,1-2 2 0,1-2 2 15,5 0 10-15,1 2-9 0,0-3-7 0,5-3 15 0,4-1-3 16,10-1-13-16,-1-3-37 0,1-4-38 0,0 3-66 16,0-1-70-16,-1-4-83 0,0 3-111 0,-9-3-246 15,5-4-709-15,-7 4 313 0</inkml:trace>
  <inkml:trace contextRef="#ctx0" brushRef="#br0" timeOffset="-18739.87">12093 16781 222 0,'6'-7'239'16,"-2"3"-19"-16,1 1-14 0,0-2-21 0,3 1-17 0,1 1-19 0,-4 1-13 15,7 2-13-15,-3 2-4 0,1 1-11 0,0 1-8 16,-1 1-8-16,7 5-5 0,-8 0-8 0,5 1-9 15,-4 2-5-15,-1 3-4 0,-2 1-6 0,2-2-5 16,-5 4-5-16,1-2-3 0,-1 5-6 0,-2-3-2 16,-2 6-3-16,-2-7-2 0,1 0-4 0,-2-3-3 15,0 0 0 1,-1-6-13-16,0 0 9 0,1-2 6 0,-1 1 22 16,2-3 11-16,1-1 25 0,-1 0 32 0,1-3 32 0,2-1 31 15,0 0-19-15,0 0-7 0,-9-9-13 0,9 2-12 16,2-6-17-16,3-1-18 0,0-3-3 15,3-2-10-15,4-6-6 0,3-1-14 0,-1 1 0 0,5 0-7 16,-1 0-15-16,0 2-13 0,1 4-6 0,-6 4-7 16,0 2-15-16,-7 4-20 0,3 0-20 0,0 1-25 0,0 2-29 15,-4 1-35-15,-1 1-45 0,2 2-32 0,-6 2-31 16,0 0-35-16,13 5-302 0,-13-5-627 0,5 6 279 16</inkml:trace>
  <inkml:trace contextRef="#ctx0" brushRef="#br0" timeOffset="-18138.3">12630 16956 149 0,'0'0'243'0,"0"0"-19"0,-3 2-13 16,2 2-11-16,1-4-11 0,0 0-23 0,0 0-13 16,0 0-16-16,0 0-10 0,0 0-12 0,0 0-2 0,15-9 0 15,-7 5-5-15,-6-4-2 0,6 4 1 0,0-4 0 16,-2 1 2-16,2-3-4 0,-1 1 4 0,4-4 7 16,-1-1-3-16,0 1-8 0,-1-3-11 0,1-2 5 0,-1 1-15 15,4-6-8-15,1 0-2 0,-4-2-10 0,3 0-3 16,-3-1-10-16,0 2 5 0,-1-4-8 0,-2 5 14 15,0-6-16-15,-1 3 2 0,-4 6 3 0,-1 2 4 16,1 0-7-16,0 1 9 0,0 7-5 0,-4-1 4 16,4 1-3-16,-4-1 0 0,2 5-10 0,0 0-1 15,0 2-6-15,0 4-8 16,-1-7-14-16,1 7-17 0,0-4-19 0,0 4-4 16,0 0 2-16,0 0 1 0,-13 15 1 0,7-3-3 15,-3 5 7-15,-1 8 4 0,-3-1-8 16,0 2 5-16,3 3 4 0,-2-2 15 0,1 2-16 15,-1 2 6-15,5-5-7 0,-1 1 1 0,2 0 5 16,3-3 0-16,3-4 4 0,0-2 0 0,3-1-3 0,0-1 7 16,1-4 9-16,5 3-8 0,-2-4 6 0,-1-3 0 0,4 1 5 15,8-2-7-15,1-2 7 0,-2 1 7 0,2-4-2 16,4-2-15-16,-6 0 11 0,3-3-1 0,-2 1 0 16,1-2 1-16,-6 0-6 0,-3 0 5 0,-1-1 2 15,-2 2 0-15,-1-2 3 0,0 1-2 0,-2 1-4 16,-3-1 5-16,2-1-16 0,-3 5-23 0,-8-8-15 15,-1 5-25-15,-1 2-17 0,-9-2-24 0,1 3-15 0,-2-2-23 0,-2 4-18 16,3 2-26-16,-3-1-25 0,9-1-28 0,2 1-37 16,-1-1-212-16,7 1-530 0,1 1 235 0</inkml:trace>
  <inkml:trace contextRef="#ctx0" brushRef="#br0" timeOffset="-17868.95">13156 16782 45 0,'0'-5'391'15,"0"2"-9"-15,0-1-9 0,0 4-19 0,0-5-30 0,0 5-30 16,0-4-40-16,0 4-24 0,0 0-22 16,5-4-28-16,-5 4-18 0,0 0-29 0,0 0-7 0,0 0-20 15,0 0-15-15,0 0-4 0,-5 16-14 0,5-6-4 16,-2-2-7-16,0 5-3 0,2-1-8 0,-1 4-9 15,0 1-2-15,1 0-11 0,-3-2-12 0,1-1-14 16,-1 1-18-16,3-1-15 0,-3-1-21 0,3-1-18 16,-1-3-19-16,0-1-16 0,0-1-33 0,-1-1-12 15,2-1-9-15,0-1-5 16,-2 0 17-16,2-4 2 0,0 0-90 0,0 0-216 16,0 0-487-16,0 0 216 0</inkml:trace>
  <inkml:trace contextRef="#ctx0" brushRef="#br0" timeOffset="-17652.89">13114 16670 39 0,'0'-14'343'0,"0"4"-13"0,1 1-15 0,-1 1-21 0,1 1-25 0,-1 1-27 15,0 0-26-15,0 2-25 0,0 0-17 0,2 1-38 16,-2 3-47-16,2-4-36 0,-2 4-33 0,0 0-31 16,0 0-41-16,14 5-34 0,-11 1-46 0,1-4-48 15,-2 5-195-15,2-3-407 0,-1 0 180 0</inkml:trace>
  <inkml:trace contextRef="#ctx0" brushRef="#br0" timeOffset="-17383.43">13391 16407 109 0,'1'-8'299'0,"2"-3"-19"15,-3 2-17-15,0 3-21 0,1 1-18 0,2 0-31 16,-3 5-26-16,4-5-7 0,-4 5-28 0,0 0-14 16,0 0-13-16,6 18-7 0,-6 0-12 0,1 8-11 15,-2 3-5-15,1 4-4 0,0 2-8 0,-4 14-7 16,4-4-4-16,-5-8-4 0,0 8-5 0,1-11-3 16,0 0-3-16,3-1-5 0,1-5 0 0,1-1-6 0,-1-2 0 0,0-5 0 15,0-3-5-15,2-4 3 0,-4-1-7 0,2-2 3 16,0-3 0-16,0-2 0 0,0 0 0 15,0-1 2-15,0 1 1 0,0-5 10 0,-1 3-9 16,2 1-11-16,-1-4-41 0,0 0-62 0,0 0-48 16,0 0-54-16,-7-14-46 0,4 7-190 0,-1-5-468 0,1 2 208 15</inkml:trace>
  <inkml:trace contextRef="#ctx0" brushRef="#br0" timeOffset="-17167.3">13297 16800 14 0,'-7'-4'190'0,"3"3"3"15,-3 0-4-15,7 1-5 0,-8-3-11 0,8 3-7 16,-5-2-6-16,5 2-5 0,0 0-11 0,-4-2-16 16,4 2-11-16,0 0-8 0,20-4-5 0,-2 0-13 0,4 2-7 15,9-1-8-15,2 1 0 0,4-1-12 0,-1 0-4 0,0-1-9 16,-2 2-4-16,-2-2-5 0,-11 0-4 0,-1 2-4 16,-1 2-1-16,-6-5-5 0,-4 5 2 0,0 0-8 15,-3-1-12-15,-6 1-17 0,7-1-32 16,-7 1-33-16,0 0-18 0,0 0-29 0,-31-4-10 15,18 4-31-15,-1 1-29 16,-4-2-146-16,-2 0-362 0,3 1 160 0</inkml:trace>
  <inkml:trace contextRef="#ctx0" brushRef="#br0" timeOffset="-16650.47">13740 16631 244 0,'2'-2'241'0,"4"-3"-10"15,0 4-21-15,1-2-19 0,0 2-21 0,-1 1-16 16,2 0-18-16,1 1-10 0,1 2-7 0,-2 3-7 16,2-1-8-16,3 5-5 0,-3-4-6 0,-1 7-19 15,4 2-1 1,-4 0-7-16,-4 1-6 0,4-1-4 0,-4 2-5 16,-2 2-6-16,-1-2-7 0,-3 1-2 0,0 0-3 15,-2-1-4-15,-3-1-2 0,2-5-3 0,0 0 0 16,0-1 5-16,-1-2 5 0,4-1 4 0,-3-2 11 15,0-1 13-15,-1 1 20 0,4-1 24 0,-2-3 35 16,3-1 18-16,0 0 3 0,0 0 11 0,0 0-6 16,-7-9-3-16,7 4-18 0,2-5-11 0,2-1-17 0,1 0-16 15,5-6-8-15,3-3-11 0,2-3-8 0,2 1-7 16,2-1-10-16,0 2-15 0,-1 2-14 0,3 2-10 0,-10 3-15 16,3 2-14-16,-2 1-28 0,-2 2-24 0,1 2-34 15,-2 1-30-15,0 2-23 0,1 0-26 16,1 4-21-16,-1-3-21 0,-1 3-12 0,1 0-17 15,-1 2-13-15,4-2-19 16,0 1-13-16,-3-1-182 0,1 3-511 0,0-2 226 16</inkml:trace>
  <inkml:trace contextRef="#ctx0" brushRef="#br0" timeOffset="-16349.78">14238 16640 568 0,'11'-2'26'0,"-3"1"30"0,4-2 15 16,-3 1 11-16,1-1 21 0,-6-2 8 0,1 3 14 16,0-3 11-16,-1 3 20 0,0-3 6 0,2 1 4 15,-2 0-1-15,-4 1-7 0,0 3-6 0,5-4-15 16,-5 4-9-16,3-5-17 0,-3 5-14 0,0 0-12 0,0 0-8 0,0 0-8 15,0 0-9-15,-22 9-5 0,12-2-8 0,-2 2-5 16,2-2-6-16,-4 4-2 0,0 1-8 16,1 4 1-16,-2-4-5 0,2 2-2 0,2 0-2 15,-2 1 1-15,4-2-5 0,0 1 1 0,3-4-4 16,2 2 3-16,0-5-7 0,3 0 7 0,1 0-1 0,0-2 5 16,2-1-8-1,5 0 5-15,4-3-2 0,1 0-1 0,3-3 2 16,-2 1-1-16,6-3-7 0,0-1 5 0,-5 2-5 15,2-4 4-15,1 2-2 0,0 0-1 0,-4-2 6 16,-3 5 2-16,-5-1 5 0,6-1 0 0,-5 1-6 16,0 1 0-16,-1-1 0 0,-1 3 1 0,1-2-10 15,-5 2 0-15,6-3-4 0,-6 3-21 0,0 0-28 16,7 0-10-16,-7 0-22 0,5 5-44 0,-5-5-46 0,3 7-37 0,-1-2-82 16,-2-5-164-16,3 5-491 0,-3-5 217 0</inkml:trace>
  <inkml:trace contextRef="#ctx0" brushRef="#br0" timeOffset="-16000.7">14580 16607 19 0,'7'-9'318'0,"0"0"-29"0,-2 4-24 16,1 2-27-16,1-2-25 0,-1 2-27 0,0 2-13 15,2 2-15-15,0 2-14 0,2 2-13 0,0 2-14 16,-2 3-10-16,0 0-8 0,2 6-15 0,-4 1-4 15,-1 0-8-15,-4 0-9 16,2 1-9-16,-2 2-2 0,-5 3-7 16,1-6-3-16,-3 3-4 0,1-4-1 0,0 1-4 15,-2-6-5-15,1-3-3 0,5 0 1 0,-4-3 1 16,4 2 3-16,-2-5 17 0,1 2 20 0,-1 0 42 16,2 0 45-16,1-4 26 0,0 0-1 0,0 0-20 0,0 0-15 15,0 0-12-15,1-19-11 0,3 12-17 0,0-4-8 16,2-6-17-16,3 1-22 0,1-3-29 0,3-1-26 0,5-4-43 15,-3 2-33-15,3-3-29 0,0 4-30 0,0 1-28 16,-2 6-28-16,-1 5-19 0,-2-4-35 0,0 4-27 16,2-1-43-16,-4 4-207 0,-1 0-562 0,4 4 248 15</inkml:trace>
  <inkml:trace contextRef="#ctx0" brushRef="#br0" timeOffset="-15478.79">14936 16595 34 0,'0'0'262'0,"0"0"-4"0,0 0-6 16,0 0-14-16,-4 3-13 0,4-3-22 0,0 0-20 16,0 0-18-16,0 0-21 0,0 0-14 0,0 0-13 15,9 4-12-15,-5-1-10 0,2 0-9 0,-2 1-7 16,5 1-8-16,0 0-10 0,1 2-7 0,-1-2-29 0,2-1-17 0,0 3-20 16,-3-2-12-16,2 1-15 0,1-1-11 0,1-1-8 15,-2-2 2-15,2 1-5 0,-2-3 10 0,-2 0 7 16,2-2-4-16,1 0 3 0,-6-1 16 0,3 1 6 15,0-4 11-15,-5 1 15 0,4-1 13 0,-2-1 8 16,-1-1 11-16,1 2 6 0,4-1 8 0,-8 1 6 16,3 1 6-16,1-1-1 0,-5 2 0 0,4 0-10 0,-3 2-6 15,-1 2-12-15,7-3-4 0,-7 3-4 0,0 0-6 16,6 12 2-16,-5-3-4 0,-1 3-1 0,0 6-5 16,3 1 3-16,-6 8 0 0,3 1 1 0,0 1-5 15,-7 3 0-15,-1 0-4 0,-1 1 4 0,-5 13-3 16,0-2 2-16,-3-10-1 0,3 0-3 0,-2-5 2 15,0 3-4-15,0-2 1 16,2-5 2-16,3-7-1 0,0-1 1 0,-1-2-1 16,6-7 10-16,-3 1 20 0,3-3 32 0,1-1 42 15,-2-1 47-15,3-4-11 0,4 0-13 0,-6-9 1 16,2-2-5-16,4-4-20 0,0-3-2 0,13-10-15 16,0 2-14-16,14-15-25 0,7 0-12 0,4 2-26 15,4-4-25-15,17-19-16 0,-13 20-7 0,2-2 1 16,0 3-1-16,-2 3 7 0,-1 4 12 0,-3 4 14 0,-14 9 17 15,-1 4 15-15,-4 3 24 0,-8 5-7 0,-2 1 6 16,-3 1-7-16,-2 4-4 0,-3-2-11 0,0 2 6 16,-5 3-26-16,8-6-34 0,-8 6-8 0,0 0-3 15,0 0-16-15,0 0-55 0,-26 18-58 0,7-6-83 16,1-3-127-16,2 0-223 0,2 0-645 0,7-5 286 16</inkml:trace>
  <inkml:trace contextRef="#ctx0" brushRef="#br0" timeOffset="-14138.32">16404 16559 42 0,'-3'-3'233'0,"3"3"-22"0,-6-2-18 0,6 2-17 16,0 0-21-16,-5-2-17 0,5 2-14 0,0 0-13 15,-4-1-13-15,4 1-5 0,0 0-12 0,0 0-10 16,0 0-7-16,0 0-6 0,-1 6-6 15,1-6 5-15,5 5-10 0,-1-1-7 0,4-4-4 0,3 0-2 16,2 0-3-16,-3 0-2 0,7 0-3 0,-4 0 2 0,6-5-9 16,-1 1 0-16,-7 2-4 0,7-4 7 0,-6 1 8 15,-2 1 10-15,0-3 14 0,-1 2 13 0,-3 1 19 16,1 0 11-16,-1 0-4 0,-1 0-6 0,-2 3-5 16,-1-2-9-16,-2 3-8 0,2-4-11 0,-2 4-11 15,0 0-8-15,0 0-3 0,-30 4-2 0,12 5-13 16,0-1 9-16,-8 5-6 0,-4 4-4 0,2 1-3 0,0-1-2 0,-3 4-4 15,5-1 4-15,-1 2 0 0,2-2-7 0,1 4 1 16,6-2-5-16,0 2 3 0,0-1-3 0,6 0 3 16,4 0 1-16,4-2-11 0,6-2 11 0,8 3 0 15,1-6 0-15,12 5-1 0,8-5-7 16,16 1 8-16,11-5-1 0,8-6-2 0,31-2-6 16,-1-4-3-16,-4-10-5 15,-3 2 0-15,-26-1-12 0,1-1-4 0,24-4-1 16,-29 1 0-16,-3-3-2 0,-5 2 5 15,-2-3 0-15,-16 2-22 0,-5-2 0 0,0 0 14 16,-6 0-4-16,-2-3 10 0,-12 4 14 0,0 1 16 16,-6 0 11-16,-2 2 3 0,-2 2 10 0,-6 0 6 15,0 1-8-15,-4 2 8 0,-5-1-13 0,-2 3 1 0,-7 0-2 16,-4 6-1-16,0 0 2 0,-2 6-6 0,3 1-5 0,-2 3 0 16,2 1-5-16,3 2 0 0,-1 0 1 0,5 2-2 15,6-1-2-15,2 0 1 0,4 3 3 0,1 0-3 0,1-2 2 16,5-3-2-16,4 0 2 0,1 0-1 0,7 0 2 15,3-2 1-15,7 0 1 0,10-3 3 0,2-4-8 16,2 1 7-16,4-4-1 0,0-7 0 0,-1 4-4 16,2-4 5-1,-6-2-4-15,-1 1-2 0,-4-4 6 0,-3 2-6 16,-7 1 2-16,-2-3 3 0,-1 1-2 0,-4-1 0 16,-4 1-2-16,-2-1 4 0,-4 0-5 0,-1 0 4 15,-4-3-5-15,0 5 2 0,-3 0-5 0,-3 4 4 16,-4-4-5-16,-4 4-3 0,0 0-2 0,-2 3-9 15,-1 1-6-15,-5 2-9 0,8 2-17 0,1 0-23 16,0 0-25-16,-1 3-31 0,9 0-31 0,0-1-27 0,3 0-52 0,3 0-146 16,3 1-416-16,1-5 185 0</inkml:trace>
  <inkml:trace contextRef="#ctx0" brushRef="#br0" timeOffset="-13759.28">17595 16646 241 0,'0'-2'317'0,"0"2"-13"15,0-7-32-15,0 7-27 0,3-4-28 0,-3 4-24 16,0 0-26-16,0 0-16 0,0 0-14 0,0 0-19 16,6 8-8-16,-5 0-6 0,1 1-17 0,-1 3-10 15,-1 5-7-15,0 0-8 0,0 2-8 0,-3 6-2 0,1-1-6 16,-1 2-7-16,-2-7-2 0,3-1-2 0,-2-1-3 15,4-3-3-15,-1-4-1 0,1 0-3 0,0-1-2 16,-3-2 2-16,3-2-4 0,0 0 11 0,0-5 13 16,0 0-7-16,0 0-2 0,19-6 5 0,-10-2-10 15,6-1-1-15,0-3-2 0,1-1 0 0,-2-2-3 16,5-4-5-16,1 4 4 0,1-4-4 0,-6 6 4 0,-2 0-2 0,4 4 9 16,-8 0 2-16,-1 2-4 0,-3 3-4 0,1-1-3 15,-2 2-8-15,1-1-8 0,-1 3 4 0,-4 1-3 16,10 1-6-16,-2 3-3 0,-3-1 1 15,5 5 1-15,-3-1-4 0,1 2-14 0,0 0-14 16,0 1-25-16,2 2-32 0,1 3-36 0,-2-1-44 16,0-1-33-16,0-4-56 15,-5 0-240-15,5-4-538 0,-4 1 238 0</inkml:trace>
  <inkml:trace contextRef="#ctx0" brushRef="#br0" timeOffset="-13411.68">18237 16605 244 0,'2'-6'307'0,"1"1"-17"15,-2 0-27-15,2 2-25 0,-1 0-28 0,-2 3-22 16,2-4-25-16,-2 4-14 0,0 0-18 0,0 0-4 16,-11 12-22-16,2-4-12 0,-1 3-7 0,1-1-8 15,-5 4-7-15,1 1-7 0,0-1-7 0,2 1-10 16,2-1-2-16,0 1-1 15,0 0-8-15,2-1-2 0,1 1-4 0,4-4-8 16,-1 1 4-16,5 3-3 0,0-3-2 0,3-1-4 16,0 0 3-16,8 1-6 0,-3-1 1 0,1-3-3 15,1 1 3-15,-3-3-6 0,3-1-1 0,-2 0 1 16,-5 0-2-16,0-1-4 0,-1-1-8 16,0 1-6-16,2-4-3 0,-6 5 3 0,-2-2 0 15,-3 1 3-15,-4 1 0 0,-3 1 1 0,-6-2-1 0,1 1-6 0,-2 1-8 16,0-2-18-16,1 0-16 0,-3-1-25 0,0-3-21 15,1 4-31-15,2-2-33 0,0-3-44 0,5 0-193 16,4 1-436-16,9 0 194 0</inkml:trace>
  <inkml:trace contextRef="#ctx0" brushRef="#br0" timeOffset="-12108.05">18582 16366 246 0,'-3'-8'328'0,"1"0"-30"0,2 3-23 0,-2-3-25 16,2 8-29-16,0-8-25 0,0 8-25 0,-2-2-19 16,2 2-14-16,0 0-20 0,0 0 0 0,2 23-23 15,-2-3-12-15,0 4-10 0,0 5-3 0,-2 3-11 16,0 1-3-16,2 2-10 0,4-1-2 0,-8 2-3 15,6-2-5-15,-2 1-3 0,2-4-7 0,0 0 1 16,0-4-5-16,-1-1 3 0,2-5-7 0,-2-3 0 0,1-6-1 0,-2-2-3 16,2 1-1-16,-1-4 2 0,-1 0 1 0,3-2-1 15,-6-1 4-15,3-4 2 0,0 0 5 0,-1 6-2 16,1-6-3-16,0 0 0 0,0 0-4 16,-24-9-1-16,7 2-8 0,-1-1 3 0,0 0-1 15,1 0-1-15,-10-1-3 0,6 2-4 0,3 0 4 16,3-2-1-16,-3 7 1 15,5-3-2-15,3 2-1 0,1 1 4 0,1-1-4 16,2 2-4-16,2-2-3 0,4 3 0 0,0 0-4 16,0 0 2-16,16-5 2 0,2 2-3 0,8 1-15 15,8-1-7-15,1 1-3 0,5-1 1 0,15-4 4 16,1 2 2-16,1 1 3 0,-3-4 2 0,1 3 0 16,-18 1-3-16,4-4 3 0,-4 2 0 0,-2 3 4 15,-7-3 2-15,-11-1 3 0,-1 2 14 0,-6-1 9 0,-1-1 8 16,-4 3 10-16,-1-3-2 0,-3 2 11 0,-2-1-3 15,1 1-4-15,-5-1-1 0,1 0-1 0,-5 2-5 16,2 0-6-16,0 1-1 0,-5 2-1 0,0 1-6 0,-2 1-2 16,0 5 3-16,-2-1-7 0,0 1 0 15,3 0-2-15,-1 3-3 0,1 3-2 0,3-4 3 16,1 4 4-16,0 0-5 0,1-2 3 0,2 2 2 0,1 2-2 0,5-4-4 16,-2 2-1-16,2-2-1 0,2-3-1 0,2 2 2 15,2-2 2-15,-1 0 3 0,3-2 0 0,1-2-1 16,1 0 7-16,2-3-4 0,1-1-1 0,-2-3 1 15,1 2 2-15,0-3-3 0,0-2 1 0,-2-1 11 16,0-1 9-16,0 1-3 0,-1-1 13 0,-2-1-11 16,0 0 2-16,0-1 9 15,-1 5 1-15,-2-1 2 0,-1 0-7 16,-1 2 6-16,3 1-6 0,-1-1 2 0,-3 2 9 16,1 0-28-16,-2 3-16 0,3-4-23 0,-3 4-17 15,0 0 2-15,0 0 4 0,0 0-11 0,0 0-8 16,3 11-7-16,-2-6-8 0,3 2-1 0,0-1-9 15,2 3-1-15,-1-1 2 0,4 1 15 0,3-4 1 16,-2 2-9-16,3-2-2 0,0 1 2 0,-2-5 7 0,0 4 3 0,1-3 6 16,-3-2 8-16,1-2 6 0,-2 0 24 0,-2-1 23 15,2-2 20-15,0-2 16 0,-1-2 14 0,-2 1 11 16,3-1 10-16,-3 0 19 0,-1 0 11 0,0-3 4 16,4 3 16-16,-2-1-2 0,-1 0 5 0,0 1 10 15,-1 3-8-15,0 0-9 0,-3 1-13 0,4 0-15 16,-5 5-13-1,2-8-8-15,0 7-12 0,-2 1-31 0,0 0-11 16,0 0-5-16,0 0-1 0,9 12-7 0,-9-3-1 16,0 1-6-16,0 0 2 0,0 7-4 0,0-2-1 15,-4 2-9-15,3 1-5 0,-2-1-5 0,2 0-18 16,-1-5-2-16,0 2-4 0,-3-2 8 0,4-2 1 16,1-3 13-16,0-1-3 0,0-1 9 0,0-5 22 15,0 0 13-15,1 6 4 0,-1-6 3 0,0 0-2 0,19-7 5 0,-11 0-12 16,5-1 8-16,-4 1-2 0,0-3 2 15,5-2 2-15,0-1 4 0,-1 3-12 0,-1-1-7 16,-4 3 6-16,1 1 12 0,0 1-9 0,1 1-3 0,-5 1 2 16,2 1-9-16,-2-2 1 0,-3 3-3 0,-2 2-18 15,8-3 2-15,-8 3-9 0,0 0-2 0,13 6 5 16,-7-2 1 0,-1 1-7-16,3 1-5 0,6 3-6 0,-4-1-13 15,-1-2-8-15,4 0-3 0,-3-2-8 0,4 2-3 16,-5-2-4-16,3-1 2 0,-3-2 7 0,0 2 9 15,-3-3 1-15,2-3 8 0,-1-1 0 0,-2-1 8 16,3-4 10-16,-3-2-8 0,0 1 7 0,-1-1 9 16,0-2 15-16,0-4 11 0,0-1 6 0,-1-1 13 15,1 0 7-15,1-7 8 0,-1-1 4 0,1-1 8 0,-1 3 0 0,3-4 13 16,-2 3 9-16,-1 1 0 0,-1 5 8 0,1 7 9 16,1 1 2-16,-5 2-10 0,1 2-8 0,2 3-8 15,-3-1-22-15,1 1-28 0,-1 5-23 16,0 0 0-16,0 0-5 0,0 0 6 0,-4 25-8 15,3-9 5-15,-5 10 14 0,-2 1-10 0,-1 2 2 0,0-2-6 0,0 4 6 16,3 0-30-16,2-4-16 0,-2 0-35 0,3-8-17 16,1 1-17-16,-3-2-30 0,2-3-21 0,1-3-26 15,-1 0-30-15,2-4-27 0,-1-1-52 0,0-4-203 16,-1 1-546-16,3-4 242 0</inkml:trace>
  <inkml:trace contextRef="#ctx0" brushRef="#br0" timeOffset="-11838.65">19442 16633 198 0,'0'0'339'16,"-12"-1"3"-16,12 1-25 0,-5-3-30 0,5 3-36 0,0 0-17 16,24-12-31-16,4 5-18 0,11-1-18 15,16 0-15-15,7-2-14 0,1 4-3 0,25-6-28 0,-25 5-8 0,26-5-10 16,-26 5-12-16,-3-1-6 0,-7-1-3 0,-14 1-6 15,-1-2-10-15,-6 1-3 0,-2 1 3 0,-10 2-4 16,-3 1 19-16,-5-2-4 0,-1 3 0 0,-5 0-11 16,-1-1-14-16,-5 5-31 0,5-8-15 15,-5 8-16-15,-12-4-17 0,2 3-25 0,10 1-25 16,-22 4-20-16,11-2-24 16,0 4-20-16,1 3-25 0,-1-5-24 0,1 6-29 15,1-3-228-15,1 1-500 0,2-3 222 0</inkml:trace>
  <inkml:trace contextRef="#ctx0" brushRef="#br0" timeOffset="-11637.84">20164 16782 255 0,'0'0'479'0,"0"0"-7"0,-7 4 2 0,3-3-20 15,4-1-47-15,-1 2-37 0,1-2-38 0,0 0-61 0,0 0-91 16,0 0-111-16,0 0-136 0,0 0-175 0,0 0-334 0,0 0-624 31,0 0 276-31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44:45.47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2392 1830 81 0,'0'0'126'0,"0"0"-3"0,0 0 0 0,0 0-10 15,0 0 5-15,0 0-4 0,0 0-6 0,0 0 6 16,0 0-3-16,0 0 4 0,0 0 1 0,0 0 1 15,0 0 5 1,0 0-5-16,0 0 3 0,0 0 2 0,0 0-7 16,0 0 3-16,0 0-4 0,0 0-9 0,0 0-5 15,0 0-4-15,0 0-4 0,0 0 1 0,0 0-3 16,0 0-1-16,0 0-1 0,0 0-5 0,0 0-5 16,0-6 1-16,0 6-7 0,0 0 5 0,0 0-8 15,0 0 4-15,0 0-8 0,0 0-8 0,0 0 3 16,0 0-20-16,0 0 1 0,2-4-7 0,-2 4-7 0,0 0 1 0,0 0-21 15,0 0-29-15,0 0-27 0,0 0-36 0,0 0 5 16,-2 18 14-16,2-5 5 0,0 5 2 0,-3 6 15 16,2 5 1-16,-7 1 4 0,6 3 8 0,-6 13 1 15,4-12 5-15,-4 2 6 0,-2 8 4 16,6-12 2-16,2-3-1 0,-2-1 1 0,4-9 2 16,-4-2 1-16,4 1 2 0,0-8-1 0,-3 1 4 0,6-1 4 0,-7-4 21 15,5 0 16-15,-2-3 21 0,0 2 9 0,1-5 29 16,0 0 7-16,-3 9 18 0,3-9 12 0,0 0 3 15,0 0-2-15,0 0-12 0,0 0-4 0,0 0-14 16,0 0-11-16,0 0-42 0,0 0-29 0,0 0-37 16,3-19-53-16,-2 12-51 0,0-3-48 0,2-4-56 15,1-2-45 1,1-2-76-16,0-11-220 0,4 3-612 0,-4-2 272 16</inkml:trace>
  <inkml:trace contextRef="#ctx0" brushRef="#br0" timeOffset="300.39">2366 1735 222 0,'-1'-1'251'0,"1"1"-5"0,-8-3-10 16,3 1-8-16,5 2-15 0,0 0-6 0,-5-5-19 16,5 5-3-16,-3-2-19 0,3 2-16 0,0 0-16 15,0 0-9-15,0 0-18 0,0 0-7 16,0 0-14-16,0 0-3 0,0 0-12 0,8-5-6 15,1 5-3-15,5-3-9 16,5 3-6-16,11-4-4 0,1 1 8 0,3-2-17 16,-2 5 26-16,1-2-5 0,-6 0-6 0,-4 0-1 15,-5 1-7-15,-3-3-4 0,-1 3 8 0,-3-1-4 16,0-1 2-16,-5 3-6 0,3 0 0 0,-4-2-6 16,0 2 4-16,-5 0-13 0,0 0-19 0,9-2-22 15,-9 2-31-15,0 0-26 0,4 3-3 0,-4-3-6 16,-5 11-22-16,-1-4-30 0,-1 4-45 0,-4 0-57 0,0 4-256 15,1-2-534-15,0 4 236 0</inkml:trace>
  <inkml:trace contextRef="#ctx0" brushRef="#br0" timeOffset="648.5">2452 2363 64 0,'-4'1'262'0,"1"0"-11"15,3-1-8 1,-6 4-10-16,6-4-16 0,0 0-9 0,0 0-17 16,-4 4-17-16,4-4-11 0,0 0-14 0,0 0-7 15,0 0-7-15,0 0-5 0,0 0-10 0,22 0-11 16,-4 0 3-16,2-5-9 0,12 0-10 0,0 1-9 15,0-3-12-15,4 3-3 0,-6-1-5 0,-3 1-4 16,-6-1-11-16,-1 2 0 0,-7 2-4 0,2-3-4 16,-6 2 0-16,-1 0-6 0,-3 0 1 0,4 1-8 0,-9 1-3 0,9-2-3 15,-9 2-13-15,6-3-25 0,-6 3-21 0,0 0-14 16,4 0-36-16,-4 0-48 0,0 0-41 0,0 0-66 16,-27-1-272-16,14 0-558 0,3 1 247 0</inkml:trace>
  <inkml:trace contextRef="#ctx0" brushRef="#br0" timeOffset="1003.19">2519 2092 343 0,'0'0'338'0,"0"0"-13"0,-7-3-22 0,7 3-16 15,0 0-22-15,-6-2-15 0,6 2-24 0,0 0-24 16,0 0-8-16,0 0-20 0,0 0-26 0,0 0-10 16,-6-3-16-16,6 3-13 0,0 0-15 0,0 0-5 15,0 0-8-15,27-2-6 0,-9 4-5 0,0-2-9 16,10 0-8-16,1-2-1 0,0 1-14 0,-1 0 2 16,-8-2-6-16,-2 1-4 15,2 1 1-15,-6 0-4 0,-1 0-9 0,-5-1 10 16,2 0 6-16,-1 2 17 0,-9 0 9 15,10 0 7-15,-10 0 2 0,12-1 1 0,-12 1-2 0,0 0-2 16,6-2-21-16,-6 2 3 0,0 0-12 16,0 0-17-16,8-1-12 0,-8 1-18 0,0 0-29 15,1-1-42-15,-1 1-36 0,0 0-35 0,0 0-46 16,0 0-29-16,0 0-14 0,0 0-38 0,0 0-309 0,0 0-638 0,-5 12 283 16</inkml:trace>
  <inkml:trace contextRef="#ctx0" brushRef="#br0" timeOffset="1319.66">3322 2058 464 0,'4'-3'469'0,"-4"3"-12"0,3-4-15 16,-3 4-18-16,3-5-19 0,-3 5-28 0,1-4-37 15,-1 4-32-15,0 0-33 0,0 0-32 0,0 0-40 16,0 0-42-16,0 0-33 0,0 0-41 0,0 0-31 15,0 0-28 1,0 0 4-16,-5 18-2 0,0-8-4 0,-2 6 5 16,-2 1-3-16,-5 8-1 0,2-1-3 0,-3-1 2 15,1 0-8-15,-2-1 0 0,5-5 4 0,2 0-4 0,-3-1-22 16,3-1-13-16,3-5-11 0,0 0-19 0,0-3-9 16,3-2-26-16,-2 2-11 0,2-4-3 15,-1 1 6-15,2 0 3 0,2-4 7 0,-6 3-9 16,6-3-49-16,0 0-31 0,0 0-28 0,-6-17-21 0,3 5-27 0,3-4-19 15,-2-1-36-15,-2-7-179 0,0-1-516 0,2 0 228 16</inkml:trace>
  <inkml:trace contextRef="#ctx0" brushRef="#br0" timeOffset="1635.89">3128 2150 1280 0,'-2'-17'20'16,"-2"-3"33"-1,3 4 37-15,-4 0 30 0,-1-1 29 0,2 1 30 16,0 2 28-16,2 4 25 0,0 0 20 0,-2 1 15 16,3 2 1-16,-1 2-5 0,0 0-20 15,1 2-25-15,1 3-24 0,-1-6-25 0,1 6-22 0,0 0-21 16,-2-6-21-16,2 6-14 0,0 0-2 0,0 0-14 15,12 15-5-15,-3-5-7 0,1 5-9 0,2-2 0 16,8 9-8-16,-2 2-6 0,2-4-1 0,-1 4-5 16,-3-2 1-16,3 4-7 0,-1 1 0 0,0-5-7 15,-4 0 3-15,3-1-3 0,-7-6 0 0,-1 2 1 16,-2-7-4-16,1-1-4 0,-3 1 3 0,0-3-3 0,-1-2 1 16,0 0-3-16,-2-1 2 0,0 1-9 0,-2-5 9 0,4 5 2 15,-4-5 19-15,2 3 12 0,-2-3 8 0,0 0 10 16,0 0 1-16,0 0-1 0,5 1 0 0,-5-1-11 15,0 0 3-15,0 0-7 0,0 0-3 16,0 0-9-16,0 0-5 0,0 0-1 0,0 0-8 16,0 0-16-16,0 0-20 0,0 0-26 0,0 0-23 0,0 0-33 0,2 6-35 15,-2-6-43-15,0 0-49 0,0 0-54 0,0 0-54 16,0 0-73-16,0 0-362 0,0 0-828 0,0 0 366 16</inkml:trace>
  <inkml:trace contextRef="#ctx0" brushRef="#br0" timeOffset="2052.41">3755 2137 358 0,'-3'-9'392'0,"3"4"-19"0,0 5-15 0,-2-4-19 15,2 4-23-15,-6-10-28 0,2 10-21 0,4 0-33 16,0 0-23-16,-9-3-30 0,9 3-19 0,0 0-13 0,-23 10-16 0,15-5-15 15,-1 4-12-15,-5 3-9 0,5 3-6 16,-6-2-13-16,3 3-7 0,2 0-7 0,-3 1-5 16,4 0-10-16,0 0-5 0,3 0-2 0,1-7-9 15,1 0-19-15,3-2-4 0,-2-3-6 0,2 1 4 16,1-1-1 0,0-5 15-16,-3 6 9 0,3-6 28 0,0 0 35 0,0 0 10 15,0 0-1-15,0 0 0 0,11-13-15 0,-1 6-15 16,0-5 4-16,3-2 0 0,1-1-2 0,-3 5-3 15,2-3-5-15,-4 4 1 0,4-4-1 0,-4 5-5 16,-2 0-5-16,0 1-4 0,-3 2-8 0,0 3-6 16,1-2-5-16,-5 4-8 0,6-5-2 0,-6 5-6 15,6-4-7-15,-6 4-4 0,6-1-15 0,-6 1-9 16,9 5-3-16,-3 0-19 0,3 0-7 0,-1 1-25 0,2 1-33 16,1 1-35-16,3 1-27 0,2 0-23 0,-1 1-16 0,4-2-40 15,0 2-43-15,-1-6-42 0,3-1-65 16,-6-3-264-16,5 2-713 0,-2 1 315 0</inkml:trace>
  <inkml:trace contextRef="#ctx0" brushRef="#br0" timeOffset="2869.55">4055 2152 247 0,'-1'-6'327'0,"-1"0"0"16,2 6-7-16,-3-9 4 0,3 9 9 0,-3-8-9 15,1 5-9-15,2 3-22 0,-4-4-22 0,4 4-24 16,0 0-36-16,-3-7-18 0,3 7-18 15,0 0-24-15,0 0-15 0,0 0-21 0,0 0-17 16,0 0-14-16,0 0-10 0,0 0-13 0,0 0-11 0,0 28 1 0,0-17-6 16,-1 8-6-16,1 0 4 0,-4 5-6 0,2 2 0 15,-3-8-15-15,1-1-8 0,-1 0-17 0,2-3 1 16,1-4-5-16,-2-1 5 0,2-4-5 0,1 0 5 16,1-5 13-16,-1 10 18 0,1-10 30 0,-1 5 36 15,1-5 24-15,0 0-10 0,0 0-12 0,0 0-11 16,9-20-8-16,-2 8-4 0,5 3-4 0,-2-8-4 0,-4 2-9 15,7 1 0-15,-3-3-10 0,2 2-6 0,-2 2-4 16,-2 2 5-16,-3 1-2 0,3 2-3 0,-3 3-4 16,0-1-7-16,-4 2-7 0,4 1 1 0,-5 3-9 0,4-3-4 15,0-1-24-15,-4 4-19 0,0 0 1 16,0 0 0-16,0 0 1 0,18 10-5 0,-17-4 0 16,5 3-1-16,0-1 1 15,-3 2 2-15,4 0-3 0,-2 1-4 0,1-1-1 16,-2 0-4-16,0-1 2 0,-1-3-2 0,5 3 5 15,-5-6 8-15,-2 0 5 0,-1-3 9 0,3 5 32 16,-3-5 33-16,0 0 13 0,0 0 3 0,0 0-8 16,15-8-3-16,-10 3 8 0,2-5-1 0,-1 1-6 15,0-1-3-15,3-3-3 0,4-1-1 0,-4 5-7 16,0-4-2-16,-4 4-4 0,0 1 3 0,3 0-5 0,-3 0-8 16,-1 5 3-16,1-2-4 0,-1 0-10 0,-3 1-4 15,-1 4-4-15,0 0-30 0,9-1-10 0,-9 1-7 16,9 5-3-16,-5 0-2 0,2-1-1 0,3 2-9 15,-1 1-3-15,0 1-4 0,3 4-7 0,1 0-12 16,-6-2-4-16,4-1-6 0,0 0-1 0,-2-2 3 16,1 1 10-1,0-3 9-15,-4 0 4 0,0-2 17 0,-5-3 2 0,10 1 11 16,-10-1 1-16,13-7 2 0,-8 0 19 0,3-2 15 16,-2-1 20-16,-1 0 9 0,-1-2 20 0,0-5 21 15,1 0 14-15,-1 3 10 0,0-5 5 0,2 0 19 16,-2 1 19-16,0 1 17 0,0 0 4 0,1 3 13 15,-4 2-1-15,-1 0-6 0,4 4-4 16,-1 3-10-16,-2 1-17 0,1-1-12 0,-2 5-19 0,1-8-14 0,-1 8-29 16,3-4-44-16,-3 4-44 0,0 0-26 0,0 0 7 15,0 0 5-15,-1 24 5 0,1-7 10 0,0 7 1 16,-3 4 5-16,0 4 3 0,0 5 7 0,-1-3 1 16,3 12 5-16,0-11-1 0,-2-4 5 0,2-3-1 15,-2-1 3-15,3-8 1 0,0 0-2 0,4-2 2 16,-4-5-19-16,0-2-17 0,0 0-3 0,0-5-6 0,0 3 3 0,0-4 6 15,0-4 2-15,0 7 0 0,0-7-1 16,0 0-11-16,0 0-52 0,0 0-73 0,0 0-62 16,0 0-63-16,15-24-70 0,-8 6-79 0,3-5-303 15,-1-1-815-15,-2 4 360 0</inkml:trace>
  <inkml:trace contextRef="#ctx0" brushRef="#br0" timeOffset="3409.1">4659 2140 217 0,'-2'-5'334'0,"0"0"-5"0,0-2-10 15,1 4-1-15,1 3-17 0,-2-11-27 0,-1 9-23 16,3 2-26-16,0 0-28 0,-1-5-17 0,1 5-23 16,0 0-35-16,0 0-3 0,0 0-4 0,0 0-21 15,0 0-6-15,0 0-9 0,0 0-6 0,30 16-9 16,-22-13-2-16,2 7-7 0,4-3-6 0,0 5-3 0,-2-4-3 16,-3-2-10-16,-3 2-4 0,3 1-1 0,-1 1-17 15,-3-3 7-15,-1-2-6 0,-3 2-8 0,-1 1-1 16,0-1-1-16,-2 2 2 0,-5-1-1 0,-2 1 4 15,-5-4 2-15,0 4-4 0,-8-4-13 0,2 1 15 16,-6 3-3-16,-1-6 3 0,1 4 0 0,7-5-17 16,2-2 15-16,3 3 1 15,2-2 2-15,1-1-3 0,6 1 8 0,5-1-6 16,-12 3 14-16,12-3 5 0,0 0-16 0,0 0 6 16,0 0-16-16,0 0 9 0,13-18-23 0,9 10 15 15,2-5-6-15,5 0-5 0,2-3 1 0,1 2-2 16,1-4 1-16,3-1 1 0,-5 0 0 15,15-5 1-15,-17 4 5 0,-3 0 0 0,3 2 24 16,-6 0 25-16,-4-1 25 0,-6 5 29 0,-2-1 22 0,0 1 27 0,-5-1 17 16,3 1 17-16,-4 1 6 0,-2 2 14 0,-1 1-16 15,2 2-2-15,-1 1-9 0,0 3-16 0,-3-1-11 16,0 5-25-16,3-8-7 0,1 6-22 0,-4 2-16 16,0 0-36-16,0-6-38 0,0 6-47 0,0 0-16 15,0 0-2-15,0 16 9 0,2-4 3 0,-4 4 1 16,2 2 10-1,0 3 6-15,-1 4 6 0,2 1 2 0,-1 1 4 16,4 2 1-16,-2-1 3 0,-1-3 4 0,1-10 1 16,-2 4 1-16,1-2-4 0,-1-4-21 0,0-2-3 0,3-1-10 15,-3-3-8-15,1 3-6 0,0-4-1 0,0-2-3 16,-1-4-3-16,0 11 4 0,0-11-7 0,0 0-16 16,6 6-29-16,-6-6-17 0,3 2-22 15,-3-2-91-15,0 0-98 0,9-7-445 0,-1-3-854 0,1 5 378 0</inkml:trace>
  <inkml:trace contextRef="#ctx0" brushRef="#br0" timeOffset="3872.69">5190 2261 141 0,'0'0'176'0,"0"0"15"0,0 8 1 0,0-8 11 16,0 0 6-16,0 0 6 0,0 0 2 0,0 0 5 15,-1 4 4-15,1-4 0 0,0 0-9 0,0 0 3 16,0 0-16-16,0 0-2 0,28-7-17 0,-15 2-13 0,6-3-9 15,-2 1-10-15,9-5-3 0,-8 1-12 16,5-3-8-16,-1-2-14 0,-2-1-12 0,-2 4-6 16,-4 1-4-16,3-1 2 15,-3-1 3-15,-1 3-2 0,-4 1 6 0,-4 1 3 16,0 2 10-16,-1 1-3 0,-2 2-12 0,2-1-10 16,-4 5-17-16,-2-9-18 0,2 9-12 0,-11-3-5 15,1 6-10-15,-5-2 2 0,-2 4-5 0,-2 3-4 16,0 2-2-16,1 1-6 0,-6 3 1 0,2 3-1 15,5 2-5-15,1 2-2 0,4-5-20 0,2 2-12 0,0 6-12 16,5-5-7-16,2 0-2 0,3-1 10 0,3-1 2 16,2-3-4-16,3 2 17 0,5-4-1 0,2-1 15 15,2-1 12-15,8 0 10 0,1-2 10 0,-5-5 5 16,2-2 7-16,-1-1 13 0,-3 0 12 0,0-3 11 16,-7 2 30-16,0 0 21 0,-1 1 23 0,-11 0 8 15,15-3 5-15,-10 1-2 0,-5 2 7 0,0 0-14 16,13-3-28-16,-13 3-13 15,0 0-9-15,0 0-16 0,10-2-24 0,-10 2-22 16,0 0-20-16,0 0-42 0,0 0-28 0,6-2-59 16,-6 2-47-16,0 0-47 0,0 0-43 0,0 0-46 15,-1-8-35-15,1 8-38 0,3-9-62 0,-2 2-83 16,4-3-297-16,-4 2-874 0,5-4 387 0</inkml:trace>
  <inkml:trace contextRef="#ctx0" brushRef="#br0" timeOffset="4073.2">5842 2010 149 0,'0'0'512'0,"0"0"11"0,2-5 3 16,-2 5-4-16,3-5-27 0,-3 5-26 0,0 0-45 0,0 0-46 16,1-7-35-16,-1 7-36 0,0 0-30 0,0 0-55 0,0 0-66 15,0 0-96-15,0 0-90 0,0 0-87 16,13 3-90-16,-8 2-81 0,2-3-92 0,-4 3-344 15,5 4-784-15,-3-1 347 0</inkml:trace>
  <inkml:trace contextRef="#ctx0" brushRef="#br0" timeOffset="4211">5897 2319 101 0,'-3'6'304'0,"2"-1"6"0,-3 0 6 15,4-5 7-15,0 0-9 0,-3 8 3 16,3-8-9-16,0 0-18 0,-2 5-24 0,2-5-29 15,0 0-22-15,0 0-50 0,0 0-54 0,0 0-74 16,0 0-72-16,18-2-94 0,-8-6-114 0,-1 1-292 0,1 0-579 0,3 0 256 16</inkml:trace>
  <inkml:trace contextRef="#ctx0" brushRef="#br0" timeOffset="4495.51">6214 2225 123 0,'0'0'378'16,"0"0"-4"-16,0 0 5 0,0 0-2 0,0 0-7 15,-8 2-15-15,8-2-11 0,0 0-20 0,0 0-26 16,0 0-28-16,0 0-28 0,0 0-24 0,42-12-22 16,-19 10-17-16,8-1-20 0,-2-2-11 0,-2 1-20 15,2-3-11-15,0 4-11 0,-9 0-8 0,0 1-12 0,-2 0-3 16,-4 2-13-16,-1-3-7 0,-5 2-5 0,-8 1-5 15,14-1-7-15,-14 1-9 0,10-2-3 0,-10 2-10 16,0 0-9-16,13-2-24 0,-13 2-25 0,0 0-29 16,0 0-32-16,0 0-37 0,0 0-57 0,0 0-52 15,0 0-74-15,0 0-128 0,-22 13-263 0,22-13-763 16,0 0 338-16</inkml:trace>
  <inkml:trace contextRef="#ctx0" brushRef="#br0" timeOffset="5711.92">7784 1726 8 0,'0'0'235'15,"5"-3"-1"-15,-5 3 3 0,0 0 4 0,0-4-5 16,0 4-8-16,0 0-9 0,0 0-13 0,0 0-14 16,0 0-11-16,4-2-14 0,-4 2-5 0,0 0-20 15,0 0-12-15,0 0-19 0,0 0-15 0,0 0-7 0,0 0-10 0,-18 5-9 16,7-1-7-16,-2 0-9 0,-4 5-7 0,-3-2-4 15,-3 7-6-15,6-6-5 0,-1 4 2 0,3-3-11 16,-2 4 4-16,1-2-1 0,-1 2-14 0,3-2 3 16,8-2-2-16,-6 0 0 0,3 5-4 0,0-3 1 15,3-1-1-15,2 1 0 0,4 1 1 0,-3-2-2 16,3 2 9 0,4-2-10-16,0 1-1 0,5 2 2 0,0-2 3 15,4 2 4-15,1-1-8 0,0 0-1 0,4-2-2 16,-4-1 8-16,2 3-7 0,-1-2-3 0,-1-1-1 15,-5-1-2-15,0-2 3 0,-3-1-7 0,1 1 5 16,-1 0-5-16,-4-1 2 0,0-1 2 0,-4 4 0 16,-3-3 4-16,-4 3 8 0,-4-1-12 0,-5 1 4 15,-2 0 1-15,-7-1 10 0,-2-1-14 0,-2 2 1 0,0-1-2 0,2-1 3 16,1 0 1-16,1-1 3 0,7-3-5 0,1 1-2 16,7-3 2-16,-2 1 3 0,5-1 0 0,1 1-6 15,8-1-8-15,0 0-2 0,-15-2-2 16,15 2-20-16,0 0-18 0,0 0-22 0,0 0-14 0,24-5-47 15,-7 0-54-15,5-2-55 0,4 3-264 0,-4 0-549 16,6-1 242-16</inkml:trace>
  <inkml:trace contextRef="#ctx0" brushRef="#br0" timeOffset="6128.4">8270 2056 219 0,'0'0'276'0,"0"0"-18"0,-5-4-16 15,5 4-21-15,-7-1-18 0,2-2-19 0,5 3-14 16,-10 0-16-16,2 0-18 0,-1 3-9 0,0-2-14 16,-1 3-14-16,-3 0-10 0,4-1-4 0,-5 1-15 0,4 2-2 0,-1-2-9 15,-1 3-6-15,2 0-6 0,0 1-6 0,1-1-6 16,1 2 0-16,0-3-6 0,1 4-2 0,4-3-1 15,-2 5-1-15,4-7-5 0,-1 4-1 0,4 2 7 16,0-5-1-16,2 2 7 0,1-1 6 0,4-2-1 16,0 0 5-16,1-1-3 0,4-1 8 0,3-2 3 15,2-2 0-15,0-2 12 0,-5-1 2 0,7 0 10 16,-8 0 16 0,3-5 11-16,1 0 4 0,-2-2 3 0,-1 0-1 15,-1-2-4-15,-3-2-4 0,-2 1-1 0,1-1 7 16,-4 3 2-16,-3 0-3 0,1-1-6 0,-2 2-9 0,-2 1-9 15,1 1-8-15,-1 1-17 0,-1-1-13 0,-3 1-18 16,0 4-34-16,0-3-32 0,0 4-30 16,0 0-48-16,0 1-30 0,-2 0-34 0,1 2-30 15,6 0-35-15,-14 4-52 0,14-4-46 0,-9 6-256 0,8-2-653 0,1 2 290 16</inkml:trace>
  <inkml:trace contextRef="#ctx0" brushRef="#br0" timeOffset="6513.51">8574 2146 137 0,'-4'1'253'16,"4"-1"-9"-16,0 0-8 0,0 0-14 0,0 0-11 16,-5 4-17-16,5-4-13 0,0 0-16 0,0 0-14 0,0 0-9 15,0 0-14-15,0 0-8 0,20-6-12 16,-11 1-5-16,2 2-1 15,1-4 2-15,-2 0-8 0,7-1 1 0,1-4-5 16,-3-2-3-16,9-2 0 0,-4-5-3 0,1 0-11 16,0-3-8-16,-3 1-9 0,2-5-2 0,3-1-2 15,-9 3-6-15,0-4 9 0,-2 4 15 0,-6 1 16 16,1 6-1-16,-4-1 17 0,1 4-2 0,-4 2-1 16,-1-1-8-16,-4 6-12 0,4-1-8 0,-6 2-11 15,1 1-16-15,-5 1 0 0,0 5-13 0,-2 2-4 0,-6 1-2 0,1 5-6 16,-5 7-4-16,-2 2-4 0,-1 6-2 15,2 2-5-15,2 4-1 0,-1 1 6 0,4 0-16 16,1 2-26-16,5-4-3 0,6 4 1 0,3-2 1 16,5-2 6-16,2-3-1 0,3-4-2 0,4-2 1 0,7 5-2 15,-2-11-8-15,7 3-19 0,4-1-27 0,-1-6-32 16,3 1-49 0,0-4-53-16,-1-3-58 0,-4-2-86 0,4-7-189 15,-8 3-596-15,0-2 264 0</inkml:trace>
  <inkml:trace contextRef="#ctx0" brushRef="#br0" timeOffset="6892.02">9027 2013 154 0,'0'0'393'0,"0"0"-11"0,-1-8-8 0,1 8-19 16,0 0-31-16,0 0-37 0,0 0-25 0,0 0-30 15,0 0-25-15,0 0-22 0,0 0-32 16,0 0-16-16,0 0-13 0,0 0-8 0,0 0-17 15,9 19-12-15,-4-13-5 0,-4 0 0 0,3 4-13 16,0-1-7-16,0 1 2 0,-1 6-7 0,0-5-13 0,2 1-6 0,-1 0-1 16,-3 0 3-16,2-2-8 0,1 0-5 0,-3-3-5 15,-1 0 7-15,4-2-4 0,-4-1 8 0,0-4 21 16,0 6 33-16,0-6 60 0,0 0 49 0,0 0 41 16,4 7 31-16,-4-7 41 0,0 0 22 0,0 0-19 15,0 0-22-15,11-13-39 0,-3 5-24 0,0-2-23 16,3-3-21-1,1-1-22-15,-2-3-17 0,5 0-15 0,-3 2-82 0,2 1-47 16,-3-1 0-16,1 1 0 0,-2 5 0 0,-2-2 0 16,1 2 0-16,-1 1 0 0,0 1-124 0,-4 4-138 15,5-4-62-15,-2 5-53 0,5 0-23 16,-4 2-36-16,-8 0-21 0,19 0-40 0,-6 3-389 16,-2 1-959-16,1 0 423 0</inkml:trace>
  <inkml:trace contextRef="#ctx0" brushRef="#br0" timeOffset="7299.53">9416 2089 152 0,'-1'3'205'0,"1"-3"4"0,-2 5 1 16,2-5 10-16,0 0 1 0,-1 4-1 0,1-4-1 15,0 0-1-15,0 0-3 0,0 0-7 0,0 0-4 16,0 0-15-16,9 1-5 16,-9-1-17-16,18-1-16 0,-8-2-12 15,4-3-16-15,4 3-10 0,1-2-12 0,0-2-10 0,-2 2-10 16,2-2 5-16,0-2-6 0,0 1-18 0,2 1-10 15,-4-5-5-15,0 2-4 0,-1-2-1 0,-2 1 12 16,-4 3 10-16,-1 0 17 0,1-2 21 0,-6 3 11 16,1 1-12-16,-4 1-6 0,-1-1-8 15,-1 1-13-15,-4 0-9 0,-4 3-10 0,-5-1-8 0,-8 3-4 0,-7 3-7 16,2 2-6-16,-1 7-8 0,1-6-4 0,8 3-4 0,-4 3-1 16,5 1 3-16,-1 4-6 0,6-1 1 15,2-2-8-15,4 1 4 0,5 4-1 0,2-4 0 16,6 2 9-16,5-1 2 0,10 2 11 0,7-3 19 15,8 2 14-15,14-3 16 0,5-2 20 0,2-5 8 16,1 0 3-16,-2-3 13 16,-4 1 10-16,2-5 4 0,-21-4 7 0,-1 2 11 15,-1-1 38-15,-13 6 13 0,-7-6 20 0,1 3 8 16,-5-1 1-16,0 0-2 0,-7 1-17 0,10-2-214 16,-10 2 0-16,0 0 0 0,11-1 0 0,-11 1 0 15,0 0 0-15,0 0 0 0,11-2 0 0,-11 2 0 16,0 0-106-16,0 0-419 0,0 0-86 0,0 0-548 15,0 0-1254-15,0 0 555 0</inkml:trace>
  <inkml:trace contextRef="#ctx0" brushRef="#br0" timeOffset="10037.34">12398 1858 15 0,'0'0'249'0,"-2"-3"-15"0,2 3-17 0,0 0-21 0,0 0-21 15,0-4-14-15,0 4-20 0,0 0-16 0,6-4-8 16,0 2-18-16,1 2-4 0,1-3-10 0,3 3-10 15,1 0-12-15,0 1-4 0,2 1-7 0,1 0-6 16,2 3-2-16,0-2-6 0,2 5-5 16,-5 3-1-16,4-1-5 0,-4-3-6 0,-1 4 2 15,0 2-1-15,-2-3-6 0,-4 1-4 0,-4 1 1 0,1 4 1 0,-2-4-5 16,-4 0 0-16,0 1 3 0,-3-1 0 0,-7 1 2 16,1-3-1-16,-2 2 8 0,-5-2-1 0,5 2 3 15,-6-1-1-15,6-5 1 0,-6 1 4 0,6 0-1 31,-1-4 3-31,3 0 5 0,0-1 12 0,1 4 20 16,4-5 14-16,-1 2 32 0,7-3 13 0,-11 0 17 16,11 0 3-16,0 0-22 0,-2-10-16 0,8 2-11 0,0-4-9 15,7 0-10-15,6-8-13 0,4 4-5 0,4-6-9 16,6 3-6-16,-2-2-3 0,1-1-11 0,-2 4 2 0,1-2-7 16,-3 2 5-16,-1 1-9 0,0 2-3 0,-3 1 0 15,-7 4-1-15,-3 0-3 0,-3 4 0 16,-3 1 1-16,0 1-10 0,-3 1-2 0,0-1 3 15,0 3-9-15,-3-2-12 0,-2 3-2 0,0 0 2 0,-1 11-3 0,-6-1-2 16,-5 5 6-16,-7 4 1 0,1 2 1 0,-5 1 0 16,4 2 2-16,-2-2 6 0,2 1-9 0,2-1 10 15,2-1-9-15,8-4 8 0,-2 0 0 0,4-2 4 16,2-3 0-16,3-1 0 0,1 0 1 0,3-1 4 16,4-1 10-16,1-2-3 0,8 0-2 0,4-4-1 15,11-1 3-15,4-4-2 16,1 1-1-16,-1-1 6 0,2-3-6 0,-3 1 5 15,0-2-8-15,2 1 5 0,-11-4-12 16,-3 6 8-16,-5 1 7 0,-5-1-6 0,-2 3 3 16,-2-4-4-16,-3 2 9 0,-6 2 5 0,11 0 4 15,-11 0-6-15,7-3 0 0,-7 3-18 0,0 0-14 16,0 0-17-16,0 0-13 0,0 0-21 0,0 0-20 16,0 0-20-16,0 0-30 0,-29 3-27 0,21-3-32 0,8 0-24 0,-11 2-37 15,7-2-52-15,4 0-194 0,0 0-542 0,0 0 241 16</inkml:trace>
  <inkml:trace contextRef="#ctx0" brushRef="#br0" timeOffset="10438.02">13396 1705 197 0,'-1'-8'371'16,"1"-1"-13"-16,0 5-19 0,-3-1-24 0,3 5-32 0,0-5-28 15,0 1-34-15,0 4-29 0,0 0-23 0,0 0-19 0,0 0-13 16,0 0-22-16,-1 22-10 0,1-5-6 0,-2 9-10 16,-1 2-13-16,0 5-4 0,2 2 2 0,-1 1-16 15,-2 0-9-15,1 12-3 0,3-3-1 16,-5-12-6-16,5 1-7 0,-1 0 0 0,0-1 0 15,-2-3-3-15,3-1-6 0,0-1 0 0,-2-3-7 0,2-8 3 0,-2 0 1 16,2-5-3-16,0 3 5 0,0-5-8 0,0-3 1 16,-2-1-5-16,4-1 2 0,-4 2-1 0,2-7-7 15,0 8 9-15,0-8-3 0,-2 5 3 0,2-5 5 16,0 0-5-16,0 5-2 0,0-5-3 0,0 0 9 16,0 0-6-16,0 0-11 0,0 0-11 0,0 0-34 15,0 0-51-15,0 0-43 16,0 0-39-16,0 0-41 0,-3-22-44 15,1 10-40-15,4 4-205 0,-2-4-550 0,1-5 243 16</inkml:trace>
  <inkml:trace contextRef="#ctx0" brushRef="#br0" timeOffset="10738.99">13373 2003 67 0,'0'-7'256'0,"-3"-1"3"0,1 3-11 0,1 0-7 0,1-2-17 15,-1 4-21-15,1-3-18 0,2 0-20 0,3 3-19 16,-1 1-18-16,2-3-14 0,2 3-9 0,4 0-13 15,0 4-10-15,10-1-11 0,-4 5-7 0,12-3-5 16,-4 5-5-16,0 0-10 0,-1 5 5 0,-8-6-8 16,0 4 1-16,-2-2-8 0,-1 3 0 15,-5-3-6-15,-3 1-3 16,3-3-3-16,-5 3 4 0,-4-1-2 0,-1 1 10 0,-8-1-4 16,0-1 6-16,-6 1-1 0,-2-3 1 15,0 4-2-15,-4-3 5 0,-9-3 4 0,5 3-13 16,3-6-2-16,0 1 0 0,2 0-8 0,1 1 6 15,6-3-7-15,0 2 1 0,4-2-4 0,4 1 6 16,5-1-17-16,-12 0-12 0,12 0-16 0,0 0-21 16,0 0-35-16,0 0-35 0,26-6-48 0,7 1-63 0,-1-1-272 0,4 3-538 15,2-4 238-15</inkml:trace>
  <inkml:trace contextRef="#ctx0" brushRef="#br0" timeOffset="11324.94">14122 2056 264 0,'-6'1'267'0,"6"-1"-22"15,0 0-16-15,-7 0-23 0,7 0-18 0,-5 1-12 16,5-1-6-16,0 0-3 0,-6 2-6 0,6-2-4 0,0 0-10 15,0 0-10-15,0 0-5 0,0 0-10 0,0 0-3 16,0 0-9-16,0 0 1 0,0 0-15 0,0 0 11 16,0 0-10-16,0 0 6 0,0 0-20 15,0 0-1-15,0 0-16 0,0 0-4 0,0 0-3 0,0 0-12 16,0 0-3-16,0 0 0 0,0 0-11 0,0 0 1 16,0 0-2-16,0 0 5 0,0 0-14 0,0 0-3 0,0 0-5 15,0 0 1-15,0 0-3 0,0 0 6 0,0 0-3 16,0 0-1-16,0 0-7 0,0 0 4 0,0 0-4 15,0 0 3-15,0 0 4 0,0 0 14 0,0 0-5 16,0 0 5-16,0 0-9 0,0 0 4 0,0 0-5 16,0 0-6-16,0 0 8 0,0 0-3 0,0 0-1 15,0 0-1-15,0 0 0 16,0 0 2-16,0 0-8 0,0 0-2 0,0 0 5 16,0 0-1-16,0 0 4 0,0 0-4 0,0 0-4 15,0 0 14-15,0 0-3 0,0 0-1 0,0 0-1 16,0 0-5-16,0 0 1 0,0 0-1 0,0 0 10 15,0 0-12-15,28-5-12 0,-6 3 12 0,7 0-2 16,3-3-2-16,8 1-1 0,16-3-3 0,-4 3 1 16,-13 0 6-16,0 2-9 0,2-2 5 0,-8 0-5 0,3 1 8 15,-4 3-5-15,-4-1-8 0,-8-3 11 0,-7 3-1 16,0 0-7-16,-4-1-12 0,-1 2-6 0,-2-2-24 16,-1 1-19-16,-5 1-30 0,0 0-25 0,0 0-15 15,0 0-13-15,-20-4-10 0,9 3-17 0,0 2-15 16,-1-1-17-16,0 0-17 0,-1 0-17 0,0 0-14 15,-6-1-216-15,5 1-506 16,4 1 224-16</inkml:trace>
  <inkml:trace contextRef="#ctx0" brushRef="#br0" timeOffset="11541.05">14435 1956 205 0,'-4'-7'321'0,"3"0"19"15,-1 0 7-15,2-1 11 0,-4 0 8 0,2 2 18 16,2 1 15-16,-1 0 4 0,0 0-7 0,1 3-24 0,-1-4-29 0,1 6-27 15,-3-5-33-15,3 5-34 0,-1-4-28 16,1 4-28-16,0 0-24 0,0 0-26 0,0 0-41 16,0 0-16-16,0 0-7 0,-4 20-10 0,1-3-5 15,1 2-5-15,2 7-7 0,-5 1 2 0,3 0-5 16,2-1-8-16,-1 1-25 0,1 2-53 0,0-5-55 0,1 5-49 16,-1-5-53-16,2-6-60 0,-2 1-71 0,-2 0-105 0,5 0-405 15,-3-11-904-15,1-2 401 0</inkml:trace>
  <inkml:trace contextRef="#ctx0" brushRef="#br0" timeOffset="13874.02">15134 1824 260 0,'0'0'285'0,"0"-7"-14"0,0 7-13 15,0-4-16-15,0 4-23 0,0 0-20 0,0-5-25 0,0 5-18 0,0 0-16 16,0 0-18-16,0 0-14 0,0 0-11 0,0 0-4 16,0 0-19-16,9 12-3 0,-5-6-5 0,-2 3-7 15,2 1-8-15,3 0-3 0,0-1-6 0,2 7 0 16,-1-7-10-16,0 0 0 0,-1-1-7 0,2 0-4 15,-1 0 6-15,1-3-12 0,0-1 2 0,-2-1-5 16,1-1 6-16,4-2-7 0,-5-1 0 0,4-3 1 16,1 0-2-16,-3-4 2 0,0 2-1 0,5-6 7 15,-5 2-1-15,0-2 6 0,1-3 2 0,2 3 10 16,-6-2 9-16,3 5 18 0,-4-1-11 0,-1 0 8 16,1 2 9-16,-1 3-3 0,-1 0-4 0,-1 0-10 0,1 1-5 15,-2 3-13-15,-1 1-26 0,5-3-10 0,-5 3-4 16,0 0-2-16,3 14 5 0,-3-3-5 0,-3 6 4 31,2 3 1-31,-3 7-2 0,0 2 5 0,-1 2-3 16,1 3 9-16,-1 0-2 0,1 1-5 0,0 9-3 15,3-9 16-15,-4 2-8 0,1-2 4 0,3 1-6 16,-2-1-1-16,1-2 2 0,-2-4 2 0,0-1-4 0,-1-3 3 0,1 0 2 16,-1-8 1-16,0-2-1 0,-3-1-1 0,3-1 5 15,-1-4 7-15,-3 0 0 0,1-3 4 0,-1 0 16 16,-1-1 6-16,0-2 10 0,-2-3 15 0,-2 0 1 15,3-2 27-15,-1-1 13 0,2-4 13 0,0-1 8 16,-3-4 3-16,8 1 1 0,-3-7-11 0,7-7-18 16,2-1-16-16,7-5-14 0,0-5-13 0,12-6-6 0,2-1-1 15,-5 14-11-15,4 0-6 0,11-9-3 0,-4 13-12 16,-1 2 4-16,1 2-3 0,-1 0-5 0,0 3-1 16,-11 6-5-16,1 0 2 0,-2 2 0 0,-3 1-6 15,-3 2 4-15,-1 4-2 0,-1-4-2 0,-1 2 0 16,0 3-1-16,-1 0-4 0,-3 1-4 0,2-2 0 15,-4 3-20-15,4-3-31 16,-4 3-33-16,6-1-25 0,-6 1-33 0,2-3-23 16,-2 3 11-16,0 0-6 0,0 0-20 0,0 0-21 15,-2 11-25-15,-3-7-23 0,5-4-36 0,-1 6-46 16,-2 1-261-16,3-7-641 0,0 0 284 0</inkml:trace>
  <inkml:trace contextRef="#ctx0" brushRef="#br0" timeOffset="14558.64">16007 1908 275 0,'0'-6'289'0,"-3"0"-9"0,2-1-9 16,1 2-17-16,-4 0-23 0,4-2-20 0,-4 4-19 0,-1-2-27 16,0 4-10-16,-5-3-17 0,-2 4-12 0,0 0-19 15,-2 3-8 1,-4-1-16-16,-2 6-5 0,0 0-9 0,-5 3-10 16,5 0-5-16,-4 5-4 0,6-3-6 0,4 0-4 15,-4-1-5-15,5 5 1 0,1-5-8 0,4 4 1 16,3-5-6-16,2 1 0 0,5-2-3 0,-1 0-7 15,1-3 4-15,4 0-2 0,0 0 5 0,5 0-2 0,1-5-3 16,7-1 4-16,-1-2 3 0,1-1-1 0,4-3 11 16,-4-2 6-16,2 2 12 0,-3-2-2 0,0 0 14 0,1-3 2 15,-2 3 3-15,-2-3 2 0,1 4 3 16,-6 1 1-16,-2-1 10 0,-3 4-10 0,1-2-5 16,-2 1-6-16,4 0-16 0,-8 3-10 0,9-1 3 15,-9 1-21-15,0 0-3 0,9 6-6 0,-1 0 3 0,-7 3-2 31,0 3 2-31,3 5-7 0,-4 1 2 0,0 7 4 16,-4 2-6-16,2 4-3 0,-1 1-1 0,2-1 8 0,-4 1 1 16,1-5-1-16,3 3-1 0,-2-10-4 0,3-2 7 15,0-1-5-15,-1-6-1 0,1-1 6 0,-3 0-5 16,3-3-4-16,0-1 9 0,0-3 41 0,0-3 49 16,-1 8 54-16,1-8 42 0,0 0 39 0,0 0 24 15,0 0-32-15,0 0-14 0,0 0-27 0,19-24-26 16,-7 7-7-16,1-5-24 0,3-3-10 0,0-4-7 0,3 0-16 0,0 0-12 15,-3 3-10-15,2 0-9 0,-4 4-4 0,-2 7 8 16,-2 0-12-16,-3 3-2 0,0 4 4 0,-2-3-3 16,0 6-6-16,-1 0-3 0,0 1-10 15,-3 0-1-15,-1 4 5 0,7-6-20 0,-6 3-15 16,-1 3-22-16,4-5-24 0,-4 5-23 0,2-3-27 0,-2 3-26 16,3-1-32-1,-3 1-31-15,0 0-24 0,0 0-33 0,0 0-33 16,0 0-18-16,0 0-22 0,0 0-11 0,0 0-17 15,0 0-37-15,0 0-37 0,0 0-367 0,0 0-842 16,0 0 372-16</inkml:trace>
  <inkml:trace contextRef="#ctx0" brushRef="#br0" timeOffset="14912.81">16924 1898 141 0,'0'0'377'0,"0"0"-6"0,0 0-15 0,-11-2-16 15,11 2-14-15,-4-2-27 0,4 2-15 0,0 0-20 16,0 0-27-16,0 0-25 0,0 0-29 0,0 0-27 16,19-6-27-16,-7 3-48 0,1 2-45 0,6-2-50 0,0 1-52 15,0 0-55-15,1-1-57 0,2 1-64 0,-3 1-287 16,-3 1-573-16,4-2 255 0</inkml:trace>
  <inkml:trace contextRef="#ctx0" brushRef="#br0" timeOffset="15091.2">16942 2029 25 0,'-15'9'210'0,"2"-3"-5"0,4 1-6 16,1-3-2-16,2 1-2 15,1-5-6-15,1 4-4 0,4-4 2 16,-5 6 3-16,5-6-9 0,0 0-19 0,18 5-17 0,0-5-14 15,1-1-13-15,4 1-39 0,4-4-47 16,2 4-58-16,1-6-70 0,3-1-68 0,0 1-227 16,-1-3-423-16,-1-2 186 0</inkml:trace>
  <inkml:trace contextRef="#ctx0" brushRef="#br0" timeOffset="15645.63">17517 1685 10 0,'-5'-1'292'0,"1"0"-6"0,0-2-26 0,4 3-20 0,-6-1-25 15,6 1-19-15,0 0-23 0,-5-3-20 0,5 3-13 16,0 0-17-16,0 0-14 0,-4-2-9 0,4 2-13 0,0 0-8 16,0 0-3-16,0 0-12 0,14 11 1 15,-5-8-10-15,0 4 1 0,5-4-11 0,3 4 2 16,-1-5-5-16,1 3 5 0,2-3-14 0,-6 1 1 15,1-1-2-15,-1 0 0 16,1-1 1-16,-3 0 2 0,-4 0 7 0,0-1-5 16,0 2 4-16,-2-1-2 0,0-1 10 0,-5 0-18 15,0 0-4-15,10 2-9 0,-5-1-9 0,-5 3-2 16,0 0-2-16,-3 4 1 0,1 1-2 0,-3 8-1 16,-3 0 3-16,-2 2 2 0,-5 6 0 0,-3-1-2 15,-2 3 1-15,-6-1-2 0,3 0 4 0,0-1-5 16,1 2-1-16,-2-2 1 0,2-2 1 0,4-2 1 0,3-5-1 15,4-2-1-15,-2 0 4 0,6-9-5 0,2 4 4 16,0-4-1-16,1-2 33 0,0 2 23 0,3-2 45 16,1-3 28-16,-5 4 31 0,5-4 12 0,0 0-17 15,0 0-18-15,0 0-10 0,26-9-13 0,-12 4-15 16,2-1-10-16,3-2-8 0,3 3-10 0,4-3-9 16,-3 5-7-16,5 1-10 15,0-2-2-15,3 0-13 0,-10 3 3 0,9-2-11 16,-10 6 2-16,2-6-2 0,-3 6-7 0,-6-2-4 15,-2-1 1-15,1 0-3 0,-7 1 0 0,3 1-4 16,-8-2 0-16,11 0-2 0,-7 0-1 0,-4 0 0 16,8 1 1-16,-8-1-2 0,0 0-6 0,0 0-6 15,0 0-6-15,0 0-10 0,0 0-5 0,10-3-15 16,-10 3-30-16,0 0-58 0,5-1-58 0,-4-3-45 0,-1 4-45 16,0 0-41-16,0-8-61 0,0 8-293 0,-1-9-728 15,1 9 322-15</inkml:trace>
  <inkml:trace contextRef="#ctx0" brushRef="#br0" timeOffset="16014.63">17455 1954 68 0,'0'0'266'0,"-8"0"-12"0,8 0-5 0,-5 2-9 16,5-2 0-16,0 0-3 0,0 0-4 0,-6 0 0 16,6 0-11-16,0 0-2 0,0 0-13 0,0 0-10 15,0 0 8-15,0 0-19 0,21 0-20 0,-3-3 0 16,0 2-16-16,14 0-19 0,5-1-9 0,-1-2-16 0,0 1-7 0,1 0-10 15,1 0-5-15,-1-1-8 0,-5 2-3 0,-1-1-7 16,-7 0-8-16,0 1 4 0,-12-1-6 0,-5 3-2 16,1-1 3-16,-1 1 0 0,-1-1-6 15,-6 1-3-15,11 0-11 0,-11 0-27 0,0 0-28 16,7-3-43-16,-7 3-63 0,0 0-66 0,0 0-69 16,0 0-101-16,0 0-318 15,0 0-733-15,0 0 324 0</inkml:trace>
  <inkml:trace contextRef="#ctx0" brushRef="#br0" timeOffset="24850.03">2867 3684 98 0,'0'0'158'0,"0"0"-27"16,0 0 5-16,0 0-20 0,0 0-16 0,0 0-10 15,0 0-12-15,0 0 1 0,0 0-18 0,0 0 6 16,0 0-19-16,0 0-3 0,0 0-7 0,0 0 7 0,-18 9-1 0,9-3-10 15,-5 4 2-15,-1-1-10 0,-7 7 7 0,-4 0-5 16,2 2-2-16,-1-1-9 0,0 3 5 0,1-2-3 16,-2 4-3-16,4-4 1 0,-1 2-9 0,2-2 6 15,2-1-2-15,3-1-4 0,1-2 3 0,5 0-1 16,-1 1-3-16,2-2 1 0,2 1-1 0,3-2 3 16,2 2-6-16,0-2 0 0,4-3 4 0,2 3-1 0,3 1-2 15,5-1 7-15,3 0-7 0,4-2 4 0,7 2-1 0,2-2 0 16,4 0 2-16,-3-1 0 0,-1 2-1 0,-1-5 1 15,0 4-2-15,-8-4-4 0,-1 2 0 16,0-1-3-16,-8-4 3 0,2 6-1 0,-3-3-3 16,-4-2-1-16,-4 1 2 0,2 2 12 0,-6-2-1 15,-3 3 9-15,-8 3-8 16,-7-1 13-16,-3 1 0 0,-9-1-2 0,2-2 3 16,-2 3-3-16,1-2 3 0,1 0-1 0,0-1-4 15,3-2 2-15,7 0-2 0,0-2-4 0,3-2 0 16,4 1-1-16,4-1-1 0,1 1 9 0,2 0 5 15,1-3 4-15,0 1 3 0,6-1-5 0,-5 3-5 16,5-3 0-16,0 0-11 0,0 0-18 0,0 0-30 16,21-10-34-16,-6 6-36 0,2-1-60 0,3-1-184 0,0-1-376 15,0 1 167-15</inkml:trace>
  <inkml:trace contextRef="#ctx0" brushRef="#br0" timeOffset="25282.37">3153 4113 56 0,'-9'0'180'0,"3"-1"-7"15,6 1-19-15,-8 1-8 0,8-1-16 0,-9 1-14 16,4 2-5-16,-2 1-20 0,0-1-3 0,1 2-8 0,-1 3-8 15,-2-2-11-15,2 2-4 0,-1 4-4 0,-1-3-7 16,3 2-5-16,-3 2-10 0,1 0 2 0,3-4 0 0,0 7-6 16,1-6-2-16,0 3-2 0,3-2-2 0,1-1-1 15,0 1 1-15,4-4-6 0,1 1 4 0,-4-1 3 16,4-2-2-16,4 0 9 0,2-1 7 16,1-1 1-16,0-6 1 0,7 3-1 0,1-5 3 0,-3-2 0 0,2 0 9 15,-1-3 6-15,1-1 12 0,-6-1 11 0,2-1-2 16,1-2 9-16,-6 1-1 0,-1-1 4 0,-4 0 1 15,0-3 4-15,-1 6-8 0,0-1 7 0,-8-3-17 16,4 4-2-16,-1 2-11 0,-3 0-6 0,-1 2-8 16,-3-1-8-16,0 4-7 0,-3 1-16 0,-2 1-9 15,-1 1-14-15,1 4-5 16,-1 0-28-16,1 0-20 0,2 5-25 0,-6-1-35 16,4 3-27-16,2 0-39 0,3-1-44 0,1 0-221 15,3-1-487-15,2-1 216 0</inkml:trace>
  <inkml:trace contextRef="#ctx0" brushRef="#br0" timeOffset="25716.82">3397 4278 100 0,'0'0'203'0,"0"4"-9"15,0-4-7-15,0 0-4 16,0 0-8-16,-1 3-7 0,1-3-14 0,0 0-10 16,0 0-16-16,10-10-12 0,-5 6-5 0,5-6-1 15,-2 1 10-15,1-5 2 0,5-3-5 0,-5-2-5 16,9-3 4-16,-5-4-4 0,2-1-4 0,-3-2-10 16,-2-2-14-16,4-3 2 0,-4 1-1 0,-1 4 0 15,0-3 4-15,-3-1-3 0,0 2 2 0,-3 1 17 16,0 2-3-16,0 3 16 0,-5 6-17 0,1 1-16 0,-2-3 2 15,2 5 1-15,-3 1-7 0,2 5-13 0,-1-1 1 16,-1 3-16-16,0 1-2 0,1 3-10 0,1-2-24 0,0 2-30 16,-1 1-11-16,3 3-14 0,0 0 10 0,-13 10 2 15,7 0 0-15,-4 7 1 0,-2 9 10 0,0 7-7 16,-1 1 5-16,0 11 7 0,2 5-4 16,-1-4 12-16,8-11-9 15,0 0 4-15,7-1 9 0,-2-5-13 0,4 2 2 16,6-6 1-16,-1-3 0 0,0-5 11 0,3-3-13 15,5 1 4-15,7-5-15 0,1 1-25 0,-1-9-39 0,6-1-50 16,0-2-56-16,-2-4-79 0,-2-4-309 0,1-3-628 16,-1 0 278-16</inkml:trace>
  <inkml:trace contextRef="#ctx0" brushRef="#br0" timeOffset="26168.53">3812 3677 197 0,'0'-4'327'15,"0"4"2"-15,0 0-25 16,0 0-31-16,0-6-17 0,0 6-29 0,0 0-29 16,0 0-17-16,0 0-24 0,0 0-13 15,0 0-26-15,0 0-15 0,0 0-13 0,0 0-9 16,0 0-6-16,-1 17-9 0,1-6-7 0,0-2-5 0,-3 10-4 16,1-3-3-16,2 1-2 0,0-2-7 0,0-4 0 15,0 1-5-15,2-4-4 0,-2 2-3 0,3-5-5 16,-3 0 4-16,0 0-1 0,0-1 1 0,0-4 1 0,0 0-4 15,0 0 10-15,13-3-10 0,-8-5 3 0,3-1-1 16,2-2 2-16,-1 3-1 0,-3-2-4 0,3-1 4 16,-1 3-2-16,-3 1-3 0,-1 1 0 0,1 2-4 15,-1 0-5-15,1 0-2 0,0 3-5 0,-1-2-2 16,-4 3-14-16,13 5-6 0,-2 5-11 0,1 1-14 16,-2 4-31-16,0 3-39 15,2 3-47-15,-2 5-58 0,-1-3-337 0,0 2-601 16,-3-8 267-16</inkml:trace>
  <inkml:trace contextRef="#ctx0" brushRef="#br0" timeOffset="26738.25">2794 4674 29 0,'-14'6'204'0,"4"-2"-18"0,1 0-5 0,1-4 1 0,3 1 0 0,0 1 3 15,1 0-5-15,4-2-7 0,-5 2-10 16,5-2-13-16,0 0-9 0,-8 1-15 0,8-1-11 16,0 0-12-16,0 0-10 0,0 0-10 0,0 0-3 0,0 0 0 15,0 0 9-15,0 0-19 0,2-8-6 0,-2 8-4 16,0 0-8-16,0 0-2 0,0 0 0 0,0 0-11 15,0 0-4 1,0 0-10-16,0 0 1 0,0 0 2 0,0 0 5 16,0 0 1-16,0 0-3 0,0 0 6 0,0 0-6 15,0 0-2-15,0 0-3 0,0 0 3 0,0 0-3 0,0 0 4 16,0 0 3-16,0 0 5 0,0 0-1 16,0 0-1-16,0 0 6 0,0 0-1 0,0 0 0 15,0 0-3-15,0 0 1 0,0 0-1 0,0 0-1 16,0 0-4-16,-3-3 2 0,3 3-5 0,0 0 4 0,0 0-7 0,0 0 0 15,9-4 9-15,0 1-20 0,2-4 3 0,15-5-9 16,7 3 0 0,20-8-7-16,6-7 10 0,30-1-5 0,9-3 1 0,7 3-9 0,5-1 4 0,5-4 0 0,3 5 7 31,-5 2-2-31,-9 3-5 0,-6 4 0 0,-9 3 2 16,-28 1 4-16,-5 0-3 0,-1 7-2 0,-16-3-4 15,-5 5 4-15,-5-3 1 0,-12 4-3 0,-3 0 0 0,-3-1-3 16,-3 3 4-16,-2 0 5 0,2 0 10 0,-3-1 7 15,-5 1-15-15,8-1 8 0,-8 1-20 0,0 0-18 16,0 0-38-16,0 0-37 0,0 0-41 16,-22 2-39-16,14 3-53 0,2-5-68 0,-2 0-277 0,8 0-618 15,-10-2 273-15</inkml:trace>
  <inkml:trace contextRef="#ctx0" brushRef="#br0" timeOffset="28072.4">5870 3677 212 0,'0'0'247'0,"0"-3"-11"0,0 3-9 0,0 0-12 0,0 0-12 16,-4-4-15-16,4 4-17 0,0 0-14 0,0 0-17 15,0 0-11-15,0 0-12 0,0-4-12 16,0 4-13-16,0 0-8 0,0 0-6 0,0 0-12 16,0 0-4-16,0 0-8 0,0 0-5 0,0 0-7 0,7-3-4 15,-1 1-4-15,0 0-5 0,3-2 0 0,3 1-1 16,-2-1-6-16,3-1-5 0,4 0 1 0,3-1-8 0,-5 0-1 15,4-2-3-15,-5 2 1 0,0 0-3 0,0-1-2 16,-2 1 4-16,1 1 1 0,-7 0 0 0,2-1 1 16,-2 2 7-16,-2 1 15 0,0-1-1 0,-3 1-3 15,-1-2 2-15,0 5-5 0,0-7-4 0,-5 5 0 16,-4 1-4-16,0-1-8 0,-4 4 0 0,-6 1-4 16,-3 1-1-16,-4 3 1 15,-4 2 2-15,1 0-3 0,-3 4 0 0,-1 3-2 16,1-1 2-16,-2 2-3 0,5 1 2 0,-2 2 0 15,3 4-2-15,4 3 3 0,3 2-4 0,0 0 2 16,4-1-1-16,-1 2 0 0,8 2 3 0,1-5 0 16,8 1 2-16,2-4-6 0,8 1-2 0,5 0 5 15,4-4-3-15,4-2 0 0,10-2 2 0,16 0 5 16,7-9 1-16,3-1-2 0,3-4-1 0,4-3-2 0,-1-3 0 16,0-1-6-16,3-4 0 0,-5-2-5 0,-2-2-1 15,-6-1-2-15,-3-2 1 0,-17 3 2 0,1 3-3 16,-7-5 1-16,-2 2 3 0,-11 0 2 0,3 3-1 0,-9-1 4 15,-4 3 8-15,0-3-1 0,-5 4 7 16,-1-2-3-16,-6 1-5 0,-2 1 4 0,-2 0-2 16,-7 5-2-16,-2-3 1 15,-4 7-1-15,-5 2 0 0,0-1-3 0,1 1 3 16,1 3-3-16,0 1 2 0,8 0-1 0,1 2 2 16,0-3-1-16,5 3-3 0,3-3 1 0,5 0-9 15,0 1 3-15,5 0-2 0,1-1 2 0,4 1 9 16,9-4-7-16,2 0 3 0,4-1-1 0,11-1 2 15,1-3-4-15,0-4 3 0,2 1-12 0,-2 0 5 16,0-4-1-16,-1-1 2 0,-11 3-1 0,0-4 2 0,-3 1-2 16,-3-3 2-16,-5 5 0 0,-1-1 2 0,-3-2-2 15,-2-1 2-15,-3 3-4 0,-2-3 6 0,-4 2-2 16,-1-1 2-16,-2 1 3 0,-2 3-4 0,-1-1 4 0,0 0-3 16,-6 2-4-16,0 3 4 0,0-2 3 0,4 3-4 15,1 0-4-15,-1 0-20 0,5 3-21 0,0-2-26 16,1 2-32-16,1 0-20 0,3 1-30 0,4-2-35 0,0-2-209 15,0 0-435-15,11 8 192 0</inkml:trace>
  <inkml:trace contextRef="#ctx0" brushRef="#br0" timeOffset="28588.89">6809 3878 135 0,'3'-3'345'0,"-3"3"-19"0,5-4-22 0,-3 1-26 15,-2 3-33-15,0 0-21 0,0 0-25 16,4-2-21-16,-4 2-26 0,0 0-22 0,0 0-8 16,0 0-11-16,3 12-12 0,-3-7-12 0,1 4-7 0,-2 0-3 15,1 4-8-15,-2-1-10 0,2 0 1 0,2 5-9 16,-2-6-12-16,2 1-11 0,0-3-3 0,0 0-10 0,-1-2 3 16,1 0-7-16,0-4 2 0,-2 2 3 0,2 2 1 15,0-4 2-15,-2-3 5 0,6 2-2 0,-6-2 9 16,9-9-7-16,-1 1 0 0,-2 2-3 0,3-2 0 15,4-7 5-15,-4 4-7 0,5-2 0 0,-2 1 0 16,-1-1-1-16,-2 4 6 0,0 1-1 0,-2 0 6 16,-1 3 1-16,-2 1-7 15,-1 2 1-15,0-2-7 0,2 1-6 0,-2 0-3 16,-2-1-4-16,-1 4-2 0,0 0-3 0,0 0 2 16,13 7 3-16,-10-3-2 0,0 4 2 15,1-3-1-15,0 4 1 0,-2 1-1 0,4 0 8 16,-3-2-11-16,2 1 0 0,0-3-3 0,-1 0-3 0,0 0 12 15,1 0-9-15,-2-3 3 0,0 2-3 0,-1-3 1 16,-2-2 3-16,10 0 3 0,-10 0-2 0,9-7 2 0,-5 3 4 16,6-3 1-16,-5-1 8 0,3 1 1 0,-2-3 4 15,2 2 4-15,-2-4-21 0,2 2 8 0,-4 0 4 16,4 0-4-16,-1 2 21 0,-3 2-5 0,0 2-8 16,-3-3-2-16,3 2-2 0,-1 2-6 0,-2 2 1 15,3-2-16-15,-4 3-35 0,4-4 3 0,-4 4-1 16,0 0-7-16,11 8-12 0,-5-5-23 0,2 4-19 0,-1 0-23 0,4 1-24 15,-3 0-16-15,1 1-25 0,1-1-32 0,-1 0-37 16,0-3-218-16,-3-1-513 0,6-1 226 0</inkml:trace>
  <inkml:trace contextRef="#ctx0" brushRef="#br0" timeOffset="29420.35">7383 3759 112 0,'4'-26'222'16,"0"3"1"-16,-1 4 3 0,-2-1 13 0,1 5 8 15,-1 4 4-15,-1 1 0 0,3 2-23 0,-3 2-15 16,1 1-29-16,-1 1-22 0,0-2-32 0,0 6-38 16,0 0-6-16,0 0-12 0,0 0-4 0,-4 25-10 0,3-6-4 15,-5 10-12-15,-1 17 5 0,-2 2-6 0,-1 1 0 16,0 0-10-16,-2 5-1 0,2-1-2 0,-1-1-1 0,1-6-3 16,4-11 0-16,2-4-2 0,-1-2 1 0,3 1-2 15,-1-10-1-15,3-6-4 0,-2-1-2 16,2-4 1-16,-2 1 4 0,1-4 1 0,0-1 26 15,-1-1 40-15,2-1 29 0,-1 1 32 0,1-4 3 0,0 0-21 16,0 0-31-16,-2-12-14 0,2 2-11 0,0-1-6 16,2-7-22-1,-2-2-12-15,4-6-15 0,-3-3-9 0,3 3-5 16,-1-4 9-16,-1 6-7 0,3-3-12 0,-4 6 6 16,3 3 3-16,-2 1 8 0,0 6 12 0,-2 0-2 15,1 0 0-15,2 3 4 0,-3 2-5 0,4 1-6 16,-4 0-4-16,0 1-6 0,1 0 0 0,3 2-3 15,0 0 8-15,2 1-11 0,-6 1 1 0,18 5-6 16,-4-1 2-16,2 5-17 0,0-2-1 0,1 2-6 0,-1 0-7 0,0 2 4 16,-1 0-1-16,-1-3 3 0,-4 1-14 0,-2-1-6 15,0 0 1-15,-2-2-5 0,-2-1-8 16,2 2 15-16,-5-3-12 0,2 0 10 0,-7 1 11 0,0-1 4 16,-2 0 3-16,-4 0 1 0,-2-2 4 0,-7 0 1 15,1-1 6-15,-1-1 2 0,-1 0 0 0,-2 0 3 16,3-1 1-16,1-1-2 0,1 0-1 0,3 2 2 0,5-3 10 15,0 2-5-15,3 0-4 0,2-1-8 0,4 2-30 16,-4-5-20-16,4 5 1 0,14-8 2 0,0 3-3 16,13-2-8-16,0 1-8 0,8 1-6 0,0-3-2 15,16-2 3-15,-1-1 4 0,4 2 8 0,0 0 7 16,-1 0-2-16,-2 0 14 0,-10 3 5 0,-5-1 14 16,0 0-4-16,-4-1 4 15,-5-1 10-15,-8 4 22 0,-6 2 33 0,-1-2 33 16,-4 1 22-16,-3 0-1 0,-1-1-4 0,-3 1-7 15,-1 0-5-15,-1-4-5 0,-3 7-5 0,-1-2-7 16,-3 3-1-16,-4-2-9 0,-1 2 1 0,-4 4-3 16,0-2-5-16,0 3-3 0,-2 2-6 0,2 1 0 0,-2 0-2 15,2 1-5-15,-1 3 0 0,4-1-3 0,0 2 1 16,0 2-1-16,0 0 1 0,5-3-3 0,-1 2 0 16,2-6-4-16,4 1 0 0,1-2 1 0,0-2-2 15,2 0 4-15,-2-1 0 0,3-1 14 0,0-3 17 0,5 3 8 16,-5-3 13-16,13-5-8 0,-2 3 2 15,1-2-1-15,-2 0-4 0,3-4 6 0,-4 4 9 16,5-4-11-16,-4 2 0 0,3 2 4 0,-3-3-8 16,-1 2-6-16,-1 1-5 15,-1 3-3-15,0-3-5 0,-1 2-8 0,-1-3-3 16,-1 5-2-16,0-3-9 0,-4 3-15 0,6-1-33 16,-6 1-18-16,11-2-26 0,-5 2-28 0,1 1-40 15,-7-1-38-15,12 1-45 0,-5-1-59 0,-7 0-282 16,9-1-625-16,-9 1 277 0</inkml:trace>
  <inkml:trace contextRef="#ctx0" brushRef="#br0" timeOffset="29889.78">8065 3863 132 0,'7'-1'267'0,"-2"-6"-13"16,4 1-14-16,1 2-11 0,0-1-17 15,0 2-19-15,3 0-17 0,-1 1-15 0,0 1-18 16,1 2-14-16,-3 1-16 15,4 2-7-15,-2 3-4 0,-1-3-20 0,1 6-5 16,-3-3-7-16,1 0-8 0,-2 3-8 0,-2 0-2 16,-2 1-6-16,2-1 0 0,-3 2-8 0,1-3 0 15,-3 2-5-15,-1-1-6 0,0-3-8 0,0 1-3 16,-1-2 1-16,-3-2-1 0,4-1-2 0,4 2 3 16,-8-2 14-16,4 1 20 0,0-4 25 0,0 0-7 15,0 0-10-15,0 0-7 0,9-12-4 0,-1 5-10 0,3-6 2 16,4 2-6-16,-2-3-6 0,4 1 8 0,3-4-9 15,-2 0-8-15,2-2 1 0,-4 6-1 0,2-2 10 0,-3 4 8 16,-1-1 10-16,-5 4 11 0,0 3 18 0,0-4 10 16,-3 3-4-16,0 0-3 0,-3 3-6 0,0-1-17 15,3 1-11-15,-6 3-1 0,5-5-9 0,-5 5-6 16,0 0-10-16,0 0-2 0,0 0-6 0,8 8-5 0,-7-1 2 16,1 0-1-16,-1 0-3 0,0 5-1 0,0 1 4 15,-1 3-1-15,2 0-2 0,-4 0 7 0,4 1 1 16,-1 0-2-16,-1-1-4 0,0-3 1 0,0-3 3 15,0-1-6-15,0 1 7 0,-1-3-6 0,1-1-10 16,-2-2-15-16,2 2 0 0,0-6 3 0,-1 5 9 16,2-4 3-16,-1-1 1 15,0 0 0-15,0 0-65 0,0 0-48 16,0 0-27-16,-5-15-33 0,1 6-41 0,2-3-47 0,-1-6-63 16,-5-7-235-16,5 0-607 0,-1-4 268 0</inkml:trace>
  <inkml:trace contextRef="#ctx0" brushRef="#br0" timeOffset="30043.27">8494 3604 58 0,'0'0'327'16,"-1"-7"-9"-16,0 5-10 0,1 2-16 0,0 0-18 15,0 0-35-15,0 0-23 0,0-6-25 0,0 6-29 16,0 0-10-16,0 0-16 0,0 0-14 0,0 0-7 16,0 0-40-16,14 8-44 0,-7-4-49 0,-1 1-49 15,1 1-46-15,2 0-63 0,-1 1-265 0,0-2-477 0,-1 0 211 16</inkml:trace>
  <inkml:trace contextRef="#ctx0" brushRef="#br0" timeOffset="30543.89">8690 3754 110 0,'0'0'198'0,"3"2"-5"0,-3-2-10 0,0 0-19 15,1 4-16-15,-1-4-18 0,0 4-9 0,4 0-10 0,-4-1-10 16,1 1-9-16,1-2-8 0,1 1-5 0,2 2-6 15,-1-2-14-15,0-2 1 0,1 3-7 0,-1-3-5 16,3 0 0-16,-7-1-1 0,11 1-2 0,-5 1 2 16,1-5 8-16,0 2-6 0,1-1 2 0,-2 1-2 15,2-2 6-15,-2-2 3 0,1 3 10 0,-2-2 5 16,1 0 1-16,-2-1 3 0,1 3 4 0,0-1-6 0,-1 0-7 0,-3 2-7 16,3-3-4-16,-4 4-7 0,4-3-16 15,-4 3-3-15,0 0-3 0,0 0 0 0,9 8 4 16,-4-1-13-16,-3 1 3 0,5 5 0 0,-2 1 1 0,-1 4 3 15,0-1-1-15,1 9 1 0,1-1-8 0,-3 1 7 16,-2 2-3-16,-1 1 5 0,-1 1-5 0,-2 2-2 16,-3-1 1-1,1-1-2-15,-3-1 1 0,-1-3-5 0,4-8 4 16,-4-1 1-16,0-1-2 0,1-5 14 0,2-1 13 16,-1-1 13-16,3-4 35 0,0-2 43 0,1 2 62 15,-1-3 62-15,4-2-2 0,0 0-33 0,-5-10-23 16,8 0-21-16,1-2-18 0,5-6-20 0,7-9-12 15,3-1-13-15,16-16-17 0,1 4-11 0,1-3-9 16,1 0-11-16,-1 6-8 0,0 0-5 0,-4 3 19 0,-8 10 15 0,-1 6 13 16,-8 3 8-16,-3 4 7 0,-3 2-4 0,-1 2 0 15,-3 3-25-15,-1 3-8 0,-1-4-11 0,-2 1-14 16,3 2-30-16,-5 2-41 0,4-3-48 0,-4 3-61 16,0 0-58-16,0 0 11 0,0 0-18 0,-3 12-60 15,-4-5-58-15,0 3-49 0,1-2-56 0,0 2-88 16,0-5-332-1,0-2-899-15,6-3 397 0</inkml:trace>
  <inkml:trace contextRef="#ctx0" brushRef="#br0" timeOffset="31506.52">10172 3776 30 0,'0'-5'290'0,"0"0"-11"0,3-2-11 0,-2 2-9 16,-1 0-4-16,4-1-15 0,-4 2-16 0,0-2-20 15,3 5-19-15,-3 1-12 0,2-5-31 0,-2 5-17 16,1-4-14-16,-1 4-12 0,0 0-13 0,0 0-7 16,0 0-6-16,4 16-6 0,0-5-8 0,-4 1-5 15,0 0-6-15,4 5-4 0,-7-1-1 0,2 2-8 0,1 2 4 0,-1-2-8 16,-2-1-3-16,3-1-1 0,0 1 2 0,3-6-5 15,-3-1-4-15,1-3 1 0,0 1-4 16,2-2 5-16,-2-2-4 0,2-3 3 0,-3-1-3 0,0 0 0 16,19-7-5-16,-13 3 1 0,5-4 15 0,2-5 2 15,-1 3 15-15,2-4-4 0,0-1 1 0,3-7-5 16,-4 8 4-16,-2-1 2 0,3 1-7 0,-4 1 15 0,-1 4-24 16,0 2 7-16,0 0 5 0,-5 1-10 0,0 1-5 0,0 2-7 15,-1 0-6-15,1 0-4 0,-4 3-7 0,0 0 6 16,21 7-15-16,-12-2 17 0,-3 3 0 15,7 4-3-15,0-1 5 0,-2 2-5 0,1 0-2 16,3 0 3-16,-3 3 1 0,3-2-1 0,-2-2 1 16,1 0-15-16,1-3 16 15,-4-4 4-15,1 2-2 0,-3-5-4 0,2 2 20 16,-3-4-10-16,4-1 1 0,-2-3-1 0,-1 1 19 16,0-3 8-16,0-2 4 0,-3-4-3 0,-1 3-16 15,-1-4 13-15,2-3 0 0,-3-3 0 0,0-1-6 16,-2 0-3-16,-2 2-8 0,-1 0 1 0,-2-1-10 15,1 1-4-15,-4 1-2 0,2 3-5 0,1 2-6 16,-1 5-11-16,0-3-18 0,1 4-19 0,-1 0-39 0,1 1-56 0,-2 5-24 16,-3 0-20-16,1 2-20 0,-1 5-33 0,3-2-29 15,1 1-43-15,-2 2-254 0,6-2-614 16,1 5 273-16</inkml:trace>
  <inkml:trace contextRef="#ctx0" brushRef="#br0" timeOffset="34266.67">10924 3418 129 0,'-2'-5'369'0,"-2"5"-20"0,1-3-21 0,3 3-30 16,0-6-28-16,0 6-33 0,0 0-21 0,-3-5-36 15,3 5-47-15,-1-3-49 0,1 3-59 0,0 0-53 16,0 0-57-16,0 0-84 16,15 2-221-16,-15-2-422 0,12 1 187 0</inkml:trace>
  <inkml:trace contextRef="#ctx0" brushRef="#br0" timeOffset="35269.93">10994 3639 206 0,'0'-5'311'0,"0"5"-7"0,0-4 1 0,0 4-5 15,0 0-18-15,0 0-16 0,0-5-36 0,0 5-10 0,0 0-31 16,0 0-10-16,0 0-26 0,0 0-26 0,0 0-8 0,0 0-15 16,0 0-12-16,0 0-6 0,0 13-9 0,0-5-12 15,0 3-6-15,-3 5-8 0,2 2 0 0,2 0-8 16,-1 0 4-16,0 4-3 0,3 2-16 16,-2-5 1-16,1 0 3 0,0-1-7 0,2-1-8 15,-2 0 5-15,2 0-1 16,-3-5-3-16,2-3-9 0,-3 3 7 0,1-7-2 15,-1 1 1-15,3-2 3 0,-2 2-2 0,-1-2-3 16,2-1 7-16,0-1 1 0,-2-2 22 0,0 0-3 16,0 0 8-16,0 0 0 0,0 0-11 0,0 0-29 15,0 0-33-15,0 0-26 0,0 0-29 0,-4-12-37 16,3 7-40-16,-2 0-41 0,2 0-48 0,-2-5-44 16,0 3-261-16,1-3-597 0,0 4 265 0</inkml:trace>
  <inkml:trace contextRef="#ctx0" brushRef="#br0" timeOffset="35555.25">10961 3445 225 0,'-2'-3'374'0,"-1"0"-18"0,0-1-16 16,3 4-25-16,-3-5-40 0,3 5-18 0,0 0-40 16,-1-3-39-16,1 3-56 0,0 0-50 0,0 0-44 15,0 0-33-15,0 0-36 0,0 0-38 0,0 0-41 16,5 12-58-16,-5-8-212 0,3 0-422 0,1 1 187 15</inkml:trace>
  <inkml:trace contextRef="#ctx0" brushRef="#br0" timeOffset="36404.3">11350 3537 33 0,'6'-17'327'0,"0"-3"-1"0,-1 2 3 0,1 0 8 16,-2 0-32-16,3-1-2 0,-2 5-9 0,0-3-13 16,-2 9-9-1,0 1-29-15,0 3-22 0,-2-3-26 0,0 3-26 16,1 0-22-16,0-1-45 0,-2 5-40 0,0 0-13 16,0 0 3-16,0 21-8 0,1-4-5 0,-2 8 0 15,1 4-6-15,-2 3-4 0,-4 4-1 0,-1 10 4 16,-1 0-3-16,3 0-3 0,1-9-8 0,3-2 8 15,-2-2-1-15,2-1-8 0,0-2 0 0,3-3 4 16,0-9 0-16,-4-1-14 0,2-4-1 0,0-4-3 0,0-1 8 0,0-1 1 16,0-2 8-16,0-1 29 0,0 0 32 0,-2-3 24 15,2-1-7-15,0 0-12 0,0 0-13 0,-12-10-5 16,7 2-8-16,-1 0-4 0,-3-1-11 0,-2-7-19 16,-1 3-12-16,-3 0-8 0,-1-2-3 0,1 2 0 15,1 3-4-15,-3-4 3 0,7 4-6 0,-2 3-10 16,2 0-4-16,1 0 6 0,4 3-13 0,-1 0-3 15,-2 0-16-15,4 1-21 0,4 3-28 0,-6-1-9 0,6 1-5 0,0 0-3 16,0 0-3-16,19-5-11 0,-1 1-10 0,2 4-13 16,11-4-13-16,-3 1-8 0,5 2-4 15,-1-3 10-15,0-1 14 0,0-1 6 0,3 1 16 0,-7-4 7 16,0-1 15-16,3 0 17 0,-6-5 34 0,1 0 35 16,-11 2 32-16,3 1 31 0,-4 0 33 0,0 0 22 15,-5 3 40 1,0-1 21-16,0 2 16 0,-4 1 29 0,0 0 14 15,-1 0 4-15,-3 4-15 0,2-1-20 0,-2 0-26 16,-1 4-21-16,4-5-22 0,-1 4-36 0,-3 1-32 16,0 0-4-16,6 10-6 0,-5-6-4 0,-2 8-1 15,-2 5-6-15,2 0-3 0,-8 8-1 0,4 3 0 16,0 5-4-16,-3-1 2 0,-1 3-6 0,0-4-11 16,3-4-11-16,-2 2-9 0,6-11-5 0,-4-2-14 0,4-3-10 0,0-3 5 15,-1-3 10-15,3-2 10 0,-1 1 23 0,-1-2 37 16,2-1 40-16,0-3-10 0,0 0-6 0,16-10-10 15,-6 2-5-15,-1 0-7 0,6-5-7 0,2 1-1 16,5-2-5-16,-7 3-5 0,3 5-4 0,-4-3-3 16,0 3-5-16,-1 2-4 0,1 1-7 0,-3 1-7 15,3 2-36 1,-1 2-26-16,1 2-46 0,-4 2-36 0,7 3-56 0,-7 4-64 16,-2-2-79-16,-3 1-439 0,0-2-847 15,3-1 375-15</inkml:trace>
  <inkml:trace contextRef="#ctx0" brushRef="#br0" timeOffset="38006.56">13282 3313 232 0,'2'-9'242'0,"-1"2"-13"0,-1 2-6 16,1-2-15-16,-1 2-20 0,2 0-16 0,-2 2-19 15,0 3-18-15,1-5-16 0,-1 5-14 0,0 0-13 16,0 0-8-16,0 0-11 0,2 10-10 0,-2 2-5 16,2 5-9-16,-2 2-1 0,-2 6-6 0,2 5-2 15,-1 3-5-15,-3-1-1 0,2 1-3 0,-3 1-1 16,1-1-3-16,3-1-5 0,-1 0 3 0,1-2-3 0,1-2-2 0,-2 0-2 15,3-2 4-15,-4-8-7 0,5-2 1 0,-2 0-4 16,0-6 2-16,0 0 2 0,0-3-4 0,0-3-4 16,0 1 3-16,-2 0 3 0,2 0 22 0,0-5 16 15,0 5 15-15,0-5 12 0,-1 3 5 0,1-3-1 16,0 0 3-16,0 0-7 0,0 0-4 0,1 6-5 16,-1-6-9-16,0 0 0 0,0 0-7 0,0 0-14 0,0 0 1 15,0 0-1-15,0 0-6 0,0 0-3 0,-5 6-9 16,5-6-1-16,0 0-2 0,0 0 13 0,0 0-16 15,0 0 0-15,0 0-7 0,0 0-1 0,0 0 6 16,0 0-5-16,0 0-2 0,0 0 1 0,0 0-2 16,0 0 0-16,0 0-2 0,0 0-1 0,0 0 2 15,0 0-3-15,0 0 0 16,0 1 2-16,0-1 1 0,0 0-1 0,0 0-1 16,0 0 0-16,0 0 8 0,0 0-10 0,0 0 4 15,0 0-5-15,0 0-2 0,0 0 1 0,0 0 4 16,0 0 0-16,0 0-6 0,0 0 1 0,0 0-4 15,0 0-10-15,0 0-6 0,0 0-3 0,0 0-6 16,0 0-4-16,0 0-6 0,0 0 0 0,0 0 1 16,0 0-9-16,0 0-7 0,0 0-6 0,0 0-6 0,0 0-51 15,0 0-43-15,0 0-32 0,0 0-48 0,-5-14-62 0,1 7-157 16,3 0-498-16,-3 2 220 0</inkml:trace>
  <inkml:trace contextRef="#ctx0" brushRef="#br0" timeOffset="38392.6">13334 3396 45 0,'0'-4'273'0,"0"-1"-11"0,-2-1-12 0,1 3-17 16,1 3-17-16,-1-6-21 0,1 6-20 0,-3-2-24 0,3 2-14 0,0 0-19 15,-14 10-3-15,4-1-21 0,-8 10-9 16,2 0-7-16,-5 2-7 0,3 2-7 0,0 2-5 16,3 0-10-16,-3 2-5 0,6 0 1 0,1-2-5 0,6-1-2 15,2-5-17-15,3-1 2 0,2-1-4 0,4 0 0 16,4-2-1-16,-1-7 0 0,9 4 1 16,-1-8-3-16,11 1-2 0,1-7 1 0,-1-3-5 0,2-2 2 0,-3-2-3 15,-1-3 0-15,-5 3 1 0,-6-2-4 0,-2-3 3 16,1 1-3-16,-4 0 1 0,-2-3-4 0,-2 1-2 15,-2-1 2-15,-4 1 8 0,-4-1-5 0,1 0-2 16,-4 8 0-16,-2-3-1 0,-1 6 0 0,-8-5-2 16,0 3-4-16,1 3 3 0,-3 1-2 0,1 7-8 15,-3-3-2-15,2 3-17 16,2 1-16-16,0 3-23 0,0-2-20 0,5 6-26 16,4-5-19-16,4 3-27 0,3-2-61 0,2 0-155 15,5 0-406-15,1-2 180 0</inkml:trace>
  <inkml:trace contextRef="#ctx0" brushRef="#br0" timeOffset="38756.51">13938 3449 86 0,'-2'-2'249'0,"-2"-2"-18"0,-3 3-21 0,-3 1-18 15,0 0-18-15,0 1-18 16,-3 4-13-16,-4 1-15 0,-1 0-13 0,3 5-15 16,-3-1-5-16,-1 3-15 0,5 0-2 0,0 0-12 15,-1 1-5-15,3 1-5 0,1-1-1 0,2 3-9 16,2 0-8-16,3 0 0 0,2-1-3 0,3-3-3 16,3 1-4-16,1 3 2 0,3-3 1 0,4 1-5 15,1-1-1-15,1-1-1 0,3-4-6 0,-2 3 1 16,3-4-2-16,-3 0-3 0,-3-2-5 0,-3-1 5 0,1 2-8 15,-5-4 0-15,-1-2-3 0,1 2-7 0,-2-1-4 16,-3 0 5-16,0-2-2 0,-12 9 0 0,2-7 0 0,-4 2-7 16,-4 1-13-16,0-1-19 0,-5 0-29 15,3-4-27-15,0 3-37 0,0-5-39 0,1 4-181 0,1-5-385 16,4-1 170-16</inkml:trace>
  <inkml:trace contextRef="#ctx0" brushRef="#br0" timeOffset="40581.35">14254 3350 43 0,'0'-5'365'15,"0"2"-13"-15,0-2-40 0,0 1-30 0,0 4-32 16,-3-7-25-16,3 7-33 0,0 0-17 0,0 0-23 15,0 0-14-15,0 0-18 0,-2 24-12 0,0-7-5 16,2 4-15-16,-1 4-4 0,-3 5-7 0,-1-2-10 16,3 1-8-16,-4-1-5 0,4 3-6 0,-1-1-1 0,-2-1 2 0,3-2-10 15,0-2-4-15,2 0 1 0,0-7-1 0,0 1-5 16,-1-2-5-16,0-6-1 0,1 0-1 0,-1-4-4 16,1 0 4-16,0 0-3 0,-2-4-3 0,2-3 11 15,0 10 13-15,0-10 31 0,0 0-3 0,0 0-8 16,0 0-10-16,0 0-5 0,-13-17-9 0,5 7-14 15,2 0-11 1,0-2-10-16,-3-2-10 0,-2 2-6 0,-1-2 3 16,-1 4-1-16,-2-1 3 0,2 3-4 0,-1 1-1 15,4 1 2-15,-3 2 2 0,4-2-1 0,-2 2 5 0,3 1-6 16,3 1-13-16,1-1-15 0,4 3-19 0,-8-2-10 16,8 2 9-16,0 0 14 0,0 0 1 15,0 0-5-15,22 0-1 0,-3 0-10 0,3 0-7 16,10 0-5-16,1 0 8 0,4 0-5 0,0-2 2 0,4-1 3 0,-4-1 0 15,3 2 9-15,1-3 1 0,-7 2 8 0,-2-3 0 16,-2-1 8-16,-4 2 6 0,-9 1 11 0,-3 0 25 16,-5 0 20-16,-1-2 19 0,-2 0 8 0,-1 2 15 15,-2 1-10-15,-2-2 4 0,-1 1-5 0,0 1-3 16,-4-1-7-16,-1 1-6 0,0 2-5 0,-1-1-3 16,-2 1-2-16,-4 2-7 15,1-1 0-15,-1 3-7 0,1 1 2 0,-2 2-3 16,2 1-5-16,-1 1 3 0,1-1-4 0,0 0-1 15,1 1 3-15,1 0-3 0,2 1 1 0,-1 2-2 16,4-3-2-16,2-2 2 0,2 4 4 0,0-5-2 16,2 2 2-16,1-2 2 0,3 0-2 0,3-2 2 15,0 1-1-15,4 0 1 0,-1-4-1 0,1-2 6 16,1 0-9-16,3-5 1 0,-2 2 12 0,-2 0 6 0,-3-2-4 0,3 0-3 16,1-3-3-16,-5 2 2 0,0-1-1 15,1 0 7-15,-2 1 10 0,-3 2 4 0,0 1 18 16,0 1-5-16,-1-1-6 0,1 2-5 0,-2 2-4 15,-1-2-13-15,-2 3-11 0,4-5-17 0,-4 5-27 16,4-2-25-16,-4 2-2 0,0 0 5 0,0 0 9 16,3 10 0-16,-3-7-2 0,2 2-1 0,-1 0 0 0,3 0-3 0,-1 1 9 15,3 1 5-15,-1 0-2 0,2-3 1 0,0 4 5 16,2-4 2-16,1 0 1 0,2-2 5 0,-1 2 2 16,2-3 4-16,1-2 3 0,-1 0 1 0,1-2 14 15,0 1 21-15,-1-3 13 0,0 1 21 0,-3-3 13 16,0 1 19-16,0 1 7 0,-1-2 5 0,0 3 7 15,-1 1 12-15,-3-1 9 16,0 0 5-16,0 0-11 0,-1 2-4 0,0 0-18 16,-4 2-17-16,6-4-10 0,-2 4-8 0,-4 0-18 15,0 0-6-15,5-1-26 0,-5 1-12 0,0 0 2 16,4 7-2-16,-4-2-1 0,0 0-1 16,1 2 5-16,2 2-2 0,-3 0-1 0,-3 2-2 15,3-2 3-15,0 3 0 0,-1-1-21 0,1 0-5 0,0 0 4 16,0-2 1-16,1 3-2 0,-1-6 3 0,0-1 3 0,0 0-1 15,0 0 10-15,0-5 2 0,8 2-3 0,-3-3 17 0,4-3 1 16,0 2 8-16,0-3-1 0,4-4-1 0,-3 3-6 16,-1-3 3-16,6-1-2 0,-3-2 0 0,0 1-6 15,-1 1 0-15,-3 0-2 0,0 3 3 0,-1-1-9 16,-2 4 8-16,-1 0-3 0,0 1-1 0,-2 0-3 16,1-2-18-1,-1 3-19-15,-2 2-28 0,5-2-26 0,-5 2-1 16,0 0 8-16,0 0 14 0,0 0 7 0,0 14 11 15,2-8 10-15,-2 0-15 0,1 4 1 0,3-1 5 16,2 1 5-16,3 1 6 0,5 2 6 0,4-4 1 16,5 4-6-16,4 4-2 0,1-8 0 0,4-1-1 15,0 0 0-15,1-7 5 0,2 2 1 0,4-7 0 16,-7 0 4-16,3 0 10 0,-3-4-1 0,-3 1 12 0,-10 0-6 16,-1-2 15-16,-3-1 11 0,-2-1 5 0,-4 0 4 15,1 4 7-15,-5-3 6 0,-1-1-3 0,0-1-2 0,-4 2 1 16,0 2 1-16,-4-3-5 0,-1 2-3 15,0 3 0-15,-5-1-7 0,-2 3-1 0,-2-2-1 16,0 3-2-16,-5 0-5 0,2 1 1 0,-2 4 2 16,0 1-3-16,1 1-1 15,-2 1 1-15,3 2-2 0,-1 1 0 0,4 1 1 16,0 1-18-16,5-2-3 0,1 3-10 0,2-3-7 16,1 3 1-16,3-1 3 0,0 3-3 0,6-2 8 15,-3-3-3-15,8 1 0 0,0-4-3 0,0 3 3 16,5-3 2-16,0-2 2 0,4-2 6 0,0-1-3 0,0-1 5 0,-1-5-1 0,0 0 3 15,-1-2 7-15,-1-5 8 0,-1 1 17 16,-2 1 4-16,-1-5 7 0,-6 0 4 16,4-2 10-16,-4-5 12 0,-1-4 5 0,-3 1-4 0,2-1 10 15,-3-4 9-15,0 0 8 0,0-1-5 0,4-2-4 16,-3 1 14-16,3 2 0 0,-3 4 19 0,-1 2-10 16,0 8 3-16,4 2 2 0,-3 5 3 0,-1 0-5 15,0 2-9-15,0 0-8 0,1 3-11 16,-1 0-19-16,0 1-38 0,3 1-38 0,-3 3-48 0,0 0-6 0,0 0 22 15,0 0-6-15,-9 18 7 0,8 0 3 0,-7 7 9 16,1 1 5-16,0 4 4 0,-2 1 3 0,2 1 6 16,0-2 3-16,-2 2 8 0,4-3-4 0,0 0 6 15,4 0 1-15,0-4 4 0,1-4-9 0,2-2-6 16,3-2 3-16,-1-2 3 0,1-1 0 0,3 1-2 16,3-4 1-16,5-2 2 15,4-1 3-15,6-2-5 0,2-3-2 0,4-6 0 16,-2 1-2-16,5-1 3 0,-3-6-6 0,2 1 7 15,-2-4-4-15,3 0 7 0,-2-3-4 0,1-2 3 16,0 0 4-16,-4 3-3 0,-3-5 4 0,-4 4 3 16,-10 2 18-16,1 1 9 0,-1-1 17 0,-7 4 15 15,0 0-4-15,-2 4 3 0,-1-2 0 0,-3 0-8 16,-1 4-10-16,-1-1-4 0,-5 0-4 0,0 3-9 0,-4-1 2 0,-7 4-1 16,1-1-4-16,-2 4 0 0,0 1-6 0,-2 3 3 15,4 0 4-15,-1 1-5 0,0 1-6 0,-4 4-4 16,5-3 9-16,1 2 2 0,3-1-23 15,3 0-12-15,4-3-5 0,-1-3 8 0,5 0-5 0,-1 1 6 16,2-3 3-16,2-1 3 0,-1-1 17 0,5 2 18 0,3-5-4 31,3 0 6-31,2-3-5 0,1 0 3 0,5 1-2 16,0-2 0-16,0 0-10 0,2-2 5 0,-2 0-3 16,-1 2 4-16,0-1-6 0,0 1 2 0,-1-1 2 15,-8 2-6-15,2-2 23 0,-3 4-13 0,-2-2-9 16,-1 3 4-16,0 0-4 0,-1-3-4 0,1 2-15 15,-5 1-29-15,0 0-31 0,7-3-47 0,-7 3-20 16,0 0-27-16,6 4-37 0,-2-1-60 0,-4-3-316 0,9 0-628 0,-9 0 278 16</inkml:trace>
  <inkml:trace contextRef="#ctx0" brushRef="#br0" timeOffset="40896.86">16314 3492 9 0,'6'-5'328'0,"-4"2"-1"0,2 0-13 0,-4 3-30 15,5-4-29-15,-2 3-27 0,-3 1-28 0,0 0-21 16,0 0-20-16,12 6-17 0,-7-3-14 0,-2 4-12 16,1 1-9-16,0 2-13 0,0 0-1 0,-1 1-18 15,0 6-2-15,-3-3 2 0,0 1-16 0,0 0 2 16,-1-2-14-16,0-3-5 0,0 2-4 0,-1-1 0 16,1-4-1-16,1-2 0 15,0 2-5-15,0-2 13 0,-1-3 5 0,1-2 57 16,0 0 58-16,0 0-7 0,0 0-17 0,0 0-19 15,20-14-13-15,-8 5-5 0,2-2-14 0,1-1-6 16,8-5-10-16,-5-1-12 0,5-2-3 16,-1 2-3-16,-3 1-10 0,-4 3 0 0,0 2-11 0,-6 3-3 15,0 0-4-15,-1 3-9 0,-3 1-31 0,0 0-48 16,-1 2-57-16,-3-2-55 0,1 4-77 0,-2 1-71 0,0 0-85 16,0 0-241-16,0 0-699 0,-22 4 308 0</inkml:trace>
  <inkml:trace contextRef="#ctx0" brushRef="#br0" timeOffset="42014.06">17051 3495 64 0,'-5'-2'212'15,"-2"-2"-21"-15,-2 0-14 0,-2 2-12 0,-2 0-14 16,2 1-8-16,-8 1-13 0,2 1-12 0,-1 2-9 16,1 1-13-16,2 0-8 0,-3 3-8 0,8-1-7 15,-2 1-9-15,2 1-3 0,1 1-10 0,0-1-4 16,3 1-4-16,2 1-5 0,2-3-1 0,2 3-5 0,2-1 0 0,4 1-3 15,2-5-2-15,5 4-2 0,-2-2 0 0,6-2-3 16,1-2 2-16,2-3-6 0,-2 0 0 16,0 0 5-16,0-6 11 0,1 1 14 0,-1-3 16 0,-1-2 7 15,-1-2 10-15,-2-5 8 0,-2 0 5 0,-1 1 15 16,2-7-10-16,0-3 6 0,-3 0-4 0,-2-2-5 16,-3-4 16-1,1 0-7-15,2 1 10 0,-3 0 6 0,0 3 17 16,-1 1 2-16,1 1 17 0,-5 8 5 0,3 3 7 15,-2 4 0-15,0 1-11 0,0 0-15 0,-1 5-16 16,0 0-18-16,2 1-15 0,-2-1-33 0,0 5-46 16,1-6-51-16,-1 6-34 0,0 0 14 0,-1 13 17 15,-2 3-9-15,1 1 9 0,-1 8-4 0,-3 4 5 16,-2 3 10-16,4-1 2 0,-1 2 1 0,0 0 2 0,-1 0 16 0,3-1-8 16,-1-2-9-16,3-3 15 0,0-2 1 15,1-5-2-15,-3-2 4 0,6 0 3 0,-3-6 2 0,0 0-3 16,1-2 5-16,-1-2 7 0,0-3 2 0,1 0-6 15,-1 1 7-15,0-2 15 0,0-1 11 0,0-3 15 16,3 6 11-16,-3-6 10 0,0 4 2 0,0-4-7 16,1 3 0-1,-1-3-5-15,10-2-7 0,2-2-15 0,8 0-49 0,11-3-94 16,5-5-117-16,11-3-140 0,8-5-460 16,0 3-886-16,-1-6 393 0</inkml:trace>
  <inkml:trace contextRef="#ctx0" brushRef="#br0" timeOffset="43048.96">18874 2888 152 0,'4'-15'319'0,"-4"4"-20"0,4 0-13 15,-3 2-17-15,1 2-21 0,-1 2-22 16,-1-2-22-16,0 4-19 0,0-3-42 0,0 6-26 0,0 0-15 16,0 0-14-16,0 0-5 0,-8 16-8 0,3-2-13 15,-8 11-8-15,3 4-4 0,-8 17-1 0,4 4-4 16,-4 4-6-16,3 4-1 0,-3-2 0 0,5-1-5 0,-1 1-1 16,5-3-3-16,3-9 0 0,3-6-3 0,1-7-7 15,0 1 9-15,2-5-7 0,0-8-1 0,-2-4-2 16,2 2-3-16,-3-6 1 0,2-1 1 0,2-5-13 15,-1 0 34-15,-1 0 34 0,1-5 30 0,-1 8 20 16,2-4 17-16,-1-4 11 0,0 0-7 0,0 0-15 16,0 0-15-16,0 0-13 15,-24-8-15-15,11 4-9 0,0-1-4 0,3 0-19 16,-3 1-14-16,0-1-12 0,-1 2-19 0,0-2-16 16,-1 1-20-16,5-1-29 0,-2 2-1 0,5 2-20 15,0-1-26-15,1 1-25 0,1 0-41 0,-2-3-62 16,5 1-79-16,2 3-318 0,-3-7-680 0,5 0 301 0</inkml:trace>
  <inkml:trace contextRef="#ctx0" brushRef="#br0" timeOffset="43361.75">18552 3323 159 0,'-6'0'274'0,"6"0"-21"0,-12 2-19 16,12-2-20-16,-6-2-22 0,6 2-19 0,-5 2-16 16,5-2-10-16,0 0-14 0,22 0-15 0,-1 0-12 15,9-2-9-15,5 0-9 0,5 0-9 16,19 0-8-16,0-3-7 0,-1 2-8 0,-4-4-7 16,-1 6-5-16,-15-2-1 0,-5 1-4 0,-4-2-6 15,-8 1-1-15,-2 3-5 0,-6-1-1 0,0 0-3 0,-7 2-1 0,2-1 5 16,-2-1-2-16,-6 1-1 0,3-3 1 0,-3 3-9 15,0 0-2-15,-17-2-4 0,8 2-5 0,-2-1-12 16,-1 2-14-16,3-2-12 0,-2 2-19 0,0 1-17 16,5-1-27-16,-2 1-27 0,2-1-47 0,6-1-53 15,-9 0-162-15,9 0-415 0,0 0 184 0</inkml:trace>
  <inkml:trace contextRef="#ctx0" brushRef="#br0" timeOffset="43884.78">19357 3213 143 0,'3'-3'207'0,"-3"3"-10"16,4-3-7-16,-4 3-10 0,0 0-6 0,0 0-7 15,1-4-6-15,-1 4-3 0,0 0-7 0,0 0 2 16,0 0-14-16,0 0 0 0,0 0-17 0,0 0 8 0,0 0-11 16,0 0-5-16,0 0-8 0,0 0-9 0,0 0-3 15,0 0-13-15,0 0 3 0,0 0-17 0,0 0-8 16,0 0-6-16,0 0 3 0,0 0-17 0,0 0-4 16,0 0-4-16,0 0-14 0,-18 9 17 0,10-4-15 0,-2 3-5 15,0-1 3-15,-3 4-1 0,-1 0-2 16,0 1-5-16,1 3 3 15,-2 0-8-15,2 1-3 0,-1-1 6 0,5 1 2 16,-2-2 4-16,1 3-6 0,3-4 0 0,3-1 2 16,3-1 5-16,1 1-1 0,3-2 7 0,0 0 1 15,4-3 6-15,2 0 9 0,2 0-2 0,8-3 5 16,-2 0-5-16,3-4-2 0,10 0 3 0,-11-3-12 16,3 0-3-16,-2-2-8 0,-3 0 42 0,1-3-10 15,-2 0 14-15,0-1-4 0,-5-3-2 0,1 0-11 0,-3-2 3 16,-2-3-6-16,-3-1-1 0,5 2-15 0,-8-2 7 15,-1 1-7-15,-1 0 1 0,-7 3-12 0,3 2 0 16,0 2-13-16,-4 1-16 0,-3-3-9 0,1 6-7 16,-2 2-13-16,-3-2-13 0,3 2-18 0,-6 2-27 0,6 2-33 15,-1 0-39-15,1 2-20 0,3-1-58 16,1 3-68-16,4-1-193 0,5-3-559 0,0 0 247 0</inkml:trace>
  <inkml:trace contextRef="#ctx0" brushRef="#br0" timeOffset="44201.49">19644 3181 283 0,'2'-3'283'0,"-2"3"-30"16,5-1-29-16,-5 1-22 0,0 0-22 0,16 5-15 16,-11-2-21-16,1 0-11 0,1 7-16 0,4-1-12 15,-5 0-9-15,2 1-9 0,-3 3-10 16,1 4-6-16,-2-1-4 0,0 1-8 0,0 0-4 15,-4-2-8-15,0 1 5 0,0-4-12 0,-1-1-1 16,-2-1-1-16,3-3 5 0,-1-2 18 0,-2 2 6 0,3-1 16 0,-1-5 22 0,-2 3 13 16,3 1 38-16,0-5 34 0,0 0 38 0,0 0 3 15,0 0-30-15,0 0-24 0,4-13-19 0,-4 2-21 16,4 0-13-16,0 1-11 0,1-2-12 0,2-4-12 16,0 0-23-16,1 1-22 0,1-2-27 15,1 3-28-15,-2-1-34 0,-2 4-32 0,2 1-34 16,-3 2-51-1,0 2-54-15,-1 0-62 0,0 2-94 0,-2 1-304 16,1-4-732-16,-3 7 324 0</inkml:trace>
  <inkml:trace contextRef="#ctx0" brushRef="#br0" timeOffset="44686.97">20088 3242 466 0,'9'-3'455'0,"-5"2"-31"15,-4 1-36-15,5-1-36 0,-5 1-41 16,0 0-38-16,0 0-26 0,0 0-27 0,12 1-25 0,-12-1-21 16,3 5-16-16,0 0-17 0,-3 1-14 0,3 0-13 15,-1 4-12-15,-1 0-17 0,2 2-24 0,-3-2-8 16,1 1-18 0,2-1-4-16,-2 0-30 0,-1 0 10 0,2-4-1 15,1 0 2-15,-3-1-15 0,0-2 16 0,0-3-4 16,4 7 27-16,-3-3 26 0,-1-4 17 0,0 0-11 15,0 0-11-15,17-13-5 0,-7 4-7 0,-1 0-2 16,4-3-4-16,1-2-7 0,4-4-7 0,-3 7-2 16,-1-2 1-16,2 1-12 0,0 4 11 0,-10 1-4 15,2 2 4-15,-3 0-6 0,1 1-6 0,-3 1 2 0,1 0-7 16,1 1-3-16,-5 2-4 0,0 0-9 0,13 4 8 16,-10 3 2-16,0 0 8 0,4 2-8 0,-5 1-1 0,3 0-12 15,2 1-4-15,-6-1-3 0,3 2-22 0,-3-1 4 16,3 0-5-16,-1-2 5 0,-1-1-3 0,2-3 2 15,-3 2 8-15,2-2 8 0,-3-5 16 16,1 5 14-16,-1-5 11 0,8 3-3 0,-8-3 6 0,18-6-7 0,-9 4 9 16,2-3-2-16,3 1-4 0,-2 0-8 15,-1-2 8-15,6 0-13 0,1 2 3 0,-7 1-1 0,8 0-1 16,-1 3 1-16,0 1-1 0,0 3-6 0,0-1-17 16,0 3-33-16,0 1-41 0,-2 2-48 0,0 1-56 15,-1 1-72-15,-1 0-137 0,-1-5-236 0,-2-2-694 16,0 1 307-1</inkml:trace>
  <inkml:trace contextRef="#ctx0" brushRef="#br0" timeOffset="45372.02">22031 2830 5 0,'1'-7'307'0,"0"2"-12"0,-1 0-33 0,0 0-21 15,1 0-28-15,-1 0-27 0,0 5-23 0,0 0-18 0,0 0-17 0,0 0-15 16,7 19-9-16,-7-6-13 0,0 6-10 0,0 13-10 16,-3 14-1-16,3 4-9 0,-6-2-3 15,3 2-3-15,-1 2-7 0,-3-2-4 0,2-1-2 16,0 0-5-16,2-14-5 0,-1-1 1 0,3-1-4 16,0-2-3-16,-1-5-1 0,0-1 3 0,2-8-7 15,-3-1 0-15,3-8-1 0,0 1-4 0,3-4-1 0,-6 1 4 0,6 1 0 16,-6-4 5-16,3 1 21 0,0-4 24 0,-1 5 14 15,1-5-2-15,0 0 12 0,0 0-40 0,0 0-49 16,0 0-41-16,0 0-28 0,1-19-29 0,-1 9-43 16,0-1-58-16,5-6-55 0,-2-3-217 0,2-7-505 15,0 0 223-15</inkml:trace>
  <inkml:trace contextRef="#ctx0" brushRef="#br0" timeOffset="45672.16">22074 2696 104 0,'0'-7'256'0,"-4"-1"-17"0,4 2-25 0,-2 3-19 15,0-4-26-15,2 7-17 0,0-5-18 0,0 5-11 0,0 0-17 0,13 4-7 16,-1 1-10-16,-1 1-7 0,4 6-8 0,-2 2 23 16,10 5-9-16,-5 1-7 0,0 6-4 0,0-3-11 15,-3 5-3-15,2 1-2 0,-4-1-8 0,-4 5-2 16,-2-3-2-16,-2-3-6 0,-1 1 2 0,-6-10-3 15,-5 6 8-15,-2-8-4 0,-1 3 4 0,-4-4-10 16,0-3 11-16,-9 2-9 0,5-2-3 0,-9-2-2 0,3 0-3 0,2-5-1 16,3-1-1-16,-3-1-3 0,1-1-8 0,0-2 3 15,5 3-6-15,0-3-4 0,5 0 0 0,-1 1-22 16,6-1-17-16,-2 2-35 0,8-2-41 16,0 0-43-16,0 0-44 0,0 0-60 0,0 0-194 15,0 0-480-15,27-6 213 0</inkml:trace>
  <inkml:trace contextRef="#ctx0" brushRef="#br0" timeOffset="46018.99">22571 2927 132 0,'1'-8'398'15,"-1"1"-22"-15,0 2-14 0,0 0-31 0,0 5-36 16,0-8-37-16,0 8-26 0,0-6-26 0,0 6-23 16,0 0-29-16,0 0-18 0,0 0-9 0,0 0-21 0,4 24-6 15,-4-7-6-15,0 9 2 0,0 3-19 0,-4 5-16 16,1 1-3 0,-4 12-8-16,2 1 0 0,0 1-5 0,-3-2 3 15,4-2-6-15,-2-9-13 0,2-1 2 0,-5 0 5 16,8-3-14-16,-3 0 3 0,0-6 3 0,2 0-4 15,-1-7-2-15,2-1-3 0,1 0-2 16,-4-9-2-16,4 4 4 0,0-6-7 0,0-1 7 16,-2-1-4-16,2-5-6 0,-2 9-2 0,2-9-3 0,0 6-8 15,0-6-4-15,0 0-3 0,0 6-37 0,0-6-90 0,0 0-59 16,0 0-54-16,0-18-64 0,0 6-252 0,4-3-614 16,1-4 273-16</inkml:trace>
  <inkml:trace contextRef="#ctx0" brushRef="#br0" timeOffset="46272.16">22673 3067 226 0,'0'0'268'15,"0"0"-29"-15,-2-4-26 0,2 4-24 0,0 0-17 16,0 0-20-16,0 0-12 0,11 13-18 0,-7-5-8 16,4 1-12-16,1 6-7 0,-2-2-12 0,6 4-4 15,-7 0-9-15,4 1-8 0,-3-3-4 16,-3 4-8-16,2-4-6 15,-3-3-1-15,-2 0-4 0,-1 2 6 0,-4-4 4 16,-4 0-6-16,-1-1 1 0,-6 3-4 0,-4-3 0 16,-1 0-6-16,-6-1-9 0,1-1 2 0,3-3-3 15,2 0-2-15,0-2-4 0,1-2-11 0,6 0-23 16,-1 0-39-16,4-2-49 0,1-1-72 0,5-2-263 16,3 1-473-16,1 4 210 0</inkml:trace>
  <inkml:trace contextRef="#ctx0" brushRef="#br0" timeOffset="46572.75">23058 3207 171 0,'0'0'250'0,"-10"0"-24"0,10 0-23 16,-8 1-20-16,8-1-24 0,0 0-7 0,0 0-18 15,-8 2-8-15,8-2-7 0,0 0-4 0,0 0-5 16,0 0-2-16,0 0-6 0,0 0 11 0,0 0 20 16,0 0 11-16,0 0 5 0,0 0-17 0,0 0-15 15,43-2-8-15,-23-1-14 0,7-2-13 0,3 2-3 0,6-1-8 0,3-1-5 16,-2 0-12-16,3 0-3 0,0 2-6 16,-4-2-1-16,-3 0-8 0,-6 2-7 0,-5 0-1 15,-6 0 1-15,-4 2-6 0,-3-2-21 0,-1 2-21 16,-1-1-24-16,-7 2-54 0,4-3-50 0,-4 3-48 15,0 0-50-15,-15-7-263 0,3 6-549 0,-1 0 243 0</inkml:trace>
  <inkml:trace contextRef="#ctx0" brushRef="#br0" timeOffset="46788.73">23329 3058 325 0,'-3'-10'378'0,"2"0"2"0,1 2-3 0,-1-1 9 16,0 2-5-1,-1 2-19-15,2 5-32 0,-1-8-29 0,1 3-38 16,0 5-34-16,0 0-36 0,-1-4-47 0,1 4-15 16,0 0-13-16,-8 26-10 0,1-6-18 0,-1 6-4 15,-3 6-6-15,-1 11-2 0,-2 3-17 0,3 1-1 0,1-2-44 16,5-9-35-16,4-2-41 0,-2-2-51 0,7 2-48 16,-4-5-51-16,0-6-71 0,3-4-393 0,0-3-729 15,1-6 323-15</inkml:trace>
  <inkml:trace contextRef="#ctx0" brushRef="#br0" timeOffset="47490.14">24315 2834 241 0,'-1'-7'320'0,"-3"-2"-26"0,0 4-22 16,-1-2-23-16,0 2-25 0,0 0-19 0,0 1-24 15,-4-1-19-15,0 5-18 0,-4-1-15 0,0 3-16 0,-4 3-10 16,-2 0-13 0,-1 5-9-16,-3 5-6 0,-1 4-6 0,0-2-9 15,1 7-9-15,1 3-3 0,0 4-1 0,4-1-6 16,3 1-5-16,2 1-3 0,-1-2 1 0,7 2-3 16,-1-1-1-16,7-2-4 0,4-2-2 0,1-8-2 15,3 0-1-15,0-1-2 0,7-3 1 16,1-3 4-16,2-1-2 0,0-4-2 0,10 1 0 0,1-6-1 15,1 0-2-15,2-4-2 0,-4-4-4 0,-7-1-2 0,-2 1 1 16,1-6-1-16,-1 2-1 0,-4-6 0 0,3-5 2 16,-7 4-3-16,2-9-1 0,-5-1-2 0,0-3-2 15,-4-16 1-15,-1 10 0 0,-4 0-6 0,0 1 2 16,-2-2 11-16,-1 6 12 0,-5 1 13 0,1 2 9 16,-3 4-4-16,2 7 4 0,0-3 6 0,-3 4-1 15,4 3-28-15,0 4 14 0,0-1 2 0,2 3-1 0,0 2-12 0,3 2-8 16,-3 0 4-16,1 2-6 0,6 1-4 0,-13 6-3 15,3 0 2-15,4 4-7 0,-3 2 0 16,2 5 2-16,3 3-1 0,-3-2-2 0,5 11 5 16,0 0-5-16,4 3-10 0,2 2 21 0,3 15-13 15,5-4 10-15,2 1-4 0,1-2-1 0,-1-11 3 16,6 12 5-16,-8-12-4 16,2 1 5-16,-4-3-5 0,-2 0-1 0,1-5 7 15,-5-1-13-15,-4-7 9 0,0 0-12 0,-4-1 0 16,-4-1 5-16,-1-3 0 0,-6 0-2 0,0-1 4 15,-4-1-3-15,-4 1-1 0,-3-1-2 0,2 0 8 16,-4-3 1-16,-2-2-1 0,2 1-3 0,9-3-9 16,1 0-16-16,-2-3-26 0,9-1-22 0,-1 3-18 15,1-3-16-15,6 1-21 0,5-1-67 0,-11-4-90 0,11 4-297 0,0 0-627 16,14-7 278-16</inkml:trace>
  <inkml:trace contextRef="#ctx0" brushRef="#br0" timeOffset="48090.31">24805 3003 180 0,'-5'-9'300'16,"1"4"-25"-16,-1-4-27 0,1 4-24 0,-1 2-24 15,-3 1-22-15,3-1-18 0,5 3-15 0,-18 1-18 0,9 3-18 0,-5 4-7 16,0 4-8-16,-9 2-12 0,12-1-6 16,-2-2-8-16,-1 4-6 0,2-1-4 0,-3 3-9 15,5-4-3-15,1 2-2 0,-1-1-5 0,4-2-1 0,4-3-4 16,1-1 3-16,-2 1 6 0,4-3 8 0,-1-2 14 16,3 1 16-16,2 0 0 0,3-4 10 0,0-1 2 15,3 0 17-15,-1-1-7 0,5-2 4 0,-2 0 3 0,1-1-7 16,4-2 0-16,0 2-13 0,-4-3-2 0,4 0-13 15,-8 3-5-15,4 0-10 0,-1 0-1 0,-3-1-8 16,-2 5-5-16,-3-2-13 0,-5 2-2 0,13 2-9 16,-13-2 0-16,14 2-6 0,-7 6 2 0,1 1-3 15,-2 2-3-15,0 2-2 0,-1 2 1 0,-3 2-2 16,2 3-4-16,-3-1 1 16,-1 5 6-16,0-3-5 0,-2-1 5 15,2-1 1-15,-1-1-7 0,-1 0-3 0,0-7 1 16,0-1 4-16,2-2 1 0,-2-1 1 0,2-2 3 15,0 1 17-15,-1-2 35 0,1-1 60 0,0-3 51 0,0 0 35 16,0 0 26-16,0 0 5 0,0 0-5 0,0 0-7 16,0 0-30-16,9-13-17 0,-4 4-19 0,5-7-17 15,1 1-13-15,4-6-19 0,2-3-24 0,1 1 4 0,-1 1-12 16,2-2-8-16,-5 3-11 0,1 4-19 0,-2 3-5 16,-1 2-9-16,-5 3-16 0,2 0-19 0,-2 1-13 15,-2 0-13-15,2 4-16 0,-4-1-28 0,1 1-30 16,-2 1-21-16,0 1-37 0,-2 2-60 0,6-5-49 15,-1 3-52-15,1 0-41 0,0 1-34 0,-6 1-45 16,12 0-83-16,-12 0-289 16,14-3-883-16,-2 0 391 0</inkml:trace>
  <inkml:trace contextRef="#ctx0" brushRef="#br0" timeOffset="48322.23">25709 3067 227 0,'0'0'427'0,"-7"-4"-17"0,7 4-67 0,0 0-7 15,1-8-38-15,-1 8-31 0,13-6-22 0,-3 4-35 0,4-2-31 0,5-1-30 16,8 0-36-16,1 2-45 0,-1-1-62 0,3-2-70 15,-11 2-79-15,9 1-101 0,-10-4-228 16,1 4-510-16,-1 1 226 0</inkml:trace>
  <inkml:trace contextRef="#ctx0" brushRef="#br0" timeOffset="48506.78">25734 3182 40 0,'-6'5'229'0,"2"-1"7"0,-2-1 13 15,5 1 10-15,1-2-3 0,0-2-22 0,15 3-23 16,-2-1-24-16,6-2-16 0,8-2-24 0,5-1-38 16,1 2-36-16,-1-4-39 0,4-1-19 0,1 2-16 15,14-3-33-15,-11 1-46 0,12-5-45 0,-1 0-55 0,-17 1-159 16,1-4-367-16,15-2 164 0</inkml:trace>
  <inkml:trace contextRef="#ctx0" brushRef="#br0" timeOffset="49208.9">26624 2869 190 0,'6'-10'326'0,"2"-2"3"0,-4 1 0 16,1 2-4-16,-2-1-33 16,2 2-1-16,-4 2-6 0,3 1-19 0,-2 0-29 15,0 1-26-15,-1 2-21 0,3-1-18 0,-4 3-30 16,1-4-16-16,-1 4-25 0,0 0-54 0,0 0 18 16,0 0-9-16,4 11-6 0,-5-2-6 0,1 6-4 15,0 1-6-15,-3 1 2 0,2 6-6 0,-4 8-20 16,1-6 21-16,0 8 2 0,0-4-14 0,2-2 2 15,-2 2 4-15,0-3-2 0,0-8-10 0,2-1-10 0,-2-5-1 16,4 0-5-16,-4-3-14 0,2-2-6 0,0-1-12 16,2 1 24-16,-1-3 11 0,-1-2 1 0,2-2 1 15,0 0 0-15,0 0-4 0,-13-9 7 0,5 1-7 16,4-1 10-16,-3 0-9 0,0-8 2 0,0 0-5 16,0 0 1-16,2-3-20 0,2-5 28 0,1-3-3 15,1 2-5-15,2-4-2 0,3 1 4 0,2-2-1 0,4 3-1 0,1-4-6 16,1 2 4-16,6 2-2 0,-4-1-3 0,4 6 4 15,1 0 2-15,-1 1-3 0,3 5 2 0,0-3-1 16,3 4 3-16,0 1 7 0,5 3-13 0,-1 4 4 16,4 1-2-16,-4-2-4 0,-6 8 1 0,7 0-4 15,-8 1 3-15,1 0-6 0,1 1 4 0,-5 0-6 16,-1 2-7 0,-1 6-5-16,-5-4-3 0,-4 0-6 0,0 3 3 15,-4 1 0-15,-6 3 2 0,-2 3 6 0,-4-1 3 16,-7 7 1-16,-4 1 7 0,-5-2-3 0,-6 1-4 15,-11 6 10-15,0-1 4 0,-2 0 4 0,0-1-1 16,12-9 0-16,2-1 4 0,4-2-3 0,6-4 5 16,1 1 3-16,9-5 13 0,-1 2 0 0,1-2 16 15,5-2 27-15,0 0 30 0,-1-2 37 0,2-1 32 0,4 0 26 0,-6 3 24 16,4 0 16-16,2-3-1 0,0 0-27 0,0 0-16 16,14-8-19-16,-5 1-19 0,4 0-21 0,0 4-5 15,-3-1-17-15,4 0-7 0,-1 2-13 0,-1 0-12 16,-2 1-6-16,1 2-11 0,1 2-6 0,-2 1-6 15,4 3-5-15,0 4-8 0,0 3-4 0,3 7-7 16,-2-1-2-16,0 4 1 16,-1 0-9-16,4 0-23 0,-9-1-4 0,3 1-9 15,-3-8-6-15,-2 1 3 0,1-2-2 16,-1-6 6-16,-1 0 3 0,-2-1 6 0,-2-3 11 0,2-1 3 0,2-3 0 0,4-2 2 16,6-5 3-16,3 0-1 0,-1-3 3 0,1-3 0 15,4-2 0-15,3-2-3 0,1 1-3 0,-2-5 3 16,5-1-2-16,-1 1-15 0,0 0-19 15,-6 5-23-15,4 4-38 0,-13-1-55 0,-1 9-103 16,-4-1-142-16,-3 1-443 0,-2 1-916 0,-4 2 405 16</inkml:trace>
  <inkml:trace contextRef="#ctx0" brushRef="#br0" timeOffset="53820">6358 5329 279 0,'-1'-12'278'0,"0"0"-9"16,-1 0-10-16,0 2-10 0,2 1-4 0,-2-1-8 16,1 5-13-16,1-1-26 0,-2 0-13 0,2 4-21 15,0-3-20-15,-3 2-32 0,3 3-18 0,0 0-9 16,0 13-10-16,-3 3-10 0,-1 10-3 0,2 6-6 16,-1 1 3-16,-4 13-16 0,2-11-3 0,0 11-1 15,-2-2-2-15,5-7 21 0,-2-4-4 0,-1 1-2 0,5 0-10 0,-3-5-12 16,3 0 11-16,-1-10-4 0,0 0-6 0,1-4-2 15,1-3-2-15,-1-5-12 0,0 3-3 16,0-3-2-16,-1-6 4 0,1 5 0 0,1-2 0 0,-1-4 21 16,0 0-36-16,0 0-26 0,0 0-12 0,-1-16-10 15,-2 4-15-15,3-2-22 0,0-3-22 0,0-2-19 16,-4-8-21 0,4-5-20-16,0-2-12 0,4-2-15 0,-1-11-1 15,2-4 6-15,-4 0 19 0,8 0 19 0,-8 7 25 0,2 8 36 0,-2 4 48 0,-1 1 47 16,0-1 35-16,0 6 35 0,0 8 30 0,-4-1 15 15,4 2 18-15,0 1 12 0,-1 8 5 0,0-5-5 16,-2 8-1-16,3-3-10 0,0 3-25 0,0 0-6 16,0 0-14-16,-1 3-15 0,1 2-5 15,1-4-8-15,-1 4-13 0,13 0-4 0,-4 1-6 16,5 4 3-16,1 2-10 0,2 2-7 0,7 3-3 16,3 4-5-16,1 1 3 0,-1 1-5 0,1 2-1 15,-1 0-3-15,0 1-4 0,-7-1 4 0,-2 2-9 16,-4 1 1-16,-4-5-10 0,-2-2 5 0,-2 0-3 15,-5 0 0-15,-2 1 7 0,-6-3 3 0,-4-1 12 0,-2 3 3 16,-3-3-4-16,-3-1-3 0,-6 0 5 0,5-1 5 0,-7-2-7 16,3 0-2-16,6-4 6 0,-4 0 2 0,7 1 2 15,1-3-6-15,1 0-6 0,2-1 4 0,3-1-5 16,0 1-1-16,2 1 3 0,1-2-21 0,5-1-12 16,-6 0-16-16,6 0-13 0,0 0-12 0,0 0-16 15,0 0-21-15,0 0-40 0,21 5-41 0,-9-5-59 16,7 0-72-16,-6-2-219 15,7 2-571-15,0 0 253 0</inkml:trace>
  <inkml:trace contextRef="#ctx0" brushRef="#br0" timeOffset="54043.84">7061 5484 273 0,'-8'0'380'0,"8"0"-12"15,0 0-23-15,0 0-22 0,0 0-36 0,0 0-25 16,0 0-27-16,0 0-39 16,0 0-33-16,17-10-36 0,-4 6-51 0,4 2-55 15,5-1-63-15,-4 1-70 0,9-3-94 0,-8 2-244 16,-1 1-487-16,1-1 216 0</inkml:trace>
  <inkml:trace contextRef="#ctx0" brushRef="#br0" timeOffset="54197.88">7076 5669 31 0,'-8'6'284'0,"2"-3"-6"16,0 0-5-16,-1 1-2 0,5-2-15 15,-1 1-19-15,3-3-26 0,0 0-22 0,0 0-15 16,21-3-22-16,-1-1-28 0,1 1-45 0,8-6-51 15,3 4-67-15,0-2-88 0,2-3-277 0,1 3-437 0,-1-6 194 16</inkml:trace>
  <inkml:trace contextRef="#ctx0" brushRef="#br0" timeOffset="54676.57">7692 5356 36 0,'0'0'361'0,"-6"-3"-43"0,6 3-32 16,0 0-32-16,0 0-25 0,0 0-27 0,11 10-22 15,-2-5-15-15,0 2-20 0,1 6-12 16,3-2-8-16,0 2-19 0,-3 3-11 0,-1-1-8 0,-3 1-6 0,2 2-8 0,-3 1-7 16,-5-1-7-16,0 3-8 0,-1-2-8 15,-7 1 2-15,3-3-7 0,0 1-3 0,-4-1 0 16,-1-1-1-16,0-4 0 0,3-2 4 0,-2-1 7 0,4-2 11 15,0-2 14-15,1 0 26 0,2-3 26 0,-2 1 35 16,4-3 31-16,-5 3 25 0,5-3-20 0,0 0-21 16,0 0-18-16,9-17-14 0,0 4-15 15,2-2-15-15,3-1-11 0,1-7-8 0,3 0-12 0,4-2-12 16,-4 1-1 0,5 0-5-16,-3 2-12 0,-4 0-1 0,0 1-7 15,-4 9-1-15,-2 0 3 0,-2 4 8 0,-1 0-1 16,-3 4-4-16,0 2-5 0,1-1-4 0,-4-1-8 15,2 2-11-15,0-1-19 0,-3 3-12 0,0 0-12 16,0 0 6-16,0 0 6 0,-4 18-2 0,1-7-4 16,-7 6 4-16,4-1 5 0,-2 1-3 0,4 2 2 15,-6 4 2-15,4-3 1 0,3-2 3 0,0-1-2 0,5 3 0 0,-1-6 3 16,0-2-3-16,4 0 5 0,2 0 0 0,2-4 0 16,3 4-6-16,5-4-4 0,2 0-22 0,3-4-33 15,6-2-57-15,3-3-70 0,-3 0-67 0,-5-2-76 16,5-1-94-16,-8-2-315 0,6-1-809 0,-6-2 358 15</inkml:trace>
  <inkml:trace contextRef="#ctx0" brushRef="#br0" timeOffset="54999.18">8456 5659 5 0,'0'0'305'0,"0"0"1"0,0-6-2 15,0 6-5-15,0 0 5 0,0 0-24 0,0 0-8 0,0 0-10 0,0 0-19 16,0 0-23-16,0 0-25 0,0 0-19 0,0 0-21 15,0 0-22-15,-5 8-14 0,5-5-13 0,-5 3-12 16,1 2-4-16,-1 4-9 0,-7 1-7 0,2 3-28 16,0-1-40-16,-4 1-48 0,3 1-62 0,-10 2-71 15,8-4-104-15,-3-2-301 0,2 0-627 0,3-8 278 0</inkml:trace>
  <inkml:trace contextRef="#ctx0" brushRef="#br0" timeOffset="55979.71">9809 5177 150 0,'-1'-4'274'16,"1"4"-17"-16,-5-3-14 16,5 3-20-16,-3-5-19 0,1 2-18 0,-2 1-20 15,4 2-15-15,-11-1-17 0,11 1-13 0,-17 5-13 16,3-1-12-16,-3 2-12 0,-2 4 2 0,0 0-17 15,-7 5-8-15,3 4-5 0,-1 0-5 0,2 5-7 16,2-2-3-16,1 3-3 0,0 1-5 0,6-1-6 16,-4 1 2-16,8-2-5 0,-1-2 0 0,6-3-3 15,0 0 7-15,2 1-9 0,4-3-1 0,2-1-1 0,0-1 4 0,2 0 8 16,2-3 2-16,2-5 6 0,7 3 5 0,2-5-1 16,8-1 0-16,2-4-2 0,3-3-10 0,1-2-1 15,-1-1 0-15,-1-5-2 0,1-1-3 0,-3-2-2 16,0-3 1-16,-3 1-6 0,-2-4 0 0,-3 1 9 0,0-4-12 15,-6-2-2-15,0-5-1 0,-2-1-2 0,-3 0-1 16,2-1-2 0,-11 1-8-16,3 2 9 0,-8 2 16 0,0 3 8 15,2 6 13-15,-6 0-12 0,-2 3 3 0,-2 1-2 16,1 1-3-16,-5 4-4 0,6 4 1 0,-8-2-6 16,2 2 0-16,-1 2-10 0,-1 4-3 0,5 2 18 15,2 1-20-15,-7 4-2 0,2 1-4 0,0 3 6 16,2 5-3-16,1 4 1 0,0 3 1 0,6 1 0 15,-1 9-1-15,4-5 14 0,3 5-19 0,6-1 7 0,-1 1-3 16,2 0-1-16,7 0 5 0,9 9-2 0,-8-11-1 16,4-1 4-16,0 0-8 0,0-1 5 0,0 1 1 0,-2-4-1 15,-2-3-2-15,0 1 0 0,-5-6 1 0,-2-5-7 16,0 3 5-16,-3-5 10 0,-4 2-2 0,1-3-9 16,-2-1 5-16,-7 3-2 0,2-3 4 15,-4 2-1-15,-4-2-6 0,2-2 5 0,-2 0 0 0,-1 1 18 0,-2-2-18 0,1-3-7 16,-1 0 7-16,3-3 4 0,1 2-1 15,-1-1-2-15,5 1-2 0,0-3-8 0,-1 0-19 16,6 0-27-16,-4-3-55 0,5 1-60 0,1-1-70 16,2 3-57-16,12-14-264 0,-6 4-601 0,11 0 266 15</inkml:trace>
  <inkml:trace contextRef="#ctx0" brushRef="#br0" timeOffset="56236.68">10386 5392 275 0,'-8'3'373'0,"8"-3"-20"0,0 0-25 0,0 0-27 15,-8 0-28-15,8 0-32 0,0 0-20 16,0 0-23 0,22-9-21-16,-5 4-30 0,11-2-41 0,1 2-47 15,-1-1-62-15,2-1-67 0,-4 2-81 0,2 0-81 0,-7 0-201 16,-2 3-469-16,1-3 208 0</inkml:trace>
  <inkml:trace contextRef="#ctx0" brushRef="#br0" timeOffset="56396.6">10471 5532 143 0,'-10'5'214'0,"4"0"0"16,1-2 1-16,2 2-6 0,1-2-11 0,-1-2-12 15,3-1-16-15,9 3-16 0,6-3-16 0,4-3-15 16,3 1-35-16,9-2-51 0,2-2-65 0,0-3-81 0,-2 1-217 16,1 1-352-16,-1 0 156 0</inkml:trace>
  <inkml:trace contextRef="#ctx0" brushRef="#br0" timeOffset="56981.4">11086 5184 7 0,'-4'-5'395'0,"4"0"-16"16,0 1-17-16,-5 1-36 0,5 0-32 0,0 3-33 0,0-6-27 15,0 6-31-15,0 0-26 0,-1-4-27 0,1 4-10 16,0 0-7-16,0 0-24 0,1 14-14 0,4-6-16 16,-1 0-21-16,0 4-17 0,2-1-16 15,-2 0-14-15,2 2-5 0,1-2-13 0,-1 0 2 0,3-1-9 0,-3 1-5 0,0-2 0 16,0-1-3-16,2-2 3 0,-1-1 6 16,0-2-2-16,0-1 2 0,2-2 3 0,4-3 1 15,-4 1 3-15,2-3 8 0,1-1-8 0,-2 0 1 16,3-3 5-16,0-1 9 0,-4 3 13 0,1 0 4 0,-1 0 17 15,-1 0 9-15,-2 1 3 0,-1 2 10 0,0 0-7 16,0 1-13 0,-1 1 8-16,0-1-19 0,0 3-17 0,-4 0-10 15,0 0-4-15,7 8 1 0,-4 0 1 0,0 7 0 16,-1 12-7-16,-3 3 7 0,0 1-5 0,-2 4 8 16,-6 14 0-16,0 0 2 0,-1 1-7 0,-4-1 6 15,0 1-1-15,-4-4-2 0,4-2-6 0,-4-10 2 16,3-4 10-16,1 0-7 0,2-3 3 0,-2-5-2 15,4-6 1-15,1-1 4 0,2-5-1 0,0-2 15 0,3-3 35 16,-1-1 36-16,0-2 13 0,1-2 1 0,4 0 9 0,-9-7 15 16,7-3 3-16,0 0-3 0,1-7-10 0,5-1-11 15,3-9-11-15,5-1-12 0,6-6-13 0,6-8-11 16,6-2-4-16,5 0-6 0,1-1-8 0,0 1-9 16,2 3-2-16,-2 4-7 0,0 4-1 0,-12 13 0 15,-4 3-7-15,-2 5 1 16,-5 1-7-16,-4 5 0 0,-1 1-6 15,-5-1-2-15,4 3 0 0,-5 0-3 0,2 1-11 16,0-1-32-16,-1 1-37 0,-1-2-44 0,-2 4-48 16,0 0 7-16,0 0-19 0,0 0-33 0,0 0-43 0,0 0-42 15,0 0-59-15,-1 13-310 0,1-13-721 0,3 4 319 16</inkml:trace>
  <inkml:trace contextRef="#ctx0" brushRef="#br0" timeOffset="57966.63">12824 5158 32 0,'6'-8'288'0,"-2"-1"11"0,1-2-15 16,-1 5-15-16,-1 3-20 0,0-5-20 0,-1 4-26 16,0 2-23-16,-2 2-21 0,4-3-23 0,-4 3-12 0,0 0-14 15,2 8-9 1,0 1-13-16,-2 6-4 0,0 3-8 0,-2 7-6 15,-4 2-9-15,2 7-1 0,-2 0-3 0,2-1-6 16,-5 1-5-16,-1 0-3 0,4-5-19 16,-1 5-14-16,2-10-12 0,-4 0-15 0,7-6-17 0,-2 1-8 15,1-9-8-15,2-1-7 0,-3-1 6 0,4-4 5 0,-4 1-2 16,4-5-14-16,0 0-13 0,0 0 0 0,-4-17 9 16,7 6 6-16,-2-4 8 0,2-5 11 0,-1-4 11 15,2-5 9-15,3-1 6 0,-1 3 10 0,-1-7 6 0,3 2 2 16,-1-3 1-16,6-12 1 0,-4 12 6 0,3-11 11 15,-1 10 14-15,-1 2 19 0,-1 0 11 16,3 4 12-16,-5 2 17 0,1 2 7 0,-1 8 7 16,-1-1 4-16,0 5-12 0,-1 4-8 0,-1 0-15 15,4 1 4-15,2 2-10 0,-1-1-23 0,1 5-5 0,4 0-15 0,7 2 6 16,-3 5-10-16,2 0-3 0,7 5 2 0,-9 1-9 16,6 4 5-16,-7-1-1 0,-2 2-13 0,2 3 7 15,-6-1-18-15,2 4-6 0,-2 4-2 0,-7-8-3 31,-1 8 3-31,-7-6-2 0,-5 5 3 0,-5-1 3 0,-8 2-4 16,2-3 4-16,-6 2 3 0,-3-7 3 0,-3-1-3 16,0-3 4-16,0-1 13 0,1 0 6 0,1-4 3 0,2-3 17 15,5 1 8-15,4-3 11 0,4 0 20 0,4-3 25 16,-1 0 7-16,2 0 21 0,10 0 16 0,-14 0 10 16,14 0 1-16,-9 0-18 0,5 0-10 0,4 0-17 15,0 0-20-15,0 0-11 0,0 0-9 0,21-3-11 16,-21 3-6-16,19 3-10 0,-1-2-3 0,1 9-7 15,3 6 1-15,2 1-4 0,0 0-10 0,3 2-2 0,-3 2-2 16,6 0-2-16,-7 2 1 0,0-1-2 0,0-1-2 0,0 3 1 16,-4-3 4-16,0 0-6 0,-7-7-3 0,0-2 3 15,-4-3-5-15,-1 2-3 0,0-5-9 16,-3 1-2-16,2-3 2 0,-1 1 1 0,-2-3 0 16,1 3 4-16,-3-3-2 0,-1-2 3 0,3 4 1 15,-3-4 3-15,0 0 0 16,1 3 0-16,-1-3 5 0,0 0-3 0,0 0-3 15,0 0 2-15,0 0-29 0,0 0-47 0,0 0-41 16,0 0-60-16,0-15-59 0,0 9-59 0,-1-2-87 16,1-1-400-16,1-3-842 0,3 0 373 0</inkml:trace>
  <inkml:trace contextRef="#ctx0" brushRef="#br0" timeOffset="58151.31">13652 5196 274 0,'0'0'398'0,"0"0"-12"15,-3-4-23-15,3 4-40 0,4-3-35 0,1 0-34 0,3 1-26 16,2-1-47-16,7-1-58 0,2 0-70 0,0 1-77 0,3 3-82 16,8-3-115-16,-3 0-199 0,0-2-455 0,-8 4 201 15</inkml:trace>
  <inkml:trace contextRef="#ctx0" brushRef="#br0" timeOffset="58320.58">13667 5399 229 0,'-6'5'248'0,"-2"0"0"16,4 0 0-16,-2 0-5 0,2-3-6 0,4 1-15 15,0-3-17-15,0 0-22 0,14 2-11 0,0-4-28 16,7-1-53-16,7 1-69 0,1-5-79 0,4-1-84 15,3-1-242-15,-3-1-414 0,3-2 183 0</inkml:trace>
  <inkml:trace contextRef="#ctx0" brushRef="#br0" timeOffset="58652.6">14349 4971 351 0,'0'-3'326'0,"-2"-1"-34"15,2 4-32-15,0 0-23 0,-5-5-29 16,5 5-22-16,0 0-22 0,0 0-12 0,0 0-20 16,15 9-13-16,-8-3-10 0,-1 3-10 0,5-1-14 0,4 5-2 15,4 3-11-15,2 1-10 0,-8-2-8 0,0 1-3 16,1 1-4-16,-1 5-4 0,-8-5-5 0,0 9-4 16,-4-6-3-16,-2 4 1 0,-8 1-4 0,0 1-1 0,-6 0 2 15,-1-2 0-15,-6 1-4 0,1-2 2 0,-2-3 0 0,-1-5 5 16,2 2 4-16,4-5 1 0,4-2-2 15,0-2-1-15,6 0-5 0,-2-3-6 0,5-1 4 16,1-1-2-16,-1 0 2 0,5-3 31 0,-6 6-17 16,6-6 7-16,0 0 0 0,0 0 2 0,11 4-7 15,2-3-5-15,6-2 0 16,4 1-36-16,6-3-36 0,1-2-44 0,1 1-56 16,-1-1-68-16,2-5-94 0,-5 0-269 0,1 0-611 15,-2-1 271-15</inkml:trace>
  <inkml:trace contextRef="#ctx0" brushRef="#br0" timeOffset="58937.13">14389 5263 49 0,'-20'3'331'0,"9"-2"-10"0,1-2-12 0,0 2-1 15,10-1-11-15,-9 0-9 0,9 0-15 0,-9 4-5 16,9-4-6-16,0 0-19 0,0 0-9 0,0 0-19 15,26 0-17-15,6 0-24 0,19 0-15 0,6-2-14 0,10 0-16 16,30-1-10-16,-5 3-15 0,-28 0-12 0,-2-1-10 16,-3 0-3-16,-3-2-1 0,-16 1-17 0,-4-1-14 15,-6 2 8-15,-7 0-2 0,-10-1 12 0,-1 1 8 16,-5-1 5 0,-7 2 4-16,13 0-14 0,-9-2-7 0,-4 2-26 0,0 0-45 0,0 0-57 15,-14-8-77-15,-4 6-67 0,-3 2-78 16,0-3-112-16,-7 2-319 0,5-1-778 0,3 1 345 15</inkml:trace>
  <inkml:trace contextRef="#ctx0" brushRef="#br0" timeOffset="60524.37">3667 7107 137 0,'0'-7'290'0,"0"3"-17"0,0 1-23 0,0-1-24 16,0 4-25-16,0-6-23 0,0 6-24 0,0 0 4 0,0 0-18 16,0 0-18-16,-10 17-9 0,-1 3-13 0,0 6-10 15,-6 5-11-15,-6 12-8 0,4 0-7 0,-5-1-4 16,1-1-1-16,7-10-10 0,-1 0-7 0,0 1-3 15,3-4 1-15,1 1-7 0,3-2 0 0,-3-1-4 16,8-8 1-16,-5-3-9 0,4 1-1 0,3-7 0 16,0-2-2-16,0-1 27 0,0 1 28 0,2-4 28 0,-1 1 39 0,2-4 18 15,-1 5 32 1,-3-5 18-16,4 0-22 0,0 0-18 0,-6-15-24 0,6 4-17 0,1-4-11 0,3-2-12 0,1-9-8 16,0-1-15-1,3 0-5-15,-2-2-14 0,7-2-5 0,-4 0-9 16,5-3-4-16,-5 0-13 0,4 4 3 0,1 0 0 15,-4 4-6-15,-1 1-1 0,0 10 3 16,-1 0 4-16,-5 3 3 0,1 4-4 0,0 1-4 0,-1 2-6 16,2 0-3-16,-4 1-13 0,0 0-5 0,3 3-4 15,-4 1 0-15,0 0-5 0,10 9-1 0,-3-1 5 16,2 6-11-16,1 2 10 0,0 8-2 0,4 2 1 16,-3 3 3-16,0 0-1 0,0 0 9 15,1 3-7-15,-4-1-4 0,-1 3 5 0,1-4 0 0,-3 3 0 16,-1-6 4-16,1 2-7 0,-5-11 4 0,0 0 2 0,0-2-7 15,0-3 3-15,4-3-4 0,-8-3-2 0,4 0-1 16,0 0 3-16,0-2 6 0,0-1 1 0,0-1 6 16,0-3 10-16,4 7 3 0,-4-7 0 0,0 0 3 0,0 0-19 15,0 0-14-15,-13-9-26 0,9 4-16 0,3 2-30 16,-3-4-42-16,0 0-44 0,3 2-38 0,-3-2-30 16,-2 0-39-16,2-1-45 0,0 1-43 0,-1 0-287 0,1 0-702 15,0 1 311-15</inkml:trace>
  <inkml:trace contextRef="#ctx0" brushRef="#br0" timeOffset="60809.35">3399 7568 148 0,'-7'2'251'0,"1"1"-11"0,-1-2-2 16,2 0 1-16,1 2 3 0,4-3 2 0,-6 1-2 15,6-1-6-15,0 0-10 0,-6 0-15 0,6 0-11 16,0 0-21-16,0 0-7 0,16-4-25 0,3 1 7 15,9-4-17-15,6 2-14 0,2 1-13 16,-1-3-9-16,0 1-9 0,-1 2-5 0,-3 0-15 0,-3-2-8 16,-9 4-5-16,-1-1-8 0,-6 1 14 0,-3 1-35 0,-1 1 14 15,-1 0-14-15,-2 0-9 0,-5 0-3 0,8-3-11 16,-8 3 2-16,0 0-5 0,0 0-20 0,5 0-4 16,-5 0-15-16,0 0-14 0,0 0-14 0,-17 3-17 0,12-2-20 15,5-1-23-15,-10 2-22 0,6 1-28 0,4-3-33 16,0 0-63-16,-10 0-267 0,10 0-581 15,0 0 258-15</inkml:trace>
  <inkml:trace contextRef="#ctx0" brushRef="#br0" timeOffset="60995.99">4128 7513 415 0,'0'0'424'16,"0"0"-30"-16,-2 5-28 0,2-5-48 0,0 0-38 0,0 0-31 16,0 0-44-1,0 0-40-15,0 0-65 0,0 0-73 0,0 0-90 16,0 0-98-16,9 0-293 0,-9 0-490 0,10-7 217 16</inkml:trace>
  <inkml:trace contextRef="#ctx0" brushRef="#br0" timeOffset="61426.28">4375 7290 341 0,'-1'-4'425'0,"1"4"-19"16,0-7-26-16,0 7-35 0,-3-4-38 0,3 4-29 15,3-3-30-15,-3 3-36 0,0 0-29 0,0 0-16 16,0 0-16-16,0 0-19 0,0 0-9 0,0 19-16 15,0-7-15-15,0 0-4 0,-3 5-18 0,2 2-2 16,-2 0 2-16,-2 5-9 0,0 2-6 0,-1-9-11 16,2 7-9-16,-1-6 0 0,-2 0-4 0,3-5 1 0,2 1-10 0,-3-2 5 15,1 0-1-15,3-4 2 0,-2-4-18 0,2 3 15 16,-3-4 12-16,4 2 29 0,0-1 33 0,-3-1 44 16,3-3 32-16,0 0-5 0,0 0-18 0,0 0-12 15,-10-12-8-15,6 7-5 0,3-7-6 0,-4-1-7 16,2-3-5-16,2-1-14 0,-1-1-5 0,0-8-5 15,4-2-4 1,-2-1-8-16,0 0 0 0,2 1-5 0,2-1-3 16,1 4-1-16,0 5 7 0,-1 3-1 0,-3 0-2 15,3 8-7-15,-3-2-7 0,2 1-13 0,1 5-1 0,0-1-11 0,-3 1-4 16,4-1-7-16,1 4-30 0,6-1-28 0,-1 3-41 16,2 0-54-16,5 3-47 0,3 0-52 0,4 8-45 15,1-2-47-15,-1 5-44 0,-6 1-78 0,-1-5-432 16,-1 2-951-16,-2-1 421 0</inkml:trace>
  <inkml:trace contextRef="#ctx0" brushRef="#br0" timeOffset="61642.11">4406 7632 105 0,'-10'7'290'15,"4"-1"-5"-15,0-4-9 0,1 3 7 0,1-1-17 31,0-3-2-31,0 2-6 0,4-3-13 0,-5 3-16 16,5-3-16-16,0 0-18 0,0 0-24 0,0 0-23 0,23 0-6 0,-2-3-13 0,8-3-10 0,2 2-11 31,3-1-14-31,-2-4-25 0,0 1-36 0,0 0-41 0,-3 3-38 0,-10 1-41 16,2 0-51-16,-4 0-56 0,0 0-58 0,-5 1-282 16,-1-2-577-16,-6 3 257 0</inkml:trace>
  <inkml:trace contextRef="#ctx0" brushRef="#br0" timeOffset="61842.4">4361 7500 71 0,'-9'0'460'0,"9"0"-14"0,-8 0-24 15,8 0-23-15,-5 0-24 0,5 0-34 0,-4 2-31 16,4-2-35-16,0 0-32 0,0 0-35 0,16-7-52 15,-5 2-52 1,8 3-72-16,3-3-74 0,5 0-71 0,1 1-108 16,-1-4-357-16,2 0-626 0,-1 4 277 0</inkml:trace>
  <inkml:trace contextRef="#ctx0" brushRef="#br0" timeOffset="62027.54">4915 7504 73 0,'-1'2'515'0,"1"-2"-8"16,-4 1-13-16,4-1-20 0,0 0-34 0,-9 3-34 15,9-3-34-15,0 0-41 0,0 0-48 0,0 0-69 16,0 0-95-16,0 0-101 0,0 0-102 0,0 0-100 16,18-8-126-16,-14 8-302 15,2-2-662-15,-1-1 293 0</inkml:trace>
  <inkml:trace contextRef="#ctx0" brushRef="#br0" timeOffset="62560">3192 7946 250 0,'-7'0'247'16,"-2"-1"-7"-16,9 1 2 0,-10 0-9 0,4-2-1 15,2 1-13 1,4 1-13-16,0 0-20 0,-8-2-11 0,8 2-19 15,-4-2-15-15,4 2-11 0,0 0-12 0,0 0-13 16,0 0 0-16,0 0-23 0,0 0-7 0,-10 4-5 0,10-4-9 16,0 0-7-16,0 0-5 0,0 0-6 0,0 0-4 15,0 0 0-15,0 0-8 0,0 0-3 0,0 0 3 16,0 0-6-16,0 0 0 0,-5 0 6 0,5 0-14 16,0 0 5-16,0 0-5 0,0 0 2 0,0 0-4 0,0 0 2 15,0 0-4-15,15 3 8 0,7-5 3 0,10 1 4 16,23-3 5-16,11 0 2 0,47-6-1 0,9 0 6 15,8 2 8-15,6 2-5 0,1-2 21 0,6-5-2 16,1 12 4-16,-5-3 0 0,-11-2-6 0,-14 1-4 0,-13 0-2 16,-9 3-3-16,-31-2-7 0,-6-1 7 0,-2 1 0 15,-19 1 9-15,-3 2 9 0,-10-2 13 0,-8 0 8 16,0 2 9-16,-2 1 14 0,-3-1 14 16,-2 0 4-16,0 0-6 0,-1-1-7 15,-5 2-16-15,0 0-37 0,9 0-58 16,-9 0-72-16,0 0-89 0,0 0-77 0,-13-8-79 15,6 6-110-15,-6-1-369 0,3 2-853 0,-1-1 379 16</inkml:trace>
  <inkml:trace contextRef="#ctx0" brushRef="#br0" timeOffset="66501.97">9202 7260 187 0,'7'-7'236'16,"-4"2"2"-16,1-3-7 0,0 4-1 0,-1-3-12 16,-1 0-12-16,0 4-15 0,-1-6-17 0,-1 5-10 15,-1-1-20-15,-3-1-18 0,0 1-13 0,-3 3-20 0,-6-1-7 0,-4 2-10 16,-4 4-8-16,0-1-8 0,-10 1-5 0,3 5-7 15,-4-1-7-15,3 4-5 0,-3-1-5 0,2 6-3 16,1-3-3-16,0 0 4 0,-1 2-10 0,6 0 0 16,6-4-7-16,2 2 2 0,1-1-3 0,1 3 1 15,5-6-5-15,2 3 8 0,0-1-8 0,4-1-1 16,3 0 0-16,3 0 5 0,2 0-1 0,7-4-1 0,3 5 2 0,5-5 8 16,6-2-8-16,2 0-2 0,3-4 0 0,1-1-2 15,-1 0 4-15,-1-5-1 0,0 1 4 0,-10-4 2 16,8-3 12-16,-1-2 12 0,-4-2 14 0,-1-2 23 15,-4-1 11-15,-3-1 24 0,-2-5 14 0,-2 0-11 16,-3-2 0-16,1-5-6 0,-3 0 2 0,-2-14 1 16,0 15 4-16,-1 2 12 15,-1-5 5-15,-1 4 5 0,-1 3 9 0,2 2 12 16,-4 5 4-16,5 9-3 0,-3-1-13 0,-1 1-11 16,2 2-17-16,-1 5-12 0,0 0-11 0,0 0-17 15,0-2-19-15,-1 2-47 0,1 4-43 0,0 0-47 16,0 0-13-16,0 0 6 0,-5 14 4 0,5-2 4 15,-4 8 17-15,1 6 5 0,1 3 5 0,-1 3 7 16,-2 2 4-16,1 3 5 0,2-2 3 0,-4 11 2 0,4-14 4 0,1-1 4 16,-1 1 3-16,2-3 2 0,2-5 4 0,-2-4 0 15,0-1 3-15,-2-2 2 0,1-2-2 16,1-5 2-16,1-1 3 0,-1 0-2 0,0-1 5 16,0-1-3-16,0-4 5 0,2 2 11 0,-2-1 18 0,1-2 8 15,-1-2 7-15,0 6 5 0,0-6 2 0,-3 3 2 16,3-3 1-1,0 0-2-15,2 3-6 0,-2-3 3 0,0 0-1 16,2 3-4-16,-2-3 4 0,0 0-10 0,0 0-6 0,0 0-12 16,21-6-34-16,-6 1-40 0,14-3-63 0,6-2-95 15,19-5-116-15,2-2-152 0,-3-2-362 16,2-5-910-16,-1 2 403 0</inkml:trace>
  <inkml:trace contextRef="#ctx0" brushRef="#br0" timeOffset="67052.25">9567 7149 186 0,'1'-4'323'0,"-1"-2"-27"0,3 3-31 0,-1-1-27 16,-2 4-19-16,5-4-32 0,0 3-18 0,2 1-22 16,-7 0-10-16,12 2-16 0,-1 5-14 0,-2 1-14 0,0 2-9 15,1 2-7-15,-1 4-7 0,-2 1-8 0,0-1-8 16,-5 4-3-16,3-2-5 0,-3 8-5 15,-4-6-4-15,0-2-1 0,-3 1-6 0,-2-1-4 16,2-1-3-16,-3 1 0 0,1-4-1 0,1-2 3 0,0-3-9 0,1-1 4 0,3-3 3 16,-2-1 18-16,1 1 29 0,1-2 37 15,-2 0 31-15,4-3 7 0,0 0-20 0,0 0-9 16,0 0-13-16,14-20-11 0,-5 11-7 0,5-6-9 0,4-3-11 16,-2-1-3-16,3 0-2 0,2-4-10 15,-2-1-8-15,2 2 3 0,-6 2 1 0,-2 5 15 16,1 2 10-16,-6 2 19 15,-1 4 11-15,-2-3-2 0,2 5-8 0,-3 2-13 16,-2-3-8-16,1 3-8 0,1 1-20 0,-2-1-22 16,-2 3-12-16,0 0 2 0,0 0-10 0,-2 17 2 15,-2-9 4-15,1 6-3 0,-2 2-2 0,2 2 4 16,-2 1-6-16,3 0 4 0,3 1-1 0,0 4 2 0,6-7-8 16,-1 3-10-16,7-6-15 0,2 2-23 15,12 0-47-15,1-4-63 0,4-1-64 0,18-3-81 0,-8-4-104 0,8-4-297 16,-8 0-767-16,-5-3 339 0</inkml:trace>
  <inkml:trace contextRef="#ctx0" brushRef="#br0" timeOffset="67722.5">8782 7745 17 0,'-4'1'201'16,"4"-1"-12"-16,-7 0-11 0,7 0-6 0,-7-2-9 16,7 2-10-16,0 0-13 0,0 0-11 0,0 0-10 15,-9 1-6-15,9-1-9 0,0 0-5 16,0 0 4-16,0 0-4 0,0 0 1 0,0 0 1 0,0 0-4 16,0 0-4-16,-6 0 0 0,6 0-5 0,0 0-6 15,0 0-9-15,0 0-7 0,0 0-6 0,0 0-10 0,0 0-3 16,0 0-3-16,0 0-2 0,0 0-8 0,0 0 1 0,0 0 7 15,0 0 5-15,23-3 5 0,-4 0-4 0,14-1-4 16,20-6 2-16,9 0-9 0,37-5-2 0,12 1 6 16,10-4 8-16,11 2 6 0,11 4 0 15,3 0 10-15,-1-1 9 0,5 1 2 0,-3 3-1 0,-3 4-6 16,-15-2-6 0,-19 3-5-16,-14-1-9 0,-34 2-1 0,-4 0-6 15,-7 1 0-15,-18 0-5 0,-3 0-14 0,-10 1 19 16,-8 2 16-16,-1-2 16 0,-1-1 19 0,-4 2 6 0,0-2 1 15,-2 2-15-15,-4 0-37 0,0 0-32 16,0 0-55-16,-17-12-44 0,4 11-42 0,-6-2-41 16,-1 3-47-16,-11 0-71 0,9-1-88 0,-5 1-244 15,6-3-665-15,0 3 295 0</inkml:trace>
  <inkml:trace contextRef="#ctx0" brushRef="#br0" timeOffset="68724.98">9596 8078 41 0,'-3'-5'256'0,"2"-3"-7"15,2 1-12-15,-1-4-7 0,2 1-5 0,-1 1-2 16,0-1-4-16,1-1-10 0,-1 4 2 0,-1 1-11 0,1 1-16 15,0 1-14-15,-1-1-22 0,2 2-15 16,-2 3-18-16,0-5-13 0,0 5-19 0,0 0-14 16,0 0-6-16,0 0-9 0,-3 19-4 0,1-2-2 15,-2 3 5-15,-1 5-16 0,-3 4-6 0,-2 0-3 0,1 1-2 0,1 3 0 16,-2-1-2-16,5-1-2 0,0-1-5 0,2 2 4 16,-2-3-5-16,2 0-3 0,2-3 0 0,1-7 3 15,0-1-3-15,0 1 1 0,1-7-3 0,-1 1-4 16,3-5 0-16,-3 2-4 0,0-6 2 0,1 4 7 15,-1-5-7-15,0-1 5 0,0 3-1 0,4-2 0 16,-4-3-1-16,0 4 4 16,0-4-9-16,0 0-20 0,0 0-27 0,0 0-14 15,3-14-21-15,-2 11-25 0,-1-6-21 0,1 2-15 16,2-6-6-16,-3 1-5 0,1-2-7 0,-1-1 2 16,0-2 9-16,3-3 21 0,-3 1 16 0,-3-7 3 15,-1-1 18-15,3 4 24 0,-3-2 31 0,-1 5 28 16,1-4 20-16,-6-2 25 0,6 2 29 0,-4 4 14 15,2-3 11-15,0 4 23 0,-2 3 7 0,0-1 10 0,3-3 17 0,-1 2 12 16,1 2 5-16,1 3 7 0,0 1 0 0,2 3-3 16,-1-1-9-16,0 2-8 0,2 1-15 0,0 2-12 15,0-3-15-15,1 3-15 0,1 0-10 0,0 1-11 16,4-2-10-16,2 2-9 0,3 1 2 0,3-1-15 16,4-1-6-16,4 4-5 0,7 1-4 0,-1 1-1 15,5 2-6-15,-3 2-5 0,2 2 0 0,2 2-3 0,-5 3-8 0,2 0-1 16,-4 3 1-16,-3 2-9 0,-1 1-5 0,-4 0-3 31,-1 4-2-31,-8-7 0 0,-3 1-1 0,-3 2 0 0,-3-1-4 0,-5 3 10 0,-2-3 1 0,-7-1 9 16,-5 3-1-16,-3-3 0 0,-6 4 1 15,0-8 8-15,-3 1 3 16,-1-2-3-16,0-1 12 0,2-3 10 0,-1 1 11 0,3-4 6 16,9 1 6-16,1-2 10 0,1-3-2 15,7 2 2-15,1-2-6 0,1 3-3 0,2-2 3 0,1 0-6 0,5-1-7 16,-8 0-7-16,4 0-13 0,4 0-12 15,0 0-8-15,0 0-12 0,0 0-14 0,0 0-17 0,13-5-26 16,-5 3-29-16,6 0-55 0,-4 1-35 0,4-3-38 16,-2 2-45-16,2 0-59 0,1-3-71 0,-1 1-292 15,-2 0-744-15,4 1 329 0</inkml:trace>
  <inkml:trace contextRef="#ctx0" brushRef="#br0" timeOffset="69357.5">11764 7504 56 0,'0'0'317'16,"-7"-2"-12"-16,7 2-18 0,-4 0-11 0,4 0-15 16,-4-5-12-16,4 5-18 0,0 0-13 0,-5-2-15 0,5 2-18 15,0 0-15-15,0 0-20 0,0 0-21 16,8-5-5-16,-3 4-21 0,5-3-4 0,0 2-12 15,2-2-24-15,6-1-25 0,-3 2-30 0,4 0-39 16,0-1-46-16,-6 1-37 16,5 3-38-16,-4-3-34 0,1 3-43 0,-3-2-233 15,-4 1-500-15,-1 2 221 0</inkml:trace>
  <inkml:trace contextRef="#ctx0" brushRef="#br0" timeOffset="69504.64">11791 7595 59 0,'-10'7'240'0,"-1"-2"-10"15,-1 1-6-15,6-2-8 0,1 0-7 0,1 0 0 0,-1-1-5 0,1-2-6 16,0 2-5-16,4-3-11 0,0 0-8 0,0 0-10 16,0 0-21-16,20 0-7 0,0-4-13 0,8-1-18 15,4-2-8-15,3-1-33 0,5 3-44 0,-1 1-53 16,12-3-67-16,-13 2-75 0,0 0-106 0,-1-2-153 0,-1 4-470 16,-4-4 208-16</inkml:trace>
  <inkml:trace contextRef="#ctx0" brushRef="#br0" timeOffset="70228.19">13363 7211 280 0,'-4'-9'279'0,"-1"0"-20"0,-1 0-22 15,-4 2-16-15,-1 0-28 0,0 2-17 0,-5-1-17 16,-2 1-17-16,-2 3-13 0,0-1-14 0,-10 3-5 16,2 0-17-16,0 3-13 0,0 2-5 0,1 1-8 15,-1 3-8-15,-1 3-4 0,2-3-5 0,1 2-9 16,5 2-7-16,5-3-4 0,-3-1-3 0,5 3-1 15,1-2-4-15,5-1-2 0,2 1 0 0,1 0-2 0,1 2 0 0,3-3-1 16,2 1-2-16,5 0 11 0,1 0-8 0,3-3 2 16,7 1-5-16,-1-1 1 0,6-1-1 0,-3-2 1 15,3-3-2-15,1-1 3 0,-1-3-1 0,1 1 7 16,-5-7 9-16,1 4 26 0,-3-5 10 0,1 0 13 16,-3-4 16-16,0 0 12 0,-5-2-2 0,5-5-2 15,-4-6-10 1,-2 4-4-16,2-7 0 0,-5-1-2 0,2 0-6 0,-1-4-3 15,-2 1 1-15,1-12 1 0,0 11 5 0,-5 3 12 16,4 3 27-16,-3 4 13 0,-1 7 8 16,0 5 4-16,0 1-13 0,3 3-6 0,-3 1-17 0,0 3-17 15,0-2-15-15,-2 2-30 0,1 3-39 0,1 2-45 16,-1-5-27-16,1 5 2 0,0 0 10 0,-10 17 1 16,6 4 6-16,-5 6 7 0,1 5-2 0,-2 0 9 0,1 4 4 15,4-2 0-15,-3 2 8 0,7-2 1 0,-4 0-10 0,5-1-8 16,-2-6-3-16,2 0-5 0,0-5-13 0,0-4-21 15,3-3-19-15,1-2-12 0,-4-3-21 16,4-1-18-16,-3-1-16 0,-1-2-7 0,1-2-17 16,3-1-30-16,0-2-49 0,-4-1-46 0,14-8-288 0,-5 3-646 15,0-4 286-15</inkml:trace>
  <inkml:trace contextRef="#ctx0" brushRef="#br0" timeOffset="70745.55">13414 7003 265 0,'4'-7'305'0,"-4"3"-9"0,0-1-8 0,1 0-30 15,-1 5-23-15,0-5-22 0,3 2-29 0,-3 3-16 16,0 0-12-16,0 0-30 16,0 0-9-16,0 0-15 0,0 0-8 0,0 0-9 15,-4 18-7-15,1-8-7 0,6 1-7 0,-7 1-8 16,5 3-4-16,2-1-3 0,-3 3-3 0,4-2-5 16,0-1-1-16,1-1-9 0,1-2-6 0,2-1-2 15,-3 1-3-15,0-6-6 0,2 1-2 0,-1 1 4 16,-2-4-5-16,-1 1 1 0,0-3 3 0,-3-1-4 15,10-3 1-15,-2 0 3 0,-4-1 19 0,1-3 6 0,-1-1 8 0,2-1-8 16,-2 0 4-16,2-4 10 0,-2 4 5 0,3-4 3 16,-2 1 5-16,0 1 23 0,-1-2 9 0,1 7 1 15,-3-2-1-15,1 3-8 0,-2 1-10 0,2-3-13 16,-1 3 2-16,-2 4-27 0,1-3-22 0,-1 3-19 16,0 0-9-16,0 0-2 0,8 8 9 0,-8 3-4 0,2 2-9 15,-2 6 5 1,0 8 3-16,0 2-6 0,0 3 4 0,-2-1 2 15,-2 3 0-15,-1 2 12 0,0-1-8 0,1-1 6 16,-2-1-5-16,-2-4-1 0,3 3-1 0,-1-6-2 16,2-7 5-16,-1 1 2 0,1-5-8 0,-1-2 7 15,1-5-3-15,1 4 6 0,1-8 17 0,1 1 31 16,2 2 35-16,-5-6 14 0,4-1-10 0,-9 0-2 16,4-5 3-16,4-3 10 0,-7 3 14 0,5-6 8 0,0 3-1 0,0-5-10 15,3-5-10-15,4-6-1 0,1-1-20 0,3-3-5 16,7-3-15-16,0 1-24 0,11-12-10 0,3 2-10 15,-6 13-8-15,4 0-11 0,0 5-5 0,-1 0-27 16,0 4-31-16,3 1-37 0,-3 2-42 0,0 5-45 16,-1 1-50-16,-7 4-41 0,-5 3-57 0,0 2-47 15,-3 2-392-15,-2-1-839 0,-3 3 371 0</inkml:trace>
  <inkml:trace contextRef="#ctx0" brushRef="#br0" timeOffset="71230.92">13018 7613 13 0,'-22'4'273'16,"4"1"-19"-16,1 1-6 0,6-1 1 0,-1-3-3 16,5 1-1-16,-1-2-5 0,3 0-7 15,0 2-8-15,5-3-21 0,-7 0-7 0,7 0-19 0,-6 2-14 16,6-2-14-16,0 0-16 0,-3 1-5 0,3-1-18 15,0 0-7-15,0 0-12 0,0 0-6 0,0 0-10 0,0 0-9 16,0 0-1-16,0 0-8 0,0 0 1 0,0 0-7 0,0 0-5 16,0 0-3-16,0 0-7 0,0 0-5 0,0 0-4 15,0 0-8-15,0 0 5 0,0 0-3 16,0 0-5-16,0 0-3 0,0 0 2 0,0 0 1 16,0 0-2-16,0 0 1 0,0 0 3 0,0 0-1 0,0 0-1 15,0 0 5 1,0 0-10-16,0 0 14 0,0 0 0 0,0 0 2 15,0 0 0-15,0 0 0 0,0 0-3 0,0 0 9 16,0 0-3-16,15-3-6 0,4-4 2 0,8 2-8 0,9-3 2 16,16-1-2-16,9-2-4 0,34-2 1 0,-4-3-3 15,2 5-3-15,4-2 2 0,-2 2-2 0,3-4 3 16,-7 7 21-16,-30 2 0 0,2-1 3 0,-11 1 1 16,-14 4 5-16,-6-3 9 0,-11 4 17 0,-2-2 15 0,-5 3 13 15,-5-1 9-15,0 0 6 0,-4 0-2 0,2 0-2 16,-1 1-10-16,-6 0-16 0,6-3-21 0,-6 3-37 15,0 0-45-15,0 0-63 0,0 0-62 0,-24-1-79 0,11 1-60 16,-5 1-57-16,5 2-93 0,-4-2-343 16,1 0-844-16,4-1 374 0</inkml:trace>
  <inkml:trace contextRef="#ctx0" brushRef="#br0" timeOffset="75317.47">13522 7831 140 0,'0'0'213'16,"-2"-4"-17"-16,1 1-13 0,1 3-17 0,-6-3-14 16,6 3-14-16,-8 0-12 0,8 0-8 0,-13 1-10 0,7 1-1 0,-5 4-3 15,1-1-6-15,-6 3-12 0,0 2-7 0,-2 0-1 16,2 4-7-16,-5 3-4 0,2 0-8 0,2 1-1 16,1 3-6-16,0-1-3 0,5-1-3 0,-2 2-6 15,2-3-1-15,3 0-4 0,3-1 0 0,0-1-4 16,1 0 11-16,3-4 4 0,2 1-1 0,2-1 0 15,0-1 5-15,4 2-4 16,2-5 12-16,4 3-12 0,1-4 1 0,4 1-4 16,1-3 3-16,5-3 2 0,4-2-4 0,3 0-6 15,-2-2 8-15,-2-3-1 0,0-3 1 0,-6 3 12 16,-4-7 6-16,1 4 9 0,6-8 1 0,-11 4-2 16,6-7-2-16,-6 2-4 0,-3-5-7 0,3 0 0 15,-8 1-2-15,3-4-8 0,-3 1 11 0,-5 3 14 16,0-3 6-16,0 5 7 0,-4 3 0 0,-1-1 3 0,-3 3-2 0,2-2-7 15,-3 4-7-15,4 2-8 0,-3 1-6 0,-1 1-6 16,3 2-9-16,-3 1-5 0,0 0-8 0,1 3-1 16,-2 2-9-16,1 1-5 0,1 3-17 0,0 2-2 15,0 2-6-15,-1 5 5 0,1 4-1 0,2 2 3 16,0 8-5-16,0 0 6 0,5 5-4 0,2-2 5 16,3-1-2-16,0 4-1 15,1-3 0-15,4 0-4 0,0-1 9 0,3 1-1 16,0 0-5-16,-1 0 7 0,1-4-2 0,-3 2-2 15,-1-4 0-15,-2 2-1 0,-3-3-1 0,2-2 3 16,-5-3 1-16,-5 0-2 0,-1-3 2 0,-1 2 5 16,-4-2-2-16,-5-3-1 0,-7 3 4 0,-2-2-3 15,2-3 6-15,-4 0-2 0,0-1-3 16,-4-1-3-16,7-3 8 0,0-1-3 0,5-1-5 0,0-1 2 0,2-2-3 0,5 1 6 16,6 1-1-16,0-2-7 0,-2 0-8 0,3 0-13 15,5 0-16-15,-6 1-24 0,6-1-44 0,0 0-46 16,0 0-52-16,21-10-48 0,-3 2-60 0,9-5-384 15,2 4-754-15,3-2 334 0</inkml:trace>
  <inkml:trace contextRef="#ctx0" brushRef="#br0" timeOffset="79879.86">13030 7005 120 0,'2'-3'175'0,"2"0"-5"0,1 0-3 0,-2 1-9 0,-3 2-12 16,2-5-15-1,-2 5-13-15,4-2-11 0,-4 2-14 0,0 0-9 16,0 0-4-16,-14 12-4 0,-1-2-4 0,-15 13-2 16,-17 11 0-16,-30 21 0 0,1 8-3 0,-8-3-3 15,-8 3-2-15,-8 4-6 0,-9 8-5 0,-9-3 3 16,0-2 15-16,-5 0 1 0,4-3 4 0,7-6 6 16,4-2 2-16,7-1 12 0,8-8-1 0,9-8 0 15,27-12-7-15,1 0-11 0,1 0 4 0,10-4-11 16,2 3-1-16,14-11-2 0,-1 0-9 0,4 2-5 0,4-4-12 15,4-3 1-15,5 1-2 0,-1-3-11 0,5-1 2 16,-5 1 0-16,9-3-4 0,-1 0-2 16,0 1-9-16,3-1-11 0,-1-1-14 0,-1-1-18 0,2-1-16 15,-1 0-18-15,2 0-19 0,-3 0-21 0,2 1-28 0,-2-5-40 16,-1 1-67-16,-2-2-239 0,-2-2-515 0,-7-3 228 16</inkml:trace>
  <inkml:trace contextRef="#ctx0" brushRef="#br0" timeOffset="80296.57">9807 7195 231 0,'-10'-16'233'0,"-3"0"-17"15,8 3-12-15,-3 2-15 0,2 1-15 0,-2 1-10 0,7 4-9 16,-3 0-11-16,3-2-17 0,-2 3-11 0,3-1-14 16,0 1-10-16,0 4-12 0,13-2-9 0,-3 2-7 15,8 3-7-15,14 6-9 0,5 6-4 0,19 8-3 16,4 6-6-16,30 14 0 0,4 5-4 0,6 1-4 0,6 5 3 16,5 5 2-16,0-1-3 0,9 4 1 0,-1 6 2 15,4-2 1-15,2 4-2 0,-3-7-6 0,1 3 2 0,-5-6-6 16,-7-3-1-16,-10-3 2 0,-5-8-2 0,-5-4 3 15,-34-14 7-15,1-1 3 0,-7 0-1 0,-3-3-3 16,-14-5 0-16,-1-2 4 0,-5-1 1 0,-2 1-4 16,-4-2 0-16,-6-6-3 0,0 2-5 0,-5-4 2 15,-2 1-7-15,-2-4 4 0,-2 0-4 0,1 1-2 16,-3-1-2-16,3-2-4 16,-4 0-12-16,-2-2-7 0,5 3-34 0,-5-3-47 15,0 0-54-15,0 0-38 0,5-13-43 0,-2 6-241 16,3-3-505-16,-1 0 223 0</inkml:trace>
  <inkml:trace contextRef="#ctx0" brushRef="#br0" timeOffset="80580.92">13617 7372 135 0,'0'0'284'0,"0"0"-36"0,0 0-23 0,0 0-24 0,-12 14-20 16,1 3-20-16,-8 7-15 0,-10 14-16 0,-2 4-10 15,-3 9-4-15,-19 19-11 0,1-2-7 0,11-19-11 16,-19 23-7-16,4-3-5 0,14-22-8 0,-16 16-15 15,17-22-35-15,-1 1-40 0,1-2-66 0,1-2-100 0,3-5-183 0,7-10-402 16,3-8 179-16</inkml:trace>
  <inkml:trace contextRef="#ctx0" brushRef="#br0" timeOffset="82044.86">17351 6957 83 0,'1'-9'232'0,"2"-1"-13"0,-2 1-13 0,-2 0-13 16,1-1-9-16,-4 2-9 0,3-4-17 0,-7 7-14 15,6-2-5-15,-2 2-17 0,-4-2-8 0,-1 2-17 0,-1 3-5 0,-3 1-11 16,-5-2-10-1,0 3-8-15,-2 5-10 0,-2-4-2 0,3 5-4 16,-8 4-7-16,3 3-6 0,0-1-1 0,-2 6-3 16,8-2-4-16,2-2-4 0,3 1-2 0,0 2-3 15,0 0-1-15,4-1-1 0,-3 6-4 0,6-6 4 16,1 2-3-16,3-1 0 0,2-2 0 0,2 2 0 16,5-3-1-16,-1-2-1 0,3-3 1 0,0-1-1 0,1 0 0 15,4-4 7-15,-1 0 2 0,0-2 9 0,3-5 12 16,2-2 12-16,-1-2 21 0,2-3-1 0,-1-8 12 15,2 0 6-15,-3-4 12 0,-3-2 0 0,-1-3 0 16,0-3 1-16,-2-3-9 0,3-1 2 0,0-10-14 16,-2 9-4-16,-1-11-12 0,-2 11-17 0,1 1 4 15,-1 0-3-15,-1 1 16 0,-3 4 1 0,3 2 6 0,-6 8 8 0,2 0 14 16,-1 7-2-16,-2 1-5 0,3 2-7 0,-3 2-15 16,-1 0-12-16,0 2-24 0,0 2-40 0,3 0-42 15,-3 3-30-15,0 0 5 0,0 0 7 0,-3 18 2 16,1-1 14-16,-5 9 0 0,6 2 12 0,-3 2 0 15,-1 5 18-15,0 1-14 0,5 13 17 0,1-5-12 16,2-9 21-16,2-1-1 16,-4-2-1-16,4-1-6 0,-1-5 19 0,1 0-9 15,-1-7 1-15,0-4 9 0,-3-2-10 0,2-3 12 16,3-1-1-16,-5 2-16 0,1-5-5 0,-1 0 6 16,0-2-23-16,-1-2-5 0,0-2-7 0,0 6-17 15,0-6-8-15,0 0-52 0,0 0-72 0,0 0-69 16,0 0-315-16,-19-13-630 0,15 4 279 0</inkml:trace>
  <inkml:trace contextRef="#ctx0" brushRef="#br0" timeOffset="82430">17585 6771 180 0,'13'-6'242'16,"-3"1"-4"-16,-1 1-18 0,2 0-21 0,-3 2-14 15,-1 1-20-15,0 1-19 0,2 1-5 0,0 3-8 0,0-1 2 0,0 5-19 16,-1 1 5-16,-2 3-14 0,-1 5-9 0,-1 8-4 15,-1-4-10-15,-3 4-4 0,-2 2-6 0,0-1-8 16,-1-3-4-16,-5 2 2 0,1-1-13 0,-3 1-3 31,1-9-6-31,1 1-4 0,-1-3 7 0,3-2-1 16,-1-2 4-16,2-3-3 0,3 0 14 0,-1-2 25 16,2-2 37-16,-2 2 36 0,3-5 44 0,-1 3 41 0,1-3 24 15,0 0-22-15,0 0-30 0,5-12-20 0,0 1-23 0,4-3-13 16,4-3-20-16,1-9-16 0,6 3-13 15,-2-3-9-15,0-1-12 0,1 8-6 0,-1-1-13 16,-5 6-2-16,-3-1-7 0,-6 5-6 0,1 4-1 16,3-2-16-16,-6 4-8 0,2-1-19 0,0 4-25 0,-3-4-33 15,-1 5-18-15,0 0 7 0,7 12 7 0,-5-1 3 0,1 5 4 16,-2 2-8-16,7 5-3 0,-3 2-26 0,3 1-34 16,1-1-26-16,-1-1-36 0,1 4-36 0,2-6-54 15,1 0-61-15,-1-6-76 0,-4-3-306 0,7-1-769 16,-5-4 340-16</inkml:trace>
  <inkml:trace contextRef="#ctx0" brushRef="#br0" timeOffset="82902.32">17121 7403 238 0,'-21'3'287'0,"8"-2"-14"0,4 0-10 16,1-1 5-16,-1 3-20 0,3-2-10 0,0-1-9 16,6 0-13-16,-10 1-21 0,7 1-15 0,3-2-13 15,0 0-16-15,0 0-15 0,-8 0-16 0,8 0-7 16,0 0-14-16,0 0-8 0,-7 2-11 0,7-2-5 16,0 0-6-16,0 0-11 0,0 0 0 0,0 0-4 15,0 0-10 1,0 0 1-16,0 0-11 0,0 0 1 0,0 0-5 0,0 0-3 15,0 0-2-15,0 0 0 0,0 0-15 0,0 0 11 16,0 0-4-16,-5 0 4 0,5 0-1 0,0 0-1 16,0 0 3-16,0 0-4 0,0 0-5 15,0 0-2-15,0 0 4 0,0 0-3 0,0 0-3 0,0 0-2 16,0 0 4-16,17-5 9 0,1 1-10 0,11 2 6 16,7-4-5-16,19-3 2 0,4 4-1 0,31-7-6 0,2 6 1 15,0-5-3-15,-28 8 12 0,33-4 3 0,-6 0 13 16,-29 3-2-16,1 0 0 0,-4 1-5 0,-5 2 2 0,-16-4 1 15,1 3-9-15,-7-1-2 0,-11 2 2 16,-3-1-2-16,-6 2-2 0,-1-2 1 0,1 0 4 16,-6 2 5-16,-1 0 6 0,0-3-3 0,-5 3-3 15,9 0-8-15,-9 0-18 0,4-2-21 0,-4 2-39 0,0 0-30 0,0 0-35 16,-26 2-29 0,9 1-36-16,-3 1-44 0,1-2-42 0,-2 2-356 0,0-2-684 0,-1 3 302 15</inkml:trace>
  <inkml:trace contextRef="#ctx0" brushRef="#br0" timeOffset="83469.31">17663 7529 92 0,'0'0'370'0,"0"0"-35"0,0 0-35 0,-5 4-31 15,5-4-31-15,0 0-20 0,0 0-28 0,9 3-21 0,-4 0-19 0,-1-2-16 16,3 8-15-16,-4-2-10 0,5 0-12 0,-5 3-12 16,0-1-6-16,0 4-9 0,-1 3-7 0,-4-2-10 15,-4 6 1-15,1-4-7 0,-4 1-3 0,-2 0-6 16,-1-1-5-16,1 1-2 0,-1-3 0 0,2-2-8 16,0-3 9-16,1 1-11 0,3-5 4 0,2 1-1 15,-1-2 13 1,0 1 13-16,2-2 32 0,-1 0 31 0,3-1 20 0,1-2 28 15,0 0-1-15,0 0-16 0,0 0-12 0,14-13-16 16,-1 3-15-16,5-4-12 0,2-1-6 0,4-6-11 16,3 0-6-16,3-1-4 0,-4-1-10 15,1 0-2-15,-1 2-9 0,-1 2 0 0,-4-1 13 0,-6 8 15 16,-5 1 13-16,-1 0 5 0,-1 6 2 0,-2 0-9 16,1-1-5-16,-3 1-8 0,1 3-12 0,-3 1-17 0,2 0-21 0,-4 1-14 15,0 0-8-15,0 0 0 0,-5 11 2 0,-1-1 2 16,-1 7-7-16,-3 2 8 0,1 3 0 0,1 4 0 15,2-6 0-15,2 5 0 0,0-6 1 0,4 0 1 16,3 1 7-16,1-4 5 0,6 1 11 0,5 3 7 16,7-4 4-16,4-1 2 0,8-6-2 0,16 0-4 15,3-4-3-15,3-4-2 0,1-5-3 0,-1 1 1 0,-2-2-5 0,-14 2 2 16,13-4-2-16,-20 0-6 0,-2 2 0 16,-11 0 3-16,-2 1-3 0,-4 3 0 0,-2-3 1 0,-2 1-2 15,-2 1 6-15,-3 1 5 0,0-2-2 0,0 2-2 16,-5 1-17-16,2-3-32 0,-2 3-30 0,0 0-31 15,-8-4-46-15,8 4-48 0,-13 0-45 16,4 0-38-16,0 2-39 0,-2 0-47 16,2-2-70-16,-2 3-332 0,4 1-817 0,-1-4 362 15</inkml:trace>
  <inkml:trace contextRef="#ctx0" brushRef="#br0" timeOffset="85536.45">19103 7161 219 0,'0'0'215'16,"0"0"-8"-16,-5-2-10 0,5 2-13 0,0 0-10 15,0 0-16-15,-5-2-12 0,5 2-12 0,0 0-10 16,0 0-6-16,0 0 2 0,0 0-13 0,0 0 2 16,0 0-4-16,0 0-3 0,0 0-3 0,0 0-13 0,0 0-5 0,0 0-10 15,10-5-6-15,3 2-9 0,1-4-4 0,6 2-5 16,1 0-3-16,4-2-7 0,2-1-13 0,1 3-30 16,-5 1-33-16,-1 2-35 0,-3 2-36 0,-1-3-42 15,2 0-33-15,-5 2-65 0,-4 0-128 0,-1-1-409 16,1 4 182-16</inkml:trace>
  <inkml:trace contextRef="#ctx0" brushRef="#br0" timeOffset="85708.43">19214 7207 139 0,'-15'4'216'0,"6"2"-8"0,0-2-17 0,1-1-5 16,2 0-6-16,1-1-3 0,0 0-8 0,2 0-8 15,3-2-8-15,-6 3-7 0,6-3-7 0,0 3-2 16,0-3 0-16,0 0-7 0,15 1-14 0,0-1-11 0,3-1-11 15,11-2-6-15,1-1-9 0,2 3-14 0,0-3-24 0,4 1-44 16,0 0-47-16,-1 2-61 0,5-4-77 0,-7-3-264 0,4 3-487 16,-1-2 215-16</inkml:trace>
  <inkml:trace contextRef="#ctx0" brushRef="#br0" timeOffset="86423.56">20950 6770 311 0,'0'-10'301'0,"-2"2"-15"0,2 1-14 15,-4-3-13-15,1 3-21 0,-3-3-16 16,-1 3-27-16,-2-1-21 0,-3 1-17 0,-4 2-16 0,-1 0-17 15,-6 1-12 1,-4 1-10-16,-1 3-12 0,0 0-11 0,-3 3-6 16,2 3-11-16,0 1-3 0,-1 1-8 0,1 0-5 0,-2 3-5 15,3 1-8-15,1-1-3 0,11-2 0 0,-2 3-2 16,4 0-8-16,0 0-1 0,5 1-3 16,2-1 3-16,1 0-8 0,2-2 6 0,2 2 11 15,4 0-17-15,1-1 0 0,2-1 2 0,1-3 3 0,4 1-1 16,4-3-7-16,3-4 5 0,3 2-2 0,2-5-2 0,-4 0-3 15,5-2 19-15,-4-2 0 0,7-4 12 0,-3-4 9 0,-4 4 6 0,-1-4 15 16,0-5-2-16,0-3 6 0,-2 1-6 0,0-2 0 16,-4-2-4-16,2-3-4 0,-1 0-4 0,-4-5-3 15,4 0-8-15,-4-1 19 0,-4 0 6 0,4 1 9 16,-3 3 8-16,-4 1 15 0,0 8-4 0,-2 1 18 16,0 8 0-16,0 0 1 0,0 2-10 0,0 4-7 15,0 0-14-15,0-1-14 0,0 3-31 0,0 4-32 16,0-5-48-16,0 5-15 0,0 0 6 0,0 0 4 15,-6 21 3-15,2-4 5 0,-5 9 3 0,4 3 7 0,0 3 0 16,-2-2-3-16,3 2 14 0,-2-1-2 16,2 2 7-16,4-4 1 0,0-1 6 0,3-1-2 15,-2-2-2-15,-1-6 6 16,5 0-13-16,-4-4-3 0,2-3-17 0,-2 0-21 16,2-4-23-16,-2 1-22 0,-1-4-32 0,4 2-21 15,-3-1-25-15,-1-2-23 0,3 0-23 0,-3-4-57 16,5 0-343-16,-5 0-678 0,10-7 299 0</inkml:trace>
  <inkml:trace contextRef="#ctx0" brushRef="#br0" timeOffset="86925.21">21048 6551 160 0,'0'-2'315'0,"1"-3"-15"16,-1 5-21-16,2-5-23 0,-2 5-26 0,0 0-22 15,3-3-23-15,-3 3-19 0,0 0-21 0,0 0-15 16,0 0-13-16,0 0-10 0,4 10-10 0,0-3-13 15,0 1-8-15,0-1-9 16,1 3-10-16,0 1-5 0,2-2-3 0,-1 0-6 16,1 0-8-16,0-1-12 0,0-1-3 15,-2-2-2-15,1 0 1 0,0-1-7 0,3 0 1 0,-3-3-2 16,-1-1-2-16,2 0 4 0,-1-1-4 0,1-3 2 16,1-1 10-16,0-2 8 0,-3 0 9 0,3-4-2 15,-2-2 5-15,-2 0 2 0,1 2 3 0,0 0 13 16,-1 0 10-16,0 1 0 0,-3 3 7 0,2 2 0 0,2-3 10 0,-4 3-13 15,2 1-13-15,-2 0-14 0,3 2-7 0,-4 2-23 16,1-3-18-16,-1 3-5 0,0 0 7 16,4 9-4-16,-4 1 2 0,0 4-2 0,-1 1 1 15,1 7 1-15,-3 4-1 0,3 4-3 0,-4 1 12 0,-1 0-9 16,-1 1 6-16,2 0 14 0,0 3 1 0,-3-1-20 16,4-3-1-1,-3-1 0-15,-2 0 4 0,4-5-1 0,-1-7 0 16,2-3 10-16,-2-4-12 0,1-1 4 0,1 0 5 15,-2-4 14-15,1-1 11 0,-1-2 2 0,-2-2 17 0,1-1 5 16,6 0 11-16,-15-6 15 0,8 1 9 0,1-3 10 16,-1-1 12-16,2-5 0 0,2-3-7 15,3-9-10-15,3-2-7 0,5 1-11 0,2-5-11 16,7 0-20-16,-2-2-4 0,7 4-14 0,-3 2-1 0,5 2-8 0,2 3-16 16,-2 4-16-16,0 0-26 0,-1 5-36 0,3 1-41 15,-6 2-39-15,1 6-45 0,-5 0-39 0,-2 4-53 16,-1 1-52-16,-4 3-351 0,0-1-752 0,-4 1 334 15</inkml:trace>
  <inkml:trace contextRef="#ctx0" brushRef="#br0" timeOffset="87441.79">20399 7256 307 0,'-22'2'299'0,"4"2"-7"0,5-1-10 0,3-1-1 0,4 1-4 16,1-3-5-16,-3 2-13 0,2-1-21 0,6-1-9 15,-7 0-28-15,7 0-12 0,0 0-21 0,0 0-17 16,0 0-15-16,0 0-15 0,0 0-22 0,0 0-1 0,0 0-5 16,0 0-14-16,0 0-6 0,0 0-8 0,0 0-3 0,0 0-5 15,0 0-10-15,0 0-5 0,0 0-5 16,0 0-6-16,0 0 0 0,0 0-9 0,0 0 1 15,0 0-4-15,12-8-7 0,-12 8-9 0,0 0 16 16,0 0-10-16,0 0 2 0,0 0 0 0,0 0 12 0,0 0-20 16,0 0-1-16,0 0 3 0,0 0-1 0,0 0-7 15,0 0 23-15,0 0-17 0,0 0-5 0,0 0 15 16,0 0-13-16,0 0 1 0,0 0-2 16,0 0 8-16,0 0-8 0,0 0 20 15,0 0-14-15,0 0 3 0,21 0 10 0,-1-4 3 16,10-1-4-16,7-1-5 0,23-6 6 15,31-2-3-15,5-4-5 0,2 2 2 0,6 1-5 16,1-1 1-16,4 3-6 0,-5-1 9 0,-3 2-4 0,-3 4 9 16,-35 2-8-16,-2-1 1 0,-3 1-1 15,-20 2 2-15,-1 3-4 0,-10-4 14 0,-5 5 15 16,-11-1 15-16,3 0 14 0,-5-2 25 0,-1 2 18 0,-2 1 3 0,1-3 4 0,-2 3-3 16,-5 0-11-16,6-2-10 0,-6 2-13 15,0 0-31-15,0 0-37 0,-1-3-49 0,1 3-44 16,0 0-52-16,-19 0-58 0,9 0-34 0,-3 1-47 15,3 1-63-15,-1 0-69 0,-3-2-308 0,4 4-774 0,1-3 343 16</inkml:trace>
  <inkml:trace contextRef="#ctx0" brushRef="#br0" timeOffset="89184.25">20782 7502 29 0,'0'-6'257'0,"1"0"-21"0,2 0-7 16,-2 0-10-16,0-1-4 0,2 1-14 0,-2 2-10 15,3-2-4-15,-4 1-14 0,2 1-12 0,0 2-16 0,-2 2-19 16,4-5-1-1,-4 5-25-15,1-4-13 0,-1 4-6 0,0 0-12 16,0 0-12-16,0 0-2 0,0 0-11 0,3 10-5 16,-3-3 1-16,0 4-4 0,0-1-3 0,2 1-4 15,-2 2-4-15,5 3 2 0,-1-1-4 0,1 1 1 16,3-2 1-16,-3 0-7 0,5-1-2 0,-2-3 0 16,0-1-1-16,0 0-4 0,1-2 4 0,1-2-2 15,2 1 2-15,-2-3 1 0,2-2-1 0,1-1 1 0,-2-3-4 0,0 0 2 16,1-4 7-16,-1 0 14 0,2-4 5 0,0 2 17 15,-5-1-5-15,7-2 2 0,-7 0 5 0,-3 4 0 16,2-4 12-16,-1 6 2 0,-1-5-4 0,-4 7 5 16,3 0-5-16,-1-2-7 0,-1 3-11 0,0 0-14 15,-2 3-25-15,1-4-26 0,-1 4 5 0,0 0-6 16,0 11 9-16,-1 0 3 0,-2 7-1 0,-1 7-4 0,0 2 7 0,-1 6-3 16,1-1 0-16,-2 17 0 0,2-3 0 0,0-12-2 15,-1 13 1-15,1-1 5 0,3-9 3 0,-2-2-4 16,1 3 1-16,-1-3 2 0,1-1 0 0,-2-2-2 15,0 0 7-15,3-5-6 0,-3-1-1 0,0-7 3 16,0-2 1-16,-1-2 13 0,0-3-13 0,0-3-1 0,1 2 7 16,-5-4 11-1,3 0 30-15,-2-4 2 0,-1-2 18 0,-1-2 13 16,-4 0 6-16,0-6 10 0,-3 0 14 0,3-3 9 16,-1-2 13-16,2-2 5 0,3-3-5 0,0-9-9 15,3-4-17-15,7-2-19 0,8-17-21 0,9 1-17 16,5-4-12-16,8-1-10 0,6 6-5 0,2-1-5 15,7 4-2-15,-2 5-4 0,0 3 1 0,-2 7-3 16,-7 8-2-16,-1 4-1 0,-5 2-4 0,-4 2 0 0,-4 7-3 0,-8 0-1 16,1 2-1-16,-4 1-3 0,-1 0 0 0,-2 0-3 15,-1 2-8-15,-1-2-10 0,-4 3-5 0,8-1-1 16,-6 0-4-16,-2 1-1 0,0 0 0 0,7-3-4 16,-7 3-6-16,0 0-3 0,0 0-7 0,0 0-5 15,0 0-6-15,0 0-14 0,0 0-30 0,0 0-28 16,0 0-30-1,0 0-35-15,0 0-31 0,0 0-47 0,0 0-45 16,0 0-358-16,-8 9-739 0,8-9 328 0</inkml:trace>
  <inkml:trace contextRef="#ctx0" brushRef="#br0" timeOffset="92193.59">22512 6928 154 0,'0'0'245'0,"0"0"-4"15,-6-1-7-15,6 1-5 0,0 0-15 0,0 0-9 16,0 0-12-16,-4-5-8 0,4 5-16 0,0 0-8 16,0 0-11-16,0 0-16 0,0 0-17 0,5-5-14 15,1 3-14-15,4-1-4 0,2-2-10 0,9 2-26 16,-1-2-26-16,12-4-25 0,-1 6-37 0,1-1-39 15,2-1-43-15,-2 2-48 0,3 0-46 0,-7-1-191 0,0-3-438 0,-6 5 194 0</inkml:trace>
  <inkml:trace contextRef="#ctx0" brushRef="#br0" timeOffset="92353.5">22659 7021 32 0,'-6'2'277'0,"2"0"1"0,0 1-6 16,0 1 2-16,4-4-14 0,-4 2-26 0,4-2-19 15,0 0-23-15,17-6-23 0,2 3-14 0,7 0-19 16,4 2-22-16,6-5-45 0,0 2-45 0,-1 3-60 16,3 0-84-16,0 0-94 0,-6-2-175 0,0 1-421 15,-10-2 187-15</inkml:trace>
  <inkml:trace contextRef="#ctx0" brushRef="#br0" timeOffset="93440.8">24305 6616 140 0,'5'-2'242'0,"-1"-5"-5"0,0 2-8 16,-3 1-11-16,-1-1-11 0,0-1-19 0,0 1-10 15,-2 0-15-15,-5-4-16 0,-2 4-12 0,-2 1-16 16,-2-1-13-16,-7 0-13 0,-1 1-6 0,-7 1-5 16,0 3-10-16,1-1-7 0,0 2-3 0,4 0-7 15,-5 2-3-15,1 1-8 0,4 2 0 0,5 1-8 16,-1-2-5-16,1 4-3 0,3-3-2 0,5 3-3 15,-2-2-7 1,5 3 0-16,0-2 2 0,3 2-1 0,0 1-2 16,4 0 2-16,3-2 1 0,0 3-4 0,4-3 2 0,2 0-4 15,7 2-2-15,3-2 6 0,-1-2-1 0,3 0-2 16,7-5 1-16,-7 2 4 0,7-4 12 0,-6-4-3 16,-2 2 12-16,0-2 11 0,-4-4 20 0,-1 0 11 15,2-5 1-15,-3 0 3 0,1-2 5 0,-2-8-8 16,-1-1-2-16,-3-5-5 0,1 0-7 0,-3-3-7 15,1-4-4-15,1-9 1 0,-1 10-9 0,-2-1 0 0,-5 0 0 0,3 2 4 16,1 0 17-16,-2 4 9 0,1 4 0 0,-3 9 5 16,-1 0 17-16,0 5 10 0,0 3-13 0,0-1-6 15,0 1-15-15,0 2-11 0,0-1-15 0,0 3-35 16,0 5-34-16,0-4-50 0,0 4 7 0,0 0 1 16,-4 14 10-16,3 3 10 0,-2 2-5 0,1 10 7 15,-2 3 12 1,1 4-2-16,1 10 4 0,-1 0 6 0,1-13 1 0,4 3-5 15,-2-1 8-15,3-2 4 0,-1-1-4 0,1-1 5 0,1-4 3 16,1-4 2-16,-4-4-4 0,2-3 1 16,-2-5 11-16,-1-2-4 0,3-2-5 0,-3-1 6 0,1-1-3 15,-1-2 8-15,1 2 3 0,-1-1-2 0,0-4 5 16,3 6 14-16,-3-4 7 0,0-2 2 0,1 4-2 16,-1-4-2-16,0 0-5 0,0 0 3 0,1 4-6 15,-1-4-4-15,0 0-6 0,0 0-25 0,0 0-20 0,0 0-24 16,0 0-63-16,0 0-66 0,0 0-52 0,0 0-70 15,-5-11-71-15,5 6-272 0,4 1-705 0,0-5 312 16</inkml:trace>
  <inkml:trace contextRef="#ctx0" brushRef="#br0" timeOffset="93957.56">24665 6209 11 0,'-3'-2'315'0,"1"-2"-22"0,2 4-24 0,-1-4-28 16,-1 1-23 0,2 3-24-16,-2-5-23 0,2 5-20 0,0 0-13 15,0 0-16-15,0 0-13 0,5 13-11 0,0-4-8 16,8 3-7-16,-5-1-6 0,3 2-8 0,2 2-10 16,0-1-5-16,2 7-4 0,4-1-4 0,-7-5-7 15,0 1-2-15,-2 0-6 0,-1 0-3 0,-3-2-3 16,1 3-2-16,-3-2-5 0,-2-1 0 0,-2 1 0 0,-5-1 0 15,-3 1-1-15,-1 2 7 0,-5 0-12 0,-6-1 2 0,-2 2-2 16,0-1 1-16,-1-3-2 0,-3 1 1 0,4 0 0 16,-1-3-1-16,5-1-2 0,1-1 0 0,3-1-2 15,-1 1-4-15,3-3 0 0,2-2 4 0,1 3-4 16,4-3 3-16,-3-2-3 0,4 1 2 0,-2-1 1 16,2-1 9-16,0 0 5 0,4-2 15 0,-2 4 6 15,-1-1 12-15,3-3 16 16,0 0 10-16,0 0 6 0,12 2-7 0,-1-1-4 15,1-2-3-15,6 1-14 0,1-4 7 0,9 2-13 16,4-3-5-16,1 1-1 0,5-1-19 0,3 2 7 16,-5 0 1-16,4 0-10 0,-5 1 8 0,-5 0-7 15,-1-1 5-15,-11 2-20 0,1 1 10 0,-7-3-2 16,-2 3 6-16,-1 0-5 0,-4-1 11 0,-5 1 0 16,9 0-7-16,-4-2 6 0,-5 2 4 0,8-1-8 0,-8 1-6 0,0 0 0 15,0 0-5-15,0 0-11 0,5-1 6 16,-5 1-20-16,0 0-19 0,0 0-18 0,0 0-23 0,-18 4-32 15,13-3-24-15,-3-1-24 0,4 1-39 0,4-1-31 16,-11-1-63-16,6-2-298 0,0 1-630 0,-2-3 279 16</inkml:trace>
  <inkml:trace contextRef="#ctx0" brushRef="#br0" timeOffset="94279.54">24722 6541 95 0,'-11'-2'321'0,"5"2"4"0,1-1-5 0,-4 0 9 16,5-2-8-16,4 3-3 0,-7 0-30 0,7 0-24 15,0 0-38-15,0 0-14 0,9-8-28 0,4 4-10 16,7 2-23-16,9-3-12 0,4-1-8 0,3 1-23 15,4 4-13-15,12-7-9 0,-12 6-12 0,-2-1-7 0,-1-1-4 0,-3 2-6 16,-3 2-5-16,-13-2-6 0,-4 2-7 0,-1-1-5 0,-3-1-3 16,-2 2-7-16,-3 0-12 0,0-1-22 0,-5 1 3 15,8 0-12-15,-8 0-4 0,0 0-12 0,0 0-20 16,-21 5-27-16,7-4-18 0,0 3-24 0,-4-2-31 16,2 3-30-16,-2-1-36 0,4 0-49 0,-4-2-280 15,4 1-597 1,1 1 264-16</inkml:trace>
  <inkml:trace contextRef="#ctx0" brushRef="#br0" timeOffset="94842.99">23896 7021 47 0,'-11'1'293'0,"-2"1"-27"0,5-2-11 0,2 3-16 15,2-3-10 1,-1 1-11-16,5-1-11 0,-9 0-9 0,9 0-11 0,0 0-15 16,0 0-20-16,0 0-8 0,0 0-15 0,0 0-13 15,0 0-14-15,0 0-10 0,0 0-10 0,0 0-9 16,0 0 4-16,0 0-18 0,0 0-3 0,0 0-8 15,0 0 2-15,0 0 4 0,0 0-6 0,0 0 0 16,0 0 1-16,0 0-1 0,0 0-5 0,0 0-2 16,0 0-2-16,0 0-5 0,0 0-5 0,0 0-1 0,0 0-2 0,0 0 2 15,0 0-2-15,0 0 0 0,0 0-2 0,0 0 4 16,0 0-7-16,0 0-1 0,0 0-3 0,0 0-1 16,0 0 7-16,0 0-7 0,0 0-2 0,0 0 1 15,0 0-1-15,0 0 8 0,0 0-9 0,0 0 9 16,0 0 14-16,15-4 6 0,-2 3-10 0,8-1 4 15,9-3-6-15,6 0-2 0,24-2 9 0,5-1-8 0,36-2-5 16,0 1 2-16,11 2 13 0,0-2 12 0,0-2 10 0,3 4 9 16,-4 0-15-16,-3 0 7 0,-9 0-14 0,-8-1 2 15,-31 1-5-15,-2 4-3 0,-21-2 1 0,-3 1-5 16,-6-1-3-16,-7 5 19 0,-7-2 13 0,-4-1 15 16,0 2 11-16,0 0 5 0,-3 0-6 0,-2 1-4 15,0-2-9-15,-5 2-12 16,8 0-14-16,-8 0-26 0,6-2-26 15,-6 2-40-15,0 0-58 0,0 0-58 0,0 0-56 16,0 0-32-16,-16 6-38 0,9-3-38 0,-3 0-65 0,-3 4-342 16,4-2-786-16,-5-3 348 0</inkml:trace>
  <inkml:trace contextRef="#ctx0" brushRef="#br0" timeOffset="95428.48">24723 7299 109 0,'-1'-7'341'0,"1"1"0"0,-3-1-10 15,3 2 13-15,3-2-32 0,-3 1-15 0,-3 1-11 0,3 2-23 16,0-1-32-16,0 4-21 0,0-5-20 0,0 5-27 16,0-5-25-16,0 5-19 0,0 0-16 0,0 0-22 0,0 0 2 15,-1 18-18-15,1-5 4 0,-3 2-12 0,2 4-13 16,-3 6 1-16,0 2-3 0,-1 3 1 0,1-1-11 16,-2-3 1-16,4 4-13 0,-4-4 8 0,5 1-7 15,-1-1 5-15,2-6-12 0,0-1 3 0,0-1-3 16,0-2-1-16,-2 0 1 0,2-5-3 0,0-4-3 0,0 1 3 15,0-2 4-15,0 0-1 0,0-1 3 0,2-1 11 0,-2-4 31 16,0 5 25-16,2-3 25 0,-2-2 23 0,1 3 18 16,-1-3 15-16,0 0 9 0,0 0-10 0,0 0-16 15,0 0-20-15,4-7-14 0,-4-2-9 0,0 0-7 16,0-2-14-16,0-4-11 0,0-2-15 0,2 0-14 16,5-9-16-16,-6-1-11 0,2 0-7 0,-2 0-4 15,0-2-4-15,2 0 0 16,-2 3 2-16,2-3 5 0,-1 5-7 0,-2 4 3 15,4 4 3-15,-1-2 6 0,-2 8 11 0,-1-1-4 16,0 2-5-16,0 3 5 0,4-1-5 0,-4 2-8 16,0 2-1-16,0-2-5 0,0 5-9 0,0-4-38 15,0 4-18-15,0 0 6 0,0 0 3 0,-8 17 8 16,-1-5 2-16,-1 5 11 0,-3 0-8 0,-1 6-10 16,-4-1-29-16,-2 2-28 0,1-2-43 0,2-1-33 0,-2 0-46 0,-5 0-48 15,-2-2-64-15,2 2-107 0,-3-9-300 16,0 5-812-16,9-12 360 0</inkml:trace>
  <inkml:trace contextRef="#ctx0" brushRef="#br0" timeOffset="95746.02">24556 7671 301 0,'0'0'446'15,"0"0"-8"-15,-3 3-19 0,3-3-25 0,-1 4-38 0,1-4-27 0,0 0-35 16,0 0-28-16,20-6-31 0,2 4-24 0,9-4-41 16,3 2-80-16,17-4-112 0,-15 2-138 0,1-4-194 31,1 2-216-31,-4-3-616 0,-4 0 274 0</inkml:trace>
  <inkml:trace contextRef="#ctx0" brushRef="#br0" timeOffset="104192.89">3461 9578 50 0,'-9'-2'176'0,"9"2"-5"15,-10 2-14-15,10-2-2 0,-9-2 1 0,9 2-7 0,0 0-3 0,-8 0-6 16,8 0-10-16,0 0-7 0,0 0-14 15,-9 0-9-15,9 0-5 0,0 0-7 0,0 0-12 16,0 0-5-16,0 0-5 0,0 0-1 0,0 0-2 0,-6 0-5 16,6 0-3-16,0 0-3 0,0 0-7 0,0 0-4 15,0 0-1-15,0 0-8 0,0 0-1 0,0 0-2 16,0 0-2 0,0 0 3-16,0 0-1 0,0 0-3 0,0 0-3 0,0 0-2 15,0 0-1-15,0 0 0 0,0 0-5 16,0 0-2-16,0 0 2 0,0 0-3 0,0 0-1 15,0 0 2-15,18 2-4 0,-3-2 7 0,15-2 2 16,0-1-3-16,7 0 4 0,17-2-2 0,-4 1 2 16,5-3 6-16,1 2 1 0,0-4 4 0,2 4-4 0,-7-4-1 15,1 3 1-15,-17 1-4 0,-1 3-3 0,-6-2 2 0,-6 1-4 16,-4 3-4-16,-5-2-6 0,-3 1-21 0,-4 1-24 16,1 0-17-16,-7 0-7 0,0 0-12 0,0 0-24 15,-26 10-26-15,7-5-2 0,-12-1 3 0,-1 5-8 16,4-5-7-16,-1 3-9 0,1 0-11 0,0 0-33 15,1-2-116-15,-1 2-330 0,2-1 146 0</inkml:trace>
  <inkml:trace contextRef="#ctx0" brushRef="#br0" timeOffset="104900.72">3738 9628 90 0,'0'0'226'0,"13"-9"-2"0,-10 6 10 0,-1-3 5 15,1 1 2-15,-1 2 3 0,0-1 8 0,0-1-1 16,1-1-3-16,-2 4 9 0,-1 2-20 0,3-7-14 15,-2 5-27-15,-1 2-15 0,1-4-24 0,-1 4-22 0,0 0-23 0,0 0-46 16,0 0-11-16,0 0-18 0,0 18-3 0,-2-1-2 16,-5 12-6-16,-2 0 3 0,-2 5-7 0,1 11-2 15,-5 0-1-15,5-8-2 0,3-2-3 0,-1 11 4 16,3-12-9-16,0 0 16 0,1-4-9 0,4 0-7 16,0-10-1-16,0-1 3 0,0-4 2 0,3-1 0 15,-2-2 8-15,0-5-14 0,-1 1 4 0,4-3 1 0,-3 0 9 16,-1-1 5-16,0-1 14 0,0-3 15 0,0 5 3 15,0-1 11-15,0-4 8 0,0 0 3 0,0 5-2 0,0-5-6 16,0 0-7-16,0 0-9 0,0 0-2 16,0 3-1-16,0-3-8 0,0 0-5 0,0 0-6 15,0 0-1-15,0 0-4 0,3 4-5 0,-3-4-6 0,0 0-14 16,0 0-32 0,0 0-39-16,0 0-22 0,15-7-20 0,-4 5-13 15,2-1-17-15,0-1-14 0,6-1-13 0,3 1-13 16,6-4-9-16,0 4-14 0,4-2-1 0,0-1-3 15,3 0-11-15,0 0 22 0,1 2 17 0,0-3 18 16,-3 1 18-16,2-3 5 0,-6 2 28 0,-3-1 15 16,-1-3 26-16,-6 3 22 0,-3-3 33 0,-1 2 35 15,-5 2 36-15,0 1 19 0,-1-7 20 0,-3 6 18 0,-3 1 0 0,0 0 5 16,-2 0-4-16,-2 1-5 0,-2-3-8 0,0 5-1 16,-4-1-12-16,-2 0-9 0,-4 2-7 0,1 1-11 15,-8 2-1-15,0 0 2 0,-6 5-16 0,0 2-7 16,5 0-4-16,-4 3-8 0,-1 1-2 0,6-2-2 15,3 2-5-15,-2 0-3 0,7 2 3 0,-2 0 0 16,2 0-7-16,3 0 2 16,1-1-2-16,2-4-9 0,2 1 0 0,0 1 4 15,1-5-9-15,1 0 8 0,0 0 0 0,1-1 5 16,2-1 24-16,-1-3 18 0,12 0 5 0,-12 0 16 16,18-5 4-16,-8-3-10 0,5 1 3 0,0-5 3 15,0 2 5-15,-4-2-15 0,5-1-7 0,-1 2-1 16,-1 0-8-16,-1 0-11 0,-4 2 2 0,-3 2-7 15,2 2-7-15,-3 2 4 0,-1 1-12 0,0-2-5 0,1 1-8 16,-5 3 10-16,6-2-19 0,-2 1 5 0,-4 1-5 0,8 6-1 16,-2-2 3-16,0-1-3 0,4 2 2 0,0 1-3 15,5 4-16-15,1-3-16 0,4 1-20 16,-2-3-26-16,8 4-29 0,-4-3-26 0,6-2-29 16,-6-2-28-16,-2 1-30 0,1-2-30 0,0-2-23 15,-1-4-55-15,-2 2-176 0,-3-4-551 0,1 0 245 0</inkml:trace>
  <inkml:trace contextRef="#ctx0" brushRef="#br0" timeOffset="105702.43">4578 9844 96 0,'6'-27'170'0,"1"-4"12"0,2 2 12 0,-6 0 18 0,3 2 12 15,-3 1 24-15,1 7 2 0,1-1 12 0,-2 3 6 16,0 1 4-16,-2 1-12 0,-1 5-3 0,4 1-13 16,-3 1-23-16,-1 3-24 0,0 0-25 0,1 1-24 0,-1 1-14 15,0 3-32-15,3-4-37 0,-3 4-10 0,0 0-14 16,0 11 1-16,1-1-4 0,-2 10-10 0,-2-1-1 15,1 10-5-15,-5 0 6 0,1 5-13 0,1-2-1 16,-3 4 3-16,2-1-3 0,-2-2-6 0,0 3 7 16,2-5-1-16,1 1 2 0,0-3-2 0,0-3 0 15,2-6-7-15,2-3 3 0,-3-1-4 0,4-6 3 0,0 1-2 0,-1-5-6 16,1 1 8-16,0-2 16 0,0-1 20 0,0 0 21 16,0-4 45-16,1 5 33 0,-1-5 27 0,0 0-16 15,0 0-20-15,9-13-10 0,4-1-12 0,-3-1-13 16,9-6-14-16,0-3-11 0,4-1-19 0,0-1-18 15,4-1-9-15,-3 0-5 0,1 6-2 0,-2-1-2 16,-3 3-6-16,2 1 2 16,-9 6-1-16,-1 0-2 0,-1 7-4 0,-4-4 2 15,-3 4-3-15,1 2-4 0,-1 1-3 0,1 0-3 16,-1-2-11-16,-2 3-24 0,-2 1-16 0,3-3-23 16,-3 3-3-16,0 0 11 0,-1 10 12 0,-4-3 2 15,-3 3 6-15,-2 4 3 0,-3-1 14 0,-6 8-5 16,0-4 6-16,-2 2 1 0,-2 3 3 0,3-5 4 15,3-2 0-15,2-1 5 0,2-2-1 0,2-4 0 0,2 1 7 0,1-4-2 16,3 1-3-16,-1-1 10 0,0-1 4 16,3-4 3-16,0 5 11 0,2-3 22 0,1-2 8 15,-4 2 11-15,4-2 7 0,0 0-1 0,-3 5-2 0,3-5-5 16,0 0-8-16,0 0-5 0,0 0-6 0,11 2-2 16,-11-2-8-16,7 1-5 0,1 1-3 0,-3 0 3 15,4 2-10-15,0 0-1 0,1 1-1 0,0 2 5 0,8 3-6 0,0-1-5 16,-1 1-15-16,8 1-10 0,2 0-12 0,-9-2 5 15,10 0-10-15,0 0-20 0,-1-2-20 16,-4-1-11-16,5-2-7 0,-10-2-10 0,5 0-3 16,-1-5 5-16,-4 3 10 0,2-4 13 0,-3 1 10 0,1-4 7 15,-2 0 15-15,-4 0 17 0,-2-5 20 0,1-1 15 16,-2-1 20 0,-1-2 29-16,0 1 9 0,-2 0 21 0,-1 3 20 15,-1 0 17-15,0 2 10 0,0 0 16 0,-3 1 4 16,2 2 1-16,-2 1-9 0,-1 0-12 0,1 2-14 0,3 0-12 15,-3 1-15-15,-1 3-14 0,3-4-11 0,-3 4-11 16,0 0-19-16,0 0-26 0,0 0-4 16,0 0-1-16,0 0-1 0,1 12 1 0,-2-5 1 15,1 5-1-15,-3 0 3 0,3 4 0 0,-5 0-2 0,4-2 1 0,1-1 4 16,-1-1-1-16,-2-1-4 0,3-1 0 0,0-2-8 16,-1-1-22-16,1-1-27 0,-3 0-14 0,2-1-11 15,1-3-3-15,0 2 9 0,-1 1 3 0,1-5 11 16,0 0 2-16,-3 4-9 0,3-4-35 0,0 0-106 0,-4-10-72 15,-1 5-60-15,5-6-60 0,-6-1-353 0,3-5-818 16,3-1 362 0</inkml:trace>
  <inkml:trace contextRef="#ctx0" brushRef="#br0" timeOffset="105849.68">5235 9694 177 0,'0'-7'353'0,"-1"2"0"0,-2 0-14 0,3-1-5 16,0 3-17-16,0 3-22 0,0-5-24 0,0 5-31 15,0-7-24-15,0 7-28 0,3-2-16 0,-3 2-26 0,0 0-45 0,0 0-36 16,0 0-45-16,15 6-51 0,-10 1-54 0,3 1-57 16,-1 0-66-16,0 1-313 0,-1-2-563 0,1 4 250 15</inkml:trace>
  <inkml:trace contextRef="#ctx0" brushRef="#br0" timeOffset="106367.1">5457 9861 197 0,'3'3'307'0,"-3"-3"-32"0,4 4-24 0,-4-4-26 0,2 4-16 16,-2-4-13-16,1 2-16 0,-1-2-15 0,3 4-16 15,-3-4-9-15,0 0-21 0,5 3-14 0,-4-1-8 16,-1-2-9-16,7 3-5 0,-5 0-11 0,3-2-5 16,2 2 2-16,-3-2-14 0,1 2-7 0,2-3-4 0,1 0-3 0,0-3 0 15,1 2-7-15,2-2-3 0,-1 1-5 16,3-5 2-16,-3 2 1 0,2-2 4 0,-1 2 9 15,2-2 9-15,-4 1 4 0,0-1 7 0,3 3-3 16,-2-1 1-16,-4 2-9 0,2 1-3 0,-3-1-12 0,0 2-2 16,-1-2-9-16,-4 3 0 0,0 0 7 0,16 9-17 15,-8-4 1-15,-1 5-2 0,-1-1 6 0,0 8-5 0,1 8 0 16,-2-1 2-16,-3 8-1 0,-2-1 1 0,-2 3-7 16,-3 2 1-16,-3-2 1 0,-6 12-4 0,4-12 0 15,-4 0 1-15,1 0-1 0,0-3-2 0,-1-2-3 16,0-4 4-16,-1-4-1 0,3-4 9 0,-2-3 16 15,4 1 8-15,-7-9 14 0,8 0 26 0,0 0 40 16,0-2 37-16,2-4 24 16,2 0 7-16,5 0 5 0,-11-10-3 0,10 2-8 15,0-9-13-15,3 1-18 0,6-9-16 0,2-4-12 16,16-16-14-16,3 6-7 0,6-7-17 0,6-1-9 16,17-16-5-16,-17 25-7 0,3 7-6 0,-3-1-7 15,-12 12 2-15,0-1-1 0,2 4 0 0,-3 3 3 16,-11 3 2-16,-1 3-1 0,-4 2-6 0,-3 2-4 15,-2 0-12-15,0 0-4 0,-2 2-1 0,-1-2-7 0,1 1-3 0,-2 3-21 16,-3 0-29-16,0 0-43 0,6-4-51 0,-6 4-58 16,0 0-67-16,0 0-16 0,0 0-45 0,0 0-71 15,-10 12-104-15,2-10-387 0,3 1-946 0,5-3 418 16</inkml:trace>
  <inkml:trace contextRef="#ctx0" brushRef="#br0" timeOffset="107006.56">6760 9570 279 0,'2'-9'357'0,"-2"-1"15"16,1 3-2-16,-1 2-21 0,3-2-14 0,-3 3-30 0,1 1-23 15,-1 3-42-15,0-7-27 0,0 7-34 16,0 0-21-16,0 0-25 0,0 0-22 0,0 14-8 15,-4 3-15-15,1 10-9 0,-4 2-9 0,2 5-11 0,-4 12 0 0,-3-3-4 16,5-5-11-16,-5 9-8 0,7-13-4 0,-3 17 7 16,3-15-5-16,1-2 0 0,2 0-4 0,-1-4-8 15,2-2-4-15,-2-7-1 0,2-3 5 0,0-7-13 16,-2-1 5 0,6 0-5-16,-6-2 8 0,3-3 4 0,0-1 12 0,0 1 33 0,0-5 31 15,3 5 29-15,-3-5 22 0,-3 4 14 16,3-4 9-16,0 0 1 0,0 0-10 0,0 0-12 15,-1 3-9-15,1-3-19 0,0 0-11 0,0 0-14 16,0 0-20-16,0 0-26 0,0 0-36 0,0 0-34 16,0 0-38-16,0 0-45 0,0 0-55 0,0 0-50 15,0 0-53-15,-3-10-50 0,3 5-57 0,0 0-64 16,0-1-334-16,3 1-827 0,-3-1 366 0</inkml:trace>
  <inkml:trace contextRef="#ctx0" brushRef="#br0" timeOffset="107886.33">7062 9854 311 0,'3'-3'341'16,"-3"3"-30"-16,0 0-4 0,5-2-39 0,-5 2-27 15,0 0-18-15,4-2-24 0,-4 2-23 0,0 0-17 0,0 0-15 16,0 0-15-16,0 0-10 0,-7 12-12 0,-1-6-11 15,-2 5-10-15,-1-1-6 0,-3 2-10 0,-3 9 0 16,2-4-13-16,-3 0-1 0,3-2-10 16,3-1-4-16,-3-2-7 0,3 0-2 0,6-3-4 0,-3 2-3 0,4-1-3 0,-2-2-4 15,4 3 1-15,0-6 1 0,3 4-4 16,1 0 2-16,3-1-1 0,1-1-5 0,5 1 2 16,7-3-6-16,1 4-2 0,0-3 6 0,10 3 2 0,-8-2-5 15,2 0-3-15,-5-1 1 0,3 0-4 0,-10-1-5 16,3 0-16-16,-4 0-18 0,-4-2 2 15,0 1 0-15,-2 0 0 0,1 2 1 0,-8-1 8 0,0-1-1 0,-5 2 6 16,-4-2 10-16,-2 4-8 0,-4-1 1 0,1-5-1 16,0 2 7-16,-2 0 0 0,0-1 0 0,4-2 2 15,-1-1 6-15,2-1-6 0,3-2 2 0,3 0-17 16,3-2-21-16,1 3-18 0,1-10-10 0,4 1-6 16,1-2 0-16,8-2 5 0,9-6 0 0,4 1 0 0,1-6-5 15,5 0 2 1,10-5 4-16,-1-2 16 0,1 0 2 0,0 1 12 15,-10 7 14-15,1 3 20 0,-2-2 17 0,-1 2 24 16,-3-1 27-16,-3 5 20 0,-1-1 28 0,-6 6 32 16,0-1 35-16,-4 5 26 0,-4-1 19 0,1 3 11 15,2-1-2-15,-7 4-9 0,3-1-18 0,0 0-24 16,-1 2-20-16,-1 0-18 0,1 2-27 0,-3 1-26 16,0 0-26-16,0 0-15 0,0 0-4 0,1 9-5 0,-5 3-5 0,-1 3-5 15,1 4 1-15,-6 10-3 0,0-1-3 0,2 3-3 16,-4 5 2-16,2-2-6 0,1-3-22 0,2 0-19 15,0-3-13-15,0-2-9 0,4 0-13 0,-2-8-16 16,2-1-5-16,2-1-14 0,1-5-8 0,0-3-12 16,-2 0-4-16,0-3 4 0,1 2 15 0,1-5 7 15,0 3 15-15,0-5 10 16,-3 2 1-16,3-2 3 0,0 0-3 0,-2-9 13 16,1 2-3-16,-3-2 7 0,1-1 0 0,-1 0 4 0,-2-1 12 15,0 0-4-15,-4-1 0 0,1 1 3 0,-1 4 17 16,-2-4-2-16,-4 1 4 0,5 4 6 0,-3 1 3 15,2 1 4-15,1 0 7 0,-1 1-1 0,3-1 5 16,3 2 1-16,-2-1 4 0,3 2-6 0,5 1 2 16,-7-3 3-16,7 3 3 0,0 0 9 0,0 0 15 0,0 0 5 15,26 0 4-15,4-1-3 0,6-4 6 0,20 2-5 16,2-4-5-16,5 2 13 0,1 0-7 0,31-9 7 16,-29 7 4-16,25-3-7 0,-30 5 1 0,-6 0 10 15,-1-2-16-15,-17 3-5 0,-5 3-1 0,-3-3-2 16,-13 1 3-16,-4 0 11 0,0 3 16 0,-6-2-2 15,3 0 8 1,-5 2-7-16,1 0-9 0,-5 0-20 0,0 0-21 16,0 0-21-16,0 0-20 0,0 0-23 0,-28-1-12 0,16 1-24 15,1 0-27-15,2 0-31 0,-1 0-24 0,-2 1-32 16,5-1-37-16,0 2-47 0,1-2-48 0,6 0-237 16,-8 0-612-16,8 0 271 0</inkml:trace>
  <inkml:trace contextRef="#ctx0" brushRef="#br0" timeOffset="109026.19">8553 9622 131 0,'4'-11'389'0,"1"3"-17"0,0-2-2 0,-2 3-21 16,0 4-8-16,-1-4-35 0,0 4-8 0,0-1-36 16,-1 0-33-16,-1 4-29 0,3-4-22 0,-3 4-24 15,0 0-14-15,0 0-16 16,0 0-11-16,3 15-19 0,-3-3-7 0,-1 7-8 16,-1 6-12-16,-4 2-3 0,0 2-4 0,0 2-12 15,-1 0 0-15,1 1 4 0,1 1-14 0,-4 2-1 16,1-2-2-16,3 1-4 0,0-3-6 0,1-6 1 15,-2-4-2-15,3-4-11 0,1-2 1 0,-1-2 5 16,3-3-7-16,-1-2 2 0,0 0 0 0,-2-1 3 16,2-5 1-16,1 3-9 0,0-5 10 0,-3 8 2 0,3-6-2 0,0-2 7 0,-2 4-1 15,2-4-5-15,0 0 0 0,0 0-11 0,0 0-15 16,-10-7-11-16,6 0-6 0,0 2-20 0,0 0-13 16,-4-2-5-16,3 0-7 0,-5-1 7 15,1-1 0-15,-5-3 9 0,0 4 0 0,-4-1 14 0,-6-6-6 16,5 6 6-16,1 1 2 0,1-1 1 0,-1 3 7 31,5 0 2-31,-1 1-1 0,4 4 11 0,1-5-2 16,3 3 21-16,-2 1-17 0,3 0 0 0,1 1 7 0,4 1 0 0,-4-3 1 15,4 3 1-15,11-5 4 0,0 3-4 0,10-2 2 16,9 1-3-16,5-2 8 0,4 1-3 0,14-2-4 16,-1 0 4-16,-13 1 4 0,14 1-2 15,-16-3 1-15,0 3 1 0,-2-1 6 0,-9 0 9 16,-6 2 16-16,-6 2 25 0,-4-2 7 0,0 1 9 0,0-1 14 0,-3 3-7 15,-2-1 0-15,-1 0 0 0,-4 1 0 0,9-3-8 16,-7 2 1-16,-2 1-15 0,5-3-1 0,-5 3-7 16,0 0-9-16,0 0-4 0,0 0-7 0,8 0-5 15,-8 0-13-15,0 0-4 0,0 0-3 0,0 0 1 16,0 0-8-16,5 0 5 0,-5 0 2 0,0 0-6 16,0 0 0-16,0 0 3 0,0 0-5 0,0 0 4 0,0 0 4 15,0 0-2-15,0 0 2 0,0 0 3 0,0 0-3 16,0 0 5-16,0 0 0 0,0 0 8 0,0 0 12 15,7-3 8-15,-7 3 6 0,0 0 14 0,0 0 6 16,0 0 9-16,0 0 3 0,0 0 0 0,3-2 0 0,-3 2-6 16,0 0-9-16,0 0-4 0,0 0-7 0,0 0-6 15,0 0-7 1,0 0-11-16,0 0-2 0,0 0-9 0,0 0-10 16,0 0-23-16,0 0-4 0,4 7 4 0,-6-2 4 15,-1 1-4-15,1 2 0 0,-1 2 1 0,1 2 1 16,-4 5 1-16,1 2 3 0,-1-2-6 0,2 3-3 15,-4-3-6-15,5-3-3 0,-1-1 0 0,2-3-8 16,0-1 1-16,1 1-4 0,-1-6 2 0,0 3 11 0,2-5 5 16,0 4 16-16,0-6 22 0,0 2 22 0,0-2 3 0,0 0 0 15,0 0 6-15,16-9 0 0,-7 4 2 0,3-3 1 0,-2 1-6 16,0-2-4-16,4-4-3 0,0 0-2 0,0-2-4 16,3 5-1-16,-8 1-6 0,0 1-2 0,1 1-4 15,-5 2-5-15,2 2 3 0,-4-5-9 0,3 6-2 16,-4-2-4-16,2 3-2 0,1-1-5 0,-5 2-3 15,0 0-1 1,0 0 0-16,8 3-4 0,-6 2-1 0,2 0 3 16,1 2 0-16,-1 4 2 0,5-2 1 0,-5 2 1 15,0-3 2-15,3 2 0 0,-1-1 2 0,-3-1 0 16,2-2 4-16,-1-2 0 0,-1 2 2 0,1-1 2 16,-1-3 3-16,1 1 7 0,-4-3 0 0,10 0 8 15,-2-3 5-15,-3 1 13 0,4-5-1 0,0-1 5 16,-4 1-3-16,4-3 3 0,0-3-5 0,0 2-4 0,0-5 4 0,-1 1-6 15,-2-2-6-15,6 5-4 0,-6-3-2 0,0 1-4 16,-3 2-2-16,2 2-4 0,0 0-1 0,-1 0-6 16,-2 6-6-16,1-4-6 0,-2 3-17 0,2 1-23 15,-3 1-28-15,0-1-37 0,0 4-36 0,-1-5-44 16,1 5-65-16,0 0-46 0,0 0-14 0,0 0-15 16,0 0-39-16,0 0-43 0,0 0-340 0,9 9-816 0,-4-6 360 0</inkml:trace>
  <inkml:trace contextRef="#ctx0" brushRef="#br0" timeOffset="109348.79">9400 9820 90 0,'2'-5'320'0,"0"0"4"15,0-1 1-15,-1 2-3 16,0-4 5-16,-1 5 12 0,0 0 1 16,1-2-11-16,-1 5-11 0,0-9-28 0,0 9-29 0,0-1-28 15,0 1-28-15,0 0-19 0,0 0-25 0,0 0-20 16,0 0-16-16,0 0-15 0,-19 12-14 0,12-4-10 0,-4 7-8 15,-1-1-8-15,-1 1-8 0,1 0-5 0,2 1-7 16,1 3-3-16,3-1-5 0,-2 0-5 0,4-2-2 16,3-3-3-16,1-4 2 0,0 4 4 0,1-3 7 0,3 0 10 15,5-3 11-15,-1 0 13 0,1-3 10 16,2-3 5-16,2-1 10 0,1-2-1 0,3-5 6 0,-1-1 0 16,-2-1 1-16,1-1-6 0,-2-2-6 0,-1-2-7 15,-2-1-12-15,2-2-1 0,-5 2-18 0,-2-5-5 16,-1 2-16-16,-4 1-6 0,-4 0-17 0,-2 2-28 15,-3 1-28 1,-9 0-37-16,-4-1-47 0,-6 3-54 0,-2 6-61 0,-2 4-68 16,-3 2-67-16,0 0-97 0,-4 2-413 15,6 1-958-15,2 2 423 0</inkml:trace>
  <inkml:trace contextRef="#ctx0" brushRef="#br0" timeOffset="110358.96">10887 9665 48 0,'2'-5'318'0,"1"1"-16"16,-2 1-19-16,3 0-21 0,-2 1-23 0,-2 2-27 15,3-7-29-15,-3 7-18 0,4 0-18 0,-4 0-17 16,0 0-15-16,10 7-15 0,-5-1-6 0,2 5-8 16,-2 2-5-16,1 6-8 0,-3-1-3 0,2 7-8 15,-3 2-4-15,-1 1-6 0,-1 2-5 0,0-1-2 16,-1-1-7-16,1 1-3 0,-4 1-4 0,1-3 1 0,1-7 0 0,1-1-8 16,-3-2-2-16,2-1 0 0,0-7 1 0,1-1 22 15,0-1 26-15,0 0 37 0,1-4 48 0,-2 0 59 16,1 1 44-16,1-4 42 0,0 0 1 0,0 0-34 15,0 0-36-15,4-17-10 0,0 5-20 0,1-2-22 16,2-5-5-16,2-6-28 0,2 2-16 0,1-3-11 16,-4 2-23-16,6-3 1 0,-3 1-5 0,1 2-14 0,-2 2 0 0,-1 6 12 15,-4 5 4-15,2-1-3 0,-3 1 1 0,1 5-13 16,-4 0-28-16,4 0 13 0,-5 2-11 0,4-2-12 16,-3 2-7-16,-1 4-10 0,3-4-22 0,-2 3-27 15,-1 1-36-15,0 0-40 0,3-4-38 0,-3 4-25 16,0 0 16-16,0 0-4 0,6 9-9 0,-2-5-12 15,0 2-18-15,1-1-27 16,-2 2-28-16,3 3-30 0,-1-4-32 0,0 3-34 16,0-4-35-16,-1 3-70 0,1-4-259 0,1 1-763 15,-1-1 338-15</inkml:trace>
  <inkml:trace contextRef="#ctx0" brushRef="#br0" timeOffset="111358.8">11528 9801 354 0,'0'-2'364'0,"0"-5"-14"0,3 4-12 0,-3 0-13 15,0 3-15-15,-3-8-36 0,3 4-16 0,0 4-33 16,0 0-30-16,-1-3-23 0,1 3-14 0,0 0-25 16,-18 5-4-16,10 1-19 15,-6 1-9-15,-1 3-10 0,-3 1-11 0,-4 5-5 16,6-3-10-16,-6 5-8 0,8-3-4 0,-3 6-12 15,4-4 0-15,3-1-3 0,0-1-7 0,5 0-4 16,1-3-5-16,-1-2-2 0,5-1 3 0,-4 1-7 16,4-6 11-16,3 1-6 0,-1-2 17 0,5-2-7 15,-7-1 15-15,19-5-11 0,-4-3 0 0,-2 3 4 16,2-6 3-16,2 1 7 0,-2-2 2 0,0 3 3 0,2-4-3 0,-2 0-6 16,1 1 5-16,-1 3-10 0,-6-1-6 0,3 2-3 15,-2 1-4-15,-3 2-2 0,0 0-4 0,-3 1-2 16,2 1-2-16,-2 2-5 0,0-2-7 0,1 2 1 15,-5 1-2-15,9-1-9 0,-5 0 5 0,3 3-1 16,0 1 3-16,0-1 5 0,2 3-8 0,1 1-2 16,1 0-6-16,-1 1-10 0,4 1 0 0,-4-3 1 0,8 1-2 0,-5 0 6 15,1-4-1-15,-4 3-3 0,3-3 12 0,1-2-1 16,-1 2 2-16,0-4 4 0,-2 2 1 0,-1-5 1 16,2 1-3-16,-2-2 4 0,0-4 4 0,3-2 8 15,-1-1 9-15,0 0 16 0,-4-1 7 0,2-3 2 16,0 0 8-16,2-5 5 0,-2-3 5 0,0 1-22 15,3-2 10 1,-2 2 14-16,-1-2 0 0,0 1 4 0,-1 3 5 0,-2 6 9 16,-3 3 16-16,1 2-7 0,-1 1-7 0,-1 5-12 15,-1-2-7-15,1 2-12 0,0 2-25 0,-3 1-34 16,0 2-40-16,3-4-44 0,-3 4-21 16,0 0 9-16,0 0 5 0,1 19 12 0,-1-3 9 0,-1-1 4 15,-4 13 10-15,3-1 13 0,-3 3-1 0,-1-1 8 16,1 1 7-16,0-2 4 0,-1-2 1 0,2-1 8 0,0-1 0 15,-1-5 2-15,1-8-1 0,4 2 1 0,-2-3 1 0,-2 0 3 16,1-1-1-16,2 3 7 0,-1-9 2 0,0 3 6 16,0-1 3-16,-1-2 1 0,3-3-4 15,-13-4 4-15,3-1-3 0,-3 0 2 0,-1-3-3 16,-4 0 5-16,-1-1-9 0,2 0 7 0,0-1-2 0,-1 0-2 16,1 1 0-1,2-1 2-15,2 4-2 0,4-2-2 0,-1 3 7 16,1-2 0-16,1 2-1 0,3 2 15 0,1-1 2 15,0 1-8-15,3-1-3 0,1 4-10 0,8-6-5 16,5-1 1-16,4 3 0 0,3 0 2 0,9-2-5 16,3 1 1-16,1 2-8 0,4 0 5 0,18-2-3 15,-5 4 5-15,2-4-2 0,-12 4-1 0,-3-1 5 16,3-2-3-16,-5-1 2 0,-3 2 5 0,3-1-3 0,-13 3-7 0,-2-3 13 16,-5 4 21-16,-2-3 18 0,0 1 31 0,-4 0 17 15,-1 1 18-15,-1 0 9 0,0 0-4 0,-3-1-7 16,-4 2-5-16,6 0-15 0,-6 0-5 0,0 0-18 15,10-1-9-15,-10 1-11 0,0 0-14 0,0 0-20 16,5 3-11-16,-5-3-5 0,3 5-4 0,-3-3 3 16,1 5-1-16,-1-2 0 0,0 2-2 0,0 3 2 0,0 2 2 0,0-3 0 15,0 2 4-15,-1 1 0 0,2 0-1 0,-2 0-1 16,1 0 7-16,-2-2-3 0,2 0-3 0,0-3-14 16,0 3-7-16,-1-3-11 0,2-3-9 0,-1 1-4 15,-1-1 4-15,2 0 2 0,-1 1 13 0,0-5 3 16,-1 3 6-16,1-3 7 0,0 0 2 0,0 4 4 15,0-4 7-15,0 0-2 16,0 0-29-16,0 0-52 0,0 0-63 0,-2-20-74 16,-1 8-52-16,3 0-44 0,-1-5-53 0,2-2-60 15,2-7-286-15,-2 6-775 0,1 1 343 0</inkml:trace>
  <inkml:trace contextRef="#ctx0" brushRef="#br0" timeOffset="111512.17">12453 9607 76 0,'4'-8'248'0,"-3"-1"13"0,3 4 3 16,-3-2 4-16,1 2 11 0,-1-3 17 0,0 4-2 0,0-1 20 15,-1 1-17-15,0-1-6 0,2 2-12 0,-2 3-15 0,2-5-20 16,-2 5-28-16,0-4-11 0,0 4-26 0,0 0-17 16,0 0-21-16,2-4-14 0,-2 4-20 0,0 0-28 15,6-3-34-15,-6 3-41 0,9 0-46 0,-1 0-41 16,-1 2-47-16,2 0-48 0,1 1-57 0,-2 0-64 16,0-2-364-16,2 3-717 15,4-3 318-15</inkml:trace>
  <inkml:trace contextRef="#ctx0" brushRef="#br0" timeOffset="112076.42">12963 9616 166 0,'0'0'253'0,"0"-6"-12"0,0 6-20 0,0-6-16 15,0 6-17-15,-4-5-21 0,4 5-18 0,-1-5-13 16,1 5-14-16,-8-1-14 0,8 1-11 0,-10 1-13 15,2 0-8-15,1 4-8 16,-5-1-7-16,3-1-5 0,-2 4-7 16,-3 0-5-16,0 1-8 0,-3 2-1 0,3 0-2 0,-3 2-4 15,2 0 2-15,1 0-9 0,1 2-2 0,2 1-4 16,-1-1 0-16,3 1-1 0,2 2 1 0,0-5 13 16,2 3-3-16,5-2 0 0,0-3 5 0,0 2 2 15,0 1 15-15,7-5 7 0,0 1 19 0,2 0 4 16,0-2 6-16,6 1 11 0,5-2-2 0,-4-2 2 0,6 0 7 15,-2-4 8-15,2-1 5 0,0-2 15 0,-3-2 5 16,1 0 0-16,2-2 3 0,-6-1-3 0,1 1 1 0,0-3-10 16,0-1-4-16,-6-1-9 0,3-1-4 0,-4-3-8 15,-1 2-5-15,-1 1-12 0,-3-4-3 16,-2 5-4-16,-2 2-10 0,-2-2-8 0,-1 0-8 16,-2 2-21-16,-1 0-17 15,-2 1-19-15,-3 3-19 0,-2-1-20 0,-6 3-26 16,-2-1-33-16,-1 3-35 0,2 2-30 0,-3 1-32 15,4 2-28-15,1 0-33 0,0 2-42 0,4 2-66 16,3-3-275-16,1 2-698 0,3-1 308 0</inkml:trace>
  <inkml:trace contextRef="#ctx0" brushRef="#br0" timeOffset="113277.53">13536 9622 25 0,'0'0'268'0,"0"-3"-3"0,0 3-18 15,0 0-19-15,1-4-15 0,-1 4-23 0,0 0-19 16,0 0-17-16,0 0-18 0,0 0-15 0,-9-1-10 16,9 1-12-16,-13 2-12 0,7 1-9 0,-2-1-4 15,2-1-10-15,-6 5-8 0,3-1-9 0,-1-1 5 16,0 2-16-16,2 1-1 0,-1-1-3 0,3 1-6 0,1 0 2 0,-2 0-5 16,3 3-3-16,2-3-1 0,-1 5-2 0,3-2 0 15,4 2-3-15,-3 0-1 0,6 3 2 0,2 1-6 16,2-1 1-16,1-1-1 0,-1 1 0 0,2-3-1 15,0 3 0-15,0-2-3 0,-6-4 1 0,0 0-2 16,0-1 7-16,-4-3 6 0,1-1 4 0,-2 0 9 16,1 1-2-16,-3-1 5 15,0-4 3-15,-4 7 2 0,-4-6-7 0,-3 2-1 16,-6 0-8-16,-5-1-35 0,-7 0-49 0,1-1-78 16,-4-1-108-16,1-1-233 0,2-1-521 0,1 0 232 15</inkml:trace>
  <inkml:trace contextRef="#ctx0" brushRef="#br0" timeOffset="119326.96">16458 9435 57 0,'-8'-3'161'0,"-1"-1"-12"15,-3 2-15-15,-3 2-13 0,-2 0-11 0,-4 0-6 16,2 5-9-16,-8 1-4 0,-2 0-9 0,-2 4-4 16,4 1-4-16,3-3-5 0,2-1-5 0,-3 6-6 0,-1 1-1 15,7-3-9-15,4-1-1 0,-3 2-10 16,5-2 0-16,-2 2-5 0,6-3-2 0,1 2-6 0,-2 1-3 15,2-1 0-15,4-4-9 0,0 3 5 0,3-3 2 0,0-1-1 16,2 3 1-16,-1-2 12 0,4-1 6 0,1-1 13 16,-1 1 17-16,6-3 10 0,2 0 10 0,1 0 6 15,-1-2 8-15,1-1-5 0,7-2 3 0,1-3-4 16,-2-2 4-16,0 0 2 0,-2-3 1 0,7-4 2 0,-2-1-3 16,-2-3 1-16,-3-3 16 0,1 0-19 15,-4-1 1-15,2-4 11 16,-4 1-7-16,0-2-14 0,-1-4 0 0,-5-1 0 15,-2 2 4-15,1-1-2 0,2-2 7 0,-6 4 3 16,3 5-2-16,-4 4-3 0,0 1 7 0,1 3-2 16,-2 4-5-16,1 1-7 0,0 4-12 0,0-1-9 15,0 4-9-15,0-2-13 0,-2 4-37 0,2 2-32 0,2-7-40 16,-2 7-33-16,0 0 9 0,0 0 4 0,-3 18 19 16,1 0-7-16,-3 7 14 0,5 2 7 0,-4 2 0 0,1 5-2 15,1 1 13-15,0-3 11 0,2 3 0 0,0-3-1 16,3 1 16-16,0-4-13 0,-2-2 6 0,3-4 0 0,-2-4 7 15,-2-2-2-15,4-4 3 0,-3-1-9 0,-1-3 11 16,1-4 4-16,1 3 5 0,-2-2-3 16,1-3-8-16,-2 2 11 0,2-1 3 0,0-1 12 15,-1-3 1-15,0 5 6 0,0-5 12 0,2 3 0 0,-2-3 0 0,0 0-13 16,2 4 5-16,-2-4 2 0,0 0-8 0,0 0-1 16,0 0-3-16,0 0-8 0,2 3-15 0,-2-3-23 15,0 0-29-15,0 0-30 0,0 0-24 0,0 0-28 16,0 0-39-16,0 0-46 0,0 0-139 0,0 0-217 15,-11-10-631-15,11 5 279 0</inkml:trace>
  <inkml:trace contextRef="#ctx0" brushRef="#br0" timeOffset="119726.7">16605 9378 42 0,'5'-6'334'0,"0"2"-26"0,-1-3-21 15,2 4-19-15,-1-1-32 0,-2 3-20 0,0-5-26 0,0 3-23 0,3 2-10 16,-6 1-25-16,11 3-14 0,-6-1-18 0,0 3 2 16,-1 0-20-16,1 2-6 0,4 5-9 0,-4-1-9 15,-1 0-5-15,0 5-8 0,-3 4-3 0,-1-3-2 16,-1 2-3-16,-3-1-6 0,-1 1-4 0,-4-1-2 16,4 0 0-16,-3-1-5 0,1-2 0 0,0-5 0 15,2 2-1 1,0-5-3-16,1-1-3 0,0 2 1 0,2-5 2 0,-1 4 2 15,3-3 30-15,-4-1 43 0,4-3 35 16,-2 3 32-16,2-3 12 0,0 0-16 0,0 0-10 16,7-10-16-16,1 0-9 0,1-2-18 0,3-5-9 15,-1 3-10-15,3-3-3 0,-4 1-17 0,2 0-4 0,-1 3-7 0,-3 3-5 16,-2 2 0-16,1 0-11 0,-2 2 1 16,-1 1-10-16,0 0-14 0,-1 4-15 0,-1-1-36 0,-2 2-14 15,0 0 1-15,0 0 2 0,7 7-4 0,-4 1 2 0,0 2 18 16,-1 6-2-16,2 2-2 0,1-2-8 0,1 9-23 0,3-1-17 15,3-1-28-15,-1 0-40 0,5-3-45 0,-5-2-60 16,5 2-113-16,0-7-225 0,-2-4-645 0,0-2 287 16</inkml:trace>
  <inkml:trace contextRef="#ctx0" brushRef="#br0" timeOffset="120175.96">16204 9939 328 0,'-7'0'313'0,"0"0"-17"0,7 0-12 0,-9-2-6 16,9 2-20-16,-7 0-25 0,7 0-20 0,-6-1-20 15,6 1-26-15,0 0-11 0,0 0-19 0,-4-3-17 16,4 3-8-16,0 0-12 0,0 0-12 0,0 0-10 15,2-6-7-15,-2 6-7 0,0 0-8 0,0 0-7 0,0 0 0 16,0 0-8-16,0 0-9 0,0 0 2 0,0 0-8 16,0 0-2-16,0 0-4 0,0 0 2 0,0 0-5 15,0 0-4-15,0 0 0 0,0 0-4 0,0 0 4 16,0 0-6-16,0 0 0 0,0 0-2 0,0 0 2 16,0 0 0-16,0 0 2 0,0 0 6 0,0 0 4 15,0 0 4-15,10-3 4 16,1 1 3-16,8-1-2 0,8-2 5 0,6-2-5 15,21-3-2-15,1 1 19 0,10-1-8 0,22-4 20 16,-22 7 2-16,2-3 4 0,-1 2 3 0,-2 1-3 16,-5-3-2-16,-3 5-9 0,-20 1-6 0,-4 1-4 15,-4 1-4-15,-8 0-5 0,-7 2-11 0,-3-2 1 16,0 2-21-16,-2 0-29 0,-3 0-31 0,-5 0-22 16,8 2-2-16,-8-2 8 0,0 0-10 0,-12 9-17 0,-4-4-29 0,-3 3-30 15,-8 1-33-15,0 1-36 0,0-1-52 0,3-1-284 16,3-1-612-16,2 0 271 0</inkml:trace>
  <inkml:trace contextRef="#ctx0" brushRef="#br0" timeOffset="120590.42">16805 9985 247 0,'0'0'369'0,"0"0"-32"16,0 0-29-16,0 0-38 0,0 0-33 0,0 0-29 15,0 0-21-15,8 4-19 0,-7 0-19 0,1 0-19 16,-1 3-9 0,0 0-12-16,1 4-18 0,-2-1-6 0,0 6-8 0,-2 1-10 15,0 2-7-15,-2-2-3 0,-1 0-7 0,-4 2-4 16,3-2-7-16,-4 1 1 0,3-4-7 0,-2 0-4 16,3-3-1-16,-2 0-3 0,4-6-3 0,0 1 1 15,3 0-3-15,-3-2 2 0,2-1 4 0,-1-1 26 16,3-2 42-16,-1 3 10 0,1-3-7 0,0 0-12 15,15-15-9-15,-5 1-6 0,11-2-11 0,-5-4-3 0,2 0-5 0,6-3-9 16,-3 0-7-16,2 2 0 0,-4-2 9 0,2 3 7 16,-9 7 9-16,-3 2 12 0,-1 2-2 15,2 1-10-15,-5 3-5 0,0 0-6 0,-1 0-10 0,0 2-5 16,0 0-22-16,0 1-11 0,-4 2-19 0,5-2-1 16,-5 2 1-16,1 9 3 0,0-2-3 0,-1 2-2 15,0 4 9 1,0-1-1-16,2 5 4 0,-1 0 1 0,0 0 3 0,3 2 4 15,1-3-6-15,4 0-12 0,1-2-16 0,3-2-49 16,4-2-43-16,2 0-65 0,7-3-72 16,4-2-82-16,-2-5-300 0,2 0-698 0,2-3 308 15</inkml:trace>
  <inkml:trace contextRef="#ctx0" brushRef="#br0" timeOffset="120990.45">17724 9792 307 0,'0'0'339'0,"0"0"-8"0,0 0-8 15,0 0-11-15,-5-1-17 0,5 1-16 16,0 0-16-16,0 0-18 0,0 0-26 0,0 0-15 0,0 0-22 15,0 0-18-15,0 0-18 0,16-5-19 0,-3 2-17 0,7-2-37 16,0 3-53-16,-1-2-42 0,1 1-41 0,0 1-45 16,-1 0-39-16,0-2-44 0,-1 3-34 0,-4 1-54 0,-2-3-205 15,-1 3-525-15,-6 0 232 0</inkml:trace>
  <inkml:trace contextRef="#ctx0" brushRef="#br0" timeOffset="121159.53">17846 9820 67 0,'-17'6'188'0,"6"0"1"0,-2-1-4 15,0-2-4-15,0 1 10 0,4 2-21 0,3-4-7 16,-2 1-6-16,4-1 0 0,0 1 0 0,4-3 0 16,-6 1-1-16,6-1 2 0,-4 3-7 0,4-3-2 15,0 0-7-15,0 0-12 0,22-4-10 0,-7 1-12 16,2 1-12-16,11-3-6 0,0-1-19 0,2 2-20 16,2-1-39-16,2 0-41 0,2 1-47 0,-3-1-55 0,3 1-39 0,-4-2-89 15,-3 1-197-15,0-1-493 0,-3-3 219 0</inkml:trace>
  <inkml:trace contextRef="#ctx0" brushRef="#br0" timeOffset="121693.63">19070 9561 244 0,'-3'-5'259'0,"-1"-2"-19"0,-1 1-18 16,-2 2-17-16,-3 0-19 0,-1 0-15 0,-8 0-15 0,0 3-15 16,-4 0-14-16,-7 4-12 0,1 1-9 15,1 1-11-15,1 2-6 0,0 3-12 0,3 0-6 16,-2 0-9-16,7 1-7 0,-4 3-6 0,7-3-3 15,-1 0-8-15,7 1-5 0,2-4-2 0,-2 4-7 0,5-4 0 16,0 4-2-16,2-2 2 0,-1 0-1 0,3-1-1 16,2-1 0-16,3-2 0 0,3 4 15 0,2-5 2 15,2 0 5-15,2-2-1 0,6-2 2 0,0-1-5 16,3-1-4-16,0-3 2 0,-2 0 11 0,-1-5 6 16,0 1-1-16,-1-4 18 0,0 0 18 0,-2 0-5 15,0-7-2-15,2-1 12 16,-5-2-6-16,-2-1-2 0,1-5-14 15,-2 1 1-15,-4-4-10 0,3-1 0 0,-4 4 25 16,-1-2 9-16,-1 6 12 0,-2 7 16 0,-1 0-4 0,1 7 1 16,3-1-8-16,-4 4-11 0,0 0-13 0,0 1-15 15,0 2-17-15,0-1-42 0,0 5-42 16,0 0-21-16,0 0-1 0,0 0 5 0,-7 16 5 0,3 0 9 16,-3 10 3-16,0 0 1 0,2 4 5 0,-1 0-20 0,4 2-14 15,3-3-21-15,-3 0-17 0,3 1-15 0,0-2-26 16,0-5-30-16,1-2-34 0,-2-2-37 0,1-3-40 15,0-5-57-15,-1-4-255 0,3-1-632 0,-1-2 279 0</inkml:trace>
  <inkml:trace contextRef="#ctx0" brushRef="#br0" timeOffset="122176.24">19120 9508 228 0,'4'-8'340'0,"-3"0"-2"0,0 4-22 15,-1-2-21-15,3 3-29 0,-2-4-31 0,2 7-9 16,-3 0-44-16,1-3-24 0,-1 3-29 0,0 0-18 15,0 0-7-15,0 0-18 0,6 10-20 0,-3-3-6 16,-2 0-4-16,3 3-6 16,1 0-5-16,0-2-9 0,0 2-10 0,0-2 4 15,3 0-15-15,-2 0-6 0,1-2-1 0,-2-2-3 16,-1 0-2-16,2 0 3 0,-2-1-3 0,2-3 5 16,-3 2-2-16,-3-2 4 0,10-2 0 0,-4-2 7 15,-2 0 13-15,-1 0 3 0,3-3 2 0,-2 1-1 16,1-2 5-16,0 0 6 0,2 0 16 0,-5 2 7 15,3 2 8-15,-2-2-3 0,-2 3-2 0,0-1-9 0,-1 4-2 0,4-4-23 16,-4 4-12-16,3-2-20 0,-3 2-1 0,0 0-16 16,0 0-2-16,4 10 0 0,-4 0 8 0,-3 4-5 15,3 3-2-15,0 3 6 0,0 6-6 0,-1 3 9 16,-2 0-6-16,-1-1 0 0,2-2 2 0,-5 2 6 16,4-3 0-16,0 1 0 0,-4-2-18 0,1-6-10 15,1-3-8-15,1-3 4 16,-1-2 4-16,-1 1 5 0,-2-4 9 0,1 0 0 15,-1-3 3-15,-4 0 4 0,2-4 0 16,-1-3 4-16,-2 1 4 0,1-2 9 0,0-3 16 0,3 1 11 16,-3-4 15-16,6 1 0 0,-2-4 11 0,2 1 4 15,2-5-4-15,5 1-10 0,3-1 1 0,4 0-10 16,7-5-9-16,2 2-6 0,6 1-16 0,2 2-2 16,1 0-36-16,4 3-32 0,2 1-10 0,3 3-20 0,-2-1-22 0,0 6-34 15,1-1-45-15,-2 2-55 0,-2 1-93 0,-8 1-192 16,-2-2-572-16,-7 0 254 0</inkml:trace>
  <inkml:trace contextRef="#ctx0" brushRef="#br0" timeOffset="122608.77">18746 9912 143 0,'-4'2'224'15,"4"-2"-16"-15,-7 3-15 0,7-3-7 0,-5 2-13 16,5-2-17-16,0 0-13 0,-4 2-10 0,4-2-6 0,0 0-11 16,0 0-5-16,-4 1-2 0,4-1-1 0,0 0 0 15,0 0-1-15,0 0 3 0,0 0 2 0,0 0 5 16,0 0 1-16,0 0 3 0,0 0-3 0,0 0-5 15,0 0-5-15,0 0-13 0,0 0-11 0,32-8 9 0,-2 6-27 16,8-3-4-16,21 0-11 0,31-8 0 0,-22 7-8 16,29-1-1-16,2 2 15 0,-1-5 8 0,-7 3 3 15,-29 0 3-15,1 3-10 0,-3-1-9 0,-8 0 4 16,-14 4-14-16,-4-5-8 0,-6 2 17 0,-9 3 6 16,-7 0 6-16,-2-1 3 0,-1 2-3 0,-3 0 6 15,-1-1 2-15,-1-1-9 16,-4 2-15-16,0 0-19 0,7-2-18 0,-7 2-34 15,0 0-42-15,0 0-33 0,-17-2-31 0,4 6-28 16,1-4-19-16,-8 5-20 0,0-2-21 0,-7 2-36 16,0 0-53-16,6-1-245 0,1 1-598 0,-3 0 264 15</inkml:trace>
  <inkml:trace contextRef="#ctx0" brushRef="#br0" timeOffset="123210.09">19129 10106 16 0,'-7'0'301'0,"7"0"-26"16,-5 2-25-16,5-2-24 0,0 0-25 0,0 0-23 15,0 0-17-15,0 0-28 0,-4 2-25 0,4-2-16 16,0 0-13-16,0 0-10 0,12 7-9 0,-7-4-11 15,1 0-13-15,3 1-8 0,-1 0-8 0,2 0-5 16,-1-1 0-16,-1 1 2 0,-1-2-2 0,1 1-3 16,0-3 2-16,3 0 0 0,-4 0 1 0,0-3 0 0,2 3 0 0,0-2 8 15,-4-2 14-15,3 1 12 0,-2-1 11 16,2 0 15-16,-3-1 7 0,3 1 10 0,-4 1 4 16,2-1 7-16,-2 1-8 0,0 1-7 0,-2-3-8 0,-2 5-10 15,4-2 5-15,-4 2-24 0,5-3-16 0,-5 3-10 16,0 0-10-16,0 0-14 0,0 0-4 0,9 8-9 15,-9-1-6-15,3 2-2 0,-3 3 6 0,-2 6-2 0,1 8 15 16,0 3-10-16,-3 2 5 0,0 4 0 0,-1-1 3 0,1 1 0 16,-5-1 0-16,-1 2 1 0,2-2 3 15,-2-2 3-15,-2-1-3 0,-1-3 1 0,2-2-2 16,3-8 3-16,-1 0-2 0,1-4 1 0,-4-1 3 16,7-4 35-16,0-2 26 0,0-3 35 0,1-1 21 0,-1-3 3 15,5 0 4 1,-11-8 6-16,5-2 0 0,4-1 4 0,2-5-4 15,1-1-15-15,6-8-10 0,3-3-12 0,5-2-8 16,7-1-11-16,10-11-5 0,5 3-12 0,1 0-7 0,4 5-7 16,-5 2-7-16,-6 10 7 0,-2 3 11 15,-2 1 10-15,-5 4 7 0,-4 5 7 0,-8 1 6 16,3 3 2-16,-4 0-6 0,-1 1-6 0,-1-1-11 16,-2 2-10-16,-1 1-5 0,0 0-6 0,-4 2-7 0,6-2-5 0,-3-1-9 15,-3 3-19-15,0 0-28 0,6-3-33 0,-6 3-28 16,0 0-44-16,4-1-32 0,-4 1-37 0,3-3-33 15,-3 3-32-15,0 0-33 0,0 0-45 0,0 0-58 16,3-5-312-16,0 3-767 0,-3 2 339 0</inkml:trace>
  <inkml:trace contextRef="#ctx0" brushRef="#br0" timeOffset="123697.57">20571 9726 198 0,'0'0'387'0,"-4"-2"-32"0,4 2-40 0,0 0-27 15,0-8-31-15,0 8-31 0,16-5-36 0,-5 1-24 16,10 1-26-16,-1 0-38 0,12 1-46 0,0 0-48 15,1-1-69-15,-1 2-82 0,-5-3-271 0,-3 3-449 16,-4 0 198-16</inkml:trace>
  <inkml:trace contextRef="#ctx0" brushRef="#br0" timeOffset="123880.46">20621 9881 98 0,'-9'7'245'0,"0"-2"-6"15,0-1 3-15,4 1 13 0,0-4-8 0,1 2 0 0,3-2-14 16,1-1-21-16,0 0-12 0,0 0-6 0,23 0-35 16,-1 0-16-16,7-4-30 0,2-2-48 0,1-1-45 0,1 0-52 15,-5 2-55-15,5-2-60 0,-7-4-53 0,-7 1-208 0,4-5-442 16,-8 3 196-16</inkml:trace>
  <inkml:trace contextRef="#ctx0" brushRef="#br0" timeOffset="124081.49">20966 9552 134 0,'-1'-8'298'0,"-1"3"-14"0,1-2-19 0,1 5-22 16,0-3-31-16,0 5-24 0,-3-5-22 0,3 5-17 15,0 0-15-15,0 0-17 0,0 0-13 0,7 15-14 16,-2-6-6-16,4 8-7 0,6 7-9 0,-2 5-4 16,9-2 12-16,-4 4 3 0,1-1-6 0,0 3-5 15,-2-2 4-15,-1-2-16 0,-3-1-7 0,-1 3-3 16,-3 0-1-16,-4-6-3 0,-6 1 6 0,-3-6-15 0,-4-1-4 0,-9 3 1 15,-2-4-2-15,-3 3-26 0,-7-5-41 0,-2-2-59 16,-2-2-87-16,-6-4-338 0,3-3-564 0,0-5 250 16</inkml:trace>
  <inkml:trace contextRef="#ctx0" brushRef="#br0" timeOffset="125389.46">22220 9578 78 0,'-7'0'210'0,"2"4"-20"16,0-3-20-16,3 1-16 0,2-2-16 0,-9 3-12 15,6-1-12-15,3-2-8 16,-4 4-6-16,5 1-3 0,-1-5 11 0,0 0 6 16,6 4 5-16,-1-3-2 0,5-1-2 0,3-2-18 0,4-2-8 0,3-4-3 0,7 0-9 0,2-2-2 15,3-2-2-15,0-1-5 0,0-4 0 0,0 1-2 16,0-4-2 0,-3 2-6-16,-1-5 5 0,-2 2 1 0,-2-2 1 0,-6-4-2 0,4 3-1 15,-5-1 14-15,-1-3-9 0,-1 4 10 0,-5-3 0 16,1 3 4-16,-4-2 5 0,-3 11 0 0,-1-2 13 15,-3 5-15-15,0 1-10 16,2-1 0-16,-4 6-3 0,0-4-1 0,1 5-18 0,1-2-25 16,-2 1-12-16,0 4-11 0,-5 0-15 0,7 2-2 15,-18 7-1-15,3 2-2 0,-2 4 5 0,-5 8-4 16,-2 1 4-16,2 1 5 0,-1 4-8 0,-8 11 8 16,12-10 1-16,1 6 1 0,3-2-1 0,1 0-11 15,4-1-8-15,5 2-2 0,5-5 11 0,2-1-13 16,7-4 5-16,1-6 4 0,3 0 11 0,10-2-4 0,1-4-4 15,3 0 6-15,4-6-1 0,-2-4 6 0,3-1-5 16,1-4 2-16,-1-2 3 0,-1-3 4 0,-3-2 1 0,-2-2 9 16,-2-1 14-16,-1 2 6 0,-3-6 10 0,-7 4 14 15,1-1 6-15,-2-1 20 0,0 1 17 16,-4 1-4-16,-3 3 18 0,3 2 24 0,-3 1 2 16,-3 2-3-16,1 0-9 0,-2 2-13 15,3-1-13-15,-4 3-15 0,0 2-13 16,2-4-19-16,-2 4-30 0,0 0-24 0,2-3-2 15,-2 3-8-15,0 0 0 0,0 12-1 0,0-4 3 16,-4 2-1-16,-1 6 1 0,-2 1 6 0,4 2-3 0,-6 3 4 16,5 3 1-16,-1-7-1 0,-1 2-12 0,3-2-10 15,-1-1-2-15,2-4-3 0,2-2-6 16,-3 0 16-16,2-4-15 0,1 0 10 0,0-4 11 0,1-1 27 0,-1-2 31 16,0 8 41-16,0-8 29 0,0 0 11 0,0 0-10 15,0 0-9-15,0 0-12 0,17-15-6 0,-11 6-13 16,3 3-11-16,-2-6-3 0,1 4-8 0,0-1-5 15,1 4-7-15,-4-4-6 0,2 5-2 0,-1 0-11 0,-1 0-1 16,0 1-13-16,-1 2-27 0,4 0-25 0,-8 1-14 16,11 2-16-16,-3 2-7 0,-3-1-13 0,5 5-16 0,-1-2-26 15,0 2-32 1,3 4-28-16,0 0-28 0,-1-2-43 0,-2 2-33 0,0-4-52 16,-2 1-354-16,-3-3-767 0,1 0 340 0</inkml:trace>
  <inkml:trace contextRef="#ctx0" brushRef="#br0" timeOffset="125785.06">23259 9449 271 0,'10'-14'327'16,"-1"-1"-25"-16,1 4-21 0,3-1-24 0,-4 3-20 16,1 2-26-16,1 2-22 0,2 2-21 0,-2 0-18 15,2 3-18-15,0 1-14 0,0 3-13 0,-3 1-12 16,2 2-5-16,-1 0-8 0,-2 4-11 0,-1 3-10 0,-3 2-8 0,1 1-3 15,-4 0-5-15,-4 0 0 0,0 3-4 0,-6-1-7 16,-1 3-4-16,0-5-2 0,-1 2 1 0,-3-3-6 16,3-4 4-16,1-1 6 0,0-1-2 0,3-3-2 15,-1 0 9-15,1-2 9 0,2-3 13 0,0 1 31 16,2 0 46-16,2-3 22 0,0 0-2 0,0 0-20 16,0 0-12-16,0-11-14 15,8 0-12-15,4-2-11 0,2-1-2 0,5-6-13 16,2-1-7-16,-2 1-7 0,3-2-5 0,-2 1-8 15,-3 4-4-15,-3 2-3 0,-5 7-5 0,0-1-3 16,-1 2-4-16,-2 2-6 0,-2 0-3 0,1 1-19 16,-3 3-23-16,3-1-17 0,-5 2-5 0,0 0 0 15,4 7 1-15,-4 0 5 0,0 3 7 0,-2 2 4 16,-1 7 4-16,1-3 15 0,0 3-16 0,2 0 10 0,0 0 1 0,3 1-27 16,3-3-21-16,-1 0-25 0,6-1-31 0,0-3-44 15,7-1-69-15,6-3-94 0,-6-6-327 16,10 1-711-16,6-4 315 0</inkml:trace>
  <inkml:trace contextRef="#ctx0" brushRef="#br0" timeOffset="126401.34">24268 9403 144 0,'-8'2'258'0,"8"-2"-5"16,0 0-9-16,0 0 0 0,0 0-6 0,0 0-3 15,0 0-9-15,0 0 0 0,0 0-11 16,0 0-16-16,0 0-9 0,0 0-15 0,0 0-17 16,0 0-19-16,0 0-16 0,13-8-9 0,0 5-15 0,2 1-12 0,3-2-19 15,4 1-39-15,-1 3-30 0,1-4-28 0,5-1-37 16,-5 2-31-16,0 2-38 0,-2 0-39 0,-2 1-32 16,-5-1-44-16,-2 1-201 0,-2 0-490 0,-2 1 217 0</inkml:trace>
  <inkml:trace contextRef="#ctx0" brushRef="#br0" timeOffset="126555.33">24387 9454 59 0,'-10'7'202'0,"-1"-3"-7"0,3 0-6 0,0-1-5 15,3-1 7-15,0 1-10 0,3 1 1 16,-3-2-3-16,5-2-4 0,-1 3-1 0,1-3-5 16,8 3-11-16,2-3-20 0,5 0-11 0,6 0-15 0,11 0-22 15,-2-1-40-15,6-3-46 0,-3 3-58 16,-1-1-75-16,4-3-90 0,-4 0-175 0,-3 1-425 0,-8 1 189 0</inkml:trace>
  <inkml:trace contextRef="#ctx0" brushRef="#br0" timeOffset="127889.23">24940 9445 177 0,'0'0'281'0,"0"0"-17"0,0 0-17 16,0 0-16-16,-5-2-18 0,5 2-13 0,0 0-11 0,0 0-17 0,0 0-17 16,0 0-16-16,0 0-12 0,10-7-7 0,-3 6-20 15,2-6-10-15,2 3-8 0,-1-4-9 0,5-1-5 16,1-1-4-16,2-2-8 0,-1 0 12 0,3-5 11 15,4 2-5-15,-5-5-7 0,3-3-5 0,1-4-5 16,-5 3-4-16,4-3-4 0,-3-2-4 0,-1-2-3 16,1 3-9-16,-4-3-1 15,2-1 0-15,-5 2 3 0,1 1-10 0,-2 0 3 16,-4 0-3-16,2 4 1 0,-5 7 3 0,0 0 2 16,-3 2 2-16,1 5 3 0,-2 2 1 0,0-1-13 15,-2 5 1-15,2-2-11 0,-1 5-17 0,-3-1 1 16,4 3 0-16,-18 0-1 0,9 7-2 0,-5 2-7 15,0 4 7-15,-5 5-6 0,2 1 3 0,-2 5 1 16,3 5-2-16,-2-3 3 0,1 4 1 0,-1 13 1 0,4-12 6 0,5 1-2 16,4-1 1-16,5 0-5 0,0 1 0 0,4-4-2 15,2 0 5-15,6-4 0 0,1-2-1 0,3-2 4 16,-3-4-1-16,4-3 3 0,-1-2 0 0,10-1-7 16,-7-4 3-16,2-2 0 0,-2-2 1 0,2-4 2 0,1-1-6 15,-3 1 8-15,0-6-5 0,1 1 3 16,-5-2-2-16,-1-3 5 0,1 1 12 0,-2-3 3 0,0-1 2 0,-2 1 3 15,0 0 11-15,-3-1 8 0,-1-2 14 0,-1 1 14 16,-2 6 22-16,1 0 14 0,-1-1 3 0,-3 0 3 16,3 5-5-16,-3 0-6 0,1-1-2 0,0 2-3 15,-2 0-14-15,1 1-10 0,2 1-10 0,-3 0-9 0,0 3-12 16,1-4-7-16,-1 4-39 0,0 0-33 0,0 0-8 16,0 0 18-1,0 0-6-15,-4 14 1 0,1-2 1 0,1 0 4 16,-6 6 0-16,2 1 5 0,3 1 7 0,-4 6 1 0,1-2-3 15,-2-4 2-15,4-1 3 0,-1 0 1 0,1-2 4 16,4-5 9-16,-4 0-8 0,3-2 2 0,0-4-4 16,0 2 4-16,-1-4 10 0,2 0 27 0,-1 0 32 15,1-4 38-15,-1 3 33 0,1-3 15 0,0 0-2 16,0 0-18-16,0 0-13 0,11-8-10 0,-2 1-13 0,-3-2-8 16,2-1-11-16,1-1-7 0,0-5-13 0,1 7-2 0,-2 0-9 15,-3 3-3-15,0-1-7 0,2 0-3 0,-6 4 0 16,5 0-12-16,-2 1-3 0,-4 2-17 15,5-3-23-15,-5 3-27 0,4-1-19 0,-4 1-2 0,0 0-7 0,8 6-10 32,-3-2-10-32,-1 3-29 0,-2-1-19 0,5 2-27 15,-2 2-42-15,0-1-26 0,2 2-35 0,0-2-41 16,-2 3-38-16,4-4-56 0,-4-3-291 0,3 1-757 16,-3-1 334-16</inkml:trace>
  <inkml:trace contextRef="#ctx0" brushRef="#br0" timeOffset="128405.82">25819 9235 279 0,'4'-14'326'0,"-1"6"9"16,-1 1-10-16,-2 0-18 0,3 1-18 0,-2 1-31 15,-1 1-34-15,0-1-22 0,3 2-29 0,-3 3-25 16,0 0-25-16,0 0-13 0,0 0-8 0,9 7-9 0,-7-2-14 16,2 1-19-16,1 3-10 0,-1-1-17 15,2 1-13-15,0 2-5 0,0-2-4 0,1 0-5 16,2 2-2-16,0-6-1 15,2 3-1-15,-2-3 2 0,0 2-5 0,2-5 1 16,-1-1 1-16,-1 1 2 0,1-2 0 0,1-2-1 16,-2-1 8-16,2 1 16 0,-5-3 6 0,3-2 2 15,-1 2 8-15,2 0 16 0,-1 0-6 0,-2 0 1 0,-1 1-4 16,2 0-5-16,-3-1-1 0,-1 2-9 16,-1 0-9-16,0 2 0 0,-3 1-11 0,8-1-14 15,-8 1-8-15,6 5-1 0,-2-1 0 0,-2 4-4 0,1 6 5 0,1 6 0 16,-3-2 1-16,-2 9-2 0,-2 3 2 0,-2 3 1 15,-4 4-9-15,-2 8-5 0,-5-1 4 0,4-10 4 16,-4 0 16-16,-3 8-14 0,6-13 0 0,-2-5-1 16,0 0 1-16,1-2 3 0,5-9-3 0,2-5 6 0,-2 1 6 15,3-3 18-15,0-1 14 0,-2-1 11 0,0-6 7 16,2 1 14-16,-1-4 32 0,1-2 16 0,1-2 4 0,2-1 0 16,0-7-5-16,4-2-9 0,6-7-4 0,2-4-15 15,4 3-15-15,15-15 3 0,1 0-15 0,2-1-5 16,4 3-5-16,2 2-9 0,-1 2-5 0,-8 11 2 15,0 0-4-15,-5 4-2 0,1 3-3 0,-10 8-3 16,-5 3-1-16,0 2-7 0,-1 0-2 0,-3 0-8 0,0 0-5 16,-4 3-32-1,3-1-27-15,0 2-41 0,-4 1-42 0,0 0-10 16,0 0 17-16,0 0 7 0,5 8-17 0,-10-2-23 16,1-2-28-16,0 4-38 0,-5-1-37 0,3-1-74 15,1-3-237-15,0 0-630 0,1-1 280 0</inkml:trace>
  <inkml:trace contextRef="#ctx0" brushRef="#br0" timeOffset="129808.96">26632 9353 128 0,'0'0'187'16,"-6"1"-23"-1,6-1-5-15,-5 0-9 0,5 0-16 0,0 0-12 16,-6 2-9-16,6-2-11 0,0 0-12 0,0 0-8 16,0 0-5-16,0 0-3 0,0 0 1 0,0 0 2 0,-10 0 4 15,10 0 4-15,0 0 2 0,0 0 4 16,0 0-5-16,-5-3 2 0,5 3-3 0,0 0-3 16,0 0-1-16,0 0-6 0,0 0-3 0,0 0-5 15,0 0-7-15,0 0-5 0,0 0-1 0,0 0-6 0,0 0 0 0,0 0-3 16,0 0 2-16,0 0-7 0,0 0-1 0,28-3-1 15,-9-1-5-15,9-1-3 0,6 2-3 0,1-4 1 16,3 3-6-16,2 1 1 0,-3 0-5 0,2-1 0 0,-3 2-6 16,-7-1 0-16,-2-2 0 0,-11 3 2 15,-4 0-1-15,0 1-13 0,-4-1-6 0,-3 1-9 16,-1 0-19-16,-4 1-29 16,0 0-15-16,0 0-14 0,-23-4-13 0,8 2-14 15,-4 2-10-15,-1 0-13 0,-1 0-5 0,1 0-11 16,-1-2-27-16,2 2-179 0,-2-2-392 0,2 2 174 15</inkml:trace>
  <inkml:trace contextRef="#ctx0" brushRef="#br0" timeOffset="129994.13">26812 9208 240 0,'0'-9'347'0,"0"-1"9"0,2 5-10 0,-2-3 3 15,1 1 2-15,0 2-24 0,0 1-28 0,-1 4-27 16,3-7-32-16,-1 6-33 0,-2 1-25 0,0-7-32 15,0 7-64-15,0 0-13 0,0 0 4 0,-6 17-18 16,4-4-4-16,-4 5-10 0,1 7 5 0,0 4-7 0,-1 0-4 0,-1-1-26 16,4 4-34-16,0-3-25 0,0 0-42 0,1 3-35 15,1-5-41-15,1-1-50 0,2-7-61 0,-2-4-272 16,1-3-590-16,2-2 261 0</inkml:trace>
  <inkml:trace contextRef="#ctx0" brushRef="#br0" timeOffset="130750.01">27256 9428 148 0,'0'0'328'0,"-4"4"-22"16,4-4-26-16,0 0-17 0,-3 3-26 0,3-3-26 15,0 0-19-15,0 0-21 0,18-9-18 0,-8 6-13 16,3-4-10-16,1 2-20 0,5-3-6 0,-1-1-13 0,0 0 7 16,1-1 4-16,4-6 9 0,-1 1-4 15,2-2 3-15,-1 0 2 0,-4-3-4 0,-1-1-9 16,1-1-7-16,1 0-10 16,0-4-7-16,-2 1-3 0,-3-1-2 0,2-3 0 15,0 4 3-15,-6-1 5 0,-2 2 6 0,-4 6 1 16,0 2 4-16,-3 0-2 0,-2 4-3 0,0 1-7 15,0 4-16-15,-2-4-5 0,-3 5-15 0,1 1-8 0,0-2-13 16,-1 4-9-16,-3 3-13 0,-3 0-3 0,-2 3-2 16,1 4 5-16,-2 0-8 0,-3 5 11 0,0 2-16 15,-2 5 4-15,0 3 3 0,2 1-2 0,2 1-3 0,2-1-12 16,2 5-6-16,2-6 1 0,4 2 8 0,1 2-14 16,4-9-3-16,0 1-1 15,2-3 7-15,4 1 5 0,0-4 1 0,3-2-1 0,1-1 19 16,5 0-7-16,3-1 0 0,4-5-3 0,-2 1 4 0,10-3 7 15,-4-4-1-15,-5 1-1 0,-2-2 2 16,1-3 7-16,-1 0 19 0,-4-2 13 16,2 1 21-16,-1-4-6 0,-3 0 3 0,-3 0-1 15,3 1 14-15,-8 0 23 0,4 2 13 0,-2-1 10 16,-1 0 2-16,-2 4 2 0,-2 0-2 0,0 2-6 16,0-1-11-16,-1 0-9 0,1 3-12 0,0-1-8 15,-2 3-15-15,3-5-9 0,-3 5-30 0,0 0-21 0,0 0-25 16,0 0-8-16,0 0 2 0,0 0 3 0,0 0 4 15,-5 21 5-15,1-11 3 0,-1 3 1 0,-2 1 8 0,1 1-2 16,-2 2 1-16,2 1 4 0,-2-1-1 0,-1 0 5 0,4-1 8 16,1-5-31-16,-1-3-2 0,4-1 4 15,-2 0 4-15,2-4 4 0,-2 2 6 0,2-1 7 16,1 1 28-16,-3-2 35 0,3-3 33 0,0 0-3 0,3 3 8 16,-3-3 3-16,0 0-8 0,9-6-10 0,-4 0-8 15,3-2-5-15,2 2-4 0,-1-3-9 0,0 1-7 0,1-1-6 16,-1 4-3-16,3-2-7 0,-7 2-2 0,1 1-3 15,-2 1-4-15,0 1-6 0,0-3-8 0,0 5-19 0,-4 0-23 16,7 0-22-16,-7 0-17 0,13 5-16 16,-8-3-24-1,4 2-11-15,0 3-49 0,-1-1-43 0,3 1-52 16,-2 3-68-16,1-3-79 0,3-2-322 0,-5 2-804 0,3-4 357 16</inkml:trace>
  <inkml:trace contextRef="#ctx0" brushRef="#br0" timeOffset="131329.74">28447 9133 196 0,'-7'-2'258'0,"7"2"-20"16,0 0-21-16,-4 0-23 0,4 0-14 0,0 0-12 0,0 0-15 15,0 0-15-15,0 0-12 0,0 0-12 16,0 0-10-16,0 0-10 16,0 0-5-16,0 0-6 0,13-3-4 0,-4 0-8 15,4 1-8-15,-2-1-1 0,3 2-7 0,3-3-7 16,2 3-2-16,0-6-6 0,-3 1-2 0,1 2-4 16,0-1-3-16,-3 0 9 0,-5 3 8 0,3-1 19 15,-5-1 19-15,1 1 10 0,-3 0 5 0,0 2-1 0,-1-2-4 0,-4 3-6 0,5-3-13 16,-5 3-16-16,0 0-6 0,0-4-11 15,0 4-6-15,0 0-5 0,-23 4-1 0,5 2-7 16,3 1-7-16,-7 0 0 0,-5 2-2 0,1 4-2 16,-1-1-4-16,1 4 2 0,4-3-4 0,5-1-7 15,-8 2 4-15,14-2-1 0,-3 1 0 0,2 1-3 16,3-1 7-16,4-3-8 0,0 3 1 0,5-2-1 16,6 0 8-16,0 0-5 0,6 2-1 0,6-4 3 0,0 1 5 15,9-2 1-15,1-1-7 0,3-3 6 0,-1-1 0 0,1-3-3 31,1 0 4-31,-5-3 20 0,-7-1 26 0,-2 0 21 16,-1 0 35-16,-7-1 11 0,3-1 14 0,-3 0 7 0,0 1 8 0,0-4 7 0,1 4 5 0,-4 1 8 16,-2-3 4-16,0 1 1 0,-1 2-4 0,2-3-4 15,-3 3-15-15,-1 0-19 0,0 2-8 0,0-1-18 32,0 1-11-32,-2 2-12 0,6-7-10 0,-6 7-29 0,2 0 0 0,-2 0-37 15,0 0-35-15,0 0-22 0,0 0 0 0,-2 12 1 16,-3-2 7-16,4 1-5 0,-3 7 8 0,0 0 4 15,-1 9-26-15,-1-2-44 0,-1 1-41 0,0 2-45 16,0-1-55-16,-2 2-74 0,-2-3-97 0,5-8-484 16,-5 0-971-16,2-3 430 0</inkml:trace>
  <inkml:trace contextRef="#ctx0" brushRef="#br0" timeOffset="137005.76">18616 11572 49 0,'0'0'195'0,"0"0"-21"15,0 0-16-15,0 0-12 0,0 0-15 0,0 0-18 0,0 0-7 16,0 0-7-16,23-3-18 0,-11 3-4 16,6-2-11-16,1 2-5 0,0-3-9 0,1 2-13 15,3 1-23-15,4-1-15 0,-8-1-24 0,3 2-36 16,-3 0-36-16,-1 0-137 0,-4 0-250 0,0 0 111 0</inkml:trace>
  <inkml:trace contextRef="#ctx0" brushRef="#br0" timeOffset="137206.04">18679 11747 40 0,'-4'1'165'0,"4"2"4"0,0-3-3 0,-1 6 1 16,1-6 5-16,1 6 3 0,4-5-1 0,3 0-3 15,-2 2-12-15,3-3-9 0,1-3-14 0,8 2-21 16,1 0-13-16,2-3-11 0,10 3-9 0,-1-1-13 15,6-3-28-15,-3 2-32 0,0-1-49 0,-2 0-51 16,2-1-59-16,-6-3-196 0,-1 3-374 0,-7 0 166 16</inkml:trace>
  <inkml:trace contextRef="#ctx0" brushRef="#br0" timeOffset="137853.81">18898 11410 73 0,'0'0'285'0,"-3"-5"-20"0,3 5-24 15,0 0-25-15,-1-4-24 0,1 4-24 0,0 0-20 16,0 0-15-16,0 0-23 0,0 0-16 0,0 0-9 16,0 0-9-16,0 0-9 0,10 13-6 0,-4-5-3 0,3-1-3 0,1 0-8 15,4 4-5-15,3 0 0 0,-2 0-4 0,2 0-6 16,0 1 2-16,2-2-9 0,2-1-2 0,-7-2-7 15,7 1-7-15,-8-5 0 0,1-1-4 0,-1 0-2 16,-2-1 3-16,0-2 0 0,-2 2 6 0,-1-1 15 16,0-1 10-16,-3 2 19 0,0-4 8 0,-5 3 20 15,8-1-6 1,-8 1-1-16,0 0-5 0,7 0-9 0,-7 0-10 16,0 0-11-16,3 3-9 0,-3-3-3 0,-6 10-7 15,-2-2-1-15,-4 6-2 0,-8 7-6 0,-3 2-5 0,-1 5 3 16,-8 8-3-16,-3 1-3 0,3 1-1 15,8-10 3-15,2 3-2 0,2-2-2 0,1-1 2 0,2-1-1 16,2 0 1-16,-1-5-3 0,6-4 1 0,5-3 2 16,-3-2 5-16,4-6-1 0,3 3 7 0,-3-5 10 0,3 1 10 15,-3-1 17-15,4-2 30 0,-3 0 30 0,3-3 15 16,-2 5 12-16,2-5 16 0,-4 4 0 0,4-4 0 16,-1 2-13-16,1-2-10 0,0 0-15 0,0 0-12 0,0 0-11 15,0 0-11-15,0 0-25 0,0 0-20 0,0 0-29 16,0 0-42-16,0 0-25 0,0 0-31 15,1-14-34-15,2 11-32 0,-2-1-28 0,-1-1-31 0,2 0-31 0,1 4-26 16,2-5-40-16,-1 1-68 0,1 0-192 0,3-4-617 16,1 2 274-16</inkml:trace>
  <inkml:trace contextRef="#ctx0" brushRef="#br0" timeOffset="138623.67">20256 11323 62 0,'2'-5'223'0,"4"0"-13"0,0 0-13 16,-1 1-14-16,1-2-12 0,3 3-18 0,0 0-10 15,1 0-18-15,1-1-8 0,-1 4-15 0,1 0-13 0,-3 1-10 16,3 2-5-16,-3 0-5 0,1 3-6 0,0 2-6 15,-4 4-4-15,-4-1-5 0,3 6-3 0,-4 1-6 0,0 4-4 16,-5 7-5-16,0-5 3 0,-5 1-4 0,-3 2-3 31,-4-1-1-31,3 0-3 0,-3-2 0 0,0-2-2 16,0-3 5-16,6-3 2 0,-1-4 5 0,1-1 2 16,2-3 1-16,0 1 6 0,2-5 9 0,4 0 17 15,-3 3 25-15,3-6 36 0,0 3 40 0,-1-3 36 16,4-1 16-16,0 0-20 0,0 0-22 0,8-12-20 0,0 6-16 0,2-9-17 15,4 0-7-15,5-4-18 0,0-2-11 0,4-1-5 16,0-2-8-16,-1 2-10 0,1-3-8 0,0 1-6 16,-1 4-3-16,-2 0-6 0,-6 7-5 0,-1 1-2 15,-4 4-5-15,-2-1-5 0,1 4 1 0,-3-3-5 16,-2 4-6-16,2 2-6 0,-2-1-14 0,0-1-23 16,-3 4-23-16,0 0 2 0,0 0-9 0,0 0 9 0,-3 14 12 0,-1-4 2 15,0 2 0-15,-1 2 2 0,-2 3-3 0,1-1 12 16,-2 8 2-16,5-6-3 0,-1 2 3 0,2-2 21 15,5 2-14-15,2-3 4 0,3 0 6 0,1-3-1 16,2 1-13-16,11 0-34 0,3-2-53 0,3-5-51 16,3 2-67-16,0-3-76 0,1-2-374 0,0-5-727 15,-2-1 322 1</inkml:trace>
  <inkml:trace contextRef="#ctx0" brushRef="#br0" timeOffset="139403.94">20152 11765 46 0,'0'0'173'0,"-4"0"-5"0,4 0-6 16,0 0-8-16,0 0-6 0,-5 3-8 15,5-3-4-15,0 0-8 0,0 0-5 16,0 0-1-16,-6 1-14 0,6-1-5 16,0 0-3-16,0 0-5 0,-8 2-10 0,8-2-5 15,0 0 0-15,-2 2-10 0,2-2 1 0,0 0-1 16,0 0-1-16,0 0-1 0,0 0 3 0,0 0-5 0,-3 3 1 16,3-3-5-16,0 0 4 0,0 0-4 0,0 0-5 15,0 0-3-15,0 0 0 0,0 0 0 16,0 0 0-16,0 0 9 0,0 0-10 0,0 0-6 0,0 0-3 0,0 0-5 15,0 0-2-15,0 0-6 0,0 0-9 0,0 0-2 16,0 0 4-16,0 0-6 0,0 0 0 0,0 0-1 16,0 0-6-16,0 0 1 0,0 0 1 0,0 0-2 15,0 0 1-15,0 0 1 0,0 0-6 0,0 0 3 16,0 0 1-16,0 0 9 0,0 0 3 0,0 0 5 0,0 0 2 16,0 0 2-16,0 0-7 0,0 0 5 0,0 0-6 0,0 0-2 15,0 0 6-15,0 0-12 0,0 0-3 0,0 0 2 16,0 0-2-16,0 0 1 0,0 0-6 0,0 0 17 15,0 0-16-15,0 0-1 0,0 0 1 0,0 0 2 16,0 0-8-16,0 0 3 0,0 0-1 0,0 0 1 16,0 0 1-16,0 0-4 0,9 4 4 0,-9-4-6 15,0 0-2-15,0 0 12 16,0 0-3-16,0 0 1 0,0 0 2 0,0 0 7 16,0 0-13-16,0 0-1 0,0 0 3 0,0 0 12 15,0 0-18-15,0 0 1 0,0 0-1 0,0 0 0 16,0 0 2-16,0 0-8 0,0 0 8 0,0 0 1 15,0 0-7-15,0 0 5 0,0 0 0 0,0 0 2 16,0 0-4-16,0 0 2 0,0 0-4 0,0 0-1 16,0 0 4-16,0 0-1 0,0 0 3 0,0 0-4 0,0 0 6 0,0 0 12 15,0 0-11-15,0 0-6 0,15-2 0 0,-2 0 4 16,9-1-7-16,7 2 2 0,6-3 5 0,3 1 0 16,20-3-4-16,4 3-3 0,5 2 6 0,26-6 0 15,0 1 0-15,-1 1-2 0,-28 3-2 0,0 1 1 16,-3-2-3-16,-8 1 2 0,-1-2-3 0,-22-2 11 15,-11 6-3-15,-1-1-4 16,-7 0 8-16,-2-1 18 0,-3 1 3 0,1 0 6 16,-1 1 4-16,-6 0-7 0,7-3 1 0,-7 3-19 15,2-2-25-15,-2 2-23 0,0 0-30 0,-12-3-21 16,4 3-30-16,8 0-30 0,-21 3-32 0,9-1-27 16,0 0-33-16,2 0-52 0,-4-1-236 0,-2 2-568 15,5 1 252-15</inkml:trace>
  <inkml:trace contextRef="#ctx0" brushRef="#br0" timeOffset="140088.44">20550 11896 8 0,'0'0'334'15,"0"0"-33"-15,-7-3-27 0,7 3-26 0,0 0-30 16,0 0-20-16,0 0-23 0,0 0-21 0,0 0-17 16,0 0-13-16,-4 5-11 0,4-5-10 0,7 7-10 15,-3-1-16-15,3-1-8 16,1 2-1-16,-1 2-6 0,4-3-8 0,-1 3-6 16,0-3-1-16,3 1-8 0,0-1 9 0,-2 1-17 15,2-4-5-15,1 4-3 0,-4-2-3 0,3-2 5 16,-1-1-10-16,-3 1 1 0,-1-2 0 0,-1-2-1 15,-1 1 7-15,1-3 8 0,-7 3 6 0,10-4 11 0,-6 2 3 16,0-1 8-16,-2-2 6 0,3 2 3 0,-3-1 3 16,0 1 4-16,-2 3 2 0,5-5-12 0,-5 3-5 0,0 2-3 15,0 0-19-15,4-4-7 0,-4 4-15 0,0 0-23 16,0 0-6-16,0 0-6 0,0 0 1 0,0 13 3 16,-2-1 4-16,0-2 2 0,-2 5 6 0,3 4-7 15,-3 1 1-15,-1 7 19 0,1 1-19 0,-2-1 3 16,0-1 1-16,0 5-5 0,1 1 6 0,-4-5 1 15,1 1-1 1,-2 2 5-16,1-7-3 0,-2 2-1 0,2-8 0 0,3 0 3 16,-2-5-2-16,0-5 3 0,2 4 3 0,0-2 11 15,-2-2-9-15,3-2 13 0,-3-3 11 0,2 1 7 16,-1-3 18-16,7 0 14 0,-15-4 22 0,10-1 11 16,-3-1 3-16,3-5-1 0,0-2-3 0,0-4 7 15,5-2-21-15,2-8-9 0,6-2-7 0,2 1-10 16,8-1-9-16,14-6-2 0,1-7-10 0,7 7 1 0,5 6-3 15,0-3-12-15,3 6 4 0,-2 4-6 0,1 2-3 0,-11 5 4 16,-3 2-2-16,-1 0 2 0,-2 4 13 0,-2-1 13 16,-10 2 10-16,-3 2 9 0,-2 3 11 0,0 0 5 15,-6 1 4-15,-2-2-5 0,0 3-2 16,0-2-10-16,-1 2-8 0,0-1-9 0,0 1-6 0,-4 1-9 16,0 0 1-16,3-4-25 0,-3 4-27 0,0 0-17 0,6-1-27 15,-6 1-33-15,0 0-24 0,0 0-21 0,0 0-42 16,3-3-14-16,-3 3-19 0,0 0-15 0,0 0-57 0,7-3-47 15,-3 0-58-15,-3 0-303 0,3 0-744 16,1-2 329-16</inkml:trace>
  <inkml:trace contextRef="#ctx0" brushRef="#br0" timeOffset="140411.19">21633 11636 199 0,'0'0'329'0,"0"0"1"16,-7 0-6-16,7 0-9 0,0 0-14 0,0 0-21 15,0 0-24-15,0 0-32 0,0 0-26 0,0 0-20 0,21-6-15 16,-8 4-25-16,-2-2-33 0,6 1-38 0,4-3-41 16,-1 4-38-16,-2-3-55 0,1 2-44 0,-1-1-48 15,0-1-52-15,2-1-269 0,-9 2-518 0,2 2 230 16</inkml:trace>
  <inkml:trace contextRef="#ctx0" brushRef="#br0" timeOffset="140586.24">21730 11690 163 0,'-12'10'200'0,"1"-5"-20"0,1 4-17 16,1-1-12-16,3-5-15 0,-1 2 3 0,2-1 12 16,1-1 7-1,3 0 5-15,-3 0 14 0,4-3 9 0,8 5-9 0,-2-2-15 16,7-1-13-16,9 0-14 0,6-4-20 0,4 2-6 0,1-2-15 0,0-1-32 0,6-1-41 15,0-1-46-15,-3 1-51 0,1-4-65 16,1 3-90-16,-4-4-189 0,0-1-455 0,-3 0 201 16</inkml:trace>
  <inkml:trace contextRef="#ctx0" brushRef="#br0" timeOffset="141375.94">22742 11508 264 0,'0'0'290'0,"-1"-3"-19"0,1 3-26 0,-2-3-19 16,2 3-22-16,0 0-18 0,-3-5-18 0,3 5-20 15,0 0-16-15,0 0-12 0,0 0-12 0,0 0-10 16,0 0-11-16,0 0-8 0,14 0-7 0,-8 0-15 0,2-1-8 16,0-2-12-16,-2 3-9 0,8-1-5 0,-2 0-9 15,-2 0-3-15,0 0-6 0,2-3-2 0,-2 2 2 16,1-2-1-16,-2 0 1 0,3 3 3 0,-6 0-7 16,-2-1 4-16,1-1 2 0,0 3 3 0,-5 0-3 15,0 0-3-15,0 0-2 0,0 0-1 0,0 0 0 16,0 0 1-16,-24 0-2 0,6 1-3 0,0 6 0 0,-1 2 0 0,-8 2 1 15,3 0-1-15,-3 2 6 0,0 3-5 0,3 1 2 16,0 2-3-16,2 2-1 0,0-5 3 0,6 5 0 16,-2 1-8-16,5-1 1 0,0 2 2 0,7-5 2 0,2 0 2 15,4 1 5-15,5-2 4 0,4-2 6 0,5-2 0 16,3 0 2-16,6 1-1 0,6-1-3 16,0-6 1-16,3 0 2 15,0-3-3-15,0-4 0 0,3-3 0 0,-6 2 12 16,1-3 23-16,-9-4 14 0,0 4 14 0,-6-4 30 15,-4 2 17-15,4-2 9 0,-4 0 1 0,-1 1 10 16,-5-3 7-16,3 5 3 0,-3-4 4 0,-1 1 8 16,1 1-5-16,-1 3-14 0,-3-3-10 0,-1 2-3 15,4 0-9-15,-4 0-6 0,3 2-11 0,-1-1-10 16,0 1-13-16,-2 3-4 0,2-4-8 0,-2 4-10 0,0 0-8 0,0-5-7 16,0 5-10-16,3-3-5 0,-3 3-10 0,0 0-21 15,0 0-27-15,0 0-24 0,0 0-4 0,0 0 1 16,-3 15 7-16,1-9 5 0,-1 3 4 0,-1 4 2 15,0 2 4-15,-1 3 1 0,-4 6 3 0,4 2 7 16,0 0 0-16,-3-1 3 0,7-6 10 0,-3 1-7 16,2-2-1-16,-2 0 5 0,4-4 4 0,-3-1-1 0,2-2-2 0,1-6 5 15,1 3 1-15,-2-3 0 0,1-1 3 0,0 1 2 16,0 0 18-16,0-5 20 0,0 4 15 0,0-4 14 16,0 5 13-16,0-5 15 0,0 0 13 0,0 0 1 15,0 3-3 1,0-3-1-16,0 0-6 0,0 0-10 15,0 0-1-15,0 0-12 0,0 0-12 0,0 4-3 16,0-4-10-16,0 0 2 0,0 0-14 0,0 0-3 0,0 0-17 0,0 0-18 16,0 0-21-16,0 0-23 0,0 0-27 0,0 0-33 15,0 0-44-15,0 0-55 0,0 0-49 0,-4 3-51 16,4-3-139-16,0 0-436 0,0 0-948 0,-8-12 420 16</inkml:trace>
  <inkml:trace contextRef="#ctx0" brushRef="#br0" timeOffset="148055.21">23158 11101 47 0,'-4'-3'73'0,"4"3"15"0,-7-2-7 0,1-4-6 0,0 5-8 16,0-3 2-16,-1 2-4 0,-1-2 2 0,-1 1-7 0,0-2-8 16,2 1 2-16,-5-1-10 0,2 2 3 0,0-4-8 0,-3 5-4 15,4-1-6-15,-2 0 6 0,0 0-9 16,2-3-5-16,-2 4-1 0,-1-1 11 0,-1 2-10 16,2-1-5-16,-2-2 5 0,-1 2-4 0,0-1-5 15,2 0 3-15,-3 0-17 0,4 1 16 0,-3-1 5 0,0 1-11 16,0 0 3-1,1 0-1-15,-5-3-3 0,5 3-2 0,-1 1-1 16,-4-3-9-16,-1 1 13 0,-3 2-3 0,3-2 1 16,-3-1 3-16,1 1-9 0,-5-3 6 0,-1 4-7 15,-1-4 4-15,1 2-6 0,4 0 6 0,3 1-3 16,-2-1 0-16,-3-3 3 0,3 2-6 0,2 0 0 16,2 0 12-16,-3 0-6 0,2 3-1 0,-3-4-2 15,3 4-1-15,1-2 5 0,-2-1 0 0,-1 2-7 0,3 0 7 0,-2 0 1 16,0 2-5-16,3-4-1 0,-2 0 3 0,3 4-7 15,-3-3 1-15,0 3-15 0,1-5 26 0,0 3-4 16,2 1 4-16,-2 1-10 0,5 0 5 0,-1 0-4 16,-3-1 8-16,-1-1-12 0,4 1-2 0,-2 2 12 15,-2-2-8-15,1-1 4 0,2 0 6 0,2 2 2 16,0-1-5-16,-1-1 5 0,1 0-9 0,0 2-2 0,2-3-14 0,-4 1 20 31,3 2-7-31,0-2 7 0,-2 1-1 0,1-1 3 16,-1 2 3-16,2 0-9 0,-3-1 1 0,2-2-1 0,-1 3 2 0,1 1 6 0,0-3-10 0,0 3-3 31,0 0-5-31,-4-2 12 0,4 2-1 0,-1-2 2 16,1 1-8-16,0 1 9 0,-2-1 0 0,2 1-7 0,0-1 11 0,-8-1-2 15,8 2-5-15,-6-1-5 0,5 1 4 0,-5 0 4 16,6-1-4-16,-6 1 1 0,2-2 2 0,0 2-4 16,4-1-2-16,-6 1 0 0,1-3 8 0,5 3-3 15,-6-2-1-15,2 0-2 0,-1 4 5 0,4-4-10 16,-4 1 9-16,5 1-7 0,2-1 0 0,-2 0 8 15,-5-2-2-15,6 3 1 0,0 0-2 0,-2-2 0 16,4 2 8-16,-2 0 0 0,2-2-10 0,-2 0 6 0,0 2-2 0,4-1-5 16,-2 1 3-1,1-1 0-15,-1 1 2 0,-1 0-5 0,0 0-2 16,-1 0 7-16,2 1-4 0,-4-1 6 0,3 0 0 16,-5 0-12-16,5 3 10 0,-2-3-10 0,0 0 7 0,0 0-2 15,-2-2 6-15,0 4-1 0,0-2-4 16,-2 0 13-16,-2 0-15 0,-3 2-2 0,5-1 4 0,-4-1 1 15,2-1 0-15,-1 2 3 0,1 1 4 16,-1 0-8-16,-1-1-3 0,2 0 6 0,-1 0 2 0,-1 2-1 16,2-3-5-16,0 4 1 0,0-4 0 0,0 4 9 15,2-1-6-15,-1 0-5 0,0 1-1 0,5-1 4 0,-6-2 1 16,6 5-7-16,1-4 10 0,-6 3-1 0,0 3 0 16,1-1 3-16,2-1-5 0,-4 0-7 0,2 3 5 15,0-2 8-15,1 3-7 0,-2-4 6 0,1 4 1 0,0-2-6 16,1 2-3-16,0 0-2 0,0-1 2 15,0 1 5-15,-1 0-7 0,-1 0 11 0,-1-1-6 0,1 1 0 16,0 0-2-16,2-2 6 0,-2 1-13 0,2-1-8 16,-3 1 21-16,0-2 4 0,1 5-6 0,0-4-1 15,3 0-3-15,-6 1 1 0,7 0 1 0,-3 0 1 16,0-1 3 0,3 2 0-16,1 0-5 0,-2-1 2 0,4-1-2 0,0 1-1 15,2-2 10-15,0 0-11 0,-2 2 4 0,2 1-1 16,0-3 8-16,0 3-9 0,1 1-9 15,-1-2 7-15,4 0 4 0,-4 3-1 0,0 1-4 0,4-1 3 16,-4-2 11-16,2 1-9 0,0 3 0 0,-1 2 0 16,3-1 4-16,-2 1-6 0,-1 0-4 0,2 0 0 15,-2 1 6-15,3 0-16 0,-3 2 16 0,3-1 5 0,1-1-3 16,-1 1 1-16,0 0-7 0,0 0 6 0,-3 0-3 0,3-1 8 16,1-1-2-16,-1 2-6 0,1-2 0 0,-1 2 4 15,-1-3-2-15,1 0-2 0,2 1 5 16,1 3-2-16,-2-5-4 0,1 3-2 0,1-2 0 15,-1 3 7-15,3-3-5 0,0 2-3 0,-1-1 6 0,1 0 3 16,-3-1 5-16,3 1-8 0,0 1-7 0,4-4 8 0,-4-1-1 16,4 1 1-16,-3-1 1 0,2-1-11 0,-2-1 9 15,2 2-1-15,-1 0-3 0,1-2-4 0,1 2 9 0,-2 0-1 32,2-3-9-32,-2 3 3 0,4 0 8 0,-3-2-4 0,3 0-4 0,-1 1-2 0,3 0 21 15,0-2-12-15,-1 1-1 0,2-1 8 16,3 5-12-16,-3-3 6 0,2 2 7 15,1-2-9-15,-3-1 0 0,5 4-4 0,-3-2 1 16,0 2-6-16,3 1 4 0,-1-2-2 0,-2 0-4 16,1 0 3-16,1 1-2 0,-2 1 8 0,2-3-8 15,0 3 2-15,-1-3 5 0,0 2-4 0,1-1-5 16,-2 0 7-16,3 0-6 0,-1 2 9 0,-4-3 1 16,5 2-2-16,-4-2-5 0,4 0-2 0,-1 1 6 15,0 2 6-15,2-5-4 0,-2 2 4 0,4 1-1 0,-6-1-10 0,3-2 3 16,0 1 11-16,2-1-11 0,-4-2 7 0,4 2-3 15,-5-3-2-15,4 0 2 0,-3-1-4 0,4 0-3 16,-4 0 10-16,6 3-7 0,-1-2 1 0,-1 0 1 16,-4-3 3-16,-1 3-2 0,6-1-7 0,-6-1 7 15,5 5 0-15,-5-5 3 0,2 2-9 0,2-1 7 16,-4 0-1-16,3 1-1 16,-5-2-2-16,3 0 12 0,1 0-13 0,-1 0 6 15,0 0-6-15,5-1 2 0,0 1-2 0,-2 0 0 16,3 0-1-16,1-1 0 0,-2 0 0 0,0 0-1 15,3 1 1-15,-4-3-2 0,3 1 2 0,-2 1 14 16,-2-3-16-16,-2 3 3 0,6-1-4 0,-7 1 6 16,-1-1 0-16,2-1-2 0,-3 2-7 0,3 0 0 15,-1-1 10-15,-3 1 3 0,3-2 1 0,0 1 2 0,2-2-7 0,1 2-6 16,3 1 14-16,-2 0-10 0,1-2 10 0,3 1-5 16,-1-1-2-16,0 1-1 0,-2 0 1 0,2 1-8 15,0-4-3-15,1 1 4 0,-3 2-5 0,2-1 7 16,0-1-6-16,-2-1 6 0,1 3 6 0,-2-2-8 15,0-1 6-15,1 3 3 0,-5 0-8 0,0-3-3 0,3 0 9 16,-2 2-3-16,2 0-2 0,-2-1 7 0,-1 1-3 16,0-2 12-16,3 2-8 0,2 0 20 0,-7-1-21 15,4 0 5-15,-2-1-10 0,2 1 13 0,-4 1-9 0,4-2-1 16,-1 1 5-16,-2-1-5 0,3 0 10 0,-1 1-9 16,1-1 2-16,4 0 2 0,-1 0-2 0,3 0 4 15,-6 0-4-15,9 0-6 0,-5 0 7 16,3-1 2-16,-1 0 1 0,-1-1-4 15,4 2-7-15,-1-1 20 0,-3 1-21 16,9-1 6-16,-5 1 0 0,-4-1 2 0,-1-1-2 0,4 2 3 16,-3 0-1-16,-2 0-5 0,1-2 1 15,-5 2-1-15,0 0 1 0,0 0 8 0,3 0 7 16,-5-1 1-16,1 1-1 0,0-1 6 0,3 0-7 0,-2 1 3 16,-1-2 5-16,2 1 4 0,3 0-5 15,-2 1-12-15,2-3 13 0,-3 3-8 0,4 0 5 0,-1-4-6 0,-1 1 4 16,4 3 4-16,-7 0-9 0,2-1 3 0,0 0-1 0,2 0 2 15,1-1-8-15,-4 0 2 0,4 2 6 16,0-4 1-16,-4 1-3 0,-1 0 4 0,6 1-3 16,-7 1-1-16,5-1 1 0,0-3 3 0,-4 3-1 15,0 0-7-15,-2-1 6 0,3 2-2 0,0 0-7 0,0-2 7 16,-1-1 0 0,1 2-2-16,-2-1 2 0,2 0-2 0,-2 1 2 15,1-2 9-15,0 1-4 0,0 0 3 0,-1 1-2 16,0-3 1-16,-2 1 2 0,4 1-9 0,-5 0 0 0,5 1 3 15,-5-1 1-15,3-1-3 0,-1 1-8 16,1 0 0-16,-2 1-5 0,0 0 11 0,3 1-8 16,0-1-1-16,-3-2 1 0,-1 3-1 0,4-1 3 15,-4 0 4-15,1-1-2 0,1 1 0 0,0 0-8 0,0-1 4 0,1 1 0 16,-1-2-2-16,4 2 5 0,-3-2 9 0,3 2-12 16,-1-2-6-16,-1 0-1 0,1 2 8 0,3-1-5 15,-3-1-1-15,3 1 2 0,-4 1 1 0,2-3-3 16,1 0 6-16,-4 3-2 0,2-1 4 0,-3-2 0 15,3 0 1-15,-5 1 7 0,1 1 12 0,3-3-1 0,-3 0 0 16,2 1 4-16,-2 0-9 0,2-2 4 0,-3 2-2 0,3-1 6 16,3-2-6-16,-3 1 0 0,2 0 7 0,0-3-3 15,0 3-3-15,-3-1 2 0,1 1 5 0,1-2 2 32,4 3-3-32,-6-3-3 0,3-2 0 0,-1 5-4 0,-4-5-3 0,5 6 0 0,-5-4 4 0,0 2 3 31,4-2-1-31,-3 2-4 0,3-1-2 0,-2-3-1 15,-2 3-2-15,1-1 2 0,1-2-2 0,-1 4-2 0,1-2 1 0,-4 1-2 16,0 0 2-16,3-1-3 0,0 0-5 0,-1-1-1 16,2 0 2-16,1 0 0 0,0 1-1 15,2-5 2-15,-2 1-1 0,-3 4 4 0,0 0 0 16,0-1 0-16,1-2 3 0,0-1 0 0,-2 4 1 0,1-2 0 16,-1 0 1-16,2 1 1 0,-3 0-4 0,1 0 4 15,-1 1 0-15,1-1-1 0,-3-1-3 0,3 1-6 0,-3 2 3 16,0-3 2-16,4 1 4 0,-5 2 1 0,-1-3-4 0,3 2 0 15,-2-1-1-15,-3 1 10 0,3-1-1 16,2-1-3-16,-3 1 6 0,-2 0-7 0,3-2 2 16,1 0 2-16,-2 1-5 0,-2 0 9 0,3 2-5 15,1-6-5-15,-4 3-2 0,3 2 5 0,-3-2 3 16,-1 0-5-16,3 3-3 16,-2-3 1-16,-1 2 7 0,0-1-11 0,3 1-2 15,-3-1-1-15,-3 1 10 0,6 1-10 0,-3-1-4 16,1 0 3-16,0 1-4 0,-1-1 1 0,0 0-2 15,3 0-2-15,-3 2 4 0,0-3-1 0,1 1 0 16,2 1-2-16,-3-1 2 0,0-1 1 0,1 1-3 16,-1 2 8-16,3-1-3 0,-6-1-1 0,3 0-1 15,0 3 0-15,0 0-3 0,0 0-1 0,0 1 7 0,0-4-4 0,-1 3-3 16,-2-1 1-16,3 3 2 0,-1-5-2 0,-2 4-6 16,2-1 1-16,-3 0 5 0,4 2-6 0,-4-6-2 15,0 2 2-15,3-1 2 0,-4 2-1 0,0-2-1 16,4 1 1-16,-6 1 0 0,3-1-2 0,3 4 1 15,-3-4 2-15,0 3 0 0,0 1-1 0,2-3-1 16,-3 4 5-16,3-1-3 0,-2 0-2 0,1-1-2 0,1 2 0 0,0 0-1 16,-2 1 0-16,4 3 1 0,-2-7 5 0,2 7-9 15,-4-4 2-15,4 4 2 0,-4-4-2 16,4 3 2-16,0 1-1 0,-5-4 2 0,5 4 2 0,-4-6 0 31,2 4-1-31,-2-1 1 0,4 3 1 0,-5-2 3 0,0-2-2 0,4 0 3 0,-3 0-6 0,0 4 0 16,-1-3 4-1,-1-2 0-15,0 1 2 0,0-1-1 0,1 2-4 16,-3-2 5-16,2 2-1 0,-5-1-2 0,5-1-3 16,0 4 4-16,-1-3-2 0,-3 1-2 0,5 0 2 15,-3-1 4-15,3 2-3 0,0-1 4 0,-4 0-4 16,5 1 0-16,-1 0 2 0,0 0-1 0,-3-1 0 16,4 0 0-16,-2 2 3 0,6 1-3 0,-9-2 2 0,5-1 1 15,4 3-3-15,-9-3-1 0,7 2 1 0,2 1 1 0,-8-3 3 16,8 3-4-16,-4-2-1 0,4 2 0 0,0 0-4 15,0 0 7-15,-5-3 0 0,5 3-1 0,-4-2 0 16,4 2 2-16,0 0-3 0,-6-3 0 0,6 3 4 16,-3-3-2-16,3 3-1 0,-7-1 4 0,3-2-3 15,4 3-4-15,-5-1 4 0,5 1-1 0,-7-2 0 16,7 2-2-16,-6-2 3 16,6 2 0-16,-6-3-1 0,6 3 0 0,-5-2 4 15,1 0-6-15,4 2 4 0,-4-2-1 0,4 2-2 16,-4-3 0-16,4 3 5 0,-5-2-2 0,5 2 1 15,-5-3 0-15,5 3-4 0,-5-3 1 0,5 3 1 0,-5-2 0 16,2-1-2-16,-1-1 10 0,4 4-8 0,-5-2-2 16,1-1 2-16,2-1 0 0,2 4-1 0,-8-5 2 15,7 5 0-15,1 0 1 0,-5-5-4 0,5 5 2 0,-3-2-1 16,3 2 1-16,-4-4 0 0,4 4 2 0,-2-4-2 16,2 4 0-16,-4-2-3 0,4 2 4 0,-3-3-1 15,3 3 3-15,-5-1-7 0,5 1 2 0,-5-4 2 16,5 4 2-16,0 0 0 0,-4-5-2 0,4 5 5 15,0 0-6-15,-1-4-1 0,1 4 1 0,-4-3 0 16,4 3 0-16,-1-1 0 0,1 1 0 0,0 0 0 0,-4-4 1 0,4 4 1 16,-3-3 0-16,3 3-2 0,0 0 0 15,-1-4 0-15,1 4 8 0,0 0-9 0,-4-4 2 16,4 4-1-16,0 0 0 0,-5-4-3 0,5 4 1 16,-4-4 0-16,3 1-1 0,1 3-2 0,-4-2 1 0,4 2 3 31,-5-5-2-31,5 5 0 0,-4-4-1 0,2 2 1 0,-1-2 1 15,3 4 0-15,-4-2 0 0,4 2 1 0,-5-4 0 16,5 4 1-16,-3-5-2 0,3 5 1 0,-6-3-2 16,4 0 1-16,2 3-2 0,-5-2 1 0,3-1 2 0,2 3-3 15,-10-4 0-15,8 1 0 0,2 3 0 16,-7-2 1-16,3 0 2 0,4 2-3 0,-7-2-1 16,2 1-1-16,-2-3-8 0,1 1-2 0,-2 3-9 15,-1-4-15-15,-1 1-24 0,0 1-45 0,-2-3-62 0,1 1-246 0,-1-3-454 16,2 3 201-16</inkml:trace>
  <inkml:trace contextRef="#ctx0" brushRef="#br0" timeOffset="201880.04">3488 13452 67 0,'-10'0'78'15,"10"0"-8"-15,-9 0-2 0,9 0-11 0,0 0-7 16,-8 3 0-16,8-3-6 16,0 0-2-16,0 0 0 0,-5 0 6 0,5 0 8 15,0 0-5-15,0 0-1 0,0 0 2 0,0 0-2 16,0 0 4-16,0 0-9 0,0 0-3 0,-8-3-4 16,8 3-2-16,0 0 0 0,0 0-5 0,0 0 0 15,0 0-5-15,0 0-2 0,0 0-1 0,-1 5-6 16,1-5-1-16,0 0 2 0,0 0-1 0,0 0 1 15,0 0 3-15,0 0 4 0,0 0 3 0,0 0 1 0,0 0-7 0,0 0 0 16,0 0-4-16,0 0-7 0,0 0-3 0,0 0-8 16,0 0-6-16,18 2-5 0,1-2 18 0,9 0 8 0,7-2 9 15,17 0 15-15,2-2-1 0,2 3 4 0,2-2-1 16,-1-1-3-16,-2 3-1 0,0-4 15 16,-17 3-19-16,-1 0-7 0,-1 2-2 0,0-3-3 15,-8 3 2 1,-5-3-9-16,-5 2 1 0,-4 1 0 0,-1 0 1 15,-4 0-1-15,-2 0 3 0,0 0 4 0,-7 0-3 0,10 0 1 16,-10 0-8-16,2-4-1 0,-2 4-4 0,0 0-6 16,0 0-15-16,-28 6-22 0,11-4-32 15,4-2-27-15,-5 4-25 0,0 2-35 0,-4-2-124 16,-1-1-301-16,4 1 133 0</inkml:trace>
  <inkml:trace contextRef="#ctx0" brushRef="#br0" timeOffset="202221.5">3795 13476 182 0,'0'0'298'0,"0"-7"-13"0,0 3-2 15,0 4-10-15,1-6-8 16,-1 6-23-16,-1-4-21 0,1 4-24 0,1-4-25 16,-1 4-25-16,0 0-23 0,0 0-37 0,0 0-37 15,0 0-16-15,0 0-6 0,0 16-5 0,0-7 1 16,1 9-6-16,-1 6 0 0,-2 4-2 0,-1 3-2 15,1-1-1-15,-2 4-1 0,1-2 0 0,-3 0-2 16,2 2-1-16,1-2 1 0,2-1 2 0,-1-4-5 16,0-7 0-16,5-1 0 0,-4-7-3 0,1 0 3 0,0-2 0 15,-2 0 1-15,2-5 11 0,2 0 14 0,-2 0 20 0,0-1 16 16,1 0 23-16,0-3 11 0,-1-1 27 0,0 0 5 16,0 5-2-16,0-5-10 0,0 0-5 15,4 2-20-15,-4-2-10 0,0 0-9 0,0 0-7 0,0 0-7 16,0 0-7-16,9-7-18 0,-9 7-5 0,2-2-18 0,-2 2-29 15,4-5-36 1,-4 5-39-16,5-3-42 0,-5-1-35 0,3 1-49 16,0 1-47-16,2-1-44 0,-1-2-275 0,0 1-626 0,4 1 278 0</inkml:trace>
  <inkml:trace contextRef="#ctx0" brushRef="#br0" timeOffset="202629.84">4412 13691 219 0,'0'-4'301'0,"-1"-1"-18"0,1 1-25 0,-2-1-28 16,2 5-22-16,-3-6-26 0,-1 4-21 0,-2 0-16 16,6 2-18-16,-19 3-13 0,8 3-12 0,-3-3-12 0,-3 6-7 0,1 1-10 15,-4 0-11-15,1 2-4 0,5 2-7 0,0 0-8 16,-4-2-4-16,5 4-7 0,-3 5 1 0,4-3-2 15,3-4-5-15,0 1-8 0,3-5-2 0,2-2-1 16,0-2-2-16,3 1 0 0,-1-5 1 0,-1 5 2 16,2-7 7-16,1 0 5 0,0 0 8 15,0 0 10-15,16-5 10 16,-4-2 10-16,-3 0-4 0,5-4 0 0,-3-2 3 0,4 3 0 16,0-4-10-16,-2 2-5 0,0 0-3 15,-1-1-3-15,2 3-3 0,-6 0 0 0,1 4-14 16,-4 0 13-16,0 0-6 0,0 2-3 0,-1 0-7 15,-3 3-12-15,3-2-7 0,1 0-1 0,-5 3-1 0,10 6-9 16,-2-5-5-16,-2 2 0 0,5 2 2 0,0 3-15 16,2 0-8-16,3 2-23 0,-1-2-18 0,4 4-32 0,-3 0-28 15,2-3-36-15,4 2-48 0,-4-2-39 0,0-4-231 16,-3-2-529-16,3 1 234 0</inkml:trace>
  <inkml:trace contextRef="#ctx0" brushRef="#br0" timeOffset="203429.61">4761 13447 260 0,'1'-8'294'0,"-1"2"-12"0,1 3-24 0,2-2-24 16,-2 1-28-16,-1-1-20 0,0 5-26 0,0-3-17 15,0 3-19 1,0 0-10-16,0 0-19 0,4 12-9 0,-1-7-13 15,-2 8-6-15,0 3-8 0,-1 4-5 0,0 6-3 0,0 3-10 16,-1-1-1-16,0-1-7 0,-6 1-5 0,6 1-2 16,-3-2-1-16,3-1-2 0,-2 0-1 0,-1-1-4 15,4-7-1-15,-1 0-4 0,-4-5-2 16,5-2 2-16,0-3-3 0,0-1 2 0,-1-2 7 16,-2-1 22-16,3 2 48 0,-1-2 57 0,1-4 42 0,0 3 45 0,0-3 6 15,0 0-24-15,0 0-23 0,10-14-20 0,-1-1-20 16,0 2-12-16,4-3-16 0,-3-2-13 0,9-3-13 15,-2-3-13-15,2 2-13 0,0 2-11 0,-1-1-3 16,-4 7-5-16,1 0-8 0,-2 1-3 0,2 2-5 16,-3 1-4-16,-2 6-7 0,-1-5-3 0,0 4-2 0,-2 2-6 15,-1-1-5 1,-2 0-10-16,-2 3-24 0,2-2-21 0,-4 3-25 16,6-2-10-16,-6 2 11 0,0 0-5 0,7 7 3 15,-7 0 17-15,0-3-34 0,-4 7 30 0,1 0 0 0,-4 2-10 0,-2 3 12 16,-5-2 4-16,-3 2 6 0,3-3 6 0,0-1-2 15,0-1 13-15,1 1-1 0,3-4 7 0,2 0-5 16,3-4 8-16,0 0-4 0,0 2-10 16,1-2 25-16,0-1 6 0,2-2-20 0,-1 2 26 15,3-3 2-15,0 0 0 0,-6 5 4 0,6-5-2 0,-1 3-7 16,1-3 5-16,0 0-5 0,0 0 18 0,16 5-36 16,-4-5 22-16,1 1-5 0,8 0-3 0,-3 2 10 15,4 1-8-15,6-4 2 0,3 5 0 16,-2-2 0-16,2-2-17 0,1 3-10 0,0-2-27 0,1 1-4 0,-5-1-11 15,3-2-6-15,-5 0 3 0,-4 0 4 0,-3-3 7 16,-6 1 9-16,2 2 8 0,-2-5 16 0,-4 3 21 16,1-5 21-16,-1-1 18 0,0 3 25 0,-1-5 11 15,-2 2 11-15,-2-3-4 0,1 2 9 0,-1 1 6 0,0-1 0 16,-3 1 0-16,3 2-1 0,-1 1 3 16,-1-1 1-16,-2 2-6 0,4-1-9 0,-3 2-12 15,-1-1-6-15,0 4-10 16,3-5-9-16,-3 5-12 0,0 0-4 0,1-3-21 15,-1 3-23-15,0 0-10 0,0 0 12 0,0 0-14 16,0 0 7-16,4 10-1 0,-3-5 5 0,-1 0 4 16,0 2 2-16,3 2-4 0,-2-1 5 0,-1 0-17 15,3 1-10-15,-2 0-8 0,0-1-19 0,0 1-4 16,-1-5-18-16,2 4-6 0,-2-3-9 0,0-1-10 16,0 0-9-16,1 0-7 0,-1-1-6 0,0-3 1 0,-1 6 6 0,1-6-74 15,0 0-116-15,0 0-238 0,-12-14-603 0,10 10 267 16</inkml:trace>
  <inkml:trace contextRef="#ctx0" brushRef="#br0" timeOffset="203560.94">5407 13481 132 0,'-1'-5'343'0,"1"-2"-10"0,0 0-18 16,-1 4-22-16,1-1-37 0,0 4-20 15,1-5-27-15,-1 5-36 0,0 0-36 0,5-3-33 16,-5 3-40-16,9 3-44 0,-9-3-49 0,12 6-52 15,-6 0-56-15,3 3-75 0,-2-3-148 0,0 5-389 0,-1-3 172 16</inkml:trace>
  <inkml:trace contextRef="#ctx0" brushRef="#br0" timeOffset="204100.93">5645 13635 276 0,'0'0'312'0,"0"0"-14"0,0 0-11 15,0 0-21 1,0 0-28-16,9-1-23 0,-9 1-22 16,0 0-23-16,0 0-18 0,0 0-20 0,0 0-25 0,3 2-6 15,-3-2-20-15,2 5-10 0,3-2-27 0,-5 1-10 16,3-1-14-16,2 1-8 0,-4-1-7 0,3 0-1 16,2 1-1-16,0-2-1 0,0 1-1 0,1-1 6 15,2-2-7-15,-1 1 0 0,1-2 2 0,3-1 3 16,-2-1-4-16,1-1 0 0,0 1 2 0,-2-2 10 0,1 0 7 0,0 1 7 15,-5-1 10-15,0 3 4 0,4-2-3 0,-4 0-1 16,-1 2 4-16,1-1-15 0,-1 1-1 0,-4 2-9 16,6-2-2-16,1-1-7 0,-7 3 2 0,9 7-5 15,-3-4 7-15,3 4-6 0,-1 3-1 0,2 2 2 16,-1 3-1-16,0 1 0 0,-2 7-1 0,-1 0-1 16,-3 8 2-16,0-3 1 0,-6 3-1 0,1-2 1 0,-5 1-2 15,1 0-2-15,-4-5 3 0,3 2-2 0,0-9 1 16,-1-1 0-16,1-2 3 0,0-6 1 0,2-1 15 15,1-2 26-15,0 2 37 0,3-5 45 0,-3-1 39 16,3 2 35-16,-7-4 14 0,8 0-4 0,0 0-21 16,0-9 0-16,3-3-34 0,6-2-9 0,1-3-15 15,9-9-17-15,3-2-12 16,12-10-10-16,2-3-11 0,2 2-9 0,2 1-7 16,2 3-11-16,-1 5-4 0,-12 5-6 0,2 3-6 15,-3 1-3-15,-4 6-6 0,1-2-4 0,-10 6-1 16,-6 5 9-16,3 0-3 0,-6 1-3 0,0 4-8 15,0-4-5-15,-3 2-9 0,1-1-33 0,-4 4-47 16,4-3-42-16,-4 3-49 0,0 0 0 0,0 0-15 16,0 0-24-16,-4 12-21 0,-3-5-42 0,-5 1-47 0,3 2-71 0,-5-3-354 15,1 0-796-15,7 0 352 0</inkml:trace>
  <inkml:trace contextRef="#ctx0" brushRef="#br0" timeOffset="205245.34">7231 13422 26 0,'0'-6'170'0,"1"3"-12"0,-1 3-5 16,1-7-6-16,1 5-2 0,-1-1-8 0,-1 3-6 15,1-4-7-15,-1 4-12 0,0 0 1 0,2-5-2 16,-2 5-7-16,0 0-5 0,0-5-7 0,0 5-5 0,0 0-13 0,0 0-7 16,0 0-8-16,0 0-6 0,0 0-8 0,0 0-5 15,0 0-7-15,0 0-6 0,0 0-4 0,0 0-9 16,3 19 2-16,-4-7 0 0,1 5-4 0,-5 9-3 15,1-1 2-15,-1 0 2 0,1 3-9 0,-2-1 4 0,3 1-1 0,2 1-3 16,-3-2-2-16,2 0 1 0,0 0 2 0,1-9-5 16,1 10 3-16,0-12 0 0,-1-3 2 15,-1-1-4-15,4 2 0 0,-2-6-1 0,0 0 2 16,0-2-2-16,0-1 3 0,0 0 6 0,0 0 25 0,1-2 30 16,-1 1 26-16,0-4 19 0,0 5 13 0,0-5 13 15,0 4-7-15,0-4 2 0,0 0-10 0,0 4 1 16,0-4-12-16,0 0-7 0,0 0-8 0,0 0-7 15,0 0-13 1,0 0-6-16,0 0-6 0,0 0 0 0,0 0-11 0,0 0-16 16,1 2-17-16,-1-2-30 0,0 0-29 0,0 0-32 15,0 0-33-15,0 0-42 0,0 0-48 0,0 0-50 0,0 0-50 0,0 0-234 16,0 0-574-16,0 0 254 0</inkml:trace>
  <inkml:trace contextRef="#ctx0" brushRef="#br0" timeOffset="206590.78">7600 13580 37 0,'0'-8'222'0,"0"4"-13"15,0 4-3-15,0-6-14 0,0 3-11 0,0 3-12 0,0-5-11 16,0 5-16-16,0 0-19 0,0 0-12 0,0-4-12 31,0 4-12-31,0 0-13 0,0 0-7 0,-9 0-7 0,9 0-7 0,-18 5-6 0,5 2-4 0,-2-1-2 16,-5 5-9-16,3-5-1 0,-1 6-5 0,0-3-3 16,3-1-4-1,0 2 2-15,3-2-5 0,1 0-1 0,0 0-6 16,4 1-1-16,0-3 0 0,1 3-3 0,2-3 1 15,4 0 3-15,0 1-2 0,4-1-3 0,2 1 1 16,5 1 0-16,0-2 0 0,8 1 2 0,2 1-4 0,-2-4 1 0,1 3 8 0,-1-1-9 16,-1-1-1-16,0 1 1 0,-5-3 0 0,-4 0-7 15,1-1-17-15,-1 1 6 0,-5 1-1 16,0-1 2-16,-3-1 3 0,-1 3 8 0,0-5 5 16,-13 8-1-16,3-3-1 0,-4-1 0 0,-4 1 3 15,0-3 0-15,-3 3 1 0,2-3 0 0,0 1-2 16,0 2 2-16,1-5-7 0,1 2 6 0,5-1-10 15,3-1-12-15,-2 1-13 0,3 0-23 0,3-1-15 16,5 0-35-16,-9-1-48 0,9 1-199 0,0 0-381 0,15-6 169 16</inkml:trace>
  <inkml:trace contextRef="#ctx0" brushRef="#br0" timeOffset="206938.24">7842 13476 157 0,'0'-9'235'15,"1"4"-11"-15,-1-2-5 0,0 2-12 0,0 2-15 16,3-2-18-16,-3 0-15 0,0 5-20 0,0-4-14 16,0 4-16-16,0 0-17 0,0 0-11 0,0 0-9 15,0 0-10-15,0 0-6 0,0 14-7 0,0-2-4 16,-3 3-7-16,2 2-4 0,-2 2-6 0,2 5-4 0,-1 1 0 15,0-4-2-15,2 1-4 0,0 5 2 0,-1-10-4 16,-2-1 0-16,3 1-5 0,0-1 2 0,0-5-2 0,0 1-1 16,0 0-7-16,0-5 5 0,0 2 3 0,0-5-4 15,0 0-1-15,0 1 2 0,-1 0 0 0,1-2-3 16,0-3 2-16,-2 5 1 0,2-5 6 16,0 4-4-16,0-4-2 15,0 0 0-15,0 0 0 0,0 5-12 0,0-5-15 0,0 0-28 16,0 0-34-16,2 4-16 0,-2-4-27 0,0 0-35 15,0 0-220-15,0 0-410 0,0 0 182 16</inkml:trace>
  <inkml:trace contextRef="#ctx0" brushRef="#br0" timeOffset="207238.81">7803 13687 25 0,'0'0'251'0,"-5"0"-7"0,5 0-12 0,0 0-13 16,0 0-15-16,0 0-21 15,0 0-18-15,0 0-20 0,0 0-9 0,0 0-17 16,31-9-12-16,-3 6-9 0,5 0-11 0,4-3-8 16,-1 2-8-16,2 0-6 0,-2-1-7 0,-4 0-6 15,-4 1-2-15,-7 1-8 0,-2 1-2 0,-1 1 1 16,-7-1-9-16,-4 0 2 0,-1 0 2 0,0 1 4 15,2 1-3-15,-8 0-4 0,6-2-4 0,-6 2-12 16,3-2-20-16,-3 2-12 0,0 0-24 0,0 0-13 0,0 0-28 0,-19 2-21 16,11 1-25-16,4-1-35 0,-1 0-37 0,5-2-168 15,-9 3-397-15,5-1 175 0</inkml:trace>
  <inkml:trace contextRef="#ctx0" brushRef="#br0" timeOffset="208542.87">8888 13602 99 0,'0'-2'272'0,"0"-4"-21"16,0 0-15-16,0 2-22 0,0 4-14 0,-1-7-30 15,-2 1-16-15,-1 3-15 0,-2 1-17 0,1-1-14 16,-7 2-13-16,1-2-13 0,-2 3-9 0,-6 3-5 16,1 1-10-16,-4 1-6 0,2 3-5 0,-4-2-6 15,2 4-5-15,-2 4-3 0,6-5-4 0,1 2-4 16,2 1-2-16,-1 0-4 0,6-2-2 0,0 0 0 0,0-1-1 0,5-1 0 16,-1 1-6-16,2-4 4 0,0 2-2 0,2-2-1 15,1 0 4-15,2 0 3 0,2-1 11 0,2-4 9 16,5 0 2-16,1 0-2 0,2 0 1 0,4-5 2 15,2-2 2-15,-1 2-6 0,3-2 3 0,-2 1-2 16,-4-3 0-16,3 2 5 0,-1-2-4 0,-2 0 0 16,-1 1-1-16,-3 1 11 15,-3 2-2-15,-1 0-3 0,-1 3 0 0,-1-1-10 16,0 1 0-16,-1-3-6 0,-3 3-7 0,-1 2 0 0,8-1-7 16,-8 1-9-16,4-2-16 0,-4 2-11 0,0 0 2 15,0 0 1-15,0 0 2 0,5 7 1 16,-4-2 9-16,4-1-5 0,-4 2 2 0,2-1-2 0,1 1 2 15,0-1 1-15,-2 1 4 0,5 1 0 0,-3-4 0 0,2 2 0 16,-1-1 5-16,0-2 1 0,3 1-2 0,1-1 2 16,1-2 0-16,-1 1 1 0,5-2 3 0,-2-1 17 15,-1-1 11-15,2-2 1 0,-3 1 20 16,0-1 0-16,4 0 4 0,-5-2 8 0,3 2 6 0,-2 2 1 16,-5-2 1-16,0 1-6 0,-1 1-10 0,2 1 1 15,-2 0-17-15,0-1-3 0,-4 3-6 0,5-1-11 16,-1-2-2-1,-4 3-9-15,0 0-3 0,0 0-12 0,0 0 2 16,9 4 0-16,-9-1-1 0,4 1-7 0,-3 1 6 0,-1 0-5 16,1 0-3-16,3 2-11 0,-4 0 1 0,3 0 6 15,-2 1 0-15,2-3 6 0,-1 2-6 16,1-2 10-16,-2-1-2 0,-1 0 5 0,3 0 3 16,-1-2-3-16,-2-2 9 0,9 3 2 0,-4-3 0 0,4-3-3 15,-1 1 14-15,2-2 0 0,-1-2-11 0,0 4 11 0,2-5-6 16,0 0 4-16,-2 0 5 0,1-1-9 0,-1 3-1 15,0-3-2-15,-1 3 0 0,0-1-2 0,-4 3-5 16,0-1-1-16,1 1 5 0,-1 1-11 0,2-1 4 0,-6 3-14 16,4-2-5-16,-3-1-12 0,-1 3-18 15,0 0-12-15,0 0 21 0,0 0-7 0,13 5 6 16,-5-2 8-16,1 2-1 0,1 1 1 0,9 2 6 0,2 0 2 0,7 1-10 16,2 0-5-16,5 2-5 0,1-5-2 0,2 1-1 15,2 1 0-15,11-3 1 0,-14-1 3 0,1-3 5 16,0 2 0-1,-3-3 8-15,-1-3 2 0,-7-1 4 0,-7 0 11 0,-3-1 23 0,1-2 25 0,-8 2-1 16,-2-2 5-16,-1 0 0 0,0-2-7 0,-6 1-5 16,-1-2 1-16,-1 0-4 15,-6 1-6-15,0-3-5 0,-2 5 2 0,-9-4-6 16,3 1 0-16,-5 4-2 0,0-2 0 0,2 4-3 16,1 1-6-16,-1 0 0 0,1 2-10 0,4 2-9 15,2 1-11-15,-2-1-6 0,4 3-4 0,-2 0 1 16,2 3 4-16,2-1-1 0,1 2 1 0,-2 0 2 15,4 1 7-15,3-1 2 0,1-1 3 0,0 2 5 16,4 1-1-16,2-2 1 0,3 1-1 0,0-2-7 0,4-1-5 16,1-1 0-16,1 0-6 0,3-4 2 0,0-1 6 0,-4 0 5 15,4-4 3-15,-3-2 5 0,1-2 19 0,-3-2 24 16,0 0 9-16,-2-3 3 0,-1-1 9 0,0-4-1 16,-1 0 2-16,-2-5-1 0,-1-3 1 15,0-2 10-15,2-4-11 0,-3-2-1 0,-1-2 6 0,1-10 15 16,0 11 9-16,1 0 3 15,-2 2 8-15,0 3 7 0,0 3 4 16,-3 8-4-16,3 6-6 0,-4 2-10 0,3 1-2 16,-2 3-15-16,-1-1-10 0,0 4-19 0,0 4-45 15,3-5-24-15,-3 5 3 0,0 0 1 0,1 12-1 0,-1 2 6 16,-4 5 0-16,0 9 3 0,-2 3 4 0,-1 7 1 16,-4 6 4-16,5-10 1 0,0 3 0 15,1-4 3-15,0 0 0 0,1-4-3 0,3-2 3 0,1-7 2 0,0-2 1 16,0-2-1-16,0-4 1 0,1-1 1 0,3-5-4 15,-4 3 26-15,0-4-9 0,0-1 29 0,0 1 24 16,0-2 31-16,1 0 25 0,-1-3 9 0,3 6 5 16,2-6-14-16,-5 0-11 0,0 0-6 0,14-6-14 15,-5 3-11-15,-4 1-12 0,4-3-36 0,0 3-36 0,5-3-42 16,-2 0-47 0,6-1-46-16,-2 2-43 0,2 1-45 0,1-2-58 15,0 1-92-15,3 2-257 0,1-2-695 0,5-4 308 16</inkml:trace>
  <inkml:trace contextRef="#ctx0" brushRef="#br0" timeOffset="212436.04">7172 13607 70 0,'0'0'168'0,"-9"-1"3"0,9 1 2 0,-4-2-7 0,4 2-15 0,-5-4-11 16,5 4-21-16,-1-5-8 0,1 5-11 0,1-10-8 16,0 5 6-16,2 1-8 0,-2-4-2 0,2 4-7 15,-2-2-6-15,3-1-9 0,0 3-1 0,1-1-11 16,1 0-7-16,1 1-3 0,3 0-6 0,2 0-7 16,1 2-2-16,4 0-2 0,1 2-4 0,2-1-3 15,3 3-3-15,3 4-3 16,2 0 0-16,-1 2 0 0,0 1-3 0,-2 2 0 15,3-2 0-15,-2 0-2 0,-7-4-2 0,-2 4 3 16,-1-3-6-16,2 3-8 0,-9-2-10 0,4-5-9 16,-8 3 0-16,3-2 1 0,-3 0 3 0,-1 0 3 15,-4-3 10-15,5 2-2 0,-5-2-1 0,0 0 5 16,0 0-1-16,-22-11-1 0,8 5 5 0,1-4 9 16,-6 0-2-16,-3-4-2 0,-6 3 2 0,1-2-1 0,-1 1 1 0,-1-1-3 15,-2 2-1-15,3 3 3 0,-4 1-2 0,1-2-4 16,-1 4 3-16,3 2-2 0,-2 3-1 0,2 0 2 15,6 2-9-15,2 1 5 0,1 6-3 0,-2-3 1 16,4 3-1-16,1 0 2 0,1 1 1 0,5 2 0 16,2 3 0-16,4-1-2 0,-2 3-1 0,7-2 6 15,7 2-2-15,3 2 5 0,10 5 1 0,10-6-1 0,17 3 2 0,4-3 0 16,9-7-1-16,4-1 4 0,28-6 4 0,0-6-7 16,-31 5 4-16,2-7 0 0,-5 0-3 0,-1-5 3 15,-5 1-2-15,-3-6-1 0,-13 3 0 0,-4 1 1 16,-5-3 8-16,-4 1-10 0,-7-1 3 0,-3-1-2 31,-3 0 0-31,-4 1-12 0,-3-3-12 0,-7-1 1 0,-5 2 3 0,-3-2-1 16,-11 3 0-16,-4 2-1 0,-3 2 3 0,-2 3-3 15,-2 6-2-15,-4 1 2 0,-2 3 8 0,-11 7-3 0,11-1 0 0,-8 6 4 16,-6 0-2-16,18-1 0 0,4 1 1 0,3 1 1 16,2 3-2-16,4-1 3 0,9-2-5 0,0-3 3 15,6 1 1-15,6 2 3 0,4 0 5 0,10-3-2 16,11 4 8-16,11-7 5 0,23 2 2 15,9-8-1-15,41 3-3 0,3-7 2 0,3-5 3 0,7 0-3 16,-5-5 4-16,6-2 5 0,-5-6-2 16,-3 0-1-16,-7 1-7 0,-5-5 0 0,-9-1 3 15,-32 6-2-15,-1-4-2 0,-3-5-25 0,-4 3-10 16,-18 2-17-16,-5 1 3 0,-9-1-2 0,-7 5 1 16,-8 6 1-16,-5-2-10 0,-5 0 18 0,-9 2 1 0,-13-2 3 15,-3 5 4 1,-10 7 10-16,-12 1 2 0,-5 5 0 0,1 3 1 15,3 6 2-15,3 4-3 0,0 0 3 0,3 1 3 16,13-1 0-16,5 3 9 0,4-1-8 0,8 2-1 16,6-6 3-16,7 3-2 0,5-2 8 0,13 4 3 15,7 0 3-15,11-4 15 0,22 0-5 0,11 2-5 16,28-8-3-16,-2-2 4 0,0-8-1 0,0-4-4 16,-25-3 8-16,26-7 2 0,-28 4 0 0,-1-5-7 0,-2 0 8 0,-6-4-2 15,-5-3-1-15,-13 8-1 0,-4-5-2 0,-6-6-4 16,-4 3 2-16,-4-5-3 0,-7 4-4 0,-6 1-13 15,-6 2 0-15,-10 0-8 0,-6-3 10 0,-7 4 2 16,-6 2 0-16,-7 5 3 0,-3 5-3 0,-12-2 4 16,-4 7-4-16,-3 9-1 0,3 2 0 0,1 1 0 15,2 0 0-15,5 7 2 0,11-5-3 0,5 3-2 0,3-1 3 0,8 1 0 16,4-3-1-16,7 2 0 0,6-2 6 0,5-2 1 16,8 4-2-16,16 1 7 0,6-2-2 15,20 1 0-15,10-3-2 0,28-3 0 0,4-2-9 0,-1-5-2 16,3-5-4-16,-2-3 0 0,1-3-8 0,-32 2 2 15,-2-5-2-15,0-1-2 0,-2-3-5 0,-7-6 4 16,-3 2 2 0,-17 2-14-16,-6-3 23 0,-6 3-10 0,-6 1 3 15,-9 2-5-15,-5 2 3 0,-10-2-4 0,-7 1 12 0,-10 1 6 0,-10 2 7 0,-15 2-2 16,-7 5 5-16,-7 3-2 0,-1 6-4 0,-26 4 2 16,3 4-4-16,29-2 7 0,1 2-2 0,0 2-4 15,5 1 2-15,8 1 1 0,15-3-2 16,4 2 0-16,11-8 7 0,5 4-7 0,9-3 14 15,3 1-8-15,15 1 9 0,12 0 0 0,23 0 0 16,13-2-5-16,35-5-5 0,-5-4-3 0,-1-6-11 16,-24 2 6-16,23-7-5 0,-29-1-6 0,2-2 1 15,-10 1-1-15,-4-5-1 0,-16 4 6 0,-11-1 3 0,-5 1 13 16,-4 1 9-16,-9 2-4 0,-5 2-4 16,-4-1-7-16,-10-2-5 0,-6 4 1 0,-12 0-10 15,-21-2-4-15,0 6-1 16,-1 2-19-16,-2 2-38 0,-3 2-64 0,3 2-114 15,2 4-276-15,16-2 122 0</inkml:trace>
  <inkml:trace contextRef="#ctx0" brushRef="#br0" timeOffset="213322.52">11096 13164 112 0,'-2'-3'211'0,"-1"-1"-4"16,3 4-11-16,-1-5-9 0,1 5-17 0,0 0-19 16,0-5-16-16,0 5-18 0,0 0-12 0,6-3-12 0,-1 3-8 15,-5 0-11-15,20 3-7 0,-3 0-8 16,0 4-5-16,2-2-6 0,2 4-4 0,4 1-7 16,-7 2-9-16,-3-1-7 0,2 2-1 0,2 7-3 15,-7 3-5-15,-4-3 1 0,-2 4-6 0,-5 1 5 0,-6 1-3 16,-5 1-3-16,-3 0-2 0,-9-3 3 15,2-1-1-15,-6-2-1 0,-1 0-2 0,-1-3 0 16,0 0-2-16,0-2 3 0,1-4-2 0,4 2 0 16,-4-5 1-16,13 0-2 0,5-3 0 0,-1-2 0 0,1 1-1 0,3-2 5 15,-1-1-8-15,2 1 6 0,1-2-1 0,4-1-1 0,-5 5 4 0,5-5 4 16,0 0 3-16,2 3 12 0,-2-3 4 16,17 0 1-16,-5 0-6 0,7-2-3 0,0 1 2 15,3 1-5-15,-3 0-5 0,2 0-25 0,2 0-28 0,-2 0-33 16,1-1-28-16,5-2-48 0,-7 3-54 0,2 0-124 15,-2-1-355-15,0 0 157 0</inkml:trace>
  <inkml:trace contextRef="#ctx0" brushRef="#br0" timeOffset="214170.91">11527 13490 212 0,'1'-2'348'0,"-1"2"-31"0,4-6-24 0,-4 6-30 15,4-3-22-15,-4 3-26 0,0 0-26 0,2-2-21 16,-2 2-20-16,0 0-17 0,0 0-19 0,0 0-15 16,0 0-16-16,6 6-10 0,-5 0-9 0,0-1-6 15,-1 4-5-15,0 0-4 0,0 4 2 0,0-1-12 16,-1 2-4-16,0 1-1 0,-1-2-5 0,1-3-5 16,1 1-1-16,-1 0 1 0,1-4-5 0,0 1 0 0,-2-3 2 0,2-1-3 15,0 1 2-15,0-2 2 0,0-3 12 16,0 0 33-16,0 5 23 0,0-5-14 0,0 0-1 0,0 0-6 15,16-12-6-15,-9 5-9 0,2-4-1 0,6 0-13 16,0-2 1-16,2-4-9 0,-2 2-10 0,-1 2 2 16,-2-2-8-16,0 6-2 0,-2 1-2 0,-5 1 22 15,3 2-32 1,-3 0-11-16,0 1-11 0,-1 2-29 0,1 1-1 0,-1-1-12 16,-4 2 6-16,12 5-3 0,-5-1 6 0,2 3 2 15,0 1 4-15,9 2-3 0,-1 2 0 0,9 1-4 0,1 1-8 16,5-1-7-16,4-1 2 0,11 0-6 0,-7-1-3 15,10-4-5-15,0 0 2 0,-11-2-2 0,-2-2 3 0,3 1 6 16,-4-4 1-16,-3-2 8 0,-4-2 10 16,-10 1 8-16,-1 0 23 0,-5 0 47 0,1-2 19 15,-6-1 1-15,-2 0 0 0,-2 0-3 0,-4 0-5 0,0-4-8 16,-4-1 0-16,-2 2-4 0,-8-1-3 0,-3-3-3 16,-1 4-3-16,-10-3 0 0,0 4-4 15,1 3 0-15,-1 1-2 0,0 1-2 0,0-1-3 16,6 6-3-16,-1 1-1 0,2 1 2 0,1 2-1 15,-2 0-2-15,6 2 1 16,-1 0-5-16,4 0-9 0,3 0-8 0,4-2 6 16,-1 3-5-16,2-1-1 0,3 0 6 0,2 0-1 15,1 1 2-15,3-4 7 0,2 4 3 0,5-3 1 16,1-1 2-16,2-1 0 0,5-3 0 0,3-1 0 16,0 0 7-16,-2-1 6 0,2-3 4 0,-4-6 20 15,1 4 20-15,0-5 13 0,-3-1 14 0,0-3 12 0,2-2 8 16,-1-5 1-16,-2 1-1 0,0-4-4 0,-2-1-8 0,-3-4-3 15,3-3-9-15,-1 1-7 0,-2-1 3 0,0-1-4 16,-2 0-7-16,1 2-4 0,-3 2 14 0,-1 7-8 16,-1 3 7-16,-1 3-4 0,-2 6 14 0,2-1-18 15,-1 4-9-15,-1 1-2 0,-1 3-12 0,3-1-11 16,-3 5-37-16,1-5-33 0,-1 5-16 0,0 0 5 16,0 0 2-16,0 21 7 0,0-6 3 0,-5 10 1 0,3 3 11 0,-5 4-3 15,2 3 2-15,-5 12 4 0,1-11 5 0,1-1-3 16,3-1-2-16,1 1 6 0,-5-3 11 0,7-3-9 15,-2-3 6-15,1-6 2 0,2-1-3 0,1-3 2 16,0-5 2-16,0 1 1 0,0-6 3 0,1 2 8 16,2-5 20-16,-2 2 26 0,2 0 30 0,3-3 13 15,-1 0 4 1,8-2-7-16,1 0-7 0,7-4-8 0,7-1-5 16,2-1-12-16,2-4-8 0,2 3-19 0,2-3-50 15,0 2-56-15,4-2-63 0,-3-1-66 0,1 3-70 0,16-2-92 16,-16 5-274-16,-2-2-692 0,1 0 306 0</inkml:trace>
  <inkml:trace contextRef="#ctx0" brushRef="#br0" timeOffset="-211682.7">13955 13368 8 0,'2'-6'239'0,"1"-1"-2"16,-2 0-5-16,0 2-6 0,1-2-17 0,-1 0-13 0,-1 2-23 15,0-2-15-15,-1 2-17 0,1 0-15 0,0 0-11 16,-3 0-18-16,0 2-8 0,0-1-15 0,-5 2-10 16,-2-1-11-16,-3 7-9 0,-10-3-3 0,-8 7-7 15,2 3-2-15,-3-3-5 0,4 6-1 0,-1 1-5 16,4 1-6-16,1 1 1 0,2 0-6 0,8-3-7 15,0-3-16-15,1 1-6 16,7-1-3-16,-2-3 5 0,3 2 4 0,3-1-4 16,0-3 5-16,2 1 4 0,4-1 2 0,1-2 1 15,3 0 3-15,6-2-2 0,3-2 3 0,3-1 5 16,8-4 0-16,-9 0 0 0,10-7 0 0,-4 2 3 16,-1-2 2-16,0-3-1 0,-7 2 6 0,5-2-3 15,-4 2 8-15,-5-2 7 0,-1 3 10 0,1 0 4 16,-4 2 4-16,-1 3 7 0,-1-2 1 0,-3 4-2 0,0 0 1 0,0 2-1 15,-1-3-15-15,-1 3-11 0,1 2-13 16,-3 1-15-16,0 0-1 0,0 0-2 0,0 0 2 0,4 6 6 16,-6 1-1-16,2-2-4 0,0 5-3 0,2 0 4 15,-1 1-1-15,2 1 2 0,0-1-5 0,2 1 2 16,2-2-1-16,2 3-2 0,-1-1 2 0,1-3 5 16,3-1-6-1,-2-4 3-15,3 2-1 0,-3-2 1 0,4-1 1 0,4-2 1 16,-4-1 1-16,-1-1 0 0,0-2 3 15,2-3 7-15,0-2 8 0,-1 0 9 0,-2-1 9 16,-1 4 5-16,-2-4 3 0,1 2 3 0,-2-1 9 16,-3 1 6-16,3 0 5 0,-3 4-6 0,0-1-4 15,-1 1-11-15,-3-2-1 0,3 4-11 0,-4 1-8 0,4-3-2 16,-4 3-8-16,0 0-19 0,5-2-9 0,-5 2 0 0,0 0 3 16,0 0-1-16,-4 12 3 0,3-6-1 0,1 4-2 15,-4-3 4-15,4 1 3 0,-4 1 5 0,3 0-4 16,-2-3-1-16,6 4 0 0,-6-3 1 0,6-2 2 15,-3-1 2-15,0 1 1 0,3 0 1 0,-1-2 12 0,-1 1-14 16,-1-4 3-16,10 0 3 0,-10 0 2 16,16-4 1-16,-7-1 3 0,1-1 12 0,3 0-17 0,1-5 4 0,3 0-7 15,-3-1-2-15,-2 0 3 0,3-2 9 0,-3 1-11 16,2 1 1-16,-3 0-4 0,-1 5-2 0,-3 0 8 16,1 2-5-16,-3-1 9 0,0 2-15 0,-1 1-4 15,0 1-8-15,-3 0-16 0,-1 2-22 0,5-1 3 16,-5 1 3-16,0 0 3 0,9 5 5 0,-1 1 6 15,-4 1 2-15,2 0 5 16,3 1 2-16,5 4 2 0,4-3-2 0,8 5 8 16,3-2-7-16,2-1-4 0,3-2-2 0,2-3-3 15,2 0 6-15,14 0-3 0,-1-3 1 16,-14-3 2-16,2 0 0 0,-2-5 5 0,-1 1 3 0,-1-2 2 16,-5-3 2-16,-4 3 1 0,-6-2 7 0,-2-1 14 15,-4-2 11-15,-5 4 24 0,0-2-4 0,0 1-5 16,-8-1-5-16,3 1-4 0,-4-4-9 0,-5 3 0 0,-5-1-5 15,-7 3 2-15,-2-1-5 0,-1 1-4 0,-7 0 4 0,-3 4-2 16,0 3-4-16,0 0 0 0,1 4 1 0,-2 2-4 16,12-2 0-16,-4 2 3 0,4 1-6 15,1 0 0-15,2 1-3 0,3 2-11 0,2-2-4 16,4 0 5-16,0 1 0 0,1-1 1 0,5 2 1 16,1-2 4-16,1 1 2 15,4 0-1-15,3 2 3 0,2-5 8 0,7 2-6 16,2-1 4-16,2-5-1 0,-1 2 4 0,1-1-2 15,7-5 0-15,-6-1 8 0,-1-1-3 0,-1-1 5 16,-1-5 3-16,-2 2 14 0,1-5 10 0,-4-1 2 16,-1-1 9-16,2-5 1 0,0-4-4 0,-6-2-5 15,0 0-4-15,1-7-4 0,-5 2 0 0,-1-3-10 16,1-1 3-16,-2 0-1 0,-2 2-4 0,3 1 11 0,-1 2-1 0,-2 5 13 16,-1 0 1-16,0 8 2 0,0 4 7 0,0 2-1 15,1 1-7-15,-2 5-5 0,2-2-5 0,-1 4-18 16,4-2-20-16,-4 5-36 0,0 0-7 0,0 0 2 0,0 0 3 15,0 0 4-15,-10 27 7 0,3-8 2 0,2 11 3 16,-4 6 2-16,1 12-1 0,1 0 5 16,-2 0 1-16,3 1 0 0,-1-15 2 0,7 2-1 0,-1-2 3 0,-1-5 4 15,4-1-1-15,1-3 4 0,-2-7-2 0,3-2 4 16,-1-2 4-16,1-4 9 0,2 0 19 0,1-1 13 16,-2-1 14-16,8-3 11 0,-3 0-9 15,4-2-5-15,3-1 1 0,5-2-5 0,-2 0-10 0,9-3-38 31,-2-1-44-31,4-1-52 0,-1 2-68 0,4-2-83 16,-2-4-304-16,4 3-599 0,1-5 265 0</inkml:trace>
  <inkml:trace contextRef="#ctx0" brushRef="#br0" timeOffset="-210752.85">16067 13036 75 0,'0'-5'193'0,"0"2"-8"0,3-1-13 0,-3-1-15 16,2 1-15-16,6 1-15 0,-2 0-14 0,3-1-12 0,2-1-10 0,2 2-8 15,0 3-11-15,5-2-7 0,1 4-8 0,-1-2-6 16,1 3-4-16,-1 3-5 0,0 2-6 0,1 0-5 0,-5 3-5 16,0 0 0-16,-2 3-12 0,-3-1 6 15,-2 3-9-15,-4-4 1 0,-1 0-7 0,-2 5 2 16,-3-1-6-16,-5-1 4 0,-2 2 4 0,-3-4-9 16,-1-1 0-16,0 2-1 15,-4-4 1-15,0-1 9 0,1 0 3 0,2-1-3 16,4-1 8-16,0-4-7 0,1 2-2 0,1 0 1 15,4-3 1-15,0 2 1 0,1-3-8 0,-1 1 4 16,3 1-1-16,2-3-3 0,-4 1 2 0,4-1-2 16,5 6 0-16,1-4 5 0,4 1-2 0,2 0-1 15,5 3-2-15,-1-1-4 0,2 1 5 0,1 1 1 16,-5 0-4-16,7 0-2 0,-6 1 1 0,2 2-1 0,-3-2 1 0,-3 0-1 16,-3 0 1-16,0 1-8 0,-1-4 8 0,-2 2-3 15,-2-2 1-15,-2 3 2 0,-1-4-4 0,-1 2 11 16,-5 2-1-16,-2-5 0 0,-2 4 3 0,-1-2 5 15,-4 0-5-15,2 0-1 0,-6-1-5 0,4 1 3 16,-2 0-15-16,3-2-24 0,1 1-23 0,2-3-24 16,-2 1-26-16,4-2-42 15,1 0-144-15,1-2-315 0,3 1 140 0</inkml:trace>
  <inkml:trace contextRef="#ctx0" brushRef="#br0" timeOffset="-209962.59">16551 13242 55 0,'4'-3'289'0,"-3"-2"-27"0,3 4-27 15,-4 1-28-15,5-3-22 0,-5 3-21 0,7-2-18 0,-7 2-17 16,7 4-11-16,-1-2-15 0,0 3-10 0,-1 2-7 16,1 1-14-16,-2 1-9 0,0 3-4 0,1-3-8 15,-3 4-5-15,-1-1-2 0,-1 1-9 16,0-2-1-16,-3 0-2 0,1 2-6 0,-2-4 0 0,1 0-2 0,-2-1-5 15,1-2 2-15,2-1 4 0,-2 0-5 0,0-3-3 16,2 1 4-16,2-3 12 0,-3 6 20 0,3-6 11 16,0 0-2-16,0 0 0 0,0 0-26 0,0 0-10 15,11-19-20-15,-2 10-6 0,6-2-6 0,1-2-12 0,7-2-10 16,1 0-6-16,3-1-2 0,4 1-3 16,0 1 2-16,3 2 4 15,0 0-1-15,2-1 6 0,0 4 2 0,1 0 1 16,-1 2 5-16,-2-1 0 0,-2 5 2 0,0-3 1 15,-4 2 5-15,-10 2-5 0,-4 0 2 0,-1-1 5 16,1 1 4-16,-5 1 1 0,-3 0-1 0,1 1 6 16,-3-2-3-16,-4 2 3 0,0 0-1 0,0 0-2 15,0 0 2-15,-11 7-2 0,1-5 3 0,-9 2 0 16,0 1 2-16,-2 2-1 0,-3 1-2 0,-4 0 4 0,1 1-4 0,1 1 4 16,-1 1-1-16,1-3-3 0,7 3-2 0,1-3 4 15,5 4-4-15,4-4 4 0,-1-1-3 0,1 2-1 16,5-4 1-16,-1 2-1 0,5 3 0 0,0-4 5 15,1 0-1-15,8 0 1 0,4 0 1 0,5-2-1 16,1 0 4-16,3-4-3 0,1 0-1 0,5-3 7 16,0-1-8-16,0-4 1 15,-4-3-1-15,-2-2 5 0,-4 3 14 0,5-7 13 16,-10 2 8-16,3-7-3 0,-3-3-3 0,-4 0-2 16,1-4-6-16,-3-2 1 0,-3-1-4 0,0-2 8 15,-2 3 12-15,-1-1 23 0,-1 3 6 0,0 3 15 16,-1-1 10-16,1 10 1 0,-1 1 11 0,1 3 1 15,-1 2 6-15,-1 3-16 0,1 0-8 0,1 1-15 16,0 2-4-16,-1 1-17 0,1-1-19 0,0 5-14 0,-2-5-33 0,2 5-14 16,0 0 1-16,0 0 2 0,0 0 0 0,-1 24 6 15,0-11 1-15,-2 6 3 0,1 7-2 0,-2 3 1 16,0 3 0-16,0-1 12 0,1 1-12 0,-1-1 2 16,2 2-1-16,0 1 2 0,0-7 2 0,1 2-4 15,0-2 7-15,1-7 9 0,1-2-2 0,-2-1-11 16,2-6-1-1,-1-1 5-15,0 1-4 0,0-5 3 0,0 0 7 16,1-1-8-16,-2 0 10 0,2-2 15 0,-1-3 11 16,0 7 22-16,0-5 11 0,0-2 12 0,0 0 3 0,0 0 15 15,2 3 3-15,-2-3 7 0,0 0-7 0,2 3 9 16,-2-3-7-16,0 0-9 0,0 0-11 16,13-5-8-16,0-1-9 0,15-3-35 0,5 2-62 0,18-9-76 0,8 2-89 15,1 0-115-15,5-1-438 0,30-6-814 0,-34 1 360 16</inkml:trace>
  <inkml:trace contextRef="#ctx0" brushRef="#br0" timeOffset="-208543.87">4000 14877 50 0,'-1'-5'301'0,"1"0"-27"0,1-3-19 15,-1 4-25-15,2-3-18 0,-2 2-21 0,2 3-22 16,1-3-19-16,-1 1-19 0,1 1-11 0,2-1-13 16,1 1-16-16,-1 2-5 0,4-1-12 0,-1 4-8 15,4 2-11-15,-1 0-6 0,2 3-5 0,1 2-9 0,0 1-5 16,3 4-3-16,-3 0-4 0,-2 2-6 0,-1 0-6 16,-4 2 6-16,3-1-3 0,-3 0-2 0,-2 0-5 15,-1-5-1-15,-1 0 0 0,-1 0-3 0,2-2-2 16,-3-3 7-16,0-2 1 0,-1 3 1 0,2-4 18 15,-1 0 30-15,-1-4 40 0,1 4 38 0,-1-4 42 16,1 3 14-16,-1-3-18 0,0 0-26 0,3-21-22 0,1 9-14 16,2-5-13-16,2-7-7 0,2 0-7 0,2-2-14 15,3 1-15-15,3-4-9 0,0 5-10 0,-4 2-14 16,4 0-7 0,-8 7-8-16,3 1-4 0,-6 4-21 0,2 5-26 0,-3 0-26 0,1 1-13 15,1 1-29-15,0 3-16 0,4 1-7 0,0 3-15 16,1 1-20-16,4 2-11 0,1 4-17 15,8 3-14-15,1 2-31 0,0-1-13 0,-1-3-195 16,0 1-486-16,2-1 216 0</inkml:trace>
  <inkml:trace contextRef="#ctx0" brushRef="#br0" timeOffset="-207673.82">4970 14884 165 0,'0'-9'285'0,"0"4"-23"15,3-1-26-15,-6 0-13 0,3 0-32 0,-5-1-13 0,0 1-28 0,-4 0-12 16,0 2-18-16,-4 0-14 0,1-2-12 0,-5 5-10 15,-1 1-9-15,0 1-12 0,-1 5-4 0,0-2-7 16,0 3-9-16,1 4-4 0,-1-1-4 16,2 1-6-16,0 0-2 0,3 2-4 0,3-1-5 0,1 2 0 15,3-4-5-15,1-2-4 0,0-1-5 0,2 0-3 16,0-2 4 0,3-1-1-16,-1-1-1 0,2 1 2 0,0-4 3 15,4 2 0-15,-4-2 9 0,17-3 4 0,-6-3 8 16,3 0-3-16,5-2 1 0,-1-1 11 0,-1-3-13 15,1 1-1-15,-1-1-3 0,0 2 2 0,-1-1-6 16,0 1-1-16,-3 3-3 0,0-1-1 0,-3 3 2 16,-1 0-8-16,2 1 0 0,-5 0-6 0,0 3 2 0,0-1-7 0,3 2-1 15,-9 0-7-15,13 3-3 0,-4 3 0 0,4-1 1 16,-4 2 0-16,1 1-6 0,4 1-5 0,-1 2-7 16,2-2-3-16,1 1-5 0,0-1-7 0,0 0 2 15,1 1 0-15,1-3 6 16,0 1 2-16,1-6-1 0,2 3-2 0,-2-7 6 15,0-1 3-15,-1 1-1 0,0-7 10 0,-1 1 11 16,-1-4 26-16,-2 0 21 0,0-2 14 0,-4-1 8 0,2-3 2 0,-2 2 0 0,3-9-5 16,-3-1-2-16,0-2-2 0,-1 0-7 0,3-1-6 15,-3-1-1-15,0 2-1 0,-3 4 5 0,-1 5 8 0,2 5 12 16,-5 2-4-16,2 4-4 0,-4 1-11 0,3-1-5 16,-2 6-17-16,-1 2-37 0,2-5-7 15,-2 5 6 1,0 0-8-16,0 0 3 0,2 24 4 0,-5-4 2 15,1 6 1-15,-2 1 2 0,0 2 2 0,-1 1 6 0,1 0-1 16,0-1-1-16,-1 0 4 0,4-4-3 0,-2-6 4 16,3-2 0-16,-1-6 2 0,1 0 2 0,-3-2-1 15,3-2 1-15,0 0 8 0,-1-3 3 0,2 1 31 16,-2-3 30-16,1-2 28 0,-1 4 14 0,1-4-5 16,0 0-8-16,0 0-11 0,-12-9-10 0,6 3-31 15,-3-2-20-15,0-2-11 0,-4 0-11 0,2 2-9 0,-1-1-6 16,-2-1 6-16,4 3-8 0,0 1-1 0,-2 2 3 0,6 2-2 15,1-3-3-15,-1 3-12 0,2-1-15 0,0 1-21 16,4 2-13-16,-5-4-13 0,5 4 10 0,0 0 7 16,0 0 11-16,20 0 4 0,-2 1 6 15,13-1 6-15,4 0 0 16,5 0-4-16,12-2 0 0,2 0 2 0,-2-2-11 16,2-2 1-16,0 1 5 0,-3-2 8 0,-12 2 11 15,-2 0 4-15,2-2 7 0,-6 0 8 0,0 0 6 16,-5 2 15-16,-9-1 24 0,-2 2 39 0,-3-1 19 15,-6 3 14-15,-2-3 12 0,3 3-4 0,-5 2-3 0,2-3-13 16,-6 3-11-16,8-1-1 0,-8 1-29 0,0 0-9 16,0 0-3-16,0 0-14 0,0 0-11 15,9 4-9-15,-8 0-6 0,-1-4-6 0,-1 13-6 0,-3-4-5 0,3-1 7 16,-3 3-2-16,4-1-12 0,-2 0-7 0,-1-1-3 16,3 2-15-16,-3-1-6 0,2 1-20 0,1-3-14 15,-2 1-7-15,0-1-18 0,1-4-17 0,1 1-18 16,0 1-22-16,-3-3-6 0,3-3-10 0,-1 3 2 15,1-3-212-15,0 0-424 0,-13-7 189 0</inkml:trace>
  <inkml:trace contextRef="#ctx0" brushRef="#br0" timeOffset="-207542.05">5986 14546 66 0,'0'-3'263'15,"0"3"-26"-15,-1-7-26 0,1 7-27 0,1-7-20 16,-1 7-31-16,0 0-22 15,7 0-36-15,-7 0-33 0,0 0-37 0,21 9-55 16,-8-2-65-16,-4 0-106 0,1-2-240 0,7 7 106 16</inkml:trace>
  <inkml:trace contextRef="#ctx0" brushRef="#br0" timeOffset="-207173.27">6384 14650 18 0,'-9'5'134'0,"-2"4"-9"0,0-1-13 0,-2 2-7 16,-1 3-14-16,0 0-9 16,0 2-6-16,5 1-14 0,-1-1-9 0,1-3 4 15,1 0-13-15,3-2 1 0,1-1 0 0,3-2 0 16,1 1-8-16,0-2 19 0,1 1 21 0,3-3 22 15,5 1 11-15,1-3 0 0,8-2-13 0,4 0-1 16,-2-4-8-16,10-3-10 0,-4-2-3 0,-5 2-7 16,-2-1 3-16,-1 0 8 0,1-5 5 0,-4 2 3 0,1-1-5 0,-2-3-4 15,-9 6-1-15,7-5-6 0,-6-2-7 0,1 0 2 16,-4 1-20-16,-3 2-9 0,0-1-12 0,-4 2-10 16,-2 0-14-16,-3 4-11 0,-4-1-11 15,-5 4-11-15,-1 1-11 0,1 1-6 0,-3 3-12 16,0 3-19-16,1 1-20 0,0 1-24 0,5 2-29 0,1-4-30 15,2 3-169-15,1 2-382 0,5-3 169 0</inkml:trace>
  <inkml:trace contextRef="#ctx0" brushRef="#br0" timeOffset="-206856.86">6823 14594 200 0,'0'0'210'0,"0"0"-26"15,0 0-15-15,0 0-22 0,0 0-16 16,-15 2-12-16,15-2-15 0,-12 8-12 0,5 0-7 0,-4-2-9 16,2 2-5-16,0 0-15 0,-2 3-4 0,2 1-12 15,0-3 0-15,3 1-6 0,-2 0-4 0,2 1-1 0,3 0-2 16,-1 1 2-16,4-1-8 0,0-1-2 0,3 1 3 15,2 0-5-15,0-1 4 0,9 0 0 0,-2 2-1 16,-2-4 3-16,5 1-6 0,-6-3-6 0,1 0 0 16,-2-1-7-1,-3-1 3-15,-1-1-3 0,1 2 1 0,-2-3 1 16,-5 3-1-16,-1 1 1 0,-6-2-30 0,-9 5-51 16,-9-1-120-16,-5-1-118 0,0-3-337 0,0-4 150 0</inkml:trace>
  <inkml:trace contextRef="#ctx0" brushRef="#br0" timeOffset="-204821.73">18109 14206 12 0,'-9'0'59'15,"9"0"-12"-15,0 0-10 0,0 0-17 0,-9 3-12 16,9-3-39-16,-5 0-33 0,0 3 15 0</inkml:trace>
  <inkml:trace contextRef="#ctx0" brushRef="#br0" timeOffset="-204520.72">18034 14201 33 0,'0'0'84'16,"0"0"4"-16,0 0 2 0,-8 0 5 0,8 0-10 15,0 0 2-15,0 0-9 0,0 0 0 16,0 0-11-16,0 0 1 16,0 0-5-16,0 0-3 0,0 0-3 0,0 0 7 15,0 0 4-15,0 0 5 0,20 1-3 0,-2-3-14 16,9-3 2-16,4 2-4 0,-1-1-9 0,5 0-4 16,-3 0-4-16,-1 0-5 0,-2 1-2 0,-1-2-3 15,-8 3-7-15,-3-1 0 0,-3 1 1 0,-2 0-5 16,0 1 0-16,-7 1-2 0,3-1-5 0,-3 1 4 15,0-1 0-15,-5 1-7 0,9-2-12 0,-9 2-14 0,0 0-20 0,0 0-9 16,0 0-22-16,0 0-18 0,0 0-8 0,-23 0-22 16,23 0-106-16,-14 0-242 0,9 0 107 0</inkml:trace>
  <inkml:trace contextRef="#ctx0" brushRef="#br0" timeOffset="-204267">18477 13977 189 0,'0'0'212'16,"0"-5"-20"-16,0 5-23 0,2-4-17 0,-2 4-19 16,9 0-16-16,-9 0-9 0,20 3-13 0,-8 1-10 0,7 5-6 0,3 4-3 15,5 2-7-15,-3 1-5 0,3 1-2 0,-4 2-10 16,-3 0-5-16,-3 1-4 0,-5-4-4 0,-3 1-3 15,-3-2-5-15,-3 0-2 0,-5 3-3 16,-2-1-3-16,-7-1-1 0,-3 1-16 0,-9 1-17 16,-1-2-34-16,-2-2-34 0,3-2-59 0,-8 1-177 0,6-4-339 15,-3-4 150-15</inkml:trace>
  <inkml:trace contextRef="#ctx0" brushRef="#br0" timeOffset="-201761.81">20989 13776 50 0,'5'-5'161'0,"-1"1"-2"16,-3 1-10-16,3-2-3 0,-4 0-14 0,0 1-19 0,0 1-18 15,0-4 0-15,-4 4-16 0,-1-1-4 0,-5 1-4 16,-3-1-9-16,-7 0-8 0,1 0-10 0,-11 2-3 16,1 2-3-16,-2 0-3 0,3 0 0 0,-3 0-8 0,1 0-4 15,-1 2-2 1,2 2 4-16,-1 3 2 0,9-3-6 0,-1 1 3 15,1 3-8-15,2-3-1 0,1 5-4 0,4-4 0 16,0 3-7-16,5-1 1 0,2 1 0 0,1 3 2 16,4-4-2-16,1 2 8 0,1 1-5 0,3-1-1 15,4 0-1-15,-1-1-1 0,6-1 1 0,3 4 9 16,-2-6-7-16,6 2 0 0,3-4 6 0,-7 0-5 16,7-2-2-16,-2 2 13 0,0-6 8 0,0-2 9 15,-1-1 11-15,0 1 8 0,0-8 8 0,-2 3 10 16,-2-4 14-16,7-8-9 0,-8 2 2 0,4-2-5 0,-4-4-6 0,0 1-4 15,-1-3-8-15,-1-2-4 0,-1 0-9 0,-1 2 0 16,2-4-3-16,-5 2 0 0,0 0 0 0,-1 5 12 16,-1 5 1-16,-3 2-3 0,1 2 7 0,-2 4-5 15,1 2-5-15,-1 3-4 0,0 0-10 0,-1 2-12 16,0-1-41-16,0 5-1 0,0 0 1 0,0 0-1 16,-8 21 5-16,2-4-1 0,1 6-1 0,-4 4 3 0,3 0 1 0,-3 3 1 15,4-1 3-15,0 3-3 0,1-1 4 0,1 1 4 31,2 1 4-31,1-2-4 0,1 0-15 0,1-5-18 16,-1-7-17-16,1-1-17 0,2-2-24 0,1-1-18 16,-1-4-23-16,3-1-10 0,-2-6-34 0,4 0-49 0,-2-4-151 15,5-3-410-15,-5 1 181 0</inkml:trace>
  <inkml:trace contextRef="#ctx0" brushRef="#br0" timeOffset="-201244.72">21130 13595 244 0,'1'-7'229'0,"0"2"-23"0,1 2-27 0,-1 0-18 16,-1 3-16-16,2-6-20 0,-2 6-9 0,0 0-15 16,0 0-9-16,0 0-9 0,-1 18-7 0,2-10-10 0,1 2-9 0,-2 1-4 15,2 0-9-15,1 1-8 0,0 0 3 16,3 0-5-16,-2-2-2 0,1-1-4 0,0 1-1 16,-1-4-5-16,1-2 3 0,0 0-2 0,1-1-8 15,3-2 1-15,-4 0 2 0,4-3 3 0,0-4 2 16,0 2 5-16,1-3-4 0,-1-3 3 0,0 3 4 0,1-2 5 15,-2-1-2 1,0 2 1-16,1 1 4 0,-2-1-2 0,-2 2 2 16,-1 3-2-16,1-1-5 0,-2-1-1 0,1 2-7 15,-2 1-15-15,-2 2-14 0,5-1-2 0,-5 1 1 16,0 0-2-16,6 11-3 0,-4-2 0 0,-2 1 4 16,0 7-2-16,-1 4 1 0,0 5 3 0,-3 4 2 15,0 2 2-15,-1 2 2 0,1-3-2 0,-1 1-5 16,-2 1 3-16,-4-1 4 0,5-3-3 0,-2-3 1 0,0 3 0 0,3-9 2 0,-1-3-3 0,-2 0 5 15,3-5-3-15,-3-3 4 0,-1 1 2 16,3-3 4 0,-2-4 9-16,1 1 13 0,-1-3 13 0,0-2 14 0,1-1 23 0,0-3 16 0,-3 0-5 15,4-6 5-15,1 1-13 0,-1-10-6 0,2 3-10 0,2-9-6 16,6 0-6-16,2-6-9 0,3 3-4 0,6 0-10 16,4 0-10-16,0 2 15 0,2 3-12 0,0 0-4 31,-1 4-1-31,3 3-5 0,-4 2-4 0,-1 4 1 0,-1 1 8 0,-7 3-17 0,-1 2 0 0,1-1 1 15,-3 2-6-15,0 2-6 0,-3-1-26 0,0 1-23 32,1 2-12-32,-5 0-10 0,0 0-7 0,5 7-6 15,-8-3-26-15,-1 3-21 0,-2 2-30 0,1-4-41 16,-4 3-56-16,-1 2-178 0,-1-3-477 0,0 3 211 0</inkml:trace>
  <inkml:trace contextRef="#ctx0" brushRef="#br0" timeOffset="-200928.29">20559 14166 188 0,'-13'0'240'0,"1"-3"1"16,5 3-2-16,0-1-10 0,1 0-12 0,6 1-20 15,-7 0-20 1,7 0-16-16,-8-3-18 0,8 3-16 0,0 0-14 16,-6-1-9-16,6 1-14 0,0 0 4 0,0 0-22 15,0 0-4-15,0 0-9 0,0 0-12 0,0 0-15 16,14-3-18-16,-14 3-11 0,0 0-11 0,0 0-12 16,0 0-10-16,5-3-4 0,-5 3 0 0,0 0-4 15,0 0-3-15,0 0-6 0,0 0-5 0,0 0-10 16,0 0-12-16,0 0-12 0,0 0-13 0,9 5-19 0,-9-5-38 0,11 0-170 15,-4-2-354-15,-7 2 157 0</inkml:trace>
  <inkml:trace contextRef="#ctx0" brushRef="#br0" timeOffset="-200195.19">21808 13694 96 0,'0'-3'240'15,"0"3"-16"-15,4-4-26 0,-4 4-21 0,0 0-20 16,1-5-20-16,-1 5-15 0,0 0-15 0,0 0-11 0,-18 12-9 16,8-1-14-16,-6 5-7 0,-6 9-9 15,-2 0-3-15,-11 12-11 0,-1 1-3 0,3 4-1 16,-3-3-17-16,4 2 9 0,11-13-7 0,0 1 0 16,1 1-8-16,-1-1-1 15,7-5-1-15,-1-2 0 0,3-5-2 0,5-2-3 16,-1-4-1-16,2-4 4 0,3 1-5 0,-1-1 18 15,-1-2 14-15,5 0 24 0,-4-1 18 0,-1-1 15 16,4-1 25-16,1-2-4 0,-2 4 6 0,2-4-6 16,0 0-4-16,-2 4-11 0,2-4-6 0,0 0-9 15,-2 2-2-15,2-2-13 0,0 0 5 0,0 0-15 0,0 0-12 0,0 0-2 16,0 0-1-16,-4 2-9 0,4-2-5 0,0 0-3 16,0 0-17-16,0 0-28 0,0 0-21 0,0 0-31 15,0 0-34-15,0 0-40 0,0 0-43 0,0 0-38 16,0 0-34-16,0 0-233 0,0 0-530 0,0 0 234 15</inkml:trace>
  <inkml:trace contextRef="#ctx0" brushRef="#br0" timeOffset="-199613.73">21799 13984 4 0,'2'-5'306'0,"-1"1"-19"15,0 1-27-15,0 0-25 16,-1 3-26-16,0 0-22 0,2-4-20 0,-2 4-24 16,0 0-32-16,0 0-14 0,0 0-9 0,0 0-11 15,0 0-8-15,4 10-4 0,-2-3-8 16,1-2-11-16,0 0-10 0,-1 2-7 0,0-2-5 0,2 0-4 16,1 0-3-16,-3-1-1 0,1 0-4 0,1-1 5 15,1 1-7-15,-4-3 2 0,-1-1 0 0,6 4 2 16,-6-4 1-16,6 1 2 0,-6-1 3 0,9-2 4 0,-1-1 2 15,-2 2 7-15,-1-3-2 0,3 0 0 0,-3 1-6 0,4 1 3 16,-3-2-3-16,1 0-7 0,-2 2-2 0,-1 0-1 16,1-1-2-16,0 3-2 0,-5 0-2 15,0 0-6 1,10 3-3-16,-3 4-4 0,-4 0 0 0,4 4 3 16,-1 5-1-16,-3 3 6 0,-1 5-6 0,-1 1 0 0,1 3-1 15,-2-1 3-15,-2 2-6 0,0-2 5 0,-3 1-3 16,0 0 2-16,-3-1 1 0,-1-4-1 0,3 2 1 15,-2-8 1-15,2 0-2 0,-1-2 0 0,2-4 11 16,1-6-7-16,2 3 2 0,-2-2 8 0,1-1 23 16,2-2 29-16,1 1 41 0,0-4 52 0,-5 4 20 15,5-4 8-15,0 0-9 0,0 0-18 0,-9-16-19 0,10 5-8 16,3-4-17-16,0-3-17 0,2-6-20 0,7-4 1 0,0-1-16 16,2-1-6-16,6-2-11 0,4-8-3 0,-2 11 0 15,0 1-8-15,0 3 1 0,-3 1-10 0,0 4 3 16,-10 6-7-16,4 2 4 0,-6 4-8 0,-2 0 0 15,-2 3-3-15,2 1-4 0,-2 0-5 0,0 0-36 16,0 0-37-16,-1 4-28 0,-3 0-30 0,0 0-24 16,0 0-16-16,5-2 10 15,-5 2-10-15,0 0-19 0,0 0-25 0,-3 13-28 16,2-9-32-16,-2-2-278 0,-2 3-594 0,5 0 262 16</inkml:trace>
  <inkml:trace contextRef="#ctx0" brushRef="#br0" timeOffset="-199207.72">22659 13766 73 0,'-5'-2'140'0,"5"2"-12"0,0 0 4 0,-5-2-11 0,5 2 5 16,0 0-1-16,0 0-1 0,0 0 7 0,-5-3-2 16,5 3 1-1,0 0 1-15,0 0-2 0,0 0-14 0,0 0-15 16,13-5-9-16,-2 3-9 0,3 0-6 0,7-1-8 15,12-1-6-15,-4-1-7 0,7 0-7 0,3 2-3 0,-1-1-6 16,-1 0-2-16,-3 3-5 0,-2-4 0 16,-1 2-7-16,-12 2-2 0,-3 0 3 0,-3 1-8 15,-2 0-2-15,-4 0-1 0,-3-2-2 0,4 2-1 16,-4-3-3-16,-4 3-2 0,0 0 0 0,0 0-4 0,0 0-15 0,0 0-21 16,0 0-22-16,-18 5-17 0,10-4-24 0,-2 1-28 15,0 0-28-15,-1 0-60 0,1 1-109 0,-1-2-346 16,6 2 154-16</inkml:trace>
  <inkml:trace contextRef="#ctx0" brushRef="#br0" timeOffset="-198938.68">22837 13917 169 0,'-5'4'311'0,"2"-2"-3"15,1 1 0-15,2-3-16 0,-4 1-22 0,4-1-34 16,0 0-22-16,0 0-22 0,27-4-21 0,-8 0-13 0,10-1-15 0,3 2-13 16,5-2-18-16,-1 0-9 0,-2 4-7 0,-2-7-18 15,-3 5-3-15,-9 2-3 0,-3-3-11 0,-3 4-4 16,-3-1-10-16,-4 1-4 0,-1-3-3 0,0 3-11 16,2 0-6-16,-8 0-8 0,6 0-10 0,-6 0-19 15,3-4-22-15,-3 4-23 0,0 0-31 0,0 0-30 16,0 0-35-16,-13 7-43 0,13-7-30 0,-5 0-249 0,5 0-516 31,-4 4 229-31</inkml:trace>
  <inkml:trace contextRef="#ctx0" brushRef="#br0" timeOffset="-197975.84">24111 13601 80 0,'1'-4'201'16,"2"-1"-11"-16,-2-2-3 0,-1 2-8 0,0 1-9 16,0-1-17-16,0 0-15 0,0 5-12 0,-1-7-13 15,1 7-15-15,-4-5-12 0,-1 5-8 0,-2-3-8 0,-2 3-11 16,-3 3-3-16,-1-1-7 0,-5 4-6 16,1-2-7-16,-2 6 0 0,-4 1-7 0,-1 2-9 15,6-4 5-15,-1 1-4 0,3 3-3 0,0 1 0 0,3-2-3 0,-1 2-3 16,5-2-1-16,-1 1-2 0,2-2-1 0,3-1 0 15,4 2-2-15,-2-2 2 0,3 0-1 0,3 2 1 16,2-6 0-16,1 2 1 0,3-1-1 0,3-5 0 16,2-1 4-16,-1-1 9 0,4-1 5 0,-1-5 11 0,2 3 5 15,-3-7 3-15,0-2 7 0,0 1 3 0,-2-2 4 16,-1-4-5-16,-2 0-2 0,0-7-1 0,-2 5-10 0,-3-7 2 16,3-1-5-16,-2-5 3 0,-1 1-17 0,-1-1 5 15,-4-1-3-15,4-2 5 0,-4 2 13 0,0 4 17 16,0 2 18-16,0 2 14 0,3 8 3 0,-6 4 2 15,3 0 0-15,0 5-7 0,3 0-6 0,-3 4-13 16,0-2-12-16,0 2-18 0,0-1-20 0,0 2-35 16,0 3-12-1,0 0 5-15,0 0-4 0,1 13 2 0,0 0 3 0,-1 4-4 16,3 4 11-16,2 6-1 0,-3 2-2 0,2 0-2 16,3 1 18-16,-5 0-12 0,5-2 6 0,-1-2-3 15,2-1 1-15,-5-6-1 0,1-2 5 16,1-3-4-16,-1-1 5 0,0-4 8 0,-1 1-9 0,0-4-2 0,-1 2 3 15,0-5 1-15,0 3 3 0,-1-3 5 0,0 0 3 16,0 2-1-16,-1-5 8 0,0 4 3 0,2-1-3 16,-2-3-1-16,0 0-5 0,0 0 5 0,1 4-7 15,-1-4 8-15,0 0-4 0,0 0-43 0,1 3-29 0,-1-3-27 16,0 0-30-16,0 0-32 0,0 0-93 0,0 0-318 16,0 0-605-16,23-11 268 0</inkml:trace>
  <inkml:trace contextRef="#ctx0" brushRef="#br0" timeOffset="-197622.25">24513 13365 33 0,'0'0'301'0,"0"-7"-16"0,0 7-23 0,-2-4-28 0,2 4-27 15,0-5-26-15,0 5-16 0,0 0-17 0,0 0-17 0,14 8-14 16,-5-4-12-16,-1 3-13 0,2 0-7 0,0 2-9 15,0 4-8-15,2 2-6 0,-3-1-12 0,-3 0 0 0,3 2-10 16,-7 1 3-16,4 0-13 0,-6 0 2 16,-2 1-7-16,-2-2 0 0,-4 1-2 0,0-2-6 15,-1 1 0-15,-1 1 3 0,-3-6-7 0,3 1 3 16,-4 2 1-16,2-7 3 0,6 1 0 0,-3-1-4 0,4-4 2 0,-2 1-4 16,2-1 0-16,1 1 1 0,0-1 0 0,3-1 6 15,1-2 9-15,-5 5 2 0,4-3 10 0,1-2 2 16,0 0 9-16,0 0-13 0,0 0 1 0,19 1-3 15,-9-1-9-15,12-2-3 0,-3 1-1 0,2-1-13 16,-1-1-19-16,2 1-44 0,-3-1-42 0,0-1-54 16,0-1-66-16,-1 1-63 15,-4-1-182-15,-5-1-497 0,3 0 220 0</inkml:trace>
  <inkml:trace contextRef="#ctx0" brushRef="#br0" timeOffset="-197405.98">24471 13580 135 0,'0'0'286'16,"-9"0"-1"-16,5 0-7 0,4 0-9 0,0 0-13 15,-8 0-16-15,8 0-18 0,0 0-14 0,0 0-23 16,0 0-16-16,0 0-22 0,14-7-13 16,-3 5-4-16,7-1-22 0,2 1-9 0,0-1-10 0,8-2-11 15,-7 1-8-15,1 0-9 0,-1 0-9 0,5 0-20 16,-4 1-20-1,-4-2-17-15,1 1-22 0,0 1-22 0,-7-1-23 16,1 2-20-16,-2-1-36 0,-2 1-29 0,-1 1-26 0,-1-3-55 16,-3 1-195-16,1 0-468 0,-2-2 208 0</inkml:trace>
  <inkml:trace contextRef="#ctx0" brushRef="#br0" timeOffset="-197057.62">25168 13372 28 0,'2'-2'279'0,"1"-1"-6"0,-2-1-37 16,-1 4-25-16,3-3-23 0,-3 3-24 0,0 0-19 0,0 0-17 0,-13 12-11 16,-4 3-14-16,-6 3-11 0,-2 10-7 0,-11 6-11 15,-4 4-11-15,2 1-5 0,-3 1-6 0,2 5-3 16,1-2-7-16,3-1-4 0,1-1-6 0,6 0-3 15,7-12-2-15,4 1-6 0,0-2-2 0,2-5 0 16,-2 0-3-16,7-8 0 0,2-1-3 0,0-4 0 16,2-3-1-16,3 1 1 15,1-4 15-15,-3 1 22 0,4 0 18 0,-2-2 21 16,2-2 7-16,1-1 7 0,-4 6 6 0,4-6-5 16,0 0-5-16,0 0-5 0,-1 4-14 0,1-4-7 15,0 0-14-15,0 0-22 0,0 0-44 0,0 0-44 16,0 0-38-16,0 0-48 0,0 0-40 0,9-11-64 15,-9 11-266-15,0-9-550 0,2 5 243 0</inkml:trace>
  <inkml:trace contextRef="#ctx0" brushRef="#br0" timeOffset="-196850.75">25184 13738 140 0,'0'-3'363'0,"0"3"-30"0,3-5-33 0,-3 5-26 16,1-1-40-16,-1 1-29 0,0 0-23 0,0 0-19 15,0 0-22-15,0 0-13 0,-4 14-15 16,3-6-12-16,-3 5-6 0,3 2-10 0,-3 4-9 0,4 0-36 16,-4 1-37-16,-1 7-53 0,0-2-72 0,0 3-94 15,-8-2-216-15,4-4-467 0,1-8 207 0</inkml:trace>
  <inkml:trace contextRef="#ctx0" brushRef="#br0" timeOffset="-185842.86">24747 7342 111 0,'0'0'177'16,"0"0"-11"-16,-1-4-19 0,1 4-14 0,0 0-17 0,-1-4-15 0,1 4-11 16,0 0-5-16,0 0-13 0,0 0-12 0,0 0-12 15,-8 0-9-15,8 0 3 0,-5 6-8 0,1 0-5 16,-2 0-10-16,-1 2-2 0,2 1-2 0,-3-1-4 16,3 4 0-16,-5 2-5 0,5-2 1 0,1 0-1 15,-1 0-2-15,1-1 4 0,0 2-3 0,4-3 0 16,0 2 0-16,0-1 3 15,2-1-3-15,0 0 5 0,2-5 2 0,-1 2 4 16,3 0 1-16,1-3 4 0,4-3 1 0,-1 0 4 16,2-1 6-16,-1 2 12 0,1-4 11 0,-6 0 15 15,7-1 8-15,-8-4 11 0,0 2 3 0,2 1 3 16,-1-2 12-16,-2-1 6 0,-1 2-15 0,0-1-13 0,-2-4-9 16,-1 3-4-16,0 0-11 0,-1 0-12 15,0 3-4-15,-2-3-11 0,1 2-8 0,-5 2-7 0,2-1-8 0,-4 1-1 16,-2 3-3-16,-2 0-10 0,0 1-12 0,2 1-15 0,-2 2-16 15,1 2-12-15,-3 0-10 0,6 2-18 0,-4 0-8 16,4 1-3-16,0 0-8 0,3 2 6 0,0 0 9 16,3-1 9-16,2 2 12 0,3-3 10 0,5 3 12 0,0-2 5 15,8 0 8-15,-2-5 5 0,4-4 4 0,5 3 14 16,-3-4 9-16,0-2 6 0,2-4 7 0,-2 1-4 16,-3-2 10-16,-2-3 3 0,1 2 7 0,-5-2 16 15,-1 0 15-15,-4 2 11 0,1 0-2 0,-3 2-2 16,-2-1-9-16,0-1-2 0,-1 1-15 0,-2 1-4 15,-1 1-6-15,-4-1-6 0,-5 2-2 0,1 1-4 16,-2 3-3-16,-5 0-1 0,-1 3-3 0,0 1-2 16,-2 1-3-16,-6 4 1 15,8-2-4-15,-1 3-14 0,3-2-14 0,-1 4-20 16,3-3-13-16,3 3-5 0,5-4 3 0,-2 0-3 16,5 1 12-16,1-2 5 0,5 0 8 0,-1-1 5 0,5-1 8 15,6-3 6-15,1 0 18 0,4-2 20 0,0-4 12 16,2-1 7-16,0-1 19 0,-7 2 14 0,-2-1 2 15,0-5 6-15,-1 3 1 0,-1-1 4 0,-3 2 5 16,1-6-13-16,-3 3-15 0,-2-2-17 0,-3 3-7 0,-6-2-9 16,2 2-12-16,-2 0-4 0,-5 2-9 0,3 2-5 15,-7-1-13-15,2 2-13 0,-2 3-20 0,2 0-13 16,2 1-26-16,-5 4-29 0,6-2-32 0,-1 1-38 16,3 2-185-1,1 2-403-15,4 0 178 0</inkml:trace>
  <inkml:trace contextRef="#ctx0" brushRef="#br0" timeOffset="-185393.18">25133 7265 41 0,'-8'-2'196'0,"8"2"-26"16,0 0-12-16,-5 0-25 0,5 0-12 0,0 0-19 15,-5 7-7-15,5-7-19 0,5 8 0 0,-1-3-10 16,1 3 0-16,3 1-12 16,2 4-4-16,4-2-2 0,-1 0-6 0,1 3-2 15,0-3-6-15,1 0-2 0,0 1-5 0,-2-1-4 16,-2 1 0-16,-2-3-14 0,-2 1 1 15,2 0-4-15,-5 0 1 0,1 0 0 0,-1 1-5 0,-4-2 5 16,-2 4 1-16,-2-1 6 0,-1-1 1 0,-3 5-5 16,-2 0-2-16,-2-1 3 0,-2 2-11 0,1-1 6 15,-1-1 1-15,-2-3-1 0,3 2 0 0,-1-1-3 0,2-1 4 0,2-4-7 16,5 1 2-16,0-5-2 0,1 4 1 0,0-5 8 16,0-1-8-16,3 3-3 0,-1 1 9 15,0-2 2-15,2-4 16 0,4 5 14 0,3-1 10 16,4-1 7-16,7 1-6 0,-1-4 0 0,3 5-6 0,-1-4-5 15,2 0-5-15,0-1-3 0,2 0-21 0,-5 0-36 16,0 0-37-16,1 0-55 0,-6-1-228 0,1 0-373 0,-4-3 166 16</inkml:trace>
  <inkml:trace contextRef="#ctx0" brushRef="#br0" timeOffset="-185123.7">25272 7568 178 0,'-5'2'317'0,"5"-2"-16"16,-6 0-15-16,6 0-9 0,0 0-12 0,-5 2-23 16,5-2-16-16,0 0-17 0,0 0-24 0,0 0-26 15,36-5-11-15,-2-1-22 0,4 2-11 0,14 0-8 0,-1 0-9 0,0-2-12 16,-13 3-7-16,-2 3-12 0,-4-1-3 0,-3-2-1 15,-8 2-12-15,-5-3-6 0,-3 2-3 0,-3 1-5 16,-1 2-7-16,-1-1-17 0,-2 0-16 0,-6 0-17 16,7 0-19-16,-7 0-13 0,0 0-24 0,0 0-25 15,-30 11-48 1,3-6-74-16,-1 6-303 0,-1-6-570 0,1-1 253 0</inkml:trace>
  <inkml:trace contextRef="#ctx0" brushRef="#br0" timeOffset="-183360.03">25044 13790 98 0,'0'0'182'0,"0"0"-15"0,0 0-16 16,0 0-9 0,0-4-7-16,0 4-14 0,0 0-15 0,0 0 2 15,0 0-6-15,2-3-4 0,-2 3-3 0,0 0-1 0,0 0-3 16,0 0-6-16,0 0 0 0,0 0-3 0,2-4-9 16,-2 4-3-16,0 0-10 0,0 0 0 15,0 0-4-15,0 0-10 0,0 0 0 0,0 0-5 16,0 0-4-16,0 0-3 0,0 0 0 0,0 0-5 0,0 0-5 15,0 0-3-15,0 0 0 0,0 0 0 0,0 0-4 0,9 0 0 16,-1-2-2-16,0 1 0 0,2 1-6 0,4-2 0 16,-1-1 1-16,5 1-1 0,0 1-3 0,1 0 1 15,0 1-2-15,-1-1-3 0,-3-1 4 0,-3 2-3 0,-2-3 2 16,3 3-5-16,-5-2 9 0,-3 2-3 16,2 0 3-16,-7 0-2 0,9-3-4 0,-9 3-6 15,7 0-2-15,-5 3-1 0,-2-3-2 0,0 0 4 0,-6 10 1 0,-1-3 0 16,-6 7-1-16,0-1 1 0,-6 4 0 0,-4 3-5 15,1 1 10-15,-4-2 0 0,2 2 1 0,-3 1-3 16,4 1 0-16,3 0 1 0,-3-3-1 0,2 0 5 16,3 1-6-16,-1-1 1 0,8-6-1 0,-2 1 1 15,4-3 1-15,1 0-2 0,2-3 0 0,1-2 0 16,1-1 0-16,0-3 1 16,0 2 3-16,3-1 6 0,-3-1 26 0,4-1 8 15,-2 2 12-15,2-4 14 0,0 0 4 0,-2 5 9 16,2-5 1-16,0 0 3 0,-1 3-6 0,1-3 0 15,0 0-8-15,0 0-6 0,0 0-7 16,-3 4-16-16,3-4-2 0,0 0 13 0,0 0-19 16,0 0-1-16,0 0-5 0,0 0-8 0,0 0 1 0,0 0 1 0,0 0-2 15,0 0-8-15,0 0 4 0,0 0 1 0,0 0-6 0,0 0 1 16,12 0-6-16,-12 0 5 0,20-4-1 0,2 0-2 16,5-1-8-16,8 0 4 0,-2 2 3 0,4-2-7 15,1-2 3-15,-1 1 2 0,-2 0 2 16,-1 1-3-16,-4 2 3 0,-9-1-3 0,-3 1-4 15,-4 1 2-15,-5 0 5 0,5-1-4 0,-10 2-1 0,4 0-2 16,-2 0-8 0,-1-1-7-16,-5 2-17 0,4-2-26 0,-4 2-15 15,0 0-17-15,-14-3-15 0,14 3-13 0,-18 0-19 16,5 0-18-16,3 0-23 0,-1 0-26 0,-1 0-29 16,1 2-227-16,0-2-497 0,0 0 221 0</inkml:trace>
  <inkml:trace contextRef="#ctx0" brushRef="#br0" timeOffset="-183021.89">24986 13983 64 0,'0'0'268'0,"0"0"-5"16,-9-1-14-16,9 1-7 0,0 0-22 0,0 0-15 16,-2-3-16-16,2 3-20 0,0 0-17 0,11-4-14 15,3 4-15-15,4-4-10 0,5 2-15 0,9-2-8 16,3 0-11-16,-1 1-9 16,2 2-8-16,0-1-7 0,-3-2-3 15,-3 1-3-15,-9 1-9 0,-2 0-2 0,-6-1-4 0,-2 3-1 0,-2 0-6 0,-1 0-3 16,1-2-8-16,-4 2-7 0,-5 0-7 0,8 0-13 15,-8 0-15-15,0 0-24 0,0 0-29 0,0 0-32 16,-21 2-41-16,15-2-28 0,-3 2-70 16,-4-1-136-16,6 1-418 0,0-2 185 0</inkml:trace>
  <inkml:trace contextRef="#ctx0" brushRef="#br0" timeOffset="-182120.72">26158 13483 88 0,'0'0'220'0,"1"-4"-10"0,-1 4-20 16,5-3-23-16,-1 0-13 0,1-1-16 0,7 0-13 15,-1 1-14-15,3 0-12 0,7 1-8 0,-1 1-12 0,10-4-9 16,-2 4-13-16,-8 1-21 0,8 0-27 16,-7 0-24-16,-1 0-32 0,-2 1-29 0,1-1-23 15,-6 1-33-15,-3 2-115 0,-1-2-265 0,-4-1 118 16</inkml:trace>
  <inkml:trace contextRef="#ctx0" brushRef="#br0" timeOffset="-181957.68">26196 13609 87 0,'-4'3'126'0,"3"-3"-2"0,-1 5 14 15,2-5 2-15,3 5 1 0,5-4-13 0,-1 0-10 0,5 1-8 0,1-2-12 16,11 0-10-16,-3 1-9 0,1-2-19 0,-1 1-28 16,1 0-29-16,-4-2-35 0,2 0-30 0,-2-2-47 15,-4 3-103-15,-5-4-229 0,4 4 102 0</inkml:trace>
  <inkml:trace contextRef="#ctx0" brushRef="#br0" timeOffset="-181703.75">26453 13328 250 0,'-1'-4'253'0,"1"4"-24"0,0-7-26 0,1 5-20 15,-1 2-19-15,0 0-21 0,0 0-17 0,0 0-16 0,0 0-6 16,0 0-14-16,14 11-9 0,-5-4-18 0,5 4 2 16,-1 3-5-16,6 5-9 0,0 0 1 0,2 1 0 0,-1-1-6 15,-1 3-6-15,-1 0-2 0,-1-2-1 0,-6-3-8 16,-2-1-2-16,-1-1 0 0,-2 1-5 0,-3 1-2 16,-3-2-1-16,-4 1-10 0,-5-1-5 15,-1-2-19-15,-12 3-37 16,-1-5-38-16,3-2-50 0,-7 0-83 0,-1-1-124 0,7-4-375 15,2-3 167-15</inkml:trace>
  <inkml:trace contextRef="#ctx0" brushRef="#br0" timeOffset="-177834.56">28126 12886 26 0,'2'-7'186'0,"0"4"-13"15,0-4-4-15,-2 3-3 0,3 0-9 0,-3-1-7 16,2 1-10-16,-2 0-4 0,0 1-13 0,0 3-12 0,4-5-11 16,-4 5-14-16,0 0-10 0,0 0-12 0,0 0-7 15,4-1-7-15,-4 1-11 0,0 0 1 0,1 13-7 16,-2-3-1-16,1 0-5 0,-3 4-3 0,2 1-1 15,2 2-1-15,-1 2-4 0,-1 0 0 0,1 1-3 0,1-1 1 0,3-3-4 16,-2 1-2-16,0-1 0 0,2-5 0 16,-2 1-4-16,0-3 2 0,0-1 0 0,-2-1 7 15,4-5-6-15,-3 2 1 0,3-2-1 0,1-1 2 0,3-5-3 16,2 0-1-16,-1-1 7 0,0-4 3 0,4 1 5 16,-3-4 5-16,1-2-10 0,0-1 4 0,-1 1-1 15,0-1 4 1,0 3 2-16,-3 1-1 0,-1 0 7 0,0 4 4 15,-4-1 6-15,3 1-10 0,-2 4-6 0,-2-4-3 16,1 6-10-16,2-3-21 0,-4 4-4 0,0 0 1 0,0 0-1 0,0 13 4 0,-4-5 0 16,3 3-2-16,-3 6 4 0,-2 7-1 0,1 3-3 15,0 2 3-15,-2 2 1 0,3 2-4 0,-2 2 3 16,-1-1 2-16,3 0-3 0,-1 2 3 16,1 0 0-16,-3-1 0 0,3-4 2 0,-2 0 2 15,2-4 0 1,-2 2 0-16,5-12-2 0,-3 0 3 0,0-2-2 15,0-4 0-15,-1 0 3 0,1-2 3 0,2-2 5 0,-5 0 4 16,3-2 4-16,2-3 7 0,-5 1 3 0,0-2-2 16,-1-1 3-16,0-1-2 0,-1-2 1 0,-1 1 2 15,1-5 2-15,0-1 7 0,-3 1 3 16,1-7 5-16,5 4 12 0,-2-5-1 0,3-4 7 0,3-6-13 16,0-1-6-16,4 0-3 0,4-1-2 0,2 0-6 15,4-2-3-15,4 0-1 0,3 3-8 0,1-3 1 0,7 4-5 0,10-8-3 16,-9 10 0-16,3 2-1 0,0 2-1 0,-1-1 8 15,2 7-15-15,-5 0-1 0,0 3 4 0,-9 5-5 16,-3-4-1-16,-3 7 0 0,-2-1-2 0,-4 0 2 16,1 1-3-16,-3 0-3 0,1 0-1 0,-5 2-13 15,6-3-15-15,-6 3-24 0,0 0 8 0,0 0-2 16,0 0-10-16,0 0-18 0,-15 12-25 0,6-5-29 16,-4 0-26-16,0 4-30 0,2-3-48 0,-3 1-183 15,1 0-454-15,3-2 202 0</inkml:trace>
  <inkml:trace contextRef="#ctx0" brushRef="#br0" timeOffset="-177278.72">27849 13558 20 0,'-8'0'197'0,"3"0"-19"0,5 0-6 15,-11 0-19-15,11 0-10 0,-8 0-7 0,8 0-14 0,-5 1-7 16,5-1-3-16,0 0-10 0,0 0-11 16,0 0-4-16,0 0-2 0,0 0-3 0,0 0-7 0,0 0 1 0,0 0-5 15,0 0-7-15,0 0-5 0,0 0-9 0,0 0-2 16,0 0-3-16,0 0-5 0,0 0-8 0,0 0-2 15,0 0-6-15,20 0-1 0,-20 0 3 0,0 0-7 16,0 0-3 0,0 0-3-16,0 0 1 0,0 0-1 0,0 0-4 15,0 0 3-15,0 0-1 0,0 0 0 0,0 0-3 16,2 3 4-16,-2-3-2 0,0 0 5 0,0 0 4 0,0 0-4 16,0 0 3-16,0 0 4 0,0 0-1 0,0 0-1 15,0 0-3-15,0 0 3 0,0 0 1 0,0 0 2 16,0 0 2-16,0 0-1 0,0 0 10 0,0 0-3 15,13-4-1-15,0 4-3 0,5-3 0 0,13 2-2 16,4-2-5-16,1 1 3 0,19-2-5 0,-1 0 1 0,3 0 4 16,7 1 7-16,0-2 19 0,28-2-8 0,-32 2 1 15,-2 1-1-15,-5-1-3 0,-16 2-4 0,-2-1 1 16,-7 1-3-16,-9 1-3 0,-2 2 4 0,-6-2 0 0,0 1-5 16,-3 1-6-16,0-2 1 0,-3 2-2 0,0 0-4 15,-5 0-6-15,5-1-8 0,-5 1-14 0,0 0-15 16,0 0-19-16,0 0-21 0,-23 4-13 15,9-2-26-15,1 2-28 16,-3 1-18-16,-1-2-27 0,-2 1-25 0,4 2-57 0,-4-2-148 16,2-1-442-16,4 2 195 0</inkml:trace>
  <inkml:trace contextRef="#ctx0" brushRef="#br0" timeOffset="-176812.33">28245 13639 211 0,'0'0'213'0,"-9"0"-20"0,9 0-19 0,0 0-22 16,0 0-13-16,-5 2-15 0,5-2-14 0,0 0-13 16,13 8-7-16,-1-2-9 0,5 0-8 0,1 1-3 0,8 2-10 0,-3-2-4 15,1 3-5-15,-3-3-7 0,-2 3-4 0,-1 0-6 16,0-1-10-16,-5 1-3 0,-3 0-1 0,-2-1-5 15,-3 0-7-15,-1 2 6 0,-5 0-9 0,-1 2-1 16,-4 1 3-16,-5-1-6 0,-4 1 2 0,-8 1 4 16,1-2 8-16,-2 0 2 0,5-2 5 0,-8-2 0 15,5 0-4-15,2-4 6 16,1 3 0-16,4-1-1 0,-2 0-1 0,7-2-3 16,-3-1 0-16,7-1-3 0,-1-1 1 0,3 1-1 15,4-3-1-15,-9 0 1 0,4 2 10 0,5-2 6 0,-2 3 12 16,2-3 6-16,0 0 1 0,20 2-6 0,-2-1-4 0,3 1-3 15,11-2-6-15,0 1 1 0,2-2-5 16,-5 2-6-16,3 0 6 0,-5-1-11 0,1 0 1 16,-9 0-2-16,0 0 1 0,-6 1-1 0,-2-1-4 15,-1 0 0-15,-4 0-8 0,-1 0 6 0,2 0-2 0,-7 0-1 16,10 0-14-16,-10 0-18 0,6 0-19 0,-6 0-10 16,0 0-20-16,0 0-17 0,0 0-20 15,0 0-23-15,-14-6-32 16,10 3-51-16,-1 1-138 0,0-1-386 0,0-1 171 15</inkml:trace>
  <inkml:trace contextRef="#ctx0" brushRef="#br0" timeOffset="-176464.93">28247 13808 74 0,'0'0'236'15,"-10"-1"-12"-15,10 1-14 0,-6-2-11 0,6 2-13 16,-7-2-11-16,7 2-9 0,0 0-14 0,0 0-17 16,0 0-11-16,0 0-11 0,14-4-19 0,0 3-5 0,7-1-8 15,6-1-9-15,7 0-1 0,-1-2-12 0,8-1 0 0,9 3 4 16,-12-1 3-16,-2 0-4 0,-3 2-5 0,-5 0-3 15,-6-1-5-15,-4 1 0 0,-5 2-1 0,-3 0 5 16,-2-3-2-16,1 2-8 0,-4 1-4 0,-5 0-2 16,10-1-1-16,-10 1 0 0,8-2-11 0,-8 2-6 15,6 2-12-15,-6-2-18 16,0 0-17-16,0 0-24 0,0 0-23 0,0 0-26 16,0 0-25-16,0 0-21 0,-11-10-49 0,11 10-234 15,-3-5-466-15,3 5 207 0</inkml:trace>
  <inkml:trace contextRef="#ctx0" brushRef="#br0" timeOffset="-175917.25">29335 13434 224 0,'0'0'283'15,"0"0"-11"1,0 0-12-16,-4-1-19 0,4 1-17 0,0 0-19 16,0 0-22-16,0 0-18 0,0 0-19 0,0 0-16 0,15-7-13 15,-3 6-16-15,2-3-20 0,2 1-18 0,3 1-25 16,3 2-23-16,-3-3-22 0,4 2-30 0,-1 1-29 15,-4-3-25-15,2 3-36 0,-3-4-24 16,-3 3-52-16,-5-2-142 0,-1 2-373 0,-1 0 165 0</inkml:trace>
  <inkml:trace contextRef="#ctx0" brushRef="#br0" timeOffset="-175732.25">29250 13534 81 0,'-5'3'210'0,"0"-3"3"16,5 0 10-16,-6 2 0 0,6-2-6 0,0 0-12 16,0 0-15-16,0 0-18 0,0 0-14 0,25 3-15 15,-3-3-13-15,7 3 5 0,4-3-14 0,3 1-22 16,-4-1-33-16,0 3-39 0,0-1-55 0,0-2-61 16,0 0-65-16,-1 0-237 0,-10-2-423 0,2-1 188 15</inkml:trace>
  <inkml:trace contextRef="#ctx0" brushRef="#br0" timeOffset="-175278.27">29942 13331 163 0,'0'0'277'0,"-3"-3"-22"16,3 3-26-16,-4-2-25 0,4 2-23 0,0 0-17 0,0 0-19 16,0 0-9-16,0 0-18 0,0 0-17 0,0 0-7 15,0 0-11-15,0 0-8 0,0 0-5 16,0 0-6-16,0 0-7 0,0 0-4 0,0 0-8 0,19 0-2 0,-12 0-2 16,3 0-8-16,-1-2-1 0,1 1-5 0,0-1-1 15,3-3-6-15,-1 1 1 0,2 3-3 0,-4-4-1 16,2 1 1-16,0 0-4 0,-5 3 4 0,0-3 2 15,-3 1-5-15,1 1 1 0,0-3-1 0,0 2-3 16,-5 3-5-16,2-2-3 0,-2 2-2 0,0 0-2 16,-21-3 0-16,6 0 1 0,-4 4-1 0,-9 1 0 0,6 1-4 0,-7-1 0 15,-1 6 2-15,3-2-5 0,-1 2 0 0,3 2 0 16,0 1 1-16,6-1-2 0,3 3-1 0,-5 3 1 16,8-1-1-16,1-1 1 0,3 1-1 0,2 4 2 15,3-1 0-15,4 1 2 0,7 0-1 0,1-1 6 16,12 4 0-16,4-1 5 0,9-1-2 0,14 3 4 15,1-2-2-15,2-3-17 16,2-2-30-16,3-1-51 0,-3-7-55 0,1 1-76 16,-17-6-163-16,-2-3-420 0,-3 0 186 15</inkml:trace>
  <inkml:trace contextRef="#ctx0" brushRef="#br0" timeOffset="-174746.01">30243 13600 252 0,'0'0'325'16,"0"0"-16"-16,0 0-21 15,0 0-31-15,0 0-25 0,0 0-25 0,0 0-21 16,0 0-23-16,22-5-14 0,-14 5-17 0,4 0-14 15,-1 2-6-15,0-2-21 0,-1 3-10 0,1-3-10 16,-2 2-6-16,2 3-9 0,-5-1-6 0,2-1-10 16,-3 2-9-16,4 2-6 0,-8 1-6 0,3-1-4 15,-4 5-1-15,-1-2-3 0,-3 2-2 0,-5 4-3 16,0-2 1-16,-4 2 3 0,-4 2-5 0,4-2 1 0,-4 3 2 0,0-7-5 16,2 1 0-16,2-4 1 0,1 4-1 0,3-7 1 15,0-1-1-15,1 0 3 0,3-2 0 0,0 1-5 16,1-1 0-16,0 1 5 0,2-4 5 0,-1 3 13 15,3-3 22-15,-6 4-5 0,6-4 8 0,-3 3 14 16,3-3 9-16,0 0 2 0,0 0 12 0,-2 3 4 16,2-3 19-16,0 0-51 0,0 0 6 0,34-5-6 0,-4 4-8 0,6-2 4 15,18-1-4-15,9 4-13 0,-3-1-9 0,6 1 3 16,-3 1-11-16,-4-5 1 0,-8 8-6 0,-12-4-1 16,-7 0 7-16,-5 3-8 0,-6-2-2 0,-7-1 6 15,-1 0 0-15,-4 0-4 0,-1 0-1 16,0 0-5-16,-3-1 3 0,-5 1-3 0,9 1 0 0,-9-1 1 15,6 0 0-15,-6 0-3 16,6 2-17-16,-6-2-13 0,0 0-25 16,0 0 2-16,0 0-28 0,0 0-30 0,0 0-20 15,-14 7-31-15,8-5-37 0,0 3-50 0,0-5-53 0,-2 1-266 16,2-1-610-16,6 0 271 0</inkml:trace>
  <inkml:trace contextRef="#ctx0" brushRef="#br0" timeOffset="-172040.72">30261 12796 197 0,'3'-4'181'0,"-1"1"-7"16,-1 1-3-16,-1 2-12 0,4-10-18 0,-4 8-11 15,0 2-6-15,0-7-10 0,0 4-7 0,2-2-9 16,-2 5-11-16,-6-9-8 0,3 4-10 0,-3 2-8 15,0-2-2-15,-5-1-12 0,-3 0-7 0,-6-3-4 0,-5 1-9 16,-3-1-5-16,-2 1-3 0,2-1-2 0,1 2-4 0,-1-1 0 16,-1 0 1-16,-2-1-5 0,2 0 1 0,-2 0-4 15,-1 1-4-15,-3-2 5 0,3 0-3 0,-2 3-1 16,1-3 1-16,1 3-2 0,-4-2-4 0,2 1-4 16,-2-2-1-16,-2 3-2 0,2-4 0 0,-1 3 0 15,-3-2 1-15,3 1-1 0,3 1-2 0,-2-1 4 16,3-1 5-16,-2 0-4 0,2 1-1 0,0 1 6 0,-1-1-1 15,4 2-2-15,-1-1 2 0,3 2-5 0,0 1 5 0,-1-1-3 16,-1 3-6-16,1-1 15 0,-3 0-13 0,1 2 2 16,-1-1-1-16,3 2-3 0,-2-1 2 0,-1 0-4 15,0-1-1-15,2 1 0 0,-1 2 4 16,-1-2-2-16,0 1 1 0,-4-2 1 0,4 1 0 0,2 2 1 16,-1 0 0-16,-1 0 3 15,3 0 17-15,-1 0-20 0,2 0 4 16,6 0-1-16,-6 2-1 0,-1-1 3 0,2 1-1 15,4 0 3-15,-5 3 1 0,5-2-2 0,4-1-6 16,-3 3 4-16,-5 0-2 0,-1 0 4 0,6 0 1 0,1 2 0 16,-1 0-2-16,4 0 0 0,-2 3 2 15,-7 2 0-15,4 3 2 0,6-3-2 0,-6 2-1 16,2 3-2-16,0 0 2 0,-2-2 0 0,0 7 0 0,0-1 7 0,-1 1-5 16,-1 2-1-16,-3-2 0 0,4 2-1 0,-1 0 3 15,0 0-4-15,-1 1 1 0,2-1 0 0,-1 3-1 16,-1-1 5-16,3 1-3 0,-1-2-2 0,6 3 4 15,-6-1-5-15,2 2 2 0,3-3 2 0,0 1 0 16,5 0 2-16,-3 0 2 0,3-1-2 0,1-2 0 16,4 2 0-16,3-2 0 15,-3 1 1-15,5 0-1 0,0-6-4 0,4 0 3 16,0 10 1-16,0-2 1 0,0-1 2 0,4 1-3 16,-4-2-4-16,3 2 5 0,-2-3-1 0,5 2-3 15,-2-2 4-15,0 3-3 0,0-8-3 0,1 6 6 16,0 0 1-16,4 4-13 0,-4-11 0 0,3 8 4 15,1-2-1-15,3 3-2 0,-1-2 1 0,-1 0 4 16,7 0-1-16,-3 0 0 0,4 0-1 0,-1 0-2 0,1 0 3 16,0-4 4-16,0 1-2 0,1-1 1 0,2 1-2 15,-3-3-1-15,1 1 1 0,-5-7 3 0,6 4 1 0,-3-2-4 16,-2-2 1-16,8 4 3 0,0-3 0 0,-1 1 0 16,1-3 8-16,-3 0-1 0,2 0 1 15,6 0-10-15,0-2 1 0,-1 2 1 0,-8-3 0 16,-1 1-14-16,9 1 0 0,-1 3-4 0,-1-2 1 0,2-1-2 0,-3 2 0 0,1-2 2 15,-6-5 1-15,6 4 1 0,2-1-2 16,-3 0 11-16,2 0-8 0,1-1 1 0,0 0 2 16,-7-3 3-16,2-1 1 0,6 1-2 0,-4 3 1 15,-1-6 2-15,4 5 0 0,1 0 1 0,2-4 2 16,-2 2-3-16,0 2 12 0,2-2-12 0,-2 0 6 16,3 2-5-16,-4-2 1 15,0-2 5-15,1 8-7 0,-1-8 6 0,0 5 3 16,-6-3-3-16,6-1-3 0,-5 1-2 0,6 0 0 15,3 1 2-15,-3-2 5 0,-1 2-4 0,1-2 1 16,1 0 0-16,-2 3 6 0,1-5-2 0,0 3-1 16,0 2-6-16,-7-4 5 0,1-1 1 0,-1 2 0 15,0 1 8-15,-1-3-7 0,-1-1-1 0,4 3-1 16,-5 0 5-16,1-2-3 0,1 1 1 0,-1-1 0 0,0 2 2 0,-1-1 3 16,1 0-3-16,0-1 4 0,-2-1-5 0,2 0 0 15,0 2-4-15,1-3 4 0,1 3 12 0,1 0-8 16,-2 1 0-16,10-2 1 0,-10 1-1 0,11-1 0 15,-1 1-4-15,-2 0 1 0,3-1-1 0,-4 2 1 16,2-2 1-16,-2 0 3 0,3-1-3 0,-7 1-2 16,5 1-3-16,2 0 3 15,-3 1-3-15,1-1 0 0,-5-1 6 0,-1 1-8 16,5-2 0-16,2 2 3 0,-1 2-4 16,-7-3 0-16,0 0-5 0,1-1 7 0,1 1-1 15,5-2 3-15,-7 0-2 0,-1-2 2 0,2 2-5 0,-2-1 1 16,0 0 6-16,1-2 3 0,2 2 7 0,5-3 7 15,-7 1-2-15,2 2 1 0,-2-3-3 0,8-2 2 16,1 4-3-16,-2-2-1 0,-7-1 2 0,7 1-5 0,-1 0-1 16,-9-1 0-16,1 0-2 0,1 2-4 0,-1-2 5 0,3 1-3 15,-3 0-4-15,-1-1 0 0,0 1 1 0,1-3-3 16,-1 2 1-16,0-2-1 0,1 1-1 16,-1 1 1-16,0-4 2 0,0 2-4 0,1 0 1 15,1 2 1-15,-1-2-11 0,0-2 0 0,2 1 3 16,-3 1-1-16,1 2-1 0,3-3 0 0,-4 1 1 0,0 2 1 0,-1-4-1 31,2 4 4-31,-3-2 2 0,0 1-4 0,-2 2 2 0,-3-2 2 0,5-3-3 0,-4 4 3 0,1-4 7 16,-3 3 1-16,3-3 4 0,1 0 8 0,-4 2-1 15,3-3-2-15,-1 2-1 0,2-3 5 0,-4 4-3 32,1-3-3-32,1 0 4 0,-3 1 4 0,1 1 3 0,0-2-2 0,-3 2-1 15,2-3-2-15,0 3 0 0,-2-2 1 0,0-1 4 16,0 1 2-16,-2 1 0 0,3-1-2 0,-3 0-4 15,0 0-1-15,3-2-2 0,-6 1-2 0,5 0 0 16,-1-1-4-16,2-3-4 0,-2-1 1 0,2 2-3 16,-3 4-1-16,0-2-3 0,-1-1-4 15,-1-3 2-15,2 1-3 0,-5-1-5 0,1-1 2 0,0 5 6 16,-1-1-5-16,1-2 6 0,-2 0-7 0,-1-1 3 0,-2 1 1 16,3 1 5-16,1-1-6 0,-3 4 1 0,2-2-1 15,1 4 1-15,-3-4 4 0,2 0-1 0,-3 0-1 16,3-2-1-16,-3 0 1 0,1 5 3 0,1-3-11 15,-1-2 8-15,-2 1-3 0,0 1 3 0,1-3-5 16,3 4 1-16,-3 0 4 0,3 1-6 0,-2-2 3 16,2 0-4-16,-3 1 2 15,3-1 1-15,-2 3 2 0,-2-3 1 0,2 1-4 16,-3-1 2-16,3-3 0 0,-1 2 1 0,-2 2-2 16,0 1 3-16,2-1 1 0,-5-3-2 0,2 1-2 15,-3-3 0-15,2 5 1 0,-1-2 0 0,0-1 2 16,1 6 0-16,-2-4-1 0,4 1 0 0,-6 0 5 15,5 1-2-15,0 2-4 0,-2-2 0 0,3 1 2 16,-2 2 2-16,2-3 0 0,-2 4 3 0,-1-3-6 0,5 4 3 16,-1-3 0-16,1 3-3 0,-2-2 6 0,3 1-5 15,-2-1 4-15,0 3-2 0,0-1-2 0,1 0 2 0,0 1 0 16,-1 1 1-16,-3-3-7 0,2 0 3 0,1 1 3 16,-4 1-5-16,-1-2 7 0,0 2-3 0,-1-2-1 15,-4-2-1-15,5 3 4 0,0-1-4 16,-3 2-4-16,-1-4 5 15,1 2 5-15,3-1-5 0,-4 1 5 0,1 2-2 16,3-4 1-16,-4 0 0 0,-2 0-4 0,7 2 3 16,-5 0 0-16,4 0 1 0,0-1 1 0,0 1 0 15,-1 1 10-15,0-2 1 0,3 0 8 0,1-1-1 16,-2 1 3-16,1-1-5 0,0 3 4 0,2-2 0 16,-3 2-7-16,2-1 5 0,-1-1-8 0,-1 4 0 15,-4-5-5-15,4 1 0 0,0 1-1 0,-5 0 2 0,0-1-4 0,-4 1 0 16,1 0 4-16,-8-3-4 0,-2 0-3 0,-4 1-2 15,-3 2 1-15,-2-3-2 0,-21-3 0 0,-1 0-16 16,-7 3-20-16,-36-5-28 0,3 1-67 0,-5-3-269 16,-6 3-432-16,-11-4 191 0</inkml:trace>
  <inkml:trace contextRef="#ctx0" brushRef="#br0" timeOffset="-167214.72">3925 16043 41 0,'0'0'135'0,"4"-5"7"0,-4 5-1 16,4-4-6-16,-4 4-11 0,2-3-1 0,-2 3-7 16,3-4-9-16,-3 4-10 0,0 0-6 0,0 0-6 15,0-3-12-15,0 3-6 0,0 0-10 0,0 0-9 16,0 0-7-16,0 0-3 0,-27 9-4 0,9-1-7 0,-9 1 2 16,2 3-8-16,-5 1 0 0,2-1 2 0,-1-1-11 0,1 3 1 15,-4 2-2-15,1 0 5 0,3 0-8 0,-3-4 1 16,4 4-5-16,4-1 1 0,7-3-2 0,-2-1-2 15,6 0-2-15,1-4 1 0,2 3 28 0,4-3-7 16,-4 1-3-16,5 0-2 0,3 1-2 0,1 0 2 16,5-1-4-16,5 1 4 0,3-1-5 0,6 4-1 15,5 0 0-15,4-1 2 0,-2 0 1 0,2-1-5 0,-1 1 0 0,0 2-2 16,0-2-2-16,-12 1-7 0,0-2 0 0,0 1-5 16,-3 1-2-16,-4-2-3 0,-3-2-1 0,-2 4-7 15,-2-2 11-15,-2 0-8 0,-5 1 8 16,-5 2-28-16,-6-1-1 0,-7 2 20 0,-3 0-3 15,-4-3 6-15,3-2 8 0,0 1 7 0,-2-2 0 16,0 1 7-16,8-6 1 16,1 1 4-16,3 1 0 0,0-3 5 0,4 0 13 15,1-1 7-15,3 1 12 0,2-2 2 0,2 0 5 16,6 0 0-16,-9 0-6 0,5 1-11 0,4-1-22 16,0 0-22-16,0 0-32 0,13-8-28 0,-3 3-37 15,0 1-54-15,8 0-164 0,-1-1-347 0,2 0 153 16</inkml:trace>
  <inkml:trace contextRef="#ctx0" brushRef="#br0" timeOffset="-166814.58">4131 16428 156 0,'0'0'167'16,"0"0"-6"-16,-12-2-28 0,12 2-5 0,-14 3-13 16,4 1-17-16,6-1-8 0,-6 0-15 0,1 6-2 15,0-7-14-15,0 6-4 0,0 1 1 16,0 1-13-16,0-1-5 0,-1 0-4 0,4 0-2 16,-2 0-2-16,4 1-2 0,0-1 1 0,-1-1-7 0,4 1-1 0,1-3-9 15,1 1 4-15,4 1 8 0,2-1 4 0,0 0 3 16,4-2 3-16,3-1 2 0,4 1 1 0,2-4-1 15,0-1-5-15,0 0 6 0,0-4 1 0,-1 3 8 16,-3-4 22-16,-3 0 10 0,-1-1 10 0,-3-1-1 16,1 0 9-16,-3-3 2 0,-1 3 1 0,-3-3-14 15,1-2-6-15,-4 0-10 0,-4 0-14 0,0 2-12 0,-3-2-11 16,0 2-8-16,-3 3-11 0,-1-2-13 0,1 4-6 16,-3-3-13-16,2 4-16 0,-3 1-23 0,2-1-24 15,2 4-25-15,-3 0-32 0,13 0-23 0,-13 2-38 16,8 3-177-16,-5-1-406 0,9 1 180 0</inkml:trace>
  <inkml:trace contextRef="#ctx0" brushRef="#br0" timeOffset="-166591.81">4459 16525 139 0,'0'0'246'0,"0"0"-27"0,9 1-23 0,-9-1-21 16,0 0-20-16,0 0-19 0,0 0-20 0,0 0-13 15,0 7-12-15,0-7-5 0,-8 11-11 0,2-1-5 16,-4-2-6 0,-2 6-6-16,1-1-5 0,-2 1-21 0,-6 3-28 0,4-1-37 0,-1-2-39 15,2-1-51-15,0-1-176 0,-4 0-323 16,8-2 143-16</inkml:trace>
  <inkml:trace contextRef="#ctx0" brushRef="#br0" timeOffset="-165733.28">5208 16237 166 0,'-9'-9'251'0,"0"6"-27"0,0-2-20 0,-1 1-21 0,-2 1-20 15,-1 5-20-15,0 0-14 0,1 4-14 0,-5 3-13 16,5 0-9-16,-4 5-7 0,5 0-11 0,-2 0-8 16,4 3-5-16,1 2-7 0,2-2-15 0,2 1-19 15,-2 1-13-15,8-2-2 0,3 2-6 0,2-2-6 16,2-2-7-16,2-1 0 0,2-3-8 0,1 0-3 15,-1-7-6-15,2 1-5 0,1-4 0 0,-4-1 3 0,5-4 4 0,-7 0 7 16,4-4 6-16,-5 2 15 0,0-4 14 0,4-4 7 16,-8 4 9-16,3-6 4 0,-3 1 11 0,-1-2-1 15,-3 1 14-15,3 0 3 0,-1 4 9 16,-3 2 12-16,2 0-6 0,-2 3 3 0,0 0-8 16,0 2-10-16,0 0-8 0,0 1-17 0,0 4-15 15,0 0-3-15,0 0-5 16,0 0-2-16,-14 15-2 0,9-4-2 0,-3 8 5 15,-2 7-7-15,1 2-4 0,1 2-4 0,-1 5 1 16,-1-2 1-16,1 3-1 0,0 10-2 0,0-11-1 16,2 1-1-16,1 0 2 0,1-6-1 0,0 4 0 15,0-1 0-15,1-2 1 0,-1-6-1 0,4 2 5 16,-3-10-5-16,1 3 2 0,2-4 2 0,-1-4-1 16,0-2 1-16,0-2 0 0,0 0 6 0,0-3 11 0,-2-2 2 15,-1-3 3-15,-1 2 4 0,-2-2-4 0,-6 0 8 0,4-2 1 16,-2-5 12-16,-7-2 11 0,5 2 8 0,-1-3 8 15,3-1 10-15,-2 1-5 0,6-1-4 16,-1-2-4-16,2-1-3 0,0-3-16 0,6-1-26 16,2 0 16-16,5-9-15 0,2 3-5 0,9 0 2 15,-2-1-8-15,9 1-4 16,4 3 3-16,2 0-1 0,14-5-5 0,-12 9-2 16,2 1 6-16,1 1-3 0,-3 1 2 0,0 1-4 15,-3 2 2-15,-2-2-13 0,-2 5 10 0,-8 1-1 16,-3 3 7-16,-5-1-6 0,0 3 5 0,-3-4-3 0,-1 5 4 0,2 0 1 0,-5-2 0 15,2 1 6-15,-4 2-8 0,7-4 2 16,-7 4-20-16,2-3-16 16,-2 3-28-16,0 0-28 0,0 0-31 0,0 0-35 0,-14-5-31 15,10 5-70-15,4 0-245 16,0 0-536-16,-10-2 237 0</inkml:trace>
  <inkml:trace contextRef="#ctx0" brushRef="#br0" timeOffset="-165027.01">5586 16436 89 0,'0'0'175'15,"0"0"-20"-15,0 0-9 16,0 0-16-16,0 0 0 0,0 0-26 0,23-3-8 15,-10 1-9-15,1-1-7 0,4-2-8 0,4 0-7 16,-3-2-9-16,5-2-5 0,-5 0 13 0,-1 0 1 16,0-2 17-16,-1 1-5 0,-2-2 12 0,0 0 6 15,-2 2 14-15,-5 0 2 0,2 2 7 0,-5-3 7 16,2 4-6-16,-5-3-5 0,1 4-13 0,-2 0-5 16,-5-1-16-16,3 2-11 0,1 5-10 0,-13-8-6 0,0 5-9 15,3-1 0-15,-7 4-10 0,2 0-3 0,-4 3-5 16,2 1-1-16,-3 2-6 0,3 1 4 0,-2 2-11 15,0 1 2-15,6 5-7 0,-1-2 1 0,0-2-12 0,5 4 8 16,0-1-8-16,5-2-2 0,3 0 0 16,0 0 3-16,2 0 1 0,4-1 2 0,5 3-2 15,3-2 1-15,6-3 2 16,2-4 3-16,8 2 1 0,5-4-9 0,-2-1-1 16,0-2-10-16,3-4 1 0,-3-2 2 0,-1-2 0 15,-1-3 2-15,0 0 3 0,-4-1-4 0,0-1 13 16,-4 1 14-16,-7-1 23 0,-2 2 15 0,2-1 29 15,-6 2 18-15,-1 0 1 0,1 0 16 16,-3 3 2-16,-2 0-2 0,0 2-4 0,-2 0-8 0,1-1-8 16,0 3-14-16,-3 3-15 0,5-5-14 0,-5 5-7 0,0 0-20 15,6-5-14-15,-6 5-12 0,0 0 2 0,0 0-8 16,2 14-3-16,-3-6 8 0,0 4-2 0,-2 5-5 16,-3 0 0-16,1 6 6 0,-1 2 3 0,-1 1-11 15,-2-3 7-15,4-2-10 0,-1-4 11 0,2-2-8 16,0-4 2-16,0-1 5 0,4-1-4 0,-1-3 10 15,0-1 3-15,1 0 0 0,-3-2 26 0,3 1 24 0,0-4 17 0,0 0 3 16,0 0-5-16,0 0-8 0,12-10-8 0,-6 3-5 16,3-3-4-16,0 1-5 0,4-3-5 0,-1-3-9 15,1 0 0-15,0-1 1 0,0 4-5 0,0-1-4 16,-6 5 1-16,3-1-7 0,-1 2-1 0,-3 3 3 16,1-2-11-16,-2 2-5 0,-1 1-17 15,0 1-18-15,-4 2-20 16,9-2-16-16,-9 2-2 0,11 4-40 0,1-1-1 0,-3 1-23 15,1 4-29-15,2-3-32 0,3 6-22 16,-5-6-12-16,0 3-33 0,3-1-22 0,-3 0-11 16,1-4-228-16,-4 1-567 0,0-1 251 0</inkml:trace>
  <inkml:trace contextRef="#ctx0" brushRef="#br0" timeOffset="-164726.4">6428 16462 494 0,'0'0'70'0,"0"0"51"0,0 0 27 16,9-2 12-16,-9 2 9 0,0 0 0 0,4-2 1 0,-4 2 0 0,4-2-7 15,-4 2-4-15,0 0-13 0,0 0-13 0,0 0-7 16,3-4-12-16,-3 4-13 0,0 0-20 15,4-3 0-15,-4 3-7 0,8-1-12 0,0-2-3 0,1-1-8 16,1 1-2-16,0-2-5 0,3-1-8 0,1-2-2 16,5-1 0-16,-5 1-6 0,3-2-1 0,-2 1-3 15,2-2-6 1,-2-2 3-16,2 2-4 0,-3-1-1 0,1-2-2 16,-7 7 10-16,1-5 10 0,-4 4 8 0,0-1 4 15,0 0 1-15,-4 3 3 0,2 0-14 0,-3 0 3 16,0 6-17-16,-8-9 0 0,2 6-3 0,6 3 3 15,-14-3-13-15,14 3-3 0,-22 6 1 0,11-1-7 16,-1 1 1-16,-3 6 1 0,-2-2-4 0,2 5 0 16,1 2 2-16,1-3-3 0,3 3-21 0,-2-1-17 0,6 4-25 0,1-3-29 15,0 0-26-15,2-2-30 0,6-1-31 0,7-1-52 16,-4-2-248-16,4-1-522 0,2-7 231 0</inkml:trace>
  <inkml:trace contextRef="#ctx0" brushRef="#br0" timeOffset="-163823.96">6804 16241 14 0,'4'-6'281'0,"6"-3"-29"16,-5 3-20-16,0 1-25 0,0 1-22 0,3 1-21 16,2 3-18-16,-10 0-17 0,14 4-13 0,-5 1-9 15,4 3-5-15,-4 0-9 0,5 3-10 0,-5 4-9 16,0 2-3-16,0 2-9 0,-3 5-4 0,-2-6-5 0,1 8-7 15,-5-6-4-15,0 6-4 0,-1-7 0 0,-3 1-7 16,-1-6 0-16,1-2-3 0,-1 1-3 0,0-5 9 16,4 0 9-16,-2-3 16 0,-1 0 19 0,3 0 42 0,-2-1 36 15,3-4 23-15,-1 2-3 0,1-2-8 0,0 0-15 16,0 0-9-16,1-16-16 0,2 7-15 0,2-3-22 16,8-1-22-16,-3-1-18 0,6-1-30 0,4-4-29 0,1 3-21 15,1 0-24-15,4 5-21 0,2-6-16 0,-9 7-15 16,9-1-7-16,-1 2 3 0,0 2 10 0,5-3 6 15,-4 3 11-15,-8 2 7 0,11-2 8 0,-12 5 5 16,-1-6 10-16,0 4 4 0,-5-1 17 0,1 3 26 16,-5-4 29-16,-1 4 34 0,-1-3 14 0,-7 5-6 15,7-6 2-15,-5 0-7 16,-2 6-7-16,-2-10-5 0,2 10-6 16,-11-6-4-16,1 2-8 0,0 2-3 0,-4 2-2 15,1 0-2-15,-5 2 0 0,1 4-8 0,0 1 3 16,0 3 2-16,-2 3-15 0,1 3-6 0,-3 3 0 15,4 1 6-15,3 0 2 0,3-2-5 0,4 1 2 16,3-2-3-16,0 0 3 0,4-2 13 0,5 2-10 16,-1-7-3-16,6 1 10 0,-1-6-3 0,3 3 1 0,4-4-24 0,2-3 26 15,0-1-3-15,2-4 1 0,-2-2 2 0,0-2 15 16,0-1 4-16,0-2 10 0,-3 0 5 0,-2-1-4 16,0-3 0-16,1 1 1 0,-1-1-10 0,-1-1 3 15,-1 1-24-15,-6 3 16 0,3 2-4 0,-1 0 3 16,-2 3-4-16,-1 0-11 0,1 2-3 0,-5 5-4 15,7-7-1-15,-7 7-28 16,5-4-29-16,-5 4 7 0,0 0 0 0,0 0 4 16,0 0-2-16,3 14 4 0,0-5 8 0,-3-2-8 15,3 3-8-15,-1 0-15 0,1 1-6 0,-1-2-2 0,1 2-8 16,0-4 5-16,2 3 6 0,0-5 4 0,1-2 11 16,-1 2 4-16,3-4 7 0,-8-1-1 15,14-2 4-15,-9-3 8 0,4-1 2 0,0-2 5 16,4-4 25-16,-7-3 16 0,3-1 9 0,2 0 2 0,1-7 7 15,-2-2-2-15,2-1 3 0,-2-1-2 0,-2-2 4 16,4-2 0-16,-1 0-20 0,-1-3 18 0,0 4 4 16,-2 2 15-16,0 2 15 0,-1 1 3 0,-2 5 11 15,-1 6 1-15,-3 3-3 0,1 0-4 0,0 3-6 16,-2 2-17-16,1 1-7 0,-1 5-11 0,3-8-31 16,-3 8-16-16,0 0-1 0,0 0 2 0,0 0-8 0,-13 19 7 15,1-4-1-15,0 5 3 0,-1 9 0 0,-3 0 3 0,-1 1-9 16,-2 13-1-16,5-10 9 0,1 0-9 0,0 2 9 15,2-2-9-15,-1-5 11 0,7-2-3 0,-1-2-1 16,3-5 0-16,-1-4 8 0,3-4-4 16,2-1-1-16,-2-3 6 0,2 1 10 0,2-3 27 15,1 0 23-15,2 0 13 16,3-2 3-16,4 1-6 0,6-1 0 0,3-3-12 16,11-5-3-16,4 5-2 0,1-3-8 0,3 0-11 15,9-2-33-15,-11-1-38 0,0-2-75 0,10-2-110 16,-15 3-139-16,-1-4-414 0,-2 1-834 0,-1-2 368 15</inkml:trace>
  <inkml:trace contextRef="#ctx0" brushRef="#br0" timeOffset="-162605.63">9163 16055 174 0,'2'-2'228'0,"-2"2"-8"0,6-3-11 15,-6 3-9-15,3-2-20 16,-3 2-19-16,0 0-15 0,0 0-18 0,0 0-12 16,0 0-13-16,-20 1-10 0,2 5-9 15,-1-2-12-15,-9 5-3 0,-2 0-9 0,1 1-7 16,1 2-1-16,1-1-10 0,1 1-5 0,1-3-3 0,6 4-23 16,2-5-2-16,3 5-2 0,0-3-1 0,6-2 1 15,-1 3 0-15,4-1 2 0,4-1-6 0,1 1 1 0,5 2 2 16,5 1-1-16,7 0 2 0,7 2-2 0,3-1 0 15,2-1 1-15,5 1-2 0,-4-2-4 0,2-2 9 16,0 5-9-16,-5-6 0 0,-4 4-1 0,-6-4 2 16,-2 0-2-16,-6-1 5 0,-1-1-8 0,-3-1-4 15,0-1 2-15,-3-1 3 0,-3 1 7 0,-2 2 1 16,-7 0 3-16,-1-2-2 0,-10-1 3 0,0 2 1 16,-5 1-1-16,-1-3-4 15,4-3 1-15,0 0-3 0,3 1 4 0,-2-1 28 16,0-1-1-16,10 0-9 0,-1-1 3 0,3 1-3 15,3-2-9-15,1 0-28 0,2-2-36 0,4 4-39 16,13-13-9-16,5 4-10 0,7-3-18 0,6 2-15 16,6 0-18-16,1 1 1 0,12-3 14 0,5-1 13 15,0 1 26-15,1 0 6 0,-2 3 10 0,-4-4 19 16,-16 3 4-16,3 4 8 0,-4-3 27 0,-2 1 25 0,-5-2 33 16,-11 3 40-16,-3 3 33 0,-1-1 27 0,-3-1 1 15,-3 2-5-15,-1 1-8 0,-3-1-13 0,-2 0-7 16,-2-2-3-16,-3 2-3 0,-2 0-6 0,-5 1-5 15,2 1-5-15,-8 0-3 0,-1 2-11 0,1 2-4 16,1 1-6-16,-1 3-4 0,-2 1-11 0,2 0 0 16,3 4-2-16,1-3-5 0,1 4-3 0,5-3-6 0,2 2 4 0,1-1-6 15,3 1 2-15,5-1 0 0,5 1-2 0,6 0 3 16,5 0-2-16,8 2-1 0,7-6-7 0,5 2 5 16,-1-7-9-16,2 1-9 0,-1-6-5 0,-3 1-3 15,-3-4 3-15,-1 0-1 0,-8-2 3 0,-5-1 1 31,-1 0 10-31,-5-4 1 0,0-1 0 0,-4-3 0 16,-5 0 0-16,0-9-1 0,-6 2-4 0,-3 4-9 0,-4-4 0 16,0 0-7-16,-7 4 2 0,-1 1-7 0,-4 3-3 15,7 4-6-15,-11-1-7 0,6 4-10 0,0 4-15 16,0 1-21-16,3 0-17 0,0 2-37 0,3 2-34 16,4 0-45-16,2-1-141 0,8 1-383 0,0 0 170 15</inkml:trace>
  <inkml:trace contextRef="#ctx0" brushRef="#br0" timeOffset="-162298.83">9974 15925 42 0,'0'-12'377'16,"4"3"-13"-1,-4-1-33-15,0 4-16 0,0 1-38 0,3 1-33 16,-3 4-32-16,2-5-29 0,-2 5-20 0,0 0-19 0,0 0-11 15,-1 21-21-15,1-4-13 0,-1 3-14 0,-2 9-4 16,-1 1-9-16,-2 4-5 0,2 0 4 16,0 12-20-16,-1-11-5 0,1 2-1 0,4-6-9 15,-1 1 4-15,1-6-9 0,0 3 2 0,0-12-10 16,0 0-1-16,0-5-2 0,1 0-11 0,-1-4 15 0,0-2 2 0,0 2 0 16,0-4 22-16,0 0 26 0,0-4 12 0,0 5 7 15,0-5 5-15,3 4-24 0,-3-4 15 0,0 0-18 16,0 0-10-16,0 0-40 0,0 0-41 0,0 0-42 15,0 0-51-15,9-10-71 0,-9 10-72 0,1-9-91 16,3 3-243-16,1 1-639 0,-4 1 283 0</inkml:trace>
  <inkml:trace contextRef="#ctx0" brushRef="#br0" timeOffset="-161418.87">10254 16196 10 0,'0'0'273'16,"0"0"-33"-16,0 0-26 0,0 0-22 0,0 0-16 16,0 0-23-16,0 0-12 0,-11 16-17 0,7-5-13 15,-1 0-11-15,1 0-6 0,-1 6-13 0,1 0-4 16,0-1-8-16,-1-1-7 0,4-4-5 0,-2 1-7 16,3-1-3-16,-1-5-2 0,1 0-2 0,0 0 1 15,0-1 22-15,1-2 20 0,-1-3 11 0,8 0 10 16,-8 0-11-16,15-7-10 0,-6 2-3 0,5-7-10 0,-1 2-4 15,1-5-8 1,0 4-9-16,1-4-2 0,1 1-3 0,0-1-7 16,-2 3-5-16,4 0-2 0,-6 2 3 0,-3 1-3 0,-2 3 2 15,1 1-6-15,-3 2-3 0,-1-1-15 0,1 2-11 16,0 0 4-16,-5 2-8 0,9 3-1 0,-2 1-9 16,-2 0 9-16,1 4-3 0,3 0 0 0,0 2 1 15,1 3 0-15,4 0-1 0,-2-1-13 0,4 1-7 16,-2-2-13-16,4-4-5 0,-4 1-4 0,4-4 3 15,0-1 3-15,-4-3 6 0,-1-1-1 0,0-1 7 16,-2-5 3-16,3-5 2 0,-4 1 5 0,1-2 4 16,0-3 18-16,-3-1 10 0,3-6 10 0,1-2 10 15,-5 0 12-15,1 0 8 0,1-4 2 0,3 1 5 16,-3 1-5-16,2-2 3 0,-1 0 3 0,-2 5-18 0,-3 6 28 16,4 2 13-16,-8 5 0 0,3 2-11 0,0 2-12 15,-3 2-5-15,-1 0-17 0,4 2-27 0,-4 3-1 16,0 0 3-16,0 0-2 0,5 13-6 0,-5-3 2 0,-1 9-5 15,-3 7 1-15,0 1 5 0,3 4-5 0,-3 0 0 16,3 1 2-16,-2 3 2 0,3-2 5 0,0-4-3 16,0-2 0-1,0-2-3-15,3-4-4 0,-2-4 1 0,-1-5-15 16,0-2-4-16,-1-1 3 0,1-4 1 0,1-1 7 16,-2 4 8-16,1-6 5 0,0-2-2 0,-8 2 10 15,8-2-5-15,0 0-1 0,-18-13 3 0,9 8-10 16,-6-10 8-16,-3 5-5 0,1 1-5 15,1-1 4-15,-1-1 0 0,1 3-2 0,4 1 2 0,2 0-3 16,0 1 0-16,2 0-22 0,3 0 27 0,0 4-14 0,2-3-13 16,3 5-15-16,7-8-1 0,3 4-5 0,4 3-13 15,15-4 2-15,-2 1-11 0,5 1-7 0,6 3 6 16,-2-4 7-16,20 2 5 0,-6-1 1 0,-9-1 5 16,-4-2 0-16,2 3 6 0,-4-1 3 0,0-4 6 15,-2-1 1-15,-2 2 6 0,-5 0 10 0,-7 0 13 16,-2-1 25-16,-4 4 23 0,0-3 14 0,-3 2 32 0,-2 0-7 0,-3 1 18 15,2 0-7-15,-4 2 1 0,2-2-19 0,-5 4-7 16,7-4-6-16,-7 4-15 0,4-2-11 0,-4 2-20 16,0 0 2-16,0 0-9 0,0 0 2 0,0 13-2 15,-3-7 0-15,-1 5-24 0,1 0 21 0,0 6-3 16,-1 0 2-16,-2 2 1 0,-1-1 2 0,5 0-2 16,-2 0 0-16,1-3 0 15,-1 2-3-15,4-3-13 0,-2-2-29 0,-1-3-8 16,2-1-30-16,-3-1-24 0,4 0-27 15,0 0-19-15,-1-4-12 0,-2 2-7 0,3-5-75 16,0 0-283-16,0 0-564 0,0 0 251 0</inkml:trace>
  <inkml:trace contextRef="#ctx0" brushRef="#br0" timeOffset="-161281.12">11289 16038 3 0,'0'-5'324'15,"-1"-1"-14"-15,1 0-23 0,-3 2-31 0,3-1-25 16,-1 3-24-16,1 2-23 0,0 0-30 0,-1-8-49 15,1 8-24-15,0 0-25 0,0 0-32 0,0 0-39 16,0 0-36-16,10 17-50 0,-1-10-45 0,1 1-173 16,0-1-344-1,7 1 152-15</inkml:trace>
  <inkml:trace contextRef="#ctx0" brushRef="#br0" timeOffset="-160917.93">11862 16085 68 0,'-7'-8'227'0,"-2"6"-6"0,2-3-14 0,-4 3-10 16,-1 1-17-16,-5 1-13 0,-2 1-15 0,-2 4-11 15,3-2-16-15,-2 4-10 0,2 0-15 0,-7 3-5 16,4 0-14-16,3 2-7 0,4-3-9 0,-1 8-3 16,2-3-8-16,3-1-5 0,0 0-4 0,2-2-4 15,4-1-4-15,2 1-1 0,0 1-1 0,4-3-1 16,4 2 1-16,4 1 2 0,2-4 4 0,3 1 0 0,5-4-5 15,7 0-4-15,1 2 2 0,-6-7-4 0,9-3 2 16,-6-1-7-16,2-1 2 0,-6 0 2 0,-2-3 2 16,-1-3 7-16,0 1-3 0,-3-2-5 0,0-3 0 15,-2-2-10-15,1 2 7 0,-6-3-7 0,1 1-5 16,-4-1-2-16,-4 2-1 0,-1 4-2 0,-1 0-4 16,-3 3 5-16,0 1-12 15,-1 0 2-15,-4 1-11 0,-1 2-11 0,5 3-5 16,-3-1-12-16,-1 3-19 0,-1 0-22 0,10 0-16 15,-15 3-33-15,15-3-32 0,-14 6-25 0,11-3-56 16,-1 2-137-16,4-5-409 0,0 12 182 16</inkml:trace>
  <inkml:trace contextRef="#ctx0" brushRef="#br0" timeOffset="-160563.13">12083 16048 5 0,'0'0'290'16,"0"-5"-27"-16,0 5-27 0,0-5-29 0,0 5-25 16,0 0-20-16,0 0-20 15,0 0-12-15,0 0-16 0,0 0-13 0,-3 17-8 16,1-9-12-16,0 4-7 0,-3 3-7 0,1 2-3 16,-3 3-9-16,0 3-4 0,0-6-8 0,-1 7 0 15,2-9-5-15,0-3-2 0,3-2-7 0,0 2-1 16,0-7-2-16,2 4 1 0,0-6 4 0,0 2 37 15,1-2 41-15,0-3 13 0,0 0-4 16,0 0-25-16,14-6 5 0,-2-1-7 0,5-3-14 0,4-6-2 0,-5 5-7 0,2 0-5 16,5-5-13-16,-1 0 17 0,-4 6 2 0,-1-2-6 15,-2 5-7-15,1-3-3 0,-6 6-13 16,1-2 2-16,-4 4-11 0,1 0-3 0,2 2-13 16,-2-3-9-16,-8 3-16 0,19 5-14 0,-10-2-33 0,1 4-34 0,-1 1-43 15,0 1-50-15,0 3-64 0,-1-3-314 16,1 1-610-1,0-1 270-15</inkml:trace>
  <inkml:trace contextRef="#ctx0" brushRef="#br0" timeOffset="-158511.87">11316 15802 259 0,'0'-7'311'0,"1"3"-21"0,0 0-20 0,-1-1-26 16,0 5-28-16,0-7-18 0,0 5-38 0,0 2-60 16,-1-5-66-16,1 5-84 0,0 0-72 0,0 0-197 15,0 0-345-15,0 0 153 0</inkml:trace>
  <inkml:trace contextRef="#ctx0" brushRef="#br0" timeOffset="-156739.25">13110 15971 2 0,'0'-8'259'0,"-1"2"-8"16,1 1-8-16,0 0-16 0,0 0-18 15,0 1-25-15,0 4-16 0,-2-6-24 0,2 6-18 0,0 0-16 16,0 0-10 0,0 0-12-16,-6 12-10 0,2-2-9 0,1 5-5 15,-1-1-10-15,0 3-2 0,1 2-10 0,-1 0-3 16,3 1 0-16,-3 6-8 0,2-1 1 0,2-1-5 15,0-4 0-15,0-1-6 0,0-3 0 0,0-1-5 16,0-5 1-16,1-1 7 0,-1 1-11 0,1-5 4 16,-1 1-4-16,0-1-2 0,0 1 0 0,0-5 6 15,0-1-1-15,0 5-7 0,0-5-23 0,0 0-39 0,0 0-40 0,-1-17-47 16,2 8-31-16,-2-8-69 0,-2 0-120 0,2-2-390 16,1 0 172-16</inkml:trace>
  <inkml:trace contextRef="#ctx0" brushRef="#br0" timeOffset="-156576.49">13109 15809 183 0,'-2'-7'280'15,"2"2"-11"-15,0 1-10 0,0-2-28 0,0 1-20 16,0 5-23-16,2-7-19 0,-2 4-18 0,0 3-19 16,0-4-35-16,0 4-39 0,2-3-37 0,-2 3-24 15,0 0-37-15,0 0-32 0,7 8-34 0,-3-5-47 16,-3 2-160-16,0 1-339 0,3 0 151 0</inkml:trace>
  <inkml:trace contextRef="#ctx0" brushRef="#br0" timeOffset="-155952.75">13679 15913 39 0,'0'0'210'16,"0"0"-22"-16,1-2-14 16,-1 2-23-16,0 0-15 0,0 0-15 0,0 0-9 15,0 0-15-15,0 0-13 0,0 0-6 0,-15 5-4 16,3 1-7-16,-1-1-10 0,-2 2-6 0,-3 3-1 16,0 1-14-16,-1-1 7 0,-1-2-5 0,2 2-5 15,4 2-3-15,-3-4-3 0,4 8-6 0,6-6-12 16,-1-1 12-16,0 1-2 0,2 0-3 0,6 0-2 15,0 0 4-15,6 6-7 0,3-3 6 0,3 2-1 0,8 2-3 16,3-2-2-16,3 1 1 0,-1-3-3 0,2-1-1 0,0 1 1 16,0-1-3-16,-8-2 1 0,-2 0-1 15,-1-2-3-15,-6-2 0 0,-1 0 2 0,-2-1-6 16,-2-1 14-16,-1-1 3 0,-3 2 9 0,-5-1-2 16,-6 1 3-16,-9-1-7 0,-8 1-3 0,-5 0-23 15,-4 0-56-15,-3 0-87 16,-17-4-195-16,5-1-373 0,2-6 165 0</inkml:trace>
  <inkml:trace contextRef="#ctx0" brushRef="#br0" timeOffset="-153764.15">15438 15899 73 0,'3'-4'136'0,"1"2"3"0,-1-3-1 0,1 3-2 0,-4 2-13 0,5-4-4 0,-2 1-8 32,-2 1-14-32,-1 2-7 0,0 0-15 0,0 0-9 0,0 0-7 15,-22 2-6-15,5 3-5 0,-13 5-7 0,2 0-4 16,-4 2-4-16,0 0-4 0,-4 2 1 0,1 1-8 16,-14 9 3-16,17-10-13 0,0 6 5 15,0-4-3-15,3 3-3 0,1-1 0 0,5-2 6 16,5 2-4-16,4-4-7 0,2 1 9 0,6-7-7 0,-2 3-3 15,7-1 14-15,2-1 14 0,8-1 6 0,4-1 6 0,9 0-5 16,10-5-3-16,20 0 4 0,-15-3-12 0,1-2-1 16,15-5 0-16,-2-5 0 0,-1 3-14 0,-14-2 6 15,2 0-1-15,-5-1-3 0,-1 2-1 0,-3-1 2 16,-11 2 11-16,-1-4 0 0,-4 4 4 0,-1-3-4 16,-6 1-5-16,-4 2-3 0,-2-2-3 0,-4 0-1 0,-6 0-2 15,-3-2-4-15,-3 2-6 0,-2 4-6 0,-6-4-2 16,3 6-7-16,2 0-6 0,-3 0-6 0,3 3-15 0,1 0-3 15,-3 3-13-15,4-2-15 0,3 4-7 0,2-2-28 16,3 0-4-16,2 1-21 0,0 0-20 0,1 2-130 16,-1-1-302-16,4 0 134 0</inkml:trace>
  <inkml:trace contextRef="#ctx0" brushRef="#br0" timeOffset="-153448.49">15184 15829 82 0,'-4'-10'241'0,"4"3"-2"15,0-1-16-15,0 3-19 0,-1 0-18 16,2 1-24-16,-1 1-18 0,0 3-18 0,-1-6-15 16,1 6-13-16,0 0-14 0,0 0-8 0,-3 19-6 15,2-3-10-15,-3 6-7 0,3 5-6 0,-8 3-4 16,0 3-6-16,0 15-4 15,-5-2-5-15,1 7 0 0,5-1-5 0,-3-5 0 16,5-12-3-16,-1-1-3 0,5 0 0 0,0-4-3 16,1-1 1-16,1-9-2 0,-1-1 3 0,1-2 21 15,0-5-2-15,1-2-7 0,-1 0 5 0,0-3-2 16,0-2-5-16,0 0 1 0,0 2 2 0,0-6 16 16,1 2 8-16,-1-3 6 0,2 5-5 0,-2-5-3 15,0 0-21-15,0 0-30 0,0 0-33 0,0 0-40 16,6-9-40-16,-2 2-67 0,2-1-266 0,1-1-482 0,0 1 213 15</inkml:trace>
  <inkml:trace contextRef="#ctx0" brushRef="#br0" timeOffset="-153147.66">15967 15729 135 0,'-14'14'170'0,"-6"8"-14"0,-3 6-10 0,-8 10-10 15,3 0-11-15,-3 1-7 0,5 1-4 0,8-7-9 16,-3 8-14-16,8-8-8 0,-2 11-6 0,9-12-5 15,4-1-5-15,2-2-9 0,4 0 0 0,5-4-9 16,6 0 1-16,2-5-4 0,6 0-13 0,5-8-37 16,4 2-53-16,1-6-79 0,-1-4-146 0,6-3-306 0,-3-2 135 15</inkml:trace>
  <inkml:trace contextRef="#ctx0" brushRef="#br0" timeOffset="-152599.35">16362 15788 101 0,'12'-5'208'0,"0"2"-14"0,1-1-22 15,1 3-17-15,-1 1-14 0,1 2-10 0,-1 3-16 16,-3 0-10-16,4 2-7 0,-5 3-12 0,0 2-3 16,-1 3-14-16,-3 2-5 0,-5 0-7 0,-3 0-4 0,1 0-5 0,-6 1-6 15,-1 2 2-15,-5-1-10 0,0-3-1 0,1-1-4 16,-3 1-5-16,4-3 7 0,-3 0-2 0,5-4 10 15,2-3-5-15,-2 1 11 0,3-2 10 0,3 0 15 16,1-1 21-16,-1-2 27 0,0-1 20 0,4-1 4 16,0 0-19-16,0 0-5 0,0 0-18 0,6-15-7 15,5 5-12-15,2-2-8 16,4-3-15-16,4-3 6 0,0-1-12 0,1 0-4 16,5-3-1-16,-3 1-21 0,0-1 19 0,-2 3-9 15,-3 2-8-15,-3 3-4 0,-4 2-1 0,-4 6-6 16,2-2 7-16,-6 1-5 0,1 5 0 15,-1-4-12-15,0 4-23 0,-1 0 4 0,-3 2-1 16,0 0-2-16,-3 12 1 0,-3-1 4 0,0-1-2 0,-3 7-3 16,1-1 2-16,1 2 4 0,-1 2-2 0,2 3 3 0,2-3 2 15,2-1-5-15,2 1 11 0,5-1-2 0,0 1-9 16,5-4-27-16,3 1-34 0,6 1-51 0,4-2-65 16,1-4-88-16,-3-4-246 0,1-5-565 0,1-2 250 15</inkml:trace>
  <inkml:trace contextRef="#ctx0" brushRef="#br0" timeOffset="-152061.16">16156 16220 211 0,'0'0'267'0,"-6"0"-16"0,6 0-21 15,0 0-21-15,0 0-22 0,-8 0-18 0,8 0-16 16,0 0-15-16,0 0-15 0,0 0-9 0,0 0-15 16,-5 2-12-16,5-2-5 0,0 0-12 0,0 0-7 15,0 0-3 1,0 0-3-16,0 0-8 0,0 0 1 0,0 0 3 0,0 0 2 16,0 0 0-16,0 0-1 0,0 0 4 15,0 0-1-15,0 0 4 0,0 0-7 0,0 0-6 16,16-6-7-16,0 1 0 0,5 2-4 0,12-4-7 15,8 0-2-15,16 4-3 0,4-7-4 0,30-6-1 16,0 1-5-16,1 4 3 0,-1-1 4 0,-34 4 4 0,3-1 0 16,4 3 1-16,-9-1-4 0,-14 2-2 0,-4 3 0 0,-4-3-6 15,-2 0 1-15,-12 2-1 0,-6 1 2 0,0 0 4 16,-4-1 6-16,-3 3-1 0,-1-2-2 0,-1 1-10 16,-4 1-25-16,0 0-29 0,0 0-21 0,0 0-13 15,-29 0-24-15,16 3-29 0,-6-3-25 0,2 5-29 16,-1-3-46-16,0 2-242 0,-1-1-507 0,-1 0 225 15</inkml:trace>
  <inkml:trace contextRef="#ctx0" brushRef="#br0" timeOffset="-151382.72">16553 16293 309 0,'0'0'317'15,"-3"-7"-18"-15,2 4-36 0,1 3-13 0,0 0-25 31,-2-2-27-31,2 2-24 0,-1-4-19 0,1 4-19 16,0 0-23-16,0 0-19 0,0 0-10 0,0 0-9 16,0 0-5-16,5 16-8 0,-1-9-12 0,4 3-10 15,-3-1-8-15,0 1-10 0,3 0-7 0,-1 0-2 16,3-1-2-16,-2-2 5 0,3 0-14 0,-1-2-1 0,1 1-6 16,-1-2 3-16,3-1-1 0,-4 0 3 0,1-3-1 15,3-1 3-15,-4-1-3 0,1 0 5 0,-1 1 4 16,0-3 7-16,-2 0 12 0,0-2 5 0,-2 1 8 15,0 0 2-15,1 0 5 0,-3 1 4 0,3 0-2 16,-4 0-5-16,-2 4-1 0,8-5-19 0,-6 3 6 16,-2 2-11-16,0 0-16 0,5-3-20 0,-5 3-3 0,0 0-2 15,0 10 5-15,-4 0-2 0,2 2 1 0,-1 5 3 0,-3 5-1 16,-2 4-3 0,2-1 7-16,0 3-1 0,-1 1 3 0,-3-4-1 0,5 1 3 15,-3-1 2-15,-1 1-1 0,-1-5 1 0,2-3 0 16,3 0 4-16,-5-5-5 0,6-1 3 0,-1-4 0 15,1 1 2-15,0-4 6 0,1 1 15 16,1-2 30-16,-2-1 13 0,3-1 42 0,1-2 6 16,0 0-7-16,-10-7-8 0,7 2 33 0,2 0 9 15,-1-7-3-15,2 1-22 0,3-7-16 0,5-6-14 16,2-3-3-16,4-1-17 0,4-2-5 0,3 1-12 16,13-7-9-16,-12 9 7 0,2-1-8 0,3 6-6 15,-3 1-3-15,-1 5-9 0,-10 3 5 0,5 3-3 16,-9 2-1-16,0 2 0 0,-1 2-8 0,-1 0-2 0,-3 0-16 15,1 2-26-15,-1-1-28 0,-4 3-32 0,5-4-29 16,-5 4-29-16,7-1-2 0,-7 1-2 0,0 0-20 16,0 0-20-16,0 0-37 0,0 0-37 0,0 0-286 15,-11 10-602-15,11-10 267 0</inkml:trace>
  <inkml:trace contextRef="#ctx0" brushRef="#br0" timeOffset="-151059.97">17646 16124 220 0,'0'0'345'0,"0"0"-28"0,4-4-33 16,-4 4-31-16,0 0-29 0,0 0-29 0,0 0-19 16,0 0-14-16,0 0-21 0,-9 18-26 0,2-8 4 0,-6 4-8 15,0 3-20-15,-2 4-36 0,-6 2-39 16,-2-2-56-16,-1 4-67 0,0-3-99 0,-5-1-207 15,1-4-445-15,3-2 198 16</inkml:trace>
  <inkml:trace contextRef="#ctx0" brushRef="#br0" timeOffset="-148890.78">18100 15704 120 0,'4'-6'189'16,"-2"2"-9"-16,2-2-12 0,-3 1-16 0,2 2-16 0,0 1-17 15,-3 2-15-15,3-4-13 0,-3 4-10 0,0 0-11 0,0 0-8 16,4 13-9-16,-2-2-4 0,-2 0-4 0,0 6-7 15,0 1-2-15,1-1-3 0,0-1-2 0,0 2-2 16,1-1-2-16,2 2-9 0,2-5 0 0,-2-2 4 16,-1-2-3-16,1-1 3 0,2-1-6 0,-3-4 1 15,1 1-1-15,2-3-1 0,2-1 0 0,-3-2 2 16,7-3-5-16,-1-3 9 0,2-2 5 0,1-1 1 0,-1-5 2 0,1 1 2 16,-1-2-7-16,0 2 3 0,-2-1 3 0,3-6-1 15,-1 6 2-15,-3-2 4 0,0 4 5 0,-1 3 4 16,-4 2-1-16,2 1-3 0,-3 1-8 0,2 0-3 15,-5 1-5-15,4 2-11 0,-5 3-16 0,4-1-3 16,-4 1 9-16,0 0-8 0,0 16 3 0,-2-6-8 16,0 9 5-1,-4 0 2-15,-2 8-3 0,3-2 0 0,-4 6 2 16,-1-3 4-16,1 1-3 0,0 1 3 0,0-1 0 16,3 1 0-16,-2 0 4 0,3-1-4 0,1-2-1 0,-2-1 1 15,2 0 9-15,1-5-7 0,1-4-2 0,-1-5 1 16,2-3 2-16,-3 1 4 0,2-3 4 0,-1-2 12 15,-2 0 13-15,0-2 3 0,-1-1 5 16,-1-3 8-16,7 1 3 0,-18-7 7 0,12 1 3 0,-2-2 2 0,0-4 4 16,1-3 4-16,0 1-1 0,5-2-7 0,-1-2 10 15,7-6-20-15,0 5-8 0,7-8-1 0,2 4-8 16,5-2-6-16,0 0-4 0,6 2-2 0,-2 1 1 16,2 4-5-16,-2 2-9 0,2 0 2 0,-6 5-3 15,0 4-3-15,-3-1 0 0,2-1-5 0,-4 6 7 16,-3-1-8-16,-2 0-1 15,1 3-13-15,-2-2-16 0,-2 2-16 0,-1-2-8 16,-4 3-20-16,9 0-19 0,-9 0-1 0,7 1-9 16,-7-1-5-16,0 0-14 0,-2 10-25 0,2-10-20 15,-9 8-44-15,6-6-232 0,-1 1-474 0,1 2 210 16</inkml:trace>
  <inkml:trace contextRef="#ctx0" brushRef="#br0" timeOffset="-148174.25">18053 16288 175 0,'-9'0'212'16,"5"1"-8"-16,4-1-14 0,-9 1-6 0,9-1-12 15,-8 0-4-15,8 0-10 0,0 0-8 0,0 0-12 16,0 0-4-1,0 0-13-15,0 0-6 0,0 0-11 0,0 0-6 16,0 0-6-16,0 0-13 0,0 0 3 0,0 0-19 0,0 0-6 16,0 0-6-16,0 0-6 0,0 0-3 0,0 0-4 15,0 0-7-15,0 0-3 0,0 0-2 0,0 0-7 16,0 0 0-16,0 0-5 0,0 0 2 0,0 0 10 0,0 0-7 0,0 0-9 16,0 0 1-16,0 0 0 0,0 0-4 15,0 0 3-15,11-7-2 0,-11 7-2 0,16-2 3 16,3 0-2-16,9-3-2 0,6 1 3 0,2 3 0 15,4-3-2-15,10-4 0 0,5 5 3 0,-4-7-1 16,0 4 1-16,-15 2 4 0,0-3 6 0,-3 2-2 16,-5 3 7-16,-6-3-5 0,-5 1-4 0,-3 2 3 15,-5 1 4-15,1-1 3 0,-4 1 0 0,-1 1 1 16,-5 0-11-16,9-1 5 0,-9 1-6 0,4-3-1 0,-4 3-7 0,4-1-3 16,-4 1-13-16,0 0-11 0,0 0-12 0,0 0-15 15,-17 6-17-15,8-4-20 0,0 1-23 0,0-1-25 16,0 2-27-16,-2-1-36 0,1 0-51 0,-3 0-153 15,3 1-432-15,-1-1 191 0</inkml:trace>
  <inkml:trace contextRef="#ctx0" brushRef="#br0" timeOffset="-147767.9">18306 16377 104 0,'0'0'222'0,"-5"3"-21"0,5-3-19 16,0 0-13-16,-3 3-22 0,3-3-16 0,0 0-10 15,6 7-10-15,1-4-16 0,5 1-6 0,-1 3-7 16,7-1-4-16,-3 4-9 0,2-3-10 0,-2 2-5 16,4 0-7-16,-10-1-5 0,0 1-6 0,-3 0-2 15,1 1-8-15,-2-2-1 0,-1 4-1 0,-3-2-4 16,-1 1 0-1,-5 0 0-15,-3 2-4 0,-6-2-4 0,0 3 7 16,-1-4 2-16,-2 2 0 0,-2-3 8 0,1 0 2 16,2-1-4-16,-2-3 1 0,4 4 1 0,1-4-2 15,3 1-6-15,-1-4 1 0,6 1-5 0,-2 1 6 16,2-3-8-16,2 0 1 0,3-1 10 0,-5 1 5 16,1 1 3-16,4-2 10 0,0 0 12 0,0 0 6 15,14 5 3-15,0-5-3 0,4-2-6 0,4 2-5 0,8-3-1 0,1 1-6 16,-2 1-3-16,2 0-9 0,-3-2 1 0,2 0-5 15,-9 1 1-15,-3 0-14 0,0-2 6 0,-4 2-21 16,-2 1-14-16,-3-2-20 0,-3 2-23 0,-1-1-41 16,-5 2-67-16,4-8-103 0,-8 1-187 0,-2-1-492 0,-1 2 218 15</inkml:trace>
  <inkml:trace contextRef="#ctx0" brushRef="#br0" timeOffset="-147466.87">18307 16562 292 0,'0'0'288'0,"-8"0"-4"0,3 2-13 16,5-2-10-16,0 0-19 0,0 0-19 0,0 0-25 15,0 0-16-15,0 0-23 0,23-8-13 16,0 6-3-16,0 0-23 0,10-3-15 0,3 0-10 15,3 0-13-15,12 0-7 0,-17-2-3 0,-1 2-8 16,3 0-9-16,-10 1-6 0,-7 1-3 0,-9 0-6 0,3 2 5 0,-4-2 6 16,-1 1-1-16,-2 1-3 0,-1-1-10 0,-1 1 1 15,1 0-5-15,-5 1-14 0,4-5-14 0,-4 5-26 16,0 0-22-16,0 0-25 0,0 0-27 0,0 0-24 16,-14-3-28-1,14 3-44-15,-10-5-48 0,3 1-244 0,2 1-523 16,0-1 233-16</inkml:trace>
  <inkml:trace contextRef="#ctx0" brushRef="#br0" timeOffset="-147050">18924 15660 120 0,'0'0'160'0,"14"13"-17"0,-2-3-12 0,2 9-7 15,4 4-5-15,2 5-9 0,9 10-1 0,-7-9-8 16,6 17-3-16,-6 1 1 0,1 2-3 0,-5 4-6 15,-5 0-4-15,-3 6-19 0,-6-4 5 0,-7 1-8 16,-2-4-3-16,-3 3-10 0,-2-7 4 0,-2-13-4 16,-1-1-4-16,-4-5-1 0,2 0 2 0,-3-2 6 15,-1-4 10-15,-1-3 4 0,3 0 1 0,3-7 1 0,-2 0 2 0,2-4-5 16,-1 0-5-16,6-2-4 0,1-1-3 0,2-3-7 16,0 1-1-16,0-3-1 0,3 3-1 0,0-1-3 15,3-3 10-15,-4 2 4 0,4-2-1 0,-4 3-1 16,4-3-45-16,0 0-47 0,13-7-46 15,-2 2-49-15,6-4-77 0,0-1-253 0,5-2-501 16,3-8 221-16</inkml:trace>
  <inkml:trace contextRef="#ctx0" brushRef="#br0" timeOffset="-146802.54">19674 16034 251 0,'2'-5'310'0,"0"1"-29"15,2-2-28-15,2 3-27 0,3-3-22 0,2-1-20 0,6 2-22 16,4 0-17-16,7-2-21 0,6 2-37 0,0 2-42 15,1 1-48-15,-3-2-70 0,3 1-71 0,-7 0-198 16,-6 3-371-16,-2-1 164 0</inkml:trace>
  <inkml:trace contextRef="#ctx0" brushRef="#br0" timeOffset="-146617.63">19678 16226 186 0,'-6'4'262'0,"-1"0"6"0,3-1 4 16,2-2-13-16,2-1-16 0,0 0-27 0,10 2-27 16,3-2-17-16,6-2-22 0,12 2-14 0,-2-1-45 15,3 1-51-15,0-4-55 0,3-3-55 0,0 6-77 0,1-4-229 16,-5-3-406-16,1 1 179 0</inkml:trace>
  <inkml:trace contextRef="#ctx0" brushRef="#br0" timeOffset="-146300.85">20431 15965 160 0,'0'0'242'0,"-8"0"-22"16,8 0-17-16,-18 4-18 0,8 4-20 0,-5-2-11 31,-2 5-14-31,0-2-13 0,-2 7-13 0,3-2-12 15,3-1-10-15,-2 0-9 0,6 3-7 0,2-1-7 0,1 1-2 16,3 1 18-16,6-1 15 0,6-2 10 0,2 2 6 16,8-6-4-16,8 0-8 0,5-3-18 0,0-3 9 15,5-1-15-15,-1-6-12 0,1-2-4 0,-4-3-7 0,-2-2-4 16,-3-6-2-16,-1 0-2 0,-5-5 0 16,-10 6 0-16,0-3-6 0,-3-5-13 0,-5 4-1 15,-7-6-5-15,-1 4-9 0,-5-1-12 0,-6-2-17 0,-3 5-27 0,-6 3-36 16,-7 2-44-16,0 1-42 0,1 5-97 0,-4 2-240 15,3 2-541-15,-1 2 240 0</inkml:trace>
  <inkml:trace contextRef="#ctx0" brushRef="#br0" timeOffset="-144866.96">21638 15928 99 0,'0'-3'192'0,"0"-2"-5"15,2 1-14-15,0 0-7 0,-2 0-11 0,0 4-8 0,0-5-19 0,0 5-15 16,-4-5-8-16,4 5-19 0,-5-3-6 16,5 3-10-16,-14 3-6 0,1-2-5 0,-2 3-10 15,0 2-2-15,-3 2-4 0,0 0-1 0,-5 4-8 0,5 0-5 16,4 1 2-16,-3 1-4 0,3-3-4 0,0 4-6 15,5 0 0-15,0-1 4 0,-1 0-7 16,4-1-2-16,3 1-1 16,1-2 1-16,4-2 4 0,2 0 17 0,3-1 12 15,5-1 10-15,2 0 2 0,8-4 2 0,6 1-2 16,1-7 6-16,2-3-3 0,-2-3-3 0,0 1 0 16,-4-4 2-16,3 3 4 0,-11-2-2 0,-2-2-1 15,2 0-1-15,-4 0-3 0,-6 2-3 0,2-4-9 16,-2 2-4-16,-1-3-3 0,-4 2-8 0,-3-2-8 15,-1 4-6-15,-3-1-7 0,-3-3-10 0,-1 6-5 0,-6-2-11 0,-1 3-8 16,1 0-16-16,-6 1-11 0,2 3-10 0,0 0-22 16,1 3-19-16,-1 1-22 0,8 2-30 0,-1 0-32 15,5 0-17-15,1 1-186 0,4 0-423 0,2 2 188 16</inkml:trace>
  <inkml:trace contextRef="#ctx0" brushRef="#br0" timeOffset="-144582.05">21917 15879 41 0,'6'-3'229'0,"1"-1"-21"0,0 3-22 15,2 0-17-15,-1 1-14 0,3 2-17 0,0 1-7 16,0 1-9-16,6 5-6 16,-3-1-8-16,2 5-12 0,-3-2-15 0,1 1 0 15,-5 3-9-15,0 0-6 0,1 2-8 0,-6 2-7 16,-3-5-3-16,-1 5-3 0,0-4-4 0,-1-2 0 15,-7-2-8-15,6-1 3 0,-6 0-1 0,3-2-1 16,1-2 0-16,-1-4 22 0,-1 1 16 0,2-2-3 16,4-1-1-16,-9-5-1 0,5 0-2 0,4-1-9 15,0-3-5-15,3-1-9 0,3-7-4 0,4 3-8 0,3-3-23 0,5-5-31 16,1 0-25-16,3 1-35 0,0 3-37 0,1 0-54 16,1 3-70-16,-1-1-152 0,-5 7-429 0,0-1 190 15</inkml:trace>
  <inkml:trace contextRef="#ctx0" brushRef="#br0" timeOffset="-141236.72">23417 15446 55 0,'4'-5'171'0,"-2"1"-17"0,2-1-14 0,0 2-14 15,1-1-10-15,4 3-16 0,3-3-8 0,-3 1-10 16,1 2-11-16,3 0-10 0,-2 2 1 0,2 0-14 16,0 4-8-16,-3 2-1 0,3 1-2 0,-4 0 2 0,2 8-8 0,-3-2-2 15,-2 4 1-15,-3 1-4 0,-1 6-1 0,-2 0-5 16,-2 0-15-16,-3 0 3 0,-2-1 4 0,-4 1-8 16,4-7-2-16,-6 5 0 0,1-8 8 0,0 0 1 15,0-2 2-15,0 0 10 0,3-6 2 0,-1 3 9 16,2-4-4-16,3-3 6 0,0 1 5 0,0 1 9 15,1-3 15 1,-1 2 18-16,4-1 20 0,1-3 16 0,0 0-6 0,0 0-13 16,0 0-13-16,5-11-8 0,4 3-10 0,3-3-5 15,6-3-6-15,3-3-12 0,1-2-1 0,-1 2-3 16,3-2-8-16,-2-1 0 0,4 1-3 0,-2-2-3 16,-1 3-2-16,-4 1-4 0,2-2 2 0,-6 5-6 15,-2 1 1-15,-4 6 2 0,0-1 4 0,-2 2-8 0,-2 1 2 16,1 1-8-16,-1 1-10 0,-3 1-5 0,-2 2-15 15,0 0 2-15,6 5 3 0,-6 1 3 0,-1 3-1 0,-6 9-1 16,3-1 4-16,1 0 0 0,-2 4 1 0,3 2-1 0,0 3 2 16,6 1 3-16,1-6 2 0,9 0 1 0,-1 2-25 15,1-3-29-15,9-2-49 0,3-1-68 16,1-1-76-16,2-3-179 0,2-8-462 0,-3 3 204 16</inkml:trace>
  <inkml:trace contextRef="#ctx0" brushRef="#br0" timeOffset="-140750.78">23423 16012 55 0,'-10'3'220'0,"5"-3"-23"15,0 1-24-15,-1-1-15 0,6 0-11 0,-11 1-8 16,11-1-12-16,-5 2-14 0,5-2-6 0,0 0-12 16,-7 0-7-16,7 0-8 0,0 0-7 0,0 0-4 0,0 0-7 15,0 0-1-15,0 0 3 0,0 0-1 0,0 0 2 0,0 0 2 16,0 0-9-16,0 0-3 0,0 0-3 0,0 0-7 16,0 0-1-16,0 0-4 0,0 0-5 0,0 0-3 15,0 0 5-15,16-4-12 0,-16 4 1 16,0 0-1-16,0 0 0 0,0 0-5 0,0 0 0 15,0 0-3-15,0 0-8 16,0 0 7-16,0 0-5 0,0 0 1 0,0 0 0 16,0 0-3-16,0 0 0 0,0 0 1 0,0 0 3 15,0 0 4-15,5-3 0 0,-5 3 0 0,18-2 2 16,0-3-6-16,10 3 0 0,9-1 3 0,0-2-5 0,3-4-1 0,15 4-1 16,1-3 1-16,5 0-1 0,0-2 10 0,1 2 17 15,2 1-13-15,-5-5 0 0,-3 7 1 0,-19-1 0 16,-5 1-1-16,-2 2 0 0,-11 2 1 0,-3-2 3 15,-6-1 5-15,-3 3-2 0,-1-1 5 0,0 0-18 16,-2 1-11-16,-4 1-16 0,0 0-14 0,0 0-21 16,-25 0-17-16,7 0-26 0,4 3-21 0,-5-1-34 15,1 2-38-15,-1 0-35 0,-2 0-206 0,6 1-457 16,-3 1 203 0</inkml:trace>
  <inkml:trace contextRef="#ctx0" brushRef="#br0" timeOffset="-140103.02">23719 16099 266 0,'-2'-5'286'0,"2"5"-26"0,0-6-25 0,0 6-24 16,0-3-23-16,0 3-21 0,0-5-22 0,0 5-27 15,0 0-33-15,0 0-16 0,0 0-5 0,0 0-7 16,0 0-7-16,4 12-9 0,1-2-8 0,0-5-14 16,0 3-10-16,-1 4-13 0,3-3-1 0,-2 3-5 0,4-2 2 0,-4-2-5 15,4 1 1-15,2-2 1 0,-2-2 6 0,4-1-5 16,-3 1 1-16,-1-1 4 0,0-3-1 16,1 1 1-16,-5-2 4 0,3-3 9 0,1 1 4 15,4-3-6-15,-4 0 10 0,-1 0 14 0,2-1 10 0,-3-4 4 16,0 4 4-16,-1-5 3 0,-1 9 3 0,2-6 7 15,-2 4-5 1,-3-1-3-16,1 2-6 0,1-1-5 0,-3 2-14 16,2 0-14-16,-3 2-8 0,0 0-6 0,6 7 0 15,-5 2-4-15,-1 3 0 0,3 5 2 0,-3 2-1 16,-4 9 1-16,1 3-2 0,1-1 1 0,1 4-3 16,-2 0 33-16,2 0-5 0,-2 0 2 0,1 2-7 15,-4-2-1-15,4-1-1 0,-4-2-1 0,2-1-5 16,-1-4 2-16,-2-6-13 0,1-1-4 0,-3-1-1 0,1-4 1 0,3-5 0 15,-1 0 9-15,-1-1 10 0,1-3 12 0,1-2 23 16,-7-2 17-16,7-1 20 0,5 0 21 0,-18-4 15 16,9-4 15-16,-1 0-10 0,1-5-13 15,7-3 3-15,-5-3-18 0,5-6 5 0,0-6-26 16,10-1-10-16,1 1-11 0,6-1-7 0,3-1-4 0,9-5-13 16,-4 10 0-1,5 2 2-15,-1 1-11 0,2 4-9 0,1 1 10 16,-5 2-9-16,-2 3 8 0,-2 7-16 0,-3-3 7 15,-3 3 3-15,-6 0-7 0,2 4-19 0,0 1 17 16,-5-1 1-16,2 1 0 0,-8 3 1 0,7-5-4 16,-7 5 1-16,9-3 3 0,-9 3-21 0,0 0 19 15,8-4-3-15,-8 4 2 0,0 0-13 0,4-2-22 0,-4 2-16 0,0 0-38 16,5-5-65-16,-5 5-51 0,6-7-38 0,0 4-55 16,-6 3-316-16,11-9-657 0,0 1 291 0</inkml:trace>
  <inkml:trace contextRef="#ctx0" brushRef="#br0" timeOffset="-139701.88">24802 15859 107 0,'-4'-2'267'0,"4"2"-1"16,0 0-10-16,-4-3-12 0,4 3-13 0,0 0-23 15,0 0-21-15,0 0-19 0,8-6-17 0,-3 3-17 0,7-1-14 16,-3-1-14-16,5 2-17 0,4 1-30 0,3 0-31 16,6-1-42-1,-9 0-42-15,5 0-49 0,5-1-58 0,-5 4-218 16,-2-4-412-16,-1 4 182 0</inkml:trace>
  <inkml:trace contextRef="#ctx0" brushRef="#br0" timeOffset="-139554.78">24851 15963 103 0,'-7'3'222'0,"2"0"-1"0,1-3-9 0,4 0-16 15,0 0-16-15,0 0-19 0,27 0-10 0,-4 0-15 16,5-3-41-16,7 3-58 0,-2-1-69 0,4-2-77 15,-4-3-154-15,1 4-284 0,-5-4 126 0</inkml:trace>
  <inkml:trace contextRef="#ctx0" brushRef="#br0" timeOffset="-138231.12">26035 15652 148 0,'0'-3'172'0,"3"-1"-21"0,-3 4-11 0,-7-3-16 0,0 1-16 15,-5 0-12-15,-7 4-10 0,-9 1-5 16,1 2-12-16,-5 1-10 0,3 2 1 0,2 4-15 15,-4 0 1-15,3 2-2 0,3-2-6 0,6 0-9 16,-4 2-6-16,8-1 2 0,3-1-1 0,-1 0-7 0,6-3 7 0,2 2-3 16,3 3-7-16,0-4 3 0,6 2 9 0,4-3 13 15,6 1 8-15,10 1 3 0,7-3-4 0,6-2-3 16,16-2-7-16,-2 0-5 0,1-4 6 0,-1-1-4 16,0-2 3-16,0-2-3 0,-15 0 7 0,-3-2 6 15,-1-1 0-15,0 2-1 0,-13 1 11 0,-2-5-4 16,0 3-5-16,-10-3-4 0,2 5-7 0,-4-4-8 0,-2 2-11 0,-7 2-9 15,-2-5-11-15,-6 3-5 0,-3-3-3 16,-6 5-6-16,-3-4 1 0,-3 3-1 0,-1 1-3 16,0 1-7-16,6 2-12 0,2-1-18 0,-1 3-11 15,4 0-6-15,-1-2-20 0,5 4-19 0,1-2-13 0,6 0-13 16,0 2-10-16,-1-1-119 0,7-1-289 0,-7 0 127 16</inkml:trace>
  <inkml:trace contextRef="#ctx0" brushRef="#br0" timeOffset="-137914.78">25984 15638 82 0,'1'-11'246'15,"3"0"2"-15,-4 3-1 0,0-4-4 0,4 4-5 16,-4 0-8-16,1 3-12 0,-1 0-23 0,0 0-20 0,3-1-18 0,-2 4-27 16,-1 2-11-16,0-5-32 0,0 5-19 0,0 0-13 15,0 0-6-15,-4 15-3 0,3-3-7 0,-4 13-6 16,-4 3 7-16,1 3-13 0,-4 4-4 0,3 0 0 15,-3 9-6-15,2-9 1 0,2 1-2 0,4-3-2 16,1-1 0-16,0-1-5 0,-1-2 4 0,4-2-4 16,4-8 0-1,-3 0 1-15,2 1-3 0,-1-3 2 0,1-5 1 16,0-4-2-16,-1 2-2 0,-1-5 8 0,-1 1-3 16,2 0 9-16,-1 0 17 0,-1-3 7 0,0-3 9 0,1 5-1 15,-1-5 1-15,0 0 1 0,0 0-31 16,0 0-31-16,4-12-19 0,-1 9-37 0,-1-3-32 15,1 0-56-15,0-4-62 0,3 2-68 0,0-3-170 16,1 1-487-16,3 2 215 0</inkml:trace>
  <inkml:trace contextRef="#ctx0" brushRef="#br0" timeOffset="-136998.28">26754 15494 68 0,'0'-3'199'16,"0"3"-16"-16,1-5-20 0,-1 5-23 0,0 0-9 15,0 0-18-15,0 0-10 0,0 0-10 0,0 0-9 16,10 12-7-16,-6-2-10 0,0-3-8 0,-1 5-5 0,4 2-3 16,0-2-11-16,-1 1-3 0,0 3-7 0,2-1-13 15,-1-1-9-15,0-2 0 0,0-2-15 0,-3 0 3 0,1-1-10 16,-1-1 5-16,0-5 0 0,1 3 2 0,-2-2 4 15,-1-1 2-15,-2-3 4 0,9-2 13 16,-4-3 4-16,-2 1 7 0,3-1 6 0,-1-5-1 16,-1 3 9-16,4-5 2 15,-3 4 8-15,0-3 4 0,3 0-1 0,-2 1 4 16,1 1 0-16,-1-1 1 0,-1 3-1 0,1-3 0 16,-2 5-2-16,-1 0-10 0,1 1-3 0,-2 0-20 15,1 3-14-15,-3 1-3 0,0 0-5 0,0 0 3 16,5 9-4-16,-4 3-3 0,-2 0 6 0,0 6-4 15,-2 0 2-15,-5 9-3 0,2 4 1 0,-4-2-1 16,-2 1 1-16,-2 1-1 0,0-3 5 0,1 1-3 0,-1-3 0 0,0 3-1 16,0-6 2-16,3 0-1 0,0-7 0 0,1-3 0 15,4-4 2-15,-2-1 1 0,4-3 3 0,0 2 5 16,-2 0 18-16,2-4 18 0,0-1 4 0,2-2 4 16,2 0-8-16,-4-9-8 0,5 3 3 15,2-3-7-15,1-3-8 0,3-2 0 0,5-4-14 16,6-4-11-16,6-3-22 0,0 3-14 0,3-6-18 0,12-6-11 0,4 2-10 15,-1 3-4-15,0-2 5 0,4 3 0 0,-14 6 11 16,1 4 7-16,-3-1 7 0,0 2 7 0,-3 1 7 16,-9 5 15-16,0 0 13 0,0 0 11 0,-3 2 16 15,-2 2 18-15,-3-1 8 0,-1 3 14 0,0-3 12 16,-1 2 13-16,0 2 2 0,-5-3 2 0,3 4-1 0,-3-1-10 16,-3 4-9-1,8-4-9-15,-6 1-4 0,-2 3-9 0,4-4-11 16,-4 4-7-16,0 0-10 0,0 0-5 0,2 10 1 15,-8 2-3-15,-4 3-4 0,-2 12-2 0,-6 3 0 16,-7 15 1-16,1-2-1 0,-5 4-5 0,-1-4 4 16,2 0-7-16,-1-3 5 0,10-7-2 0,1-2 1 15,-1-1-5-15,3-2 3 0,2 1-4 0,1-5 3 16,3-4 3-16,5-4-2 0,-3-3 2 0,5-2-1 0,1-4 2 0,-2-1 2 16,3-1 14-16,-4-1 27 0,3-1 38 15,0 1 35-15,2-4 24 0,-1 4 7 0,1-4-8 16,0 0-14-16,0 0-16 0,0 0-12 0,0 0-13 15,0 0-25-15,3-13-37 0,-1 10-31 0,3-2-33 0,-4 0-40 16,3-1-37-16,0 1-42 0,1-2-33 0,0 1-45 16,3-1-53-1,1 0-62-15,0-1-183 0,1 2-575 0,7-4 255 16</inkml:trace>
  <inkml:trace contextRef="#ctx0" brushRef="#br0" timeOffset="-136650.82">27521 15686 45 0,'-1'-3'228'16,"1"3"-27"-16,-5-3-18 0,5 3-22 0,0 0-19 16,0 0-13-16,0 0-13 0,-2 14-10 0,2-5-9 0,2 3-10 15,-1-2-9-15,4 2-5 0,-1 5-10 0,0-1-4 16,-3 1-9-1,3 0 3-15,-4 2-12 0,0-2-5 0,0 0-2 16,-1 0-3-16,-3 0-5 0,0 0 0 0,-1 0-2 16,-4-2-2-16,0 1 1 0,2-1 1 0,-5-3 4 15,3-1 1-15,-1-3 3 0,0 0 0 0,3-3 2 16,0-1 2-16,1 2-8 0,1-2 1 0,-1 1-3 16,4-1-2-16,-2-1 0 0,1-1 0 0,1 1 14 15,2-3 10-15,-4 3 13 0,4-3-4 0,0 0-5 0,0 0-8 0,21-1 0 16,-9-1-12-16,8 1 2 0,2-1-4 0,10-3-4 15,0 3-4-15,1-5-5 0,0 4-25 16,-1-4-17-16,0 3-38 0,0 0-42 0,-1-4-54 0,-6 3-64 16,-8-3-182-16,4-1-438 0,-6-3 194 0</inkml:trace>
  <inkml:trace contextRef="#ctx0" brushRef="#br0" timeOffset="-136328.68">27493 15925 56 0,'-9'0'262'16,"4"0"-4"-16,5 0-3 0,-9 0 0 0,9 0-19 16,-7 0-7-16,7 0-21 0,0 0-11 0,0 0-22 15,0 0-18-15,0 0-13 0,16-5-17 16,3 2-13-16,3 0-12 0,5 0-11 0,6 0-4 0,-2-1-13 15,3-2-6-15,0 1-4 0,0 0-7 0,-2 0 5 16,-1 1 0-16,-10 0 4 0,-1 0-7 0,-8 0 6 0,0 3-10 16,-1 0 0-16,-2-2-6 0,-2 2-4 0,-2 1-9 15,-5 0-3-15,8-3-4 0,-4 2-18 0,-4 1-11 16,4-3-33-16,-4 3-21 0,0 0-30 0,0 0-24 16,0 0-31-16,-14-4-17 0,14 4-22 0,-9 0-47 15,6-2-59-15,-1-1-147 0,1 1-466 0,1-5 206 16</inkml:trace>
  <inkml:trace contextRef="#ctx0" brushRef="#br0" timeOffset="-136065.72">28084 15371 80 0,'0'0'226'0,"0"0"-26"16,0 0-22-16,12 12-19 0,-7 3-9 0,2 9-12 16,1 9-11-16,2 12-8 0,-4 7-8 0,-5 1-8 0,3 4-10 15,-9 2-1-15,-5-5-13 0,-5 4-6 16,-4-3-10-16,-7 0-2 0,-1-4-8 0,-20 18-2 0,12-25-3 0,-7-1 0 16,0-2-14-16,-4-4-17 0,-4-5 1 0,-5-6-51 15,0 0-60-15,3-5-100 0,-6-6-141 0,3-7-361 16,0-6 159-16</inkml:trace>
  <inkml:trace contextRef="#ctx0" brushRef="#br0" timeOffset="-135648.72">26613 15279 61 0,'-8'9'188'0,"-5"4"-15"16,-1 13-15-16,-2 7-9 0,-8 14-11 0,7 4 1 15,-2 3-13-15,1 5-11 0,6-1-24 0,7 1-8 16,5-1-7-16,8-2-5 0,10 1-2 0,8-4-13 15,26 16 9-15,7-9-5 0,12-3-3 0,3-12-15 16,-16-18-69-16,30 11-115 0,-1-16-150 0,-29-11-315 16,0-8 139-16</inkml:trace>
  <inkml:trace contextRef="#ctx0" brushRef="#br0" timeOffset="-123035.33">28763 15754 40 0,'5'-4'120'16,"-1"1"-6"-16,-4 3-5 0,4-2-19 0,-1-2 1 16,1 1 6-16,2 2-12 0,-5-2 5 0,4 0-3 15,-1 1-1-15,-4 2 6 0,5-5-5 0,-1 2 0 0,-3 1 4 16,-1 2 1-16,4-4-4 0,-1 1 1 0,-3 3-2 15,3-4-3-15,-3 4-4 0,3-5-7 16,-3 5-5-16,0-3-8 0,0 3-2 0,0 0-9 0,0 0-5 0,0 0-7 16,0 0-3-16,-9-2-2 0,9 2-5 0,-18 9-2 15,6-1-3-15,-5 1-2 0,0 1-3 0,1 3-3 16,0 1 0-16,-1 0-5 0,1-2 3 0,2 3-6 16,0-2 2-16,4 3-1 0,2-6-3 0,2 4 0 31,-1-2 1-31,6 0 2 0,1 0-4 0,1-2 0 15,3 1 3-15,5-1-1 0,3-4 1 0,3 3-5 0,3-4 7 16,2-2-1-16,0-3-2 0,0 0 2 0,0-1-3 16,-2-2 6-16,-4-1 4 0,-1 1 15 0,1-5 4 0,-1 2 4 15,-4-1-3-15,-4 0 2 0,1-1-6 0,1-2 5 16,-3 1-6-16,-2-4-1 0,-2 2-4 16,-1 0-1-16,-3-2-4 0,0 1-2 0,-1 3-4 15,-4-2 2-15,0 5-5 0,-1-4-9 0,-3 4-15 0,3 2-16 0,-4 1-16 16,1-2-18-16,3 4-16 0,-3 1-27 0,2 0-19 15,3 0-43-15,2 1-31 0,-1 1-167 0,7-2-397 16,0 0 176-16</inkml:trace>
  <inkml:trace contextRef="#ctx0" brushRef="#br0" timeOffset="-122703.68">28992 15683 133 0,'0'0'197'0,"3"-3"-21"16,-3 3-16-16,8 0-16 0,-8 0-11 0,12 3-9 15,-5 1-16-15,2 4-6 0,2-1-11 0,-1 0-6 0,2 6-10 16,2-1-6-16,-3 0-8 0,1 1-4 0,-3 3-4 16,-4-4-8-16,1 1-9 0,-3-1-2 0,-2 3 1 15,2-6-5-15,-3 3-3 0,0-3-4 0,-3 0 0 16,1-3 6-16,2-1 4 0,-2 0 12 0,2-1 23 15,0-4 20-15,-4 2 11 0,4-2-2 0,0 0 1 16,-6-7 1-16,5 0 8 16,2-2-9-16,-1-3-5 0,3 0-5 0,2-5-7 15,4-3-13-15,1-3-1 0,0 0-10 0,4 1-4 16,-2 5-5-16,4-4-4 0,-4 4-10 16,1 2-8-16,-1 3-20 0,-5 2-31 0,0 2-25 0,2 1-51 15,-4 3-55-15,1-1-61 0,0-1-75 0,-1 4-159 16,0-1-490-16,0-1 217 0</inkml:trace>
  <inkml:trace contextRef="#ctx0" brushRef="#br0" timeOffset="-121864.21">29834 15446 190 0,'0'0'212'16,"0"-5"-17"0,0 5-18-16,2-3-17 0,-2 3-15 0,0 0-20 0,3-4-15 15,-3 4-11-15,0 0-13 0,0 0-13 0,0 0-3 16,0 0-6-16,4 13-8 0,-2-5-4 0,-1-1-8 16,1-1-5-16,2 3-5 0,0 1-14 0,-2 1-5 15,2 0 3-15,-2-4-7 0,1 3 4 16,1-3-5-16,0 0 2 0,0 1-4 0,-3-4 1 0,3 1 0 15,-1-3-2-15,-1-2 4 0,-2 0-4 0,0 0-3 0,10-4 5 16,-4 1-6-16,0-4 9 0,0 0 1 0,2-1 5 16,-3-2-1-16,0 1 7 0,3-2 1 0,-2 2 6 15,1-3 7-15,-1 3 5 0,-2 1 4 0,1 1-8 16,-1 3-2-16,0 0-2 0,-2 1-9 0,1 0-10 16,-2 0-11-16,-1 3-5 0,0 0 0 0,0 0-5 15,6 11 2-15,-6-1 0 0,-1 4 3 0,-3 4-6 0,2 1-1 0,-3 8 3 16,-4 1 1-16,2 2 0 0,1 0 1 0,-3 3 1 15,-1-1-4-15,-2-1 5 0,-2-1 0 0,5 0 0 16,0-2 0-16,-1-4 0 0,1 1-6 0,5-6 8 16,-5-3-3-16,3-1 3 0,0-5 1 0,1-1 0 15,1-2-2-15,0-1 13 0,1-2 24 0,1-1 15 16,-2-2-4-16,4-1 1 16,-9-5 13-16,6-1 1 0,0-3 4 15,0-1 14-15,3-5-4 0,1-2-10 0,4-7-1 16,3-2-8-16,5-1-6 0,-2-4-9 0,7-1 0 15,0 1-3-15,1-1-6 0,4 1-5 0,-5 4 0 0,4 3-4 16,-4 2-4-16,-5 5-1 0,-2 5-5 16,-3 2 0-16,1 0-1 0,-4 7-13 0,0-4-22 15,0 3-53-15,-3 1-37 0,2 3-2 0,-4 0-16 0,3 8-35 0,-3-1-30 16,-3 2-58-16,-1 2-181 0,-3-1-466 0,2-1 207 16</inkml:trace>
  <inkml:trace contextRef="#ctx0" brushRef="#br0" timeOffset="-121116.55">29691 16041 170 0,'0'0'194'16,"0"0"3"-16,0 0-7 0,0 0-5 0,-8 0-12 15,8 0-7-15,0 0-10 0,0 0-8 0,0 0-13 0,0 0-16 16,0 0-9-16,0 0-9 0,0 0-11 0,0 0-12 16,0 0-7-16,-5-3-4 0,5 3-10 0,0 0-6 0,0 0-5 15,0 0-5-15,0 0-3 0,0 0-7 0,0 0-2 16,0 0-5-16,0 0 0 0,0 0-6 15,0 0-2-15,0 0 1 0,0 0 2 0,0 0-6 16,0 0 0-16,0 0 2 16,0 0 2-16,0 0-3 0,0 0-1 0,0 0 0 15,27-2-4-15,-9 0-2 0,9 0-1 0,4-1 1 16,2-1 1-16,3 0 5 0,3 0-8 0,2-1 29 16,10 1 9-16,-1-2-8 0,-15 4 10 0,0 0-2 15,-7-1-1-15,-10 1-3 0,0-1-4 0,-6 0 3 16,-3 2-4-16,0 1-2 0,-4 0-3 0,0-3-3 15,-5 3-5-15,4-2-5 0,-4 2-5 0,0 0-7 0,0 0-12 16,0 0-13-16,-28 2-12 0,15 1-16 0,-4-2-22 16,-1 3-21-16,0 0-29 0,-1-1-39 0,3 2-43 15,-3-1-51-15,0 1-152 0,0-2-438 0,5-2 194 16</inkml:trace>
  <inkml:trace contextRef="#ctx0" brushRef="#br0" timeOffset="-120777.56">29841 16110 4 0,'0'0'199'0,"0"0"-11"16,0 0-22-16,0 0-21 0,0 0-9 16,0 0-14-16,7 9-6 0,-1-5-9 0,2 4-9 0,-1-3-17 0,1 4-3 15,-1 1-10-15,3 4-5 0,-1 0-7 0,-4 2-5 16,-1 0-8-16,-1 1-2 0,-1 2-6 0,-7 0 1 15,0 1-3-15,0 0-7 0,-4 4 2 0,-2-7-8 16,-2 7 1-16,1-9-3 0,-4 5-2 0,5-7 2 16,-1 2-6-16,4-5 9 0,-1-3-9 0,3 3 4 15,-2-4 1-15,3 0-2 0,0-2-6 0,1-1 9 0,1 0 8 16,3-3 22-16,-5 4 17 0,5-4 11 0,0 4 5 16,0-4 4-16,0 0-1 0,0 0-10 0,7 4-1 0,-2-4-9 15,6 0-10-15,1 0-8 0,2-1 2 0,4-1-7 16,-2 2-4-16,3-1-6 0,-2 1-30 0,1-1-29 15,-3 1-32-15,-3 0-39 0,1-3-50 16,1 0-48-16,-8 2-226 16,3-4-458-16,-1 2 204 0</inkml:trace>
  <inkml:trace contextRef="#ctx0" brushRef="#br0" timeOffset="-120530.19">29814 16351 99 0,'0'0'289'15,"0"0"1"1,0 0-8-16,0 0-12 0,0 0-19 0,0 0-24 0,0 0-24 0,0 0-22 0,23-10-15 16,-2 6-20-16,10 0-14 0,5 0-10 0,0 2-21 15,-2-4-21 1,-3 2-35-16,-2 2-21 0,3-2-21 0,-5-2-18 15,-8 1-16-15,-1 3-32 0,-4-1-27 0,-2-1-19 16,-3 1-28-16,0 1-11 0,-3-3-23 0,-3 3-188 16,-3 2-386-16,-3-9 170 0</inkml:trace>
  <inkml:trace contextRef="#ctx0" brushRef="#br0" timeOffset="-120128.57">30605 15879 109 0,'0'0'320'0,"0"0"-17"0,0 0-23 0,0 0-25 15,0-8-27-15,0 8-21 0,10-5-25 0,-5 1-18 0,5 3-17 0,1-1-20 16,3-2-24-16,1 2-33 0,4-1-45 0,0 3-38 16,-1 0-56-16,1 0-58 0,-1-2-76 15,0-1-149-15,1 3-380 0,-6 0 168 0</inkml:trace>
  <inkml:trace contextRef="#ctx0" brushRef="#br0" timeOffset="-119959.19">30616 15969 123 0,'-6'3'259'15,"6"-3"-6"-15,0 0-24 0,0 0-19 0,19 0-21 16,-5-3-19-16,5 3-18 0,3-3-11 0,7 3-16 16,5-3-34-16,0 2-37 0,-2 1-54 0,3-2-62 0,-3-3-90 15,-4-1-145-15,-1 1-322 0,-6 2 142 0</inkml:trace>
  <inkml:trace contextRef="#ctx0" brushRef="#br0" timeOffset="-119527.4">31447 15700 30 0,'0'0'84'0,"-29"3"-3"0,9 1-7 0,2-2-7 0,-3 5-7 16,0 1-2-16,1-3 4 0,-4 4-9 15,3 0 11-15,6 0-14 0,-2 0-4 0,3 1 10 0,4-4-12 0,1 1-12 16,1 0 5-16,4 0-7 0,3 2 3 0,2-4 23 16,5 5 16-16,3-5 9 0,7 5-1 0,1-3-8 15,11 0-9-15,1 0-4 0,3-4-5 0,3-1-4 16,-1-2 1-16,2 2-6 0,-3-5 1 0,0-1-3 16,-3 1-5-16,-2-2 1 0,-9-1-10 0,0 3 4 15,-8-4-10-15,1 0-4 16,-5-1-10-16,-1-3-16 0,-9 1-11 0,0 1-15 15,-4-1-8-15,-7-1-14 0,-1 0-7 0,1 0-7 16,-2 2-3-16,-10-1-14 0,7 0-12 0,-1 4-8 16,-3-4 9-16,7 3-13 0,-1 3-69 0,3-2-193 15,1 1 86-15</inkml:trace>
  <inkml:trace contextRef="#ctx0" brushRef="#br0" timeOffset="-119257.7">31377 15666 385 0,'0'0'-8'0,"-2"-4"20"16,2 4 29-16,0 0 4 0,5-12 23 0,-1 7 19 0,-1 3 15 15,1-5 25-15,-2 2 15 0,3-1 11 0,-1 1 16 16,1-1 4-16,-1 0 6 0,-3 1 7 0,1-1 9 15,0 0-13-15,3 3-5 0,-2-1-13 0,-3 4-13 16,1-5-23-16,-1 5-16 0,4-4-8 0,-4 4-25 16,0 0-31-16,0 0-17 0,0 0-2 0,1 13-5 15,-4 0-3-15,0 11-2 16,-5 9 1-16,-1 0-7 0,-5 12 4 0,1 0-6 16,3 5-2-16,-1-6 3 0,6-10-6 0,1 0-1 15,1 0 2-15,3-3 2 0,0-3-5 16,3-1 5-16,-2-3-6 0,-1-6 6 0,4-7-2 15,-4 4-6-15,0-7 7 0,0 3 0 0,0-7 0 16,-1 4 3-16,1-5-1 0,0 1 3 0,1 1 1 0,-1-2 0 16,0-3 3-16,-1 5-6 0,1-5-37 0,0 0-60 0,0 0-49 15,0 0-58-15,0 0-107 0,-3-20-174 0,3 11-513 16,-1 0 228-16</inkml:trace>
  <inkml:trace contextRef="#ctx0" brushRef="#br0" timeOffset="-117855.18">31993 15395 126 0,'5'-5'204'0,"-1"1"-18"0,6-3-19 0,-1 1-17 15,0 2-13-15,3 0-17 0,-1 2-11 0,1 4-11 0,6 2-7 16,-1 2-10-16,-2 2-2 0,-1 1-14 0,-4-1-12 16,3 4-1-16,-5-3-7 0,0 6 2 0,-3 0-15 15,-1 3-2-15,-3 0 23 0,-4 4-8 0,-2-4-4 16,-4 7 0-16,-5-2-7 0,4 0 1 0,-3-6-7 0,3-1 1 15,-2-2-6-15,2 2 1 0,0-6-7 0,2-1 2 16,-1-2-4-16,4-2 0 0,0 1 11 0,3-2 21 16,0-2 28-16,0 2 43 0,2-4 45 0,-3 1 42 15,3-1-13-15,0 0-12 0,0 0-19 0,9-15-19 16,4 1-12-16,6-4-11 0,3-1-18 0,2-1-10 16,0 0-10-16,1-3-10 0,0 5-7 0,-1-3-13 0,1 3-3 0,-10 5-3 15,0-3-3-15,-2 5-11 0,-4 3-7 16,-4 1 4-16,3 2-10 0,-3 1-16 0,-1 0-27 15,0 2-27-15,-4 2-22 0,0 0-11 0,0 0 16 16,0 0 10-16,-3 19 11 0,-1-8-1 0,-5 6 5 0,4-1 4 16,-1 4-3-16,0 3-16 0,3 5-15 0,-1-3-23 15,4-1-27 1,0 1-20-16,1-6-31 0,5-1-64 0,0-1-269 16,-1-5-550-16,4-3 244 0</inkml:trace>
  <inkml:trace contextRef="#ctx0" brushRef="#br0" timeOffset="-117454.93">32028 15827 18 0,'-6'1'218'0,"6"-1"-4"0,-5 0-19 0,5 0-7 15,0 0-12-15,0 0-14 16,-5 1-7-16,5-1-19 0,0 0-8 0,0 0-15 16,0 0-8-16,0 0-10 0,0 0-7 0,0 0-10 15,0 0-10-15,0 0-4 0,0 0-9 0,0 0-5 16,0 0-5-16,0 0-6 0,0 0 0 0,0 0-8 16,0 0-2-16,0 0-2 0,0 0-1 0,0 0-5 15,0 0 3-15,0 0 4 0,0 0 3 0,0 0 9 16,0 0-6-16,0 0-4 0,0 0-2 0,34-5-3 0,-16 1-1 15,14 0-7-15,5 3 2 0,0-3-7 0,3-1 0 16,12-1-2-16,-15 3-3 0,3 0 2 0,-2 0-3 16,-5-1 3-16,-3 1-1 0,-12 2-6 0,-4 0 2 15,-1 0 1-15,-6 0-3 0,3-1-3 0,-5 1-17 16,-1-1-18-16,-4 2-40 0,0 0-26 0,0 0-38 16,-24-3-25-16,7 4-38 0,-6 1-165 0,-5-4-399 0,-2 2 176 15</inkml:trace>
  <inkml:trace contextRef="#ctx0" brushRef="#br0" timeOffset="-116868.98">32246 15831 149 0,'-6'-11'302'0,"6"11"-24"16,0 0-28-16,0 0-24 0,0 0-24 0,0 0-19 15,0 0-23-15,0 0-33 0,0 0-35 0,0 0-31 16,0 0-22-16,0 0-4 0,0 0 5 16,11 11-9-16,-6-9-5 0,-1 5 0 0,1-2-7 0,1-2-1 0,-1 3-2 15,-1-1-7-15,4 2-7 0,-5-2-1 0,5 0-5 16,-3-2 3-16,-1 0-1 0,1-1 0 0,0 0-1 16,-5-2 10-16,8 2 7 0,-4-2 17 0,-4 0 17 15,6 3 12-15,-6-3 8 0,0 0 5 0,0 0-3 16,13-5 4-1,-13 5-1-15,0 0-5 0,8-3-1 0,-8 3-11 16,0 0-4-16,4-2-4 0,-4 2-9 0,0 0-11 0,0 0-12 16,0 0-19-16,0 0-8 0,0 0-6 15,5 3 0-15,-4 1 1 0,2 4 1 0,-1 0 1 16,2 1-2-16,-2 4 2 0,0 3-4 0,-2 3 3 0,-2 1-6 16,4 4 5-16,-5 4-2 0,-6-2-1 0,4 2 4 15,0-2-1-15,0-6 3 0,1-3-5 0,-2-2 0 16,-1-3 1-16,6-1 1 0,-4-3 3 0,2-3 4 0,1 2 7 15,-1-6 24-15,-1 3 22 0,4-4 5 0,0 0 18 16,-14-8 32-16,9-3 15 0,1-4-13 0,-1-2-5 16,5-1-3-16,5-10-10 0,-1 3-4 0,1-1-5 15,8-3-14-15,1-2-1 0,3 3-3 0,-2-1-8 16,7 1-3-16,-4 2-3 0,6 3-4 0,0 0-6 16,1 3-7-1,-3 2 5-15,-5 6 8 0,-2 1 8 0,1 1 3 16,-6 3-4-16,0 0 0 0,-5 3-6 0,1 1-6 0,-3 1-1 15,0-1-10-15,2 1-2 0,-3-1-21 16,-2 3 1-16,7-3-33 0,-7 3-15 0,4-2-25 16,-4 2-22-16,0 0-13 0,4-3-12 0,-4 3-19 15,0 0-1-15,0 0 16 0,0 0 5 0,0 0-21 16,0 0-21-16,0 0-7 0,-3 12-24 0,3-12-42 0,0 0-206 0,0 0-476 16,0 0 211-16</inkml:trace>
  <inkml:trace contextRef="#ctx0" brushRef="#br0" timeOffset="-116606.33">32777 15374 103 0,'1'-4'275'0,"2"0"-28"0,-3 4-32 15,0 0-25-15,0 0-18 0,12 17-23 0,0 7-13 16,1 3-5-16,10 18-22 0,-10 5-9 0,-2 3-10 15,-3 3-11 1,-5 1-5-16,-2 3-6 0,-6-3-7 0,-1-4-9 16,-2-1-5-16,-5-4-2 0,-8-2-19 0,0-3-5 15,-9 2-11-15,-3-1-14 0,-8-6-36 0,0-4-61 16,-3-5-20-16,-8-7-66 0,-6-5-138 0,-1-5-352 16,0-9 157-16</inkml:trace>
  <inkml:trace contextRef="#ctx0" brushRef="#br0" timeOffset="-116052.13">32095 15163 30 0,'0'0'167'0,"0"0"-11"0,-16 12-14 15,5 3-24-15,-6 8-4 0,-4 9-20 0,-1 16-1 16,3 7-10-16,-2 2-5 0,6 1-17 0,-7 22 18 16,13-23-7-16,3 3-7 0,3-5 27 0,5 0-5 15,5-5 1-15,7-1-30 0,2-5 14 0,-1-12 2 16,5 1 1-16,-2-4-8 0,1-5-5 0,-1-1-7 15,0-2-3-15,-4-8-4 16,-3-2-6-16,-4-4-2 0,-3-1 9 16,2 1 28-16,-2-3 27 0,0 0 25 0,-3-2 12 15,3 0 5-15,-4-2 4 0,5 0 10 0,-1 2-11 16,-4-2-12-16,0 0-8 0,5 3-17 0,-5-3-10 16,0 0-10-16,5 2-6 0,-5 3-8 0,0-5-8 15,0 0-11-15,0 0-23 0,0 0-28 0,4 2-31 16,-4-2-37-16,0 0-33 0,0 0-76 0,0 0-86 0,16-6-86 0,-10 5-216 15,4-4-602-15,0 3 267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50:46.05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2538 1596 2 0,'0'0'178'16,"7"-3"-10"-16,-7 3-4 0,0 0-5 0,1-2-13 15,-1 2-5-15,0 0-7 0,0 0-3 0,1-3-9 0,-1 3 2 0,0 0-11 16,0 0-9-16,0 0-5 0,0 0-8 0,0 0-13 15,0 0-6-15,0 0-15 0,0 0-12 16,0 0-15-16,0 0-14 0,0 0 0 0,-10 8-7 16,0 1 2-16,-5 3-6 0,-7 3 7 0,-6 3-6 15,0 5 4-15,0-5-7 0,-4 3-1 0,2 1 6 16,2-3-5-16,1 2 2 16,4-3 2-16,0 1-7 0,3 0 0 0,6-7-1 15,-1 4 1-15,3-5 0 0,3-1-5 0,0-1-5 16,4-1-23-16,1-1-10 0,3 0-6 0,-3 0 13 15,7 0 3-15,-3 0 1 0,2-1 12 0,5 2 1 16,3 0 4-16,4 1-1 0,4 0-6 0,1-2 13 16,9 3 0-16,-1-2 0 0,-5-1 4 0,7 2 0 15,-2-2-5-15,-9 1 6 0,2-1-2 0,-7 2 4 0,4 0 0 16,-8-3-7-16,-2 1 8 0,1 0-10 0,-4-2 3 16,-2 2 2-16,-4-2-1 0,-5 7 12 0,-5 0-6 15,-10-4 1-15,-4 9 2 0,-7-5 0 0,-3 0 11 16,3 0-5-16,-1 2-2 0,-1-4 0 0,2 1-2 15,-2-2 2-15,5 0-5 0,1-2 5 0,9-2-4 0,3-2 3 16,5-3-3 0,4 2-3-16,0-2-7 0,3 2-9 0,5-2 0 15,0 0 1-15,0 0-2 0,0 0-10 0,40-16-4 16,-7 6-18-16,18-5-13 0,-1-1 0 0,9 2 3 16,2-4 3-16,-1 3 16 0,2-3-3 0,-2 3 3 15,1 0 2-15,-5-2 12 0,-2 4-3 16,-17 2 15-16,0 0 9 0,-5 0 18 0,-5 4 23 15,-8 0 40-15,-6 4 35 0,-2-1 25 0,-2 1 21 0,-5 1 8 0,2-1-8 16,-3 1-17-16,2-2-10 0,-4 1-12 0,-1 3-13 16,-6-5-15-16,6 5-10 0,-17 0-9 0,-2 3-7 15,0 1-7-15,-12 2-5 0,12 1-7 0,-9 2-4 16,2 3-5-16,1-2 6 0,7-1-15 0,-5 7-2 16,6-5-4-16,5-1 0 0,-2 3-20 0,2-2-23 15,3 0-16-15,5-2-15 0,-2 0-8 0,3 1 3 0,6-1 10 16,2 1 5-16,0-1 4 0,4-1 7 0,3-4 2 15,7 1 3-15,7-2 8 0,4-6-1 0,2-4 6 16,-1 1-5-16,-2-3 6 0,-1-2 17 0,-10 4 12 16,1-3 9-1,-1 2 14-15,-4-4 12 0,-1 1 9 0,-4 0 8 16,-2-1-1-16,-1 0-2 0,-3 3 3 0,2-1-4 0,-5 0-4 16,-3 0-15-16,-1 1-2 0,-3-1-5 0,-2 4-8 15,-4 0-3-15,-4 0-5 0,-1 1-18 0,4 2-13 16,-4 2-27-16,1 0-33 0,-1 1-41 0,6 4-30 15,-5-1-43-15,4 0-69 0,1 1-187 0,5-1-476 16,3 2 211-16</inkml:trace>
  <inkml:trace contextRef="#ctx0" brushRef="#br0" timeOffset="431.51">3010 2160 216 0,'0'0'228'16,"0"0"-5"-16,0 0-7 0,0 0-13 0,0 0-9 16,0 0-17-16,0 0-4 0,0 0-12 0,0 0-10 0,0 0-18 15,14-12-12-15,-5 4-12 0,3 3 8 0,2-9 9 16,-3 2 2-16,3 0 0 0,-2-4-10 0,5-7 0 15,0 1-15-15,4 0-11 0,-5-5-6 0,2 2-9 0,-1-3-9 16,-3 2 13-16,-4-2 11 0,4 3 1 0,-10 8 15 16,0-2 4-16,0 1-3 0,-4-1-6 0,0 2-1 15,0 0-14-15,-3 3-12 0,-2 3-5 0,-3 2-11 16,2 0-9-16,-2 2-4 0,-2 0-15 0,0 4-12 16,-3 0-12-16,0 6-1 0,-1 0-19 0,0 4 14 15,-2 3-11-15,1 4 2 0,-2 10 2 0,-5-2-7 0,8 6 8 16,-1 0-7-16,2 0 1 0,1-1-26 0,7 0 0 15,0 1-2-15,5-3-5 0,5 0 6 0,5 0-3 16,-1-8 8-16,8 3-2 0,-4-6 4 0,8 6-9 16,-3-11-22-16,10 4-20 0,-1-3-25 0,0-2-29 0,1-4-54 15,-6-2-65-15,-3-2-76 0,1-5-194 0,-3 2-565 16,-3-3 250 0</inkml:trace>
  <inkml:trace contextRef="#ctx0" brushRef="#br0" timeOffset="831.41">3399 1959 226 0,'0'0'337'0,"0"0"-28"0,0 0-25 0,0 0-32 16,0 0-25-16,2 3-28 0,-2-3-22 0,0 0-24 15,1 7-14-15,-1-6-18 0,3 5-12 16,-2-2-11-16,3 4-9 0,-3 0-11 0,2 3-4 15,2-1-10-15,-3 2-2 0,1 1-9 0,1 2-3 16,0 1-6-16,-3-4-3 16,0 4-1-16,2-4-8 0,-2-2 0 0,2 0-7 15,-2-3-1-15,-1 1-2 0,5-1 1 0,-5-4 3 16,1 2 32-16,-1-5 35 0,3 4 57 0,-3-4 52 16,0 0 52-16,1 5 50 0,-1-5-2 0,0 0-14 15,0 0-28-15,13-17-32 0,-5 5-28 0,2-3-18 16,4-7-20-16,2 0-16 0,1-4-13 0,1 2-21 15,-1 0-10-15,-2 1-7 0,-3 6-10 0,-1 0-5 0,-2 1-5 16,0 3-1-16,-4 2-2 0,0 3-13 0,0-1-10 16,-1 4-2-16,-3-1-6 0,2 2-23 0,-2 2-32 15,-1 2-53-15,4-4-59 0,-4 4-72 0,0 0-73 16,0 0 7-16,0 0-7 0,5 10-13 0,0-2-29 16,-5 2-25-16,1 1-45 0,2 0-62 0,-2-2-274 15,2-1-776-15,1 1 343 16</inkml:trace>
  <inkml:trace contextRef="#ctx0" brushRef="#br0" timeOffset="1294.25">3857 2098 104 0,'0'0'257'16,"-1"3"-11"-16,1-3-16 0,0 0-3 0,-4 3-15 15,4-3-7-15,0 0-14 0,0 0-14 0,0 0-12 16,0 0-13-16,0 0-11 0,0 0-19 0,0 0-9 16,19-12-11-16,-7 6-12 0,2-3-9 0,4 0-8 15,-4-2-8-15,4 0-3 0,-3-4-11 0,-1 3-1 0,4 0 1 16,-4-2-6-16,-4 0 4 0,3 3 2 0,-4-1 15 0,-5 4 1 16,1-3 7-16,-2 4 4 0,-1 0 2 0,-1 1-13 15,-2-1-6-15,-4 3-13 0,-1 0-3 16,-7 3-8-16,-5 1-4 0,-10 2-2 0,-2 5-9 0,0 2-4 15,-1 4 1-15,0 0 0 0,3 1-8 0,2 3 0 16,4 2 1 0,0-2-4-16,3 5 0 0,5-1-4 0,1 1-3 15,5-7 1-15,7 5 0 0,1-4 3 0,3-1 4 16,3 2 5-16,7-3-7 0,1-2 5 0,5 0-3 16,7 0 0-16,2-4 4 0,1-2 2 0,3-3 3 15,0-3 0-15,4 0 5 0,-7-2 1 0,-6 2 17 16,-4-1-3-16,0-1 25 0,-6-1 30 0,0 2 13 15,-4-2 13-15,-9 3 11 0,14-2-1 0,-14 2 3 0,6-3-15 16,-6 3-5-16,8-1-16 0,-8 1-9 0,0 0-11 16,0 0-11-16,9-4-15 0,-9 4-19 0,0 0-27 15,0 0-31-15,0 0-35 0,0 0-53 0,0 0-32 16,10-3-41-16,-10 3-71 0,0 0-107 0,-2-6-408 16,2 6-837-16,0 0 372 0</inkml:trace>
  <inkml:trace contextRef="#ctx0" brushRef="#br0" timeOffset="1516.95">4632 1802 99 0,'0'0'469'0,"0"0"-27"0,0 0-39 15,0 0-36-15,0 0-37 0,0 0-33 0,0 0-35 16,0 0-45-16,0 0-79 0,0 0-86 0,0 0-88 0,0 0-14 16,0 0-40-16,0 12-60 0,1-6-103 0,1 2-164 15,2 1-450-15,-2 0 199 0</inkml:trace>
  <inkml:trace contextRef="#ctx0" brushRef="#br0" timeOffset="1679.81">4648 2169 33 0,'0'0'373'0,"0"0"-5"16,-2 6-5 0,2-6-19-16,0 0-40 0,-5 5-17 0,5-5-30 15,0 0-29-15,0 0-46 0,0 0-55 0,0 0-76 16,20-10-86-16,-8 4-96 0,3 0-110 0,1-4-178 16,2 2-453-16,-1-2 200 0</inkml:trace>
  <inkml:trace contextRef="#ctx0" brushRef="#br0" timeOffset="1949.34">5042 2046 202 0,'0'0'313'0,"-5"2"-10"0,5-2-4 15,0 0-1-15,0 0-7 16,0 0-19-16,0 0-9 0,0 0-18 0,0 0-19 15,0 0-33-15,0 0 2 0,37-7-40 0,-16 2-4 16,10 0-15-16,1 1-11 0,0-1-13 0,-1 0-18 16,-3 1-5-16,-7 0-5 0,-2 2-12 15,-2-2-12-15,-4 3 2 0,-2-1-4 0,-1 0-7 16,-4 1-6-16,0 0-7 0,-6 1-6 0,9-3-4 16,-9 3-8-16,5-2-19 0,-5 2-26 0,0 0-34 0,4-3-51 0,-4 3-66 15,0 0-81-15,0 0-89 0,0 0-244 0,0 0-640 16,-28 3 284-16</inkml:trace>
  <inkml:trace contextRef="#ctx0" brushRef="#br0" timeOffset="6573.73">7112 1767 180 0,'0'-4'253'0,"-4"-2"10"0,4 1-9 0,0 1-6 16,0 4-12-16,0-5-18 0,0 5-18 0,0-4-22 15,0 4-17-15,-2-4-13 0,2 4-21 0,0 0-7 16,0 0-20-16,0 0-19 0,0 0-26 0,0 0-24 15,0 0-27-15,0 0-4 0,0 0 1 0,6 13-2 16,-5-3 2-16,3 1 3 0,2 4-6 0,1 4 7 16,-1-1-1-16,2 1 0 0,6 3 0 0,-4-5 5 0,4-3-6 15,2-1 3-15,-3-1-4 0,0 0 2 0,-2-7-1 16,3 1 2-16,-3-2-6 0,8-4 3 0,-2 0 3 16,2-6-3-16,-5 1-2 0,3-4 5 0,-3-1-2 15,1-2 4-15,-3-1 2 0,-1 2 4 0,-2-5 12 16,0 1 17-16,-4 5 6 0,1-2 6 0,0 3 3 15,-3 0 6-15,0 0 2 16,0 2-4-16,-1 2-4 0,1 0-16 0,-3 5-6 16,4-4-26-16,-4 4-19 0,0 0-6 0,0 0 1 15,2 14 3-15,-4 0 0 0,-1 6 3 0,-1 9 3 16,0 2 1-16,-6 5 2 0,5 12-1 0,0-13 2 16,-4 12-1-16,5 0 4 0,2 1 6 0,-1-14-6 15,2 2 1-15,-2-1 6 0,3-2-6 0,-1-4 2 16,-1 3 1-16,-2-5 7 0,1-3-8 0,-1-5-4 0,2-4 4 15,-2-5-1-15,0 1 1 0,0-1 0 0,-1-3-1 16,-4-1 1-16,0-2 2 0,-4-2-4 0,1 1 6 0,-7-7-2 16,0 1-1-16,0-3-2 0,-5-3 7 15,3-1 15-15,0-5 6 0,0-3 2 0,6-9 4 16,2-2-6-16,3-4-7 0,5-12 0 0,2-4-7 16,10 15 0-16,4-11 1 15,2 9-3-15,10-4-6 0,-1 10 3 0,9-9-7 16,-5 12 4-16,1-1-3 0,15 1-1 0,-14 5 1 15,5 4 5-15,1 0-6 0,-4 4 5 0,-5 1-3 16,-6 6 4-16,-3-2-5 0,0 4 3 16,-2 1-4-16,-8 1-1 0,-1 0-5 0,3 0-1 0,-8 3 1 15,9-2 1-15,-9 2 0 0,9-1-10 0,-9 1-16 16,0 0 5-16,0 0 0 0,0 0-6 0,0 0-6 0,0 0-26 16,-4 12-25-16,-1-8-26 0,-4 0-26 0,4-2-32 15,-3 2-45-15,3 0-45 0,-5-1-200 0,2-2-495 16,8-1 219-16</inkml:trace>
  <inkml:trace contextRef="#ctx0" brushRef="#br0" timeOffset="7092.92">7688 1434 210 0,'0'0'254'0,"0"0"-27"0,-1-4-23 0,1 4-21 16,0 0-24-16,0 0-12 0,14 6-19 16,-8 2-6-16,2-1-15 0,1 2-8 0,-3 0-16 15,5 2 0-15,-4 5-13 0,2 1-10 0,-2 0-6 0,-1 1-6 16,-2 6-3-16,-3 2-2 0,-1-7-6 0,-4 8 1 16,-3-10-7-1,-4 7 0-15,2-7-5 0,-1 2-4 0,-2-2-2 16,0-2-1-16,2 0-2 0,1-5-4 0,2-2 5 15,2-2-7-15,1 1 3 0,1-4-5 0,0 3 7 16,2-5 8-16,-3 3 21 0,4-4 2 0,-1 4 7 16,1-4 1-16,0 0 2 0,16-4 3 0,-3 0-13 15,1 1-4-15,4-1-3 0,5-4-6 0,-3 3-1 16,7 0-8-16,-5 1-2 0,-2-1-2 0,0 2 0 0,-4-1-4 0,2 1 1 16,-8 2-5-16,3 0-5 0,-7-2-5 0,2 3-20 15,-4 0-27-15,-4 0-27 0,11 0-17 0,-11 0-27 16,3 3-34-16,-3-3-53 0,0 0-240 0,0 0-478 15,0 0 211-15</inkml:trace>
  <inkml:trace contextRef="#ctx0" brushRef="#br0" timeOffset="7492.18">8353 1530 251 0,'-2'-4'313'0,"1"-3"-24"0,1 7-28 16,-2-8-27-16,2 8-24 0,0-5-23 0,0 5-26 0,0 0-21 15,0 0-18-15,0 0-8 0,0 0-14 0,2 22-8 16,2-4-10-16,1 9-10 0,-4 7-7 0,3 13-5 0,-8 4-3 15,6 0-9-15,-2-1-6 0,0 1 2 0,-2-5-9 16,1 3-3-16,2-13 0 0,-1 0-1 0,9 9-2 16,-9-10-5-16,0-2-3 0,3-3 7 0,1-1-7 15,-4-11-5-15,1 2-1 0,-2-7-3 0,1 1 5 16,0-4-5-16,0-1 0 0,0-1 3 0,0-3-5 16,0-5 4-1,0 9 3-15,0-9-6 0,1 7 4 0,-1-7-5 0,0 5 4 16,0-5-3-16,0 0-3 0,0 0-21 0,0 0-25 15,0 0-34-15,0 0-44 0,-13-19-53 16,11 9-70-16,-1-5-222 0,1-3-497 0,0-2 221 16</inkml:trace>
  <inkml:trace contextRef="#ctx0" brushRef="#br0" timeOffset="7808.35">8369 1811 190 0,'-5'-5'263'0,"5"5"-25"16,0 0-28-16,0 0-18 0,0 0-16 0,13-2-12 16,1 7-12-1,1 0-17-15,2 4-14 0,1-1-9 0,1 3-12 16,-2 2-11-16,2-1-8 0,-2 0-7 0,-2 2-12 0,-2-1-6 0,-2 1-8 16,-5-3-8-16,-2 0-4 0,-4 0-3 0,-2 2-1 15,-6-3-4-15,-6 1-2 0,-10 2-1 0,-2-1-3 16,-3-2 1-16,-1-3 0 0,-3 0 5 0,-4 0-2 15,5-2 3-15,3-1 0 0,2-1 9 0,5-2-5 16,3 0-6-16,6 0 4 0,2-1-11 0,-1 2 3 16,4-2-8-16,8 0 3 0,-10-2-2 0,10 2 1 15,0 0-4-15,0 0-9 0,0 0-24 0,0 0-38 16,32-2-55-16,-14 1-76 0,1-3-268 0,3-1-494 16,-4-2 219-16</inkml:trace>
  <inkml:trace contextRef="#ctx0" brushRef="#br0" timeOffset="9980.5">9428 1915 21 0,'-7'0'177'0,"1"2"-20"0,0-2-6 0,6 0-19 15,-9 0-7-15,9 0-11 0,-6 2-5 0,6-2-9 16,0 0 0-16,-5 0-10 0,5 0-4 0,0 0 1 16,0 0-5-16,-9 1 5 15,9-1-5-15,0 0 0 0,0 0-3 0,0 0-1 16,0 0-7-16,0 0-1 0,-4 2-2 0,4-2-7 16,0 0-9-16,0 0-4 0,0 0-4 0,0 0 1 15,0 0-6-15,0 0 2 0,0 0 2 0,0 0 0 16,0 0 1-16,0 0 0 0,0 0-4 0,0 0 0 15,0 0-3-15,0 0 4 0,0 0-8 0,0 0-2 16,0 0 3-16,0 0-8 0,0 0-3 0,0 0 3 0,0 0-3 0,0 0 3 16,0 0-9-16,0 0 1 0,0 0 6 0,0 0 3 15,0 0-5-15,0 0 1 0,0 0 1 16,0 0 4-16,0 0-5 0,0 0 10 0,0 0-12 16,0 0 1-16,0 0-7 0,0 0 4 0,0 0 6 15,0 0-11-15,0 0-1 0,0 0 0 0,0 0 1 16,0 0-3-16,0 0 0 15,0 0 1-15,18-5-3 0,0 1-2 0,11 1 1 16,2-2-2-16,6-2 1 0,14-1-2 0,-12 2 1 16,14-3-4-16,-3 3 0 0,-17 0 1 0,3 1 0 15,-4-2-3-15,-5 6 1 0,-6-4-3 0,-8 2 6 16,0 1-1-16,-4 0 4 0,1 1-5 0,-2 1 0 16,-3-3-1-16,0 3-5 0,-5 0-3 0,0 0-14 15,0 0-10-15,0 0-14 0,0 0-15 0,-25 3-29 0,11-2-26 0,2 1-36 16,0-2-32-16,1 1-53 0,0 1-197 0,-1 0-469 15,4-4 209-15</inkml:trace>
  <inkml:trace contextRef="#ctx0" brushRef="#br0" timeOffset="10449.34">10105 1702 208 0,'7'-4'200'0,"1"3"-12"0,3-1-18 0,1 0-13 16,3 4-11-1,-2 0-16-15,1 3-10 0,-1 0-14 0,1 5-9 16,0 0-9-16,-5 3-6 0,2 0-9 0,-3 4-6 0,-5 0-11 16,-2 2-7-16,-4 1-3 0,-1 0-5 15,-4 3 4-15,-4 2-4 0,-2-4-6 0,0-5-3 16,-3 4 0-16,3-3-2 0,0-4 1 0,0-2 1 15,3-1 0-15,1-3 3 0,1 1 5 0,2-3 0 16,3-1 14-16,-3 0 21 0,5 0 36 0,2-4 44 0,-7 1 42 0,7-1-5 16,0 0-18-16,0 0-17 0,11-16-14 0,1 4-15 15,4-2-26-15,6-3 10 0,1-7-20 0,1 2-13 16,3-2-5-16,-1-1-10 0,-3 1-5 0,0 2-12 16,-3 1-8-16,-7 8 6 0,0-3-3 0,-4 8-4 15,-3-1-6-15,1 4-1 0,-4-1-8 0,1 2-2 16,-3 2-5-1,4-1-23-15,-2 1-15 0,-3 2 8 0,0 0-3 0,0 0-1 16,-8 19 3-16,0-7 5 0,-2 3-7 0,4 2 9 16,-5 2-4-16,2-1 6 0,0 7-3 15,4-7-20-15,1 1-2 0,0-2-16 0,5 0-22 16,-1-3-18-16,5-1-1 0,-2-3-31 0,3 1-25 16,3-3-42-16,5-1-54 0,-1-4-64 0,1-1-238 15,4-2-588-15,1-2 261 0</inkml:trace>
  <inkml:trace contextRef="#ctx0" brushRef="#br0" timeOffset="10981.12">10603 1729 273 0,'1'-7'309'0,"2"4"-19"0,-2-2-32 16,-1 3-20-16,0-2-30 0,4 1-17 0,-4 3-30 0,0 0-14 16,0 0-15-16,0 0-13 0,0 0-15 0,10 9-9 0,-6-1-10 15,4 1-7-15,-1 0-16 0,0 2-8 16,-1-2-6-16,0 1-15 0,2 1-6 0,0-3-14 15,-3 4-4-15,0-5-12 0,0 1-4 0,-1-4-5 16,-1 2 7-16,1-3-2 0,0-1 1 0,0 0 1 16,-4-2 0-16,0 0 2 15,9-5-1-15,-6 0 2 0,1-1 4 0,0 1 6 16,-1-3 5-16,1 3 10 0,1-3 4 0,-1 2 8 16,-1-1 2-16,1 1 9 0,-2 1-3 0,1 1 1 15,-2 1-7-15,3 0-3 0,-4 3-10 0,5-2-2 16,-5 2-4-16,0 0-5 0,11 8 0 0,-3 1 0 15,-1 1-7-15,1 7 4 0,0 3-2 0,1 7 0 16,1-1-1-16,-5 5 9 0,-1 1-11 0,-4 3 3 0,0 2 2 16,-4 8-4-16,-1 2 1 0,0-17 4 0,-3 3-2 0,-1-4-3 15,0-3 0-15,4-7 2 0,-5-1 0 0,1-2-5 16,3-6 1-16,-3 0 11 0,1-2 19 16,-1-1 20-16,3-5 30 0,-3 0 20 0,3-4 25 0,-2 0 24 15,0-5 18-15,1-1 3 0,0-6-6 0,5 3-15 16,2-12-11-1,5-5-17-15,5-2-18 0,9-14-13 0,4 5-9 16,10-4-12-16,-5 4-5 0,-1 12-12 0,8-9-5 16,-8 11-6-16,-2 0-4 0,2 3-5 0,-5 2 0 15,-2 6-8-15,-5 2 0 0,-6 4-3 0,0 1-2 16,-2 3-1-16,-1-1-5 0,-1 0-6 0,-1 2 1 16,0 0-13-16,-3 1-21 0,-1 2-38 0,7 0-34 15,-7 0-19-15,0 0 10 0,0 0-34 0,0 0-35 0,-11 10-58 16,5-5-61-16,-4 0-86 0,-2 0-330 0,3-2-765 0,-3-2 339 15</inkml:trace>
  <inkml:trace contextRef="#ctx0" brushRef="#br0" timeOffset="13232.52">11685 1755 108 0,'0'-7'232'0,"0"2"-11"0,-1-3-17 0,-3 4-12 0,0-4-20 16,-2 4-15-16,2-1-20 0,-4 0-6 0,-2 1-15 16,-6 4-5-16,-1-3-16 0,-1 3-6 0,-1 3-11 15,2 1-7-15,-3 4-7 0,3-2-5 16,-2 5-4-16,0-2-10 0,5 3-3 0,-4-2-4 0,5 5-2 15,-2-4-7-15,2 4-2 0,4-5 3 0,0 4-4 0,4-3-5 16,3 0 0-16,0-1-2 0,4-3 2 0,0 1-5 16,3 0 2-16,1-4-6 0,2 1 6 0,3-3-7 15,1 0-2-15,2-4 2 0,4-1 3 0,-1-2 3 16,-2-2 14-16,1-2 10 0,-1 1 2 0,0-1 4 16,-1-3-3-16,0 2 7 0,-2 3 8 0,-1-2-9 15,-3 1-5-15,0 2-3 0,-2 2-3 0,0 0-2 0,-2 0-11 0,0 2-2 16,-4 2-8-16,9-3 1 0,-9 3-4 0,10 9 1 15,-3-2-7-15,-1 3 1 0,-1 6-1 0,-1 1 2 16,4 1-3-16,-5 0 2 0,1 9-3 0,-1-1 10 16,-2 1-13-16,0-8 0 0,2 6 0 15,-3-4 0-15,1-1 5 0,2-3-2 0,-3 0 3 16,-3 0-1-16,3-8-6 16,3 3 5-16,-3-9-2 0,1 6 0 0,-1-4 2 15,0-5 36-15,0 8 45 0,0-8 52 0,0 0 44 16,0 8 50-16,0-8 27 0,0 0-30 0,0 0-22 15,10-20-24-15,-6 10-18 0,1-5-16 0,4 1-16 0,6-9-17 16,1-2-11-16,2 0-13 0,-2-2-10 0,4 1-7 16,-4 1-10-16,1 3-6 0,-1 1-8 15,-8 4-1-15,1 3-11 0,-3 4-1 0,3 3-7 0,-5 0-2 16,1 2-4-16,-2 1 5 0,-1-1-13 0,1 0-23 16,2 1-29-16,-5 4-35 0,0 0-38 0,0 0-46 0,5-1-34 15,-5 1 17-15,0 0-25 0,1 11-19 0,-1-4-28 16,-1-2-28-16,1 3-31 0,0-1-46 0,-1-1-350 15,1-6-753-15,1 8 334 0</inkml:trace>
  <inkml:trace contextRef="#ctx0" brushRef="#br0" timeOffset="13687.5">12333 1811 261 0,'0'0'281'0,"0"0"-10"0,0 0-8 16,0 0-12-16,0 0-18 0,0 0-17 0,0 0-27 15,0 0-15-15,0 0-19 0,0 0-20 0,19-7-14 0,-6 5-8 0,5 1-17 16,1-3-31-16,2 2-42 0,-1-1-42 0,3 2-49 16,-4-4-77-16,2 1-56 0,-6 0-202 0,4-1-436 15,-5 1 194-15</inkml:trace>
  <inkml:trace contextRef="#ctx0" brushRef="#br0" timeOffset="13840.64">12373 1951 216 0,'-5'1'263'0,"1"1"-6"0,4-2-10 0,0 0-23 0,0 0-19 15,19 3-22-15,0-4-11 0,2-1-28 16,9-1-51-16,1 3-64 0,-2-6-98 0,2 0-259 15,-4-2-354-15,-7 2 156 0</inkml:trace>
  <inkml:trace contextRef="#ctx0" brushRef="#br0" timeOffset="15123.84">13022 1707 163 0,'5'-5'205'16,"8"1"-13"-16,-2-1-18 0,8 3-13 0,2 1-15 15,1 2-11-15,7 0-8 0,0 4-17 0,-7 0-11 16,4 7-7-16,-2 4-10 0,-5 0-4 0,-2-2-12 15,-2 7-4-15,-2 2-9 0,-6-4-4 0,0 6-5 0,-6 1-4 16,-3-2-6-16,-4 1 0 0,-2 0-7 0,0-7 0 0,-6 4-3 16,0-5-1-16,1-1-1 0,-1-1 1 15,1 0-2-15,-1-3-3 0,0-1 13 0,5-4 3 16,-1-2 16-16,2 0 10 0,0-2 19 0,5 4 29 16,0-5 34-16,-2 1 44 0,1-3 39 0,4 0-18 15,0 0-20-15,0-8-18 16,4-3-14-16,1 1-18 0,5-4-16 0,3-3-16 15,6-8-9-15,4 1-11 0,-1-3-10 0,9-9-12 16,-6 8 1-16,-2 2-10 0,0-2-4 0,0 5-7 16,-7 0-1-16,-5 8-6 0,2 2-3 0,-8 4-2 15,4 0-3-15,-5 4-5 0,1 1-5 0,-4-1-4 16,4 0-20-16,-1 4-27 0,-4 1-11 0,0 0 6 16,0 0-1-16,-10 17 11 0,-3-5 7 0,4 1 2 0,-9 9-10 0,4 0 6 15,2 0 5-15,1 1-1 0,4-4-10 0,1 1-24 16,2 0-11-16,1-2-11 0,2 0-6 0,7-1-6 15,2-2-12-15,4-1-34 0,11 1-41 0,-4-7-61 16,12-2-80-16,-3-3-255 0,5-3-618 0,-1-2 273 16</inkml:trace>
  <inkml:trace contextRef="#ctx0" brushRef="#br0" timeOffset="15422.65">13855 1504 260 0,'-1'-4'248'0,"1"4"-30"0,0 0-25 0,-4-3-24 0,4 3-13 15,0 0-21-15,-9 17-12 0,2-2-15 16,1 4-5-16,-4 7-12 0,-2 6-7 0,-1 3-5 15,-2 9-7-15,-2 2-8 0,1-2 3 0,3 1-14 0,8-13-7 0,3 0 2 16,0-2-9-16,4 1 1 0,5-3-1 0,5 2-2 16,2-6 0-16,6 0-4 0,3-3 1 0,4-4-3 15,0-4-14-15,4-3-41 0,-2-2-54 0,4-5-103 16,-4-3-210-16,-3-3-422 0,-3-1 187 0</inkml:trace>
  <inkml:trace contextRef="#ctx0" brushRef="#br0" timeOffset="15823.53">14139 1634 222 0,'0'0'280'0,"-4"-4"-28"0,4 4-18 0,0 0-30 16,0 0-17-16,6-3-26 0,-6 3-10 0,14 3-23 16,-2-3-5-16,-1 5-14 0,7 1-6 0,-2 0-16 15,1 1-7 1,0 3-10-16,-3 0-6 0,-1 1-7 0,-2 4-7 0,-2-1-6 16,-2 3-4-16,-5 0-6 0,2 2-4 15,-4 1-1-15,-5 5 0 0,-4 0-6 0,0-3-2 16,-8 0-2-16,-2-1-6 0,0 1 6 0,-1-5-6 0,-2 1 2 15,5-7-6-15,1 2 8 0,-1-4-3 0,3 0 0 16,5-3-5-16,0-1 2 0,2 0 1 16,0-3-2-16,3 1 1 0,3 0-1 0,1-3 6 0,-4 5 3 0,4-5 4 15,0 0 4-15,18 1-4 0,0-1 2 0,13-1-4 16,-1-2-4-16,4 0-1 0,0-2 1 0,-2 0-20 16,6-1-35-16,-5 0-35 0,-2 1-48 0,0-2-70 15,-1-2-86-15,-5-1-142 0,-9 2-453 0,1-1 201 16</inkml:trace>
  <inkml:trace contextRef="#ctx0" brushRef="#br0" timeOffset="16193.34">14097 1876 44 0,'-7'1'248'0,"2"-1"-20"0,-3 2-17 16,8-2-24-16,-10 0-11 0,10 0-15 0,0 0-11 15,-7 0-7-15,7 0-5 0,0 0-6 0,0 0-10 16,-7-2-2-16,7 2 4 0,0 0-1 0,0 0-9 16,0 0-5-16,0 0-14 0,19-5-6 0,-7 2-7 0,3 1-6 0,7-3-11 15,6-2-7-15,5 3 5 0,3-1-5 0,0 0-7 16,-1-1-6-16,1 2-2 0,-1-1-4 0,-5 0-4 15,-3 1-6-15,-4-1 3 0,-7 1-7 0,-2 0 2 16,-3 3-2-16,-2-1 11 0,1 0 6 16,-6 0-2-16,1 1-5 0,-5 1-3 0,8-1-2 0,-4-2-6 15,-4 3-20 1,0 0-29-16,0 0-15 0,-12-5-25 0,6 5-32 16,6 0-35-16,-14-1-31 0,6 2-44 0,8-1-44 15,-11 2-204-15,11-2-494 0,-8 0 219 0</inkml:trace>
  <inkml:trace contextRef="#ctx0" brushRef="#br0" timeOffset="16509.22">14724 1864 114 0,'0'0'210'0,"0"0"-9"0,-4 3 3 0,4-3-11 0,0 0-13 0,-4 4-15 0,4-4-11 0,0 0-7 31,14 1-7-31,-1-2-10 0,5-1-12 0,5 2-8 16,4-2-14-16,-6 2-6 0,9-3-10 0,-11 1-5 0,4-1-7 0,-4 2-13 0,-6 1-1 0,-4-1-6 31,4 1-4-31,-7-2-4 0,1 2-3 0,-1-3-6 0,-6 3-8 15,9 0-17-15,-9 0-9 0,0 0-21 0,0 0-23 16,0 0-34-16,0 0-41 0,0 0-24 0,-31 0-46 0,21 0-175 16,1-1-397-16,0-2 176 0</inkml:trace>
  <inkml:trace contextRef="#ctx0" brushRef="#br0" timeOffset="16979.75">15194 1714 42 0,'0'0'304'0,"8"-5"-33"0,-2 4-27 0,-6 1-27 16,11-1-22-16,-11 1-22 0,15 2-15 0,-9 2-20 15,3 2-9-15,0-1-19 0,-1 6-7 16,-2 0-14-16,-1 0-7 0,-1 1-12 0,0 4-8 15,-3 1-12-15,-6 0-5 0,1-1 4 0,-2 0-8 16,-3 0-7-16,-1-2-3 0,-1 1-4 0,0-4 0 16,-2 1 1-16,-1 0-8 0,5-4 6 0,-1-3-5 0,1 2 3 0,4-4 1 15,-3 2 12-15,3-2 6 0,1-1 36 0,4-2 32 16,0 0 40-16,-10 5 42 0,10-5 1 0,0 0-22 16,0 0-16-16,0 0-17 0,14-20-16 0,0 7-14 15,-2 0-8-15,-1 0-21 0,7-8 3 0,2-1-10 16,-1 2-10-16,0-1-7 0,-4 4-6 0,-4 3-4 15,1 0-4 1,-1 0-1-16,-4 4-4 0,-1 1-6 0,-1 4-4 16,-1 0-5-16,1 1-3 0,0 0-2 0,-3 0-9 0,-2 4-13 15,6-3-26-15,-6 3-34 0,4-4-36 0,-4 4 10 16,0 0 5-16,1 12 9 0,-1-7 8 16,-1 7 11-16,-2 0 2 0,2 2 7 0,1 1 3 15,0 4 9-15,0-3 2 0,1 1-12 0,3-1-13 16,0-1-18-16,1-3-21 0,1 0-22 0,1-3-41 0,2-1-55 0,0-2-68 15,-3-1-260-15,7-2-588 0,-3-5 261 0</inkml:trace>
  <inkml:trace contextRef="#ctx0" brushRef="#br0" timeOffset="17496.07">15576 1650 36 0,'0'-4'341'0,"3"0"-20"0,-3 4-34 16,1-7-31-16,-1 4-24 0,0 3-31 0,0-4-20 0,0 4-30 15,0 0-12-15,0 0-17 0,0 0-7 0,11 13-14 16,-7-7-13-16,3 5-11 0,-1-2-11 0,1 2-13 31,-1-1-13-31,2 0-15 0,2 5-8 0,-5-7-10 16,5 2-5-16,-2-3-5 0,0 1-3 0,-3-6 1 0,1 3 2 16,-1-2 5-16,2-2-6 0,-2-2-1 0,-5 1 0 15,9-4 1-15,-3 0 9 0,-1-4-8 0,0 2 14 16,0-2-3-16,1 1 6 0,-3-5 9 0,5 2 7 15,-4-2 9-15,0 5 12 0,-2-5 9 0,1 5 14 16,1-2 1-16,-2 3 1 0,-2 3-2 0,4-3-10 16,-4 6-5-16,1-7-9 0,4 6-10 0,-5 1-19 0,0 0-7 15,5-4-6-15,-5 4-6 0,6 9-1 0,0 3-11 16,-3-2 6-16,0 10-1 0,5 4 7 0,-3 1-9 16,-5 3 5-16,4 1-4 0,-3 2 4 0,-6 0 7 15,1-1-8-15,-5 0-1 0,3-1 3 0,-2-4-5 16,-1 0 3-16,3-8-3 0,0-1-3 0,0-6 2 15,0 0-1-15,-2-3 1 16,1-4 9-16,0 1-3 0,-3-4 1 0,2 0 5 16,-2-2 21-16,1-3 9 0,-1-2 24 0,0-1 32 15,2-1-3-15,3-3-4 0,0-2-2 0,2-1-4 16,5-4-3-16,3-4-12 0,2-1-5 0,6-5 6 16,5 3-20-16,1 0-6 0,3 0-16 0,0 1-12 15,3 3 6-15,-2 1-5 0,-1 3-21 16,0 2-14-16,-4 5-20 0,-3 1-27 0,3 0-22 0,0 2-37 0,-6 4-39 15,4-4-50-15,-5 2-47 0,-2-2-311 0,0 2-626 16,0 3 277-16</inkml:trace>
  <inkml:trace contextRef="#ctx0" brushRef="#br0" timeOffset="17727.8">16082 1312 19 0,'7'11'171'0,"6"13"-19"0,-1 10-5 0,6 14-3 0,-3 8-1 15,2 26 3 1,-7-21-5-16,-1 25 0 0,-9-26-11 0,-5 0-10 16,-3-6-9-16,-7 0-11 0,-2-4-12 0,-4-3-5 15,-10-6-4-15,-5-1-7 0,-11-1-7 0,-3-2-9 16,-30 2-76-16,17-18-117 0,-37 2-189 0,1-11-352 15,2-13 156-15</inkml:trace>
  <inkml:trace contextRef="#ctx0" brushRef="#br0" timeOffset="80904.72">1754 4092 22 0,'0'0'198'0,"2"-7"-3"15,-2 3-10-15,0 4-6 0,3-5-1 0,-3 2-5 32,0 3-6-32,3-6-7 0,-2 2-8 0,-1 4-10 0,0-6 1 15,3 3-11-15,-3 3-9 0,0 0-10 0,0-5-10 16,0 5-10-16,0 0-9 0,0 0-11 0,0 0-11 0,0 0-27 16,0 0-35-16,0 0-22 0,0 0-4 0,0 0 5 15,-3 15-1-15,3-4 3 0,-1 6 3 0,-2 8 6 16,0 1-4-16,0 3 0 0,-3 0 2 15,2 5 7-15,-3-3-4 0,2-1 4 0,-3-2-1 16,3 0 4-16,-1-1-1 0,3-1 17 0,1-11-2 0,-2 2-1 0,1-1 0 16,2-6 4-16,-3 0 0 0,4-5 18 0,-1 1 25 15,-2-1 32-15,3-2 39 0,0-3 48 0,-1 7 35 16,1-7 30-16,0 0-17 0,0 0-29 0,-4-14-15 16,4 4-19-16,0-2-25 0,0-5-13 0,1-7-24 15,2-4-26-15,2-2-6 0,3-2-20 0,-3-5-9 16,5-8-4-1,-2 9-5-15,1-11 0 0,-4 19-5 0,-1 0-4 16,2 1 5-16,-2 9 0 0,-2 2 14 0,1-1 6 0,-3 6 8 16,4 2 1-16,-4 4-7 0,3-3-2 0,-2 3-7 15,0 1-6-15,-1 0-10 0,1 1 0 0,-1 3-6 16,2-5-11-16,-2 5-13 0,1-4-13 16,-1 4-18-16,9 2 18 0,-2 0 2 0,2 1 0 15,9 5 0-15,3-2 2 0,6 3 1 0,2-1-24 0,3-1 8 0,-4 1-6 16,3-2-14-16,-3 2-16 0,-8-3-17 0,2-1-15 15,-3 2-17-15,-1-3-18 0,-5 1-23 0,2 0-20 16,-5-1-17-16,-2 0-21 0,-3-1-3 0,0 0-7 16,-1-1-28-16,-4-1-51 0,0 0-185 0,-5 6-529 15,1-2 234-15</inkml:trace>
  <inkml:trace contextRef="#ctx0" brushRef="#br0" timeOffset="81311.45">1769 4518 27 0,'-6'-1'246'0,"6"1"0"0,0 0-5 0,-9-1-12 0,9 1-4 16,-4 2-12-16,4-2-12 0,0 0-15 15,0 0-13-15,0 0-12 0,0 0-9 0,0 0-18 16,0 0-14-16,0 0-23 0,17-7-1 0,1 2-9 16,8 0-6-16,2-1-22 0,3-1 9 0,-1 1-6 15,0-1-10-15,1 2-3 0,-3 1-6 0,-6-1-2 16,-3 1-2-16,-2-1-8 15,-5 2-1-15,0 0-1 0,-1 3-13 0,-3-3 9 16,-2 3-5-16,1-1-2 0,-2 0 1 0,-5 1-2 16,10-1-5-16,-10 1-9 0,0 0-9 0,0 0-5 15,4-1-10-15,-4 1-19 0,0 0-14 0,0 0-17 16,0 0-18-16,-22 3-22 0,15-2-26 0,7-1-33 16,-13 3-64-16,5-3-200 0,8 0-471 15,-11-3 209-15</inkml:trace>
  <inkml:trace contextRef="#ctx0" brushRef="#br0" timeOffset="81712.78">1854 4324 64 0,'0'0'191'0,"0"0"-13"15,-7 0-7-15,7 0-11 0,0 0-2 0,0 0-11 0,-5 1-2 16,5-1 0-16,0 0-5 0,0 0-3 0,0 0-8 16,0 0-9-16,0 0-10 0,0 0-10 0,0 0-3 15,0 0 0-15,0 0 1 0,28-4-5 0,-11 3-8 16,6-3-5-16,0 4-10 0,5-5-6 0,0 1-7 15,-7 1-4-15,-2 0-6 0,-1 2-11 0,-1-3 4 16,-4 3 0-16,0-1-12 0,-3 1 22 0,-2 0-2 0,-2 0 0 0,-6 1-4 31,9-1 1-31,-9 1-4 0,8-1-8 0,-8 1-4 16,5-2-1-16,-5 2-4 0,5-1-12 0,-5 1-22 16,0 0-16-16,0 0-22 0,5-1-25 0,-5 1-23 0,0 0-17 0,0 0-11 0,0 0-22 0,0 0-41 15,0 7-72-15,0-7-141 0,0 0-434 0,0 0 192 16</inkml:trace>
  <inkml:trace contextRef="#ctx0" brushRef="#br0" timeOffset="82013.37">2601 4238 270 0,'0'0'383'15,"3"-3"-19"-15,-3 3-12 0,1-4-42 0,-1 4 1 16,0 0-33-16,4-3-33 0,-4 3-24 0,0 0-24 16,0 0-21-16,0 0-60 0,0 0-8 0,0 0-28 15,0 0-11-15,0 0-3 0,-4 11-8 0,0-5-13 16,-3 4-2 0,-1-1 1-16,0 4-2 0,-1 0-7 0,-2 0 2 15,-2 1-3-15,-1 2-5 0,1-2-3 0,1 1-4 0,1-3-3 16,0 2-14-16,2-5-13 0,-2 0-18 0,4-1-21 15,-1 1-20-15,1 0-17 0,-1-4-29 0,1 3-16 16,1-4-18-16,3-3-2 0,3-1-48 0,-8 6-69 16,8-6-193-16,0 0-497 0,-6-10 220 0</inkml:trace>
  <inkml:trace contextRef="#ctx0" brushRef="#br0" timeOffset="82329.61">2453 4260 72 0,'0'-10'351'0,"-1"4"3"0,1 0 11 16,-2 1 10-16,2-2-23 0,-1 4-22 0,1-2-29 15,0 5-45-15,1-5-14 0,-1 5-33 0,0 0-24 16,2-4-19 0,-2 4-31-16,0 0-2 0,0 0-21 0,7 9-15 15,0-2-13-15,2 3-2 0,1 1-10 0,1 4-15 16,2 1-3-16,0 0-1 0,3 4-5 0,-4-3-6 0,1 0-5 0,1-1 2 0,-4-1-6 16,4-1-8-16,-5-1 1 0,0-1-3 0,0-5 5 15,-4 1-10-15,4-1-2 0,-5-1 2 0,1-2-2 16,-2 1 7-16,0-2-6 0,-3-3 2 15,7 4 7-15,-5-2 23 0,-2-2 19 0,4 3 9 16,-4-3 8-16,1 2 8 0,-1-2-2 0,0 0 0 16,0 0-6-16,3 5-7 0,-3-5-11 0,0 0-7 15,0 0-4-15,0 0-11 0,0 0-29 0,0 0-23 16,0 0-25-16,0 0-29 0,5-10-37 0,-4 8-33 16,-1 2-57-16,3-5-35 0,-3 5-44 0,0 0-46 15,6-7-69-15,-4 3-310 0,-2 4-750 0,7-5 333 0</inkml:trace>
  <inkml:trace contextRef="#ctx0" brushRef="#br0" timeOffset="83263.88">3062 4299 306 0,'0'-3'358'16,"-1"-1"-14"-16,2 1-26 0,-1 3-3 0,-2-7-19 15,1 4-28-15,1 3-36 0,-3-5-24 16,3 5-20-16,0 0-20 0,-6-1-17 16,6 1-15-16,0 0-19 0,-17 6-16 0,8-3-7 0,-5 5-10 15,0 1-4-15,0 0-12 0,1 3-4 0,-3 1-13 0,1 0-9 0,0 0 7 16,2-1-2-16,1 5-13 0,0-2 5 0,3-1-16 16,3-4 0-16,0-2-17 0,0-1-8 0,2-3 0 15,2 3-3-15,1-3-1 0,-2 0 12 0,3-4 13 16,-4 5 9-16,4-5 29 0,0 0 29 0,0 0 11 15,0 0-7-15,0 0 0 0,21-10-3 0,-9 3-2 16,1-2-12-16,1-1-7 16,0 0 0-16,2-2-9 0,-1 4-3 0,-4-4-4 15,1 5-9-15,-3 1-1 0,-3-1-5 0,3 2-5 16,-4-1-4-16,-1 4-4 0,3-2-5 0,-5 3-10 16,2-2 3-16,0 1-4 0,-4 2-13 15,0 0-9-15,0 0 1 0,0 0 0 0,19 6-3 0,-11-2-12 16,1 0-1-16,0 3 6 0,0-2-10 0,2 3-5 15,3 1-13-15,3-2-4 0,-3 3-5 0,4-5 7 0,-7-2-2 16,8 2 1-16,-2-1-5 0,1-3-2 0,-5 0 15 16,3-2-4-16,-3-1 3 0,1-2 11 0,-1-2 3 15,-1 0 15-15,-1-2 25 0,-1-1 21 0,0 1 23 16,-2-1 10-16,0 0 19 0,-2-1 19 0,0 3 10 16,1-3 9-16,-3 5-3 0,-2-1 11 0,2 0-3 15,-1 1-3-15,0 3-11 0,-1-2-12 0,-1 0-16 0,-1 4-15 0,5-4-6 16,-5 4-22-16,5-3-35 0,-5 3-31 0,0 0-27 15,0 0 5-15,0 0 11 0,0 12-5 0,0-7 7 16,0 6 3-16,0-1-5 0,0 3 18 0,-3-1-1 16,2 4 5-16,1 0-10 0,-1-4-6 0,0-1 2 15,-2 0 3-15,3-2-2 0,-1-2 8 0,1-2-1 16,0 1 4-16,0-1 0 16,0-5 34-16,0 0 29 0,-1 6 32 0,1-6 36 15,0 0 15-15,0 0-10 0,0 0-14 0,0 0-8 0,12-14-7 16,-6 6-13-16,0-1-8 0,0 1-9 0,3-3-2 15,3 0-14-15,-6 1 2 0,3 1-6 0,0-3-3 16,-4 8-4-16,-1-2-4 0,0-1-3 0,1 4-3 16,0-1-5-16,-1 2-9 0,-3-2-22 0,-1 4-25 15,4-6-34-15,-4 6-10 0,6 0 3 0,-6 0 7 16,7 10 5-16,-3-6 2 0,1 1-3 0,-2 2-4 16,0 0 3-16,1 3 4 0,1-2-2 0,-1 0 3 15,0 0 7-15,-2-4 6 0,3 2 5 0,-3-1 10 16,0-1-2-16,-2-4 17 0,3 4 8 0,-3-4 19 0,2 5 29 15,-2-5 15-15,5-1-9 0,-5 1-1 16,8-7-1-16,-2 3-8 16,2-3 0-16,-1 1-4 0,0-2-3 0,2 0-7 15,0 0-1-15,-2-2 0 0,-1 3 2 16,4-1-5-16,-4 2-1 0,1 1-5 0,-2-1 3 0,-1 1-6 0,2 3 0 16,-2 0-1-16,1-3-22 0,-1 5 4 15,4 0-9-15,-8 0-16 0,15 3-8 16,-6-1-14-16,0 1-9 0,1-2-16 0,3 3-21 0,-1 3-26 15,0-2-18-15,0-1-29 0,-1 4-17 0,6-2-11 0,-5-3-3 16,0 1-7-16,-2-1-23 0,3-2-23 0,-4 0-30 16,0-3-207-16,1-1-548 0,-6-1 243 0</inkml:trace>
  <inkml:trace contextRef="#ctx0" brushRef="#br0" timeOffset="83516">3897 4349 1321 0,'6'-10'-2'0,"-6"1"40"16,3-4 46-16,-2 2 26 0,-1-6 30 0,0 0 18 0,0 0 24 16,0-3 11-16,3 2 4 0,-2-2-12 0,3 1 21 15,-3 0 9-15,3 3-2 0,-4 5-4 0,3 0-9 0,-1 1-6 16,-2 4-15-16,0-1-18 0,3 2-17 0,-2 0-20 15,-1 5-23-15,0-5-44 0,0 5-39 32,0 0 0-32,0 0-6 0,9 15 4 0,-8-2-3 15,-1 5 1-15,0 7-4 0,0 4-3 0,-3 4-21 0,-4-1 24 16,3 2-4-16,2 0 2 0,-1 0 3 0,-1-1 1 16,1-3-2-16,0 0-2 0,0-2 2 0,-1 0-5 0,4-10 7 15,-1-2 2-15,1-4-7 0,0-2 1 0,-2-4 2 16,2 0-1-16,-3 0 7 0,3-6 1 0,0 7 6 15,0-7 3-15,0 0 2 0,0 7-12 0,0-7-52 16,0 0-53-16,0 0-49 0,6-20-53 0,-2 9-51 16,2-4-71-16,1-2-77 0,-2 0-205 0,5-1-646 15,-1 2 286-15</inkml:trace>
  <inkml:trace contextRef="#ctx0" brushRef="#br0" timeOffset="84032.79">3979 4349 58 0,'1'-11'226'16,"-1"3"22"-16,0-1 2 0,1 1 12 0,-1 2 2 15,-1-1-2-15,1 3 1 0,0 4-2 0,-1-8-21 16,1 8-24-16,0-8-4 0,0 8-34 15,-3-3-27-15,3 3-10 0,0 0-37 0,0 0 5 0,0 0-11 16,14-2-5-16,-14 2-13 16,17 7-9-16,-7-1-11 0,3-1-11 15,-2 1-6-15,2 1-1 0,-4-2-11 0,1 2-25 16,3 0 19-16,-7 0-6 0,2-1-10 0,-3 1-9 16,-1-2-17-16,1 0 12 0,-5 1-1 0,0-1-2 15,0-5 1-15,-10 10 0 0,2-3 2 0,-2-2 12 0,-4 0-9 16,-1 2-1-16,-5-2 3 0,1-2 0 0,-1 1-1 15,-1 1 2-15,4-4-1 0,-1 1 5 0,1-2-5 0,8 1 4 16,0-1-3-16,-1 1-14 0,10-1 27 0,-10 0-2 16,10 0-8-16,0 0-28 0,0 0-20 0,0 0-2 15,23-15-7-15,-4 10-8 0,9-3-12 0,3-1-8 16,-2 0-7-16,3-3 0 0,0 0 5 0,1 1 2 16,-1-2 10-16,4-4 6 0,-4 2 6 0,-2-1 4 15,-3-1 13 1,0-1 21-16,-9 1 36 0,-3 2 36 0,-3 1 26 15,-3-2 22-15,-3 0 30 0,2 2 9 0,-4 3 3 16,-3-1 20-16,4 0-7 0,-4 3-5 0,-1 0-7 16,0 2-5-16,0 2-13 0,0 0-6 0,0-1-19 15,2 3-8-15,-2 3-11 0,0-6-20 0,0 6-26 16,0 0-24-16,0 0 0 0,0 0-2 0,0 0-10 16,-8 21 2-16,7-5 6 0,-3 2-2 0,-1 5-2 0,1 5-4 0,-1 0 10 15,1 1-7-15,4-3 5 0,-4-1-2 0,4-6 2 16,0 0 3-16,0-2-22 0,0 0 14 0,0-4 8 15,3-4-3-15,-3 1 4 0,1-3-24 0,-1 0-10 16,0-2-7-16,0-5-7 0,0 6-11 0,3-3-13 16,-3-3-34-16,1 6-1 0,-1-6-25 0,0 0-69 15,0 0-67-15,10 1-90 0,-10-1-279 0,12-4-680 0,-3-1 301 16</inkml:trace>
  <inkml:trace contextRef="#ctx0" brushRef="#br0" timeOffset="84464.95">4458 4389 35 0,'0'0'228'16,"0"0"1"-16,0 0 0 16,0 0 6-16,0 0 6 0,0 0-1 0,0 0-7 15,0 0-9-15,0 0-8 0,0 0-11 0,4-5-23 16,-4 5-18-16,13-5-13 0,-1 2-15 0,1-2-17 16,6 2-26-16,-2-2 3 0,2-2-1 0,0 0-14 15,-1 0-5-15,1-2-10 0,0 0-2 0,-1-2-14 16,-1 2 6-16,-3 0-4 0,-4 2 5 0,2-2-2 15,-5 2 15-15,2-1 15 0,-1 1 8 0,-6 2-7 0,1-1-10 0,-2 1-7 16,-2-1-15-16,1 6 0 0,-8-7-13 0,-3 5-10 16,-1 1 4-16,-5 0-6 0,-2 3 0 15,0 0-16-15,0 5 4 0,3-3-11 0,-3 5 10 0,3 0-13 16,-3 1-16-16,9 1 21 0,-3-1-5 16,8-2 0-16,0 5 5 0,2-2-18 0,3 2 20 15,4-1 6-15,5 0-5 16,5 2 0-16,0-2 3 0,4-6-1 0,9 5 9 15,1-3-8-15,0 1-1 0,5-4 11 0,-2-2 11 16,-12 0 9-16,4-1 19 0,-1-2 19 0,-5 2 25 16,-4-2 18-16,-5 0 19 0,1 2 14 0,-9-2-1 15,12-2-7-15,-12 2 2 0,7 0-10 0,-7 0-14 16,0 0-15-16,0 0-11 0,0 0-19 0,0 0-19 16,0 0-27-16,0 0-41 0,0 0-50 0,0 0-64 0,9-2-116 0,-9 2-96 15,0 0-81-15,0 0-106 0,0 0-330 0,0 0-917 16,-33-6 405-16</inkml:trace>
  <inkml:trace contextRef="#ctx0" brushRef="#br0" timeOffset="85267.01">2012 4805 135 0,'0'0'179'15,"0"0"-8"-15,0 0-15 0,0 0 8 0,0 0-7 16,0 0-13-16,0 0-6 0,0 0-10 0,0 0-6 16,-8-1-7-16,8 1-8 0,0 0-5 0,0 0-6 0,0 0-11 0,0 0-9 15,0 0-7-15,0 0-6 0,0 0-11 0,0 0-4 16,0 0-7-16,0 0 3 0,0 0-9 0,0 0-2 15,0 0-6-15,0 0-5 0,0 0 0 0,0 0-4 16,0 0-1-16,0 0-2 0,0 0 0 0,0 0-1 16,0 0 0-16,21 5 5 0,-11-5 3 0,8 0 5 15,3-2 2 1,10-1 12-16,22 3-7 0,-1-7 4 0,11 5 4 16,30-5-5-16,0 2-1 0,3-3-4 0,9 4-4 0,5-4 1 15,1 2-1-15,1-1-3 0,1 0 1 0,-1-2-1 16,3-3-3-16,4 1-2 0,-5 2 5 0,-8-4-10 15,-8 5 6-15,-8-5 8 0,-26 6 7 0,-2-2 3 16,1 2 7-16,-4-1-2 0,-6 1 0 0,-15 2 3 16,-4 1 8-16,-1-1 4 0,-14 0 5 0,-1 2 12 0,-5 2 14 15,1-3 27-15,-5 3 6 0,0-2-4 0,-3 3-3 16,-6 0-11-16,12-3-6 0,-12 3-15 0,5-1-8 16,-5 1-4-16,0 0-12 0,9-2-8 0,-9 2-4 15,0 0-8-15,0 0-2 0,0 0-4 0,0 0-2 16,11 0-9-16,-11 0-18 0,0 0-11 0,0 0-22 15,0 0-16-15,0 0-25 0,0 0-15 0,0 0-21 0,0 0-45 16,9-1-47-16,-9 1-34 0,11-3-44 0,-4-1-65 16,0 1-258-16,2 0-649 0,-2-2 287 0</inkml:trace>
  <inkml:trace contextRef="#ctx0" brushRef="#br0" timeOffset="85668.01">5153 4205 3 0,'-9'-4'479'0,"9"4"-2"0,0 0-14 0,0 0-8 0,0 0-26 16,-2-2-24-16,2 2-33 0,0 0-38 16,0 0-33-16,0 0-30 0,0 0-29 0,0 0-36 0,0 0-57 0,0 0-64 0,0 0-73 15,0 0-86-15,0 0-70 0,0 0-56 16,0 0-47-16,20 10-63 0,-16-6-308 0,1 1-670 16,1 2 296-16</inkml:trace>
  <inkml:trace contextRef="#ctx0" brushRef="#br0" timeOffset="85836.8">5234 4424 59 0,'0'5'230'0,"-3"-2"27"0,3-3 30 0,0 7 28 0,0-7 33 16,0 0 18-16,0 0 2 0,0 0-11 0,0 6-15 15,0-6-22-15,0 0-30 0,0 0-31 0,0 0-28 16,0 0-24-16,0 0-38 0,0 0-59 0,0 0-86 16,4 5-103-16,-4-5-110 0,0 0-115 15,0 0-358-15,27-4-716 16,-16 0 317-16</inkml:trace>
  <inkml:trace contextRef="#ctx0" brushRef="#br0" timeOffset="86100.02">5685 4338 61 0,'0'0'288'0,"1"-4"-10"0,-1 4-12 0,0 0-16 15,0 0-36-15,0 0-20 0,10 0-20 0,-10 0-19 0,18 3-21 16,-4-3-53-16,3 0-82 0,3-2-120 15,0 1-209-15,1-1-356 0,-2-5 159 0</inkml:trace>
  <inkml:trace contextRef="#ctx0" brushRef="#br0" timeOffset="87269.64">7189 3830 163 0,'0'0'243'0,"5"-2"-2"0,-5 2-5 16,4-4-12-16,-4 4-8 0,2-2-16 0,-2 2-11 16,0 0-19-16,0 0-19 0,4-2-9 0,-4 2-14 0,0 0-16 15,0 0-19-15,0 0-5 0,0 0-23 0,0 0-5 16,0 0-6-16,-22 7-9 0,7-2 0 0,-7 4-6 15,4-1 0-15,-9 5-6 0,1-5-5 0,-1 2-2 0,0 3-1 16,1-1-4-16,8-3 0 0,-2 2-5 16,2-3-4-16,-1 1-1 0,1 1 1 0,5-1-1 15,3-3-6-15,-1 2 4 16,4-1-6-16,-1 2 4 0,3-1-3 0,0 1-1 16,4-1 2-16,1 1-1 0,1-2 4 0,6 3 0 15,2-1 0-15,2 2-5 0,12 3 6 0,1 1-4 16,6-3 3-16,-3 2-1 0,1-1-3 0,-3-1 1 15,0 2 2-15,-6-4-1 0,-3 2-6 0,1-5 3 16,-7 3 0-16,-1-3-18 0,0 2-1 0,-4-2-5 16,-1-2 0-16,-1-1 4 0,-6 3 3 0,-2-3-1 0,-8 1-1 0,-5 4 6 15,-9-4 4-15,-2 2 0 0,-4 1-1 0,1-3 5 16,1-2-1-16,-1-1 1 0,2 0 4 0,0 0-3 16,-2-2 2-16,4 3-2 0,9-2 3 0,7-1 1 15,2 1-4-15,0-1 3 0,5 0 6 0,-2 0 4 16,7 0 7-16,-10-1-4 0,10 1-1 0,0 0-10 15,0 0-15 1,0 0-10-16,36-5-28 0,-15 2-32 0,12 0-33 16,1-1-34-16,2 1-34 0,1 1-47 0,-5-2-164 15,6 1-426-15,2 1 189 0</inkml:trace>
  <inkml:trace contextRef="#ctx0" brushRef="#br0" timeOffset="87654.14">7700 4149 154 0,'0'0'243'0,"-3"-9"-21"16,-4 6-11-16,3-2-17 0,0 2-10 0,-4 1-10 15,0 0-17-15,0 2-10 0,-1-2-16 0,-4 1-11 16,-1 3-14-16,2-1-12 0,-3 2-6 0,-2 1-10 16,-2 1-7-16,1 0-9 0,2 2-7 0,-1 0-6 0,2 0-5 0,-1 2-4 15,6-1-6-15,0-3-3 0,1 5-1 16,1-4-6-1,3 2-2-15,-1 0-1 0,2 0 3 0,0 2-5 0,2-3 3 16,2-1-1-16,2 1-1 0,3-1 5 0,2-1 4 16,2 1-4-16,3-1 4 0,1 0 4 0,6-2-5 15,-1-2 5-15,3-1 0 0,0 0-1 0,-3-2 13 16,3 0 6-16,-6-1 19 0,3-2 20 0,-3-2 7 16,-3 1 13-16,-2-2-14 0,-2 0-2 0,1-2 5 15,-4 1-4-15,0 1-14 0,-1-3-4 0,-3 0-9 16,0 0-12-16,1 4-5 0,-5-5-20 0,-1 3-15 15,-1 1-14-15,-1 0-8 0,-5 1-31 0,4 3-19 16,0 1-22-16,-3-2-35 0,3 4-38 0,0 1-30 16,1 0-40-16,6 0-36 0,-9 2-62 0,4-1-177 15,5-1-535-15,0 8 237 0</inkml:trace>
  <inkml:trace contextRef="#ctx0" brushRef="#br0" timeOffset="88117.92">7857 4257 19 0,'0'0'276'0,"-1"4"-11"0,1-4-9 0,0 0-3 16,0 0-8-16,0 0-5 0,0 0-12 0,0 0-11 16,0 0-15-16,0 0-6 0,0 0-7 0,0 0-27 0,0 0-11 15,15-6-17-15,-8 1-6 0,4-1-15 0,0 0-8 16,5-2-15-16,-1-1-11 0,2-3-6 15,-2-1-8-15,-1 0-8 0,5-7-3 0,3-1 6 0,-3 0-6 0,-2-2-21 0,2-1 1 0,-4 0-3 16,2-4 3-16,-3 5 9 0,0-1 12 0,-4 4-4 16,-1-5 9-16,-4 7 6 0,-1-1-3 0,-1 4 1 15,-3-4 1-15,-2 1-10 0,1 1-2 0,-3 6-5 16,-1 3-8-16,-1-3-6 0,-3 2-6 0,1 2-8 16,-3 0-3-16,0 4-5 0,-2 2-5 0,-4 2 0 15,0 4-4-15,-1 0-5 0,-1 6 4 0,-3 5-2 16,-1 3-3-16,2 3 1 0,0 0-4 0,4 7 6 15,2-2-1-15,4 2 0 0,4-4-4 0,2 1 13 16,4 0 0-16,5 0-11 0,0-7 0 0,2-1 3 16,4-1 0-16,3-2-3 0,1-1 3 0,3-2 0 15,-1 0 3-15,2-3 5 0,0-1 0 0,-4-3-1 16,4-1 6-16,-5 2 0 16,-4-5 2-16,-1 0 18 0,-2 1 7 0,-1-1 2 15,-1 0 1-15,1-1-6 0,-5 0-18 0,10 0-47 16,-10 0-33-16,5-2-27 0,-4-1-50 0,-1 3-55 15,-1-7-70-15,1 7-70 0,-3-6-334 0,0 3-722 16,-1 1 319-16</inkml:trace>
  <inkml:trace contextRef="#ctx0" brushRef="#br0" timeOffset="88487">8222 4141 240 0,'4'-2'358'0,"0"-3"10"0,1 3 5 0,-2-1 20 15,-2 1-11-15,-1 2-18 0,5-4-21 0,-5 4-36 16,5-2-31-16,-5 2-32 16,4-3-26-16,-4 3-27 0,0 0-24 0,0 0-22 15,0 0-12-15,0 0-18 0,5 7-11 0,-1-2-11 16,2 2-10-16,-3-1-12 0,3 2 1 0,-2 4-8 16,0-4-11-16,1 4-5 0,-4 0-11 0,1 0-11 15,3-1-1-15,1 1-2 0,-3-1-4 0,0-2 2 16,1 1-2-16,-4-3 0 0,2-2-4 15,0 0 6-15,-1 0-4 0,2-2 6 0,-3 1 10 0,0-4 50 0,1 3 55 16,-1-3 49-16,4 3 36 0,-4-3 34 0,0 0 5 0,0 0-21 16,9-9-31-16,-5 5-20 0,1-4-20 0,3-2-15 15,-1-4-17-15,5-1-12 0,-2-2-17 0,9-5-21 16,-6 0-17-16,1 5-31 0,-4 2-40 0,2 1 0 16,-6 4 0-16,2-1 0 0,-3 2 0 0,0 2 0 15,-1 1-31-15,3 0-119 0,-1 2-52 0,0 2-67 0,-1 0-53 16,2-1-51-16,1 3-40 0,3 3-52 0,-1 0-67 15,1 0-374-15,1 3-981 0,-2-1 434 0</inkml:trace>
  <inkml:trace contextRef="#ctx0" brushRef="#br0" timeOffset="88918.77">8704 4243 259 0,'-1'3'278'16,"1"-3"1"-16,0 0 4 0,1 6 5 0,-1-6 8 15,0 0-11-15,0 0-8 0,0 0-16 0,3 3-11 16,-3-3-23-16,0 0-17 0,0 0-23 0,12-3-22 16,-1 1-14-16,1-3-16 0,1 1-13 0,6-2-17 15,0-2-6-15,7-1-10 0,-3-4-10 0,-1 4-9 0,5-4-15 0,-4-3-11 16,-2-1-15-16,1-1-7 0,0 0 1 0,-5 0 1 16,-5 5-4-16,-3-2-6 0,-2 4 14 0,-1 1 10 15,-1 0-3-15,-2 1-1 0,-3 1-4 0,0 1-7 16,-2 2-6-16,-4 0-7 0,-3 1-5 15,-3 1 0-15,-5 2-2 0,-3 5 6 0,-1-3-11 0,-1 6 0 16,-2 2-4 0,6 0 5-16,-4 5-5 0,8-1-2 0,-3 3 2 15,2 4-4-15,4-2 3 0,4-1 0 0,1 0 9 16,3-1-2-16,3-4-3 0,5 5 21 0,3-1 5 16,2-3-9-16,4-1 6 0,10 1 2 0,-3-2 11 15,5-4 6-15,0 2 11 0,4-4 3 0,-10-2 8 16,0 1 5-16,-3-2 12 0,-4 0 18 0,-1-2 17 15,-5 2 19-15,1-2 15 0,-3 1 13 0,-5-1 4 0,10 0-5 0,-10 0-15 16,8 0-3-16,-8 0-21 0,0 0-14 0,0 0-19 16,5 0-40-16,-5 0-42 0,0 0-60 0,0 0-71 15,5 1-83-15,-5-1-101 0,0 0-264 0,0 0-365 16,0 0-1016-16,-5-13 449 0</inkml:trace>
  <inkml:trace contextRef="#ctx0" brushRef="#br0" timeOffset="93167.54">11062 3704 5 0,'-3'-5'260'16,"3"5"-5"-16,0-4-6 0,3 0-16 15,-3 4-18-15,0-4-22 0,0 4-19 0,0 0-20 16,-3-6-23-16,3 6-27 0,0 0-33 0,0 0-13 0,0 0-7 0,-1 14-5 0,1 3-7 15,-4 1-2-15,0 12-3 0,3 4-1 16,-4 13-2-16,-3 4-2 0,-1 2-2 0,4 1-3 16,-3 3 0-16,3-4-4 0,-1 0 3 0,2-6-4 15,2-12-1-15,0-1-2 0,1-3 4 0,-2-3-6 16,2-1-2-16,1-7 3 0,-2-4-4 0,2-2 2 0,0-1 2 16,0-4 5-1,0 4 2-15,0-8-3 0,-2 2-3 0,2-2 2 16,0-3 15-16,0 3 8 0,0-5 8 0,-1 5 7 15,1-5-1-15,0 5 0 0,0-5-4 0,-1 2-3 16,1-2-6-16,0 0-3 0,-2 4-5 0,2-4-1 0,0 0-1 16,0 0-7-16,0 0-13 0,0 0-8 0,0 0-22 15,0 0-19-15,0 0-61 0,0 0-79 0,0 0-89 16,0-16-198-16,2 6-502 0,2-3 222 0</inkml:trace>
  <inkml:trace contextRef="#ctx0" brushRef="#br0" timeOffset="93468.03">11086 4045 148 0,'0'-7'298'0,"0"2"-7"0,0 2-5 15,0 1-34-15,0-5-24 0,0 7-25 0,0-4-25 16,0 4-19-16,5-1-17 0,-5 1-13 0,13 0-19 0,-3 2-11 16,4 2-7-16,5 4-16 0,8 0-4 15,-1 4-11-15,-1-2-2 0,2 3-10 0,-4-1-5 16,-5-1-7-16,0 0-7 0,-4 0 6 0,0 0-13 15,-5-6-3-15,-1 4-16 16,-5-1-3-16,0-1 0 0,-4-2 1 0,-3 3 7 16,-4 1-4-16,-7-4-1 0,-7 5 1 0,-5-4-4 15,-1 5 1-15,-4-5-1 0,4 1 2 0,-3-1 1 16,2-2 1-16,7-1-2 0,-1 1 2 0,4-2-1 16,5 0-2-16,1 2 1 0,3-4 1 0,0 3-17 15,2-3-30-15,3 2-28 0,5-2-19 0,-4 0-31 16,4 0-59-16,0 0-266 0,36-7-482 0,-12 0 213 0</inkml:trace>
  <inkml:trace contextRef="#ctx0" brushRef="#br0" timeOffset="94268.62">11800 4183 153 0,'-10'1'229'0,"10"-1"-12"0,-8 1-26 0,8-1-11 15,0 0-24-15,-5 2-14 0,5-2-13 0,0 0-11 16,0 0-12-16,0 0-12 0,0 0-4 0,0 0-9 0,0 0-3 0,-6 0-5 16,6 0-2-16,0 0 6 0,0 0 1 0,0 0 5 15,0 0 2-15,0 0-2 0,0 0 4 0,0 0-8 16,0 0 2-16,0 0 0 0,0 0-3 15,0 0-3-15,0 0-4 0,0 0-4 0,0 0 2 0,0 0-1 16,0 0-5-16,0 0-4 0,0 0-5 0,0 0 1 16,0 0 0-16,0 0-1 0,0 0 5 0,0 0 1 0,0 0 5 15,0 0-3-15,0 0-3 0,0 0 15 0,0 0-10 16,0 0-6-16,0 0-2 0,0 0-6 0,0 0 1 16,0 0-11-16,0 0-1 0,0 0-4 0,0 0-4 15,0 0 9-15,0 0-18 0,0 0 8 0,0 0-9 16,0 0-5-16,0 0 2 0,0 0-11 0,0 0 3 15,0 0 7-15,0 0 0 16,0 0-11-16,0 0-2 0,0 0 2 0,0 0 15 16,0 0-9-16,0 0-7 0,0 0 4 0,0 0-7 15,0 0-4-15,0 0 7 0,0 0 0 0,0 0-1 16,0 0 0-16,0 0 0 0,0 0 0 0,0 0-4 16,0 0 7-16,0 0-5 0,0 0 3 0,0 0-9 15,0 0 4-15,0 0 1 0,0 0-8 0,0 0 6 16,0 0 4-16,0 0 8 0,0 0-12 0,0 0 13 0,0 0-13 0,0 0 4 15,0 0-1-15,0 0 9 0,0 0 0 0,0 0-12 16,0 0 0-16,0 0-4 0,0 0-3 0,0 0 7 16,0 0-4-16,0 0 5 0,0 0-4 0,0 0-1 15,0 0 4-15,0 0 4 0,0 0-3 16,0 0 10-16,0 0-5 0,0 0-9 0,0 0 3 0,0 0 1 16,0 0-8-1,0 0 10-15,0 0-5 0,0 0 1 0,0 0-4 16,0 0 1-16,0 0 4 0,0 0-3 0,0 0 4 15,0 0-3-15,0 0 4 0,0 0-3 0,0 0 6 16,0 0-6-16,0 0 2 0,0 0 0 0,0 0 1 0,0 0-7 16,0 0 4-16,14-5-2 0,0 1 7 0,4 0-3 15,4 0 0-15,8 0-11 0,5 1 11 16,-2-3 3-16,3 2-4 0,5 0 2 0,7-6-2 0,3 5 2 0,-11 1-11 16,-2-1 5-16,-3 1 0 0,-3-4-9 0,-4 5-4 15,-9 0 6-15,-1 1-3 0,-8 0-1 0,0-1 1 16,-2 2-5-16,-3-2-3 0,-1 1-32 0,1 0-35 15,-5 2-21-15,-5-7-18 0,1 6-14 0,-2 0-11 16,-7-3-10-16,0 2-20 0,0 2-10 0,-1-1-39 16,-2-2-24-16,-2 1-214 0,0-1-510 0,5 3 226 0</inkml:trace>
  <inkml:trace contextRef="#ctx0" brushRef="#br0" timeOffset="94484.51">12076 3996 293 0,'-2'-7'340'0,"0"0"-5"0,2 2 3 0,-1-1 11 16,1-2 10-16,-3 4-8 0,2 0-22 0,1-1-32 15,-3 3-30-15,3 2-29 0,-2-5-30 0,2 5-26 16,0 0-26-16,0 0-48 0,0 0-10 0,-4 10-13 16,3 3-3-16,-1 5-3 0,-2 11-11 0,1 4-4 0,-1 2-7 15,3 1-4-15,0 0-33 0,1-4-47 0,1 6-59 16,0-5-52-16,-1-3-60 0,2 0-60 0,1 1-75 0,0-7-287 15,0-7-670-15,-1-8 296 0</inkml:trace>
  <inkml:trace contextRef="#ctx0" brushRef="#br0" timeOffset="98161.43">12716 3788 42 0,'0'0'171'0,"0"-6"-6"0,0 6-4 0,0 0 0 15,0 0-7-15,0 0-4 0,-1-4-3 0,1 4-10 16,0 0-8-16,0 0-6 0,0 0-14 0,0 0-8 15,0 0-10-15,3-3-12 0,-3 3-6 0,11-1-8 16,-2-2-5-16,4 3-8 0,-3-3-3 0,8 6-4 16,1-1-5-16,-6 0-3 0,6 3-8 0,3 0 0 15,0 1-6-15,-3 1 1 0,0 2-7 0,0 0-3 0,-2 3-3 16,-4 0-22-16,-1 1 0 0,-2 0-5 0,-2-1 8 0,-4 3-9 16,-3-2 1-16,-2 4 0 0,-7-2 2 15,-1 0 3-15,-5-2-1 0,0 1-2 0,-4 1 1 16,-1-6 4-16,1 3 3 0,-1 0 2 0,1-6 0 15,0 5-1-15,1-5 1 0,5 0 2 0,-1-1-1 16,3-1 0-16,1-2 0 0,0 1 3 0,5 0 0 0,-2-2 1 0,2 1 1 16,4-2 3-16,-4 4-2 0,4-4-2 0,0 0 0 15,14 3 3-15,-1-2-1 0,5 3 2 0,1-1-3 16,3 1 0-16,6 2 0 0,3-2 3 0,-1 3 3 16,4 0-10-16,-4 0 5 0,1 3 1 0,-3-1-2 15,-1 1-2-15,1 1-2 0,-11 0 3 0,0-4-3 16,-8 3-4-16,0-3 4 15,0 2-2-15,-5-2-1 0,-3 1 5 0,-2 0-1 16,-3 1 2-16,-5-2 2 0,-1 0-2 0,-9 3 0 16,0-3 5-16,-12 3 3 0,-1-3 4 0,0-2-1 15,-4 2 5-15,2-3 17 0,1 0-1 0,0-2 5 16,2 1 7-16,3-3 2 0,7 0 1 0,1 1 1 16,6-1 0-16,1 1 5 0,4-2-4 0,0 1 3 15,4 0 1-15,-1-1 7 0,6 1 15 0,0 0 0 0,-12 0-6 16,12 0-5-16,0 0-7 0,0 0-5 0,-7 0 1 15,7 0-7-15,0 0-9 0,0 0-2 0,0 0 4 16,12-5-9-16,-8 2-23 0,-4 3-22 0,10-1-23 0,-1 1-21 16,-9 0-26-16,13 0-28 0,-4 0-35 0,2 0-48 15,2-1-56-15,-4-1-207 0,9 1-497 16,-5-1 220-16</inkml:trace>
  <inkml:trace contextRef="#ctx0" brushRef="#br0" timeOffset="98894.6">13740 3995 121 0,'-10'-6'172'16,"-3"4"-13"-16,3-3-6 0,-6 3-12 0,-1-3-23 0,-3 4 3 15,1 1-5-15,1 0-11 0,-3 1-3 16,3 2-11-16,-3 0-9 0,2 3-3 0,0 2-13 16,1-4-3-16,-1 7-7 0,6-3-9 0,-1 2-4 15,5-4-6-15,-1 2-2 0,0 1-4 0,2 0-3 16,4 2-1-16,0-1-2 15,3 0-1-15,1-1 0 0,1 0-4 0,3-2-4 16,1 1 16-16,4-2 6 0,4 1 10 0,-3-4 4 16,4 2 1-16,2 0 1 0,1-2 1 0,-4-2 9 15,2-1 7-15,1-3 9 0,2 1 2 0,-5-1 4 16,1 0 4-16,-2-1 2 0,1-1 5 0,1 1-2 16,-2 1-3-16,-2-1-2 0,0 2 4 0,-6-1-8 15,4 3-3-15,-2-2-9 0,-1 2-10 0,-5 0-12 0,7-3-4 0,-7 3-9 16,0 0-6-16,9 5-7 0,-6 0-3 0,0 1-6 15,5 3 2-15,-2 3 11 0,2 4-3 16,-2 1-7-16,0 1-3 0,-1 2 2 0,-2 0-9 0,2 5 8 16,-1-1-12-1,-1 2-5-15,-3-8 4 0,1 2 13 0,-1-3-20 0,1 4 5 0,-1-6 2 0,2-2 0 0,-2-4-1 32,0-2-4-32,0-1 6 0,0 1-5 0,0-2 7 15,1-1 4-15,-2-1 40 0,1 2 43 0,1-3 38 0,-1-2 48 16,1 5 47-16,-1-5 37 0,0 0 28 15,0 0-27-15,0 0-28 0,6-15-16 0,1 3-27 16,0 0-19-16,4-5-18 0,5-6-19 0,3-3-11 16,2-1-15-16,-2-1-14 0,4 1-18 0,-5 1-6 15,2 1-6-15,-4 3-7 0,-4 5-8 0,-1 3-5 0,-2-1-6 0,-2 6-3 16,1 0-6-16,-3 2-1 0,-1 3-5 0,1-2-7 16,-4 2-4-16,3 0-4 0,-1 1 1 0,-1 0-20 15,-2 3-19-15,4-5-20 0,-4 5-31 0,1-2-27 16,-1 2-25-16,0 0-22 0,0 0-24 0,0 0-24 15,0 0-40-15,0 0-14 0,0 0 13 0,0 0 11 16,0 0-10-16,8 6-22 16,-8-6-24-16,0 7-24 0,0-2-54 0,1-2-69 15,2-1-255-15,-3-2-743 0,10 3 329 0</inkml:trace>
  <inkml:trace contextRef="#ctx0" brushRef="#br0" timeOffset="99295.4">14716 4149 138 0,'0'0'351'16,"0"0"4"-16,-5 0-11 0,5 0-12 0,0 0-8 15,0 0-10-15,0 0-30 0,0 0-19 0,0 0-33 16,0 0-18-16,0 0-34 0,22-10-20 0,-3 5-30 16,9 0-40-16,-6 0-39 0,4 1-38 0,0-2-35 15,1 2-45-15,-6 0-46 0,0 1-48 0,0-1-55 0,-1 0-77 0,-2 1-192 16,-1-1-524-16,-3 0 232 0</inkml:trace>
  <inkml:trace contextRef="#ctx0" brushRef="#br0" timeOffset="99442.51">14793 4239 127 0,'-9'5'237'0,"4"-1"6"15,1 0 1-15,0-1-4 0,3-2-8 0,1-1 3 16,0 0-11-16,10 4-19 0,10-4-16 0,1 0-13 16,10 0-18-16,1 0-59 0,5-3-51 0,-4 1-76 15,-1 2-106-15,-3-7-283 0,-1 3-450 0,-8-2 200 0</inkml:trace>
  <inkml:trace contextRef="#ctx0" brushRef="#br0" timeOffset="101213.99">16050 3888 167 0,'0'0'171'15,"0"0"-14"-15,0 0-11 0,0 0-11 0,0 0-10 0,0 0-17 16,-5 1-8-16,5-1-8 0,0 0-9 0,0 0-7 15,0 0-5-15,32-4-6 0,-15 3-12 0,3 0-3 16,8-4-4-16,2 0-8 0,-1 2-1 16,3 1-6-16,-4 0-2 0,3 2-2 0,-4 0-3 15,-8-3-3-15,-1 3 0 0,-5 0-4 0,-1 0-2 0,-3-1-2 16,-4 1 0-16,-1-2-3 0,-4 2-7 0,0 0 4 16,0 0-1-16,0 0-3 0,-30 3-1 0,10 0 2 15,-3-2-6-15,-5 3 5 0,-1 0 0 16,-1-1-5-16,1-1 5 0,6 1-3 0,-5-2 7 15,0 3-3-15,7-3 6 0,2 2 7 0,0-3 4 0,5 1 7 16,5 1 7 0,-4-1 7-16,7 0 8 0,-2 1-5 0,8-2 2 15,-10 0 1-15,6 0 0 0,4 0 1 0,-7 1 0 16,7-1-1-16,0 0-5 0,-7 0-1 0,7 0-2 16,0 0-7-16,-6 1-3 0,6-1-4 0,0 0-3 15,0 0-2-15,0 0-2 0,0 0-6 0,-3 3-1 0,3-3 0 16,0 0-3-16,0 0-4 0,0 0 1 0,0 0 1 15,-4 2-1-15,4-2 1 0,4 8 2 0,1-4 2 0,-1 3 1 16,1 1 5-16,4 0 3 0,5 3-3 0,0 0 4 16,4 3-1-16,8 1 1 0,0 0-1 0,-1 3-23 15,-1-1 1-15,0 3 1 0,-1-3-2 0,-2 0 5 16,-5 1-1-16,-3-3-3 0,-1-2 4 0,-10-1-4 16,2 1-3-16,-4 0 0 0,-1 2 10 0,-7-1-9 15,-2 0-2 1,-4-2 6-16,-4 1-5 0,-4 1 3 0,-7-3-2 15,2-2 1-15,-1-3 4 0,0-2 0 0,6-1 2 0,3 1 8 16,-3-3 8-16,3 2 13 0,6-3 14 0,-1 0 22 16,5-2 24-16,0 2 21 0,2 0 22 0,0-1 5 15,7 1-1-15,-7-1-10 0,7 1-14 0,-6-3-17 16,6 3-6-16,0 0-14 0,12-8-14 0,1 5-4 16,2 0-24-16,4-1-16 0,3 0-30 0,5 1-33 0,-5 0-22 15,7 1-52-15,0-1-50 0,2 1-53 0,-2-3-79 16,-1 2-298-16,2-2-645 0,-2 0 287 0</inkml:trace>
  <inkml:trace contextRef="#ctx0" brushRef="#br0" timeOffset="101684.47">16717 3871 191 0,'-2'-3'250'16,"2"3"-29"-16,0 0-17 0,-3-2-21 0,3 2-24 0,0 0-13 15,0 0-11-15,8 9-19 0,0-6-10 0,2 2-7 16,5 1-11-16,1 4-7 0,1-3-13 16,0 3-4-16,0 0-6 0,-2 2-7 0,0-2-5 15,0 2-4-15,-3 1-6 0,1-2 0 0,-3 4-6 0,-1-1-5 16,-4-2-2-16,-5-2-4 0,0 6-3 0,-4 1-1 15,-1 3-1-15,-5-3 4 0,-4-2-9 0,-8 5 1 0,4-1-1 16,-7 2 1-16,1-6 1 0,1 1-1 0,-2-2 2 16,2 3-1-16,4-6 1 0,1-2-1 0,4 2-1 15,1-5-2-15,3 0 9 0,1-1-10 0,4 0-1 16,1-4 2-16,-2 2 4 0,1-1 9 0,5-2 3 16,-3 3 21-16,3-3 19 0,10 5 1 0,-1-3 3 15,4 0-8-15,6-2-3 16,3 0-6-16,6-2-5 0,0 0-3 0,4 0-2 15,-1 1 2-15,-1-1-17 0,1-1-1 0,-3 2-5 16,-6 0 0-16,-3-2 2 0,-6 3-4 0,1-1-2 16,-4 1-7-16,-3-2-7 0,0 1-7 0,0 0-18 15,-7 1-39-15,3-3-40 0,-3 3-32 0,0 0-31 16,-6-10-42-16,0 6-46 0,-3-2-172 0,-1 1-461 16,0-1 205-16</inkml:trace>
  <inkml:trace contextRef="#ctx0" brushRef="#br0" timeOffset="102000.36">16671 4132 12 0,'-6'0'292'0,"-2"0"-14"0,3 0-5 16,5 0-12-16,-9 0-9 0,9 0-7 0,0 0-20 0,0 0-19 0,0 0-18 16,0 0-19-16,0 0-19 0,32-7-16 0,3 4-10 15,-5-1-12-15,10-1-14 0,-4 1-12 0,3 0-15 16,15-6 5-16,-3 4-13 0,-14 2-2 0,-1 0-11 16,-3 1-3-16,-6 0 0 0,-8 1-9 0,-7 0 1 15,-2-1 1-15,0 2-2 0,-5 1 3 0,2-1-3 16,-2-1-5-16,-5 2-4 0,6-1-7 0,-6 1-14 15,0 0-22-15,0 0-26 0,0 0-33 0,-23 4-42 0,13-3-44 16,0 2-44-16,3-1-69 0,-2-2-223 0,3 1-537 16,6-1 237-16</inkml:trace>
  <inkml:trace contextRef="#ctx0" brushRef="#br0" timeOffset="103708">17623 4174 15 0,'0'0'191'0,"-9"0"-11"0,9 0-17 0,-6 0-13 16,6 0-5-16,0 0-10 0,0 0-14 0,0 0-3 15,0 0-2-15,0 0-3 0,0 0-8 0,-8-2 4 0,8 2-4 0,0 0-3 32,0 0-5-32,0 0-4 0,0 0-6 0,0 0-2 0,0 0-4 0,0 0-8 0,0 0-7 0,0 0-6 15,0 0-4-15,0 0-2 0,0 0-8 0,0 0-9 32,0 0-1-32,0 0-4 0,0 0-2 0,0 0-2 15,0 0-3-15,0 0-1 0,0 0 2 0,0 0-1 16,0 0-4-16,0 0-1 0,0 0 1 0,0 0 1 0,0 0 6 15,20-4 9-15,-6 2-4 0,7-1-2 0,10-1-3 16,3 1-3-16,6-3-3 0,11 1-1 0,3 0-3 0,0-3-5 16,3 1 6-16,1 3-5 0,-4-1-4 15,-3-1-4-15,-15 1 6 0,-4 3-7 0,-1-1-1 16,-12 1-10-16,-4 0-16 0,-3 1-18 0,-3 0-18 16,-3 0-7-16,-2 1-20 0,-4 0-27 0,0 0-32 0,0 0-29 0,-23-4-15 15,5 4-33-15,-1-1-151 0,-4 1-401 0,4 0 179 16</inkml:trace>
  <inkml:trace contextRef="#ctx0" brushRef="#br0" timeOffset="103935.02">18008 4045 152 0,'-1'-7'292'0,"-2"-1"-1"0,3-4 3 0,-1 4 0 0,-2-3-1 15,2 3 8-15,0 1-3 0,-2 1-5 0,3 1-17 16,0-1-28-16,-1 2-27 0,-2 2-20 0,3 2-26 15,-1-6-23-15,1 6-20 0,-3-2-22 16,3 2-36-16,0 0-21 0,0 0-3 0,-3 20 1 16,0-9-17-16,3 6 3 0,-1 4 2 0,-2 7 0 0,6 0-5 0,-2 1 0 15,-1-2-6-15,4 2-44 0,-2 0-44 0,2-3-47 16,0-1-53-16,1 3-63 0,-1-9-86 0,-4-3-295 16,3-5-654-16,-2-3 289 0</inkml:trace>
  <inkml:trace contextRef="#ctx0" brushRef="#br0" timeOffset="105453.5">19039 3634 199 0,'0'-6'325'0,"0"-1"-15"0,0 1-15 0,0 1-26 15,0 1-24 1,-2 2-24-16,2-3-30 0,0 5-19 0,0-6-21 0,0 6-17 16,0 0-14-16,0 0-13 0,0 0-11 0,7 17-9 15,-4-4-9-15,-1 6-11 0,2 6-6 0,-3 4-3 16,-1 5-6-16,4 13-2 0,-5-12-10 16,1 2 0-16,1-3-4 0,-1 13-3 0,0-16 0 15,0-1-4-15,3-1-1 0,-2-3-8 0,-1-5 3 0,0-3-2 16,1-8-2-16,-1 2-5 0,0-3 0 0,3-2 5 0,-3-1-2 15,0-1-3-15,0 0 19 0,0-2 38 0,0-3 29 16,0 4 19-16,0-4 16 0,0 0-7 0,0 0-17 16,0 0-14-16,-8-9-15 0,3 0-21 0,-4 1-25 15,2-2-13-15,-4-2-17 0,-3 2-4 0,0-3-15 16,-4 4 7-16,2-1-7 0,-3 1 5 0,0 1-2 16,-1 2 2-16,0 3-3 0,-2-2 8 0,3 5-11 0,-1-3 3 0,4 3 2 31,2-1-5-31,1 2 4 0,-1-1-5 0,7 0-19 15,-2 6-21-15,1-6 3 0,3 2-15 0,1 2-4 16,3-1 8-16,1 2 2 0,4-1 1 0,4 1 1 16,9 1 7-16,4-1-2 0,13-3-7 0,2 1 1 15,16-4-1-15,2-1 4 0,2 0 3 0,-1-1 5 16,0-5-4-16,-1 3 1 0,-17 1-4 0,1-5 3 0,-1 1 8 16,-4-4 4-16,-2 2 2 0,-2-1 5 0,-5-2 5 15,-7 1 9-15,-6 6 21 0,-3-2 32 0,1-1 5 16,-1 3 9-16,-4-1 4 0,-4 0-6 0,0 1-10 15,-3 1-2-15,2 1 2 0,-3 0-5 0,-3 0 0 16,-3 4-10-16,-1 0-5 0,-3 0 1 0,-4 5-3 16,-2 1 1-16,2 3 1 0,-9 3-4 0,4 1-4 0,0 1 3 0,1 1-4 15,3-3 2 1,6 2 1-16,-2 1-3 0,5-1 2 0,0 1-7 16,5-6-8-16,-1 0-4 0,4 1 0 0,1-4 0 15,1 0 0-15,2 1 11 0,2-3 2 0,2-1 1 16,6 1 5-16,-1-4 1 0,3-1 3 0,3-5-2 15,-2 2 4-15,2-4-3 0,2 0 1 0,-1-1 4 16,0-2-1-16,0 0-6 0,-4-2-1 0,4 1 0 16,-4 0-1-16,-3 0-2 0,2 6 11 0,-5 0 15 15,-2 1-2-15,-1 0 4 0,0 1-2 0,-1 0-4 0,-1 1 0 16,-1 1-7-16,2 0-1 0,-4 2-8 16,5-3-11-16,-5 3-21 0,5-1-13 0,-5 1-18 15,0 0 2-15,0 0 5 0,9 5 7 0,-5-1-2 0,0 2-8 16,-3-1-2-16,4 0-3 0,3 2 0 0,2 1-6 0,2-3-7 15,-1 3 3-15,6 0-2 0,2-3 2 0,-1 2 1 0,4-3 7 16,-1-3 3-16,2-1-2 0,-5 0 3 0,5 0 5 16,-1-3 4-16,-3-2 7 0,-1-3 10 0,-1 3 20 15,-2-4 27-15,-1-2 29 0,-4 3 26 16,0-1 18-16,-2 1 17 0,1 0 5 0,-3 1 23 16,1-3 8-16,-3 1 5 0,1 2 0 0,-3 2 4 0,2 2-5 0,1 1-9 15,-5-2-16-15,3 1-16 0,-2 0-13 0,0-2-9 16,-1 5-16-16,0 0-28 0,4-1-25 0,-4 1-25 15,0 0 1-15,0 0 2 0,0 12-1 0,0-6 6 16,-2 1-6-16,-1 6 1 0,-1-2 8 0,-1 4-1 16,1 2-4-16,2 1 1 0,-2-1 5 15,1 0 0-15,1 0-6 0,-1-7-6 16,2 1 7-16,0-3 0 0,-1 1 0 16,2-4-4-16,0 0-1 0,-1-1 12 0,1-1 13 15,0-3 29-15,-1 5 25 0,1-5 19 0,0 0-7 16,0 0-12-16,10-8-8 0,-1 0-4 0,-1-1-7 15,-1 0-7-15,1 0-5 0,-1-2-3 0,5 0-8 0,-3 0-3 16,0 2-5-16,0 1-1 0,-4 4 1 0,-1-2-7 16,1 0-2-16,-2 4-1 0,-1-2-6 0,2 1-3 0,-4 3-8 15,4-2-16-15,-4 2-18 0,0 0-2 0,10 1 5 16,-5 3-8-16,-1 1 0 0,4 3-28 0,-2 1-25 16,3 2-25-16,-1-1-37 0,1 4-34 0,2 1-41 15,-2-1-48-15,-1-3-86 0,2-3-329 0,-1 2-751 16,1-6 332-16</inkml:trace>
  <inkml:trace contextRef="#ctx0" brushRef="#br0" timeOffset="106493.12">20583 3635 25 0,'1'-4'197'0,"0"0"1"15,2 0 0-15,-2-1 3 0,3 0 1 0,-4 1 0 16,5 0 2-16,-5 0 2 0,0 0-1 0,0 4-12 0,1-5-11 16,-1 5-14-16,3-4-18 0,-3 4-12 15,0-4-15-15,0 4-16 0,0 0-27 0,0 0-10 16,0 0-3-16,-17 11-10 0,7 3-5 0,-6 0-3 0,0 8-7 0,-6 6-7 16,3 2-7-16,-5 14 5 0,1-2-7 0,3 0 1 15,7 5 18-15,3-16-25 0,3 3 2 0,7 0 2 16,4-1 5-16,4-1 1 0,3-3-3 0,5-1 8 15,5-2-11-15,4-5 11 0,3-1 0 0,4-3-3 16,2-4-2-16,-2-4 2 0,1 0-8 0,-3-2 5 16,-4-2-6-16,-6-3 12 0,-8 1 28 0,1-1 31 0,-6-2 14 15,2 0 20-15,-6 1-2 0,-3-1 0 0,9 1 2 0,-9-1-4 16,9 0-11-16,-9 0-12 0,5 0-11 0,-5 0-5 16,0 0-9-16,0 0-15 0,0 0-13 0,8 0-22 15,-8 0-23-15,0 0-25 0,0 0-29 0,0 0-28 16,0 0-103-16,0 0-40 0,0 0-41 15,0 0-47-15,-8-10-50 16,3 6-309-16,4 0-723 0,-2-1 321 0</inkml:trace>
  <inkml:trace contextRef="#ctx0" brushRef="#br0" timeOffset="107126.83">20932 3798 140 0,'0'-6'338'16,"-3"-1"-9"-16,3 3-30 0,-1-1-26 0,2 2-32 15,-1 3-26-15,-1-5-20 0,1 5-24 0,-1-5-40 16,1 5-21-16,0 0-7 0,0 0-14 0,7 12-4 16,-4-5-23-1,1 3-16-15,1-2-10 0,-1 4-13 0,1-1-12 0,2 0-3 16,2 1-12-16,-4 1-4 0,3-5-8 0,-3 3-1 15,4-1-4-15,-4-2-2 0,-1 0 5 0,2-3 1 16,-2-2 3-16,4-1 1 0,-2 0 1 16,1-2 3-16,-7 0 1 0,13-4 8 0,-6-2 12 15,-2 1 11-15,2-1 5 0,-2-1 7 0,0-3 5 0,1-2 13 16,-1 1 5-16,0 1 13 0,1-1-2 0,-2 1 11 0,-2 0 9 16,2 1-2-16,0 3 8 0,-3 1 4 0,1-1-11 15,0 3-8-15,-2-2-7 0,2 1-18 0,0 1-19 16,-2 3-16-16,2-5-23 0,-2 5 1 0,0 0-5 15,3 12 3-15,-3-1-3 0,1 0 2 0,0 14-5 16,-2 1 6-16,1 4-2 0,-1 1-1 0,-2 1 0 16,2 4 3-16,-6 12 5 0,2-14 2 0,3 0-2 0,-3 2-2 0,-2-3 5 31,3-1 0-31,-1-4 6 0,1 0-7 0,1-1-5 16,-5-10 0-16,4 0 2 0,-1-5-4 0,0-3 0 0,-3 0-2 0,1-1 6 0,-1-1-2 15,-1-5 4-15,-4 1 1 0,3-5 3 0,-3 0 11 0,-1-3-4 31,-3-2 7-31,2-2 5 0,-1 0 22 0,3-5 4 16,0 3 1-16,3-3 12 0,2-1-8 0,3-3 8 0,4-1-3 16,2-6-2-16,7-3-11 0,4 2-7 0,1-4-3 15,6 4-7-15,3 3-2 0,1-1-8 0,0 2 0 16,1 1 9-16,6 4-19 0,-2 0 4 0,1 2 1 16,1 3-3-16,-5 0 7 0,0 2-18 0,-5 4 0 15,-6 0 0-15,-1 1 5 0,-4 1-11 0,-3 1 11 16,1-1-2-16,-1 0-5 0,-1 4-17 0,-1-1-24 0,-4 1-31 0,5-3-28 15,-5 3-32-15,5-1-30 0,-5 1-18 0,0 0-27 0,0 0-45 16,0 0-72-16,0 0-221 0,0 0-588 0,0 0 261 16</inkml:trace>
  <inkml:trace contextRef="#ctx0" brushRef="#br0" timeOffset="107772.52">21562 3987 14 0,'-7'0'244'0,"2"0"-20"0,5 0-17 0,-9 0-17 0,9 0-16 16,-7-3-12-16,7 3-17 0,0 0-12 0,0 0-8 15,0 0-11-15,-7 0-8 0,7 0-10 0,0 0-13 16,0 0 1-16,0 0-3 0,0 0 0 0,0 0-2 15,0 0-2-15,0 0-4 0,0 0 0 0,0 0-4 16,0 0 0-16,0 0-7 0,0 0-11 0,0 0 1 16,0 0-9-1,0 0-4-15,0 0-1 0,0 0-5 0,13 7 0 0,-13-7 1 16,0 0 0-16,0 0 2 0,0 0 1 0,0 0-1 16,0 0-2-16,0 0-4 0,0 0 1 0,0 0 2 15,0 0 6-15,0 0 3 0,0 0 1 0,0 0 7 16,0 0-5-16,0 0 0 0,0 0-1 0,0 0 4 15,0 0-5-15,0 0 4 0,0 0-12 0,0 0 11 16,0 0-14-16,0 0-3 0,0 0-2 0,0 0-6 0,0 0-1 16,0 0 2-16,0 0-2 0,0 0-6 0,0 0-5 15,0 0 5-15,0 0 11 0,0 0-8 0,0 0-12 16,0 0-5-16,0 0 0 0,0 0 5 0,0 0-1 16,0 0 5-16,0 0-4 0,0 0-1 0,0 0 0 15,0 0 0-15,0 0 6 0,0 0 2 0,0 0-2 0,0 0 0 16,0 0 6-16,0 0-7 0,0 0-5 0,0 0 9 0,0 0 2 15,0 0 1-15,0 0-11 0,0 0 6 0,0 0-4 16,0 0 3-16,0 0 2 0,0 0-4 0,0 0 6 16,0 0 0-16,0 0-2 0,8-7-7 0,3 5 0 15,6 0 3-15,3 0-1 0,10-3 2 0,-1-1-1 16,4 3-3-16,0-1 1 0,0-1-7 0,2 0 2 16,1 1 18-1,-3 1-19-15,-5-2-2 0,-9 2 3 0,-1 2 1 16,-5 0 1-16,-3-4 4 0,-2 5 1 0,1-2 2 15,-4 1 4-15,-1 0-5 0,-4 1-2 0,7-1-9 16,-7 1-6-16,6-2-37 0,-6 2-14 0,0 0-32 0,0 0-35 16,0 0-28-16,0 0-33 0,0 0-38 0,-25 2-58 15,25-2-274-15,-11 0-601 0,11 0 267 16</inkml:trace>
  <inkml:trace contextRef="#ctx0" brushRef="#br0" timeOffset="108412.61">22164 3681 158 0,'0'0'221'0,"9"-3"-26"0,-9 3-21 0,16 3-13 0,-6 0-17 16,3 1-15-16,2 3-12 0,2-1-12 0,-2 5-9 15,1-2-8-15,-1 0-11 0,0 3-7 0,-3 0-6 16,-1 2-7-16,-3-1-6 0,-3 1-2 0,-4 0-9 16,-2-3 0-16,1 1-5 15,-5 2-2-15,-5 2-1 0,-2-3-1 16,-2-3 0-16,-4 2 2 0,-1 0 0 0,1-3 3 0,0-2 1 15,4 1 0-15,0-3 2 0,5-1-2 0,0-1-5 16,2 0-1-16,2-1-2 0,0 1-3 0,1-1 2 16,0-1-9-16,1 3 3 0,3-4-1 0,0 4 14 15,4-1 4-15,3 3-1 0,3-1-3 0,1-1-3 16,5 3-2-16,0 0-4 0,1 1-2 0,1 1-5 0,-1-1-1 16,0 3 0-16,-2-4-4 0,-3 3-2 0,1 0 0 15,-6-2-5-15,1 1 0 0,-3 0-1 0,2-1-2 16,-6-1 5-16,-1 0 2 0,-1 2-2 0,-6-1 2 15,2 0 1-15,-4-1-1 0,-4 0-1 0,1 0 1 16,-5-1-4-16,0 1-1 0,-4-3 0 0,2 1-7 16,2 0-10-16,-2-3-22 15,6-1-27-15,-1-1-34 0,1 0-43 0,3 0-67 16,1-1-230-16,1-3-468 0,6-2 208 0</inkml:trace>
  <inkml:trace contextRef="#ctx0" brushRef="#br0" timeOffset="108882.1">22503 3823 311 0,'4'-3'296'16,"-4"3"-26"-16,5-4-34 0,-1 2-20 0,-4 2-22 15,9-1-20-15,-1 4-20 0,3 1-7 0,1 1-25 0,3 4-15 16,-6 0-9-1,3 6-10-15,-2-7-7 0,-1 6-5 0,0 2-6 16,-4-2-9-16,1 2-6 0,-5 0-1 0,-2 1-5 16,-4 1 4-16,-1 0-7 0,-3-3 0 0,-4 0-6 15,-1-1 1-15,1-2-4 0,-5 3-2 0,3-5 3 16,0 2 3-16,4-7 4 0,-1 2 0 0,3-2-1 16,2 0 4-16,3-1 13 0,-2-1 4 0,2-2 34 0,0 2 41 0,4-3 41 15,-5 2 33-15,5-2 20 0,0 0-24 0,0 0-25 16,5-14-17-16,2 5-17 0,4-3-15 0,3-2-16 15,4-4-12-15,0-4-12 0,4 1-10 16,-2 0-7-16,2 1-13 0,1-3-4 0,-3 2-7 0,-7 6-4 16,2 1-11-16,-2 3-1 0,-6 3-2 0,2 1-9 15,-2 1-4-15,-3 2-8 0,-1 0-17 0,-1-1-24 16,2 2-23-16,-4 3-35 0,0 0-13 0,0 0 20 0,6 11-2 16,-7-6 16-16,-3 6-3 0,3 4 10 0,-1 4 7 15,0-1 3-15,2 0 6 0,2 1 5 0,5 9 1 16,-1-6-18-16,2-4-25 0,5-1-31 0,5 6-33 15,2-6-45-15,7-3-75 0,-1-6-124 0,-5-1-313 16,6-6-754-16,-4-3 334 0</inkml:trace>
  <inkml:trace contextRef="#ctx0" brushRef="#br0" timeOffset="109214.39">23044 3465 123 0,'9'8'258'0,"6"3"-11"0,6 11-14 16,-2 0-16-16,1 8-7 0,8 13-11 0,-1 5-16 15,-6 6-4-15,4 25-17 0,-13-21-11 0,-6 3-13 16,-6-1-9-16,-4-3-14 0,-10-2-5 0,0-5-11 16,-9-3-7-16,-4-4-9 0,-5-6-11 0,-7-2-17 15,-10-4-34-15,-2-9-92 0,-8 3-86 0,-1-10-318 0,-28 2-514 0,27-12 227 16</inkml:trace>
  <inkml:trace contextRef="#ctx0" brushRef="#br0" timeOffset="118844.98">2247 6131 225 0,'-1'-4'239'16,"-2"-1"-5"-16,3-1-8 0,-2 3-15 0,2 3-16 15,-2-4-20-15,2 4-18 0,2-6-18 0,-2 6-18 16,0 0-16-16,0 0-9 0,0 0-9 0,0 0-11 15,-3 22-7-15,1-4-7 0,-5 8-8 0,4 4-5 0,-3 2-6 0,1 1-7 16,0 3-17-16,0 12-4 0,-3-14-1 0,2-2-3 16,1 1 0-16,1-4 0 0,0-2-1 0,3-9-3 15,1-1 1-15,-1-4 6 0,-2 0-6 0,2-3-1 16,1-2-1-16,-4-2 0 0,3 1-2 0,1-2 3 16,-3-2 3-16,6 1-2 0,-3-4 2 0,-3 5 5 15,3-5 0-15,0 0-5 0,0 5-7 0,0-5-21 0,0 0-41 16,0 0-58-16,0 0-68 0,0 0-224 0,9-10-441 15,-5 7 195-15</inkml:trace>
  <inkml:trace contextRef="#ctx0" brushRef="#br0" timeOffset="119192.85">2228 6626 202 0,'-8'1'205'15,"2"1"-18"-15,0-2-4 0,0 2-9 0,-1-1-11 0,7-1-3 16,0 0-10-16,-7 1-3 0,7-1-13 0,-3 3-15 0,3-3-10 16,0 0-9-16,0 0-8 0,20-3-7 0,-6 1-12 15,8 0-5-15,8 0-6 0,1-3-6 0,5-1-6 16,-3 1-6-16,3-2-2 0,-1 5-7 0,-2-3-3 0,-6 0-2 15,-8 2-2-15,-3 2-5 0,-6 0 0 0,2-1 0 32,-7 2 7-32,1-2 10 0,1 2 5 0,-2-1 3 15,-5 1 2-15,5-1 2 0,-5 1-8 0,7-1-2 16,-7 1-9-16,0 0-13 0,0 0-20 0,0 0-18 16,0 0-14-16,-17 3-28 0,13-1-24 0,-5 0-27 15,4 0-37-15,5-2-36 0,-5 1-59 0,5-1-145 16,-8 2-419-16,8-2 186 0</inkml:trace>
  <inkml:trace contextRef="#ctx0" brushRef="#br0" timeOffset="119678.17">3041 6471 30 0,'0'0'314'16,"1"-4"-9"-16,-1 4-19 0,0-3-19 0,0 3-11 16,0 0-22-16,0-7-12 0,0 7-17 0,0 0-19 0,0 0-15 15,0 0-23-15,-4-3-14 0,4 3-15 0,0 0-15 16,-9 0-14 0,9 0-2-16,-14 3-19 0,4 1 4 0,-2 2-18 15,-3 1-4-15,-2 3-4 0,0 0-7 0,0 1-6 16,2 1-2-16,-2 0-2 0,4 0-4 0,-1 1-5 15,5-3-4-15,-2 3-1 0,3-5-3 0,2 2 0 16,2-5-4-16,0 2-2 0,-1-3-6 0,4 2 1 16,-2-1-1-16,2 0 0 0,1-3 3 0,0-2 3 15,5 5 9-15,-5-5 15 0,9 0 6 0,-9 0 5 0,16-6 8 0,-7 2 15 16,2-1-5-16,0-3-7 0,-1 1 8 0,-1 1-1 16,3 0 4-16,-3-1-15 0,-1 2 1 0,0-2-1 15,-3 4-2-15,-1-2-10 0,1 4-1 0,-2-2-7 16,1 3-6-16,-4 0-10 0,5-3-2 0,-5 3 1 15,5-2-12-15,-5 2-12 0,0 0-6 0,0 0 9 16,6 7 0 0,0-6-10-16,-3 3-9 0,1 0-10 0,5 2-23 15,-4-1-17-15,4 4-22 0,0-2-29 0,4 1-32 0,1-1-30 16,0-1-59-16,1-2-61 0,-1-1-225 16,4-1-578-16,5 0 255 0</inkml:trace>
  <inkml:trace contextRef="#ctx0" brushRef="#br0" timeOffset="120362.56">3515 6447 27 0,'-4'-5'292'0,"0"1"-20"0,-1-1-30 0,0 2-20 15,0 0-26 1,-3-2-12-16,2 3-21 0,-3 0-13 0,0 0-15 0,-4 2-14 15,-1 0-11-15,5 4-14 0,-7-3-7 0,0 6-11 16,2-3-5-16,-1 2-12 0,-2 3-9 0,3 0-2 16,1 1-4-16,-1 0 3 0,2 0-14 15,4-2-6-15,1 1-11 0,1 0-12 0,1-1-11 16,0-1-6-16,5 2 1 0,0-3-1 0,6 2 1 0,1-2-2 16,2-1 5-16,2-5-9 0,7 3-5 0,1-3 2 0,-1-1-8 15,4-3 1-15,-1-1-2 0,0 0 4 0,3-6 3 16,3-1 1-16,-10 3 2 0,-5 0 2 0,4-3 12 15,-7 2 14-15,1-2 15 0,-1 2 17 0,-2 0 15 16,-3-1 12-16,1 1 17 0,-1 2 14 0,-1-3 11 16,-1 7 4-16,0-2-7 0,-1 2-7 0,3 0-6 15,-4 4-14-15,1-4-1 0,-1 1-40 0,0 3-15 0,0 0-3 0,0 0-3 16,0 0-4-16,-9 17-3 0,5-7 3 0,-1 7 3 16,-3 2-11-16,2 7-1 0,0 0 1 15,-1 4-4-15,3-3 2 0,-1 1-3 0,1 3 3 0,3-5 2 16,0 4 2-16,2-3-4 0,2 0 3 0,-2-1-2 15,0 1-11-15,1-7-5 0,-2-2 0 0,1-1-3 16,-1-1 1 0,0-3 0-16,0 0 1 0,0-3 4 0,-3 1 2 15,-1-5-3-15,-1 6 8 0,-3-7-1 0,0 2-2 16,-5-2-2-16,2-2 3 0,-2-2-1 0,-5 2 3 16,0-5-2-16,-2 1 4 0,0-1 5 0,5-5 1 15,1 3 12-15,2-2 11 0,2-3 14 0,0 1 3 16,4-1 7-16,1-6-4 0,-1-4-7 0,6 2-5 15,4-7-7-15,5-1 0 0,5 0-4 0,2-2-8 0,5 1 5 0,1 1-8 16,1 3-7-16,0 1 4 0,-1 1 0 0,1 3-9 16,-4 2 5-16,-1 3 3 0,-1 0-3 0,-5 2 3 15,-2 5 8-15,-3 1 7 0,0-1 13 0,0 2-5 16,-3 0-5-16,0 1 2 0,-1-1-4 0,0 1-2 16,-3 2-7-16,5-2-7 0,-5 2-20 0,4-2-9 15,-4 2-25-15,0 0-11 0,0 0-18 0,0 0 3 0,0 0-9 0,0 0-17 31,0 0-25-31,-10 7-24 0,5-3-29 0,-1-2-41 0,3 2-48 0,-5-3-281 0,3-1-586 16,5 0 260-16</inkml:trace>
  <inkml:trace contextRef="#ctx0" brushRef="#br0" timeOffset="121995.82">3790 6420 302 0,'2'-4'309'16,"-2"4"-34"-16,4-2-29 0,-4 2-27 0,0 0-27 15,6-3-22-15,-6 3-16 0,0 0-17 0,10 3-16 0,-7-1-14 0,2 7-8 16,-4-6-13-16,5 2-4 0,-3 7-6 0,4-1-8 16,-3-1-6-16,-1 2-5 0,0 0-6 0,2 3-2 15,-1 1-5-15,0 0 0 0,-3-2-7 0,-1-1-4 16,0 0-1-16,0-3-5 0,0 0-2 0,0-4-3 15,0 0 1-15,0-3 3 0,0 2 5 0,0 0 18 16,0-5 21 0,0 4 36-16,0-4 39 0,4 3 31 0,-4-3-1 15,0 0-20-15,0 0-14 0,4-13-21 0,-2 6-9 16,6-3-15-16,-3 0-8 0,3-5-2 0,-3 2-15 0,5-4-8 16,-1 5-6-16,0-5-6 0,5 5-8 0,-2-3-10 15,0 5-2-15,-3 2-13 0,2 0-13 16,0 2-17-16,-1-1-13 0,2 3-6 0,4-1-14 15,1-2-11-15,2 4 2 0,0 0-5 0,2-2-3 0,-1 3 3 0,7-2-11 16,-7 2 5-16,-3 2 7 0,2-1 8 0,-6-1 5 16,1 2 3-16,-4-1 3 0,-2 1 9 0,2-2 10 15,-6 2 3-15,1-2 20 0,-5 2 30 0,7-2 11 16,-7 2-9-16,2-3-21 0,-1-1 9 0,-1 4-4 16,0 0 3-16,-6-5-5 0,3 2-2 0,3 3-6 15,-10-1-1-15,3 0-4 16,7 1 2-16,-15 2-5 0,8 0 5 0,-5 1-6 15,1 0-3-15,-4 6 1 0,2-2-2 0,-3 5 2 16,0-4 2-16,0 6 0 0,4-4-4 0,0 4 12 16,1-1-9-16,3-2-7 0,0-1 0 0,2 0 1 15,1-1 2-15,1 1-10 0,4-2 4 0,-3-1-6 16,2-1 1-16,1 2 10 0,4-6 2 0,-3 3 2 16,-1-5 5-16,13 4-2 0,-7-4 5 0,6-1 2 0,-2-1-5 15,3-2 0-15,-2 1 7 0,2-3 1 0,-3-2 4 16,1 1 2-16,0 0-2 0,-2-2 5 0,-1-1 3 15,2 2 0-15,-2-1 1 0,-3 3 3 0,0 0 10 16,1-1-2-16,-2 3 0 0,-1-2-8 0,-1 4-1 16,-2-2-1-16,0 4-8 0,3-5-9 0,-3 5-7 15,4-3-27-15,-4 3-8 0,2-1-25 0,-2 1-14 0,0 0 5 0,0 0 8 16,0 0 2-16,4 9-6 0,-3-5-7 0,3 1-2 16,1 0 2-16,-1 2-6 0,2-2-2 0,3 4-1 15,0-4-2-15,4 3-3 0,0-4-2 0,5 0-5 16,-2 0-2-1,1-2-1-15,3-2 4 0,-4-1 5 0,-1 0 9 16,-3-2 10-16,0-2 11 0,0 1 20 0,-2-2 32 16,4-2 32-16,-5-1 34 0,-2 1 9 0,-1 0 23 15,1-1 25-15,1 1 28 0,-4 1 10 0,-3 0 12 0,3 2 4 16,0 0-1-16,0 0-3 0,-4 2-11 0,5-1-18 16,-5 4-14-16,1-5-16 0,-1 5-13 0,3-3-16 15,-3 3-13-15,0 0-27 0,0 0-32 16,0 0-14-16,0 0-6 0,0 0-1 0,0 12 6 15,-3-5 10-15,2 3-11 0,-4 0 4 0,2 3-1 0,1 1 1 0,-1 2-1 0,-1-3 4 16,3-1 2-16,-3-3-2 0,4 1 1 16,0-4-1-16,-1 0-6 0,-2-1 1 0,3 0-6 15,0-2 0-15,3 0 12 0,-3-3 19 0,0 0 23 16,-3 5 21-16,3-5-3 0,0 0-4 0,0 0-4 16,13-9-6-16,-9 2-8 0,0 0-7 0,5-3-2 15,-3 3-3-15,3-8-1 16,-1 5-3-16,1 1-2 0,-3-1-1 0,-2 1-4 15,2 1-1-15,-3 3-4 0,3 0-1 0,-3 3-2 16,-2-1-3-16,2-1-10 0,-1 0-21 0,-1 1-24 16,-1 3-31-16,0 0-2 0,0 0-2 0,0 0 16 15,16 11 1-15,-7-7-8 0,1 5-8 0,5-1 0 16,3 3-6-16,6 0-12 0,7 1-11 0,0-3-12 16,1-4-6-16,2-1-8 0,0 1-8 0,-2-2-7 0,-1-6-4 0,0 3 13 15,0-5 10-15,-4 0 16 0,-7-2 10 16,-2-1 13-16,-4-1 9 0,-4 3 27 0,0-2 25 0,-5-2 23 15,1 0 22-15,-4 0 11 0,-2-1 12 0,-2-1 10 16,-1 1-5-16,0 2 5 0,-2-1-6 0,-5 2-3 16,-4 0-1-16,-4 3 8 0,2-1-13 15,-5 4-6-15,2 2 0 0,-3-2 1 0,2 5-3 0,-7 4-4 0,5-1 0 16,6 1 1-16,-1 2-9 0,3 1 3 0,0 3-11 16,5-5-6-16,0 4-14 0,3-2-4 0,-1 2-9 15,5-2-1-15,3-1-2 0,3 1 4 0,0-3 4 16,5 1 1-16,2-1-4 0,6-2-7 0,3-4-9 15,-1 0-3-15,3-2-6 0,4-3-4 0,-6 2-2 16,-1-3 3-16,8-5 7 16,-7 3 5-16,-2-1 3 0,-1-1 8 0,-2-1 2 15,1-2 13-15,-4 2 16 0,-2 2 21 0,-2 0 17 16,0 2 13-16,-2-3 15 0,0 5 13 0,-2 0 12 16,-1-1-5-16,1 1-6 0,-1 2-16 0,-1-1-16 15,-2 3-21-15,4-1-19 0,-4 1 0 0,0 0-5 16,0 9 2-16,0 0 4 0,0 3-3 0,-4 4-1 15,-1 3 0-15,2 7 0 0,-3 3 3 0,-3 1 0 0,3 2-3 0,-3 1 3 16,-3-2 0-16,3 2 3 0,0-3 0 16,-3 0 0-16,3 2-4 0,-4-7 0 0,1-1-2 15,2-7-2-15,2-5 5 0,-3 2-2 0,1-2 2 16,2-5 3-16,-2 0 4 0,1-6 5 0,-4 2 8 0,3-4 5 16,-3-2 14-16,0-1 22 0,3-3 22 0,1-1 0 15,-1-2 24 1,2 1 3-16,2-5-6 0,3-1-8 0,-1-2-19 15,7-2 0-15,1-6-4 0,4 0-17 0,2-1-9 16,5 0-1-16,0 0-9 0,6 1-5 0,-2 0 0 16,3 3-8-16,1 2 3 0,-7 5-5 0,0 1-6 15,-1 2-6-15,-1 1 6 0,-2 5-7 0,-3-2 5 16,-2 3 12-16,-1 1-2 0,-2 0-4 0,0 1-16 16,0 0-2-16,0 1 13 0,-1-1-14 0,-3 3-2 0,3-2-19 0,-3 2-17 15,4-3-23-15,-4 3-20 0,0 0-23 0,4-2-17 16,-4 2-24-16,0 0-32 0,0 0-23 0,0 0-22 15,0 0-44-15,0 0-74 0,0 0-194 0,15-3-573 16,-15 3 254-16</inkml:trace>
  <inkml:trace contextRef="#ctx0" brushRef="#br0" timeOffset="122412.01">5415 6478 84 0,'0'0'219'0,"0"0"-8"0,0 0-2 0,-4 3-1 16,4-3-8-16,0 0-11 0,0 0-17 0,0 0-17 16,0 0-17-16,18-7-11 0,-10 3-14 0,2 0-7 15,3-2-10-15,-3-2-5 0,5-1-6 0,-1-1 1 16,0-1-8-16,-2-1-1 0,4-2-10 0,-1 0-6 15,-3 2-5-15,5-4-7 0,-7 0-5 0,3 2 1 0,-3 0-4 0,-5 3 7 16,-1 2 5-16,4 0 7 0,-7-1 4 0,4 2-7 16,-5 4 0-16,0-2-11 0,0 6-6 0,-9-7-5 15,3 7-3-15,-6 1-6 0,-2 1-4 0,-1 8-2 16,-7-3-4-16,-3 8-6 0,3 3 2 0,0 2-4 16,1 2 2-16,0 2-3 0,2 2 0 0,1-3 4 15,5-1-5 1,7-1 2-16,2-4 1 0,1 0 7 0,7-3-6 15,5 1 7-15,7-1 5 0,0-6-3 0,11 0-4 16,2 0 0-16,5-5-7 0,1-1-3 0,4-4-24 16,-5-3-26-16,2-1-33 0,-5-1-39 0,-5 0-65 15,2-4-62-15,-11 1-276 0,1-2-561 0,-9 3 249 16</inkml:trace>
  <inkml:trace contextRef="#ctx0" brushRef="#br0" timeOffset="122934.83">6018 5943 282 0,'0'0'302'0,"0"-5"-10"0,0 5-9 0,0 0-17 16,0 0-18-16,0 0-15 0,0 0-25 0,0 0-13 16,0 0-28-16,0 0-22 0,0 0-18 0,0 0-7 0,0 0-21 0,0 0-9 0,0 0-11 15,-9 13-1-15,4-4-20 0,-3 0-15 0,2 0-16 16,-4 6-29-16,-1-1-16 0,-4 5-44 16,5 0-42-16,-1-2-58 0,3-2-81 0,1-5-216 15,2-1-496-15,1 3 219 0</inkml:trace>
  <inkml:trace contextRef="#ctx0" brushRef="#br0" timeOffset="123335.81">6243 6160 45 0,'0'0'353'0,"0"0"-22"16,0 0-19-16,0 0-22 0,0 0-16 0,9-3-26 0,-9 3-23 15,0 0-24-15,0 0-21 0,0 0-17 0,0 0-18 16,0 0-15-16,-13 8-12 0,4-3-14 0,4-1-15 16,-6 1-4-16,0 2-16 0,1-2 0 0,0 4-6 15,0-2-10-15,2 2-2 0,0-1-10 0,2 2-1 16,0 0-8-16,1-1-1 0,2 1-9 0,3 0 5 15,0 0-5-15,3 2-3 0,2 0 1 0,5 2-3 0,0-1 2 0,5 1 1 16,-1-3-12-16,3 2 6 0,1-1 1 0,-3 0-4 16,2 0-6-16,-2-2-4 0,-6 0-11 0,0-5-4 15,0 5-8-15,-4-4 5 0,-1 1-2 0,-4-2 0 16,-1 1-2-16,-3 1 9 0,-5-3 2 0,-1 1 3 16,-7 0 0-16,-5 1-2 0,2-2-15 0,-7 1-39 15,0-3-44 1,0 1-71-16,6-2-107 0,-1-3-238 0,4-1-568 15,7-1 252-15</inkml:trace>
  <inkml:trace contextRef="#ctx0" brushRef="#br0" timeOffset="125467.58">7550 6246 82 0,'0'-8'269'0,"-1"-1"-15"0,-3 4-22 0,-1-3-14 0,0-1-17 15,-2 2-17-15,2 2-15 0,0 1-19 0,-5-3-15 16,1 2-6-16,-4 3-22 0,-1 0-10 0,-2 1-10 16,0 4-11-16,1 1-8 0,-4 1-6 15,1 4-9-15,0 1-6 0,3 2-6 0,-1 0-4 0,1 3-1 16,2 0-5-16,1 1 0 0,-1-1-6 0,2 2-1 15,3 0-6 1,1-3 2-16,1 1-5 0,3-2 1 0,2-2 2 0,2 1-6 16,-1-2 2-16,1-3 1 0,2 1 1 0,1-2 2 0,1-1 8 0,4-2 5 15,1-3 9-15,2 0 4 0,-1-3 7 0,7-6 5 16,0-1 8-16,-4 0-2 0,1-2 3 0,1-2-1 16,3-3 17-16,-8 2-23 0,2-2 2 0,4-2 0 15,-5 2 7-15,-3 0 5 0,-1 3 15 16,-3 6 11-16,1-4 18 0,1 5-1 0,-4 1 1 15,-1 0-18-15,1 0-5 0,-1 2-15 0,2 2-9 16,-4 2-13-16,1-5-27 0,-1 5-16 0,0 0-38 16,0 0-5-16,0 0 4 0,3 9 2 0,-3-1 5 15,-1 1 5-15,1 1 3 16,0 2 3-16,1 3-3 0,-2-1-6 0,4 4 5 16,2-4 6-16,1 3-2 0,0 0 6 0,1-3-3 0,4 2-22 15,-2-1-20-15,0-6-27 0,1 0-28 0,0-2-37 0,3-2-55 0,5-1-63 16,0-3-82-16,-2-4-242 0,5 1-627 0,-6-3 278 15</inkml:trace>
  <inkml:trace contextRef="#ctx0" brushRef="#br0" timeOffset="125925.29">7865 6147 304 0,'0'0'327'0,"-2"-5"-19"0,2 5-24 15,-1-4-24-15,1 4-27 0,-1-5-26 0,1 5-21 16,0 0-26-16,0 0-14 0,0 0-17 0,0 0-15 16,0 0-11-16,-3 14-10 0,3-8-10 0,0 2-10 0,0 0-1 15,-1 2-10-15,0-1-8 0,1 6-5 0,1 2-3 16,-1-5-5-16,1 3-8 0,0 1 2 0,3 1-3 0,0-2-4 16,-1-3-1-16,1 2-2 0,-2-3-1 0,4 1-6 15,-2-3-1-15,1-2-2 0,-2 0 1 0,1-2 7 31,1 0 2-31,1-3 21 0,-1 1 1 0,2-3 3 16,0-3 18-16,4 0 8 0,-4-3 8 0,2-1-3 0,-1-2 2 16,3-3-8-16,-3 2 1 0,1-5-12 0,1 1-4 15,-2-2-2-15,0-2-15 0,-2 2 15 0,3 2 6 16,-4 2 7-16,-2 2 9 0,-1 0 2 0,2 2-1 16,0 0-5-16,-2 3-4 0,0 1-10 0,-1 0-10 0,-1 1-6 15,0 3-18-15,5-4-33 0,-5 4-20 16,1-2-32-16,-1 2-2 0,0 0 8 0,1 9 8 0,-2-3 5 0,0 3 2 15,1 2 5-15,0 0 9 0,0-1-5 0,1 2 4 16,0 0 1-16,5 3 2 0,0 1-10 0,-1-5-15 16,4 2-9-16,3 0-29 0,-1-4-18 0,4-1-39 15,2-1-45-15,1-4-51 0,1-3-62 0,-1-3-320 16,4 0-669-16,1 1 296 0</inkml:trace>
  <inkml:trace contextRef="#ctx0" brushRef="#br0" timeOffset="126688.89">8612 6120 239 0,'0'0'262'0,"-13"-4"-3"15,13 4-6-15,0 0-11 0,0 0-11 16,0 0-4-16,0 0-14 0,0 0-12 0,0 0-13 0,0 0-20 15,0 0-16-15,0 0-18 0,0 0-14 0,0 0-10 16,0 0-10-16,0 0-16 0,0 0-14 0,0 0-7 16,0 0-1-16,-3 12-8 0,-3-8-10 0,2 6 1 0,-3-2-5 15,-5 6-5 1,2-1-2-16,-3 2-4 0,1 1-11 0,-4 3 6 16,2-2-1-16,0 0-2 0,-2 0 1 0,4-2-6 15,-2-4-3-15,5 1 1 0,1-4-3 0,1 1 4 16,-1-4-1-16,3 2 0 0,1-2 2 0,0-1-4 15,0-1 10-15,-1-1 18 0,4 1 33 0,1-3 19 16,0 0-7-16,0 0-6 0,-9-12-6 0,7 6 1 0,4-2 2 16,-4-4-6-16,2 2-12 0,2-9 0 0,-1 2-10 15,-1 0-4-15,4 2-2 0,0-4-4 0,1 5 6 16,-4 1-1-16,3 4 11 0,-3-3-1 0,2 7-3 16,-2-2-7-16,3 2-6 0,-4 0-4 0,0 2-13 15,1-1-1-15,2 1-5 0,-3 3-7 0,0 0-1 16,9 1-2-16,-9-1-1 0,10 6-3 0,-2 1 2 0,1 1-10 0,2 2-6 15,6 2-8-15,-2 0-1 0,1 2-10 0,5 0-22 16,1 1-8-16,0 0-12 0,2-1-15 0,-5-6-7 16,3 1-4-16,-3-2-6 0,4-2-1 0,-5 0 1 15,1 0 9-15,-1-5 7 0,-5 0 10 0,1-2 20 16,-3-1-10-16,1-2 14 0,-2 0 12 0,0-2 20 16,-2-2 21-16,2 3 19 15,-5-5 23-15,0 3 8 0,2-4 23 0,-5 2 9 16,6 1 15-16,-6-1 14 0,1 1 7 0,1 4 8 15,-4-2 3-15,1 2 2 0,3 0-5 0,-4 1-9 16,1-1-11-16,2 2-9 0,-3 3-14 0,0-4-7 16,0 4-13-16,0 0-3 0,1-4-15 0,-1 4-18 15,3-2-24-15,-3 2-24 0,0 0 2 0,0 0-2 0,0 0 1 16,-4 11 5-16,4-3 3 0,-3 0-1 0,2 4 3 0,1 0-4 16,-4-2 16-16,4 3-1 0,-1 3-6 0,1-4 2 15,-3 4 1-15,2-3 0 0,1-1 1 0,-3-2-1 16,3 0 4-16,-1-1-1 0,1-3 1 15,0 1 1-15,0-3-2 0,0 1 3 0,0 0 0 0,0-2 2 16,0-3 4-16,0 4 1 0,0-4 5 0,0 0-3 16,-1 4 5-16,1-4-7 0,0 0 3 0,0 0-10 0,0 0-11 15,0 0-44-15,0 0-27 0,0 0-24 0,2-17-28 16,1 10-35-16,-3-2-29 0,1-1-45 0,2-4-54 0,-2-1-87 16,2-4-234-16,-2 2-669 0,3-2 296 0</inkml:trace>
  <inkml:trace contextRef="#ctx0" brushRef="#br0" timeOffset="126874.02">8817 5939 317 0,'0'0'361'0,"-3"-5"-9"0,3 5-22 0,0 0-15 15,0 0-30-15,-6-2-30 0,6 2-23 0,0 0-30 16,0 0-35-16,0 0-43 0,0 0-31 0,0 0-33 0,0 0-53 15,0 0-64-15,20 6-81 0,-10-3-117 0,-2-2-187 16,-1 0-478-16,1-2 211 0</inkml:trace>
  <inkml:trace contextRef="#ctx0" brushRef="#br0" timeOffset="129479.93">9027 6342 152 0,'-1'4'172'0,"1"-4"-9"0,0 0-14 15,0 0-6-15,0 0-3 0,0 0 4 0,0 0 3 16,0 0 3-16,0 0-1 0,14-1-6 0,-14 1-4 0,10-4-2 0,-2 1-5 31,1 1-2-31,0-5-12 0,0-1 0 0,6-3-5 0,1 0-6 16,-2-3 1-16,-3 2-7 0,7-12 6 0,-1 4 2 15,-2-5-6-15,-2-2-14 0,1-2 4 0,-3 4-4 16,0-4 1-16,-3-2-2 0,0 2 2 0,-4-1-8 16,1 4 11-16,-1 1-11 0,-4 4-3 0,0 4 2 15,1 2 6-15,-1 6 6 0,0-1-5 0,0 3-5 16,2 0-11-16,-2 2-4 0,0 0-13 0,-2 1-28 0,2 4-26 16,0 0-35-16,-1-4 6 0,1 4 3 0,0 0 1 15,-8 21 3-15,3-5-4 0,-1 1 2 0,-2 4 19 16,2 4-11-16,-1 4 1 0,5 0 6 15,0 2 2-15,2-2-6 0,2 0 5 0,4 0-8 0,3-4 3 16,1-1 1-16,3 0-3 0,6-6 3 0,-6-5 5 0,6 0-2 16,4-4 0-16,-2 1 7 0,7-8 1 0,-1 1-4 15,1-5 3-15,1 1 1 0,-2-7 0 0,-8-1 1 0,4-1-2 16,-4-1 6-16,3-5 8 0,-8 0 13 0,-1 4 3 16,0-4 2-16,-3 0 3 0,1 0 5 15,-2-1 18-15,-5 10 13 0,1-6 7 0,-1 3 16 16,1 1 6-16,-2 2-5 15,-1 4-8-15,-1-2-11 0,2 1-10 0,-3-1-14 16,3 2-13-16,-3 3-21 0,2-1-26 0,-2 1-13 16,0 0 13-16,0 0-11 0,0 0 2 0,0 14 2 15,0-7 3-15,0 2-1 0,0 5 3 0,-2-2 3 0,4-1 2 16,-4 6 0-16,4-1 5 0,-2-4-7 16,0 1-27-16,0-1-16 0,1-3-16 0,2-4-13 15,-2 3-21-15,-1 0-9 0,2-4-5 0,-2 0 7 0,2 1 6 0,-2-3 8 16,0-2-25-16,0 0-61 0,0 0-64 0,0 0-59 15,-5-19-280-15,2 7-631 0,2-2 278 0</inkml:trace>
  <inkml:trace contextRef="#ctx0" brushRef="#br0" timeOffset="129633.4">9673 5809 342 0,'-2'-6'321'0,"1"4"-29"0,1 2-33 0,-1-5-29 15,1 5-24-15,0 0-21 0,0 0-16 0,0 0-20 16,0 0-13-16,0 0-13 0,6 13-25 0,-1-6-31 15,3 2-31-15,-3 2-37 0,4 2-38 0,0 2-39 16,-3-3-28-16,2-2-59 0,2 0-206 0,-1 2-402 16,0-3 179-16</inkml:trace>
  <inkml:trace contextRef="#ctx0" brushRef="#br0" timeOffset="130019.65">10264 5966 41 0,'-5'-2'315'0,"-1"-1"-21"15,1 2-19-15,-4 0-20 0,1 0-19 0,-1 1-25 16,-1 1-25-16,-3 1-14 0,3 1-18 0,-8 3-17 16,0 2-13-16,4 1-16 0,-2 2-9 0,0 1-14 15,0 2-5-15,0 7-7 0,0-1-7 0,4-3-4 16,2-2-9-1,1 2 1-15,4-1-3 0,1-4-13 0,1-2-2 16,2-2-9-16,1 2 2 0,3-5 3 0,-2 4-3 16,2-5 12-16,2 0 0 0,0-1 4 0,6-3 1 0,0 1 0 15,1-2-6-15,-2-2 0 0,8-3 2 16,-7-1 2-16,1 2-1 0,4-4 2 0,-5 3-5 16,2-1 12-16,-3 0-5 0,-1 0-1 0,0 1 6 0,0 1 4 15,-4 1-8-15,-1-1 5 0,1 3-7 0,-1 0-10 0,2 1-11 16,-3-1 1-16,-3 2-11 15,6-1-3-15,-6 1-3 0,0 0 6 0,12 4-7 16,-7-2-12-16,1 5-20 0,-1-2-18 0,2-2-23 16,2 4-34-16,-2 0-41 0,1 1-44 0,0-1-41 15,-2 0-60-15,-2-3-268 0,2 2-597 0,-2-1 264 16</inkml:trace>
  <inkml:trace contextRef="#ctx0" brushRef="#br0" timeOffset="130334.67">10455 6000 105 0,'5'-7'337'0,"-4"1"-14"0,2 1-21 0,0 1-29 0,0-1-23 16,0 2-33-1,0 1-25-15,3 0-18 0,-6 2-10 0,12 0-19 16,-5 4-23-16,3 1-11 0,-1 1-12 0,0 3-10 0,4 1-8 16,-5 1-6-16,1-2-2 0,0 7-14 0,-1 1-1 15,-2 1-3-15,2 2-9 0,-4-1-1 0,-4-4-4 16,1 2-4-16,2-5-2 0,-6 0-4 15,3-3-8-15,0 2 4 0,0-6-3 0,-1 0 8 0,1-1 18 16,0 0 25-16,0 1 36 0,0-5-6 0,0 0 0 0,0 0 11 16,0 0 3-16,-9-13 6 0,6 8 5 0,2-5-8 15,1-1 1-15,0-2-15 0,0-6-11 0,4-1-10 16,0 1-18 0,1-5-16-16,0 3-22 0,4 3-24 0,1 1-37 0,-1 0-35 0,2 1-36 0,0 3-62 15,-1 1-41-15,-1 4-44 0,0 1-63 0,3 2-75 16,-3-2-243-16,2 5-680 15,-3 2 301-15</inkml:trace>
  <inkml:trace contextRef="#ctx0" brushRef="#br0" timeOffset="130867.18">10838 5995 152 0,'0'0'415'0,"0"-4"11"0,0 0-16 15,0 4-3-15,0-6-24 0,0 6-27 0,3-6-32 16,-3 4-34-16,0 2-35 0,0 0-33 0,0 0-19 15,0 0-27-15,2-4-17 0,-2 4-27 0,0 0-30 16,14 6-30-16,-6-1-25 0,-3-2-24 0,4 2-24 16,2 0-14-16,-2 0-17 0,-1 1-3 0,2 1-11 15,-3-2-1-15,3 0 5 0,-4-2 4 0,2-1 8 16,-3 0 5-16,3-1 10 16,-1-1-7-16,2-1 2 0,0-3 6 0,-1 1-2 15,1-1 7-15,2-2 12 0,1-1 6 0,-6 1 13 16,6 0 8-16,-3 0 19 0,-3 1 8 0,-2 1 12 15,2 0-2-15,1 0-4 0,-3 1-15 0,-2 1-3 16,-2 2-7-16,8-1-8 0,-8 1-4 0,0 0-8 16,11 6-9-16,-7 0-6 0,1 1-6 0,-1 6 17 15,0 3-11-15,1 11 8 0,-4 0-6 0,-1 2-2 0,-1 2-2 16,-4 1 1-16,0-1 0 0,-2 2 8 0,-3 1-7 16,-1 1 4-16,-1-5-12 0,-2 0 8 0,1-5 1 15,-2-4 4-15,4-4-1 0,4-5 2 0,-1-5 6 0,2 1 17 16,-2-3 23-16,3-2 20 0,0-3 11 0,5 0 5 15,-4-6 1-15,2-1 6 0,4-1-11 16,2-8-7-16,1-3-8 0,8-3-11 0,6-7-7 0,4 0-8 0,9-8-5 16,7-4-12-16,0-1-13 0,5 0 6 0,-1 3 1 0,-1 4-9 15,-4 2-2-15,-9 14-4 0,-5 2 7 16,-9 7 4-16,-1 0 7 0,-5 3-1 0,0 2-5 16,-4-1-1-1,-1 3-7-15,2 0-8 0,-2 1-17 0,0 1-26 16,-4 1-22-16,0 0 1 0,0 0 6 0,0 0-9 15,0 9-20-15,-4-3-31 0,3-1-38 0,-3 1-44 0,-3 3-35 16,0 0-52-16,1-1-72 0,1-3-372 0,1-1-789 16,1-1 349-16</inkml:trace>
  <inkml:trace contextRef="#ctx0" brushRef="#br0" timeOffset="131794.7">12245 6110 146 0,'-3'3'166'0,"3"-3"-17"0,0 0-16 0,0 0-16 15,-6 0-3-15,6 0-5 0,0 0 7 0,0 0-1 0,0 0-5 0,15 1 0 16,-6-2-6-16,2 1-10 0,2-3-10 0,6-4-7 15,2 1-5-15,6 0-9 0,-3-6-6 16,-1 0-4-16,3 0 2 0,1 2 4 0,-2-3-4 16,-11 1 8-16,9-4-6 0,-7 4 4 0,-4 0 2 0,1 0 3 15,-3-1-2-15,1 0 6 0,-5 2 6 0,-1 1-2 16,-1 1 9 0,-3 2-8-16,-1 1-6 0,0-1-7 0,-5 3-6 15,0 0-10-15,-4 1-6 0,-4 0-6 0,-6 6-2 16,-2 0-5-16,-8 4-3 0,1 5-6 0,0-1-1 0,0 2-5 15,0 3 0-15,1 0-1 0,4-4-3 16,1 9 0-16,8-6-2 0,3-1 2 0,1 6-1 16,3-4 4-16,5-1-3 0,4-1 6 0,7 1 9 15,4 0 2-15,11-1-11 0,3-1 3 0,10-4 1 0,13-2-6 0,2-2 3 16,4-4-3-16,3-5 3 0,1 0-1 0,-4 1-2 16,1-1-3-16,-6 1-2 0,-18-1 6 0,0 2-4 15,-6 1-1-15,-8-2-2 0,-6-1 5 0,-3 4 9 16,-2-2 9-16,-3 2 11 0,0-1 8 0,0-1 3 0,-5 2-3 15,8 0-6-15,-8 0 15 0,0 0-21 0,0 0-7 16,0 0 3 0,0 0-9-16,-22 2-13 0,17-1-11 0,5-1-16 15,-10 2-15-15,10-2-22 0,-9 0-14 0,9 0-26 0,-4 0-33 0,4 0-38 0,-4 4-23 16,4-4-21-16,0 0-38 0,0 0-244 16,0 0-531-16,0 0 235 0</inkml:trace>
  <inkml:trace contextRef="#ctx0" brushRef="#br0" timeOffset="133458.44">13446 5921 290 0,'0'-7'392'16,"0"1"8"-16,0 1-10 0,0-1-5 0,0 1-23 15,0 1-31-15,0 4-38 0,0-6-25 0,0 6-32 0,0-4-31 16,0 4-24-16,3-3-43 0,-3 3-20 0,0 0-12 0,0 0-17 15,1 16-8-15,0-4-7 0,-2 5-9 0,0 2-4 32,-3 5-11-32,0 6-2 0,-1-2 6 0,-3 4-14 15,6-1-3-15,-6 1-3 0,4-3-3 0,0 0-2 16,3-3-4-16,1-6 4 0,0-3-6 0,0-1-12 0,-3-5-11 16,3 0-2-16,-1-4 0 0,1 0 3 0,1-3 8 15,2 1 22-15,-3-1 25 0,0-4 37 0,0 0 3 16,0 0-9-16,0 0-8 0,0 0-9 0,5-17-8 15,-1 7-8-15,-3-4-3 0,3-1-8 0,-4-4-2 0,0 0-12 16,4-8-15-16,-5-2-18 0,-2 2-11 0,-1-2-3 16,0 3-5-16,-5 1 3 0,-1 1 0 15,1 7-3-15,-1 0 2 0,-4 3-3 0,1 1-1 0,-6 0 2 0,2 5 0 16,-2 1 3-16,-2 2-1 0,0 2-2 0,2 0 5 16,-3 7 2-16,3-2-2 0,1 3-5 0,-3 6 2 15,5-3-20-15,1 4-16 0,2 0-13 0,3 1-1 16,2 1-17-16,4-2 4 0,4-1 9 0,6 2 12 0,5 2 3 15,4-3 17-15,8 4-11 0,9-1 1 0,0-6-1 16,7-3-4 0,0-3 5-16,14-1-4 0,-17-2-5 0,4-2-4 15,11-6 5-15,-15-1 4 0,-1 3 11 0,-2-6 12 0,-3 3-4 0,-3-6 19 16,-1 2 10-16,-11 2 24 0,7-6 22 0,-9 5 28 16,1-2 34-16,-3 3 20 0,-4 2 23 0,1 2 24 15,-4 1 24-15,0-2 13 0,0 5 1 0,-1-2-20 16,1 2-17-16,-3-1-22 0,1 1-18 0,2 1-18 15,-4 2-15-15,0 0-21 0,0 0-40 0,0 0-14 16,0 0-7-16,0 0 1 0,1 16 6 0,-3-8-9 16,-2 10 1-16,0-1 0 0,0 1-1 0,-1 10 0 15,0-3-1-15,2-5 3 0,2-1-24 0,1-1-14 16,-1 1-5-16,2-7-2 0,0 0-4 0,1-2 3 16,-1 0-1-16,0-4 8 0,1-1 7 0,0-2 3 15,1-1 24-15,3 0 2 0,-6-2 7 0,15-4-1 0,-6-1 3 0,3 1 1 16,3-7-6-16,-1 0 0 0,3-2-2 0,-3-1-2 15,5-5-1-15,0 1 3 0,-6 1-3 0,1 3 0 16,-1-1-4-16,-5 6-1 0,-1 1 2 0,0-1-2 16,-2 5-6-16,-1-1-6 0,0 0-11 0,-2 2-29 15,-1 0-37-15,-1 3-33 0,6-2-9 0,-6 2 18 16,0 0 8-16,6 9-7 16,-5-3-14-16,3 2 15 0,1 3-20 0,3 3 2 15,6 0-3-15,1-1-3 0,9-2-1 0,7 2-23 16,0-1-8-16,2-5-3 0,1 0-4 0,4-4 0 15,-3-2 13-15,1-1 11 0,-3-4 15 0,-3-3 9 16,-4 1 13-16,-8-2 23 0,-2-2 33 0,-3-4 39 16,-1 3 19-16,-7-1 23 0,-1 2 21 0,0-3 17 15,-1 2 14-15,-1 0 13 0,-2 1 7 0,-2-1-3 0,-1 3-4 16,-1 0-6-16,-1 2-10 0,-3-1-3 0,1 4-9 0,-3 1-5 16,-3 2-22-16,-5 2 9 0,-1 1-14 0,1 4 5 15,0-1-9-15,-4 3 3 0,0 5-11 0,6 0 1 16,-8 1-2-16,6 6 3 0,-1-4-5 0,7-2 1 15,-1 2-2-15,4-2-12 0,4-2-11 0,0-4 4 16,2 0-4 0,1 0 10-16,1-3 5 0,1-1 16 0,2-1 15 15,-2-4 0-15,10 0 5 0,-2-3-9 0,5-2-6 0,2-2 8 0,0-2-3 16,0 0 0-16,1 0-7 0,1-4 0 0,-2 0 3 16,-2 0-8-16,5 2 0 0,-4-3 2 0,-1 1-8 15,-2 4-7-15,0 1 10 0,-3 0-14 0,0 2 5 16,-2 2 8-16,-2 0-5 0,0 0-9 0,0 1-11 15,1 2-13-15,-5 1-5 0,8 0-1 0,-8 0 7 16,7 4-1-16,1 0-2 0,2 2-4 0,-1 1-1 16,4-3-22-16,1 4-15 0,1 1-15 0,6-1-7 15,-2 1-11-15,2-4-7 0,0-1-1 0,1 0-4 0,-3-3 10 16,0-1 8-16,2-5 11 0,-5 1 6 0,2-4 9 16,-1-1 17-16,-4 0 20 0,-2-4 24 0,3 2 13 0,-2-4 20 31,-3 1 18-31,1-1 16 0,-4-3 13 0,4-5 14 15,0-1 6-15,-2 0 2 0,0-1 0 0,0-3 4 16,2-1-3-16,-1 2 5 0,-1 0 13 0,-3 9 5 16,1 3 7-16,-2-1-8 0,0 7-10 0,-2 0-10 15,-1 5-14-15,1-3-13 0,-1 3-20 0,0 1-42 16,1 0-44-16,-2 3 3 0,0 0 6 0,-2 11-2 16,0 0 6-16,-2 6-2 0,0 8 1 0,-1 4 8 0,-4-1 2 0,4 4 13 15,-2-4-12-15,0 2-13 0,1-1-9 0,2 0-7 16,0-2-6-16,3-8 6 0,-2-1-12 0,0-1 2 0,3-6 0 15,-1 4 7-15,0-8 3 0,0 3 6 0,1-5 3 16,-2 0 24-16,2-1 18 0,0-4-4 0,-5 0 3 16,5 0 2-16,-10-5-3 0,5 0 0 0,-4-2-4 15,0-1-2-15,-4 2-1 0,-1-6-4 0,-1 3 3 0,-1-2-1 16,1 2 3-16,2 2-7 0,-1 0 0 0,4 3 6 16,1-2-13-16,2 3 7 0,1-1 0 0,1 1 8 15,1 1-7-15,0-2-4 0,4 4 4 0,-3-6-5 16,3 6 9-16,7-3-17 0,2 0 2 0,10-2-2 31,3-1 6-31,5 3-2 0,9 0-9 0,-2-3 14 0,3 3-2 16,-1-2 2-16,15-2-5 0,-14 2-2 0,-1 1 10 15,0-1-2-15,-7 0-8 0,1 0 12 0,-9 0-9 0,-3 0 28 16,0 1 19-16,-4 2 21 0,-4-2 13 0,1 0 26 16,-4 4 15-16,0-3 10 0,-5-1 6 0,5 3-2 15,-2 0-9-15,-5 1-12 0,6-3-14 0,-6 3-1 16,5 0-17-16,-5 0-13 0,0 0-11 0,8 0-22 15,-8 0-17-15,4 3 1 0,-4-3-9 0,1 6 4 0,2 1 0 16,-3 1-4-16,1 1-1 0,0 1 1 0,-1 2 0 16,2-2 0-16,-2 4-1 0,0-4-27 0,0 2-19 15,1 0-22-15,1-4-20 0,1 3-19 0,-3-5-24 0,1 1-21 16,-1-2-10-16,3 0-5 0,-3-1 2 16,1 1 6-16,-1-5-4 0,0 0-42 0,0 0-48 15,0 0-35-15,-13-11-37 16,7 4-252-16,-2-4-622 0,3-5 275 0</inkml:trace>
  <inkml:trace contextRef="#ctx0" brushRef="#br0" timeOffset="133590.21">15171 5786 81 0,'0'-16'227'0,"0"4"25"0,0-3 27 0,0 5 14 15,0 1 11-15,0-1 19 0,3 3-16 0,-3 3-12 16,0-2-30-16,-3 1-26 0,3 1-24 0,0 4-24 0,3-6-24 0,-3 6-15 16,0-4-45-16,0 4-39 0,0 0-24 0,0 0-36 15,14 3-45-15,-8-1-38 0,3 5-32 0,0-2-39 16,-1 2-46-16,3-2-61 0,-2 2-249 0,3-1-542 15,4 0 240-15</inkml:trace>
  <inkml:trace contextRef="#ctx0" brushRef="#br0" timeOffset="133975.01">15755 5782 85 0,'0'0'258'0,"0"0"-19"16,0 0-13-16,-10-3-14 0,2 3-10 0,8 0-19 15,-18 3-14-15,6-1-16 0,-1 5-15 0,-5-2-10 16,3 7-15-16,-11-1-11 16,3 3-10-16,0 3-9 0,0 0-6 0,-1 0-9 15,1 2-5-15,9-5-8 0,1 0-6 16,3 1 7-16,2 0 12 0,3-5 7 0,1 2 1 16,3 0 3-16,2 2 8 0,7 1 1 0,-2-5 6 0,8-2-3 15,5 0-8-15,8 1-8 0,5-5-2 0,-1-5-13 16,-2-1 4-16,-1-1-7 0,-6-1-10 0,-1-1 10 15,-1-2 21-15,0 0-13 0,-7-3 11 0,1 1-11 0,0-3 8 16,-6 2-8-16,2-5-13 0,-5 1 3 0,-1-3-9 16,-4 1-6-16,0 0-7 0,-4 1-3 0,-1-2-2 15,-5 1-5-15,-2 1-10 0,-2 1-13 0,-2 3-5 16,-5 0-11-16,-2-1-5 0,-1 4 2 0,4 3-23 16,-2-2-12-16,-1 5-25 0,6 1-25 0,-2 1-32 0,5 1-32 15,0 1-32 1,2 3-31-16,7-2-36 0,0 1-288 0,5-3-600 15,3 5 266-15</inkml:trace>
  <inkml:trace contextRef="#ctx0" brushRef="#br0" timeOffset="134306.99">15971 5821 270 0,'0'0'449'16,"5"-3"-8"-16,-5-1-31 0,0 4-43 0,0 0-29 15,0 0-34-15,2-1-38 0,-2 1-29 0,0 0-33 16,0 0-19-16,0 0-23 0,0 10-15 0,-2-3-21 16,-2 3-7-16,-1 0-10 0,-2 5-9 0,-2 2-8 15,4 0-6-15,-4 1-12 16,2-3-7-16,3 2-25 0,-1-5-22 0,2-2-19 16,1-3 1-16,0 1-2 0,0-3 9 0,2-1 22 15,0-4 4-15,6 3 12 0,2-4 5 0,4-4 1 16,4-1 9-16,2-2 8 0,1-1 4 0,7-5 6 15,-3-2 9-15,3 4 6 0,-3-3 8 0,-6 3 9 16,0 3 9-16,-4 2 5 0,-4 1 5 0,0 2-7 16,-3 1-15-16,0-1-19 0,0 2-13 0,-1-1-30 0,-5 3-36 0,8 4-14 15,-5 1-19-15,3 5-40 0,0 0-66 0,0 4-62 16,3 6-91-16,-7-1-104 0,1-2-498 0,4 2-956 16,-1-7 423-16</inkml:trace>
  <inkml:trace contextRef="#ctx0" brushRef="#br0" timeOffset="137798.07">8022 8208 155 0,'4'-5'266'0,"2"-1"-16"0,-5 4-2 0,2-3-14 16,-2 0-19-16,3-1-11 0,-3 5-14 0,-1 1-16 15,-1-10-20-15,-3 6-18 16,0 3-13-16,-6-4-12 0,1 5-12 0,-10-1-11 16,-2 1-12-16,-8 1-5 0,-2 5-10 0,-2-2-8 15,-2 3-4-15,0 0-5 0,-1 2 4 0,4-1-16 16,-1 4 0-16,4-4-6 0,0 2-3 0,4 1 0 16,8-4-4-16,-2 3-2 0,1-2-6 0,8 1 4 15,2-2-5-15,-1 1-1 0,3 2 1 0,2-1 0 16,3-2-2-16,2 6 3 0,3-4 0 0,7 1-4 0,5-1 3 0,2-2 2 15,7 0-3-15,5-2 1 0,0-2-4 0,3-3 2 16,3 0 7-16,-1-7-11 0,-6 1 3 0,4-2-3 16,-3-2 0-16,-3-5 15 0,-4 3 16 0,-7 0 18 15,6-6 14-15,-10 3 21 0,-1-2-1 0,-1-6 9 16,-2-1 0-16,-2-5 0 0,-2 0 5 0,-4-4 6 16,-1 3-6-16,-3-2 21 15,-1 2-1-15,2-1 14 0,2 4-8 0,-4 7-2 16,5 2 2-16,-4 2-8 0,2 4-11 0,0 0-12 15,1 2-11-15,-2 3-8 0,2 2-12 0,1 0-14 16,0 1-36-16,0 4-42 0,-3-5-42 0,3 5-8 16,0 0 5-16,0 0 2 0,-4 22 7 0,2-4 18 15,1 9-8-15,1 1 10 0,0 3-3 0,1 2 19 16,-1 3-4-16,5-3 5 0,-4 2 2 0,2-1 0 0,1-1 5 0,1-4-1 16,-1 1 4-16,1-5 6 0,0-1-3 0,0-5 7 15,-5-7-3-15,4 4 6 0,-3-4-2 0,2-2 0 16,-2-3 1-16,2-1 0 0,-2-1 14 0,-1 1 16 15,0-3 19-15,0-3 14 0,3 6 11 0,-2-4 0 16,-1-2-4-16,0 4 0 0,0-4-6 0,0 5-5 16,0-5-4-16,0 0-5 0,0 0-4 0,0 0-7 0,0 0-45 0,0 0-42 15,0 0-54-15,-4-12-51 0,0 9-51 0,0-2-56 16,-1 0-61-16,-1 1-100 0,1-5-254 0,-2 3-737 16,4-4 326-16</inkml:trace>
  <inkml:trace contextRef="#ctx0" brushRef="#br0" timeOffset="138246.25">8226 8093 267 0,'7'-3'280'0,"-5"1"-28"0,6-1-21 0,-3 1-25 15,-5 2-23-15,10-1-19 0,-3 2-17 0,-1 0-14 0,0 5-11 16,2-1-9-16,1 3-11 0,0 1-8 0,-3 1-9 0,-1 1-8 0,2 4-5 15,-5 1-7-15,1-1-5 0,-3 3-2 0,-1 1-5 16,-5-2 1-16,-1 0-3 0,-1 0 3 0,-2-1-14 0,1-1-6 16,0 0 0-16,1-4 5 0,2-3-2 0,0 5 1 15,-1-7 0-15,3 1 9 0,2-2 17 16,-2 1 30-16,0-2 48 0,3-2 37 0,1-2 35 16,0 0 1-16,0 0-15 15,0 0-25-15,0 0-15 0,10-18-16 0,-5 8-14 16,4-5-12-16,0 1-13 0,0-1-11 0,4-7-14 15,1-1-2-15,0 0-10 0,-1 2-7 0,3-1-5 16,-7 7-3-16,1-1-8 0,-1 2 5 0,-3 6 6 16,-4 0-5-16,-1 1-3 0,3 2-5 0,0-1-5 15,-3 3-6-15,3 0-13 0,-4 3-21 0,1-5-18 16,-1 5-11-16,0 0-8 0,0 0 13 0,-1 12-3 0,-4-4 4 0,1 3 0 16,0 2 6-16,1 4 1 0,-3-1 0 0,1 2 6 15,1 9 3-15,1-8-4 0,5-1 3 0,3-2 5 16,0 1-17-16,4 2-8 0,7 0-20 0,7 0-40 15,5-5-51-15,4-1-66 0,2-6-87 0,16 0-127 16,-13-9-327-16,4 0-810 0,-5-1 359 0</inkml:trace>
  <inkml:trace contextRef="#ctx0" brushRef="#br0" timeOffset="139054">7503 8669 194 0,'-5'0'267'0,"0"2"-13"0,1 0-15 0,4-2-17 15,-9 2-13-15,9-2-16 0,0 0-17 16,-5 0-19-16,5 0-14 0,-4 3-13 0,4-3-15 0,0 0-7 16,0 0-4-16,0 0-5 0,0 0-4 0,-10-2 1 0,10 2 2 15,0 0-2-15,0 0 2 0,0 0-3 0,0 0-3 16,0 0-5-16,0 0-4 0,0 0 1 15,0 0-7-15,0 0-8 16,0 0-11-16,0 0-6 0,0 0 7 0,0 0-17 16,0 0 1-16,0 0 1 0,0 0-10 0,0 0 0 15,0 0-1-15,0 0-4 0,0 0-1 0,-2 3-7 16,2-3-2-16,0 0 0 0,0 0-1 0,0 0-3 0,0 0-9 16,0 0 0-16,0 0 3 0,0 0-2 15,0 0-2-15,0 0 2 0,0 0 8 0,0 0-7 16,0 0-3-16,0 0 0 0,0 0-3 0,0 0 0 15,0 0 12-15,0 0 1 0,0 0 1 0,0 0 0 0,0 0-1 16,0 0-7-16,0 0-1 0,0 0 5 0,0 0-5 0,0 0-5 16,0 0 3-16,0 0 5 0,0 0-1 0,12 3 0 15,-2-4 2-15,3-2-4 0,16 0-1 0,3-1 2 0,22-3 4 16,9-3-2-16,35 1 13 0,6-4 7 16,4-1 2-16,3 4 8 0,4-2-1 0,2 2 3 0,-1-1 0 15,-9 1 5-15,-10 6-8 0,-33-3-8 0,-4 5 2 16,-5-4-6-16,-15 5 7 0,-7-2-9 0,-2 1-7 0,-11-1 3 15,-7 1 1-15,0 0 0 0,-3 0 6 0,-2 2 11 16,-2 0 6 0,2 0 3-16,-8 0-9 0,5-3-13 0,-5 3-22 15,0 0-27-15,0 0-12 0,-18-2-46 0,8 4-29 16,-4-1-38-16,0 1-33 0,-4 3-40 0,0-1-49 0,0-1-74 0,-5 1-305 16,5 2-701-16,-5-2 311 0</inkml:trace>
  <inkml:trace contextRef="#ctx0" brushRef="#br0" timeOffset="139327.4">8391 8838 274 0,'0'0'368'15,"-2"-6"-2"-15,2 6-4 0,-2-6-3 0,2 6-10 16,-1-6-20-16,1 6-25 0,-1-2-26 0,1 2-37 16,0 0-29-16,0 0-31 15,0 0-18-15,0 0-16 0,0 0-20 0,-2 20-12 16,1-9-8-16,2 7-10 0,-2 1-12 0,4 5-8 16,-1 3-9-16,0 1-19 0,1 1-59 0,2-2-57 0,-1 5-72 0,-4 0-91 0,1-3-133 15,-2 0-279-15,-4-10-695 0,5-4 308 0</inkml:trace>
  <inkml:trace contextRef="#ctx0" brushRef="#br0" timeOffset="141420.99">9803 8325 73 0,'0'0'224'15,"-6"-2"-4"-15,6 2-5 0,0 0-9 0,0 0-14 16,-8-3-9-16,8 3-13 0,0 0-12 0,0 0-12 16,0 0-5-16,-5-2-5 0,5 2-7 0,0 0-9 15,0 0-4-15,0 0-6 0,0 0-5 0,0 0-4 16,0 0-5-16,0 0-1 0,0 0-7 0,0 0-7 15,0 0-5-15,0 0-14 0,0 0-1 0,15-7-8 16,2 3-3-16,2 0-10 0,8-2 0 0,2 1-7 0,3-1-7 0,1 2-20 16,2-2-15-16,-2 5-26 0,-3 0-23 0,-1-3-31 15,-7 6-27-15,-1-2-38 0,-8 2-37 0,1-2-54 16,-4 0-198-16,-2 0-479 0,-3 2 212 0</inkml:trace>
  <inkml:trace contextRef="#ctx0" brushRef="#br0" timeOffset="141790.01">9940 8446 94 0,'-7'2'241'0,"4"-1"-5"15,0 1-5-15,3-2-8 0,0 0-10 0,-9 2-11 16,9-2-5-16,0 0-8 0,0 0-14 0,0 0-17 0,0 0-15 16,0 0-10-16,0 0-15 0,0 0-12 0,0 0-8 0,0 0-13 15,25-4-2-15,-5 1-15 0,0-1-4 0,7-2-7 16,5 1-3-16,0 1-7 0,-1 1-6 16,-3 1-1-16,-4-1-8 0,2 2 0 0,-6-2-6 15,-1 3 0-15,-2 0-6 0,-3 0 0 0,-5-1 0 0,-1 0-7 16,-2 1 1-16,0 1 4 0,-6-1-1 0,8-2 13 15,-8 2 2-15,6 0-6 0,-6 0 1 0,0 0-6 16,0 0 0-16,0 0-13 0,0 0-11 0,0 0-17 16,0 0-23-1,0 0-20-15,-19 2-23 0,19-2-40 0,-6 1-41 16,6-1-50-16,0 0-279 0,-5-4-537 0,5 4 238 16</inkml:trace>
  <inkml:trace contextRef="#ctx0" brushRef="#br0" timeOffset="142627.46">11646 8002 36 0,'-2'-5'265'15,"1"-2"-22"-15,-3 2-16 0,1-2-20 0,-1 1-17 16,-3-1-18-16,-4 2-18 0,-1-2-15 0,-1 4-17 15,-6-1-2-15,0 3-16 0,-4-2-9 0,-4 3-13 16,-5 3-3-16,4-2-4 0,-4 4-5 0,2 0-2 16,-2 2-8-16,3 0-3 0,3 2-9 0,-1 1-3 15,8-2-3-15,-1 1-6 0,1 0 4 0,5 3-9 0,-2-3-6 0,5 1-6 16,2-2 3-16,1 3-3 0,2-2-4 0,4 1 0 16,-1 1 0-16,5-2-2 0,-1 2 2 15,5-1 3-15,7 1-3 0,0-1-1 0,5-3 0 0,1 1 6 16,9-1-9-16,0-3 3 0,-1-1-4 0,-3-1 4 15,4-6-1-15,-8 3 6 0,1-3 14 0,-2-3 16 16,-2 2 15-16,-2-5 10 0,-2-1 4 0,1-2 12 0,-4-2 1 0,1-2 5 16,-4-7-3-16,1-2-4 0,-3-2 1 0,-1-1-2 15,-1-3-10-15,-2 0-11 0,0-1 7 0,-1 0 9 16,0-1 3-16,0 7 0 0,0 0 9 16,0 8 4-16,0 2 0 0,0 3-5 0,-1 2-5 0,0 3-10 15,-2 4-9-15,3-4-8 0,0 6-19 0,0-2-26 16,0 1-31-1,0 4-40-15,0 0-9 0,0 0 13 0,0 0 0 16,0 13 3-16,-1-1 16 0,1 6-6 0,0 8 5 16,1 2-5-16,-2 0 16 0,2 1 3 0,3 2-8 0,1 1 10 15,0 0 0-15,0 0 3 0,-1-7 3 16,2 3-1-16,0-8 16 0,-4-1-12 0,3-3 1 16,-2-3 1-16,0-1-3 0,0-2 7 0,0-1 4 15,-3-3-2-15,2 1-17 0,1-2-8 0,-2 1 3 0,0-1 5 0,-1-2-8 16,0 0-8-16,0-3-6 0,3 4-11 0,-3-4-55 15,0 0-59-15,0 0-59 0,0 0-69 0,0-15-330 16,-1 8-671-16,4-1 298 0</inkml:trace>
  <inkml:trace contextRef="#ctx0" brushRef="#br0" timeOffset="143208.47">11780 7786 210 0,'1'-4'333'15,"0"0"-6"-15,-1-1-19 0,3 0-14 0,-2 2-23 16,1-1-25-16,-2 4-36 0,0-4-4 0,0 4-40 16,0 0-15-16,3-4-28 0,-3 4-15 0,0 0-7 15,5 10-12-15,-3-5-9 0,-1 5-16 0,3 1-1 0,0 4-1 0,2 0-11 16,1 2-18-16,0 0-12 0,-2 0-13 0,4 0-9 16,-2 0-6-16,3-2-8 0,-3-1-6 0,-1-2-6 15,0-4-2-15,-1 0 3 0,-4-2 3 0,4-1 2 0,-1 2 1 16,-4-5 7-16,4 0 11 0,-4-2 6 15,5 2 3-15,-5-2 7 0,4-7 8 0,-3-1 6 16,2 1 6-16,-2-2 8 0,3 0 7 0,-4-2 13 0,0 0-5 0,4-1 5 16,-3 1 7-16,0 1 9 0,-1-2 8 0,0 4 11 15,3-1-8-15,-6 5-5 0,6 0-8 0,-6-4-4 16,6 4-9-16,-3 2-21 0,0 2-14 0,0-6-27 16,0 6-25-16,0 0 6 0,0 0-14 0,0 0 1 15,0 16 9-15,0-5-2 0,-3 7-1 0,3 3 7 16,-1 5 1-16,-4 5 19 15,4 2-11-15,-3-2 3 0,1 5-5 0,2-4 6 16,0 0-7-16,-2 1 8 0,2-4 1 16,1 0 1-16,0 0 0 0,1-11 10 0,-1 6-10 15,3-8-1-15,-3-3 2 0,0 0-1 0,-3-5 4 0,3 0-4 16,0-1 5-16,-1-1-1 0,1-1 10 0,-3-2 10 16,3-3-7-16,-5 2 2 0,5-2 2 0,-12-5 3 15,5-2 13-15,2 3 18 0,-3-3 5 0,3-5 5 0,-2 2-2 16,1-7 9-16,1-3 2 0,3-4-5 0,0-2-3 0,1-2-4 15,5-1-9-15,1-4-4 0,2 3-3 0,5 0-7 16,1 2-3-16,-3 2-5 0,7 5 1 0,-7 4-6 16,4 0-3-16,-1 2-2 0,5 3-6 0,-4 1 1 15,5 2-8-15,-3 3-10 0,-4 2-37 0,2 0-41 16,0 4-31 0,-1 2-27-16,-2 0-29 0,1 2-25 0,-5 5-29 15,-1-2-55-15,0 3-88 0,-2-2-251 0,-4 1-667 16,0-3 296-16</inkml:trace>
  <inkml:trace contextRef="#ctx0" brushRef="#br0" timeOffset="143809.03">11164 8401 103 0,'-11'4'291'16,"0"-1"-13"-16,3 0-6 0,3-1-6 0,-1-1-8 0,1 0-9 0,5-1-7 0,-5 3-31 16,5-3-21-16,0 0-16 0,0 0-17 0,0 0-25 15,0 0-4-15,0 0-13 0,0 0-16 0,16-5-3 16,-16 5-14-16,9 0-9 0,-9 0-6 0,9-1-16 16,-6 0 2-16,-3 1-4 0,5-4-3 15,-5 4-4 1,5-2-6-16,-5 2-6 0,4-1-2 0,-4 1 4 15,0 0 0-15,0 0-13 0,0 0 1 0,0 0-1 0,4-3-2 0,-4 3-4 16,0 0-2-16,0 0 2 0,0 0-7 0,0 0 9 16,0 0-7-16,2-3 0 0,-2 3 1 0,0 0 4 15,0 0 7-15,0 0-4 0,0 0 3 0,0 0 3 16,0 0-5-16,0 0-1 0,0 0 0 0,0 0 1 16,0 0 1-16,0 0 1 0,0 0 2 0,0 0 1 15,0 0-7-15,0 0 2 0,0 0 2 0,0 0-7 0,0 0 1 16,0 0-4-16,0 0 13 0,0 0-15 0,0 0 3 0,0 0-9 15,0 0 13-15,0 0 0 0,0 0-2 0,0 0-5 16,4 7 0-16,-4-7 5 0,0 0 0 16,0 0-6-16,14-3 12 0,4-2-2 0,10 1-1 15,8-2 1-15,22-3-3 0,5 1 4 0,32-4-5 0,3 1-3 16,-6 4 5 0,12-1-12-16,-2-2 5 0,7 1 9 0,-11-1 8 15,-34 4 0-15,5-1-2 0,-8 0 5 0,-1 1 1 16,-21 1 9-16,-5 2 12 0,-4-1 4 0,-10 3 25 0,-7-1 11 15,-3 0 10-15,3 2 8 0,-6-3-1 16,-1 3-7-16,0-3-9 0,-1 2 2 0,-5 1-20 16,5-2-16-16,-5 2-23 0,5-1-30 0,-5 1-51 15,0 0-37-15,0 0-57 0,0 0-54 0,0 0-34 0,0 0-38 0,-24 7-49 16,12-4-68-16,-1-1-309 0,0 0-750 0,-5 1 332 16</inkml:trace>
  <inkml:trace contextRef="#ctx0" brushRef="#br0" timeOffset="144340.44">11909 8580 238 0,'0'0'361'16,"0"0"-28"-16,0 0-41 0,0 0-31 0,0 0-28 0,0 0-27 15,0 0-16-15,0 0-21 0,28 2-19 0,-14 2-14 0,4 0-15 16,1 2-10-16,-3 1-13 0,1 3-27 0,-1-3-3 15,-5 3-8-15,-1-3-8 0,0 3-9 0,-2 0-12 16,-4 1-8-16,-3-1-4 0,-1 2-5 0,-3 0-2 16,-4 0 2-16,-4 1-4 0,-1 0 3 0,-3-2-2 0,2-1-3 31,1-3 5-31,0 1-1 0,2-2-1 0,0-1 0 16,3 2 0-16,2-4 0 0,-3-3-3 0,6 2 4 0,-2 1 10 15,0-1-2-15,4-2-8 0,0 0-1 0,0 0 12 16,9 7-12-16,-1-4-5 0,3-2 2 0,7 0-1 15,1 4-2-15,-2 0 0 0,2 0 3 16,-4 0 6-16,3 3-14 0,1 0 1 0,-5 0 1 0,-1-1-7 16,0 3 5-16,-4 1-4 0,-4-2 3 0,1 0 0 15,-3 0-1-15,-2 2 3 0,-5-1 6 0,-3 1 5 0,-6-1-1 16,-5 1-4-16,-9-1-1 0,-3-2 1 0,-2 3 11 0,-3-5-14 16,-2-2 3-16,1-3-1 0,-1 1 0 0,-5-5-14 15,6-1-32-15,4-1-66 0,-1-3-86 16,6-1-363-16,11-1-600 0,5 3 266 0</inkml:trace>
  <inkml:trace contextRef="#ctx0" brushRef="#br0" timeOffset="146660.81">13451 8042 107 0,'3'-3'233'0,"-3"3"-3"16,0 0-1-16,0 0-12 0,0 0-4 0,0 0-9 15,0 0-18-15,0 0-9 0,0 0-11 0,0 0-3 16,0 0-12-16,0 0-9 0,0 0-10 0,0 0-10 16,0 0-11-16,0 0-8 0,0 0-12 0,0 0-2 15,0 0-5-15,0 0-8 16,0 0-8-16,0 0-5 0,0 0-9 15,0-7-8-15,0 7-1 0,5-3 0 0,5 3-6 16,-1-1 8-16,9 0-20 0,0-2-21 0,4 1-21 0,6 0-43 16,-2 2-35-16,-5-2-34 0,-1 2-45 0,2-3-45 15,-5 3-281-15,-3 3-539 0,-4-1 239 0</inkml:trace>
  <inkml:trace contextRef="#ctx0" brushRef="#br0" timeOffset="146814.72">13569 8122 233 0,'-3'3'232'0,"-3"-2"-8"0,2 2-9 0,4-3-5 0,-6 2-11 16,6-2-4-16,-5 2-9 0,5-2-14 0,0 0-14 15,0 0-12-15,0 0-12 0,16 3-9 0,1 0-16 0,12-6-15 16,3 0-56-16,9 0-65 0,-4 2-82 0,1-3-133 16,1-1-140-16,0 0-415 0,-7 0 184 0</inkml:trace>
  <inkml:trace contextRef="#ctx0" brushRef="#br0" timeOffset="149018.54">15655 7545 183 0,'4'-5'239'0,"-1"-2"-5"0,-1-2-6 15,0 5-10-15,-1-5-10 0,-1 4-9 0,0-1-16 16,-1 1-13-16,-2-2-20 0,-1 1-15 0,-3 2-14 16,-5-2-12-16,-2 2-13 15,-5 4-7-15,-4-2-8 0,2 2-11 16,-7-1-4-16,-1 2-6 0,1 0-5 0,-2 4-2 15,1 1-7-15,2 0-6 0,7 0-3 0,-9 4-6 0,12-3-3 16,-1 2-2-16,3-1-6 0,3 1-2 0,-1 2 3 16,6 1-4-16,-2 0 7 0,2 2-11 0,5-1-2 0,0-1 9 0,1-2-12 15,4 2 1-15,2-1 1 0,2 0-2 0,4 2 0 16,0-3 3-16,7 2 1 0,0-8-1 16,1 1-5-16,2-4 3 0,3-1 0 0,-5-3-5 15,9-1 6-15,-7 1 2 0,-3-5 16 0,1 0 1 16,4-8 7-16,-9 5 9 0,-2-4 7 0,-1 0 9 0,-4-3 9 15,6-5 9-15,-8-4 4 0,-1 2-4 0,-3-5-9 16,-1 1 1-16,0-3-1 0,-1 2-2 0,-1-1-6 16,0-3 2-16,-3 3-9 0,1 2 10 0,-2 1-9 15,3 10 15-15,2 0 4 16,-1 1-1-16,-1 8 5 0,2-1-14 0,-1 3 1 16,2 1-5-16,0 2-14 0,-1 1-20 15,1-1-37-15,-2 0-29 0,2 4-26 0,0 0 3 16,0 0-2-16,2 13 10 0,-2-4 4 0,1 10 9 0,2 4 12 15,-3 6-8-15,3 2 6 0,-1 1 4 0,2 4 11 16,2 9-2-16,-1-11 2 0,-1-1 3 0,1-1 2 16,2 4-2-16,-2-5-1 0,1-2 7 0,-1-3 6 0,3-2-9 15,-7-7 1-15,3-6-1 0,-4 0 7 0,4-1 4 16,-4-2-2-16,3-3 5 0,-2-2 18 0,-1 2 21 16,0 0 24-16,0-5 21 0,1 5 13 0,-1-5 9 15,4 3-3-15,-4-3-6 0,0 0-7 0,0 0-12 0,1 4-10 16,-1-4-5-16,0 0-9 0,0 0-12 0,0 0-9 15,0-12-22-15,0 5-30 0,0 7-27 0,0-6-40 0,3 2-21 16,-3-1-58-16,1 1-38 0,-2-2-48 0,2 3-62 0,-1-4-70 16,0-1-299-16,4 0-733 0,-3-1 326 0</inkml:trace>
  <inkml:trace contextRef="#ctx0" brushRef="#br0" timeOffset="149534.76">15850 7248 147 0,'-3'-3'258'0,"-2"2"-16"0,5 1-14 0,-4-4-28 16,4 4-22-16,0 0-19 0,0 0-17 0,0 0-9 16,0 0-18-16,0 13-8 0,3-8-14 0,-2 2-6 0,4 3-11 0,3 1-6 15,3 2-5-15,0 1-9 0,0-3-5 0,6 3-4 16,-2 0-3-16,3 0-3 0,5-2-7 0,-8 0-2 15,10 1-1-15,-9-1 0 0,-2-2-5 0,-5-3-5 16,4 1-7-16,-3-2 0 0,-2-2-3 0,-2 2-3 16,-1-1-3-16,-1-1 2 0,-1 1 4 0,-3 0 0 15,-3 2-3-15,1 1 1 16,-6 1 1-16,-2-1-3 0,-6 6 0 0,1-2-2 16,-2 0 9-16,0 1-6 0,-4 3-6 0,1 2 5 15,-1-2 3-15,1 1-5 0,4-2 1 0,1-2 1 16,1 1 2-16,0-3-7 0,1 1-2 0,4 1 7 15,-1-5-3-15,6-1-4 0,-1-2 3 0,1-1 2 16,3 1 6-16,-2-1 7 0,3 1 16 0,0-5 10 16,4 5 5-16,5-2 1 0,5-3 4 0,-1 0-11 0,9-3-4 15,4-2-3-15,5 0-4 0,2 1-3 0,-2-1-3 0,2-2-2 16,2-1-6-16,-3 4 1 0,-2-1-1 0,0-2-1 16,-8 1-3-16,-1 5-5 0,-3-2 3 0,-4-1-1 15,-4 2 4-15,-2 2 1 0,2 0 7 16,-3 0 9-16,-2-2 5 0,-5 2 0 0,9 0 13 0,-9 0 0 15,5-1-1 1,-5 1-11-16,6-3-4 0,-6 3-5 0,0 0-3 16,0 0-6-16,9 0-22 0,-9 0-14 0,0 0-23 15,3-2-23-15,-3 2-52 0,0-4-59 0,0 4-95 0,-3-7-286 16,-2 2-599-16,4 0 266 0</inkml:trace>
  <inkml:trace contextRef="#ctx0" brushRef="#br0" timeOffset="149888.37">15929 7594 99 0,'-5'0'231'0,"-1"2"-10"0,6-2-9 0,0 0-5 15,-9-1-7-15,9 1-5 0,0 0-8 0,0 0-11 16,0 0-12-16,0 0-3 0,0 0-14 0,0 0-7 16,0 0-10-16,22-3-13 0,-9 1-11 0,8-2-4 15,5 0-17-15,5-1-3 16,5-2-10-16,0 4-4 0,0-6 12 16,0 7-18-16,-2-5-4 0,-1 2-9 0,-14 2 1 0,2 1-5 15,-5-1-1-15,-3 3 3 0,-5-1 6 0,1-3 10 16,-3 4-11-16,-1-2 4 0,-5 2-4 0,8-1-5 15,-8 1-8-15,4-1-2 0,-4 1-9 0,0 0-22 16,0 0-23-16,0 0-25 0,0 0-34 0,0 0-35 16,-20 6-35-16,12-3-52 0,1 0-67 0,-2-3-255 0,0 1-562 15,3-1 249-15</inkml:trace>
  <inkml:trace contextRef="#ctx0" brushRef="#br0" timeOffset="150553.59">14659 8078 16 0,'-7'-3'215'0,"3"3"-2"0,4 0-12 15,-8-1-13-15,8 1-10 0,0 0-16 16,-7-1-17-16,7 1-15 0,0 0-14 0,0 0-12 16,0 0-13-16,-6 0-6 0,6 0-12 0,0 0-5 0,0 0-11 0,0 0 6 15,0 0-10-15,0 0-4 0,0 0 2 0,0 0-5 16,0 0-1-16,0 0-2 0,0 0-4 0,0 0-1 15,0 0-6-15,0 0-4 0,0 0 5 0,0 0-12 16,0 0 0-16,0 0-1 0,0 0-3 0,0 0 9 16,0 0 6-16,18 5 0 0,-6-5 1 0,0 0-2 15,11 1 1-15,5-2-1 16,7 1 2-16,2-3 3 0,18 2-4 0,3-6-4 16,33-2 3-16,2 0 3 0,12-3 2 0,4 0 3 15,7-1-7-15,13 0 2 0,3-1 7 0,7 1-6 16,5-3 8-16,3 2-1 0,8 0-1 0,2 2-4 15,-6 0-3-15,-3 2-1 0,3-5-2 0,-5 6-4 16,-2-4-2-16,0 1-1 0,-2 6-4 0,-9-6 0 16,-9 4-3-16,-6 0-1 0,-6 0 2 0,-6 0 12 0,-4 1 9 0,-11-3 7 15,-27 5 10-15,-1-4 9 0,-1 1 6 0,-4-2-1 16,-2 4 18-16,-18-1 1 0,-2 2-1 0,-4 0 10 16,-4 0 0-16,-5-1 6 0,-6 2 6 0,-3 2 0 15,-3-1-13 1,1 2-4-16,-6-1-9 0,1 2-9 0,-1-2-10 15,1 2-2-15,-7 0-9 0,8-3-13 0,-4 2 4 16,-4 1-7-16,5-1-6 0,-5 1-4 0,0 0-7 0,5-2-15 16,-5 2-17-16,0 0-16 0,6-1-20 0,-6 1-18 15,0 0-16-15,0 0-11 0,0 0-36 0,4-1-15 16,-4 1-19-16,0 0-25 0,0 0-31 0,0 0-22 16,0 0-49-16,0 0-364 0,0 0-705 0,-20-3 313 15</inkml:trace>
  <inkml:trace contextRef="#ctx0" brushRef="#br0" timeOffset="152592.76">15313 8410 136 0,'-4'-2'171'0,"4"2"-6"0,0 0-3 16,0 0-14-16,0 0 1 0,-6 0-8 16,6 0-3-16,0 0-3 0,0 0-8 0,0 0-13 15,0 0-8-15,0 0-9 0,0 0-8 0,18-3-8 16,-7 0-8-16,8 1-5 0,-2-2-9 0,11-2-5 0,4 1-3 16,3-2-5-1,0 2-7-15,2 0-4 0,0-2-4 0,-2 4-2 16,-3-2-4-16,-9 3-5 0,-3 0-1 0,-2 0-7 15,-5 2-15-15,-3 0-17 0,-3 0-6 0,-2 0 0 16,-5 0 0-16,0 0 3 0,0 0 2 0,-18 7 5 16,-3-3-1-16,-5 3 2 0,-5-1 3 0,-1-2 2 15,0 0 0-15,3 3 4 0,1-1 0 0,-1-1 5 0,3-1 0 0,4-1 4 16,0 1 5-16,3 0 3 0,6-2 1 0,-1 1 11 16,4-2-10-16,0 1 4 0,3 0 0 0,2 0-1 15,0-2 0-15,5 0 2 0,-9 1 3 0,5 1 3 16,4-2-3-16,-4 2-2 0,4-2 1 0,-6 2 2 15,6-2-5-15,0 0-3 0,0 0-1 0,0 0-2 16,0 0 1-16,0 0-6 0,0 0 1 0,0 5 1 16,0-5 8-16,10 8 2 0,-3-1 3 0,2 1 1 0,3-2-1 0,1 7-2 15,2 0 0-15,5-3 1 0,0 9 0 0,2-2-5 16,-3 1-7-16,1 1 1 0,-1 1-1 0,-2 0 0 16,-4-3-3-16,0 4 2 0,-6-4-2 0,-1 2-4 15,-3-2-6-15,-3 0-1 0,-5 0 0 0,-4-3 0 16,-1 1 2-16,-4-5 0 0,-3 1 0 0,0-1 7 15,0-6-3-15,-4 2 2 16,4-1 8-16,4-5 15 0,-4 0 14 16,3 0 18-16,4-3 17 0,-3 0 22 0,4-2 21 15,0 1 27-15,4 2 10 0,0-5-19 0,1 2-14 0,2 0-12 16,2-2-15-16,2 2-5 0,2-2-9 0,1 2-12 16,5 0-12-16,3 0-5 0,2-1-35 0,6 1-28 15,1 2-38-15,-2 0-41 0,9-1-45 0,-1 3-54 16,-2 1-66-16,2-3-355 0,-1 1-661 0,-4-2 292 0</inkml:trace>
  <inkml:trace contextRef="#ctx0" brushRef="#br0" timeOffset="153076">16054 8358 52 0,'-4'-4'308'0,"4"1"-26"16,0 3-23-16,-5-4-25 0,5 4-24 16,-5-2-24-16,5 2-22 0,0 0-16 0,0 0-15 0,0 0-15 15,0 0-9-15,0 0-12 0,17 12-7 0,-8-5-11 16,2 0-7-16,7 3-7 0,6 4-4 0,-6-4-10 0,5 3-2 16,0 1-5-16,-5 0-3 0,4 1-7 0,-7-4-4 0,-2 2-1 15,1 1-8-15,-6 2-11 0,-2-2-7 0,-2-1 1 16,1 3-3-16,-6 0 1 0,-4 2-2 15,-2-1 0-15,-3 1 0 0,-5 2 0 0,-2 2 2 16,-6-1 0-16,0-3 0 0,0 0-3 0,0 0 6 0,-3-2 1 16,2 0 0-16,-1-3 0 0,8-3 1 0,-1 2 0 0,4-5 6 15,4 0-3-15,0-1-3 0,3-2 4 0,2 1-3 16,0-3 16-16,1 0 11 0,2 2 7 0,2-4 14 16,-3 4 4-16,3-4-1 0,0 0 3 0,23 0-9 15,-10-2-1-15,6-2-6 0,9 2-3 0,2-2-6 16,-1-1-4-16,2 1 1 0,1-1-8 0,-2-1-5 15,-2 5 0-15,3-3 2 16,-13 3-4-16,4 1-3 0,-7-3 3 0,-5 3-7 16,-1-2 0-16,0 1-2 0,-3-1 0 0,0-1-11 15,-3 2-8-15,-3 1-12 0,6-1-16 0,-6 1-25 16,0 0-27-16,0 0-27 0,-16-7-17 0,6 3-38 16,1 1-33-16,0 1-68 0,-2-3-193 0,2 1-503 15,0-2 222-15</inkml:trace>
  <inkml:trace contextRef="#ctx0" brushRef="#br0" timeOffset="153472.84">16017 8632 267 0,'-13'0'256'0,"6"0"-11"0,0 0-11 0,-2 0-14 0,9 0-20 16,-10 0-11-16,10 0-13 0,-6 0-10 16,6 0-11-16,0 0-9 0,0 0-11 0,-9 0-13 0,9 0-4 15,0 0 3-15,0 0-2 0,0 0-13 0,0 0-5 16,0 0-2-16,0 0-9 0,0 0-9 0,20 3-14 0,-20-3 1 16,9 0 0-16,-9 0-9 0,9-3 10 0,-9 3-24 0,14 0-3 15,-4 0-3-15,3-1-4 0,5 1-3 16,0-1 0-16,14-1-1 0,1-3-3 0,1 4-8 15,6-3 5-15,11 0 3 0,2-1 8 0,-2-1-5 16,-13 4-7-16,-2 0 1 0,1 0-10 0,-6 1 4 0,-3-3 4 0,-8 4-7 16,-1-2 3-16,-7 2-2 0,-1-1-2 0,-3-2-3 15,0 3 4-15,-2-1-4 0,2 1-5 0,-8 0-1 32,6-1-13-32,-6 1-19 0,0 0-11 0,0 0-36 15,0 0-29-15,0 0-24 0,0 0-30 0,-23 1-29 0,18 3-42 16,-1-4-48-16,6 0-245 0,-12 1-561 0,8 0 249 15</inkml:trace>
  <inkml:trace contextRef="#ctx0" brushRef="#br0" timeOffset="153977.9">17029 8645 146 0,'0'0'215'0,"0"0"-11"0,-6 2-5 16,6-2-7-1,0 0-11-15,0 0-12 0,0 0-14 0,0 0-6 0,-7 0-7 16,7 0-4-16,0 0-8 0,0 0-2 0,0 0-13 15,0 0-5-15,0 0-6 0,0 0-2 0,0 0-4 16,0 0 0-16,0 0-2 0,0 0-5 16,20-5-3-16,-20 5-9 0,0 0-4 0,0 0-6 0,0 0-9 15,0 0-1-15,0 0-5 0,5-1-8 0,-5 1-2 16,0 0-10-16,0 0-6 0,0 0 3 0,0 0-3 0,0 0-5 16,0 0-3-16,0 0 1 0,0 0-5 0,0 0-2 15,0 0-1-15,0 0 1 0,0 0-3 0,0 0 1 0,0 0-4 16,0 0 1-16,0 0-1 0,0 0 2 15,0 0 0-15,0 0 3 0,0 0 4 0,0 0 1 16,0 0 7-16,7 4-2 0,-7-4 0 0,0 0-8 0,4-4 4 16,1 2 3-16,4 2-8 0,-1-4 2 0,5 1-7 0,7 2 11 15,-2-2-9-15,10-2 10 0,0 2-11 0,3-2 1 16,1 1-3-16,-1 1-7 0,-1-2 3 0,1 3-1 16,-11 0-13-16,-2 0-15 0,-4 1-4 0,-2-1-16 15,-4 1-12-15,-1 0-16 0,-2 0-26 0,-5 1-38 16,1-2-41-16,-1 2-34 0,0 0-46 0,-21-5-247 15,8 2-546-15,-1 2 242 16</inkml:trace>
  <inkml:trace contextRef="#ctx0" brushRef="#br0" timeOffset="154178.14">17188 8480 10 0,'-2'-8'331'16,"0"0"4"-16,0 0 1 0,4 3 3 0,-4 0-7 0,1-2-14 0,0 4-6 15,0 0-43-15,1 3-26 0,0-6-30 0,0 6-25 16,-3-3-38-16,3 3-8 0,0 0-17 0,0 17-8 16,-1-2-11-16,1 6-11 0,-2 3-14 0,1 8-7 15,2-2 2-15,1 1-14 0,-1 2-33 0,3-1-44 16,-2 1-42-16,5-1-43 0,-2-3-56 0,-1-1-71 16,-2-10-139-16,0-1-195 15,0-2-607-15,-2-11 269 0</inkml:trace>
  <inkml:trace contextRef="#ctx0" brushRef="#br0" timeOffset="156977.24">17949 8174 185 0,'0'-13'311'0,"0"1"-5"0,0-1-11 0,0 5-12 16,0 0 0-16,0 1-35 0,4 2-17 0,-4-1-14 15,0 2-35-15,1 1-22 0,3 0-24 0,-4 3-24 16,0 0-12-16,0 0 1 0,0 12-19 0,0-1-17 16,0 6 0-16,-4 9-5 0,3 2-12 0,-1 4 0 15,0-2-5-15,1 5-6 0,-3 0 0 0,4 0-1 16,0 0-5-16,0 1-1 15,1-7-10-15,-1 0 10 0,3 0-7 0,-2-3-2 16,1-8-12-16,0-1 6 0,-2-7-2 0,1 1 4 16,3-3-5-16,-4 0 1 0,0-2 4 0,0-1 0 15,0-1 2-15,0 2 21 0,0-6 10 0,0 5 4 16,0-5 12-16,0 0-19 0,0 0-11 0,-16-7-2 16,10 2-6-16,-1 0 1 0,-6-4-9 0,3 1 0 15,-5-2 0-15,-2 1-6 0,-1 1-7 0,1-3 1 0,-2 5 7 0,0-5-13 16,1 5 8-16,0 1 2 0,0-1-5 0,6 2-2 15,1-1-2-15,-3 1 4 0,5 2-6 0,4-1-6 16,1 0 1-16,-2 3-15 0,6 0-17 0,-9-2-7 16,9 2-5-16,0 0 1 0,0 0 1 0,0 0-5 15,29-4-7-15,-7 3-9 0,10-3-7 0,3 4-3 16,0 0-4-16,5-2-3 0,-2-1-1 0,17-3 5 0,-18 5 6 0,3-2 5 16,-2 1 9-16,-3-6 5 0,-1 4 7 0,-4 0 4 15,-10-1 6-15,-2 2 19 0,-8 0 31 0,3 1 13 16,-5-1 14-16,-2-1 23 0,-1 1 8 0,0-2-4 15,-1 1-2-15,-4-1-3 0,-3 2-6 0,1-2-2 16,-3 1 5-16,0 1-13 0,-3 1-10 0,-2-1 11 16,-3 3-16-1,0 0-8-15,-1 0-10 0,-2 1 5 0,4-1 0 0,-2 4 1 16,-2 3-2-16,5-2-10 0,0 2 3 0,1 1-5 16,2-1 3-16,1 0-3 0,2-1 1 0,1 0 2 15,0 1-15-15,4 1 10 0,0-3 13 16,1 2-19-16,5-2 1 0,2 4 4 0,1-4 1 0,3-1-2 15,4-1-1-15,4 0 1 0,-4-1 0 0,1-2-4 16,4 0 5-16,-8-2 3 0,1 1 2 0,-3-4-4 0,2 3 10 16,0-3 0-16,-4-1 11 0,0 1 1 0,-4 2 7 0,2-4 6 15,0 2 4-15,-3 1 1 0,0-2 6 0,-2 2-6 16,1 1 1-16,-1 1-4 0,2-2-7 0,-3 1 5 16,-1 3-15-16,3-5-3 0,-3 5-13 15,2-2-14-15,-2 2-17 0,0 0-20 0,3-3-16 0,-3 3-13 16,0 0-7-1,0 0 7-15,0 0 6 0,0 0 8 0,5 10-11 16,-2-7-1-16,-1 1 7 0,1-2 5 0,1 1 4 0,3-1 8 0,-4 2 0 0,3 0 7 16,3-2 6-16,3 0 2 0,-3-2 4 0,2 0 2 15,-6 3 5-15,4-3 1 0,0-3 15 0,-4 1 29 16,8-1 7-16,-8-2 17 0,3 1 15 0,-4-1 21 16,2-2 9-16,0 2 9 0,-2-2 11 15,0 2 6-15,1-1 4 0,-2 2 2 0,-1 0 1 16,1 1-7-16,-2-1-9 0,2 1-14 0,-2 0-5 15,-1 3-13-15,4-4-12 0,-4 4-9 0,1-3-13 16,-1 3-9-16,0 0-24 0,0 0-5 0,0 0 0 0,0 0-1 16,0 13-4-16,-1-7 3 0,-2 3 0 0,2 1 2 15,-2 3 0-15,1-1-6 0,-2 2 2 0,1 3 3 0,1-2-2 16,1-3-6-16,-2 0-6 0,2-2-8 0,-1-1-9 16,1-3 16-16,2-1-17 0,-2 1 15 0,1-1 7 15,0-2 19-15,0-3 19 0,0 4 18 0,0-4 5 16,0 0-1-16,0 0-1 0,12-7 7 0,-5 0-4 15,0 2-3 1,-1-4-7-16,2 3-4 0,0-3-7 0,3 1-8 16,-3 1 6-16,-1-1-9 0,1 2-5 0,0 3-2 15,-3-2-1-15,1 1-3 0,-2 1-3 0,1 1-5 0,-1 2-2 16,-4 0-13-16,14 0-15 0,-14 0-17 0,10 2-18 0,-1 1-19 16,0 3-17-16,1-3-39 0,3 1-33 15,-1 5-32-15,-2-2-33 0,1 0-44 0,5 2-55 16,-4-2-361-16,3 0-749 0,1-3 331 0</inkml:trace>
  <inkml:trace contextRef="#ctx0" brushRef="#br0" timeOffset="157516.76">18986 8404 99 0,'5'-12'348'0,"-4"-1"2"16,1 4 6-16,-2 2-7 0,2 0-13 0,-2 0-42 15,2 3-25-15,-2-1-36 0,0 0-22 0,0 5-21 16,2-4-34-16,-2 4-28 15,0 0-12-15,0 0-16 0,0 0-4 0,11 10-15 16,-8-4-39-16,2 0-9 0,1 2-14 0,0 4-14 16,4-3-16-16,-2 1-16 0,1-1-5 0,0 1-7 15,5 1 12-15,-5-4-11 0,3 0-6 0,-1-1-1 16,0 0 3-16,-1-3 2 0,1-1 3 0,-1 1 3 16,1-6 4-16,-1 3 3 0,0-5 5 0,-2-1 3 15,2-3 14-15,0 1 10 0,-5-2 13 0,4-4 12 0,0 6 10 0,0-6 7 16,-2 4 15-16,-1-1 2 0,0 0 18 0,-1 3 6 15,-1-1 6-15,1 3 14 0,-1 0-9 0,0 1-13 16,-1 0-6-16,-1 0-9 0,-1 3-16 0,2-2-7 16,-3 4-25-16,5-1-14 0,-5 1 5 0,5 5-6 15,-5 2-2-15,4 5-3 0,1 5-1 0,-1 10-2 16,0 4 9-16,-2-1-1 16,-2 6-5-16,2 10-4 0,-5 2 4 0,3-2 1 15,0 0 1-15,-5-11 0 0,9 2 1 0,-8-3 0 16,4 0-2-16,0-1 1 0,0-3-9 0,-1-4-11 15,-2-6-8-15,3-3-7 0,-2-2 5 0,-1-3-2 16,2-3 3-16,-3 0 9 0,-1-2-5 0,-3-4 5 16,-5-2 18-16,3-2-14 0,-6-2 3 0,0-1-1 15,-4-8 10-15,-6-2 3 0,2 1 6 0,2-3 5 0,2-1 24 0,6 2 14 16,-3-6 8-16,7-4 7 0,1 1 2 0,5 0-2 16,7-5-5-16,3 3-12 0,4-1-4 0,3-2-6 15,8 7-6-15,-1-2-3 0,2 7-6 0,2 1-10 16,2 0 8-16,2 3-10 0,1-1 4 0,-2 9-3 15,1-1 0-15,-7 1-15 0,0 0-23 0,2 2-29 16,-5 3-28-16,3-2-29 0,-4 1-27 0,-4 1-33 0,1 3-41 0,-7-2-47 16,0 0-59-16,-2-1-301 0,3 1-669 0,-3-3 295 15</inkml:trace>
  <inkml:trace contextRef="#ctx0" brushRef="#br0" timeOffset="158049.54">19791 8540 244 0,'-8'0'253'0,"8"0"-9"15,-10 0-12-15,5 0-20 0,5 0-12 0,0 0-13 0,-8-2-14 16,8 2-14-16,0 0-11 0,-8-2-1 0,8 2-24 0,0 0-12 15,0 0-10-15,0 0-8 0,0 0-11 0,0 0-4 16,0 0-2-16,0 0-2 0,0 0-4 16,0 0 0-16,0 0-3 0,0 0-3 0,0 0-3 15,0 0-5-15,0 0-11 0,0 0-2 0,0 0-6 0,0 0 0 16,0 0-3 0,0 0-7-16,0 0-5 0,0 0 5 0,0 0-8 15,0 0 2-15,-4 4-1 0,4-4 4 0,0 0 0 16,0 0 15-16,0 0-2 0,0 0 2 0,0 0 6 15,0 0-2-15,0 0-1 0,0 0 1 0,0 0 10 16,0 0-5-16,0 0 0 0,0 0-5 0,0 0-2 16,0 0 8-16,0 0-2 0,0 0 8 0,0 0-13 15,0 0-4-15,0 0 7 0,0 0-1 0,0 0 10 0,0 0 3 0,0 0 4 16,0 0 4-16,0 0-9 0,0 0-4 0,22-9-6 16,-8 7-3-16,4-1-3 0,4 2-9 0,6-4-6 15,3 1 3-15,3 3-8 0,-2-3-3 0,3 1 0 0,-3 1-6 16,-4 0 5-16,-7-3 0 0,-3 5-1 0,-6-2-3 15,-1 2 0 1,-3 0 0-16,-2 0-4 0,-1 0 0 0,-5 0 1 0,12-2-10 0,-12 2-13 0,6-1-12 0,-6 1-18 16,0 0-28-16,0 0-36 0,0 0-27 0,0 0-24 15,-23-4-26-15,15 5-21 0,0-1-30 0,-3 0-42 16,2 0-69-16,-1 0-231 0,3 0-626 0,-1-1 277 16</inkml:trace>
  <inkml:trace contextRef="#ctx0" brushRef="#br0" timeOffset="158603.71">20288 8283 198 0,'0'0'323'16,"2"-4"-27"-16,-2 4-21 0,6-5-23 0,0 5-25 0,-1-2-22 15,5 2-21-15,1 0-19 0,-2 0-18 0,3 2-15 16,2-2-14-16,-1 3-11 0,-2 2-11 0,-2 2-10 16,0-3-11-16,3 1-9 0,-5 3-12 0,-2-1-5 15,-2 0-9-15,0 5-4 0,-6-3-6 0,2 1 1 0,-4 2-8 0,-3-2 4 16,-5 2-8-16,-1-1 1 0,-1 1-3 16,-2-1 0-16,-1-1-1 0,5-3-2 0,1 1-1 15,1-4-2-15,4 1-2 0,-3 1-1 0,5-4-2 0,-1 1 1 16,3 1-2-1,0-2 3-15,3 2-1 0,0-4 3 0,4 11 0 16,2-9 3-16,3 6 0 0,-1-4 1 0,2 4-6 0,4-2 1 0,-2-1 3 0,3 5-7 0,-1 0 0 0,0-1 4 16,0 2-5-16,-1-1-3 0,-4-2 2 15,-3 0 0-15,3 0-2 0,-5 1 0 0,2 0-1 16,-3-1 9-16,-2-2 4 0,1 2 0 0,-5-4 0 16,-2 5-3-16,0-5 5 0,-4 4-7 0,-4-1 3 0,4-5-5 15,-10 3-5-15,1-1-17 0,-2-1-26 0,2-3-31 16,-2 0-34-1,1-2-39-15,1 0-66 0,4-3-296 0,2 1-549 16,0-2 243-16</inkml:trace>
  <inkml:trace contextRef="#ctx0" brushRef="#br0" timeOffset="159036.31">20548 8383 275 0,'5'-2'324'0,"1"-1"-17"15,0 0-14-15,-4 2-30 0,2-2-26 0,0 1-30 16,-4 2-19-16,0 0-21 0,10 1-18 0,-6 2-12 0,0 0-10 16,1 2-13-16,0 0-5 0,-1 2-12 15,-3 2-5-15,2 2-7 0,-3 0-7 0,-3 1-6 16,3 5-9-16,-5-5-4 16,1 4-8-16,-3 0 14 0,-2 0-21 0,-2-3-2 15,4-2 0-15,-1-2-5 0,-1 2 0 0,4-5-1 16,-4 2-4-16,4-5 1 0,0 2 4 0,1-2 14 15,3 1 19-15,-2-1 40 0,3-3 28 0,0 0 23 0,-2 3 5 16,2-3-19-16,0 0-15 0,10-10-17 16,-2 3-7-16,3-1-10 0,2-4-12 0,2 0-9 15,-1-2-8-15,9-1-11 0,-2-2 1 0,-3-2-8 0,1 0-3 0,-5 4 3 16,1 2-10-16,-2 2 7 0,-4 2 6 0,0 3 3 16,-1-1-1-16,-3 2-6 0,-1 0-5 0,2 3-6 15,-4-2-11-15,2 1-17 0,-4 3-15 0,4-3-19 16,-4 3-14-16,0 0 3 0,0 0 4 0,1 11 6 0,1-5 1 15,-2 3 2-15,2 3-1 0,-2 0 9 0,4 5-6 16,-3-1-1 0,3 2-30-16,0-3-21 0,5 1-34 0,-3-3-27 15,0-1-35-15,1-2-26 0,-1 0-43 0,2-2-48 0,-3-4-64 16,-1 0-364-16,3-1-770 0,-1-3 341 16</inkml:trace>
  <inkml:trace contextRef="#ctx0" brushRef="#br0" timeOffset="159267.94">20957 8194 343 0,'2'-5'335'15,"1"-2"-31"-15,-3 4-34 0,0 3-29 0,3-1-25 0,-3 1-22 16,0 0-11-16,7 11-18 0,-1-3-10 0,0 8-12 16,-1 3 9-16,4 9-19 0,-4 2-6 15,4 15-2-15,-4 3-10 0,0 1-4 0,-5 1-11 0,-9 1-4 0,-1-3-8 16,-9 2-9-16,-3-3-6 0,-7-4-6 0,-7-1 5 15,-3-3-12-15,-8-3-12 0,0-5-11 0,-5-6-50 16,-2-1-43-16,-5-3-64 0,-1-3-57 0,-2-5-98 16,-33-2-291-16,28-7-612 0,3-4 271 0</inkml:trace>
  <inkml:trace contextRef="#ctx0" brushRef="#br0" timeOffset="159806.94">19011 8132 5 0,'1'-2'337'0,"-1"2"-19"0,2-4-17 15,-2 4-29-15,0 0-34 0,0 0-23 0,0 0-23 0,0 0-13 16,-11 20-15-16,2-3-12 0,-6 10-14 0,0 4-3 31,-6 16-14-31,1 8-5 0,1-3-16 0,1 4-9 16,5 3-9-16,-1-4-3 0,10 3-9 0,4-2-5 0,5-3-3 0,9-2 11 0,7-3 3 0,12-5-4 15,5-3-3-15,7-3-3 0,6-3-31 0,0-6-63 16,3-2-85-16,-4-6-109 16,-14-8-355-16,3-3-625 0,-6-4 277 0</inkml:trace>
  <inkml:trace contextRef="#ctx0" brushRef="#br0" timeOffset="160955.31">18485 7686 136 0,'-6'0'175'0,"6"0"-13"15,-11 0-5-15,11 0-9 0,-6 0 3 0,6 0-11 16,0 0-4-16,-9-1-1 0,9 1-3 0,0 0-2 16,-7 0-1-16,7 0 1 0,0 0-1 0,0 0 0 15,0 0 1-15,0 0-6 16,0 0-5-16,0 0-6 0,0 0-12 15,-4-3-11-15,4 3-6 0,0 0-9 0,0 0-6 0,0 0-5 16,0 0-5-16,0 0-5 0,0 0-6 0,0 0-8 16,0 0-1-16,0 0 1 0,0 0-6 0,0 0-3 15,0 0-4-15,0 0-2 0,0 0-1 0,0 0-4 16,0 0 2-16,0 0-5 0,0 0 5 0,20-1-12 16,0-2 8-16,13-1-1 0,21-2-6 0,11 1 0 0,35-5 0 0,11 4-2 15,5-2 2-15,12 0-4 0,2 2-3 16,12-3-5-16,2 1 5 0,7-1-1 0,-4 4 0 0,-5 1 2 15,-13-1-5-15,-5 2 1 0,-13 3 2 0,-11-4-2 16,-7 0 1-16,-34 2 3 0,-4-2-4 16,-15 4 2-16,-2-3-2 0,-6-1 7 0,-12 3-7 15,-2-1-1-15,-5 2 5 0,-3-2 2 0,-2-1 1 0,-3 0 0 0,-1-2 2 16,-3 1-3-16,2 2-12 0,-3 2-10 0,-3-8-27 16,-2 5-34-16,1-1-40 0,-4 2-58 0,3 0-56 15,-5 0-291-15,3-2-565 0,0 3 249 0</inkml:trace>
  <inkml:trace contextRef="#ctx0" brushRef="#br0" timeOffset="162896.56">23229 7408 53 0,'-9'-1'182'0,"-1"0"-14"16,-3-2-17-16,7 3-12 0,-2 0-11 0,-1-1-18 16,2-1-8-16,7 2-7 0,-13-1-14 0,6 1-7 15,7 0-2 1,-12 0-9-16,6 0-3 0,6 0-1 0,-10 3-6 0,10-3 0 15,-10 0 4-15,10 0 0 0,-6 1 3 0,6-1 5 16,-7 0 9-16,7 0 10 0,0 0 11 0,0 0 4 16,0 0-14-16,0 0-5 0,0 0-9 0,0 0-5 15,32-5-5-15,-4-2-9 0,7 5-6 0,3-4-3 16,18-3-5-16,3 3-4 0,4-2-7 0,-2 0-2 16,1 2-1-16,0 0-5 0,-3 1 8 0,-3-2-9 0,-2 2-6 15,-16 3 5-15,-5-2-4 0,-6 0-4 0,-5 4 1 16,-5-2 0-16,-5 2-2 0,-4-3-3 0,-2 3 2 0,1 0-6 15,-3-2 1-15,-4 2-12 0,0 0-10 0,0 0-14 16,0 0-14-16,-18-2-14 0,5 3-14 16,3-2-20-16,-2 2-32 0,2-1-27 0,-3-1-61 15,3-1-151-15,-4 0-397 16,2 2 176-16</inkml:trace>
  <inkml:trace contextRef="#ctx0" brushRef="#br0" timeOffset="163190.75">23813 7150 112 0,'0'-1'261'0,"0"1"-15"16,-5-7-23-16,5 7-21 0,0-4-21 0,0 4-21 16,0 0-18-16,0 0-8 0,0 0-20 0,14 11-9 15,-8-4-15-15,6 5-12 0,3 1-5 0,-2 1-4 16,6 9-2-16,-3-3-13 0,1 2-7 0,-2 0-1 0,-1 0-8 15,-5-5-1-15,-2 2-4 0,-2-2-3 0,-2 3-4 0,-2-6 1 32,-3 6-8-32,-7-4 6 0,-2 1-5 0,-6 2-2 0,-4-4-3 0,-2-3-1 0,-4 2 1 0,1-4-2 15,0 0-1-15,-3 1-3 0,9-7-12 0,-1 0-22 16,4 2-36-16,3-3-50 0,1-3-84 0,2-2-199 16,4-3-426-16,5 0 189 0</inkml:trace>
  <inkml:trace contextRef="#ctx0" brushRef="#br0" timeOffset="163829.96">24892 7000 2 0,'0'0'171'0,"-2"-5"-12"0,2 5 1 16,0-4-5-16,0 4-6 0,0 0-6 0,0 0-8 0,0-5-4 15,0 5-5-15,0 0-6 16,0 0 2-16,0-4-2 0,0 4-8 0,0 0 0 0,4-3-8 16,-4 3 2-16,0 0-3 0,0 0-4 0,0 0 3 15,0 0 1-15,0 0-2 0,0 0 0 0,0 0 1 16,0-4-1-16,0 4-3 0,0 0-7 0,0 0 0 15,0 0-7-15,0 0-8 0,0 0 1 16,0 0-9-16,4-4-4 0,-4 4-12 0,0 0-2 16,0 0-6-16,0 0-13 0,0 0-12 0,0 0 3 15,0 0-2-15,0 11-5 0,0-5-5 0,0 5 2 16,-4 3 2-16,4 5-6 0,-2 0 0 0,-1 7 0 16,0 3 4-16,0-1-3 0,1 1-1 0,2-2 6 15,-2 1-9-15,-2-5-1 0,5 3 16 0,-1-7-19 16,0-1 1-16,3-2 0 0,-1-3-3 0,-2-3 3 0,0 1 0 0,2 1-1 15,0-7 5-15,-2 1-2 0,0-1-1 0,1-1 0 16,2 0-3-16,-3-1 9 0,0-3-3 0,1 5 7 16,-1-5 18-16,0 4 4 0,0-4 4 0,0 0-3 15,0 4 0-15,0-4-2 0,0 0-7 0,0 0-6 0,0 0 0 16,0 0-17-16,4 2-7 0,-4-2-27 16,0 0-22-16,0 0-29 0,0 0-26 0,4-8-31 0,-4 8-32 0,4-9-48 15,-1 4-50-15,0 2-273 0,2-3-586 0,-1-1 260 16</inkml:trace>
  <inkml:trace contextRef="#ctx0" brushRef="#br0" timeOffset="164600.74">24858 6798 253 0,'-1'-4'329'0,"-1"0"-13"0,2 4-15 0,-3-4-28 16,3 4-25-16,-1-5-20 0,1 5-26 0,0 0-24 16,0 0-16-16,1-4-39 0,-1 4-39 0,0 0-28 15,6-3-30-15,-6 3-38 0,0 0-35 0,17 5-49 16,-7-2-64-16,-5-1-251 0,3 0-445 0,-3 2 197 15</inkml:trace>
  <inkml:trace contextRef="#ctx0" brushRef="#br0" timeOffset="165117.84">24855 6657 39 0,'-8'-2'145'0,"-4"2"-2"0,2 2-5 0,-1-2-12 16,0 3-2-16,-1-2-2 0,-2 3-1 15,-2 1 1-15,0 3-10 0,-1-2-3 0,-6 9-1 16,0 2-8-16,0 4-9 0,3 1 0 0,-2 5-1 16,0 4-1-16,-6 11 1 0,1 1-6 0,4 3-1 0,0 1 0 15,2-2-4-15,1 1-9 0,8 0-5 0,3-12-5 16,3 2-5-16,3 0-2 0,3-2 15 0,2-2-3 0,3-1 3 16,4 0 6-16,7-6 1 0,0 4 1 0,7-3-3 0,0-1-2 15,7-1-6-15,12 2-2 0,-8-8-3 0,16 1-1 16,-4-2 2-16,5-6 0 0,0-2 3 15,1-4 5-15,1-1 2 0,-12-2 2 0,10-6 8 16,-12-2 0-16,14-1 17 0,-16-5-1 0,0 0 2 0,2-4 1 16,5-6-7-16,-12 2-2 0,0-2-14 0,8-10-6 0,-11-4-12 15,-7 5-16-15,6-15 1 0,-6-2-12 0,-6-3-8 32,-4 0-10-32,-11-1-10 0,-2 0 4 0,-7-6 2 0,-11 9-6 15,-5 3-7-15,-8 3-18 0,-9 6-19 0,-9 4-22 16,-7 8-23-16,-33-3-19 0,-2 10-26 0,0 9-28 15,-1 9-27-15,0 5-49 0,-1 0-85 0,4 7-281 16,28-3-649-16,5 1 287 0</inkml:trace>
  <inkml:trace contextRef="#ctx0" brushRef="#br0" timeOffset="-214159.81">2352 10639 68 0,'-18'1'64'0,"-1"2"-13"0,6-2-4 0,-2 0-14 0,5 2 6 0,-1 1-4 0,0-4 0 15,5 3-2-15,-1-1-2 0,1-2-6 0,6 0 8 16,-9 0-5-16,9 0 10 0,-7 3 4 16,7-3 3-16,-6 0 9 0,6 0-1 0,-4 1 6 15,4-1 3-15,0 0 0 0,0 0-3 0,0 0-2 16,-10-1-5-16,10 1-3 0,0 0-7 0,0 0 2 0,0 0-10 16,0 0 7-1,0 0-11-15,-5 1 1 0,5-1 0 0,0 0-4 16,0 0 5-16,0 0-7 0,0 0 14 0,0 0 5 15,0 0 0-15,0 0 11 0,0 0 4 0,0 0 1 0,0 0-2 16,0 0 1-16,0 0 0 0,0 0-5 0,0 0-1 16,0 0-3-16,0 0-9 0,0 0-4 0,0 0-5 15,0 0-2-15,0 0-1 0,0 0-12 0,0 0 6 16,0 0-4-16,0 0-4 0,0 0 2 0,0 0-5 0,0 0-1 16,0 0 0-16,0 0-3 0,0 0 0 0,0 0-1 15,0 0 0-15,0 0-2 0,0 0-1 0,0 0 4 16,0 0-5-16,0 0-3 0,0 0 2 0,0 0 1 15,0 0-3-15,31 0 3 0,-12-1-4 0,13-2 3 0,2 1 0 16,2 0 6-16,18-1 4 0,-2-2 8 16,-14 3 2-16,16-2 1 15,-17 1 1-15,-1 2 2 0,-4-3-3 0,0 2 1 0,-4-1-9 16,-6 1 2-16,-3 1-1 0,-7-1-6 16,0 2 0-16,-1-2-16 0,-3 2-10 0,-4-1-14 0,-4 1-16 15,8 0-14-15,-8 0-18 0,0 0-42 0,0 0-8 16,-30 3-12-16,15-1-24 0,-7 1-160 0,2 0-351 15,-1-1 155-15</inkml:trace>
  <inkml:trace contextRef="#ctx0" brushRef="#br0" timeOffset="-213792.47">2457 10665 38 0,'0'0'291'0,"0"0"-6"0,-4-4-15 16,4 4-10-16,0 0-10 0,-1-4-25 0,1 4-20 0,0 0-23 15,-3-2-15-15,3 2-20 0,0 0-28 0,0 0-38 16,0 0-38-16,0 0-36 0,0 0-2 16,-6 12 3-16,3-2-1 0,-3 8 1 0,-1 9-3 15,-2 0 1-15,-3 4-2 0,0 0 1 0,3 1-2 0,-1-1 0 16,5 0 0-16,-3-1 1 0,3-1 0 0,-1-3-4 16,2-2 4-16,0-8-3 0,4 1 0 0,-1-2-1 15,-2-2 0-15,3-3 2 0,-1-2 1 0,1-1 0 0,0-2 3 16,0 0 10-16,1-1 6 0,-1 0 16 0,0-4 14 0,-1 4 8 15,1-4 16-15,0 0 7 0,0 6 8 16,0-6 4-16,0 0-2 0,0 3-4 0,0-3-3 16,0 0-7-16,0 0-5 0,0 0-12 0,0 0-1 15,0 0-6-15,0 5-11 0,0-5-5 0,0 0-7 0,0 0-12 16,0 0-23-16,0 0-29 0,0 0-24 0,0 0-31 0,0 0-28 16,0 0-47-16,0 0-46 0,5 0-37 0,-5 0-39 15,14 0-171-15,-9 3-494 0,8-3 219 0</inkml:trace>
  <inkml:trace contextRef="#ctx0" brushRef="#br0" timeOffset="-213359.81">2992 11001 168 0,'0'-5'239'0,"0"1"-5"15,0 1-14-15,-4-2-15 0,3 0-19 0,0 1-22 16,-3-2-15-16,0 4-14 0,-4-1-15 0,2 0-12 0,-1 2-13 0,-5 1-15 16,-2 0-2-16,-4 3-12 0,-1 1-3 0,3 1-9 15,-3 1-6-15,0 2-8 0,0 2-1 0,1 0-10 16,1 2-3-16,1 0 0 0,3 1 12 16,-1-4-3-16,1 6-2 0,4-6-7 0,2 1 2 0,2 0-7 15,-1-3-3-15,3 0-2 0,0-2 4 0,0-1-6 16,2 2 2-1,1-4 4-15,0-2 1 0,4 5 17 0,2-5 13 16,-6 0 8-16,19-5 9 0,-6 0 5 0,5-2 6 16,-1-1 3-16,2-1 1 0,-2 0-2 0,-2-2-6 0,3 0-7 15,-4 1-3-15,-5 0-6 0,5 5 6 0,-5-2-12 16,-4 2 13-16,1 3-5 0,1-4-7 16,-2 5-9-16,-1-2-7 0,-4 3-6 0,5-4-10 15,-5 4 3-15,8 0-1 0,-8 0-11 0,12 4-1 0,-4 0 4 0,1 1-5 16,1-3-29-16,2 4-2 0,5 2-4 0,0-4-27 15,-3 5-24-15,4-4-18 0,2 1-22 0,1-1-26 16,-2-2-17-16,3 0-27 0,-2-2-13 0,-1 0-27 16,1-3-15-16,-4-1-14 0,1-5-163 0,-7 2-451 15,3-4 199-15</inkml:trace>
  <inkml:trace contextRef="#ctx0" brushRef="#br0" timeOffset="-212604.04">3258 11028 1333 0,'10'-16'-57'0,"-3"-1"28"16,-2 1 20-16,0-2 23 0,-1 0 27 0,-2-2 31 0,4-6 24 16,-3 9 39-16,0-8 14 0,-1 6 10 0,1 2 9 15,-2 1 14-15,0 1 8 0,2 3 7 0,0 0-15 16,-2 3-4-16,1-2-12 0,0 4-2 0,-1 0-17 15,0 2-2-15,2-2-11 0,-2 3-18 0,-1 1-6 16,1 0-22-16,-1-2-6 0,0 5-11 0,3-4-18 16,-3 4-17-16,0-4-36 15,0 4-31-15,0 0-8 0,0 0 1 16,2 12 8-16,0-4 0 0,-2 6 4 0,-2 3 3 0,1 1 9 16,0 8-6-16,-2 3 5 0,-3-2 7 0,1 4-8 15,0-4-1-15,0-1 6 0,1-1-1 0,0-5 9 16,0-2-7-16,-2-1 1 0,4-4 0 0,0-3 0 15,1 0-1-15,-2-2 6 0,3 1 0 16,-1-5 1-16,-1 3 2 0,2-2 5 0,-1-2 4 0,0 1 43 0,1-4 22 16,0 3 20-16,0-3 20 0,0 0 16 0,0 4 20 15,0-4 14-15,0 0 11 0,0 0-17 0,0 0-18 16,5-10-14-16,0 3-13 0,4-2-10 0,1-5-13 0,2 3-10 16,0-1-12-16,3-2-7 0,0 0-5 0,2 1-17 15,-1 2-2-15,0-1-5 0,0 1-3 16,1 2-3-16,-6 2-6 15,1 1-1-15,-2-1-5 0,0 2 0 0,-2 1-1 16,-3 2-19-16,0 1-9 0,1-1-19 0,-6 2-17 0,5-4-33 16,-5 4-5-16,6-1-34 0,-6 1-29 15,0 0 7-15,3 5 25 0,-5 0 12 0,-1 2 12 16,-3 1 2-16,-5 3 9 0,-1 2 10 0,-2-1 5 16,0 1 6-16,-4-1 8 0,4 1 7 0,0-1 3 15,1 2 5-15,0-2 16 0,3-6-8 0,1 4-1 0,1-3 7 0,2-4-1 16,0 3 5-16,3-3 10 0,-1 1-4 0,2-1 1 15,2-3 1-15,-4 3 3 0,3 0-4 0,1-3 14 16,0 0-5-16,10 4 5 0,1-1 1 0,2-3 1 16,5 1 0-16,1 0-1 0,9 1-1 0,-6-1 2 15,9 0 3-15,-2-1 10 0,-1 1-16 0,2 1 6 16,-2-2 9-16,-8 0-15 16,-1 0 6-16,3 0-4 0,-5-2 1 0,-3 2 3 15,-4-1 1-15,2 0 0 0,-2 0 23 0,-3 1 22 0,0-3 19 16,-2 2 21-16,0-2 7 0,0 0 14 0,-1 1-3 15,0-2-5-15,0 1 4 0,-2 1 2 0,1-1-1 0,-3 3-1 16,5-4-10-16,-5 4-7 0,5-5-10 0,-5 5-8 16,4 0-9-16,-4 0-10 0,0 0-5 0,2-3-2 15,-2 3-14-15,0 0-4 0,0 0-5 0,0 0-15 16,0 0-16-16,0 0-28 0,0 0-4 0,0 0-11 16,0 0 2-16,0 0 5 0,4 8 1 0,-3-5 3 15,1 0 11-15,-2 2 1 0,2 0-2 0,0 0 1 16,-1 0-2-16,0 2-9 0,-1 0-18 0,1-1-12 15,1-2-14-15,-1 1-23 0,2 0-12 0,-5-1-12 16,2-1-12-16,0-3-19 0,0 7-17 0,0-7-2 0,-1 5 3 16,1-5 10-16,-3 2-18 0,3-2-74 0,0 0-289 0,-10-11-596 15,8 4 264-15</inkml:trace>
  <inkml:trace contextRef="#ctx0" brushRef="#br0" timeOffset="-212456.88">3804 10872 177 0,'0'-10'360'15,"0"3"-9"-15,1 1-3 0,0 0-10 0,-1-1-20 0,0 3-30 16,0 0-34-16,0 4-25 0,0-6-27 0,2 3-40 16,-2 3-56-16,3-2-47 0,-3 2-33 0,0 0-33 15,0 0-34-15,9 9-41 0,-5-3-35 16,0 2-36-16,1-2-61 0,-4 1-220 0,6 1-471 0,-4-1 209 16</inkml:trace>
  <inkml:trace contextRef="#ctx0" brushRef="#br0" timeOffset="-211902.35">3998 10964 47 0,'0'0'333'0,"0"0"-8"0,9-3-16 16,-9 3-25-16,0 0-24 16,6 2-24-16,-6-2-29 0,0 0-20 0,5 1-26 15,-5-1-14-15,0 0-14 0,9 3-15 0,-9-1-14 16,4 1-6-16,1 0-19 0,-4 0-21 0,3 1-13 15,-1 0-10-15,2-1-8 0,-2 0-2 0,0 0-1 16,1-1-3-16,1 2-3 0,-1-2-1 0,1-2-1 16,-5 0 0-16,13-2-2 0,-7 2 1 0,2-5-2 15,1 1-1-15,1-2 7 0,-3 2 1 0,2-2 6 0,1-1 5 0,-3 2 4 16,2-2-3-16,-2 5 1 0,-2-3 11 0,1 1 5 16,-2 1 3-16,1 0-8 0,-1 1-19 0,-4 2 1 15,5-3-9-15,-5 3 0 0,5 0-6 0,-5 0 2 16,9 5-4-16,-5 2-6 0,1 1-2 0,-1 1-2 15,0 3-2-15,1 4 2 0,0 0 0 0,0 5-2 16,-2 2 2-16,-1 4-3 0,-2 1 0 0,0-4 5 0,-1 3 2 16,-2 0-5-16,0 0-4 0,-4-1 1 0,1-4 1 15,-1-2-2-15,1-2 9 0,0-1-6 0,-2-3 3 0,0-2 7 16,2-2-8-16,-1 1 8 0,2-5 11 0,-1 1 9 16,2-3 22-16,0 0 37 0,1-2 30 0,-1-1 33 15,1 2 2-15,3-3 13 0,-5-8-2 16,4 3 7-16,-3-4-6 15,4-7-8-15,5 0-17 0,8-8-15 0,0-6-14 0,10-11-9 16,3-2-11-16,5 2-11 0,1-1-14 16,-1 4-3-16,-4 9-6 0,-1 5-7 0,1 2-5 15,-4 3 0-15,-9 6-7 0,-2 1-4 0,-2 5-5 16,-2 0-6-16,-1 2-4 0,-3 1-20 0,1 1-46 0,-1 1-47 16,-3-1-58-16,-1 3-34 0,0 0 11 0,5 7-22 15,-6-1-24-15,-3 1-26 0,-1 2-49 0,-4 1-90 0,-3 1-335 16,1-3-783-16,5-3 346 0</inkml:trace>
  <inkml:trace contextRef="#ctx0" brushRef="#br0" timeOffset="-209814.51">5876 10582 157 0,'0'-4'207'0,"0"-2"5"0,0-1-5 0,0 2 2 15,3 0 3-15,-3-2-13 0,1 2 2 0,-2-2-5 16,1 3-10-16,1 0-9 0,-1 4-9 0,0-6-15 0,0 6-6 15,0-6-28-15,0 6-14 0,0-5-27 0,0 5-41 0,0 0-17 16,0 0-5-16,0 0-1 0,-4 17-5 0,-2-3-1 0,2 4-1 16,-1 10 2-16,-3 2-4 0,3 4 1 0,-4 0 2 0,4 12 1 15,0-11-4-15,0-2 1 0,-3-4 1 0,4 2 0 16,2-6-4-16,-2 1 0 0,4-8 2 16,-3 0-4-16,2-5 1 0,1-4-9 0,0 3 2 0,0-4 0 31,-1-2 7-31,-2 0 26 0,3-2 21 0,0 1 10 15,-1-2 12-15,1-3 10 0,0 5 7 0,0-5-3 16,-3 4 7-16,3-4-11 0,3 5-2 0,-3-5-6 16,0 0-4-16,0 0-12 0,0 0-3 0,0 0-3 15,-3 3-8-15,3-3-1 0,0 0-12 0,0 0-12 16,0 0-29-16,0 0-29 0,0 0-20 0,0 0-40 16,0 0-32-16,0 0-35 0,0 0-93 0,0 0-321 0,0 0-630 0,0 0 280 15</inkml:trace>
  <inkml:trace contextRef="#ctx0" brushRef="#br0" timeOffset="-208666.56">6212 10707 81 0,'4'-6'216'0,"-3"5"-15"0,1-3-9 15,0 1-10-15,0-1-13 16,-2 4-9-16,2-3-14 0,2 0-12 0,-4 3-15 15,0 0-10-15,0 0-11 0,1-4-14 0,-1 4-13 16,0 0-9-16,0 0-6 0,0 0-5 0,-16 13-5 16,4-4-2-16,-5 2-7 0,0 2-3 0,0 0-5 15,0-2-1-15,2 4-4 0,1-3-4 0,1 2-3 16,3-1-1-16,1 1-2 0,4-4-2 0,0 2 3 16,2-2-6-16,3 1 1 0,0 0 1 0,4-2-7 0,5 2-2 0,0-3 0 15,5 3 3-15,3-2-6 0,8 3 3 0,-4-3-1 16,4 2 2-16,1-2 2 0,-7-1 1 0,-4-1-4 15,-2-3 4-15,1 3-4 0,-5-3-2 0,0 1 1 16,-1-1 0-16,-3 0-3 0,-1 1 2 0,-3 0 3 16,-5 0 0-16,-1 0 3 0,-4 1-1 0,0 0-2 0,-9 2 2 15,0-4-1-15,-1 0 0 0,0 3 0 0,-2-3-1 0,1 1-2 16,0-1-5-16,0 0-10 0,0-3-23 16,2 2-11-16,4-1-24 0,4-2-27 0,0-1-33 15,2 0-69-15,4-2-128 0,4 3-355 0,4-8 157 0</inkml:trace>
  <inkml:trace contextRef="#ctx0" brushRef="#br0" timeOffset="-208128.97">6550 10695 67 0,'0'-10'318'16,"-3"-1"-16"-16,3 2-10 0,0 4-16 0,0-2-19 0,3 2-30 15,-6 0-18-15,3 2-21 0,0 3-28 0,0-5-27 0,0 5-24 16,0 0-15-16,0 0-10 0,0 0-11 0,4 13-7 16,-3-4-6-16,0 8-5 0,-1 2-3 0,-1 0 2 15,0 8-14-15,0 1-3 0,-2-2-6 0,3 0-3 16,-1 0-14-16,-1-3-10 0,2 5-12 0,-3-12-5 16,-1 1-12-16,4-3-6 0,-1-4-7 0,1 1-12 15,-2-1-5-15,1-3-8 16,2 1-13-16,-2-2-10 0,0 0 12 0,1-4 6 15,0 2 2-15,0-4-22 0,0 0-16 0,0 0-18 16,0 0-9-16,0 0 5 0,-4-17-4 0,4 8-3 16,0 0-6-16,-4 0-2 0,4-2 15 0,0 5 27 15,-2-4 45-15,-1 3 32 0,-1 1 2 0,3 0 15 16,-4-1 2-16,-3 2 4 0,3-1 7 0,-4 3 5 0,-4-1 12 16,3 1 8-16,-4-1 24 0,3 4-11 0,-4 4 1 0,-2-3 3 15,1 1-3-15,2 0-5 0,3 1 0 0,-1-3 1 16,5 2-7-16,0-2 0 0,1 0-5 15,2 2 1-15,-1 1-1 0,5-3 16 0,0 0 20 0,9 5 4 16,7-5-1-16,6 0-6 0,9-1-5 0,2-3-7 16,5 0-6-16,16 1-3 0,3-2 7 0,0-2 11 15,1 0 9-15,0-3 0 0,-6 3-1 0,-11 4 4 0,-5-2-3 0,-4 3-5 16,-10 1-7-16,-7-1-3 0,-1-1 3 16,-2 3-15-16,-6-2 1 0,0 2-9 0,1-1-4 15,-2-1-4-15,-5 2-3 0,0 0-10 0,0 0-13 16,0 0-19-16,0 0-28 0,-27 9-33 0,18-5-35 0,-2 1-46 15,2-1-92-15,-3-1-169 0,3 3-455 0,4-3 202 16</inkml:trace>
  <inkml:trace contextRef="#ctx0" brushRef="#br0" timeOffset="-206424.7">8253 10755 77 0,'-1'-6'227'15,"-3"3"-19"-15,-1-1-19 0,-3 0-22 0,3-1-14 0,0 2-17 16,-3 3-13-16,-3 2-13 0,-1 1-8 0,-6 3-12 15,0 0-14-15,1 4-3 0,-8 5-8 0,0-1-9 0,-1 3-6 0,3 2-7 16,3-2-8-16,-1 2 1 0,6-5-1 0,2-1-6 16,0 2-8-16,3 2-2 0,4-8-1 15,3 1 8-15,-3 1-12 0,3-1 1 0,3-3 1 16,-1-2 3-16,4 3-3 0,2-1 20 0,0-5 12 0,5 4 11 16,0-5 8-16,4-1 1 0,3-3 3 0,6-1 0 15,-4-3-1 1,-1 0 2-16,2-2 0 0,1 1 3 0,-3-4-1 15,-3 2 0-15,0-1 4 0,1 0-1 0,-3 0 2 0,-3 5 12 16,-3 1 1-16,-1-4-1 0,0 8-4 0,-1-3-16 16,0 0-6-16,0 0-2 0,-2 1-14 15,-3 3-7-15,1-3-10 0,-1 3-11 0,0 0-7 16,0 0-10-16,0 0 1 0,9 6 0 0,-6-1 0 0,-1 0-9 16,1-2 6-16,2 7 3 0,-4-3-4 0,3 2 9 0,-3 2-10 15,6-4 4-15,-5-1-5 0,1 2 4 0,1-3 4 16,-1 0-2-16,0-1 1 0,3-1 1 0,-2 2 0 15,0-4 4-15,2 1-1 0,1-2 6 0,-7 0 11 16,16-3 17-16,-5 0 5 0,0-1 4 0,-1-2 14 16,-2-1-17-16,3 1-2 0,0-2 12 0,-4 1-21 15,1 0-1-15,2 1 3 16,-5-3-2-16,3 8-5 0,-4-2-5 0,1 1-3 16,-3 0-8-16,2-2 4 0,-4 4-13 0,8-3-3 15,-8 3-9-15,4-2-28 0,-4 2-19 0,0 0 3 16,0 0 1-16,5 10 5 0,-5-6 6 0,4-1 0 15,-3 4 10-15,4-1-4 0,-2 1 4 0,-2-1 4 16,0 0 3-16,2 0-5 0,1 2-3 0,0-1 12 16,-2-2 4-16,2 0-5 0,5-4 7 0,-3 3 15 0,2-2-9 0,0-2 2 15,4-3-4-15,1 0 3 0,4-1 3 0,-4-1-3 16,4-1 5-16,0-4-6 0,0 0-1 0,-2 1 3 16,3-2-5-16,-3 2 2 0,3-3 6 0,-5 5-4 15,0-3 1-15,-4 3-5 0,-2 2 9 0,1 0-2 16,-3 2-8-16,-1 0 3 0,0 0-1 0,-2 1-17 15,-2 2-21-15,7-1-22 0,-7 1-11 0,4-3 5 0,-4 3 8 0,0 0 8 16,3 12 6-16,-2-7 4 0,2 2 1 0,1 0 5 16,1 4 3-16,0-4 5 0,7 5 3 0,2 1 0 15,10 3 7-15,1-4-2 0,6 0-9 0,1-2-3 16,7-1-5-16,12 0-7 0,1-2 10 0,-1-3-4 16,1-1 5-16,-13-5-1 0,15-2 11 0,-15 0-2 15,-3-2 1 1,1-1 6-16,-5 1 7 0,-4-2 0 0,-10 0 15 0,0 0 14 15,-4-2 8-15,-5 3 6 0,-2-3-3 0,0-1-1 16,-6 3-4-16,-5-3-2 0,-1 1-3 0,-7-2-4 16,-5 1-3-16,-7 1 1 0,-3-1 0 0,-3 2-2 15,-3 2-4-15,4 2-3 0,-6 1 4 0,3 3-4 16,2 2 1-16,-1 3-2 0,3-1 2 0,1 2-1 16,9-1-6-16,7 1-19 0,-1-1-2 0,2 4-3 0,1-1 0 15,5-1 0-15,0 0 4 0,0 3 3 0,4-1 2 16,4-1 5-16,5-1 0 0,0 5 1 0,5-8 3 0,4 3 3 15,3-1 1-15,0-3 1 0,0-2 0 0,0-1-1 16,1-1 3-16,-2-6-3 0,1 4 6 0,-1-3 2 16,-3-4 1-16,1-3 20 0,-3 2 9 15,-2-2 12-15,0-1 11 0,2-11-1 16,-6 1 4-16,3-1 3 0,-3 3 12 16,-3-5 7-16,-1 0 1 0,0-1 9 0,1-3 21 15,-3 3 1-15,0 0 11 0,-1 4-12 0,0 6-4 16,-4 2-9-16,4 3 2 0,-1 4-5 0,-1-2-13 0,1 4-4 15,-1 2-2-15,1 1-21 0,-1 1-12 0,0 0-26 16,0 0-55-16,0 4-28 0,0 0-15 16,0 0-1-16,0 0 8 0,0 0 7 0,-2 23 6 0,-1-7 18 0,-1 8-12 0,0 2 8 15,-3 3 5-15,3-1 1 0,0 2 8 16,-1 4-3-16,1-1 14 0,2 1 1 0,-1-3 4 16,1-1 0-16,-2-4 4 0,4-1-2 0,-1-6 5 15,-1 0-2-15,2-2 4 0,0-3-1 0,0-3 0 0,-1-4 2 16,0 5 5-16,2-7-3 0,-2 0-1 0,1 2 4 15,1-3 0-15,-1 0-1 0,-1 0 21 0,1-4-21 0,0 5 9 16,0-5 7-16,0 4 7 0,0-4 2 0,0 0 25 0,0 4-2 16,0-4 0-16,0 0 1 0,0 0-4 15,0 0 1-15,0 0-4 0,6 1-5 0,6-2 0 16,4-2 1-16,12 1-10 0,7-4-18 0,16-3-66 16,4-1-77-16,4-2-98 0,3-6-165 0,29-5-231 0,-32 4-682 15,0-4 302 1</inkml:trace>
  <inkml:trace contextRef="#ctx0" brushRef="#br0" timeOffset="-205291.02">10893 10408 152 0,'-4'-3'231'0,"4"3"-16"0,-4-2-20 0,4 2-20 0,0 0-16 16,-6-3-16-16,6 3-16 0,0 0-9 0,17-1-9 0,-10 2-11 0,5 0-13 15,4 2-6-15,3 1-8 0,-1 0-7 0,4 2-8 16,2 5-6-16,-2-1-7 0,-4 1-6 0,5 3-3 16,-1 2-7-16,-3 2-3 0,0 3-6 0,-5 0-4 15,-4 1-4-15,-3 3-9 0,-6-6 1 0,-4 8-10 16,-4-3 3-16,-9 5-1 0,0-4 3 0,-9-3-5 15,-1 2 5-15,-4-2-1 16,-2-3 2-16,0 0 2 0,0-4 5 0,0-2-3 16,1 0 5-16,4-3-3 0,1 2 0 0,-1-1 2 15,8-5 0-15,5 1-1 0,0-2-3 16,5-2 6-16,1-1 2 0,3 1 9 0,0-1 4 0,0 0-4 16,5-2 3-16,-4 2 1 0,4-2 12 0,0 0 4 15,22-1 3-15,-3-2-5 0,8-2 2 0,5 1-2 16,4-2 9-16,2-1-5 0,13 0 2 0,-1 0-7 0,-8 3-5 0,-3 0-2 15,-2 0-3-15,-1 1-3 0,-2-1-1 0,-6 2-3 16,-5 1-1-16,-4 1 9 0,-6 0-14 0,0-1 1 16,-7 1-3-16,2 0 3 0,0-2 6 0,-4 0-14 15,-4 2 5-15,8 0-3 0,-8 0-5 0,0 0-7 16,0 0-17-16,0 0-15 0,0 0-11 0,0 0-16 16,0 0-14-16,-24 0-24 0,20 2-26 0,4-2-33 0,0 0-42 0,-10 0-185 15,10 0-417-15,0 0 185 0</inkml:trace>
  <inkml:trace contextRef="#ctx0" brushRef="#br0" timeOffset="-204369">11575 10689 164 0,'2'-3'370'0,"0"-2"-11"0,1 2-22 16,-2-1-27-16,0 2-24 0,-1 2-25 0,1-4-19 15,-1 4-35-15,3-3-29 0,-3 3-22 0,0 0-12 16,0 0-25-16,0 0-8 0,0 0-14 0,0 0-9 16,7 9-12-16,-6-2-8 0,-1 1-11 0,1 3-13 0,0 1 2 15,1 5-9 1,-2-2-2-16,0 2-7 0,0-6-1 0,2 1-6 0,-2-2-1 0,2 1-3 0,-1-2 0 0,1-1-5 16,-2-1 8-16,2 0-6 0,1-1 0 0,-3-3-2 15,2 1 0-15,0-2 0 0,-2-2 2 0,9 2-3 16,-9-2-2-16,9-3 3 0,-1-1-2 0,2-2 1 15,-4 1-4-15,6-3 1 16,-1-4-3-16,1 2 3 0,3-5-1 16,-2 1-7-16,-4 2 6 0,4-5-2 0,-7 11 1 15,1-3-4-15,-1 1 2 0,-1 2-1 0,-1 3-11 16,-2 1-21-16,2-1-24 0,-4 3-16 0,5-2 6 0,-5 2 7 16,8 4 6-16,-2 1 5 0,-1 5 8 0,3-5 2 15,1 6 5-15,5 1 2 0,0 0 2 0,8 2 3 16,3-2-4-16,5 0-1 0,2 0 0 0,4-2 0 0,15-1-1 0,-12-5 2 15,15 2 5-15,2-3 1 0,-16-2 1 0,12-2 5 16,-12-2-1-16,-4 0 5 0,0-1 1 16,-3-4 0-16,-4-1 4 0,-2 1 0 0,-9-1 11 15,-3 1 10-15,-1-1 13 0,-6 1 2 0,-2 0 2 0,-2-2-7 16,1-1-3-16,-5 3-3 0,-1-3-3 0,-7 4-3 16,-1-1 1-1,-8 1-6-15,0-2-2 0,-5 4-1 0,-9 3 1 16,-1 2-3-16,1-1 1 0,-4 3-1 0,3 4 1 0,-4 3 0 15,4-2-3-15,3 1 2 0,3-1-7 16,9 3-17-16,0-3-14 0,4 0-5 0,4 1-5 16,3 0-4-16,-2-1 5 0,4 0 6 0,3 0 3 0,6 1 3 15,3 1 4-15,2-4 3 0,9 2 5 0,8 2 5 16,-6-4-3-16,7-5 3 0,2 3 2 0,0-7 1 0,0 1 3 16,0-5 1-16,-2 1 3 0,-1-5 8 0,-2 0 13 0,-1-1 11 15,-3-3 7-15,-1-4 13 0,-3-1 10 0,1-2 7 16,-8-1 2-16,4 1-1 0,-2-4-1 15,-2-2 2-15,-1-1 7 0,-3-1 7 0,2 0 6 16,-4 0 16-16,-1 1-1 0,-1-1 3 0,-1 7-6 0,-1 1-5 16,0 5-2-16,0 0-2 0,3 6-4 0,-3 1-2 0,0 1-11 15,-3 5-12-15,3-2-5 0,0 3-9 0,0 0-21 16,-1-1-43-16,1 5-48 0,0 0-22 0,0 0 9 0,0 0 4 16,-2 13 10-16,-1-1 5 0,-1 5 6 0,0 7 7 15,-2 2 5-15,2 3 2 0,0 0 9 16,0 3-1-16,-1-3 1 0,4 0 6 0,-3 1 3 0,4-1 1 15,1 0 5 1,-1-3 0-16,3 3 6 0,-2-3 0 0,-1-7 0 16,4-1 1-16,-3-3 3 0,2 1-1 0,-3-3 4 15,0-3-1-15,1-2 2 0,0 0 0 0,-1-3 1 16,0 3 0-16,3-4 1 0,-6 1 1 0,6 0-3 16,-3-1 6-16,0 1-3 0,0-5 5 0,0 4-2 15,1 0-1-15,-1-4 12 0,0 0 4 0,0 4 3 16,0-4 3-16,0 3-2 0,0-3-1 0,9 3 3 0,2-2-4 0,6 0 8 15,11-1-8-15,6-2-35 0,5-4-66 0,16-2-110 0,5-5-443 16,32-12-687-16,-32 7 305 0</inkml:trace>
  <inkml:trace contextRef="#ctx0" brushRef="#br0" timeOffset="-203339.18">14125 10245 37 0,'1'-10'209'0,"-1"1"-8"0,0 2-3 0,0-1-3 16,0 2-11-16,0 0-9 0,0 1-17 0,0 1-13 16,0 4-23-16,0-6-12 0,3 3-31 0,-3 3-16 0,0 0-9 15,0 0-3-15,-8 18-8 0,3-1-1 0,-4 8-6 16,-1 5-7-16,2 1 2 0,0 5-7 15,-2 9-3-15,-3 1-4 0,4 1 0 0,-5-1 0 16,5-1-2-16,-4 0-2 0,3 0-1 0,4-10 2 0,1-2-3 0,0-3 5 16,1-2-4-16,1-8-4 0,0-4-1 0,0 1 1 15,-1-5-3-15,4-2 0 0,-1-5 4 0,1 0 39 0,-1 4 24 16,1-6 28-16,-2 0 30 0,1 3 13 0,1-6 12 16,-3 3-25-16,3-3-7 0,0 0-10 0,-15-9-22 15,7 5-5-15,1-4-3 0,-2 0-6 0,-4-2-15 16,3 1-8-16,-4 0-9 0,2 1-11 0,-2-1-15 0,-2 1-7 15,4 3-15-15,-5-2-8 0,3 3-18 0,0 0-15 16,1 3-19-16,0 0-18 0,0 1-17 0,2-2-27 16,0 2-28-16,2 0-36 0,1 0-49 0,8 0-252 15,-10-1-530-15,10 1 235 0</inkml:trace>
  <inkml:trace contextRef="#ctx0" brushRef="#br0" timeOffset="-203035.22">13814 10601 92 0,'-9'-1'191'0,"5"-2"-8"15,4 3-17-15,0 0-12 0,-7 0-17 0,7 0-12 16,0 0-15-16,0 0-7 0,0 0-11 0,24 0-5 15,-5 0-10-15,4 0-7 0,8-3-4 0,3 1 4 16,3-2-2-16,2 1-3 0,-3-3-5 0,-1 4-7 16,0-1-4-16,-7-1-4 15,-1 1-5-15,-9 0-7 0,-4 2-1 0,-4 0-1 16,0 0-5-16,0 1-5 0,-6 0-1 0,3-1-3 16,-7 1-1-16,0 0-9 0,0 0-18 0,0 0-21 0,-17 4-16 15,8-3-11-15,-1 1-28 0,-2-1-33 0,2 1-36 16,-2-1-144-16,2-1-323 0,3 0 144 0</inkml:trace>
  <inkml:trace contextRef="#ctx0" brushRef="#br0" timeOffset="-202452.94">14415 10505 28 0,'5'-3'250'0,"0"1"-19"0,0 0-24 0,5 2-18 0,-6-1-20 15,-4 1-19-15,18 0-12 0,-8 3-17 0,3 2-12 16,-4 0-12-16,2-1-8 0,-2 4-9 0,3-1-10 16,-3 0-2-16,-3 3-13 0,1 1-3 0,-2-1-7 15,0 1-3-15,-4-2-8 0,-1 1 0 0,3-1-3 16,-6 2 4-16,2-5-3 0,-3 1 4 0,0-1-2 16,2-2 0-16,-1 0 3 15,-1 0 5-15,4-4 9 0,-5 4 20 0,4-1 14 16,1-3 10-16,0 0-1 0,0 0-8 0,0 0-15 15,0 0-10-15,9-19-17 0,-1 11-17 0,7-2-15 16,2-2-18-16,9 0-13 0,1-3-12 0,6 0-7 16,-2 2-4-16,1 4-2 0,1-4 0 0,0 6 2 15,-2-3 11-15,-5 3-3 0,-6 3 2 0,2 0 4 16,-11 1 2-16,1 2 5 0,-1-2-1 0,-6 2 8 0,2 0 6 16,-2-1 3-16,-5 2 4 0,6-1 1 0,-6 1-1 0,0 0-1 15,0 0 2-15,0 0 0 0,-19 10 5 0,6-4 1 16,1 0-7-16,-4 2-1 0,0 1 4 0,-1 2-5 15,-1-1 1-15,0 2 1 0,4-1 2 0,-1 1-1 16,2 2 0-16,0-2-5 0,3-1 4 0,4-4 1 16,-2 0-1-1,4 0 3-15,0-2 3 0,2-1-1 0,2 1 9 16,5-2 16-16,1-1 5 0,6 1 3 0,2-6 3 16,4 3 3-16,1-5 3 0,1 0-1 0,0-2 0 0,-1 1-3 15,-1-2-4-15,3 0-3 0,-3 0-4 0,0 0-2 16,-5 3-4-16,0 0-2 0,-4 0 1 0,1-2 7 15,-4 6-7-15,1-1-3 0,-2-3 0 16,0 4-2-16,-2-2-5 0,1 2-4 0,-4 1-3 0,7-2-3 0,-7 2-16 16,0 0-18-16,13 3-14 0,-8 1-20 0,0 1-24 0,-1-2-34 15,2 5-44-15,0-2-78 0,1-3-209 16,-1 4-490-16,-1-4 217 0</inkml:trace>
  <inkml:trace contextRef="#ctx0" brushRef="#br0" timeOffset="-201552.73">15410 10515 123 0,'0'0'265'16,"-1"-4"-18"-16,1 4-25 0,-4-4-21 0,4 4-20 0,0 0-20 16,0 0-17-1,0 0-15-15,9 0-18 0,-9 0-20 0,14 3-15 16,-1-3-17-16,-3 0-16 0,2 0-13 0,2 0-6 15,-2 0-8-15,2 0-2 0,-1-3-7 0,2 1-2 16,-3-1 4-16,3-1-3 0,-6-1 0 0,3 2-2 16,-2-3 1-16,-5 0 0 0,0 2 5 0,0-2 11 15,-1 2 5-15,0-1 3 0,-1 0-8 0,-3 1-1 16,-3 0-4-16,2 0-2 0,-6 1-4 0,1 1-3 0,-2 0-1 0,-7 2-2 16,2 0-2-16,-5 2 7 0,-1 1-8 0,0 3 2 15,1-1-4-15,3 1 3 0,-3 1-2 0,2 2-2 16,1 1 4-16,1 0-5 0,0-1 1 0,5-1 3 15,1 1 2-15,6 0-2 0,-6 2 0 0,7-4 1 16,1 4 1-16,0-3 1 0,5 2 1 0,1-3-3 16,6 1 4-16,6-1 1 15,1 0-3-15,3-2 0 0,8-3 1 0,1 1-1 16,2-6 2-16,3-2-5 0,-1 0 3 0,0-2 0 16,-3-2 1-16,-2-4 7 0,-2 1 5 0,0-3 13 15,-4-2 8-15,-2-1 10 0,-3-2 1 0,-1-1 3 16,-4-2 2-16,0-3 5 0,-1-4-4 0,-3 0-1 15,-1-2 1-15,0 4 9 0,-1 0 2 0,-5 4 9 16,0 4 3-16,1 2 6 0,-2 7-7 0,0 1-4 0,-1 2-5 0,0 1-9 16,2 0-6-16,-2 1-2 0,1 4-51 15,-2-2-34-15,0 4-5 0,0 0 11 0,0 0-1 0,1 17 2 16,-4-5 6-16,3 6-1 0,-4 7 7 0,-1 2-4 16,1 4 2-16,0 1 6 0,-2 2 0 0,1-3 0 15,3-1-2-15,-1 2 6 0,2-5 1 0,-1-1 1 16,0-7-1-16,2-2 1 0,-1 1 1 0,2-6 3 0,-1-1 1 0,0-5 4 15,0 2-4-15,-1-2 3 0,-1-3 4 16,2 2 21-16,2-1 10 0,-2-4 24 0,-3 5 3 16,3-5-8-16,0 0-3 0,0 0-2 0,-13-6-7 0,3 1-5 31,2-3-11-31,-3 1-1 0,-6 0 4 0,-2-3-19 16,1 2 3-16,0-1-2 0,4 2 0 0,-4 2-3 15,7-2 0-15,2 3 4 0,0 0-12 0,2 2 0 0,4-1-9 16,-3 0-3-16,6 3-13 0,2-5-11 0,4 4-5 15,6-4-2-15,6 2 2 0,5-2-2 0,7 1 5 16,6-1 2-16,2 0 3 0,19-2-4 0,-4 0 2 16,1 0 2-16,-3-1 2 0,-1 1 0 0,-10-1 2 0,-1 2 1 15,-2 1 4-15,-5-3 5 0,-3 1-1 0,-2 1 0 16,-10 0 10-16,-4 4 17 0,-2-1 21 0,-4 1 18 0,-1-1 1 16,2 3 2-16,-3-2 0 0,-3 2-10 0,-2 0-4 15,8-5-10-15,-8 5-6 0,0 0-6 0,9 1-7 16,-9-1-5-16,1 5-2 0,-2-1-1 0,1 1-1 15,-3 3 0-15,2-2 1 0,-1 4-2 0,-1-1-3 16,0 1 2 0,3 0 1-16,-1 2-5 0,-1-2-2 0,-1 0-13 15,2-1-3-15,1-1-16 0,-2-2-7 0,2-1-14 0,-1 2-12 16,1-2-16-16,-2-2-16 0,0 1-5 0,2-4 3 16,0 8 4-16,0-5 9 0,0-3 2 0,-8 0-71 15,8 0-62-15,-7-8-186 0,3 2-444 0,-1 0 197 16</inkml:trace>
  <inkml:trace contextRef="#ctx0" brushRef="#br0" timeOffset="-201414.84">16401 10268 109 0,'0'-5'260'0,"1"2"-23"0,-1-1-20 16,0 4-21-16,1-5-23 16,0 3-25-16,-1 2-28 0,0 0-20 0,0 0-19 15,0 0-25-15,9 7-26 0,-8-2-30 0,3 2-38 16,0-2-61-16,-3 1-166 0,7 2-288 0,-3-1 128 15</inkml:trace>
  <inkml:trace contextRef="#ctx0" brushRef="#br0" timeOffset="-201032.73">16835 10374 30 0,'-13'3'162'0,"0"3"-12"16,-4 2-12-16,2 0-1 0,1 3-23 16,0 0-9-16,-1 0-11 0,5 3-15 0,2-5-5 0,-1 0-9 15,3 1 4-15,-1 1-19 0,6-2 1 0,-3 0-7 16,4 0 2-16,3-2-10 0,-1 1 27 0,6-1 12 0,2 1 4 16,2-2 2-16,3-3-3 0,4 2-6 0,3-3-3 0,-1 0 3 15,-1-2 3-15,0-3-1 0,3-3 5 16,-9 1-2-16,4-1 0 0,-1-1 4 0,-6 0 0 15,0-1-9-15,0-5-7 0,-1-2-3 0,-2 1-9 16,-3-1 4-16,0-2-15 0,-5 1-3 0,0-2-5 0,-2 2-2 16,-3 0-8-1,-2 0-2-15,2 6 0 0,-8-2-5 0,2 0-1 16,-7 3-5-16,0 1-3 0,0 4-6 0,-1 1-15 16,2-1-14-16,-4 4-18 0,2 2-26 0,6 1-20 0,-5 2-25 15,2 1-23-15,5 0-36 0,1 0-32 0,-2 1-172 16,7 1-410-16,1-3 181 0</inkml:trace>
  <inkml:trace contextRef="#ctx0" brushRef="#br0" timeOffset="-200698.83">17078 10361 280 0,'0'0'266'15,"0"0"-25"-15,3-1-28 0,-3 1-22 0,0 0-25 16,0 0-18-16,0 0-14 0,0 0-16 0,0 0-11 16,0 9-16-16,0-4-5 0,-1 2-7 0,1 3-10 15,-4 0-6-15,2 0-7 0,-2 2-6 0,2 0-2 16,0-1-10-16,0-2 1 0,-1-2-2 0,3 0-4 16,-2-2-3-16,2-1 0 0,-2 2 4 0,2-2 35 15,0-4 27-15,2 2 4 0,-2-2-3 0,0 0-5 0,21-6 7 0,-11 0-6 16,2-1 4-16,6-3-2 0,-4 1 10 0,1 1-17 15,3-4-2-15,-4 3-7 0,0 1 0 0,-1 3-14 16,-4-1-1-16,-1 1-6 0,-1 2-4 0,0 1-24 16,0 1 5-16,2 3-17 0,4 3-24 0,-1 3-26 15,2-1-29-15,-2 7-32 0,5 3-45 0,-3 4-61 0,-5-5-100 16,1 1-271-16,-1-1-617 0,-2-6 273 0</inkml:trace>
  <inkml:trace contextRef="#ctx0" brushRef="#br0" timeOffset="-193838.09">19881 10390 49 0,'4'-5'226'0,"1"1"-6"15,-1-1-13-15,1 1-3 0,-2-1-5 0,0 0-4 16,1 0-10-16,0 1-4 0,-3 2-16 0,2-4-11 16,-3 4-15-16,4-1-17 0,-4 3-9 0,0-5-14 15,0 5-9-15,0 0-15 16,-4-7-7-16,0 7-8 0,-5-2-11 0,-5 4-8 15,1-2-8-15,-7 3-1 0,0 1-4 0,-1 1-10 16,1 2-2-16,-2-1-2 0,5 2-3 0,-2 3-9 16,1-2-6-16,4 1-8 0,0 0-5 0,1 2-4 15,3 0-2-15,1-2 5 0,5 2 1 0,-2-2 0 16,2 1 3-16,3-1 2 0,3 2-1 0,4-2 4 16,2 0 2-16,1-2 0 0,3-2 1 0,5 1 3 0,-1-4 2 0,3 2-1 15,4-4 4-15,0-5 1 0,-2 0 9 0,8-2 7 16,-3-4 12-16,-1-1 4 0,-2-4 13 0,-6 5 6 15,3-8 7-15,-4-4-1 0,-1-4-4 0,-2 1-4 16,1-7 1-16,-4 3-4 0,-1-2-7 0,1-4 8 16,-1 1-1-16,-1-13-1 0,-2 13 0 0,-1 5 14 15,-2 0-4-15,-1 1 10 16,-2 3-6-16,0 7-3 0,3 5 5 0,-4 2-11 16,1 0-4-16,0 5-6 0,1 0-12 0,-1 0-11 15,0 3-45-15,-1-3-29 0,1 6-6 0,0 0 4 16,0 0 7-16,-3 22 6 0,1-6 2 0,-4 4 3 15,-1 6 4-15,-1 3 6 0,2 2 0 0,-1 0 5 16,-3 2 1-16,4-2 2 0,-2 2 1 0,2 0 3 16,-2-1 0-16,4-2 2 0,2-2-1 0,-2-3 3 0,1 0 2 0,2-6 2 15,-3-2 2-15,4-4 1 0,-1-2-5 0,-2-1 6 16,3-1 1-16,-1-3 0 0,0-2 13 0,-3 3-14 16,4-3 0-16,0 0 5 0,0-2-1 0,0-2 2 15,0 7 7-15,0-7 10 0,0 4 13 0,0-4 8 0,0 0 7 16,0 4 5-16,0-4 6 0,0 0-4 0,0 0 2 15,0 0 9-15,0 0-16 0,0 0-4 0,14 0-3 16,5-3-12-16,2 0-27 0,11-3-15 0,8 1-63 0,9-6-57 16,5 2-75-16,-17 0-124 0,16-6-223 0,-17 4-599 15,0-2 265-15</inkml:trace>
  <inkml:trace contextRef="#ctx0" brushRef="#br0" timeOffset="-193283.58">20391 10279 222 0,'1'-2'298'0,"2"-3"-22"0,-2 1-26 0,-1 4-21 0,4-5-27 16,0 3-24-16,0 1-12 0,-4 1-22 15,0 0-17-15,14 1-15 0,-8 3-11 0,-2-1-15 16,2 2-10-16,2 5-21 0,-4-1-9 0,0 1-7 15,-2 2-3-15,0 2-3 0,-2 1-4 0,-3 2-3 0,0 0-4 16,0 0-5-16,-4-1-2 0,1 1 2 16,-2-4-6-16,2-2 4 0,1 2-2 0,-3-3-1 0,4 0-1 0,3-4 0 15,-3-2-2-15,0 2 1 0,-1-3 2 0,4 1 29 16,1-1 27-16,-3 1 32 0,3-4 35 0,0 0 27 16,0 0-18-16,0 0-19 0,0 0-8 0,17-11-12 15,-8 2-16-15,5-1-2 0,0-1-14 0,3-1-7 16,-3-2-10-16,4 0-5 0,2-4-9 0,-7 7 5 0,1-2-5 15,-3 5-6 1,-3 1-5-16,-3 0-6 0,1 3-3 0,-2 0-10 16,1 0-25-16,-1 2-28 0,-1 2-23 0,-3 0 6 15,0 0 4-15,1 7 7 0,-1 0 7 0,-4 2 9 16,4 4-6-16,-1-1 3 0,1 6 2 0,0-1 4 16,0 1-8-16,1 0-10 0,3 1-2 0,4 6-19 15,-1-9-27-15,9 7-37 0,-2-8-48 0,6 2-88 16,-2-6-273-16,1-1-584 0,7-2 259 0</inkml:trace>
  <inkml:trace contextRef="#ctx0" brushRef="#br0" timeOffset="-192636.09">19706 10715 86 0,'0'0'95'0,"-7"0"-14"15,7 0 0 1,-6 2-2-16,6-2 4 0,-5 1 0 0,5-1 12 16,0 0 1-16,0 0 4 0,0 0-2 0,0 0-1 0,0 0 2 15,0 0-11-15,-9 0-2 0,9 0-11 0,0 0-2 16,0 0-9-16,0 0-10 0,0 0-3 16,0 0-6-16,0 0 0 0,0 0-6 0,0 0 6 15,0 0 2-15,0 0 7 0,0 0 5 0,0 0 8 0,0 0 3 16,0 0 0-16,0 0 0 0,0 0-9 0,40-1-1 0,-11-1-4 15,12 0-3-15,19 1-8 0,5 0-6 0,33-2 6 16,-2 3 5-16,7-5 5 0,-6 0 8 0,4 2 4 0,0 1-2 16,-8 1-1-16,-28-2-4 0,-1 3-10 0,-5-3-3 15,-19 3-7-15,-2 0-5 0,-5-3-2 16,-3 5-4-16,-14-4 1 0,-2 0-2 0,-5 2-1 0,0-2 0 16,-5 2-4-16,1-1-5 0,-5 1 0 0,0 0-7 0,0 0-13 15,0 0-14-15,-18-4-8 0,4 4-19 0,3 2-15 16,-8-1-19-16,2 1-18 0,-2 0-26 0,1 2-31 0,-4-3-43 15,3 5-254-15,-2-4-486 0,2 3 215 16</inkml:trace>
  <inkml:trace contextRef="#ctx0" brushRef="#br0" timeOffset="-192250.39">20368 10897 44 0,'-4'-1'340'0,"4"1"-18"0,0 0-20 15,-4-3-13-15,4 3-18 0,0 0-21 0,0 0-26 16,0 0-20-16,0 0-24 0,0 0-17 0,0 0-20 16,0 0-17-16,0 0-14 0,0 0-22 0,0 0-32 15,0 0-9-15,0 0-7 0,-1 12-2 0,1-3-6 16,0 3-6-16,-2 5-2 0,2 0-4 0,-2 0 0 15,-4 3-3-15,6 0-1 16,0 6-1-16,0-2-3 0,0-3 0 0,1-4-1 16,4 0 2-16,-3 0-5 0,0-5 2 0,-1-2 0 15,3 0-1-15,-4-3-2 0,0-3 2 0,3 3 0 16,-2-3 26-16,0 0 20 0,2-1 26 0,-3-1 15 16,0-2 24-16,0 0-4 0,0 0-18 0,0 0-8 15,0 0-26-15,0 0-25 0,9-5-44 0,-4 0-37 16,-4-2-32-16,3 1-35 0,1-2-39 0,-1-2-44 0,4 0-52 0,-1 1-72 15,4-7-231-15,0 0-590 0,6-4 261 0</inkml:trace>
  <inkml:trace contextRef="#ctx0" brushRef="#br0" timeOffset="-191865.22">21498 10617 87 0,'-3'-5'236'0,"3"5"-2"0,0 0-14 0,0 0-4 0,0 0-13 0,0 0-6 15,0 0-14-15,0 0-18 0,9-2-16 0,3 2-15 16,-1-1-14-16,11-1-10 0,6-1-12 0,3 3-10 16,-1-2-8-16,2 0-10 0,0-1-6 0,-1 3-4 15,-1-1-4-15,-9-3-8 0,-3 2-7 0,-5 1-6 16,-2 1-5-16,-1-1-13 0,-1 0-19 0,-4 1-23 15,-5 0-20-15,0 0-19 16,0 0-16-16,0 0-26 0,0 0-44 0,-33 2-43 16,15-1-187-16,5 3-410 0,-6-1 181 0</inkml:trace>
  <inkml:trace contextRef="#ctx0" brushRef="#br0" timeOffset="-191618.08">21545 10810 222 0,'0'0'358'0,"-5"1"2"0,5-1 9 0,0 0-12 15,0 0-36-15,0 0-36 0,0 0-24 0,15-6-31 16,3 2-23-16,10 1-23 0,4 1-22 0,1 0-17 16,3 1-30-16,1-3-42 15,-2 3-25-15,-3-1-28 0,-3 2-15 16,-6-1-17-16,-4 0-10 0,-9 1-17 0,2 1-11 0,-2-2-16 15,-1-2-11-15,-2 3-6 0,-7 0-1 0,5 0-1 16,-5 0-6-16,0 0-16 0,0 0-25 0,-16 5-37 16,10-3-42-16,-3-2-205 0,9 0-451 15,-9 2 200-15</inkml:trace>
  <inkml:trace contextRef="#ctx0" brushRef="#br0" timeOffset="-190615.22">23315 10369 69 0,'5'-5'232'0,"-1"1"-10"16,1-1-8-16,0-5-5 0,-1 5-11 0,-2-1-9 16,0-2-19-16,0 3-12 0,-2-2-12 0,-2 2-19 0,0-2-14 15,-4 2-12-15,-4-3-12 0,0 4-7 0,-7-2-11 16,-1 2-4-16,-5 0-8 0,0 1-8 0,4 3-4 0,-11 0-4 16,4 0-7-16,3 4 1 0,-3 2-5 0,6-1-3 15,-2 2-5-15,2 0 2 0,4 2-7 0,0-1-2 16,0 4-3-16,2-2 0 0,5-1-2 0,1 1 0 15,2 0-4 1,5 2 3-16,1 0 0 0,1-1-3 0,4-1 1 16,3 1 0-16,2 1 2 0,8-1 2 0,-1-4-4 15,3-1-3-15,8-1 5 0,-6 0-7 0,5-5 6 16,0-3-2-16,-1-5 1 0,1 1 11 0,-1-3 5 0,-2-2 8 16,-2-5 7-16,-3-2 4 0,1-3-1 0,-4 2 1 15,0-3-1-15,-3-4-5 0,-3-1-8 16,3-3-2-16,-6-2-2 0,1-2-7 0,0 0 4 0,-3-13-5 0,-1 14 0 15,-4-2 13-15,1 6 5 0,-2 0 9 0,1 7-1 16,0 6 0-16,-1 5-1 0,1 0-6 0,-3 6-2 16,3-2-3-16,0 3-21 0,0 0-10 0,0 2-37 15,0 3 4-15,0 0 2 0,0 0 1 0,-10 13 4 0,2 1 2 16,5 5-1-16,-4 8 4 0,1 2 2 0,1 1 4 16,1 1 1-1,0-2 1-15,3 2 1 0,1 1 5 0,2 0 0 16,1-1 3-16,-1-1-2 0,2-1 1 0,-1-3-16 15,-1-8-19-15,2-1-11 0,-4-1-28 0,4-4-20 16,-3-2-22-16,-1 1-7 0,0-5-22 0,0 0-23 16,4-1-53-16,-4-5-197 0,0 0-456 0,0 0 202 15</inkml:trace>
  <inkml:trace contextRef="#ctx0" brushRef="#br0" timeOffset="-190059.66">23588 10087 194 0,'4'-5'271'0,"0"0"-13"15,-3 2-21-15,1 1-22 0,0-1-25 16,3 0-21-16,-4-1-18 0,-1 4-20 0,0 0-14 16,0 0-15-16,0 0-10 15,8 12-12-15,-7-4-7 0,3 1-8 0,0 1-8 16,-3 1 1-16,3 2-15 0,1 2-4 0,0 1-5 16,4-3 0-16,-2-1-5 0,-1-3-2 0,2 1-5 15,1 0 0-15,-3-3-3 0,2 0-2 0,2-3-1 16,0-1 3-16,-3-3-2 0,5-3-5 0,-3-1-1 15,0-1-3-15,1-2 2 0,-2 0 1 0,2-8 1 16,0 3-2-16,-2 2 4 0,-4-1 8 0,1-2 9 0,-1 4 6 0,1-3 9 16,0 4 8-16,0-3 6 0,-1 2-2 0,-3 3-2 15,2 3 2-15,-2-4-8 0,2 4-7 0,-2 1-15 16,-1 2-17-16,2-5-18 0,-2 5-6 0,0 0 2 16,0 0 2-16,0 13-1 0,-2-4 0 0,1 8 5 15,-2 2-2-15,-2 6 1 0,1 4-1 0,-6 0-5 16,5 1 3-16,1 2 4 0,-1 1-2 0,1-2 0 0,-1 0 5 0,1 0 0 15,-1-1 3-15,-4-2-2 0,3-1 0 0,-3-3-3 16,3-5-4-16,-3-3-4 0,0 0 3 0,0-2-4 16,0-6 9-16,1 0-4 0,-1 0 4 0,-4-4-4 15,3 0 7-15,-4-4-3 0,1-3 1 0,3-1 3 16,-4-1 0-16,1-2 6 0,1 1 11 0,1-3 8 16,0-3 11-16,1-2 25 15,3-2 2-15,5 0 6 0,2-2-8 16,7-5-6-16,2-4-3 0,5 1-3 0,8-2-13 0,1-1 3 15,0 2 0-15,6 2-4 0,1 1-9 0,0 1-3 16,0 5-2-16,3 0-5 0,-1 3-4 0,0 3-5 16,4 3 6-16,-4 1-3 0,-3 2-4 0,-3 1 17 15,-6 2-21-15,-5 2-7 0,-2-2-28 0,-4 3-27 16,1 0-27-16,-5 2-15 0,3-1-13 0,-5 3-18 0,-3 1-14 0,-4 1-31 16,0 1-54-16,-8-3-259 0,-3 3-531 0,4 0 235 15</inkml:trace>
  <inkml:trace contextRef="#ctx0" brushRef="#br0" timeOffset="-189489.5">22972 10636 157 0,'-14'-1'232'0,"9"1"1"0,-3-1-10 0,3 1-13 16,5 0-14-16,0 0-17 0,-10 0-19 0,10 0-13 15,0 0-17-15,0 0-11 0,0 0-13 0,0 0-10 0,0 0-12 16,0 0-7-16,0 0-8 0,0 0-6 0,23 0-5 16,-23 0-9-16,0 0-6 0,0 0-2 15,5 1-5-15,-5-1-4 0,0 0-2 0,0 0-3 16,9 0-3-16,-9 0-3 0,0 0 0 0,0 0-4 0,0 0-4 0,0 0 2 31,0 0-5-31,0 0 2 0,0 0-3 0,0 0 0 16,0 0-2-16,0 0-1 0,0 0-2 0,0 0 2 15,0 0-2-15,0 0 2 0,0 0-3 0,0 0 7 0,0 0 0 0,0 0 1 0,0 0 3 16,0 0 3-16,0 0 6 0,0 0 9 0,0 0 8 16,0 0 0-16,0 0 11 0,0 0 6 15,0 0 8-15,0 0 16 0,0 0 0 0,0 0 1 16,5-2-12-16,0-1 13 0,3 2-31 0,10-2-5 15,10-5 2-15,7 1-11 0,17-2-5 0,9 1 8 16,38-4-17-16,4 1 1 0,3 0 12 0,4 0-1 16,0 1-2-16,1-1 8 0,-5 2 5 0,0 0-6 15,-11 0-6-15,-33-2-4 0,-1 5 1 0,-5 0-6 16,-19 1 4-16,-3 1 12 0,-6 2-21 0,-7-4 4 0,-4 4-3 0,-5-2 2 16,-3-1-4-16,-4 2 7 0,3 2-12 0,-7-3-7 15,2 0-5-15,-3 1-35 0,0 3-23 0,-9-6-24 16,-1 6-20-16,-2 0-16 0,1 0-27 0,-6 1-24 15,-1 4-23-15,0-1-31 0,0 1-44 0,-1 1-286 16,0 0-596-16,4 0 265 0</inkml:trace>
  <inkml:trace contextRef="#ctx0" brushRef="#br0" timeOffset="-188957.18">23659 10801 252 0,'0'0'292'16,"0"-4"-26"-16,0 4-26 0,6-4-25 0,-1 4-24 16,0-3-18-16,7 6-17 0,2-3-18 0,4 0-14 15,1 4-12-15,8 2-8 0,-6 1-16 0,-3-3-7 0,1 4-10 0,-6-1-6 16,5 0-9-16,-8 1-17 0,-2 1-13 0,-2-1-7 15,-2-1-10-15,-1 4-4 0,-6-1-5 0,-2-2-1 16,-4 0 1-16,-1-1-2 0,-8 2 1 0,4 0 0 16,-4-3 2-16,5-2-1 0,-1-1 0 0,1 1 2 15,4 0-2-15,2-2 1 0,0 0 5 0,2 0-1 16,1-2-1-16,4 0 3 0,-2 3-1 0,2-3 0 0,15 8-2 0,3-4 2 16,1 2-2-16,8 5-1 0,0-3 1 0,1 2-9 15,0 2 1-15,0 1 2 0,0 2-3 0,-1 0 1 16,-3-1 2-16,-7 0 0 0,-3-2 0 15,-4 0 0-15,-2-3 0 0,-2 0 1 0,-3-2 6 0,-6 0 14 16,-3 2-1-16,-12-2 2 0,-9 0-3 0,-11-1-2 16,-17-2 0-1,-9-4-7-15,-32 0-26 0,7-5-49 0,23 0-78 16,3-3-294-16,-1 0-475 0,4-5 209 0</inkml:trace>
  <inkml:trace contextRef="#ctx0" brushRef="#br0" timeOffset="-178835.96">26012 10328 75 0,'0'0'144'0,"-4"-4"-8"0,4 4-3 16,-1-3-13-16,1 3-5 0,-4-4-5 0,4 4-7 0,0 0 2 16,-5-3-9-16,5 3-3 0,0-3 6 0,0 3-7 15,0 0 1-15,0 0 1 0,0 0 5 0,0 0-2 0,0 0 0 16,0-5 2-16,0 5-10 0,0 0-4 0,5-4-14 15,0 2-4-15,4-1-9 0,5-1-8 0,7-2-8 16,-1 1-15-16,10-2-16 0,-1 0-12 16,-1 0-25-16,0 4-18 0,3-2-15 15,-4 3-34-15,-8-1-44 0,4 0-61 0,-9 1-126 16,4 0-351-16,-4 4 155 0</inkml:trace>
  <inkml:trace contextRef="#ctx0" brushRef="#br0" timeOffset="-178665.43">26094 10460 135 0,'-5'2'205'0,"3"0"-9"0,2-2-7 0,0 0-13 16,0 0-13-16,13 3-14 0,2-6-14 0,6 0-16 16,9-2-8-16,4 3-17 0,-2-3-24 0,3 2-33 0,-5-1-46 15,1-1-65-15,-3 0-209 0,-8 1-306 0,1-2 135 16</inkml:trace>
  <inkml:trace contextRef="#ctx0" brushRef="#br0" timeOffset="-178368.92">26360 10110 169 0,'-4'-7'308'0,"2"3"-15"15,0-2-19-15,0 2-18 0,-1 1-25 0,3-1-20 16,0 4-28-16,0 0-17 0,0 0-20 0,7-6-15 16,-1 7-13-16,9 1-7 0,3 5-14 0,9 2-9 15,1 6-7-15,4 0-9 0,-1 3-5 0,1 0-7 16,-2 5-7-16,-3-1-5 0,-1 3-16 0,-5 0-3 0,1 0-2 0,-9-1-3 16,-3-1-10-16,-5 2-14 0,-6-6-2 0,-3 0-4 15,-9 4 2-15,-6 0-2 0,-8-3 1 0,4-1-8 16,-9-1-13-16,-2 0-23 0,-11 3-28 0,9-5-31 0,0-2-39 15,-11 2-115-15,13-8-169 0,3-1-467 0,9-5 207 16</inkml:trace>
  <inkml:trace contextRef="#ctx0" brushRef="#br0" timeOffset="-177230.7">28100 9921 29 0,'0'0'193'0,"0"0"-9"0,0 0-14 0,0 0-19 0,0 0-15 16,0 0-13-16,0 0-13 0,10-7-14 0,-2 5-7 16,4 4-6-16,-5-1-3 0,6 1-7 0,8 2-6 15,-1-1-9-15,-1 1 0 0,2 5-7 0,-2-2-8 0,-1 2-3 0,-1 3-10 16,-2-1 3-16,0 3-4 0,-4 2-7 0,-1 1-3 15,-4 0-2-15,-2 3-5 0,-4-4 1 0,-2 1-7 16,-6 2 0-16,-2-2-3 0,0-2 0 0,-4 1 0 16,-3-3-3-16,-3 4 2 0,5-7-4 0,-2 1 4 15,3 0 1-15,-4-5 1 0,5-1-1 0,2 2 1 16,-1-4-2-16,3 0-2 0,3 2 4 0,-2-5 19 0,3 2 7 0,1 1 2 31,1-3-3-31,3 0-4 0,0 0-2 0,0 0 0 16,0 0-2-16,20 2-6 0,-2-2 0 0,1 2 0 0,-1-2-3 0,9 0 2 0,1 2 2 0,3 1 3 15,-1 0-11-15,-3 1 0 0,1 3 2 0,-5-1 0 16,-5-1-3-16,1 2-1 0,-2 1-5 0,-6-2-5 16,-2 2 2-1,-3-1-5-15,-1 2 2 0,-4-1-5 0,-4 2 0 16,-2-1 3-16,-5-2-2 0,-8 3 3 0,0 0 1 0,-9-1 5 16,-1-2 0-16,-4-1-3 0,3-2 2 0,-2 1 4 15,2-3-4-15,1 1 2 0,-2-1 2 0,11 0 0 16,-3-2 6-16,3-1-4 0,2 1 2 0,6 0-2 15,2 0 11-15,2-1 12 0,2 1 7 0,5 0-5 16,-8-5-11-16,8 5-31 0,2-7-28 0,5 5-32 0,7-1-40 16,5-6-82-16,4 2-153 0,3 2-375 0,0-7 166 15</inkml:trace>
  <inkml:trace contextRef="#ctx0" brushRef="#br0" timeOffset="-176613.25">29185 10154 168 0,'-4'-5'159'0,"-1"0"-8"0,-4 0-14 16,-3 1-13-16,-5 0-13 0,-4 0-7 0,1 2-8 15,-7 0-7-15,-1 1-4 0,1 2-10 0,-6 2 2 0,5 0-3 16,-2-1-9 0,2 4-4-16,7-1-6 0,1-3 0 0,0 5-7 15,4 1-6-15,3-3-4 0,2 0-3 0,1 2-9 16,3 1-3-16,1-2-3 0,2 2 4 0,3 0-4 15,1 1-3-15,5 0 2 0,-1 0-5 0,5-1 4 16,1 2 1-16,7-3-5 0,2 2 0 0,2-4 0 16,7 1 1-16,-7-2-3 0,6-3-2 0,1-1 7 15,-7-2 7-15,-1 0 7 0,2-2 11 0,-3-3 15 0,-5 0 17 0,3-1 12 16,-3-2 17-16,-5 0-2 0,1-1 5 0,-2-8-18 16,-4 2 0-16,2-8-2 0,-5-1-16 0,2-3-1 15,-4-5 1-15,1 1-13 0,-3-2-8 0,-1-1-7 16,2 4-1-16,-5 0-1 0,3 6 5 0,2 8 8 15,-1 1-3-15,-2 4-7 0,4 1 1 0,-3 2-9 16,3 3-7-16,-2 1-11 0,1 0-38 0,0 3-34 0,2 3-3 0,-5 0 4 16,5 0 3-1,-4 13 5-15,2-2 6 0,-2 9 4 0,3 6 5 0,1 7 6 16,-3 0 2-16,3 3 3 0,0-1-1 0,0-2 1 16,3 1 4-16,2-3 4 0,-3 0 0 0,2-2 3 15,0-4 1-15,-1-4 6 0,-2-3-4 0,0 0 4 16,2-6 1-16,-2 1-33 0,-1-3-16 0,1 0-10 15,1-3-21-15,-2-2-10 0,-2 1-4 0,2-3-1 16,0 0-2-16,0-3-48 0,0 0-76 0,0 0-152 16,0 0-405-16,-14-8 179 0</inkml:trace>
  <inkml:trace contextRef="#ctx0" brushRef="#br0" timeOffset="-176186.79">29268 10011 226 0,'13'-5'210'16,"-3"-1"-19"-16,3 3-13 0,0-2-21 0,0 3-15 16,0 2-20-16,4 3-9 0,-4 1-8 0,2 3-12 15,-2-1-8-15,1 6-16 0,-2-1-2 0,-2 5-7 16,-4 0-5-16,-2 3-6 16,-1-2-9-16,-3 3-4 0,-3-2-2 0,-3 2-3 15,-3 3-1-15,-3-5-3 0,-1 4-8 0,1-5 1 16,-1-3 3-16,-1 0 3 0,2-2 4 0,-2-2 1 0,3-2 8 15,3-1 7-15,2-2 8 0,-1 0 12 0,2-2 13 16,0-1 36-16,1 2 14 16,3-1 37-16,1-3 21 0,0 0-14 0,0 0-11 0,0 0-20 15,-1-15-20-15,7 5-1 0,4-2-18 0,3-4-17 0,7-3-13 0,0-2-17 0,1 0-14 16,2-2-22-16,2-2-2 0,-3 4-9 0,-1 0-4 16,-2 3-3-16,-6 3 2 0,-1 2-1 0,-5 6 1 15,0-1-3-15,-2 4 5 0,-1-1-22 0,0 1-21 16,-2 1-14-16,2 2-10 0,-4 1-1 0,0 0 5 15,-4 13 9-15,-1-1 5 0,-1 5 3 0,0-2 3 16,0 2 2-16,1 4 4 0,0 4 5 0,2 1 3 16,3 0-1-16,4-6 4 0,9 4 2 0,-3-1 4 15,8-2 3-15,5-3 0 0,7-2-22 0,17 1-66 16,6-6-115 0,5-8-335-16,-4 2-594 0,1-10 262 0</inkml:trace>
  <inkml:trace contextRef="#ctx0" brushRef="#br0" timeOffset="-175041.7">30182 10186 98 0,'-14'2'170'0,"1"-2"-9"16,0 0-19-16,4 1-18 0,0 0 1 0,4-1-19 16,0 0-11-16,5 0-1 0,-9 0-10 0,9 0-8 15,-6 0-8-15,6 0-4 0,0 0-6 0,0 0-13 0,0 0-1 0,-8 3-1 16,8-3 0-16,0 0 6 0,0 0 2 16,0 0 8-16,0 0 2 0,0 0-2 0,0 0 12 15,0 0-10-15,0 0-5 0,-6 0-5 0,6 0-5 0,0 0-2 16,0 0-5-16,0 0-4 0,0 0-6 0,0 0 0 15,0 0-4-15,0 0-3 0,0 0-6 0,0 0 1 16,0 0-1 0,0 0-4-16,0 0-4 0,0 0 4 0,-5 1 0 15,5-1-3-15,0 0-2 0,0 0-1 0,0 0 0 0,0 0 2 16,0 0-2-16,0 0 5 0,0 0-4 16,0 0 4-16,0 0 3 0,0 0-3 0,0 0 2 15,0 0 4-15,26-4-2 0,-9 4 1 0,11-4-6 16,3-1 3-16,5 2 0 0,2 1-1 0,13-7-3 0,5 2 7 15,-16 2 9-15,12-3 1 0,-12 4 4 0,-6 0-2 0,-2 0-3 16,-11 0-7-16,-3 2 5 0,-3 0-3 0,-3 1 1 16,-5 0 0-16,0-1-4 0,0 1 1 0,-2 1-3 15,-5 0-3-15,7-1-4 0,-7 1 5 0,0 0-17 16,0 0-19-16,0 0-8 0,-23-1-21 0,11 2-17 16,0 1-11-16,1-2-19 0,-2 2-25 0,3-1-37 15,0 0-57-15,-2-2-151 0,6 2-398 0,6-1 176 0</inkml:trace>
  <inkml:trace contextRef="#ctx0" brushRef="#br0" timeOffset="-174423.99">30831 9949 284 0,'0'-8'266'0,"0"4"-8"15,1 1-15-15,-1-3-22 0,0 6-24 0,0-6-17 16,0 5-24-16,0 1-17 0,0 0-28 0,0-6-25 16,0 6-18-16,0 0-7 0,0 0-4 0,0 0-10 15,0 0-9-15,11 13-6 0,-9-7-12 0,3 1-1 0,0 3-6 0,2-2-5 16,-1 3-6-16,3 0-6 0,-3-3-7 0,2 2-2 16,0-2-4-16,-1 0 4 0,1-1 0 0,1-1-1 15,-3-3 6-15,1-1-3 0,-1 0-1 0,2-2 6 16,-2 1-1-16,3-4 6 0,-4 1 4 0,4-3 6 15,-4 1 9-15,0-4 13 0,1 0 4 0,0 2 11 16,-5 0 7 0,3-3 11-16,2 0 1 0,-3 3 3 0,1-2 2 15,-3 2 0-15,0 1-5 0,3-1-8 0,-4 4-8 0,3-2-7 16,-3 4-13-16,0-5-16 0,0 5-37 16,0 0-8-16,0 0 0 0,0 0 4 0,1 17 1 15,-1-3 5-15,-1 4 3 0,-2 8 0 0,-1 0 2 16,2 3 3-16,-1 3 0 0,-1 1-2 0,-1-3 9 0,4 4 1 15,0-3-2-15,-2 1 0 0,2 0 1 0,1-2 2 0,-4-3 2 16,2 0 1-16,0-9-2 0,-2-1 1 0,3-2-5 16,-3-2-3-16,0-4 5 0,0 1-1 0,0-2 3 0,-2-2 1 15,1-1 3-15,-2-2 3 0,-5-1 5 16,1-2 0-16,-1-2 7 0,-1-2 13 0,2-1-6 16,-3-1 5-16,0-4 10 0,5 3 15 0,-1-2 3 15,1-5 1-15,1 0-1 16,2-2-4-16,3-3-9 0,3 2-1 0,5-3-6 15,3-5-4-15,3 2-5 0,2 1 0 0,4 0-5 16,3 1-6-16,2 4 0 0,-2 1 0 0,7 3-7 16,1-2 12-16,-1 3 0 0,-1 2-17 0,-7 3 2 15,0 2 1-15,-1 0-4 0,-5 1 0 0,-2 3 0 16,1-4-16-16,-5 3-20 0,-2 0-19 0,3 0-18 16,-2 2-17-16,-6 0-16 0,8 0-18 0,-8 0-5 0,0 0 3 0,5 2-21 15,-5-2-24-15,0 0-48 0,0 0-166 0,4 3-412 16,-4-3 182-16</inkml:trace>
  <inkml:trace contextRef="#ctx0" brushRef="#br0" timeOffset="-173892.15">31570 10049 186 0,'-12'-6'180'0,"-1"3"-18"16,3-1-14-16,-1-1-11 0,3 5-18 0,-2-3-9 0,-3 1-11 15,3 2-11-15,1 0-10 0,-3 2-8 0,3-2-7 16,3 4-8-16,-2 2-8 0,-1-1-4 16,3-3-7-16,0 5-4 0,0-2-3 0,2 3 2 15,-2 3-4-15,1-1-5 0,5-1-5 0,-2 2 0 0,2 1 0 16,2 0-3-16,1-2-2 0,4 2 1 0,-2 0 1 15,4-3-2-15,-1 0 1 0,2-1 1 0,-1 0 1 0,4-1-1 16,1-2-8-16,-2-3 18 0,0 0 8 0,-1-1 16 16,0-2 8-16,0-3 9 0,0 0 10 0,-1-4 4 0,-1 0 9 15,-1-1 0-15,-1-8-2 0,-2 0-4 16,2-1-3-16,-3-8-3 0,-1-3-13 0,-3-1-1 16,2 1-7-16,0 1-4 0,-4-3-1 0,4-1-1 0,-2 2-7 0,0 1 6 31,2 4 7-31,-4 7 8 0,2 0 3 0,0 5-5 15,0 4 1-15,0-1-6 0,0 4-8 0,0-3-6 16,0 6-5-16,0-3-31 0,0 6-27 0,0-5-36 16,0 5-1-16,0 0 4 0,0 0 4 0,-2 14 11 15,0 1 1-15,0 0 5 0,1 6 1 0,-2 6 5 16,0 2 3-16,-2 2 2 0,3 2 2 0,1 1 4 16,-1-2 3-16,0 0 1 0,4-3 4 0,-2-3-7 0,2 1-24 0,-2-8-11 15,2-2-10-15,-2 0-17 0,3-5-16 0,0 0-10 16,-1-3-1-16,0 2-23 0,3-9-45 0,-1 2-223 15,1-5-429-15,-5 1 190 0</inkml:trace>
  <inkml:trace contextRef="#ctx0" brushRef="#br0" timeOffset="-173306.33">31711 9939 130 0,'0'-6'255'0,"2"-3"-8"0,-1 4-14 16,-1-2-14-16,1 2-21 0,0 2-19 0,-1-2-24 15,0 5-22-15,2-4-16 0,-2 4-15 0,0 0-12 16,0 0-10-16,0 0-7 0,13 12-15 0,-6-5-5 0,0 1-7 15,-1 6-8-15,2-1-6 0,2 1-10 16,-1-1-5-16,0 0-8 16,1 2-6-16,1-2-13 0,0 1-6 0,0-6-6 15,-4 1-4-15,2-1 8 0,-2-2-9 0,-3-2 10 16,2 1 10-16,0-4-7 0,1-1-1 0,-2 0 6 16,2-3 15-16,0-4-2 0,0 1 8 0,-1-2-1 15,-1-4 8-15,-1 2 3 0,1-2 5 0,3-3 2 16,-3 3 4-16,-2-5 7 0,-1 6 12 0,1 0 7 0,-2-1 3 15,0 0 3-15,-1 3-2 0,2 1-2 0,-1 4-4 0,-1-2-10 16,0 2 0-16,2-3-35 0,-2 4-19 0,0 3-15 16,0 0 5-16,0 0-3 0,0 0 3 0,-2 15-2 15,1-3 0-15,-1 5 6 0,0 10 2 0,2 2-3 16,0 2 0-16,-3 4-1 0,1 2 5 0,-5 8 18 16,7 0-2-16,-2-10 2 0,-2 2-2 0,1-3 3 15,1-2-4-15,-2 1-2 16,1-4-2-16,-2-1 1 0,5-2 0 0,-4-7 1 15,-1-4-2-15,1 1 1 0,2-6 1 0,-6 2 0 16,3-3 1-16,-3-1 6 0,3-5-2 0,-5 1 8 16,1-2 1-16,-4-2 7 0,-1-1 9 0,3-2 11 15,-3-2 5-15,2 0 9 0,-1-2 3 0,2 1 10 16,1-5 4-16,-1-1 12 0,1 1-7 0,5-2 9 16,1-3-2-16,3-4-5 0,2-5-14 0,5 1-6 0,4-2-19 0,1-1 2 15,5 1 0-15,3-1-9 0,4 5-11 0,-1 0 0 16,4 1 1-16,1-1-2 0,1 6-8 0,-1 0-2 15,-4 3-3-15,-5 3 4 0,0 1-5 0,-4 1-7 16,-3 4 9-16,-2-3-5 0,0 3-1 0,0 1-6 16,-4-1 9-16,-1 0-7 0,1 2 5 0,-1 0-6 15,-4 2-5-15,5-2 0 0,-5 2-11 0,5-3-18 0,-5 3-13 0,0 0-28 16,0 0-23-16,0 0-28 0,4-3-37 16,-4 3-25-16,0 0-34 0,0 0-52 0,0 0-238 0,0 0-555 15,0 0 246-15</inkml:trace>
  <inkml:trace contextRef="#ctx0" brushRef="#br0" timeOffset="-173090.49">32378 10024 2 0,'0'0'286'0,"0"0"-27"16,3-5-24-16,-1 1-24 0,2 0-22 0,2 3-24 0,0-3-13 16,5 2-20-16,0-1-27 0,2 2-39 15,2 0-42-15,-2 1-62 0,6-5-67 0,-3 5-176 16,-3-1-304-16,-3-3 135 0</inkml:trace>
  <inkml:trace contextRef="#ctx0" brushRef="#br0" timeOffset="-172905.35">32353 10155 178 0,'-3'1'278'0,"3"-1"-11"0,0 0-21 16,0 0-24-16,0 0-25 0,21 3-17 0,-3-3-18 0,8-2-17 0,3 5-24 15,-1-6-37-15,4 2-51 0,1-1-66 0,1-1-71 16,0 2-226-16,-1-2-357 0,-2-4 158 0</inkml:trace>
  <inkml:trace contextRef="#ctx0" brushRef="#br0" timeOffset="-172574.09">33095 9890 202 0,'0'0'208'0,"0"0"-16"0,0 0-19 0,0 0-16 16,0 0-18-16,-20-14-12 0,20 14-17 0,0 0-6 0,0 0-11 0,0 0-12 15,-50 19-13-15,40-10 2 0,-7 4-10 0,3 2 1 16,0 1-8-16,1-1-6 0,3 2-5 0,1 0-3 16,0 0-7-16,5 0 0 0,-1 0 1 0,4 0-8 15,1-17 7-15,4 31 34 0,3-16 30 0,1-5 20 16,7 2 10-16,3-5-2 0,3 0 0 0,-21-7-14 15,42 7-2-15,-19-9-4 0,-23 2-4 0,41-5-7 0,-23-2-6 16,-3-1-15-16,2-2-5 0,-6-1-3 0,3-1-11 16,-9-3-9-16,-1-4-14 0,-4 3-35 0,0 16-45 0,-17-38-44 15,-5 17-46-15,-3 2-59 0,-5 4-79 0,-7 2-222 16,-1 3-542-16,-4 1 241 0</inkml:trace>
  <inkml:trace contextRef="#ctx0" brushRef="#br0" timeOffset="-165223.59">6947 12511 102 0,'-9'0'147'0,"9"0"-14"0,0 0-11 0,-6-1-7 15,6 1-16-15,0 0-9 0,0 0-9 0,-8 0-9 0,8 0-12 0,0 0-4 16,0 0-4-16,-9 1-5 15,9-1-5-15,0 0-16 0,-4 2 13 0,4-2-10 0,0 0 4 16,0 0-10-16,0 0 12 0,0 0 2 0,0 0 2 16,0 0 1-16,0 0-2 0,0 0-4 0,0 0-13 15,0 0 8-15,26 1 3 0,-7-4-5 16,9 1 2-16,4-2 4 0,1 3 0 0,3-2-2 0,-4-2 3 0,4 3-7 0,-3 0 4 0,-6-1-5 16,-7 1-2-16,1 2-4 0,-2 0 2 0,-8-2-1 15,0 1-5-15,0 1-5 0,-2-2 0 0,-4 2 3 16,0-2-4-16,-5 2-9 0,9 2-9 0,-9-2-1 15,0 0-4 1,0 0-10-16,-12 9-14 0,2-7-35 0,0 3-24 16,-2-2-36-16,-3 1-152 0,1-1-308 0,2 0 136 15</inkml:trace>
  <inkml:trace contextRef="#ctx0" brushRef="#br0" timeOffset="-164960.68">7010 12658 144 0,'-3'2'151'0,"3"-2"-6"0,0 0-20 0,0 0-8 15,0 0 11-15,0 0 5 0,12 3-1 0,3-5-10 16,4 2-10-1,9-5-8-15,3 3-11 0,1-1-9 0,-1-2-11 16,-2 1-1-16,-1 1-11 0,-8 1-6 0,2-2-13 0,-4 1-13 16,-4 2-19-16,-1-2-17 0,-4 2-25 0,-3 1-21 15,2-3-23-15,-3 3-17 0,-5 0-55 16,0 0-107-16,0 0-274 0,0 0 121 0</inkml:trace>
  <inkml:trace contextRef="#ctx0" brushRef="#br0" timeOffset="-164421.68">7258 12359 114 0,'-3'-4'304'0,"0"0"-17"15,3 4-23-15,-2-4-26 0,1 0-24 0,1 4-22 16,-2-4-21-16,2 4-22 0,0 0-17 0,0 0-20 15,0 0-20-15,0 0-18 0,0 0-7 0,0 0-11 16,0 0-2-16,11 16-7 0,-6-10-4 0,1 1-4 16,4 2-5-1,3 0-1-15,2 2-1 0,2-1-4 0,-2-1-4 0,2 1-9 16,1-2-10-16,-1-1-1 0,0-2-5 0,2 2 0 16,-3-5-6-16,-2 1 3 0,-1-1 2 0,-2-2-1 15,1 0-3-15,-5 0 13 0,1 2 19 0,-2-4 17 16,-6 2 9-16,9 0 9 0,-5-2 6 0,-4 2 1 15,4-3 3-15,-4 3-3 0,4-1-17 0,-4 1-6 16,0 0-5-16,0 0-15 0,0 0-11 0,0 0-3 0,0 0-4 0,-8 9-3 16,-5 4-6-16,-7 10 4 0,-2 0-5 15,-2 5 0-15,-9 8 4 0,6-9-6 0,-4 11 4 0,2-1 2 16,7-11-3-16,0 1 2 0,3 2-1 0,3-5-1 16,0 3 3-16,3-5-2 0,0 0-1 0,5-6 0 15,3-4-2-15,1-4 1 0,0 2 5 16,0-4 4-16,3-1 9 15,-3-1 4-15,3 0 16 0,0 0 13 0,-2-1 11 16,3-3 17-16,-1 4-1 0,1-4-6 0,0 0-5 16,0 0-3-16,0 0-1 0,0 0-12 0,0 0-1 15,0 0-10-15,0 0-2 0,0 0-3 0,0 0-8 16,0 0-5-16,0 0 0 0,0 0-23 0,0 0-28 16,0 0-29-16,0 0-38 0,0 0-35 0,0 0-37 15,14-2-31-15,-14 2-55 0,7-5-297 0,-7 5-601 0,13 0 266 0</inkml:trace>
  <inkml:trace contextRef="#ctx0" brushRef="#br0" timeOffset="-162639.04">8812 12318 121 0,'0'-8'218'0,"0"3"2"0,-2-1-5 16,2 0-10-16,0 0-10 0,0 1-9 0,0-2-9 0,0 2-10 15,0 0-11-15,2 2-15 0,-2-2-8 0,0 1-13 0,0 4-15 16,2-5-8-16,-2 5-14 0,0-3-10 0,0 3-12 16,0 0-15-16,0 0-12 0,0 0-7 0,0 0-3 0,0 0-3 15,6 12 0-15,-4-5 1 0,1 0-7 0,0 4 3 16,0 0-2-16,3 1-4 0,-1 5 1 0,4 0-1 15,-4 0 1-15,3-2-2 0,-2 1-11 0,2-3-2 16,1-1 2-16,-3-2-5 0,1 0-4 0,-2-3 1 0,1-3 4 16,-2 2 2-16,1-1 5 0,-2-4-4 0,2-1 2 15,-5 0 3-15,10-1 5 0,-4-5 1 0,1-3-1 16,-1 0 3-16,1-1 1 0,0-2 0 0,-2-2-1 0,2 0 1 16,-2-3 1-16,-1 5 6 0,0 0 5 15,-2-1 3-15,3 0 6 0,-4 5 3 0,-1-1 7 16,3 2-8-16,-3 0-3 15,4 1-3-15,-4 3-4 0,1-1-20 0,0 1-18 16,-1 3-19-16,0 0 3 0,0 0 0 0,0 0 8 16,2 15 0-16,-4-5-1 0,1 7 4 0,1 1-5 15,-3 9 3-15,1-2 0 0,2 2 2 0,-1 5 1 16,1 3 3-16,1-3-3 0,1 4 8 0,-3-1 0 0,2-2 1 16,1 2 3-16,2 2 1 0,-2-6-1 15,1-1-1-15,-1 1 2 0,2-2 0 0,-3-9 0 0,6 6 3 0,-5-7-3 16,0-1 0-16,1-1 3 0,-4-1 0 0,1-4 0 0,0 1-1 15,-4-4-3-15,3 3 4 0,-2-4 0 16,-2-1 2-16,0 3-2 0,0-3 1 0,-5 0-1 16,1 0 5-16,0-2 1 0,0-2-3 0,0 2 2 0,-2-3 2 31,-1 0-2-31,-2-2 1 0,0 0 0 0,0 0 1 16,-1-7 4-16,-3 3 4 0,5 0 13 0,-1-3 9 0,1 0 6 15,4-1 6-15,-3-4-1 0,1-4 0 0,2-1 8 16,3-1-5-16,5-8-6 0,2-2-8 0,6 0-1 15,2-3-6-15,6-2-3 0,11-8-2 0,5 2-5 16,6 2 2-16,-4 3-2 0,-5 10-5 0,-1-1-4 16,0 4 2-16,0 0-3 0,-4 5-1 0,-5 4-1 15,-4 1-1-15,1 1 8 0,-6 3-11 0,1 0-1 0,-4 4-2 0,-3 1 14 16,4-2-16-16,-5 1-1 0,2 2-3 0,-4 1-12 16,4-4-16-16,-4 4-16 0,0 0-7 0,0 0 3 15,0 0-3-15,0 0-13 0,0 0-16 0,-10 14-28 16,6-9-24-16,-5 5-31 0,6-5-34 0,-3 1-263 15,6 0-503-15,-1 0 222 0</inkml:trace>
  <inkml:trace contextRef="#ctx0" brushRef="#br0" timeOffset="-161837.9">9481 12600 173 0,'-18'1'187'0,"5"1"-13"0,2 0-10 0,2-2-12 0,0 0-14 16,4 0-9-16,5 0-14 0,-9 0-16 0,4 3-4 15,5-3-12-15,-5 0-5 0,5 0-11 0,0 0 2 16,0 0 0-16,0 0 2 0,0 0-9 0,-8 1 0 16,8-1-6-16,0 0 1 0,0 0-1 0,0 0-3 15,0 0-3-15,0 0-3 0,0 0-5 0,0 0-1 0,0 0-6 0,0 0-1 16,0 0-2-16,0 0-1 0,0 0-1 0,0 0-2 16,0 0-1-16,0 0-1 0,0 0 0 0,0 0-5 15,0 0 5-15,0 0-2 0,0 0 3 0,0 0 1 16,0 0-5-16,0 0 4 0,0 0-1 0,0 0-4 15,0 0-1-15,0 0 2 0,0 0-10 0,0 0 6 16,0 0-2 0,0 0-2-16,0 0 1 0,0 0-1 0,0 0-4 15,0 0 0-15,0 0-1 0,0 0-1 0,0 0 1 0,0 0-2 0,0 0 0 0,0 0 1 16,0 0-2-16,0 0-3 0,0 0 9 0,0 0-9 16,-5 1 2-16,5-1-4 0,0 0 8 0,0 0 4 15,0 0 2-15,0 0-1 0,0 0 2 0,0 0 0 16,0 0 1-16,0 0-1 0,0 0-3 0,0 0 0 15,0 0 2-15,0 0 0 0,0 0 0 16,0 0-1-16,0 0-2 0,0 0 0 0,10-5 0 16,0 3-2-16,4-1 6 0,6-1-11 0,10 1 2 15,3-1 3-15,20-3-8 0,-3 3 3 0,3-5-1 0,1 4-3 16,1 0 0-16,-18 1 0 0,1 1 4 0,-4 1-4 16,-2-1-2-16,-3 0 0 0,-10 2 3 15,0 0 2-15,-7-1-4 0,-2 0 0 0,0 1 4 0,-2 1-1 0,-3-1-4 0,-5 1 1 16,8-1-4-16,-8 1-2 0,0 0-7 15,0 0-16-15,0 0-19 0,-21 2-13 0,10-1-13 16,3 1-25-16,-5 1-24 0,-1-1-23 0,5 0-39 16,-2-2-83-16,1 1-141 0,3 1-441 0,2 0 195 15</inkml:trace>
  <inkml:trace contextRef="#ctx0" brushRef="#br0" timeOffset="-161129.59">10183 12288 132 0,'7'-2'168'0,"1"-2"-20"15,-3 4-16-15,4-1-10 0,1 1-16 16,3 1-5-16,1 0-8 0,3-1-4 0,-3 4-6 16,4 0-6-16,2 1-12 0,-1 4-2 0,-1-4-6 15,0 5-4-15,-4-3-12 16,4 5-5-16,-5 0 5 0,-2 1-5 0,-2-4 0 0,-4 3-7 0,-1 1-8 0,-4 3 3 0,-2 1-5 15,-6 0-4-15,-5-2 2 0,-5 7-5 0,3-8-2 16,-7 3 2-16,-1-1-4 0,-2-1-2 0,5-7-1 16,2 2-4-16,-1 0 7 0,1-2-2 0,2 0 1 31,3-3-2-31,2-1 3 0,0 1-9 0,6-2 4 16,0-2 1-16,-1 3-2 0,3-1 1 0,2 2 6 0,1-5-4 0,8 4 4 15,-1-3-3-15,6 2 2 0,6-1-9 0,2 1 7 16,7 2-1-16,0-1-4 0,-1 2-2 0,2 0 5 15,-1 0-6-15,-9-1 5 0,3 1-4 0,-3 0 7 16,-1 1-7-16,-3 1 1 0,-4-3 3 0,-2 1-3 16,-4 2-3-16,-3-3-2 0,0 2 7 0,-4-1 1 0,-2 0 5 15,-6-1 5-15,-6 4-2 0,-2-1 1 0,-2-1 5 0,-9 0 2 16,2 0 0 0,-1-2 3-16,7 0 1 0,-9-2-6 0,2 1 1 0,2 0 0 0,5 0-4 15,-1-4 1-15,5 1-2 0,3 0 3 0,4 1-3 16,0-1-8-16,4-1 5 0,-1 0-8 0,3 1-31 15,4-1-52-15,0 0-54 0,0 0-199 0,8-12-360 16,2 6 159-16</inkml:trace>
  <inkml:trace contextRef="#ctx0" brushRef="#br0" timeOffset="-160650.56">10696 12416 114 0,'10'-1'178'0,"1"2"-17"0,0 0-25 0,1 2-7 0,3 3-12 16,-2 1-11-16,2 1-13 0,-1 5-7 0,-1-4-10 16,1 3-3-16,-4 5-13 0,-1-3-4 0,-5 3-8 15,4 0-2 1,-8 0-5-16,0 1 4 0,-5 0-12 0,-3 1-1 15,-5 3-3-15,-2 0-2 0,-5-2 2 0,1-3 3 0,3-3-1 16,-2-4 2-16,0 2 3 0,3-4 3 0,-2-2 0 16,6 0 1-16,-1-1 8 0,2-1 11 15,3-2 23-15,1 1 24 0,0 0 34 0,2-3 11 0,4 0-13 0,0 0-16 16,-4-11-15-16,11 5-9 0,0-4-11 0,6-3-8 16,2-1-10-16,4-8-9 0,4 0-7 0,2-3-12 15,0 3-9-15,-2-6-12 0,4 2-9 0,-4 2-4 16,0 2 4-16,-5 2-3 0,-4 6 4 0,-4-1-5 15,-1 6 5-15,-1 1-3 0,-2 2 0 0,-1 0-1 16,-1 2-4-16,-1 1-15 0,-2 0-1 0,-1 3 8 16,0 0-9-16,-10 10 0 0,2 1 1 0,-5 3 1 15,-3 5 1-15,0 3-4 0,0 2 1 0,-1 2 3 0,3-3 1 0,0 3 1 16,5-1-5-16,4-4 7 0,-2-3 0 0,6 3 3 16,5-5-3-16,0 1 6 0,5-4 0 0,6-1 0 15,7 3 5-15,10-6-2 0,6 3-31 0,12-7-62 16,6-3-90-16,3-3-336 0,1-3-558 0,0-3 248 15</inkml:trace>
  <inkml:trace contextRef="#ctx0" brushRef="#br0" timeOffset="-159879.63">11570 12470 132 0,'0'0'179'0,"-7"0"-1"0,7 0 0 16,0 0-1-16,0 0-6 0,0 0-5 0,0 0-4 15,0 0-2-15,0 0-7 0,0 0-7 0,0 0-5 16,0 0-9-16,0 0-8 0,0 0-12 16,-3-4 2-16,3 4-21 0,0 0-14 0,22-6-2 0,-11 4-11 15,2-1-7 1,9 1-8-16,-2-3-10 0,8 0-26 0,4 1-30 15,-2 3-46-15,-2 0-44 0,-3-2-50 0,2 3-48 16,-6-3-192-16,0 2-427 0,-4 1 189 0</inkml:trace>
  <inkml:trace contextRef="#ctx0" brushRef="#br0" timeOffset="-159694.76">11629 12596 14 0,'-4'2'217'15,"0"0"2"-15,0-1-10 0,4-1-9 0,0 0-4 16,-2 4-4-16,2-4-19 0,0 0-12 0,33-6-7 0,-15 3-23 16,14 0-12-16,-1-2-5 0,2 0-19 15,1 1-10-15,2 0-42 16,1-1-41-16,0 1-51 0,-1 0-62 0,1-1-68 16,-4-2-153-16,1 2-357 0,-2-2 158 0</inkml:trace>
  <inkml:trace contextRef="#ctx0" brushRef="#br0" timeOffset="-158845.72">12544 12337 48 0,'0'0'191'0,"0"0"-6"16,-5-2-13-16,5 2-22 0,0 0-10 0,0 0-16 15,-8-1-11-15,8 1-11 16,0 0-14-16,0 0-2 0,0 0-14 0,0 0-6 15,0 0-7-15,22-5-5 0,-12 3-1 0,7 0-8 16,2-1-3-16,0 2-7 0,0-2-5 16,2-2-2-16,-1 2-5 0,-1-2-1 0,2 3-2 0,-3-5-1 15,-6 4 1-15,1-1-8 0,-3 1 5 0,2-1 2 16,-7 1 13-16,4 0 1 0,-4 0-2 0,-1 2 1 16,-4 1-8-16,-1-3 0 0,1 3-4 0,0 0-3 0,-21 2-5 0,8 2-1 15,-3 1 1-15,-6 1-2 0,-4 4-5 0,0-1 5 16,-4 6-1-16,1 0-5 0,-2 1-3 0,3 1 4 15,0 0-4-15,5 2-1 0,0 2 1 0,1 0-2 16,4 3 3-16,4-5 1 0,4-2-2 0,4 0-1 16,3 3 0-16,3-4 3 0,4-1-2 0,4 0 4 15,4-1 0 1,5-2 2-16,10-1 0 0,4 0-3 0,3-5 0 16,3 2 1-16,0-5-2 0,2-3 3 0,0 0-5 0,2 0-2 15,-4-3 2-15,-2-5-4 0,-3 4 4 0,0-5-3 16,-11 4 0-16,-2-3 5 0,-2 0 14 15,-4 4 15-15,-2-5 22 0,-3 2 19 0,1 0 12 16,-3 0 11-16,-2-1-1 0,1 3 1 0,-2 0 5 0,-2-2-15 16,-1 4-1-16,1-4-7 0,2 3 1 0,-3 1-10 0,0 3-6 15,1-7 2-15,-1 4-14 0,0 3 3 0,0 0-15 16,3-5-6-16,-3 5-7 0,0 0-4 0,0-4-4 16,0 4-6-16,0 0-2 0,0 0-19 0,0 0-5 15,0 0 5-15,0 0 1 0,0 0-3 0,-3 16 5 0,3-6-2 0,-1 0-1 16,-3 2 3-16,4 5 1 0,-4 0-3 0,3 0-1 31,-2 3 1-31,2 1 4 0,1-4 3 0,1 2-1 16,-1-2-1-16,3-2 0 0,-2 1-1 0,2-5 1 15,-2-1 3-15,-1 1 0 0,1-5-3 0,-1 2 0 0,3-1 2 16,-2-5 4-16,-1 3 0 0,0 1-1 0,3-4 3 16,-3-2 5-16,1 5 13 0,-1-5 11 0,0 3 12 15,0-3-2-15,4 4 2 0,-4-4 1 0,0 0-5 16,0 0-4-16,0 0-5 0,0 4 3 0,0-4-3 0,0 0-8 15,0 0 0-15,0 0 1 0,0 0-5 0,0 0-2 16,0 0-5-16,0 0-1 0,0 0 0 0,0 0-8 16,0 0-18-16,0 0-18 0,0 0-21 0,0 0-25 15,0 0-39-15,0 0-90 0,0 0-118 0,0 0-255 16,-8-11-626-16,7 8 276 0</inkml:trace>
  <inkml:trace contextRef="#ctx0" brushRef="#br0" timeOffset="-157790.69">8230 11891 205 0,'0'0'197'0,"0"-7"-13"0,0 7-13 0,0-4-16 16,0 4-17-16,0 0-10 0,0-5-18 0,0 5-18 15,0 0-28 1,0 0-3-16,0 0-11 0,0 17-5 0,4-2-5 16,-3 10-8-16,3 5-4 0,0 16-3 0,-3 6 1 0,-1 7-1 15,0 31 9-15,-5-6-6 0,1 3 1 0,2-5 1 16,-2 0-4-16,1-26-1 0,3 5-1 0,0-1 5 16,0-4-2-16,4 2-3 0,-1 0 1 0,-1-7 4 15,2 3 8-15,6-4-4 0,-2-5-1 0,-3-10-3 16,1-2 0-16,3-3 1 0,-1 0-4 0,-2-4-4 0,2-1 2 15,-2-8-5-15,1-1 3 0,-5-5-4 0,2-1-4 16,0 0-1-16,-1-3 2 0,-1-1 5 0,-2 0-8 16,2-3 7-16,0 1 17 0,2-1 12 0,-3 0 13 0,-1-3 5 15,1 4 6-15,-1-4 0 0,3 3-9 16,-3-3-7-16,0 0-23 0,0 0-29 0,13-13-37 16,-7 6-48-16,-1-2-46 0,3-1-73 0,-3 0-232 0,3-5-468 0,-2-2 207 15</inkml:trace>
  <inkml:trace contextRef="#ctx0" brushRef="#br0" timeOffset="-156558.68">8281 12018 45 0,'-4'-3'154'0,"4"3"-21"0,0 0-14 0,0 0-9 15,-6-1-9-15,6 1-14 0,0 0 0 16,0 0-14-16,0 0-10 0,0 0 5 0,0 0-7 0,0 0-2 0,0 0-8 0,0 0 1 15,0 0-11-15,0 0 0 0,-1-4-3 0,1 4-3 16,0 0-2-16,0 0-3 0,0 0-6 16,0 0-4-16,0 0 1 0,0 0-3 0,0 0 0 15,11-2-4-15,-11 2 2 0,9 0 2 0,-1-3-8 0,4 3 1 16,5 0-2-16,1 0 3 0,6 0-4 0,-4-1-1 16,9 1-5-1,3 0 4-15,0 0 1 0,0-1-4 0,5-1 3 16,-2 2-4-16,5 0-3 0,0-1 3 0,11 1 3 15,0 0-7-15,-14 0 10 0,1-3-7 0,3 3 3 16,10 3-1-16,-14-3-1 0,2 0-2 0,-3 1 3 16,17 1-1-16,-17-2-2 0,4-2 0 0,-2 1 1 0,-2-1 0 15,2 2 2-15,-2-1-1 0,0 0 2 0,1-2-6 16,-3 3 8-16,3-2-10 0,-4 2 10 0,2-2-5 0,0 2 0 16,-2-1-2-16,-3-1-2 0,2 0 5 0,0 2-10 15,0-3 13-15,0 1-4 0,-10 2 3 0,6-3-1 16,3 3 1-16,-4 0-2 0,3 0-4 0,-2-1 2 15,3 1 5-15,0-2-4 0,-3 2 3 0,1-1 0 16,-2 1-1-16,1-1 2 0,-7 1-4 0,8-1 0 0,-1 0 5 16,0 1-5-16,-1-1 5 0,2 1-3 0,-1-2-5 0,1 2 2 15,1-2-2-15,1 0 2 0,-2 0 5 0,5 0-2 16,-4 1 8-16,0-2-5 0,0 1-6 0,2 0 3 16,-1 0 3-16,-2 1-4 0,4-3 7 0,-2 1 2 15,-3 1-8-15,0 1 2 0,-1-1 1 0,-7 2 1 16,1-2 3-16,10 1-10 0,-4-1 0 0,-1 0 5 15,-3 0 0-15,5 1 2 16,-8 0-2-16,9 1-1 0,-8-1-1 0,5 1-2 16,5-1 0-16,0 0 4 0,-2-1 0 0,2-1-1 15,-1 1-1-15,2 1 0 0,0-2 7 0,3 2-6 16,-3-3-4-16,0 2 4 0,1-3-1 0,3 5-2 16,-3-4 4-16,-1 3 5 0,1-3 1 0,-2 2-4 15,-1-1 2-15,1 0 3 0,2 1 2 0,-1 2-7 16,0-3 7-16,-1-1-4 0,0 4 3 0,-2 0-4 0,0-3 1 0,2 2-3 15,-2-2 3-15,2 1 0 0,-3 1 2 0,3-3-2 16,-2 4-2-16,1-3-1 0,2 3 2 0,-1 0-1 16,4-1-1-16,0-1-3 0,-2 1 4 0,5 1-2 15,0-1-2-15,-1-1 3 0,-2 1-2 0,6 1 4 16,-4 0-5-16,1 1 1 0,-2-2 4 0,1 2-5 16,0-1-2-16,1 0-1 15,1 0 2-15,-2 0 3 0,1 0-5 0,-2 2 3 16,1-4 4-16,0 2-2 0,0-1 1 15,1 0 1-15,-2-2 2 0,0 1-1 0,-4 0 2 0,3 0-2 16,-2 1 0-16,2-2 0 0,-1 3 1 0,-1-4-3 16,-1 1 0-16,0 3 1 0,-2-1-3 0,-3-1 8 15,-7 1-1-15,1 0 4 0,-2 0 7 0,-6 1 5 16,5-2 2-16,-5 0 6 0,-4 2 2 0,2-2 5 0,-3 0 4 0,-3 2 1 16,2 0 3-16,-7 0 3 0,11 0 1 15,-11 0 1-15,5-2-7 0,2 2-2 0,-7 0-2 16,0 0-4-16,6-1-4 0,-6 1-4 0,0 0-3 0,6-1-6 15,-6 1 2-15,0 0-3 0,0 0-4 0,0 0-2 16,0 0-2-16,0 0 2 0,8-1-5 0,-8 1 1 16,0 0-5-16,0 0-5 0,0 0 5 0,0 0-4 0,0 0-5 15,0 0-13-15,0 0-19 0,0 0-26 0,0 0-32 0,0 0-23 16,0 0-19-16,5 2-24 0,-5-2-37 0,1 5-242 16,-1-5-471-16,2 4 209 0</inkml:trace>
  <inkml:trace contextRef="#ctx0" brushRef="#br0" timeOffset="-156040.96">13560 11837 203 0,'0'0'198'15,"1"-3"-20"-15,-1 3-13 0,0 0-17 0,0 0-13 0,0 0-19 16,0 0-12-16,0 0-9 0,0 0-15 0,0 0-10 16,5 12-5-16,-4-8-9 0,1 1-5 0,2 5-4 15,-2 2 1-15,1 0-13 0,-1 4 1 0,0 2-4 16,5 7-5-16,-6 0-2 0,1-5 1 0,-1 8-4 16,2-2-2-16,-3 1-1 0,2 2-2 0,-2 2 1 15,0-3-3-15,0 2-2 0,0 0 7 0,0-1-3 16,0 0 4-16,0 1-3 0,0-1 3 0,0 0 8 15,0 0-9-15,0-2 2 0,-4-1 1 0,2-1 1 16,2 1-3-16,-3 1-1 0,3-3 3 0,0-4-8 16,0 4 1-16,0-4-3 0,0 1 6 0,1-2-7 15,1 0 0-15,0-1-3 0,0 1 3 0,1-2 1 0,0 0-7 16,-3 0 3-16,0 2-1 0,3-4-3 0,-1 2 6 0,-2-1 0 16,0 1-5-16,0-5 1 0,0 0 1 0,0 0-4 15,0 1 1-15,0-1 1 0,0 0-1 0,0 0-1 16,0-2-2-16,1 2 0 0,-2-2 0 0,1 2 0 15,0 0-2-15,0-2 5 0,1 1-4 0,-1 0 3 16,3 0 0-16,-3 1-1 0,1-1-1 0,3-2 1 16,-3 0-2-16,-1 2 2 0,2-2-3 0,0-2 1 0,-2 0 0 0,0-2-1 15,0 2 3-15,0-2-2 0,1-1 3 0,-1-1-1 16,0-3 0-16,3 7 2 0,-3-4-1 0,0-3 2 16,1 4-16-16,2-1-35 0,-3-3-47 0,0 0-61 15,0 3-235-15,0-3-419 0,0 0 185 0</inkml:trace>
  <inkml:trace contextRef="#ctx0" brushRef="#br0" timeOffset="-154252.02">8335 13416 53 0,'0'0'147'0,"0"0"-8"15,0 0-25-15,0 0-9 0,0 0-8 0,0 0-12 16,6-4-2-16,-6 4-14 0,7 0-7 0,-7 0-8 16,11 0 2-16,-3-2-12 0,-2 4-3 0,4-2-1 15,3 0-2-15,-3 1-13 0,3-1 1 0,6 1-3 16,3 1-1-16,-1 0 0 0,0-2-4 0,9 0-2 16,0 0 1-16,1 0 0 15,2 0 1-15,-1 0-5 0,3 0 2 0,-2-2-3 16,4 2-3-16,-4 0-3 0,0 0 0 0,3-2-1 15,3 1-2-15,-6 1 0 0,1-1 6 0,-2 1-5 16,0 0 0-16,1-2 6 0,2 4-6 0,-3-5-4 16,-3 0-4-16,3 2 2 0,0 0 1 0,1 1 0 15,3-3 6-15,0 1-2 0,2 0-14 0,12-3 12 16,-12 2 3-16,3 1-1 0,9-2 2 0,0 1-7 0,-13 2 5 0,2-3-9 16,0 4 6-16,-1-3 1 0,3 2-2 0,-3 1 2 15,0-1 2-15,1 1-4 0,-2-2 1 0,3 1 0 16,11 0 0-16,-14 1 2 0,1-1-2 0,13-1-2 15,-11 4 4-15,0-4 0 0,12 2 0 0,-14 0 2 16,2-1-5-16,-4 0 10 0,2 2-12 0,-1-2 2 16,0 1-2-16,0 1 3 15,-1-2-2-15,1-2-5 0,-2 0 8 0,0 2-10 16,2 0 10-16,0-2-4 0,2 2 12 0,-3 0-3 16,2-1 9-16,-1-1-2 0,0 1 2 0,0 1 0 15,0 1-1-15,0-1 14 0,-2 0-14 0,-1 1 3 16,-2-4 2-16,0 4 1 0,-4 2-8 0,-1 0 2 15,-5-1-5-15,-3-2 2 0,4 2-6 0,-1-1 1 16,-2 0-6-16,2 0 5 0,-1-1 2 0,8 1 0 0,0-4-7 0,-2 3 8 16,-8 0-7-16,12-2 1 0,1 3 3 0,-4-1-4 15,3-1 11-15,-1-1-10 0,-2-3 3 0,6 4 0 16,-4 1-1-16,2-1-3 0,-1 2 7 0,-1-1 6 16,1-1-11-16,0 2 2 0,0-3-3 0,-1 3-5 15,-2-2 5-15,3 0 4 0,0-2 3 0,1 4 0 16,-2-1-1-16,3-1 4 0,-2 1 4 0,-2 0 2 0,3-3 9 0,0 3-6 15,0-3 3-15,0 3 2 0,0-2-3 0,3 1-5 16,-1-1 1-16,-3 0-4 0,2 2 2 0,0-2-1 16,2 3-4-16,-4-4-4 0,-1 3 2 15,-3-1 4-15,1 1-4 0,1-1-1 0,1-2 1 0,-10 1-1 16,-3 2 4-16,5-2 5 0,-2 1 4 0,-1-1 1 16,2 0 3-1,0 1-2-15,2-1-2 0,-3 2-2 0,3-2 0 16,3 0-1-16,-3 1-2 0,7-1 4 0,-3 2 4 15,-6-2-3-15,1 0-3 0,-2 1 0 0,1 1-3 0,-2 0 0 16,-1 0 2-16,1-1-5 0,-5 2 2 16,4 0-3-16,-4-3-6 0,3 2 10 0,-3 0-7 15,-3-1 3-15,1 1-2 0,6 0 0 0,-5 0-4 16,1-1 0-16,-3 2 1 0,-1 0-3 0,0-2 4 0,2 1-3 0,-1 1-4 16,1 0 3-16,1 0 1 0,-3 0-1 0,0 0-1 15,1 0 1-15,-4 0-1 0,2 0 0 0,-1 1-5 16,-2 1 2-16,3-4 0 0,-1 4 2 0,-2-2 1 15,-6 0-4-15,14 0-1 0,-9 0 1 0,-5 0 3 16,11 0-1-16,-6 2-1 0,-5-2 2 0,7 1 0 16,-7-1 2-16,7 0 3 15,-7 0 6-15,0 0 7 0,6-1 0 0,-6 1-1 16,0 0 5-16,0 0-1 0,8-2-2 0,-8 2-1 16,0 0-3-16,0 0-1 0,7 0-4 0,-7 0 2 15,0 0-5-15,0 0 2 0,0 0-2 0,0 0-3 16,0 0 1-16,0 0-3 0,0 0 4 0,0 0-3 15,0 0-2-15,0 0 3 0,0 0-3 0,0 0-2 16,0 0 3-16,0 0 2 0,0 0-6 0,0 0 1 0,0 0 1 0,7 0-1 16,-7 0 0-16,0 0-1 0,0 0 1 0,0 0 2 15,0 0 0-15,0 0-4 0,0 0-1 0,0 0 1 16,0 0 1-16,0 0 1 0,0 0-1 0,0 0 2 16,0 0-1-16,0 0-1 0,0 0 2 0,0 0 3 15,0 0-7-15,0 0 2 0,0 0 0 0,0 0-1 16,0 0 1-16,0 0 4 15,0 0-1-15,0 0 4 0,0 0 7 0,0 0 3 16,0 0 2-16,0 0 1 0,0 0 16 0,0 0-11 16,0 0 3-16,0 0-3 0,0 0 1 0,0 0-1 15,0 0-3-15,0 0 0 0,0 0-4 0,0 0 5 16,0 0 1-16,0 0-3 0,0 0 1 0,0 0 4 16,0 0-6-16,0 0-4 0,0 0 2 0,0 0-4 15,0 0 1-15,0 0-3 0,0 0-6 0,0 0 2 0,0 0 0 16,0 0 1-16,0 0-4 0,0 0 2 0,0 0 3 0,1-3-23 15,-1 3-27-15,0 0-38 0,0 0-117 0,0 0-366 16,0 0-606-16,0 0 269 0</inkml:trace>
  <inkml:trace contextRef="#ctx0" brushRef="#br0" timeOffset="-101851.32">2654 14720 59 0,'0'0'148'0,"0"0"-12"15,0 0-2-15,0 0-14 0,0 0-6 0,0 0-7 16,0 0-5-16,0 0-9 0,0 0-6 0,0 0-8 15,0 0-8-15,0 0-1 0,0 0-7 0,0 0-4 16,0 0-1-16,0 0-1 0,0 0-6 16,0 0-4-16,0 0-6 0,0 0-1 0,0 0-3 15,0 0-5-15,0 0-2 16,0 0-4-16,0 0-1 0,0 0-3 0,0 0 1 16,0 0-4-16,0 0-2 0,0 0 1 0,0 0-2 15,0 0-2-15,0 0 0 0,-8 3-5 0,8-3 5 16,0 0-5-16,0 0-1 0,0 0 0 0,0 0-3 15,0 0 5-15,0 0-6 0,0 0 3 0,0 0-2 0,0 0 0 16,0 0-1-16,0 0 2 0,22-4-1 0,-6 0-5 16,11-3 6-16,6 4-6 0,8-5 4 0,14 0 4 0,5-2 5 15,-1 0 7-15,1 0 2 0,4 1 1 0,-4 0-3 16,-4-2-1-16,2 1-2 0,-7 1 3 0,-17 2 2 16,2 3-5-16,-6-1-6 0,-4-1-1 15,-8 3 0-15,-6 0 2 0,-2 1-2 0,0-1-4 0,-3 0-5 16,-4 1-5-16,-3 2-12 0,0 0-14 0,0 0-8 15,0 0-4-15,-37 2-9 16,18 1-8-16,1 0-7 0,-5 0-14 16,4 2-11-16,-3 1-25 0,-6-1-4 0,8-1-14 15,1 1-125-15,-8 0-280 0,1-1 123 0</inkml:trace>
  <inkml:trace contextRef="#ctx0" brushRef="#br0" timeOffset="-101466.56">3041 14641 40 0,'0'0'238'0,"0"-8"-1"0,1 5-6 0,-1 3-3 16,0-5-8-16,0 5-15 0,0-2-25 0,0 2-16 15,4-4-21-15,-4 4-15 0,0 0-30 0,0 0-34 16,0 0-8-16,0 0-8 0,0 14-3 0,0 3-8 16,3 0-4-16,-6 9-1 0,3 4-3 0,-1-2 2 0,-2 4-12 15,2 0 0-15,-3-1-2 0,3 0-3 0,1 3-1 16,0-5 0-16,-3-1-2 0,3-1-2 0,0-2 4 15,0-8-4-15,3 0-1 0,-3 0 3 0,0-5 1 16,1 0-6-16,-1-3 1 0,0-1 2 0,1-4-2 0,2 2 0 16,-2 1 4-16,-1-6 8 0,0 3 16 15,0-4 11-15,0 7 14 16,0-7-1-16,0 4 10 0,0-4 1 0,0 3 0 16,0-3 4-16,0 0-16 0,0 0 1 0,3 3-7 15,-3-3-6-15,0 0 6 0,0 0-15 0,0 0-2 16,0 0-5-16,0 0-5 0,0 0-5 0,0 0-11 15,0 0-18-15,0 0-28 0,0 0-30 0,0 0-19 16,0 0-26-16,14-4-14 0,-8 4-18 0,4-1-12 16,3 0-24-16,1 1-15 0,0-1-4 0,7 1-20 0,2-1-131 15,-2-4-379-15,10 5 168 0</inkml:trace>
  <inkml:trace contextRef="#ctx0" brushRef="#br0" timeOffset="-101081.9">3797 14975 154 0,'2'-9'261'0,"1"1"-18"16,-1-3-9-16,-2 2-20 0,-3 4-17 0,1-4-19 15,-2 3-18-15,-3-1-16 0,-1 3-16 0,-4-2-15 16,0 4-10-16,-2-1-11 0,-5 5-10 0,0 0-10 16,-4 5-3-16,5-1-12 0,-9 5-5 0,3 2-4 15,1 0-9-15,0 3-2 0,4 1-3 0,0 0-4 16,6-2-4-16,0 1-2 0,3 2-7 0,2-2 3 0,-2-2-5 15,6-1 7-15,2-2-17 0,-1-1-1 0,2 1 0 16,2-5-4-16,-1 2 5 0,0-2-2 0,4-2 5 0,0-1-3 16,5-1 4-16,1 0-1 0,0-5-2 0,4 1 0 15,-1-3 0-15,5-2 4 0,-3-2-1 16,2-1 1-16,-2-1-1 0,2 3 0 0,-2-2 6 0,-5 2 6 16,0 0 3-16,1 0 3 0,-4 3-3 0,0 1 4 0,-1-1-6 15,-2 2-3-15,0 0-6 0,1-1 2 0,-1 3-6 16,-4 1-5-16,6-1-1 0,-6 1-2 0,9 1 2 15,-5 2 0-15,3 2 3 0,0-2 3 0,2 3-12 16,1-2-9-16,0 4-22 0,2 0-9 0,4 0-19 31,0 1-21-31,0-2-35 0,1-2-48 0,3 0-46 16,-7-4-204-16,5-2-451 0,-2 1 200 0</inkml:trace>
  <inkml:trace contextRef="#ctx0" brushRef="#br0" timeOffset="-100248.48">4090 14704 179 0,'1'-8'242'16,"0"1"1"-16,2 1-10 0,-2-1-12 0,2 5-10 15,-2-4-14-15,-1 6-26 0,3-6-14 0,-3 6-20 16,1-4-14-16,-1 4-20 0,0 0-26 0,0 0-15 15,0 0-5-15,0 0-7 16,5 17-6-16,-5-5-6 0,0 6-1 0,0 10-5 16,-4 1-3-16,3 1-4 0,-3 2-4 0,-1-1-4 15,1 4 3-15,3-5-1 0,-3 3-4 0,-1-3-2 16,1-2 2-16,-1-2-6 0,2-6 3 16,2-6-3-16,-1 2-1 0,0-6 0 0,1 0-1 15,1-5 2-15,-3 2 1 0,2-1 5 0,1-6 32 16,0 8 28-16,0-8 33 0,0 5 33 0,0-5 31 0,0 0-2 0,0 0-18 15,0 0-17-15,13-12-14 0,-8 2-12 0,8-3-11 16,-3-2-22-16,4 0 0 0,4-6-8 0,-4 6-12 16,4-6-6-16,2 1-7 0,-5 7-4 0,-3 0-5 15,0 0-5-15,2 1 2 0,-7 5-3 0,1 2-6 16,-3 0-4-16,-1 1-2 0,1 0-8 0,-1 2-35 16,1 0-28-16,-5 2-26 15,4-3-9-15,-4 3 7 0,0 0 3 0,5 6 3 16,-5 0 3-16,-2-1 8 0,2 6 3 0,-7 1 0 15,-2 2 12-15,-2 1 3 0,-1 0 4 0,-6 7 9 16,7-9-2-16,-2 1 4 0,-1-1 3 0,2-2 6 16,1-3 1-16,5 0 5 0,0-3-1 0,0-1 3 15,1 1 6-15,0-3 15 0,5-2 28 0,-5 5 31 16,5-5 19-16,-5 2 15 0,5-2-11 0,0 0-10 0,0 0-6 16,0 0-13-16,0 0-4 0,6-16-3 0,-2 13-7 15,5-1-9-15,-3 0-8 0,2 0-1 0,-2 1-7 16,4-1 1-16,1 2-4 0,0 2-3 0,2-3-14 15,0 6-4-15,5-2-5 0,2 2-5 0,-2 0-12 16,6 3-3-16,2-2-7 0,-1 2-6 0,4-1-7 16,-8 1-12-16,1-2-5 0,6 1-4 0,-7-1-13 0,-1 0 5 0,-1-2 3 15,-1 1 4-15,1-3 4 0,-2 0 7 0,1-4 4 16,-4 2 11-16,-2-4 3 0,0 0 2 0,-1-1 6 16,0-1 12-16,0-4 12 0,2 1 18 0,-3-1 12 15,-1-3 11-15,3 3 10 0,-6 1 16 0,-1 0 12 16,0-1 16-16,0 4 8 0,-1-1 11 0,0 2-2 15,-3 2-7-15,3 0-7 16,-4 1-14-16,0 4-7 0,4-8-12 16,-4 8-3-16,1-3-16 0,-1 3-13 0,0 0-23 15,0 0-25-15,4-4-1 0,-4 4-2 0,0 0-1 16,0 0 9-16,4 19 3 0,-4-9 3 0,0 1-1 16,1 0-5-16,3 3 8 0,-3-3-20 0,-1 0-7 0,3 1-10 15,-3 0-7-15,0-1-18 0,0-3-17 0,0-1-11 16,-3 0-9-16,3-2-10 0,-1 0 2 0,1-5 1 0,-5 8 0 15,5-8-47-15,-8 0-76 0,8 0-230 0,-13-5-512 16,7-3 227-16</inkml:trace>
  <inkml:trace contextRef="#ctx0" brushRef="#br0" timeOffset="-100116.88">4652 14779 111 0,'1'-10'249'16,"2"0"-14"-16,-2 5-19 0,4-2-15 0,-2 1-21 15,-1 2-18-15,2 1-20 0,0 0-10 0,0-3-17 16,2 4-29-16,-6 2-32 0,13 0-31 16,-13 0-51-16,0 0-60 0,18 9-211 0,-12-5-323 0,-6-4 143 15</inkml:trace>
  <inkml:trace contextRef="#ctx0" brushRef="#br0" timeOffset="-99561.75">4898 14907 149 0,'2'2'176'0,"-2"-2"-9"0,0 0-14 15,4 4-17-15,-4-4-16 0,0 0-13 0,0 0-6 16,4 5-10-16,-4-5-9 0,3 3-7 0,-3-3-4 16,6 4-10-16,-3-1-1 0,-3-3-7 0,6 2-13 15,-6-2 4-15,0 0-2 0,0 0-7 16,11 0-2-16,-11 0-3 0,9-5-1 0,-4 1-5 0,-1 1-2 15,5-2 0-15,-4 1-5 16,0 2-1-16,0-3-1 0,2 1-11 16,-2 0 3-16,-5 4 1 0,10-2 0 0,-5 0-2 15,-5 2-4-15,9 0 1 0,-9 0 3 0,11 2-2 16,-5 4 4-16,-1-3-5 0,0 0 2 0,1 2 2 16,-1 2-5-16,3-2 3 0,-3 4-5 0,2-1 3 15,-1 4 0-15,1-3 1 0,0 4 2 0,-1-2 0 16,2 3 2-16,-3-2 1 0,3-1 3 0,-4 3-8 0,-1-2-2 0,0 0-1 15,0-1 0-15,-1-1-3 0,2 2 4 0,-4-3-5 16,3 0-4-16,-5-1 8 0,2 0-9 0,0-1 4 16,-1-1 6-16,-3 4-2 0,0-3 3 0,0-1-1 15,-1-2 6-15,0 3 1 0,-1-4 0 0,2 2 13 16,0-3 15-16,0 3 32 0,4-5 38 0,-6 5 54 16,6-5 57-16,0 0 53 15,-5-2 15-15,5 2 3 0,0-10-15 0,1 2-29 16,4-9-23-16,3 0-29 0,8-9-22 15,5-3-31-15,8-14-30 0,11 0-30 0,-3 4-16 0,-1 4-14 16,2 2-2-16,-8 7-11 0,-4 5-2 16,4 2-7-16,-6 2-3 0,-7 7-6 0,1 1-13 0,-8 4-8 15,1-3-36-15,-6 3-38 0,2 3-53 0,-2 0-37 16,-5 2-9-16,0 0-5 0,0 0-6 0,10 9-14 0,-14-1-32 16,-1 1-38-16,-4-1-343 0,0 1-662 0,-6 1 293 15</inkml:trace>
  <inkml:trace contextRef="#ctx0" brushRef="#br0" timeOffset="-98590.76">6524 14633 208 0,'0'-3'245'15,"0"3"-18"-15,-1-6-22 0,0 3-26 0,1 3-10 16,0 0-26-16,0 0-19 0,0 0-28 0,0 0-8 0,0 0-7 0,1 13-8 15,-1 0-8-15,1 4-12 0,-1 9-4 0,0 4-2 16,0 1-9-16,-1 4-1 0,0 0-3 0,-2 12 17 16,2-15-13-16,1 1-3 0,-3-4-1 15,3 0-8-15,0-1-1 0,3-10-2 0,-3 2-3 0,0-6-1 16,1-2 0-16,-1-2-4 0,3-1 8 0,-3-2 17 16,1-1 13-1,-1-1 23-15,0 0 17 0,0-1 26 0,0-4 21 16,-1 4-2-16,1-4-3 0,1 4 3 0,-1-4-10 15,0 0-13-15,0 4-12 0,0-4-7 0,0 0-10 0,0 0-9 16,0 0-15-16,0 0-19 0,0 0-35 16,0 0-36-16,0 0-24 0,0 0-33 0,0 0-35 15,0 0-38-15,-8-12-44 0,7 9-58 0,-3-1-279 16,3-1-585-16,1 0 259 0</inkml:trace>
  <inkml:trace contextRef="#ctx0" brushRef="#br0" timeOffset="-98189.91">6905 14801 192 0,'2'-4'251'0,"-2"4"-25"0,0 0-24 0,0 0-23 16,3-2-16-16,-3 2-20 0,0 0-16 15,0 0-12-15,-9 9-7 0,5-4-14 0,-1 3-11 0,0 1-7 16,-1 1-2-16,-2 0-11 0,-1 3-6 0,-1 1-6 0,2 0-4 16,-2-3-6-16,2 2 0 0,2 1-2 0,-2-3-11 15,4-2 0-15,2 1-3 0,-3-2-2 0,2 0-4 16,3 0-1-16,-1-2-1 0,3 0-1 0,1 0-2 0,5 2 5 16,2-2-8-16,0 2 0 0,9-2-2 15,-5 1-2-15,4 2 0 0,-1-1-1 0,-2 0-3 16,-3-3-3-16,-1 2-1 15,-2-2 1-15,0 3-4 0,-1-4 0 0,-2 2-2 16,-2-1-1-16,-2 1 0 0,-3 0-1 0,0 0 2 16,-3-1 3-16,-6 1 8 0,1 1-8 0,-4-2 3 15,-2 3-2-15,-3-4 0 0,0 1 1 0,0-1 0 0,0 0-2 16,-2-1-10-16,1 0-32 0,2-2-27 0,2 1-36 16,2-4-47-16,-1 0-210 0,1-2-395 0,9 1 175 0</inkml:trace>
  <inkml:trace contextRef="#ctx0" brushRef="#br0" timeOffset="-97641.73">7246 14690 64 0,'1'-5'271'0,"-1"0"-21"16,0 1-15-16,0 4-25 0,0-5-20 0,0 5-19 16,0-5-23-1,0 5-15-15,0 0-14 0,0 0-15 0,0 0-9 16,0 0-11-16,0 0-9 0,4 14-8 0,-1-1-8 16,-1-1-7-16,1 6-3 0,-2 8-10 0,0-2-2 15,3 3-4-15,-1-1-3 0,1 3-4 0,2 2 2 16,-1-5-4-16,-5-1-4 0,1-5-4 0,2-2-3 15,-3 0 0-15,3-3 1 0,-1-1-3 0,-2-4-2 16,0 0-3-16,1 0 1 0,-1-3 2 0,2 0-6 0,-1-2 8 0,0 0 0 16,-1 1-8-16,0-2 4 0,2-2 2 0,-2-2 2 15,0 5 13-15,0-5 4 0,0 4 3 0,0-4 5 16,0 0-3-16,0 5 3 0,0-5 5 0,0 0 2 16,0 0-1-16,3 3 3 0,-3-3 6 0,0 0-5 15,0 0 5-15,0 0-10 0,0 0-5 0,0 0-3 16,0 0-1-16,0 0 0 15,0 0-10-15,0 0 2 0,0 0-5 0,0 0-3 16,0 0-2-16,0 0 1 0,1 3-5 0,-1-3 0 16,0 0 0-16,0 0-2 0,0 0 2 0,0 0-4 15,0 0 4-15,0 0-5 0,0 0 2 16,0 0-3-16,0 0 1 0,0 0-2 0,0 0 1 0,0 0 5 16,0 0-6-16,0 0 1 0,0 0-6 0,0 0 4 15,0 0-1-15,0 0-12 0,0 0-12 0,0 0-10 0,0 0-8 16,0 0-14-16,0 0-11 0,0 0-30 0,0 0-55 15,0 0-61-15,0 0-63 0,-7-13-176 0,6 10-488 0,-2-1 216 16</inkml:trace>
  <inkml:trace contextRef="#ctx0" brushRef="#br0" timeOffset="-97325.97">7091 14983 230 0,'-5'1'231'0,"5"-1"-7"0,0 0-8 16,0 0-11-16,-6 1-13 0,6-1-15 0,0 0-20 16,0 0-14-16,0 0-15 0,24-6-10 0,3 3-12 15,9-3-8-15,-3-2-15 0,18 1-8 0,4-1-9 16,-1-1-1-16,7 0-8 0,-3 0-1 15,-2-2-3-15,-5 4-5 0,-13 1-2 0,-2 2-6 0,-3 2-5 16,-6-1-4-16,-9 0-3 0,1 2-6 0,-9 0 1 0,-1-1-6 16,-1 2-3-16,-3-1-12 0,-5 1 1 0,5 3-11 15,-5-3-12-15,0 0-29 0,-20 4-29 0,7-3-34 16,-1 2-49-16,2-2-54 0,-3 0-176 0,5 5-425 0,2-5 188 16</inkml:trace>
  <inkml:trace contextRef="#ctx0" brushRef="#br0" timeOffset="-95922.65">8469 14833 79 0,'-5'-4'225'16,"0"0"-20"-16,-3 1-13 0,-1 0-13 0,0 3-23 0,-5-1-9 15,4 2-17-15,-3 1-10 0,-7 3-13 16,1-1-9-16,2 2-8 0,-1 5-10 0,3-1-13 16,-2 3-5-16,2 0-6 15,-2 2-7-15,4-1-4 0,2 2-7 0,-1-2 0 16,6 1-5-16,-2-2-6 0,7-3 0 0,-4 3-3 16,5-1 0-16,0-2 6 0,1 0-5 0,4 1 1 15,4-5 0-15,0-1 2 0,4 0 5 0,0 0 3 16,-3-4 0-16,6-1 2 0,-3-1 6 0,5-2 2 15,-2-2 10-15,1-3 8 0,-2 3 4 0,0-6 8 16,-5 5 9-16,4-5 7 0,-1 0-9 0,-3-1-3 0,3 1 0 0,-7 2 3 16,2-1-5-16,-3 2-8 0,0 3 10 0,-1-1-2 15,1 0-6-15,-2 1-7 0,1 1-11 0,-2 1-4 16,-2 3-10-16,3-5-10 0,-2 3-18 0,-1 2-20 16,0-4-26-16,0 4-11 0,0 0 6 0,0 0 5 15,10 6 7-15,-7-3-2 0,0 4 3 0,0-1 5 16,2 1 3-16,0-1 0 15,1-1 1-15,0 2 2 0,0-2 2 0,3 2 1 16,0-1 6-16,0-2-1 0,1-1-5 0,-1 0 4 16,5-2-1-16,-5-2 3 0,2-1 2 15,1 1 2-15,-3-2 16 0,0 1 13 0,1-4 6 0,-1 0 15 16,0-1 27-16,3-1-11 0,-6 3 7 0,1-1 2 16,-1-1 6-16,1 2-4 0,-4 1-9 0,2 0-3 15,-2 1-8-15,-2 1-10 0,-1 2-6 0,6-4-5 0,-6 4-10 16,3-3-8-16,-3 3-8 0,0 0-9 0,0 0-7 0,0 0-6 15,4 8 6-15,0-1 0 0,-8-1-1 0,8 2 21 16,-4 1-21-16,-4 3-8 0,8 0 3 0,-3-2 6 16,-1 2-9-16,1 1-19 0,0-3 10 15,1-1 0-15,0-2 9 0,0 2-1 0,-2-4-1 16,1 0 7-16,1 0 3 16,2-2 4-16,0 0 1 0,3-3 8 0,-7 0-2 15,19-5-2-15,-9 3 3 0,3-4 9 0,-2 2 1 16,4-6-7-16,-2 2 0 0,5-2-3 0,-9 2 4 15,4-3-1-15,0 2-3 0,-4 1 11 0,1-1-12 16,-4 4-1-16,1-2 1 0,-1 2 0 0,-2 2-12 16,0-1 7-16,1 2-10 0,-3-1-11 0,-2 3-18 15,4-5-25-15,-1 5-14 0,-3 0 5 0,0 0 10 0,7 4 4 0,-4 1 9 16,2-2 7-16,1 2 4 0,5 3 7 0,5 0 0 16,2 2 4-16,9 0-7 0,1 1-7 0,3-3-7 15,-2 0-4-15,10-2 0 0,-4-2 4 0,18 2 2 16,-15-5 3-16,0-1 6 0,2 0 1 0,-2-3 7 15,-1-1 3-15,-2 0 0 0,-7-4 7 0,0 1 2 0,-7-2 4 16,-5 0 10-16,-4-1 7 0,-3 0 12 0,-2 1 6 0,0-1 2 16,-6 0 2-16,-2-1-9 0,-3 1 0 0,-4 1-3 15,-6-2-2-15,-1 2 2 0,-3 1-2 0,-4 2 0 16,-5 2-2-16,-2 3 2 0,2-3 0 0,-1 4-7 16,7 4 3-16,-7-2-4 0,8 3 2 15,0 0-1-15,0 1 0 0,5 0-1 0,1 3 3 0,1-2-7 16,4 1-9-1,4 0-1-15,1 1-3 0,-1-2 1 0,2 0 3 16,6 0 0-16,-2 1 2 0,7-2 2 0,1 0 0 16,5-1 2-16,4-2-2 0,4-2 2 0,-2-1 0 15,-2-3-1-15,2-1 2 0,1-1-1 0,-3-4 1 0,0 0 2 16,0-3 1-16,-2-1 3 0,-3-2 6 0,6-6 8 16,-10 4 2-16,5-4 7 0,-5-3 10 0,0 1 0 0,1-4 3 15,-3 1 15-15,-2-3-10 0,0 0 8 0,-1-1 8 16,0 1 8-16,-2 3 3 0,2-1 4 0,-2 10 3 15,-2-2 16-15,2 1 17 0,-2 6-20 0,1 3-8 16,-1 0-6-16,0 1-7 0,0 3-10 0,0-2-3 16,0 3-11-16,3 1-17 0,-3-1-30 0,0 4-38 0,0 0 5 15,0 0 6-15,0 0 3 0,1 18-2 0,-1-3 7 16,0 5 1 0,0 10 1-16,-1 1 7 0,1 2-2 0,-3 2 5 15,2 0-1-15,-3 12-2 0,0-14 0 0,0 2 3 16,3 0 1-16,-1-2 0 0,-1-3 3 0,3-3 0 0,0-1 0 15,3-7 2-15,-2-4-2 0,0-1 1 0,0-2 6 16,1-2-6-16,-2-1 2 0,2-3 5 0,-2-1 2 16,0 2 13-16,3-2 20 0,-3-2 17 0,0-3 16 15,2 5 9-15,-2-2 11 0,0-3-2 0,7 1-5 0,0-1-11 16,5-4-7-16,4 0-6 0,7 0-42 16,8-3-47-16,1 0-90 0,1-3-98 0,3 0-151 0,1-5-290 15,0 1-713-15,-4-1 317 0</inkml:trace>
  <inkml:trace contextRef="#ctx0" brushRef="#br0" timeOffset="-94449.68">10733 14536 67 0,'10'0'97'15,"2"0"-16"-15,2 0-7 0,4 2-2 0,1 0 1 16,4 1 1-16,5-3-13 0,-6 3 2 0,0 1-11 0,-1-1 1 15,-3-1-1-15,0 6-10 0,1-2-2 0,-10-2-5 0,2 3-7 16,-3 0-1-16,-4 1-2 0,0 1-4 0,-4 0 2 16,0 1-8-16,-4 0 10 0,-5 2-7 0,-1 1 1 15,-1-2 0-15,-3 0-5 0,-3 2 1 0,-5 2 1 16,3-4-1-16,2 0 3 0,2-4-2 0,0 3-8 16,-2-3 5-16,8 1-7 0,0-4 10 0,-1 3-3 15,5-2-7-15,-1-3 2 16,3 4 20-16,-1-4-22 0,4 2-7 0,0-1 14 15,0-3 3-15,5 6 7 0,3-3-4 0,2-2 6 16,8 2-2-16,4-2-1 0,-3 2-10 0,8 2 19 16,1 0-9-16,0-1 5 0,1 4 3 0,-2-1-9 15,-5-2 5-15,-3 2-5 0,-1 1 4 0,-3 0-6 16,-2-2-5-16,-3 3 9 0,-3-1-8 0,-1 4 1 16,-3-4-2-16,-3 3 5 0,-4-1-1 0,-2-2-5 0,-5 1 0 0,-7 0 1 15,-1 2-1-15,-8-2 1 0,-1 0 2 0,0-2 3 16,-1 1-3-16,1-3 1 0,-2 0-3 15,3 1 0-15,1-3 0 0,4-2-3 0,1 2 0 0,8-2-4 16,0 1 2-16,2-2 1 0,6 0-1 0,-4 1-1 16,9-1 0-16,-10-1-2 0,10 1-20 0,0 0-28 15,5-6-31-15,0 2-22 0,7-2-53 0,-1 1-141 0,7-3-313 16,-1 1 140-16</inkml:trace>
  <inkml:trace contextRef="#ctx0" brushRef="#br0" timeOffset="-93617.16">11317 14759 43 0,'8'0'196'0,"-8"0"-15"0,10 4-15 0,-2-1-10 16,-1 4-12-16,2 0-17 0,-1 3-9 0,5 0-10 15,-5 4-10-15,1-2-12 0,-1 3-7 0,-3 1-8 0,1-1-8 0,0 0-4 16,-5-2-8-16,2-1-4 0,-3 1-5 0,0-1-6 16,-1-2-1-16,-2 0-3 0,1-1 6 0,-2 0 2 15,-2-4-4-15,1 0 1 0,0 1 2 16,-4-3 0-16,4-1 2 0,-1-1 1 0,-1 0 7 0,7-1 6 16,-11-1-2-16,11 1 2 0,-8-3-3 0,6 0-1 15,0-4-9 1,2 2-7-16,4-2-7 0,1-3-13 0,8-2-7 15,0 0-6-15,5 0-7 0,11-2-5 0,2 2-1 16,1 2-1-16,5-1 1 0,10-1 3 0,4 2-3 0,-1 0 2 16,4 4-1-16,-16-1-2 0,2 2-2 15,-2-2 5-15,-1 3-1 0,0 0-2 0,-2-2 6 16,-5 1 0-16,-8 2-1 0,-4 0-1 0,-4-1 6 16,-2 3 19-16,-5-1 16 0,2-1 5 0,-4-1-1 0,-3 1-5 0,-2 3-3 15,-2-5-2-15,2 5-3 0,-18-5-4 0,4 3 4 16,0 0-4-16,-5 2-1 0,-4 0-1 0,1 0-1 15,-7 4 0-15,1-1 2 16,1 2-4-16,5 0-1 0,-5 2 6 0,7-2-9 16,5 1-1-16,-2 2-4 0,7-1-1 0,-3 1 0 0,5 0-1 0,2 1-2 0,2-3 4 0,3 2 0 15,1 1-2-15,4 0 2 0,3 0-1 0,4-4 1 16,5 4 0-16,3-3-2 0,7-1 0 0,3 0 1 16,2-4-2-16,-3 1-1 0,3-5-1 0,-3-2 0 15,0-1 0-15,-1-3 0 0,-2-1 1 16,-6-2 1-16,-2 0 0 0,5-5 5 0,-9 2 15 0,1-8 3 15,-4 0 5-15,-1-3-3 0,0-5 0 0,-4 3 3 16,0-3 5 0,-2 0 8-16,-2 2 5 0,2-3 10 0,-3 3 11 15,-3 2 17-15,3 2 15 0,0 7 2 0,0 2 3 16,-1 3-11-16,1 1 2 0,0 2-8 0,0 5-9 0,1-4-9 16,-1 5-10-16,0 0-4 0,0 0-16 15,0 4-26-15,0-5-36 0,0 5-11 0,0 0 11 16,0 0-10-16,4 13 4 0,-4-2-2 0,0 4 2 15,-1 12 10-15,1-1-1 0,-3 5 1 0,2 3-5 0,-3 2 8 0,3-1-5 16,-3 10 11-16,1-9 0 0,-1-5 1 0,2 1-2 16,1-3-1-16,-2 0 7 0,2-4-5 0,-2-4 4 15,3-4 2-15,0-1-3 0,0-5 1 0,0-1 12 16,0-1-14-16,0-3 4 0,0 0 2 0,0-1 15 16,0 0 19-16,0-3 19 0,0 2 13 0,0-4 1 15,3 4 1-15,-3-4-4 16,7 0-7-16,4-3-1 0,0 1-5 0,11-2-8 15,6-4-56-15,3-1-52 0,1-2-88 0,-2 1-98 16,5-4-166-16,-6 0-231 0,4-1-700 0,-3 0 310 16</inkml:trace>
  <inkml:trace contextRef="#ctx0" brushRef="#br0" timeOffset="-92600.19">13538 14335 194 0,'-1'-10'200'15,"1"1"-11"-15,1 0-12 0,0-1-6 0,-1 4-12 16,0 1-12-16,0-1-16 0,0 1-9 0,-1 2-15 0,1 3-32 16,0 0-7-16,0 0-4 0,0 0-8 0,-5 12-10 15,0-1-4-15,-1 7-2 0,-2 9-4 16,-1 2 0-16,0 5-6 0,-2 10-1 0,-2 6-10 15,5 3 6-15,-5-6-4 0,3 3-1 0,-3-1-1 0,11-13-6 0,-5-4-1 16,3 1-2-16,3-4 1 0,1-3-3 0,0-3 1 16,-1-6-1-1,-2-2 15-15,2-4-3 0,1-1-4 0,-3-2 4 16,3-3 19-16,0 1 17 0,-1-3 20 0,1 2 16 0,0-5-4 0,-5 3-8 0,5-3-8 16,0 0-4-16,-20-8-8 0,8 3-7 0,-1 0-2 15,2-2-6-15,-2 2-3 16,-4-4-7-16,1 1-2 0,0-1-5 0,4 3-4 15,3 1 0-15,-4 1-2 0,7-3-2 0,-1 2-6 16,2 3 0-16,1 1-16 0,-1-1-25 0,3 0-20 16,-1-2-34-16,3 4-46 0,0 0-49 0,0 0-56 15,8-9-222-15,-3 7-490 0,5-3 217 0</inkml:trace>
  <inkml:trace contextRef="#ctx0" brushRef="#br0" timeOffset="-92314.99">13304 14671 45 0,'0'0'237'0,"0"0"-19"0,-6-4-12 15,6 4-29-15,0 0-19 0,0 0-14 0,0 0-16 16,0 0-12-16,22-3-9 0,-6 1-10 0,5-1-9 15,0 1-6-15,10 0-10 0,2-2-7 0,-2 3-3 0,-3 1-9 16,-7-3-5-16,-1 1-1 0,-1 0-7 0,-5 1-4 16,-7 0-3-16,1 0 0 0,0-2-5 0,-4 3 0 0,-4 0 0 15,9-1-5-15,-9 1-7 0,0 0-7 0,0 0-14 16,0 0-18-16,0 0-21 0,-31 6-25 0,21-3-34 16,0-1-40-16,-2-2-197 0,3 3-368 0,3-3 163 15</inkml:trace>
  <inkml:trace contextRef="#ctx0" brushRef="#br0" timeOffset="-91759.68">13755 14580 81 0,'2'-5'265'0,"2"3"-28"0,-4 2-26 15,3-3-19-15,-3 3-20 16,0 0-21-16,13 3-16 0,-8 2-11 0,0 0-12 0,4 1-10 15,0 2-11-15,-4 2-9 0,0-1-7 0,1 3-9 16,1 0-7-16,-2 2-5 0,-4 3-5 0,3-2-3 16,-1 2-5-16,-3-1-4 0,0-4-3 15,0-2-6-15,-4 0-1 0,4-2-4 0,-3-1 0 0,6 1-2 16,-6-3-1-16,3-1 1 0,-1-1 15 0,1-3 22 16,0 6 23-16,0-6 21 0,0 0-4 0,0 0-16 0,0 0-1 15,11-12-12-15,0 5-8 0,3-5-8 0,3 0-3 16,6-6-9-16,-2-1-9 0,2 3-12 0,-1 0-4 0,1-2-1 15,1 6-7-15,-7 0 1 0,-3 4 0 0,-4 1-2 16,-1 2-2-16,-1 1-1 0,-3 1-2 16,0-1-9-16,-1 1-12 0,0 3-4 0,-4 0 2 15,0 0 5-15,0 0-1 16,-9 12-2-16,-3-5 3 0,2 0 2 0,-4 5 0 16,-2-3 4-16,0 2-4 0,2-1 1 0,-1 3 7 15,1-1-3-15,0-1 0 0,2 3 8 0,-1-2-8 16,6-4 2-16,0 2 0 0,2-1 3 0,1-2 1 15,1-2-2-15,0 0 5 0,3-3 3 0,0-2 6 16,6 3 12-16,-6-3 9 0,21-4-1 0,-10-1 0 0,9-3 0 16,-3 0-1-16,0-1-3 0,2-1-3 0,-3-2-2 0,1 2-1 15,0-2-1-15,-3 3-2 0,-2 2 0 0,-1 3 0 16,-2-2-1-16,-4 2 3 0,-1 0-3 0,5 1-2 16,-5 1-5-16,-1 0-4 0,-3 2 4 0,8 0-6 15,-8 0-1-15,9 5 0 0,-3-2 0 0,0 1-4 16,0 3-9-16,0 1-12 0,5 2-16 0,-2-4-26 15,3 6-27-15,0-4-42 0,1 2-51 0,-2-5-74 0,1 3-216 0,-1-4-514 16,4 0 227-16</inkml:trace>
  <inkml:trace contextRef="#ctx0" brushRef="#br0" timeOffset="-90842.22">14531 14602 157 0,'0'0'158'0,"0"0"-15"0,0 0-16 0,0 0-9 16,0 0-11-16,0 0-9 0,0 0-13 0,23 2-8 16,-10-4-5-16,0-1-12 0,1 0-9 0,1 2 0 0,3-3-1 0,-7 0-10 15,6-1-3-15,-4-2-1 0,-1 2-4 0,0 0-5 16,-3-2-5-16,1 2 3 0,-1-3-1 0,-4 3 10 15,-1 0 10-15,-3-1 5 0,2 2 0 0,-3-2-4 16,-3 1-7-16,-2 3-5 0,0-1 0 0,-3 2 2 16,-3 0-10-1,-2 2 0-15,-3 0 0 0,-2 4 0 0,-1 0 1 16,-2 2-1-16,-2 3-1 0,3 0 0 0,2 2-2 0,1 0-4 16,2 4 1-16,-1-2-2 0,7 0-3 0,-2 1-3 0,2 1-2 0,3-2 2 15,4 3 5-15,2 0-4 0,2-2 3 0,4-1 0 16,3-2 0-16,6-1 10 0,2-2 6 0,14-1-1 15,-2-2-4-15,8-4-2 0,1-1-1 0,-1-2-1 16,3-1-2-16,0-4 1 0,-5-2-6 16,2-1-2-16,-5-3 1 0,-1-1 1 0,-4-2-1 0,-4-4 3 15,-4-1 9-15,-2-1 7 0,-2-4 7 0,-1 0-1 16,-5-2 1-16,-1-3-3 0,1 1 5 0,-3 0 17 16,-3 1 11-16,0 3 12 0,-1 1 22 15,-1 5 0-15,-1 2 7 0,0 4 0 0,1 2-3 16,-1 1-11-16,0 5-9 0,3-2-16 0,-3 2-4 0,0 1-24 0,0 0-50 31,0 4-7-31,0 0-3 0,0 0 0 0,-4 10 5 16,1 2-5-16,0 3 3 0,-1 2 2 0,-1 10-1 15,0 1 2-15,1 0 4 0,1 1-4 0,1 4 6 16,0-4 3-16,1 2-3 0,0-2 1 0,0 0 5 16,1-4-5-16,0-6 1 0,1-1-1 0,0-1 8 15,0-4-7-15,-1-5 0 0,2 4 6 0,-2-7-1 16,1 2 3-16,-1-4-3 0,-1 2-1 0,2-1 11 0,0-2 3 0,-1-2-5 15,0 0-3-15,0 0 3 0,0 0-6 0,-24-9 2 16,14 3 1-16,-6-2-4 0,-3 2 1 0,0-3 2 16,1 4 0-16,0-2-4 0,7 2 3 0,-3 1 2 15,2 0 4-15,3-1-7 0,2 0 0 0,2 2 12 16,1 1 0-16,0-4-2 0,2 3-5 0,5-2-1 16,4 0-4-16,4-2 0 0,6 0-2 0,8 0-1 0,4-5-8 0,5 4-5 15,2-1 4-15,1-3 1 0,14 0 0 0,-13 4-4 16,3-3 2-16,-8 3 2 0,3-2-6 0,-3 0 1 15,-5 3 4-15,-1-2 3 0,-8 3 4 0,-1 1 1 16,-5 1-2-16,-4 2 18 0,-3-1 7 16,1 1 1-16,-2-1-4 0,0 1-7 0,-1 1 1 0,-4 1-4 15,6-1-5 1,-6 1-10-16,0 0 3 0,7 4-3 0,-7-4-2 16,-2 8 0-16,0-2-2 0,-1 2 2 0,2 4-3 15,-2 0 3-15,2-1-1 0,-3 3 2 0,-1 2 4 16,5 0-1-16,-4-4 0 0,3 2-1 0,1-2 2 0,0-2 4 15,0 1 0-15,0-1-2 0,0-1 0 16,1-4-29-16,-1 1-14 0,0 1-17 0,0-5-8 16,0 5-7-16,0-4 4 0,0-3-2 0,0 5-6 0,0-5-27 0,0 0-57 15,0 0-89-15,0 0-264 0,-1-16-558 0,-3 5 248 16</inkml:trace>
  <inkml:trace contextRef="#ctx0" brushRef="#br0" timeOffset="-90694.88">15378 14457 174 0,'0'-11'280'15,"0"2"-11"-15,0 0-7 16,1 1-19-16,2 3-17 0,-2-2-19 0,2 3-17 16,-2 0-24-16,0 0-15 0,3-1-16 0,-1 2-19 15,1 1-21-15,-4 2-36 0,10 0-27 0,-10 0-36 16,10 4-26-16,-3-1-38 0,-1 4-33 0,3-4-50 16,1 2-74-16,-2 2-113 0,3-2-366 0,-1-2 162 15</inkml:trace>
  <inkml:trace contextRef="#ctx0" brushRef="#br0" timeOffset="-90293.71">15857 14495 90 0,'0'0'243'0,"2"-3"-13"0,-2 3-22 16,0 0-17-16,-3-7-19 0,3 7-15 0,0 0-16 0,-5-2-14 15,5 2-17-15,0 0-11 0,-14 2-12 0,5 3-5 16,0-2-9-16,-3 4-5 0,1 1 1 0,-3 2-12 0,-4 1-5 15,3 1-2-15,-2 2-6 0,-2 1-6 16,2 1-4-16,4-1-1 0,-3 4-6 0,6-5-1 16,2 2-6-16,-1-4 0 0,4 0-2 0,1-3-2 15,3 1 0-15,1 0 1 16,1-5 2-16,6 6 5 0,-1-5 5 0,8 0 4 16,3 0-3-16,3-3-1 0,2-1 2 0,6-2-8 15,1-2 2-15,-9-1 2 0,0-1 0 0,0-4 9 16,-3 3 11-16,0-4 12 0,-5 0 9 0,0 0 4 15,-3-5-1-15,1-1-11 0,-5-2-7 0,3 3-3 16,-7-3-6-16,-2 2 3 0,-2-2-16 0,-2 2 0 0,-1-1-4 16,-5 2-3-16,-1 1-3 0,-1 1-6 0,-1 3-1 0,0 1-2 15,-4 1-2-15,0 0-6 0,0 4-6 0,0-1-13 16,4 3-19-16,1 1-22 0,0 0-23 0,1 1-22 16,-2 3-32-16,5 0-18 0,3 2-22 0,2-1-29 15,4 1-259-15,1 0-498 0,3-1 220 0</inkml:trace>
  <inkml:trace contextRef="#ctx0" brushRef="#br0" timeOffset="-89955.18">16119 14518 329 0,'0'0'318'0,"0"0"-33"0,3-4-32 0,-3 4-28 0,1-2-28 15,-1 2-18-15,0 0-19 0,0 0-17 0,5 13-11 0,-5-8-14 16,0 5-18-16,-1 3-9 0,0 4-3 16,-3 0-11-16,0-5-7 0,-1 5-7 0,2-7-5 15,-1 1-9-15,3-1-3 0,-2-3-1 0,1-2-3 16,2 0-5-16,-1 0 15 0,-2-2 39 0,3-3 31 0,0 4 8 16,0-4-7-1,0 0-27-15,9-9-5 0,-2 1-13 0,2-1 0 16,1-4-3-16,4 0-12 0,-3 2-2 0,-1 2 4 15,1 0-4-15,-1 1 2 0,0 3-4 0,-1-2 0 16,-5 5-15-16,1-1-7 0,-1 2-7 0,4 1-4 16,-8 0-12-16,12 4-8 0,-4 4-18 0,0 0-32 15,3 5-31-15,-2 3-41 0,-1 0-54 0,2 9-73 16,-5-5-128-16,-1-3-229 0,0-1-650 0,-3-5 288 0</inkml:trace>
  <inkml:trace contextRef="#ctx0" brushRef="#br0" timeOffset="-86503.68">16604 14487 130 0,'1'-4'153'0,"-1"4"-5"0,0-5-5 16,0 5-11-16,1-4-10 0,-1 4-10 0,1-5-9 15,-1 5-3 1,3-3-9-16,-3 3-13 0,0 0-5 0,0 0-9 0,3-3-7 0,-3 3-9 0,0 0-6 0,0 0-3 31,0 0 1-31,0 0-14 0,-8 8 1 0,3-3-4 16,-2 3-1-16,-3 3-4 0,-1 1 1 0,0 2-2 0,-3 1-7 0,3 0 5 0,-7 4 1 0,9-5-8 15,-5 2 1-15,5-3 0 0,0 2-1 0,1-2-7 16,2-2 7-16,2 1 1 0,3 0-2 0,1-2 0 16,5 1 3-16,4-1 2 0,0 0 5 0,10-2 2 31,6 4 2-31,3-1-2 0,1-5 4 0,2 1-4 0,-2-2-4 0,-9-1 4 0,2 2-5 0,-5-2-5 16,-6-1 0-1,-2 0-1-15,0 1-6 0,-5-1 0 0,1 1 2 0,-4 0-1 16,-1 2-4-16,-6-1 8 0,-3 0-4 0,-1 3 16 15,-11 1-5-15,1-2-34 0,-7 0-47 0,7 0-61 16,-2-1-203-16,3-3-360 0,7 1 160 0</inkml:trace>
  <inkml:trace contextRef="#ctx0" brushRef="#br0" timeOffset="-84900.98">20249 14201 90 0,'4'-6'201'16,"-1"-4"-12"-16,-1 5-7 0,1-5-4 0,-2 3-10 15,1 0-8-15,-2 1-15 0,-3-2-14 0,0 3-9 16,-2 0-13-16,-3-2-14 0,-2 2-7 0,-9 2-11 15,3-1-7-15,-4 2-6 0,0 2-5 0,-10 0-10 16,2 1-5-16,0 5-2 0,0 1-4 0,0 0-7 0,4 2-4 0,-2 1-10 16,3 3 4-16,4-2-1 0,4-1-3 0,3 5-5 15,-2-3 1-15,4 1-4 0,2 2-2 0,3-3 4 16,4-1-3-16,1 3-1 0,1-4 0 0,9 5 2 16,-3-5-3-16,8 2 3 0,2-2-2 0,-1 1 5 15,6-5-4-15,1-1 0 0,-4-2 1 0,9 0-2 16,-6-3 5-16,0-3-4 15,-3 0 6-15,0-3 7 0,0-3 12 0,-1-2 13 16,-3-1 4-16,7-9 9 0,-10 6 3 0,2-9 1 16,-3 0 9-16,-1-4-7 0,-3 0 0 0,2-3-7 15,-2 1-2-15,0-3-6 0,-5 0 1 0,1 0-10 16,-2-2-7-16,1 2 3 0,-2 2 12 0,-2 5 18 16,2 6-2-16,-1 2-9 0,1 3 10 0,0 4-5 15,-1 3-12-15,1 0 4 0,0 2-7 0,-2 1-12 0,4-1-29 0,-2 3-31 16,0 3-16-16,0 0-10 0,0 0 7 15,0 0 2-15,-4 18 6 0,4-6 6 0,1 7-2 0,-1 7 4 16,0 3 5-16,1 3 2 0,1 0 4 0,-1-1-1 16,2 2 1-16,-1-1 6 0,3 0 0 0,-1-1 1 15,1-5 1-15,0-1-1 0,-2-5 14 16,1-4-8-16,0 0-3 0,-1-3 1 0,0-2 4 0,-2-3 1 0,2 0 1 0,-1-1-6 16,-2-2-5-16,0-1-8 0,1 1-8 15,-1-2-5-15,0 1-13 0,2 0-10 0,-2-4-13 16,0 0-45-16,-3 5-59 0,3-5-59 0,0 0-223 15,0 0-490-15,0 0 216 0</inkml:trace>
  <inkml:trace contextRef="#ctx0" brushRef="#br0" timeOffset="-84484.54">20497 14045 207 0,'10'-8'224'0,"1"1"-14"0,0 2-21 0,-1 1-18 15,1 1-18-15,0 1-12 0,-1 2-9 0,3 0-14 16,-3 5-8-16,3-1-11 0,-4 4-9 0,6 1-11 0,-6 0-10 0,-1 4-3 16,-2 2-7-16,1 2-8 0,-4-1-4 0,-4 4-2 15,0-2 8-15,-3 0-1 0,-6 5-10 0,4-5-3 16,-5-2-4-16,0 0-2 0,-1-2-3 0,2 0-3 16,-4-3 1-16,5-2-1 0,1-2-4 0,2-1 3 15,-2-1 13-15,5-1 18 0,-3-1 26 0,3 1 27 16,1-2 43-16,-4-1 32 15,6-1-1-15,0 0-26 0,0 0-17 0,6-13-17 16,-2 5-10-16,6-5-11 0,9-6 2 0,-2-2-21 16,5-2-10-16,0 3-13 0,-1-1-2 0,2 1-11 15,-2 2-5-15,-7 5-4 0,0 1-2 0,-4 3-4 16,-1 3-17-16,1 1 13 0,-6 1-16 0,1-1-33 16,0 3-31-16,-1 2-3 0,-4 0 6 0,9 7 1 15,-8 0 10-15,2 5 3 0,-2 3-3 0,3 2 10 0,-3 2 1 0,5 7-5 16,0-1 6-16,0-1-14 0,3 3-8 0,0-4-12 15,4-5-19-15,2 3-34 0,3-1-38 0,4-3-62 16,3-5-103-16,2-2-238 0,-4-3-600 16,5-5 266-16</inkml:trace>
  <inkml:trace contextRef="#ctx0" brushRef="#br0" timeOffset="-83961.29">19924 14607 13 0,'0'0'137'0,"0"0"-1"16,0 0-7-16,0 0-6 0,-7 0 0 0,7 0-5 0,0 0-2 0,0 0-1 16,0 0-5-16,0 0-3 0,0 0-14 0,0 0-1 15,0 0-9-15,0 0-10 0,0 0 0 0,0 0-10 16,0 0-7-16,0 0 1 0,0 0 1 0,0 0 4 16,0 0 1-16,0 0-4 0,0 0 5 0,0 0-6 15,0 0 1-15,0 0-3 0,0 0-4 0,0 0-5 16,0 0-3-16,0 0-6 15,0 0-5-15,0 0-3 0,0 0-5 0,0 0 2 16,18-6-6-16,-13 5 7 0,4-2-10 0,5 2 0 16,4 0-3-16,10-4 1 0,3 2 1 0,6 0 3 15,19-3 2-15,8 1 10 0,25 1 7 0,7-4 4 16,0 0 4-16,1 0 1 0,3-1-6 0,-3 3 0 16,-32 2-5-16,1 1-5 0,-2-2 1 0,-6 3-6 15,-4-2 0-15,-15 1-1 0,-3-1-2 0,-7 0 0 0,-6 0-3 0,-6 2-4 16,-7 2 2-16,0-2 4 0,-2 1 5 0,-3 0 0 15,2-2-1-15,-4 2-6 0,-3 1-5 0,4-3-16 16,-4 3-19-16,0 0-19 0,-14-1-19 0,14 1-22 16,-15 1-23-16,2 0-24 0,0 4-26 0,-1-3-40 15,0 1-39-15,-5 3-185 0,1 1-451 0,2-1 200 16</inkml:trace>
  <inkml:trace contextRef="#ctx0" brushRef="#br0" timeOffset="-83613.89">20822 14687 49 0,'-3'-1'311'16,"3"1"-20"-16,-4-4-23 0,4 4-29 0,0 0-22 15,0-6-23-15,0 6-23 0,0 0-19 0,0 0-18 16,0 0-24-16,0 0-18 0,0 0-7 0,0 0-11 15,-1 15-6-15,-2-3 6 0,3 0-6 0,-1 4-5 16,-4 2-8-16,4-1-6 0,-2 4-6 0,3 4-4 0,3 0-2 16,-6 1-1-16,6-6-10 0,-2-2 2 0,-1-1-6 15,0 1-2-15,5-7 0 0,-5 1-1 0,4-1-22 16,-3-2 3-16,2-2 1 0,-3-2 0 0,1 1 4 16,-1 0-1-16,0-4 12 0,3 2 8 0,-2-1 16 15,-1-3 3-15,0 4 8 0,0-4-2 0,0 0-12 16,0 0 6-16,0 0-13 15,0 0-16-15,0 0-26 0,0 0-26 0,13-11-37 16,-12 10-47-16,3-5-67 0,0 1-71 0,-2-3-193 16,2 2-489-16,5-2 216 0</inkml:trace>
  <inkml:trace contextRef="#ctx0" brushRef="#br0" timeOffset="-83159.38">21835 14464 200 0,'0'0'278'0,"0"0"-13"0,0 0-23 0,-4-2-20 15,4 2-22-15,0 0-21 0,0 0-20 0,14-5-15 16,-5 2-15-16,2 0-14 0,2 1-11 0,8-2-11 0,7 0-12 16,4 0-3-16,0 3-8 0,4-5-8 0,-6 4-9 15,1-1-7-15,-4 1 4 0,-8 1-11 0,0-1-4 16,-6 2-2 0,1-1-3-16,-5 1-3 0,-3 0-16 0,1 0-17 0,-7 0-18 0,7-1-14 0,-7 1-23 15,0 0-19-15,0 0-16 0,-20 4-25 0,10-4-33 16,0 1-41-16,-3 3-167 15,0-3-392-15,4 1 173 0</inkml:trace>
  <inkml:trace contextRef="#ctx0" brushRef="#br0" timeOffset="-82858.77">21904 14614 258 0,'0'0'293'16,"-6"2"-3"-16,6-2-13 0,0 0-24 0,0 0-26 15,0 0-25-15,0 0-18 0,25-12-20 0,-7 9-15 16,13-2-15-16,-1 0-16 16,1 0-9-16,6-3-14 0,-1 2-6 0,-3-1-11 15,5 0-10-15,-4 2-5 0,-4 0-7 0,-2 0-6 16,-10 2-1-16,0 1-9 0,-6 0-2 0,-1 0-3 0,-6 2-1 0,3-4-5 15,-4 3-12-15,-4 1-16 0,8 0-17 0,-8 0-27 16,0 0-35-16,0 0-40 0,0 0-76 0,-22 6-299 16,13-6-532-16,1 0 236 0</inkml:trace>
  <inkml:trace contextRef="#ctx0" brushRef="#br0" timeOffset="-78720.88">23846 14013 117 0,'5'-5'156'16,"3"1"-3"-16,-3 1 0 0,2 1-6 0,-1-2 2 0,-1-1-6 16,-2 2-7-16,1-1-9 0,-2 0-6 0,1 0-11 15,-1 1-13-15,0 0-10 0,-2 3-12 0,-3-7-2 16,-1 3-15-16,-1 1-5 0,-3 1-6 0,-2 1-5 0,-3-1-2 15,-6 2-6-15,1 1-4 0,-3 1-2 0,-2 2-5 16,-3 1 0-16,-2 3-7 0,2 0-3 0,-2 1-1 16,10-2-2-16,-1 0 2 0,2 6 1 0,2-2-6 15,1 1-4-15,4 1 0 0,0-1-4 0,3-1 5 0,5 2-2 16,0-3 1-16,1 4 3 0,4-2 0 16,2 0-3-16,6 1 0 0,2-1 5 0,1-3-3 15,4-1 3-15,1-4-1 16,-1-1 0-16,3-1 1 0,0-2 1 0,0-2 10 15,-1-2 12-15,1-4 6 0,-3-2 7 0,-1-2 12 16,4-5 7-16,-5-2-8 0,2-3 1 0,-1 2-4 16,-3-6-6-16,-1 2-5 0,-4-5-2 0,1-1-5 15,0-3-3-15,-2 1 1 0,-2-3-9 0,-1 3-2 0,-1 1-2 16,-3 0 6-16,2 6-8 0,-3 4 3 0,-1 4 3 16,1 1 3-16,-2 4 6 0,2 2 5 0,-1 3-3 0,1 0-5 15,0 2-7-15,0 0-8 0,0 2-28 0,0 3-17 16,-2-4 3-16,2 4 3 0,0 0 0 0,-10 13 5 15,4-2 0-15,-1 6 1 0,-1 6 1 0,-1 7 6 16,0 1-1-16,4-1-1 0,-3 2 2 0,7 3 1 16,-3-3 0-16,7 0 2 0,-2-1 1 0,0-5-3 15,2-1 5 1,1-5 2-16,1-4-1 0,-4 0 1 0,4-5 9 16,-2-1-8-16,-2-2 3 0,2-2 4 0,0 1 14 0,-1-3 17 15,-2-1 15-15,1 2 13 0,-1-5 7 0,2 5 17 16,-2-2 0-16,0-3 9 0,0 0-18 0,3 2-8 15,-3-2-10-15,0 0-16 0,0 0-21 16,0 0-25-16,3-10-32 0,-1 5-26 0,-1 2-29 0,1-1-24 16,-1 0-42-16,2-1-39 0,-1 1-50 0,1-2-247 0,1-1-531 15,1 2 235-15</inkml:trace>
  <inkml:trace contextRef="#ctx0" brushRef="#br0" timeOffset="-78251.75">24218 13750 122 0,'0'0'202'0,"0"0"-18"0,-4-3-26 16,4 3-16-16,0 0-16 0,0 0-10 0,0 0-5 16,0 0-18-16,0 15-6 0,0-8-7 0,0 5-6 15,2-2-5-15,0 4-1 16,-1 2-7-16,1 2-2 0,2 0-7 0,-2 1-5 15,-1 2-1-15,2-4-5 0,0 3-2 0,-3-2-5 16,2-1-5-16,0-2-1 0,-2 1-2 0,0-3-2 16,0-1 3-16,-2-2-3 0,2 2-1 0,-4-3 2 15,2 2-5-15,-1-4 5 0,-1 4 6 0,-1-3-4 16,-1-3 1-16,-2 2-3 0,2 0-1 0,1 0-6 16,-2-3 1-16,2 1-3 0,-1 0-1 0,2-1-2 0,-1-1-2 0,2 1-3 15,-1-2 7-15,2 2-6 0,1-3 1 0,1-1 3 16,-3 5-6-16,3-5 4 0,0 0 2 0,6 3 3 15,5-3 5-15,0 0-6 0,6 0-7 0,3-1 6 16,3 1 3-16,6-2-4 0,2 0-2 0,-1-1-1 16,3 2 3-16,-1-2-6 0,0 2 0 0,-3-1 0 15,-1 0 1-15,-7 1-8 16,-5 0 10-16,-3 0 5 0,1-1-1 16,-4 2 3-16,-2 0 3 0,0-1 3 0,-3 1-1 15,-5 0 1-15,6-2-6 0,-6 2 0 0,0 0-2 16,0 0-16-16,0 0-16 0,0 0-17 0,0 0-25 0,-29-1-25 15,17 1-18-15,1 0-29 0,-1-1-36 0,3 2-223 16,-2-1-423-16,3 0 187 0</inkml:trace>
  <inkml:trace contextRef="#ctx0" brushRef="#br0" timeOffset="-77919.9">24110 14079 199 0,'0'0'246'0,"-8"-2"-6"0,8 2-3 0,-8 0-21 15,8 0-23-15,0 0-15 16,0 0-21-16,0 0-15 0,26-8-16 0,-7 6-12 15,9 1-11-15,3-3-13 0,3-1-7 16,4 2-8-16,1-1-8 0,-2 1-7 0,3-4-6 0,-3 4-10 16,-5 0 1-16,-2 2-7 0,-12-2-1 0,-4 2-2 15,-2 0-4-15,-2-1-2 0,-1 2-2 0,-4-2-3 16,0 0-3-16,-5 2-7 0,4-1-5 0,-4 1-10 16,0 0-17-16,0 0-17 0,-22 3-25 0,13-2-19 0,-2 0-32 0,-2 3-31 15,3-4-46-15,-3 3-196 0,0 1-415 0,4 1 184 16</inkml:trace>
  <inkml:trace contextRef="#ctx0" brushRef="#br0" timeOffset="-77372.64">23090 14492 160 0,'-10'0'217'0,"10"0"-17"16,0 0-19-16,-7 3-7 0,7-3-20 0,0 0-10 16,0 0-17-16,0 0-14 0,0 0-8 0,-5 0-11 15,5 0-12-15,0 0-6 0,0 0-4 0,0 0-6 16,0 0-7-16,0 0 6 0,0 0 2 0,14-5-5 16,-1 3-3-16,6-1-3 0,14 1-5 0,20-3-5 15,7-3-4 1,35-1-6-16,9-2 4 0,6 1-1 0,9 4 1 15,12-5 10-15,15 2-5 0,11-2-2 0,4 4 2 0,-1-1-1 16,-3-4 2-16,-6 4-4 0,-4-1 18 16,-12 2-7-16,-7 0-6 0,-13-1-1 0,-14-1-5 15,-34 1-6-15,-5 4-3 0,-7-5 1 0,-18 2 9 16,-5 1 34-16,-4-1 25 0,-10 2 37 0,-5 2 31 0,-2-1 17 16,0 2 9-16,-5-1-9 0,1 2-17 0,-1-3-21 0,-4 1-15 15,2-1-28-15,-4 4-17 0,3-3-36 0,-3 3-35 16,2-2-48-16,-2 2-58 0,0 0-61 0,0 0-32 15,0 0-7-15,0 0-14 0,0 0-30 0,-5 10-42 16,1-4-49-16,0-3-246 0,-2 2-617 0,0 0 273 16</inkml:trace>
  <inkml:trace contextRef="#ctx0" brushRef="#br0" timeOffset="-75831">23403 14763 54 0,'0'0'191'0,"0"0"-6"0,0 0-12 0,0 0-12 15,0 0-16-15,0 0-11 0,0 0-22 16,9-6-9-16,2 3-8 0,1 1-10 0,6 0-6 16,10-3-5-16,-1 2-14 0,2 0 1 15,-1 1-7-15,3-3-13 0,-3 3-1 0,0-3-4 16,-6 3-5-16,-2-1-2 0,-2 3-3 0,-6 0-7 0,-5 0-14 16,0 0-13-16,-1 0-16 0,-1-1 3 0,-5 1 0 15,0 0 2-15,0 0 7 0,-29 6-1 16,3 0-7-16,-2-1 7 0,1-4 0 0,-1 4 2 15,-2 1-6-15,1-4 4 16,1 2 6-16,2-1-1 0,4-1 2 0,3 2 5 16,-2-1 5-16,6-1-2 0,2 0 1 0,2 1-2 15,4-2 5-15,0 0-2 0,1 0-3 0,6-1-11 16,-9 2 11-16,9-2-2 0,-5 2 1 0,5-2 2 16,-7 0-1-16,7 0 4 0,-3 3-2 0,3-3 3 0,0 0 2 15,-5 3 5-15,5-3 16 0,0 0-1 0,0 0 2 0,8 9 0 16,-1-7 10-16,-2 4-5 0,7-1 14 0,-1 2-3 15,2 2-3-15,4-1-3 16,-2 3-1-16,4 1-5 0,-2 1-4 0,6 2-1 0,-3 1-4 16,-4-2 0-16,-2 2-4 0,0 0-4 0,-3-2 0 0,7 9-5 0,-10-8-8 0,-3 0-1 15,1 0-3-15,-6-1-9 0,0 3 1 0,-4-5 2 16,-2 1 1-16,1-3-5 0,-4 0 6 16,-1-1 1-16,0-1-1 0,-2-2 2 0,1 0 3 0,-1-1 12 31,2-1 15-31,2-2 24 0,2 0 31 0,1-1 19 15,-2 0 16-15,7-1-2 0,-9-1 10 0,9 1-5 16,-6-5-15-16,6 5-13 0,1-6-17 0,4 3 4 16,1-3-21-16,3 2-17 0,1 1-18 0,1-1-22 15,2 1-19-15,2-1-28 0,1 1-34 0,-2 1-43 16,2 1-39-16,2-1-52 0,0-1-287 0,0 1-541 0,1 0 240 0</inkml:trace>
  <inkml:trace contextRef="#ctx0" brushRef="#br0" timeOffset="-75483.66">24131 14843 289 0,'0'0'285'0,"2"-6"-25"0,-1 5-27 15,-1 1-28-15,0 0-17 0,1-4-23 0,-1 4-19 16,0 0-17-16,0 0-13 0,0 0-8 0,15 5-19 15,-8 3-4-15,-1 1-12 16,1-1-5-16,0 5-7 0,1-1-7 0,-2 2-7 16,0 1-5-16,-3 2-2 0,-1 0-8 0,0 0-2 15,-2 0-3-15,-5 3-1 0,3-2-6 0,-4 0 0 16,1-4-2-16,0 1 1 0,0-4-3 0,1 2-5 16,-1-3-1-16,0-1 1 0,2-2-3 0,1-2 0 15,-1 0 2-15,1-1-2 0,0 0-1 0,-1 0 5 16,3-1-1-16,0-3 1 0,-1 3 4 0,1-3 9 0,0 0-1 0,8 4 0 15,0-4-3-15,2-1-4 0,4-2 0 0,4 1-21 16,-1 0-30-16,0-3-45 0,0 1-54 0,5-1-74 16,-8 0-241-16,5-3-485 0,-3 4 215 0</inkml:trace>
  <inkml:trace contextRef="#ctx0" brushRef="#br0" timeOffset="-75282.91">24187 15061 241 0,'-5'0'258'0,"5"0"-1"0,-8-2-2 0,8 2-7 0,0 0-10 0,-8 0-17 16,8 0-25-16,0 0-16 0,0 0-19 0,0 0-18 15,20-1-15-15,0 0-17 0,10-2-37 0,7-1-42 16,-1 1-50-16,2 0-62 0,-1-1-79 0,-1 0-256 15,1-5-449-15,-4 4 199 0</inkml:trace>
  <inkml:trace contextRef="#ctx0" brushRef="#br0" timeOffset="-74644.01">24710 15049 162 0,'0'0'234'16,"-8"1"-12"-16,8-1-15 0,0 0-17 0,0 0-19 0,0 0-18 15,0 0-11-15,27-4-20 0,-10 0-11 0,2 3-7 16,10 0-11-16,0-3-11 0,4-1-9 0,1 1-10 16,6 0-7-16,-4 3-7 0,1-2-14 0,-4-2-25 15,-2 0-26-15,-8 4-32 0,-5-2-24 0,-4 1-19 16,-3-1-21-16,-2-2-5 0,-4 4-63 0,-1-5-95 15,-8 4-295-15,4 2 130 16</inkml:trace>
  <inkml:trace contextRef="#ctx0" brushRef="#br0" timeOffset="-74404.69">24921 14901 318 0,'0'-5'326'0,"-3"0"-3"0,3 1-1 0,-1 0-17 0,1 4-7 15,1-6-27-15,-1 6-32 0,-1-4-18 16,1 4-32-16,0-3-20 0,0 3-31 0,0 0-41 0,0 0-10 16,0 0-12-16,-2 20-10 0,0-6-3 0,1 3-22 15,-3 9 6-15,-1 1-5 0,1 0-5 0,3 1 2 16,1 0-5-16,1-2 3 0,3 0-1 0,-2 0-8 16,2-6-19-1,4 0-33-15,-3-2-31 0,-1-2-45 0,1 0-46 0,3-1-69 16,-2-5-94-16,3-2-189 0,-1-3-540 0,-3-2 240 15</inkml:trace>
  <inkml:trace contextRef="#ctx0" brushRef="#br0" timeOffset="-73278.33">25561 14720 150 0,'0'-8'326'0,"0"1"-20"0,0-1-13 16,2 4-17-16,0 0-20 0,-2 0-21 0,0-1-27 0,0 5-23 0,0-5-22 0,0 5-19 15,0-4-18-15,0 4-9 0,0 0-19 0,0 0-10 16,8 9-11-16,-7 1-9 0,1 3-8 0,1 3-11 15,-2 4-2-15,-1 5-3 16,4 2-2-16,-4 3-10 0,1 2-2 0,2-1-1 0,-2 1-1 16,2-1-6-16,-3-4 1 0,0 0-5 0,1-6 3 15,-1-3-6-15,0 0 1 0,0-5 0 0,3-1-5 16,-2-4-1-16,-1-2-1 0,0 0 3 16,0 0 6-16,0-2 1 0,0 0 30 0,0-4 33 0,0 0 22 15,0 0-11-15,0 0-5 0,0 0-13 0,0 0-18 16,-9-10-10-16,1 0-8 0,2 1-5 0,-5-3-32 0,0 1-4 15,-3-4-1-15,1 2-3 0,-2 2-1 0,2 0 3 16,-3 1 0-16,7 2 0 0,-2 2 1 0,4 0 6 0,-1 3-10 16,2 0 1-16,1-1 3 0,2 1 0 0,1-1-3 15,2 4-5-15,-4-3-1 0,4 3 2 16,0 0-8-16,14-2-10 0,0 2-10 0,5 3-12 16,3-3-3-16,8 2-7 15,5 0-1-15,1-4 8 0,2 2 2 0,13-1 9 16,-14 1-2-16,1-1 3 0,1-3 8 0,-3 1-4 15,-4-2 3-15,-3-2 6 0,-9 2 8 0,-4-1 2 16,0 0 19-16,-5 0 0 0,-4 0 18 0,2-1 6 16,-4 3 6-16,-3-3-4 0,0-1-7 0,-4 3 2 15,0-2-2-15,-3 2-5 0,-2 0 5 0,2 3-3 16,-3-2-3-16,1 3-6 0,-5 0-2 0,0 2-2 0,-2 3-4 0,1-1 5 16,0 2-1-16,-2 2-3 0,4 1 2 0,-6 1-4 15,4 1 2-15,4 0-4 0,2 0 4 0,0 1-2 16,1-1 2-16,2-1 2 0,0 3 8 0,4-4-8 15,-2 1-4-15,4-1 7 0,-2-1-3 0,5-1 3 16,0-1-1-16,6 0 4 0,3-2-1 0,-3-2-2 16,3-1 3-1,4 0-1-15,1-3 6 0,1-2-9 0,-4 1 2 16,-2-3-3-16,2-2 2 0,-5 2-2 0,4-5 1 16,-6 4 2-16,0-1-3 0,0 0 2 0,-1 1 2 0,-3 3 6 15,0-2 11-15,-1 3 14 0,-2-1-10 0,2 2 8 16,0 0-16-16,-3 0-14 0,2 0 4 15,-3 3-20-15,1-5-13 0,-1 5-18 0,4-2-25 16,-4 2-5-16,0 0 10 0,0 0 2 0,0 0-6 0,4 10-4 0,-3-6-7 16,-1 0-8-16,3 1 4 0,1 0 6 0,-1 1 11 15,1-2 6-15,3-2 6 0,-1 1 4 0,1-1 4 16,0-2 7-16,1 0 3 0,-8 0 6 0,14-2 14 16,-8-2 22-16,4 0 8 0,-2-3 14 0,-1 5 10 15,1-6 7-15,1 1 17 0,-2 1 10 0,-1 0 19 16,-2 1 6-16,2 0 8 0,-2 1-8 0,-1 0-3 0,-1 0-13 0,2 0-11 15,0 2-5-15,-4 2-11 0,3-3-15 0,-1 2-9 16,-2 1-5-16,0 0-24 0,0 0 6 0,0 0-3 16,0 10-3-16,0-3 3 0,-4-1 5 0,-1 6-10 15,1 0-3-15,-3 2 2 0,-1 1 4 0,0 2-5 16,-1 1-5-16,2-2 4 0,-2 0-10 0,4-5-7 16,0 0-5-16,1-3 6 15,1 0-3-15,1-1 8 0,0-3 0 0,1 0 9 16,0 0 40-16,1-4 5 0,2 2-12 0,-2-2 0 15,0 0-2-15,21-10 6 0,-9 3-12 0,3 0-3 16,1-3 1-16,-2 0 2 0,2 2-2 0,0-3-6 16,1 1-5-16,-3 3 3 0,-1-1 2 0,-3 4 5 15,-1-3-9-15,2 3 1 0,-4 1-3 0,-1 0-4 16,2 0-3-16,-1 2-4 0,-2 1 5 0,3 1-7 0,-1 2 6 0,1-3-12 16,-1 5-15-16,-1 2-16 0,3-1-22 0,0 2-22 15,0 1-47-15,0 2-40 0,-2-3-52 16,4-1-59-16,-5 2-310 0,2-1-641 0,-3-2 284 15</inkml:trace>
  <inkml:trace contextRef="#ctx0" brushRef="#br0" timeOffset="-72476.19">26802 14761 58 0,'-1'-4'300'0,"1"-2"-15"0,0 2-24 0,0 4-24 16,0-7-23-16,1 4-24 0,-1 3-23 16,0 0-20-16,-1-4-16 0,1 4-15 0,0 0-11 15,0 0-8-15,0 0-12 0,7 15-8 0,-3-9-10 0,1 3-11 0,2-2-18 16,-2 3-9-16,1 1-16 0,3-2-10 0,1 0-7 15,-2 0-8-15,1-1-10 0,2-1-3 0,-3 1 0 16,1-6-6-16,4 3-1 0,-3 0 4 0,-1-6 8 16,4 1-2-16,-3-4 0 0,-1-1 6 0,0 1 2 15,0-5 7-15,-3 1 7 0,3-2 8 0,-1-1 14 0,-2 0 10 16,-1 0 7-16,3-4 12 0,-3 5 4 0,1-2 10 0,-2 3 6 16,0-1-2-16,1 2 6 0,-1 1-8 0,-3 3-10 15,2 0-7-15,-2-1-5 0,1 3-22 0,0-1-16 16,-2 3-10-16,0 0-2 0,0 0 2 0,0 0-4 15,0 18-1-15,-2-6 2 0,0 7 3 0,1 5-4 16,-3 4 7-16,2 2-2 0,0 4 5 0,-3 2-1 16,1 9-4-16,-3-9-16 15,4 11 2-15,-3-15 5 0,2 3 1 0,1-5-3 16,1 2 2-16,-1-1 4 0,1-3 0 0,-2-2 1 16,0-9-3-16,-1 0 6 0,2-1-4 0,1-5-5 15,-2-1-1-15,0-3 6 0,0 1 0 0,-2-2 1 16,-2-6 4-16,-2 2 4 0,0-3 1 0,-4 0 9 15,-3-6-10-15,-2 1 3 0,0-2-1 0,0-3 7 16,2 0 14-16,2-1 9 0,-2-1 12 0,4-2 16 0,1-1 5 16,5 2 7-16,2-3 5 0,2-1-6 0,7 0-10 0,4-4 0 15,6-2-12-15,5 2-7 0,0 0-7 0,6 2 2 16,0 0-8-16,-2 2 0 0,8 1-6 16,-3 3 2-16,0 1-8 0,-1 1-1 0,0 4-4 15,-7-1 1-15,-1 4-3 0,-1-2-1 0,-6 4 0 16,-6-1-5-16,3 1 7 15,-4 3-5-15,0-3-2 0,2 1-2 0,-6 0-3 16,-1 2-11-16,9-2-24 0,-9 2-25 0,0 0-19 16,0 0-22-16,1-3-19 0,-1 3-17 0,0 0-30 15,0 0-35-15,0 0-40 0,-18 3-231 0,18-3-511 16,-10 0 226-16</inkml:trace>
  <inkml:trace contextRef="#ctx0" brushRef="#br0" timeOffset="-72138.66">27295 14936 186 0,'-4'-3'283'0,"4"3"-9"0,0 0-15 16,0 0-21-16,-1-3-23 0,1 3-20 0,0 0-16 15,10-5-16-15,-1 4-24 0,4-2-15 0,2 1-34 16,6 1-39-16,-1-2-37 0,7 1-42 0,2-2-60 15,1 2-66-15,-10-1-203 0,11-1-387 0,-8 0 171 16</inkml:trace>
  <inkml:trace contextRef="#ctx0" brushRef="#br0" timeOffset="-71659.31">27726 14741 50 0,'1'-4'234'0,"4"1"-23"0,0 1-22 16,4 1-20-16,0 0-12 0,4 2-21 0,-3-1-13 0,4 2-10 15,3 2-20-15,-4 0-9 0,2 4-8 0,0 0-7 16,-4-1-2-16,-4-1-12 0,1 4-6 0,-2-2-6 16,-1 1-7-16,-3 3-4 0,-2-2-10 15,-2 1 4-15,-8 0-4 0,0 2 0 0,-3 2-6 16,-3-9-3-16,0 6 0 0,-2-5 0 0,2 0-4 0,2 0 3 0,3-2 0 16,-3 0-5-16,8-2 3 0,-2 0-10 0,3-2 10 15,0 2-12-15,0-2 4 0,3 0 3 0,2-1 1 16,0 8 1-16,3-4 3 0,3-1 7 0,5 4-6 15,-1 0 6-15,3-1 1 0,-3 0-4 0,7 2 2 16,1 1 1-16,-2-1-1 0,0 4-2 0,-1-4-6 16,-4-1 5-16,1 1-2 15,-3 1 0-15,-1-3-2 0,-3 2-1 0,0-1 0 16,-4-2-6-16,2 2-1 0,-5-2-1 0,0 0-3 16,-3-1-2-16,-4 1-3 0,-3-2-11 0,-1-1-20 15,-4 1-30-15,-1-3-26 0,-3-3-43 0,3 1-59 16,-1-1-114-16,1-2-334 0,5 1 147 0</inkml:trace>
  <inkml:trace contextRef="#ctx0" brushRef="#br0" timeOffset="-71220.84">28021 14821 5 0,'3'-3'276'0,"-3"3"-28"0,5-2-26 0,-5 2-26 16,1-2-21-16,-1 2-16 0,0 0-19 0,14 7-13 16,-10-2-16-16,-2 1-10 0,4 3-13 0,-3-2-7 15,0 4-9-15,1 2-7 0,-3-1-7 0,0-4-6 16,-2 7-2-16,0-4-7 0,-2 1-4 0,1 0-6 16,-3-1-1-16,1-2-2 0,0 1-2 0,0-2-1 15,1-2 0-15,2 1 2 0,-1-4 2 0,0 2 18 0,1-1 6 0,-1-1 23 16,2-3 28-16,-3 5 28 0,3-5 21 0,0 0-2 15,0 0-23-15,0 0-12 0,0 0-12 0,13-17-10 16,-6 7-12-16,1 0-6 0,0 0-8 0,-1-3-12 16,1 0 0-16,2-1-4 0,0 1-12 0,-3 4 13 15,-1-1-2-15,1 3-6 0,-2 0-1 0,-1 2-6 16,-2 0-2 0,3 3-14-16,-3-3 3 0,0 3-10 0,-1-2-29 15,-1 4-21-15,0 0-8 0,0 0 2 0,0 0 6 0,0 0-2 0,6 11 3 0,-4-6 6 0,-2 6 2 16,0-1 6-16,1 3-10 0,4 0 4 0,-5 0-15 15,4 4-17-15,-2-5-28 0,0 0-24 0,2-2-27 16,-3 0-32-16,3-1-32 0,-4-3-34 0,1-2-65 16,3-2-178-16,-1 2-514 15,-3-4 227-15</inkml:trace>
  <inkml:trace contextRef="#ctx0" brushRef="#br0" timeOffset="-70989.02">28305 14667 116 0,'1'-5'309'16,"1"2"-28"-16,1-1-25 0,0 0-30 0,-2 3-26 15,0-4-22-15,-1 5-21 0,0 0-16 0,8 13-16 0,-4-4-14 16,0 6-4-16,2 5-11 0,0 8-4 0,-6 4-4 16,-4 3-5-16,-2 16-5 0,-7-1-3 15,-4-1-7-15,0-2-7 0,-7-1 2 0,-6-4-12 16,-2-3-7-16,0-2-5 15,4-14 0-15,-15 8-9 0,8-10-22 0,-11 5-30 16,-5-2-35-16,1-7-57 0,-6 1-73 0,-5-10-270 16,3-1-496-16,-1-6 220 0</inkml:trace>
  <inkml:trace contextRef="#ctx0" brushRef="#br0" timeOffset="-70435.72">26643 14580 87 0,'-13'22'177'0,"-2"5"9"0,-10 13-6 16,-1 4-6-1,2 4-5-15,1 0 4 0,0 4-11 0,1-1-7 16,3-1-13-16,6-3-9 0,7-12-11 0,3 12-11 0,6-12-4 16,6-2 0-16,6 1-1 0,13 6-3 15,8-3-11-15,6-2-5 0,13-3-5 0,4-6-50 16,1 1-91-16,29-1-151 0,-30-13-193 0,0-4-438 16,-4-6 194-16</inkml:trace>
  <inkml:trace contextRef="#ctx0" brushRef="#br0" timeOffset="-69334.45">25317 14275 164 0,'-8'0'172'15,"8"0"-12"-15,-5-3-13 0,5 3-9 0,0 0-8 16,0 0-9-16,-7-2-11 0,7 2-14 0,0 0-8 0,0 0-5 16,0 0-17-16,0 0 7 0,0 0-14 15,0 0 0-15,0 0-5 0,0 0-9 0,0 0 1 16,0 0-2-16,-5 0-6 15,5 0 0-15,0 0-4 0,0 0 4 0,0 0 2 16,0 0 5-16,0 0 0 0,28-1-1 0,-8-1 2 16,12 0-3-16,5-2-3 0,18-3-2 0,37 1-3 15,3-3 14-15,18 0-2 0,13 2-1 0,9 5 1 16,19-5 6-16,6 2-3 0,10 0-1 0,4 2-1 16,-1 3-7-16,-8 0 1 0,-10-1-8 0,-8 1-2 15,-9 0-4-15,-11 2-1 0,-16 1-5 0,-14-3-1 0,-33 0 2 0,-7 0-8 16,-19 0-2-16,-4 0 1 0,-6-1-2 0,-9-1 1 15,-8 2 9-15,-1-1 14 0,1 0 3 16,-4 1-5-16,-2 0-7 0,-3-5-5 0,-2 5 1 16,3-6-23-16,-3 6-23 0,0 0-32 0,-6-5-41 0,-1 5-56 15,7 0-58-15,-19 0-252 0,9 1-501 0,-3 1 221 16</inkml:trace>
  <inkml:trace contextRef="#ctx0" brushRef="#br0" timeOffset="-61324.72">19646 16716 89 0,'0'0'133'0,"0"0"-9"0,-6 0-12 0,6 0-12 16,0 0-3-16,0 0-5 0,0 0 3 0,0 0-11 15,0 0 6-15,-3-2-6 0,3 2 4 0,0 0 0 16,0 0-2-16,0 0 2 0,0 0-4 0,0 0-2 0,0 0-1 0,0 0-8 15,0 0-6-15,12-4-7 0,0 3-6 0,3-2-7 16,6 1-4-16,7 0-5 0,2-1 1 0,6-4-9 16,-1 3-13-16,2 3-23 0,0-3-19 15,-5 3-34-15,3-2-38 0,-5 1-46 0,-10 0-164 16,-6 0-330-16,-1 2 146 0</inkml:trace>
  <inkml:trace contextRef="#ctx0" brushRef="#br0" timeOffset="-61024.79">19706 16912 173 0,'0'0'229'0,"0"0"-26"0,0 0-14 15,0 0-18-15,0 0-12 0,0 0-19 0,0 0-11 16,0 0-10-16,0 0-13 0,27-4-11 0,-8 4-9 16,3-1-8-16,7-3-13 0,3 1-27 15,-1 1-31-15,2-1-43 0,-6 1-46 0,1-3-54 16,-6 3-154-16,-4-3-312 0,0 1 139 0</inkml:trace>
  <inkml:trace contextRef="#ctx0" brushRef="#br0" timeOffset="-60524.82">19941 16568 108 0,'-1'-4'289'0,"1"4"-27"0,0-7-25 16,0 7-24-16,1-3-28 0,-1 3-18 0,0 0-21 0,0 0-25 15,0 0-14-15,0 0-8 0,0 0-11 16,8 8-9-16,-3-1-9 0,5-2-8 0,-1 5-8 16,0 0-14-16,8-1-10 15,-2 4-11-15,2-2-8 0,1-1-11 0,1 1-11 16,-1-3-12-16,0 2-4 0,-1-2-5 0,0-2-2 15,-3-1 4-15,-2-2-3 0,-1-1-3 0,1 1 14 16,-2-1 5-16,1-2 12 0,-4-2 16 16,-1 2 24-16,1-3 12 0,-2 1 6 0,-2-1 15 0,1 0 12 15,-1-1-2-15,-1 0 7 0,0 2-13 0,0-2-7 16,-2 4-6-16,4-2-11 0,-4 2-24 0,0 0-3 0,0 0-5 16,0 0-2-16,-15 14-1 0,2-1-3 0,-4 7-2 15,1 1-3-15,-6 3 2 0,3 0-3 0,-3 0-1 16,3 4 2-16,2-5-3 0,0 6 4 0,4-4-4 15,-2 1 3-15,3-2-2 0,4-6 2 0,2-1-29 16,0-1 2-16,0-5 6 0,4 2 6 0,-1-8-3 16,1 2 10-16,-1-2 11 0,3 0 9 0,-1-1 16 0,-1 1 19 0,1-3 15 15,1-2 9-15,-5 5 7 0,5-5-5 0,0 3 1 16,0-3-6-16,0 0-12 0,0 0-11 0,0 0-18 16,0 0-32-16,0 0-41 0,0 0-45 15,0 0-63-15,0 0-56 0,16-15-57 0,-13 11-214 16,9 1-513-16,-3-1 227 0</inkml:trace>
  <inkml:trace contextRef="#ctx0" brushRef="#br0" timeOffset="-59538.23">21521 16667 202 0,'4'-6'200'0,"-2"1"2"0,1 0-3 0,-1 0-7 16,-2-3-13-16,2 4-11 0,-1-1-13 0,-2 0-14 15,-1 0-17-15,-2 1-15 0,-1-3-12 0,-5 2-16 16,-4 2-8-16,1 2-11 0,-6-3-6 0,-3 4-7 0,3 0-4 0,-3 3-8 15,0-1-2-15,1 3-3 0,1 1-5 0,-2 0-8 16,3 1 2-16,-2 5-5 0,5-2-1 0,4 0 4 16,-1 4-4-16,-1-1-9 0,5 0 4 0,4-3-3 15,1 3 4-15,4-3 1 0,4 5-11 0,0-4 9 16,2 0 0-16,11-3-1 0,-3 5 1 0,8-9 3 16,5 6-5-1,-1-5 3-15,4-5-2 0,-8 0 1 0,6-6-5 16,1 0 6-16,-2-2-4 0,-3-5 16 0,2 0 12 15,-6-4 17-15,-6 1 4 0,3-4 7 0,-3-3 2 16,-3-3 0-16,0-3-9 0,-4-1-6 0,2-3 1 16,-5-1-2-16,1-3-2 0,-1-9-8 0,1 9 4 15,-5 4 2-15,0-1 5 0,0 4 6 0,-3 1 15 16,1 5-4-16,2 10 12 0,-2 3-4 0,4 2 0 0,-4 3-18 0,2-1-9 16,0 7-13-16,0-10-42 0,0 10-13 0,0 0-1 15,0 0 7-15,-6 20 2 0,5-3-4 0,1 7 0 16,0 8 6-16,0 1 3 0,0 2 2 0,5 11-3 15,-5-10-1 1,2 0 1-16,2 0 1 0,2-2 0 0,-2-4 1 16,2 1 5-16,-1-5-2 0,0-6 3 0,0-2 1 15,0-2-1-15,-1-1 2 0,1-4 3 0,-1-3-3 16,-1 2-2-16,-2-4-5 0,-1 0-11 0,1-2-4 16,3-1-2-16,-4 0-10 0,4-2-18 0,-4-1-29 15,0 0-59-15,0 0-82 0,0 0-95 0,0 0-188 16,-14-10-546-16,10 6 242 0</inkml:trace>
  <inkml:trace contextRef="#ctx0" brushRef="#br0" timeOffset="-59145.96">21908 16479 82 0,'9'-5'232'0,"-3"2"-20"0,2 1-23 0,-2 2-9 0,2-2-19 16,-3 5-8-16,3 1-20 0,1 4-14 0,-2 1-9 0,-2 4-11 15,-1 3-12-15,2 1-3 0,-6 0-10 0,0 2-5 16,-3-1-12-16,0 2-1 0,-3 0-8 0,-3 3-5 16,-1-7-7-16,1-1 1 0,0 1-10 0,-4-1 2 15,4-7 0-15,4 1 3 0,0-1 2 0,-3-1 15 16,6-3 5-16,-1 1 25 0,-2 0 33 0,2-2 34 16,2-1 23-16,1-2-12 15,0 0-16-15,0 0-16 0,5-16-3 0,2 8-19 16,4-6-8-16,3 1-15 0,4-8-7 0,1 0-6 15,0-2-8-15,2 1-8 0,-2 0-6 16,2 1 3-16,-6 7-9 0,-2 2-5 0,-4 3 0 16,-3 0-8-16,0 4-16 0,-1 1-1 0,-1-1-18 0,-1 1-8 15,-3 4-14-15,0 0 3 0,0 0 2 0,-3 13 4 16,-1-4-3-16,-1 2 7 0,-1 3-1 0,0 3 3 0,3 0 1 16,-1 2 0-1,4 1 2-15,0 3 2 0,0-5 0 0,7 6-4 0,-1-5-18 16,4-2-23-16,8 4-37 0,-4-8-40 0,4-2-70 15,5 2-75-15,-1-8-264 0,6 2-588 16,1-5 261-16</inkml:trace>
  <inkml:trace contextRef="#ctx0" brushRef="#br0" timeOffset="-58467">21298 17007 105 0,'0'0'185'0,"-6"2"-11"0,6-2-26 0,-4 2-17 0,4-2-13 0,0 0-12 31,0 0-6-31,0 0-13 0,0 0-10 0,0 0-7 16,0 0-8-16,-9 0-4 0,9 0-7 0,0 0 6 0,0 0 2 15,0 0 4-15,0 0 8 0,0 0 3 0,0 0 5 16,0 0 5-16,0 0 5 0,0 0-12 0,0 0-4 16,17-6-11-16,-1 3 0 0,13-2-10 15,4 0-2-15,5 0-9 0,22 1-3 0,32-5 5 0,-1-2 4 16,6 4 6-16,1 0 1 0,-3-1-2 0,-2 1 2 16,-28 2-8-16,2 5 8 0,-6-2-18 0,-1-1-3 0,-2 3-7 0,-19 0 4 15,-3-2-6-15,-7 0 0 0,-10 1 4 0,-2 1-3 0,-8 0-2 16,3-1 11-16,-5 0 6 0,-1-4 0 0,-4 4-13 15,-1-3-9-15,-1 4-4 0,-5-7-17 16,-4 5-8-16,0 2-9 0,-1-3-17 0,-1 1-19 16,-3 0-24-16,-3 1-23 0,3 2-32 0,0-1-31 15,0 0-40-15,1 3-213 0,-1-3-453 0,1 4 201 16</inkml:trace>
  <inkml:trace contextRef="#ctx0" brushRef="#br0" timeOffset="-58066.17">22022 17138 217 0,'-2'-3'287'16,"2"3"-14"-16,0-6-6 0,0 2-18 0,0 4-18 16,0-5-21-16,0 5-23 0,-1-5-8 0,1 5-30 15,-1-4-21-15,1 4-12 0,0 0-16 0,0 0-14 0,0 0-12 16,0 0-12-16,7 12 3 0,-4-8-17 0,0 7 0 0,-1 2-7 16,1 2-6-16,-3 3 1 0,4 1-8 0,-2 2 9 15,-1-1-17-15,-1 6 0 0,4-6-1 0,0-3 1 16,-3 1-4-16,4-3-4 0,-1 1 4 0,-3-5-4 15,3-1 4-15,1-2-6 0,-2-2 4 0,2-1 5 16,-3 0-5-16,2 0 3 0,-1-3-2 0,-2 1 2 16,-1-3 2-1,5 0-11-15,-5 0-12 0,0 0-20 0,13-5-35 16,-5 2-39-16,-3-4-42 0,0 1-47 0,3-5-41 0,-2 4-222 16,6-2-487-16,-6-1 216 0</inkml:trace>
  <inkml:trace contextRef="#ctx0" brushRef="#br0" timeOffset="-57649.66">23105 16837 197 0,'0'0'281'0,"0"0"-13"0,0 0-10 15,0 0-20-15,0 0-14 0,0 0-25 0,-4-2-23 16,4 2-18 0,0 0-15-16,21-5-16 0,-10 3-11 0,3 1-13 15,6-3-22-15,1 1-25 0,9-1-29 0,-1 3-38 16,-2-3-46-16,2 1-49 0,-1-1-66 0,-8 3-213 15,1-2-416-15,-2 1 185 0</inkml:trace>
  <inkml:trace contextRef="#ctx0" brushRef="#br0" timeOffset="-57511.42">23188 16927 161 0,'-9'7'216'0,"-1"-2"-7"0,2-3 3 15,5 1-5-15,-1 2 10 0,4-5-6 0,4 5-12 16,7-5-21-16,8 2-15 0,8-2-13 0,10 0-25 15,3-2-55-15,12 2-72 0,-2-4-104 0,-13 0-263 16,1-1-399-16,-2 1 177 0</inkml:trace>
  <inkml:trace contextRef="#ctx0" brushRef="#br0" timeOffset="-56193.88">24784 16511 74 0,'0'-6'238'0,"-1"0"-14"16,1 1-16-16,-5-1-18 0,0 2-19 0,-3-1-18 16,-3 3-14-16,2-4-14 0,-3 4-14 0,-3-1-13 0,-2 2-7 15,-2 1-7-15,-1-3-5 0,0 6-9 0,1-2-8 0,1 2-5 16,-2 2-10-16,1 0 1 0,1 3-10 0,1 1-3 16,2 0-3-16,-2 2-2 0,8-2-4 0,-1 3-4 15,1 3 2-15,2-5-5 0,5 2 0 0,0 0-3 16,4 1-1-16,-2-2-3 0,8 1 4 0,-2-1-5 15,8 0 6-15,2-1-7 0,0-2 3 0,2-2-6 16,3-1 4-16,-2-3 0 0,1 0 2 0,-2-5-6 0,1-1 2 0,-1-1 0 16,-3-4 14-16,2-1 6 0,-3-4 17 0,-5-1 20 15,0 0 1-15,1-3-5 0,-1-6 9 0,-1-2-1 16,-3-2 3-16,0-1 2 0,-4 0-9 16,2-7-3-16,-3 4-8 0,-1-2-2 0,-2-1-9 15,3-2 0-15,0 3-9 0,-5 2 1 0,5 3 3 16,-2 2 12-1,-1 4 11-15,2 6 13 0,1 3-3 0,0 3-3 0,0 1-5 16,0 5-8-16,-3-1-2 0,3 6-14 0,0-10-20 16,0 10-20-16,0 0-3 0,0 0-8 0,0 0-5 15,0 0 12-15,-4 29-3 0,7-9-16 0,-2 8 19 0,-1 5-1 0,5 0-12 16,-1 2 16-16,1 0-5 0,4 11 3 0,-1-13-1 16,0 1-4-16,0-2 8 0,-1-2 8 0,-1-4-13 15,2 0 8-15,-1-7-8 0,-1-1 9 0,-1-7-3 16,-1 0-16-16,-2 0 26 0,1-3-8 0,1-1-2 15,-3 0 6-15,0-5 5 0,3 3-6 0,-2-1 13 16,-2-1 18-16,0-3-6 0,2 4 5 0,-2-4 7 16,1 4-5-1,-1-4-15-15,0 0-25 0,0 0-29 0,0 0-34 16,3-15-40-16,-3 10-55 0,1-1-59 0,1-2-72 16,2-2-300-16,1-2-640 0,3-2 283 0</inkml:trace>
  <inkml:trace contextRef="#ctx0" brushRef="#br0" timeOffset="-55808.71">25129 16203 92 0,'-5'-5'306'0,"5"5"-24"0,-4-3-30 0,4 3-25 15,0 0-29-15,0 0-19 0,0 0-18 0,0 0-15 16,0 0-18-16,0 0-8 0,14 16-14 0,-5-10-11 0,8 3-8 15,0 2-11-15,-1 0-3 0,10 3-9 0,-3 5-8 16,-1-7-4 0,0 2-11-16,-9-2-5 0,1-2-2 0,-1 2-8 15,-5-2-6-15,-2 0-5 0,-1-1-4 0,-1 1-2 16,-4 0-4-16,-4 0 4 0,0 0 2 0,-6 2 0 16,-4-1-3-16,-4 4 0 0,-5-3 4 0,-1 2 0 15,-3-1 2-15,0 0-3 0,8-2 3 0,-5-2 0 16,3-1-4-16,4-1 0 0,1 1-1 0,2-2 1 15,5-1-4-15,0-2-5 0,1 1 3 0,4 1 1 0,-2-3 1 0,4 0 12 16,-1 1 12-16,3-3 17 0,5 5 7 0,2-2-3 16,7-3-9-16,-1 2 1 0,8 1-3 0,10-3-3 15,1 0-6-15,0-2 0 0,1-1-10 16,2 3-34-16,-3-2-40 0,-2-1-36 0,-3-1-40 16,-5 2-57-16,5-6-64 0,-10 2-219 0,-2-1-506 15,-5 1 224-15</inkml:trace>
  <inkml:trace contextRef="#ctx0" brushRef="#br0" timeOffset="-55429.56">25065 16469 156 0,'0'0'235'0,"-11"0"-18"0,11 0-14 0,0 0-13 15,-9 0-12-15,9 0-14 0,0 0-3 0,-6 0-8 0,6 0-1 0,0 0-5 16,0 0 3-16,0 0-7 0,0 0-2 0,0 0-22 16,0 0 4-16,16-7-13 0,5 3-13 0,8-1-10 15,4 0-8-15,3 0-3 0,5-2-9 0,19-1-8 16,-1 0-8-16,-3-1-1 0,-2-1-11 0,-1 2 3 15,-17 2-5-15,1 2 1 0,-5-3-5 16,-4 3 3-16,-7 0-5 16,-2 2-13-16,-8-1 9 0,1 2 0 0,-2-2-3 0,-2 2-4 15,-2 1-6-15,-1 0-17 0,-5 0-20 0,0 0-22 16,0 0-29-16,0 0-29 0,-20 5-39 16,11 0-37-16,-1-1-52 0,-2 0-252 0,1 2-523 15,-1-1 233-15</inkml:trace>
  <inkml:trace contextRef="#ctx0" brushRef="#br0" timeOffset="-54874.94">24318 16895 159 0,'-4'-2'237'0,"4"2"-15"16,0 0-24-16,0 0-18 0,-5-2-19 0,5 2-14 15,0 0-18-15,0 0-14 0,0 0-13 0,0 0-12 16,0 0-8-16,0 0-8 0,0 0-7 16,0 0-11-16,0 0-1 0,0 0-8 0,0 0-3 15,0 0-5-15,0 0-4 0,0 0-1 0,0 0-8 0,0 0 9 0,-4-2-12 16,4 2 3-16,0 0 1 0,0 0 12 0,0 0-10 16,0 0 14-16,0 0 6 0,0 0 8 0,26 0-4 15,-8 0-3-15,10-1-1 0,6-1-5 0,17-1-5 16,12 1-4-16,31-7 0 0,10 3 0 0,10-3-9 15,11 6 14-15,6-4 7 0,15 6 5 0,-3-5 6 16,4 1 1-16,3-2-4 16,-12 3-6-16,-5-2-2 0,-2 3 2 15,-20-4-8-15,-4 3 4 0,-13-1 5 0,-34-3-2 16,-1 4 5-16,-4-2 3 0,-17-1 0 0,-5 2 9 0,-2 1 27 16,-12-1 13-16,-5 1 6 0,-2-1 3 0,-2 2-3 15,-2-1-20-15,-2 0-6 0,-2 0-23 0,0 1-14 16,-3-1-31-16,0 2-37 0,-1 2-45 15,-4-6-53-15,4 6-74 0,-12 0-49 0,12 0-52 0,-23 2-82 0,10-1-192 16,0 2-612-16,0-2 271 0</inkml:trace>
  <inkml:trace contextRef="#ctx0" brushRef="#br0" timeOffset="-53942.09">24838 17283 194 0,'-8'-1'221'0,"8"1"-11"16,-5-3-16-16,5 3-14 0,0 0-18 0,0 0-10 15,0 0-20-15,0 0-14 0,0 0-9 0,26-4-9 16,-6 3-10-16,-1 0-10 0,8-2-9 0,5 0-2 16,1-1-12-16,2 3-3 0,1-3-8 0,-6 2-4 15,1-1-14 1,-8-1-12-16,-5 3-10 0,-8-1-10 0,3 1-10 15,-4 0-3-15,-9 1-13 0,0 0 6 0,0 0-4 16,0 0 1-16,0 0-3 0,-32 4 8 0,8 0 4 16,-5-3-1-16,0 0 1 0,1 1 5 0,-1 0 8 15,2 2 11-15,4 0 3 0,2-2 6 0,2 3 2 16,1-5 1-16,4 0 3 0,5 2-4 0,-3 0-1 16,5-1-5-16,1 3-3 0,-1-2 0 0,7-2 3 0,-10 3-5 0,6 0 0 15,4-3-2-15,-5 4 7 0,5-4-6 0,-2 3 2 16,2-3 0-16,-4 4 0 0,4-4 8 15,0 0 5-15,2 7 7 0,0-3 4 0,1-2-3 16,4 3 1-16,0-2 1 0,2 3 29 0,2 0-4 16,3 0-6-16,1 2 0 0,4 1-5 0,-2 2-8 15,3-2-4-15,-2 3 2 0,-1-3-8 0,2 4 1 0,3 1-4 0,-7 1-4 16,-2-6-1-16,-4 1 0 0,-6 0-3 0,5 0-4 16,-5-1-14-16,-1 0 12 0,-2-3-1 0,-2 3-1 15,-3-3 6-15,-2-1-4 0,-2 1 6 16,-2-1 4-16,-2-3 0 0,0 1 9 0,2-1 9 15,0-2 11-15,0 0-7 0,3 0 36 0,8 0 12 16,-15-1 3-16,15 1 9 16,-9-3-6-16,9 3-13 0,-4-2-6 0,4 2-14 15,0 0-20-15,13-11-18 0,-3 9-19 0,7-3-31 16,3 3-44-16,1-3-49 0,7 1-51 0,1-1-60 16,-1 1-329-16,-1-4-603 0,3 3 267 0</inkml:trace>
  <inkml:trace contextRef="#ctx0" brushRef="#br0" timeOffset="-53610.58">25497 17266 36 0,'0'0'341'16,"0"-8"-19"-16,0 8-27 0,-6-4-31 0,6 4-30 15,0 0-22-15,0 0-24 16,0 0-24-16,0 0-8 0,0 0-22 15,29 7-14-15,-15 2-11 0,2-1-8 0,-1 4-13 16,0-3-11-16,-2 4-7 0,0 0-11 0,-4 1-5 16,-4-3-4-16,0 1-12 0,-1 3 1 0,-3 2-5 15,-3-3-2-15,-2 3-3 0,-4 0-6 0,-1-1-3 16,-1 0 6-16,-3-4-10 0,2 2 3 0,-2-2-2 16,-4-2-4-16,8-5 0 0,-2 4-2 0,3-4-1 0,3 0-1 0,-3 0 3 15,5 0-3-15,1-3 2 0,2-2 8 0,-6 5-1 16,6-5-2-16,0 0 2 0,19 0-2 0,2-2-2 15,5-1-16-15,6 1-35 0,4-2-41 0,0-2-54 16,0 0-70-16,3 0-85 0,-2-4-183 16,-1 1-509-16,-4 2 225 0</inkml:trace>
  <inkml:trace contextRef="#ctx0" brushRef="#br0" timeOffset="-53356.45">25616 17419 104 0,'-6'1'242'16,"6"-1"-3"-16,-12 0-7 0,12 0 1 0,0 0-7 15,-9 3-5-15,9-3-12 0,0 0-8 0,-9 0-15 16,9 0-19-16,0 0-14 0,0 0-15 0,22-4-17 15,-1 1-9-15,0-1-10 0,14 4-10 0,3-1-14 0,18-4-21 16,2 3-34-16,2-1-52 0,1-3-63 0,3 2-75 0,-6 0-308 16,-5-2-514-16,-14 2 227 0</inkml:trace>
  <inkml:trace contextRef="#ctx0" brushRef="#br0" timeOffset="-53023.98">26187 17406 124 0,'-6'0'253'0,"6"0"-8"0,0 0-12 16,-2 2-15-16,2-2-21 0,0 0-23 0,0 0-14 16,21-2-16-16,-12 2-13 0,10-2-14 0,0-1-16 15,8-2-3-15,-5 3-15 0,6-1-27 0,-6 1-31 16,7-5-32-16,-1 2-38 0,-8 1-53 0,1-1-64 15,-7 0-180-15,-2 0-369 0,-3-1 163 0</inkml:trace>
  <inkml:trace contextRef="#ctx0" brushRef="#br0" timeOffset="-52823.51">26352 17231 219 0,'-2'-4'364'15,"2"4"-17"-15,-3-5-26 0,3 5-29 0,-4-5-43 0,4 5-23 0,0 0-45 16,0 0-6-16,0 0-13 0,-6 12-18 0,2 0-17 16,0 5-22-16,-2 9-7 0,-1 2-6 15,2-1-8-15,1 2-6 0,2 2-13 0,-1-1-42 16,2 0-42-16,6-1-66 0,2-2-81 0,-5-10-348 16,3 0-556-16,0-5 245 0</inkml:trace>
  <inkml:trace contextRef="#ctx0" brushRef="#br0" timeOffset="-49396.45">26903 17048 53 0,'1'-7'214'0,"2"2"-2"15,-2 0 2-15,-1-2-17 0,0 7-18 16,5-6-10-16,-5 6-16 0,3-6-16 0,-3 6-16 16,2-5-16-16,-2 5-14 0,0 0-6 0,0 0-10 15,4 12-9-15,-3-2-11 0,1 5-1 0,-1 2-6 16,-1 9-3-16,-1-1-5 0,-2 4-2 0,2 3 27 0,-3 0-8 0,1 0-7 15,-3-1-3-15,5-3-15 0,-3 1 8 0,0-4-5 16,4-6-4-16,-4-1 0 0,4-1-4 0,0-8-1 16,0 2-1-16,0-1-14 0,0-4 8 0,0-1 4 15,-1 2 17-15,-2-3 45 0,3-4 40 0,-1 6 22 16,1-6 11-16,0 0-10 0,0 0-12 0,0 0-19 16,0 0-9-16,0 0-17 0,0 0-8 0,0-20-12 0,-4 13-16 15,3-1-15-15,-3 1-20 0,-2-5-4 0,-1 5-12 16,2-3-10-16,-2 1-13 0,-3 1 11 0,-1 1-9 15,0 1 5-15,-1 1 1 0,-4-1 1 0,2 4 0 16,-3-1 1-16,3 3-3 0,1-2 7 0,0 0-6 16,3 1-12-16,10 1-5 0,-13 0-19 0,7 3 6 15,6-3-3 1,-8 5 1-16,8-5 7 0,0 0 0 0,22 10-10 16,0-5-6-16,7 1-12 0,6-2-18 0,4 0-10 0,12-2-3 15,1 1 4-15,4-3 14 0,1 0 2 16,-2-3 4-16,1 1 4 0,-17-1 3 0,-1-1 5 15,0 1 10-15,-6-4 2 0,-4-1 4 0,-1 1 20 16,-9 0 22-16,-6 2 22 0,-2 2 20 0,-2-5 6 16,-3 5 8-16,-1-2-6 0,-3 0-7 0,-1 0-3 0,0 5-2 0,-9-8-5 15,2 6 3-15,-4-2 0 0,-2 4-7 0,0-3-17 16,-6 3 17-16,-1 4-3 0,0-1-20 16,0 2 14-16,-7 3 3 0,9-2-11 0,2 0 1 15,-2 3-4-15,6-6 0 0,2 4 1 0,4-2-4 16,-2 0 4-16,6 2-2 0,-2-2 0 0,2 0 1 15,1-1 1-15,1 1 2 16,0-5 0-16,7 7 0 0,0-4 1 0,6 0 0 16,0-3 3-16,6 0 1 0,-2 0-5 0,0-3 13 15,1-2-3-15,0 0 7 0,0-1 9 0,-4-1-7 16,3-1 12-16,-7 3 0 0,0-2 2 0,2 0 5 16,-5 3-15-16,-1-1 8 0,-1 1 4 0,1-1 3 15,-6 5-3-15,9-4-1 0,-5 0-22 0,-4 4 3 16,0 0-2-16,6-6 2 0,-6 6-32 0,0 0-3 0,0 0-9 15,0 0 5-15,0 0-3 0,0 0 5 0,10 11-3 16,-6-7 2-16,-1 0-2 0,1 3-9 0,-1-4-1 16,3 4-2-16,1 0 6 0,5-2-1 0,-1 0-5 15,1-2 1-15,-1 1 4 0,8-1-4 0,-6-3 4 16,0 2-3-16,2-2 10 0,-2-2 0 0,1-1 0 16,-2-1 19-16,0 1 9 0,0-2 17 0,-3 0 12 0,1-4 12 31,-5 4 15-31,4-1-17 0,-1 0 23 0,1-1 0 15,-4 2 10-15,1 0-1 0,-3 2-8 0,-3 3-3 16,6-5-15-16,-6 5-3 0,6-4-6 0,-2 1-9 16,-4 3-10-16,0 0-6 0,0 0-9 0,0 0-7 0,0 0 0 0,0 0 1 0,-2 12-9 0,-2-4 0 31,0 1 3-31,-1 1 0 0,3 0 4 0,-4 2-6 0,1 1 2 0,-1 0 0 16,1 0 1-16,2-2-8 0,-1-1-4 0,2 1 3 15,1-7 1-15,-1 0-3 0,1 3 5 16,1-7 7-16,-4 6 0 0,4-6 5 0,0 0 9 15,0 0 8-15,0 0-8 0,0 0-3 0,27-11 3 16,-17 7-12-16,3-1 7 0,2-4-4 0,3 2 3 16,-4-3-7-16,-1 5 0 0,-3-3-4 0,3 4-1 0,1-1 0 0,-5 0 2 15,-2 3-1-15,0-1-2 0,5 1 2 0,-6 2-10 16,-6 0 6-16,15 0-9 0,-15 0-9 0,16 5-18 16,-7-1-43-16,-1 1-17 0,0 2-26 0,1-1-40 15,0 1-38-15,1-2-51 0,-1 2-55 0,0-2-325 16,4 0-684-16,-3 2 303 0</inkml:trace>
  <inkml:trace contextRef="#ctx0" brushRef="#br0" timeOffset="-48762.45">28214 17291 212 0,'0'0'238'0,"0"0"-19"0,0 0-18 16,0 0-18-1,0 0-16-15,-5-1-20 0,5 1-14 0,0 0-11 16,0 0-13-16,0 0-10 0,0 0-6 0,0 0-13 15,0 0-5-15,0 0-9 0,0 0-7 0,0 0-1 16,35 0-11-16,-25 0-3 0,1 0-4 0,3-3-7 0,4 1 0 0,0 0-1 16,-1-2-6-16,2 2 0 0,-4-1-5 0,0-1 0 15,-3 0-1-15,-1-1 3 0,-2 0 8 0,0 1 12 16,-6-2-2-16,3 1-2 0,-2 3-2 0,-4 2-10 16,1-7 0-16,-1 7-4 0,-10-3-7 0,1 1 2 15,-4 4 0-15,-4-2-8 0,-3 3 0 0,-5 4 0 16,4-1-3-16,-7 5-1 0,3-1-3 0,1 2 2 15,4 0-2-15,-3 0-3 0,5-1 2 0,4 2-1 16,1 0 0-16,2 0 1 0,1 0-1 16,5-1 2-16,1 0 6 0,6-2-2 0,2 2 0 0,1 0 2 0,9-1 0 15,4-1-4-15,1-2-2 0,7 2-5 0,1-5-3 16,1-1-9-16,0 0 5 0,-6-7-2 0,7 2 7 16,-11-1-4-16,5-1 0 0,-4 0 16 0,-2-3 3 31,-2-2 25-31,-3 3 16 0,-1 1 26 0,-3-6 11 15,1 3 14-15,-4 3 6 0,2-4 10 0,-3 3 9 16,-1 0 0-16,1-1-7 0,-4 6-4 0,4-5-5 0,-2 2-12 16,-2 3-14-16,0 0-16 0,4-6-12 0,-4 6-3 15,0 0-18-15,0 0-10 0,0 0-10 0,0 0-3 16,0 0-4-16,-8 20 5 0,3-10-9 0,0 3 8 16,2 3-11-16,-4 1-1 0,2 1 3 0,0 0 2 0,1 1-3 0,1-2-2 15,1 2 2-15,0 1 5 0,1-2 0 0,1-2-19 16,0-5-20-16,1 4-47 0,-2-5-57 0,1 0-74 15,3-3-80-15,-1-1-382 0,-2-6-726 0,0 0 322 16</inkml:trace>
  <inkml:trace contextRef="#ctx0" brushRef="#br0" timeOffset="-47699.74">26447 16777 118 0,'0'0'132'0,"0"0"-8"16,0 0-11-16,0 0-12 0,0 0-8 0,0 0-6 0,0 0-3 0,0 0-1 15,0 0 2-15,0 0-1 0,-3-3-1 0,3 3 2 16,0 0 0-16,0 0-2 0,0 0-7 0,0 0-1 16,0 0-5-16,0 0-2 0,0 0 0 0,0 0 1 15,0 0-13-15,0 0-5 0,0 0-1 0,0 0-1 16,0 0-2-16,14-2-1 0,-9-1-1 0,3 3 6 15,2-2-7-15,8 0 2 16,5-1-4-16,12 1-3 0,16-5-26 16,5 5-1-16,9-4-3 0,32 6 21 0,8-6-1 15,2 3 1-15,10 0 2 0,5 1-4 0,5 4 0 16,7-2-6-16,-6 1-1 0,3 1-4 0,-7-2 0 16,-6 2-9-16,-7-1-2 0,-6-4 4 0,-7 0-2 15,-7 3-7-15,-30-2 3 0,-1-1 0 0,-5 1-3 0,-14 0-1 16,-5 1-1-16,0-1 4 0,-9 0-3 0,-8 2 9 0,-8-1 27 15,2 1 26-15,-3-2 16 0,-4 0 13 0,2 2-2 16,-4-1-9-16,-4 1-1 0,9-2-13 0,-5 1-3 16,-4 1-14-16,0 0-34 0,10 0-42 0,-10 0-49 15,5 1-53-15,-5-1-45 0,0 0-29 0,7 5-68 16,-7-5-163-16,0 3-470 0,0-3 208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5:57:25.47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4155 2854 90 0,'0'0'164'0,"0"-5"-5"0,0 5-10 0,0 0-9 16,0 0-7-16,0 0-11 0,0 0-9 0,-3-2-12 0,3 2-8 0,0 0-7 0,0 0 0 15,0 0-16-15,0 0 1 0,0 0-5 16,0 0-4-16,0 0-7 0,0 0 2 0,0 0-8 16,0 0 0-16,0 0-4 0,0 0-2 0,0 0-3 15,0 0-5-15,0 0-3 0,0 0-3 0,0 0 0 16,0 0 23-16,0 0-5 0,0 0-1 0,25 2-6 16,-7-2-1-16,10-5-6 15,4 3-4-15,2-3-2 0,6 2-4 0,-2-1-1 16,1-1-3-16,-1 1-5 0,0 0 6 0,-5 1-6 15,-2 2-2-15,-7-2-8 0,-4 3-6 0,-7-2-13 16,-1 0-12-16,1 0-18 0,-6 2-19 0,-7 0-21 16,11 0 1-16,-11 0-3 0,0 0 4 0,0 0-4 15,-14 11-41-15,-2-4-48 0,-10-2-112 16,-1 3-312-16,0 1 138 0</inkml:trace>
  <inkml:trace contextRef="#ctx0" brushRef="#br0" timeOffset="316.08">4241 3084 147 0,'0'0'204'16,"-3"3"-12"-16,3-3-7 0,0 0-11 0,0 0-8 15,0 0-3-15,8 6 1 0,-1-5-13 0,6-2-8 0,3 0-14 16,8-3-11-16,5 3-9 0,3-6-14 0,0 3-10 0,1 0-5 16,3 2-12-16,-4-4-6 0,0 4-3 0,-5-3-10 15,-6 3-14-15,-1 0-11 0,-4-1-13 0,-4 3-11 16,-1-1-7-16,-3 1-12 0,-2-1-6 0,-6 1-3 16,10-1-3-16,-10 1-1 0,0 0-13 0,0 0-13 15,0 0-11-15,0 0-14 0,-28 3-11 0,17-3-10 16,-1 0-28-16,1 3-34 0,-4-3-121 0,2 0-311 0,3 0 138 15</inkml:trace>
  <inkml:trace contextRef="#ctx0" brushRef="#br0" timeOffset="831.53">4571 2715 198 0,'-1'-6'398'0,"-2"1"-15"0,3-1-25 16,-3 2-31-16,2 2-32 0,1 2-35 0,-3-6-31 16,3 6-25-16,0 0-38 0,0-5-16 15,0 5-24-15,0 0-34 0,0 0 8 0,11 13-8 0,-5-5-29 16,1 0 11-16,5 5-3 0,2 1-5 0,0-1-12 0,5 6-19 16,1 0-11-16,-4-4-6 0,6 0-28 0,-2 2-8 15,2-3-11-15,-4-3-1 0,-3-1-12 0,2-2 3 16,2 2-7-16,-8-7 2 0,0 3 2 0,0-3 5 15,-2-1 6-15,1-1 3 0,-10-1 11 0,14-5 5 16,-7 2 13-16,-2-2 13 0,-1 2 14 0,2-3 9 16,-5-2 9-1,3 3 12-15,-1-1 12 0,-1-1 3 0,-4 1 2 0,4 1-12 16,-2 0 17-16,0 5-6 0,1-8-35 0,-1 8 13 16,3-4-26-16,-3 4-16 0,0 0 2 15,0 0-6-15,-14 20 2 0,2-3-6 0,-7 9 1 16,3 5 4-16,-7 11 1 0,5 4-1 0,-9 2 17 15,4 0-20-15,0 1 6 0,0 2-7 0,5-5 0 16,-4-3 3-16,11-12 0 0,-1 1-4 0,3-2 3 0,0-4-4 0,2-9 2 16,2 0 5-16,1-5-3 0,3-4-2 0,-2 0 18 15,2-1 17-15,-1-2 27 0,2-5 40 0,-1 7 29 16,-1-3 31-16,2-2 26 0,0-2 11 0,0 0 6 16,0 0-13-16,0 0-17 0,0 0-22 0,0 0-12 15,0 0-14-15,0 0-20 0,0 0-10 0,0 0-10 16,0 0-20-16,0 0-37 0,0 0-42 0,0 0-51 0,11-11-58 15,-8 7-56-15,1 0-86 0,2 1-88 0,-6 3-96 16,8-11-417-16,-1 6-932 0,1-3 413 0</inkml:trace>
  <inkml:trace contextRef="#ctx0" brushRef="#br0" timeOffset="2003.42">5844 2684 81 0,'0'-4'353'0,"0"4"-24"16,0-11-25-16,0 7-16 0,0 2-25 0,4-3-24 16,-1 1-29-16,-1-2-19 0,5 4-20 0,-1-2-20 15,1 0-17-15,4 4-10 0,0-1-20 0,2 1-9 16,1 2-9-16,4 3-8 0,-2 2-13 0,0 5-6 0,-1-2-3 16,2 4-6-16,-8 1-12 0,6 6 4 0,-7 3-4 15,-2 3 3-15,-3 0-12 0,1-1-4 0,-8 0-3 0,0 2-2 16,-1 0 2-16,-4 0 0 0,0-5-4 15,1-3 12-15,-2 3-14 0,-3-8-6 0,4-1 6 16,-1-1-2-16,1-3-2 0,3-3 10 0,1-2 4 16,1 2 31-16,0-5 17 15,1 2 39-15,3-4 42 0,-6 4 14 0,6-4-11 16,0 0-16-16,0 0-13 0,0-23-13 0,6 9-13 16,2-5-11-16,4-3-9 0,3-3-11 0,0-1-7 15,5-2-8-15,1 0-9 0,1-1-3 0,0 1-6 16,-2-1-5-16,1 4-2 0,-3 1-4 0,1 1-2 15,-4 3-2-15,-2 3 15 0,-3 5 7 0,-2 1 4 16,-1 2 6-16,0 0 6 0,-3 4-5 0,-1-2-4 0,1 4-8 16,0-1-2-16,-4 2-10 0,0 2-7 0,4-4-14 15,-3 2-13-15,-1 2-23 0,0 0-21 0,0 0 1 16,0 0-1-16,4 10 5 0,-4-1 4 0,-4 3 3 16,0 3 7-16,-1 4 7 0,-2 4 1 0,-1 3-1 15,2-2 2-15,-1 0 2 0,1 3 4 0,2-3 1 16,-4-4 2-16,5 5 0 15,0-5 4-15,0 0-5 0,-1-1 2 0,4-2 2 16,0-2 4-16,0-2-1 0,2-2 2 0,-1-1-7 16,0 1 8-16,1-3 0 0,0-3 3 0,1 1 4 15,3 0 10-15,2-2 4 0,3 0 6 0,7 3 2 16,0-5-2-16,13-2-2 0,-2 0-1 0,4-1-3 16,3-3-2-16,-4-1-6 0,1 2 4 0,-6 2-6 15,0 0 0-15,-8 1 0 0,-1-2-1 0,-9 2-2 0,3 0-2 16,-5 0-2-16,-7 0 3 0,13 0 8 0,-13 0 9 15,6 0 8-15,-6 0 5 0,0 0 6 0,10 0 3 16,-10 0 2-16,0 0-5 0,0 0-6 0,0 0-6 16,9 0-7-16,-9 0-8 0,0 0-10 0,0 0-25 15,0 0-22-15,0 0-31 0,0 0-37 0,0 0-36 16,0 0-32-16,0 0-64 0,0 0-55 0,0 0-42 0,0 0-66 0,0 0-389 16,9 2-857-16,-9-2 380 0</inkml:trace>
  <inkml:trace contextRef="#ctx0" brushRef="#br0" timeOffset="9520.2">7062 2847 106 0,'0'0'120'0,"-7"-3"-14"0,7 3-10 16,0 0-1-16,0 0-10 0,0 0 2 0,0 0-5 15,0 0 7-15,0 0-3 0,0 0 4 0,0 0-3 0,0 0-3 0,0 0-4 16,0 0-1-16,0 0-7 0,0 0-4 16,0 0-6-16,0 0-1 0,0 0-2 0,0 0 1 15,0 0-4-15,0 0 0 0,0 0-3 0,0 0-5 16,0 0 2-16,0 0-1 0,0 0-2 0,0 0 5 0,0 0 1 15,0 0 0-15,0 0 3 0,0 0 2 0,0 0-4 16,0 0 6-16,0 0-6 0,0 0-1 0,0 0-7 16,0 0-4-16,0 0-4 0,26-5 0 0,-8 2-5 15,5 1-3-15,8-2-3 0,-2-1-5 0,0 3-10 16,2-1-28-16,-1 0-27 0,-3 3-31 0,-6-2-34 16,2 1-34-16,-4 0-56 0,1 1-188 0,-1-3-418 0,-6 3 185 15</inkml:trace>
  <inkml:trace contextRef="#ctx0" brushRef="#br0" timeOffset="9836.19">7135 2998 36 0,'-4'1'233'0,"4"-1"-11"0,-5 3-10 0,5-3-16 15,0 0-9-15,-7 4-15 0,7-4-14 0,0 0-11 16,0 0-11-16,21 0-14 0,-2-2-13 0,11-1-12 15,4-2-9 1,4-2-21-16,20-1-27 0,-2-1-33 0,5 0-44 0,0 1-58 16,0 1-74-16,-8-3-153 0,-4 1-348 0,-11 5 155 15</inkml:trace>
  <inkml:trace contextRef="#ctx0" brushRef="#br0" timeOffset="10823.88">8817 2252 85 0,'-2'-5'205'0,"1"-1"-6"16,-3 0-4-16,4 1-9 0,-2 2-11 0,0-2-7 16,1 1-13-16,-2 0 0 15,2 0-11-15,1 4-7 0,0-4-17 0,0 4-11 16,-2-4-9-16,2 4-13 0,-2-4-11 0,2 4-8 15,0 0-16-15,0 0-20 0,0 0-3 0,0 0-5 16,-4 20-3-16,1-2-1 0,-4 10-1 0,1 5-1 16,-4 14-2-16,-2 10 3 0,-2 23 2 15,-1-20 4-15,-1 23-1 0,9-25-3 0,-6 24-1 0,12-23-2 16,-3 23 4-16,4-28-2 0,3 2-1 0,-1-2 0 0,2-2-1 16,5-2-1-16,1-4 1 0,-4-8-4 0,0-4 0 15,0-3 1-15,-2-1-3 0,-2-3 1 0,-2-8-1 16,-1-2-3-16,-3 0 1 0,2-5 13 0,-3 0 15 15,-1-3 14-15,-3-1 12 0,0-1 9 0,-7-1-4 16,-1-1-1-16,-3-1 7 0,-11-3-7 0,2-1 3 16,1-1-12-16,-6 0 22 0,5-4-4 0,1 1 9 0,9 2 5 0,-3-2-10 15,0 0 1-15,5 2 1 0,5-2 0 0,2 2-13 16,0 1-1-16,10 1-8 0,-12-2-5 0,12 2-8 16,-14-3-5-16,14 3-4 0,0 0-6 0,-8 0-21 15,8 0-17-15,0 0-17 0,-6-3-13 0,6 3-23 31,0 0-31-31,0 0-25 0,0 0-32 0,0 0-40 16,0 0-57-16,0 0-79 0,24-10-263 0,-11 6-634 0,5-3 280 16</inkml:trace>
  <inkml:trace contextRef="#ctx0" brushRef="#br0" timeOffset="11926.75">10171 2341 65 0,'-8'-6'187'0,"-3"2"-16"0,-2 2-9 0,7-2-10 16,-7 3-13-16,0-1-10 0,0 2-12 0,-1 0-12 15,0 3-12-15,0-1-11 0,0 2-8 0,-2 0-6 16,0 4-11-16,6 0-8 0,-4 0-2 0,0 1-2 16,1 3-3-1,4-3-8-15,-1 4 3 0,4-2-7 0,3 2-2 0,-3 1-1 16,3 3-4-16,0 0-1 0,6-2 0 15,-2 2-1-15,4-1 0 0,-1-6-5 0,4 2 1 16,-1-2-1-16,4 0 2 0,-2-4-1 0,2-2-2 16,2 2 0-16,5-5 2 0,-5-1 4 0,1-1 2 15,2-3 6-15,2-3 7 0,-4-5 9 0,2 1 10 16,-1-1 5-16,-3-5-3 0,4-4 7 0,-6-1 5 0,3-3 3 16,-4-4 1-16,-4 1-8 0,4-4-1 0,-4 1 1 0,-2-2 6 15,-3 1 3-15,-3-2 4 0,3 2 5 0,-1 1 9 16,-3 2 17-16,2 3 6 0,-2 6 3 0,0 2 4 15,1 7-2-15,1-1-8 0,-1 2-7 0,-1 0-11 16,4 6-9-16,-1-4-5 0,1 3-12 0,0 3-16 16,0-2-12-1,0 4-47-15,-4-3-46 0,4 3 9 0,0 0 9 0,-5 9-1 16,4-4 4-16,-2 10 9 0,0-1 5 0,5 12 1 16,-2 1 2-16,0 1-2 0,1 2 2 15,2 3 6-15,-3 2 3 0,5-3 3 0,0 2-1 16,0-2 4-16,-1-2 5 0,4-1-6 0,-1-4-3 15,2 1 5-15,-1-9 1 0,-3-2-7 0,-1-1 6 16,3-3-3-16,-4-2-1 0,0-2 4 0,-2-2-1 0,2-1 8 0,-2-1-2 16,1 2 5-16,-2-3 23 0,0-2 16 0,3 3 10 15,-3-3-1-15,0 4 3 0,0-4-9 0,3 2-19 16,-3-2 14-16,0 0-7 0,0 0-22 0,0 0-42 16,0 0-20-16,0 0-21 0,0-10-26 0,0 10-29 15,-3-8-40-15,3 8-37 0,0-9-44 0,0 3-50 16,3 1-297-16,-2-2-635 0,3-3 281 0</inkml:trace>
  <inkml:trace contextRef="#ctx0" brushRef="#br0" timeOffset="12458.87">10487 2123 147 0,'0'0'251'0,"0"0"-27"0,-4-3-20 0,4 3-23 16,0 0-22-16,0 0-13 0,0 0-14 0,0 0-18 16,-7 9-8-16,7-3-11 0,2 1-7 0,-1 1-12 15,2-1-6-15,0 0-5 0,6 5-8 0,-1-3-4 16,0 0-3-16,2-1-6 0,0 4-6 0,-1-3 4 0,0-1-10 16,2 0-2-16,1-3-2 0,-2 2-2 0,3-5-4 15,-4 1-2-15,0 0 0 0,-3 3-3 0,-2-2-1 16,0-3 2-16,1 0-5 0,-1 1-4 0,0 1-1 15,-2 3-3-15,1-3 3 0,-2 0 2 0,-1 5-2 16,-4 1 2-16,1 0-2 0,-4 4 6 0,-2 2-9 16,0 1 7-1,-5-2-3-15,0 8 0 0,0-2 0 0,-4 1 0 0,5-4-4 16,0 3 1-16,-2 2 0 0,2-1 1 0,4-5-2 16,2-1 4-16,-1-1-4 0,4-3-3 0,0 1 2 0,1-4 1 15,0 3 3-15,3-5-2 0,0 5 3 0,0-4-1 16,3-2 5-16,-1 0 13 0,3-2 10 0,4 2 4 15,3-3-5-15,-1 0-1 0,7-2-3 0,0 0-3 16,2-2-3-16,7-1-2 0,1-3-5 0,3 3 6 0,-4-4-8 16,0 1 6-16,-2 1-3 0,-4-2 13 0,-1 3 7 15,-4 0 10-15,-4 2 6 0,-1-4 15 0,-4 4-3 16,2-1 4-16,-1 3-1 0,-3-1-2 0,-5 1-3 16,0 0-9-1,10-2-5-15,-10 2-18 0,0 0 14 0,7-4-17 16,-7 4-8-16,0 0-8 0,0 0-13 0,0 0-20 0,0 0-22 0,0 0-32 0,0 0-34 0,-16 10-36 15,16-10-30-15,-9 4-51 0,9-4-60 0,-10 3-211 16,10-3-536-16,0 0 237 0</inkml:trace>
  <inkml:trace contextRef="#ctx0" brushRef="#br0" timeOffset="12812.52">10493 2481 50 0,'-6'3'294'0,"6"-3"-10"0,0 0-5 16,-9-3-12-16,9 3-16 0,0 0-29 15,0 0-22-15,0 0-20 0,24-7-19 0,-4 3-13 16,10-3-18-16,3 1-7 0,3 0-20 0,2 1-5 16,1-3-22-16,14 1 2 15,-16-1-9-15,16 4-5 0,-20-2-6 0,-2 0-4 16,-10 3-7-16,-3 1-8 0,-5 1-3 0,-3 1 0 16,2-3 0-16,-5 2 16 0,-2 0-12 0,1-1 6 15,0 2-3-15,-6 0-9 0,0 0 3 0,0 0-18 16,0 0-22-16,0 0-34 0,0 0-30 0,0 0-35 15,-32 4-47-15,23-1-50 0,3-2-77 0,-1 1-195 16,-3 0-509-16,10-2 226 0</inkml:trace>
  <inkml:trace contextRef="#ctx0" brushRef="#br0" timeOffset="13713.65">9199 3118 126 0,'0'0'129'0,"-6"2"-2"0,6-2-9 0,0 0-2 16,0 0-3-16,0 0-4 0,0 0-4 0,0 0-1 15,0 0-8-15,0 0-9 0,0 0-8 0,0 0-8 16,0 0 1-16,0 0-17 15,-3 2-1-15,3-2-5 0,0 0-3 16,0 0-5-16,0 0-3 0,0 0-1 0,0 0-4 16,0 0-1-16,0 0-5 0,0 0 0 0,0 0-5 0,0 0 5 15,0 0 4-15,0 0-6 0,0 0 6 0,0 0-5 16,0 0-1-16,0 0 7 0,0 0 7 16,0 0-2-16,26-4-3 0,-9 0-2 0,4 0-1 15,10-1-3-15,22-1 0 0,6-2 0 0,29-8-1 0,10-1-5 0,3 6 1 16,12-3 0-16,8-6 4 0,15 3 3 0,13 2-4 0,13 1-4 15,4-2 2-15,5 2-2 0,-4-4-3 16,-4 4-2-16,-2-1-3 0,-14 1-3 0,-10 1-1 16,-13 2 0-16,-13-2 0 0,-9 4 2 0,-7 1 26 15,-32-1 0-15,2-3-8 0,-9 3-1 0,-1 1-7 16,-18 0 3-16,-5 2 1 0,-3 0 12 0,-8 0 26 0,-4 5 24 16,-5-1 27-16,-2-1 26 0,-1 1 5 0,-5 2 5 0,2-2-2 15,1 1-17-15,-2-3-11 0,-5 4-15 0,9-1-9 31,-9 1-19-31,4-1-33 0,-4 1-32 0,2-3-37 0,-2 3-51 16,0 0-73-16,0 0-77 0,0 0-86 0,-15-1-294 16,6-1-654-16,4-2 290 0</inkml:trace>
  <inkml:trace contextRef="#ctx0" brushRef="#br0" timeOffset="17084.82">9734 3392 157 0,'-4'-3'161'0,"4"3"-9"0,0 0-2 16,-9-2-10-16,9 2-8 0,0 0-6 0,0 0-3 0,-4-3-5 15,4 3-6-15,0 0-5 0,0 0-12 0,0 0-2 16,0 0-6-16,0 0-5 0,-5-3-4 16,5 3-4-16,0 0 0 0,0 0-5 0,0 0-6 15,0 0-3-15,0 0-7 0,0 0-6 0,0 0-1 16,18-3-7-16,-8 2-2 16,7-4-4-16,3 3-4 0,1-1 0 0,6-1-4 15,-8 1-6-15,8-2-2 0,-7 0-3 0,-2 4-5 16,0-1-2-16,-4 2-3 0,0-2-5 0,-5 1-1 15,1 1-14-15,-3-1-6 0,-1 0-5 0,-6 1 1 16,0 0 2-16,0 0 6 0,0 0-1 0,-23 11 3 16,5-4 0-16,-1-1 1 0,-4-2-2 0,-5 3 7 15,1-2 2-15,1 1 3 0,6-1 3 0,0-2 0 0,2 1 4 0,-4 1 3 16,5-2 2-16,6-1 1 0,-2 1 6 0,4-3 9 16,4 3-8-16,-4-3 2 0,5 2 2 0,-1-2-4 15,5 0 8-15,-9 3 1 0,9-3 2 0,-5 1-2 16,5-1 5-16,0 0 0 0,-4 1-2 15,4-1-4-15,0 0-1 0,0 0-6 0,0 0 3 16,0 0-7-16,0 0-2 16,-8 0 2-16,8 0-7 0,0 0 6 0,0 0-7 15,0 0 0-15,0 0-1 0,0 0 2 0,10 10 4 16,-3-5 3-16,3-1 0 0,1 3 5 0,4 3-2 16,4-3 0-16,-1 4-3 0,5 4 3 0,-1-1-3 15,1 0 2-15,0 3-3 0,-4 1-1 0,-4-2-5 16,-1-3-3-16,0 9-4 0,-5-5-4 0,-1 1-1 15,-3-2-3-15,-5 1 7 0,0 1-6 0,-5 0-2 0,-4 2 6 0,0-5-1 16,-6-1 3-16,2 1-1 0,-4-6 3 0,2 0-1 16,1-3 4-16,1-4 13 0,-2 4 9 0,2-5 17 15,4-1 15-15,-5-1 13 0,5 0 22 0,0-4-2 16,0-1 7-16,4 0-7 0,1-1 3 0,0-1-7 16,7 2-11-16,-3-5-12 0,4 6 6 0,1-4-14 15,1 0-16 1,6 3 3-16,-2 0-5 0,-1-2-8 0,5 5-11 0,3-4-25 15,-2 4-26-15,3 2-33 0,-1-2-40 0,0 3-36 16,0 0-35-16,2 3-42 0,-1-6-52 16,-4 3-245-16,4 3-559 0,1-6 248 0</inkml:trace>
  <inkml:trace contextRef="#ctx0" brushRef="#br0" timeOffset="17686.97">10313 3387 213 0,'-1'-6'254'0,"1"6"-29"15,0 0-22-15,1-4-26 0,-1 4-18 0,0 0-18 0,0 0-11 16,0 0-14-16,0 0-11 0,0 0-10 0,0 18-13 0,2-13-6 31,2 3-8-31,0-3-2 0,3 4-7 0,0-1-5 0,3 1-4 0,5 0-4 0,1 2-6 16,-2-5-3-16,4 0-2 0,1 0-2 0,-6-2-6 15,0-1 0-15,1 0-3 0,-1 1-1 0,-1-2-3 16,-1-2-1-16,-4 0 3 16,-2 0 19-16,-5 0 26 0,12 1 12 0,-8-1 12 15,-4 0-4-15,6 0-2 0,-6 0-11 0,0 0-6 16,0 0-5-16,0 0-14 0,0 0-6 0,0 0-7 16,0 0-7-16,0 0-6 0,-9 9-1 0,-1-1-1 15,-4 2-5-15,1 1 0 0,-7 5-2 0,-2 3-5 16,3 2 1-16,-3 0 2 0,-2 4-3 0,0 1 2 15,-1 2-7-15,-2 14 5 0,3-16 5 0,4 0-1 0,2-1-7 0,1-2 2 16,4-7-2-16,2-2 4 0,3-4-6 0,3-2 5 16,1-1 1-16,-1 0 7 0,3-2 23 0,-2-1 23 15,4-4 34-15,-3 5 19 0,3-5-17 0,0 0-5 16,0 0-15-16,9-17-6 0,-1 10 3 16,-2-4-19-16,3-1-8 0,2 2-12 0,2-2 1 15,-4 4-7-15,3-1 0 16,-3 2-10-16,1 0-4 0,1 0 6 0,0 1-1 0,-1 4-15 15,3-1 0-15,-2 4 0 0,3 1-7 16,-1 1 4-16,6 1-3 0,-2 3 5 0,1 0 2 16,-3 1 6-16,3 0-19 0,0-2 6 0,-3 5-18 15,-1-3 0-15,-2-2-12 0,-2-2-5 0,0 0-12 16,-2 0-9-16,-2 0 1 0,1-1-4 0,-3 1 12 0,0-3 5 16,0 0 0-16,-4-1 6 0,0 0-25 0,8-2-27 0,-8 2-20 15,1-4-15-15,1-3-15 0,-2 3-30 0,-2 0-20 16,2 4-26-16,-1-14-23 0,1 10-54 0,-4-7-168 15,4 4-496-15,0 2 220 0</inkml:trace>
  <inkml:trace contextRef="#ctx0" brushRef="#br0" timeOffset="18040.72">10222 3678 233 0,'-5'0'242'16,"5"0"-14"-16,-6 1-19 0,6-1-12 0,0 0-8 16,-8 1-15-16,8-1-13 0,0 0-15 0,0 0-8 15,0 0-12-15,0 0-9 0,0 0-11 0,40-1-12 16,-11-4-8-16,3 1-7 0,6 1-9 0,12-4-10 15,-9 3-3-15,11 0-5 0,-11 0-2 0,-5-1-10 0,0 3-3 0,-8 0-6 16,-5 1-3-16,-5-3 1 0,0 4-7 0,-8 1 0 16,1-1-4-16,-4 0 1 0,-2-2-2 0,-5 2 4 15,9 1-2-15,-9-1-1 0,0 0-5 16,0 0 1-16,0 0-17 0,0 0-12 0,0 0-12 16,0 0-18-16,-29 1-17 0,21-1-37 0,3 3-22 15,0-3-34-15,5 0-39 16,-9 1-214-16,9-1-440 0,0 0 196 0</inkml:trace>
  <inkml:trace contextRef="#ctx0" brushRef="#br0" timeOffset="18341">11031 3638 106 0,'0'0'245'0,"-5"1"-14"0,5-1-18 15,0 0-12 1,-4 2-12-16,4-2-16 0,0 0-10 0,0 0-13 16,0 0-5-16,0 0-9 0,22-3-10 0,-12 3-4 15,9-3-21-15,10 0-9 0,1 2-10 0,1-2-9 16,1-1-8-16,-1-2-4 0,4 3-7 0,-4 0-7 15,-11 0-5-15,1 0-3 0,-1 2-4 0,-7-2-7 16,-2 2-2-16,1-1-20 0,-6-1-26 0,-1 2-50 16,-2-2-59-16,-3 3-44 0,0 0-37 0,-13-4-182 0,2 0-424 0,-2 2 188 15</inkml:trace>
  <inkml:trace contextRef="#ctx0" brushRef="#br0" timeOffset="18688.49">11164 3499 12 0,'-1'-7'328'0,"1"0"7"0,-2 3 1 0,2-2 8 16,-1 2 1-16,1 0-8 0,0 4-26 0,0-7-37 15,0 3-39-15,0 4-21 0,0 0-31 0,0 0-19 16,0 0-32-16,0 0-10 0,0 0-11 0,0 0-7 16,-3 21-16-16,0-5-11 0,-1 2-3 0,0 8-11 15,-2 0-8-15,0 3 2 16,1-3 11-16,3 1-21 0,2 1-11 0,0-8 7 15,0 5-7-15,2 3 0 0,1-8-9 0,-2-3 1 16,2-5-3-16,-1-1-3 0,1 0 0 0,-2-4-4 16,2-2 5-16,-3 0-6 0,1-2 6 0,-1 1-1 15,1 0-2-15,-1-4 3 0,2 5 6 0,-2-5 5 16,2 4 5-16,-2-4-3 0,0 4 0 0,0-4 1 16,0 0-4-16,-1 5-2 0,1-5-5 0,0 0-4 0,0 0 0 0,0 0 0 15,1 3-20-15,-1-3-16 0,0 0-11 0,0 0-53 16,0 0-53-16,0 0-32 0,0 0-33 15,3-12-24-15,-3 12-35 0,1-9-59 0,1 1-50 16,0 1-211-16,0 1-622 0,2-4 275 0</inkml:trace>
  <inkml:trace contextRef="#ctx0" brushRef="#br0" timeOffset="19791.18">11681 3367 276 0,'4'-7'353'0,"-4"0"-12"15,3 2-6-15,-6-1-17 16,6 1-16-16,-2 1-45 0,-1 1-18 0,0 3-22 16,0-5-33-16,0 5-22 0,0 0-15 0,4-2-19 0,-4 2-11 15,0 0-18-15,0 14-6 0,0-4-13 0,0 2 8 16,-4 4-23-16,4 4 2 0,-4 5-13 0,4 0-7 15,-1 1-4-15,1 1 2 0,-3 1-10 0,2-5-2 0,1-2-1 0,0-2-1 16,4-2-6-16,-3 3 1 0,-1-4 0 0,3-5 8 16,-2 3-11-16,3-8-6 0,-4 1-4 0,1 0-1 15,3-1 13-15,-4-3-5 0,3 0 20 0,-3-3 33 16,2 7 26-16,-2-7 22 0,0 0-4 0,0 0-17 16,0 0-8-16,4-11-11 0,-4 3-13 0,-3-1-15 15,3-2-20-15,0 1-12 16,-1-1-10-16,-4 0-8 0,4 2-8 0,-3-3-8 15,0 4-11-15,0-2 7 0,-3 3-22 0,-1 0-3 16,0 0 2-16,-1 3 2 0,-1-4 8 0,1 8-2 16,-2-3 2-16,0 1 0 0,1 2-2 0,3 0-21 15,-1 1-3-15,3 0-21 0,-2 2-7 0,2 0-2 16,3 1 1-16,0 1 2 0,4 0 7 0,2 0-8 16,3 2-5-16,6 0-7 0,5-1-3 0,10 1 0 0,1-1 9 15,5-3 11-15,3-3 1 0,0-3-6 0,-1 3 8 16,-1-3 2-16,2-2 12 0,0-1 4 0,-1-2 5 0,-4 0 7 15,-3-3 4-15,0 0 8 0,-8 4 18 0,-4-3 17 16,-1 2 17-16,-4-3 23 0,-3 2 20 0,-4 2 10 16,4-1 2-16,-8 1-4 0,2 0 4 15,-3 0-14-15,-4 2-3 16,3 0-3-16,-3-2-11 0,-4 5-6 0,3 0-5 16,-3 1-4-16,-2 1-5 0,0 2 1 0,-3 0-9 15,1 4 3-15,0-2-6 0,2 3 0 0,-6 3-1 16,6-1 0-16,-1 2 1 0,2 2-1 0,2-3 6 15,1-1-13-15,2 4 6 0,-1-2 2 0,3-1-6 16,-1-1 0-16,3 1-6 0,0-4 6 0,4-1 5 16,-1 1-3-16,0-1 4 0,1-2 2 0,2-2 4 0,2 0 0 0,3-3-8 15,1-1 5-15,-2 0-4 0,3-2 0 16,-1-2 18-16,0 1 3 0,-1-2 10 0,-2 0-8 0,4-3-4 16,-5 1 2-16,1 3 8 0,-4-1-1 0,3 5 14 15,-3-5 3-15,-1 5-8 0,0 0-6 0,-3-1-3 16,3 3-7-16,-4 1-4 0,4-6-6 0,-4 6-13 15,4 0-26 1,-4 0-27-16,0 0-7 0,0 0 1 0,0 0 14 16,3 7-1-16,-3-3 7 0,0 2 11 0,0-1-18 0,3 1 5 15,-2 2-13-15,4-1-6 0,-2 0-2 16,-2 0 1-16,7-2 8 0,-3 1 2 0,1-2 4 16,-1 0 11-16,2 1 4 0,-2-4-2 0,1 1 3 15,3-4 9-15,-2 0 11 0,2-2 11 0,0 0 10 16,-1-1 10-16,0-2 33 0,1 0-4 0,1-3 5 0,-1 2-7 0,0-1 17 15,0 4 6-15,-3-4 0 0,1 5 6 0,-6-3 8 16,4 3-6-16,-1 0-9 0,0 2-9 0,-3-2-13 16,4 2 1-16,-5 2-21 0,4-3-7 0,-4 3-8 15,0 0-27-15,0 0 0 0,4 7 5 0,-4-2 2 16,0 2-3-16,0 2 4 0,-1 3-3 0,-2 0 5 16,2 0-2-16,-3 5 3 0,-1-1-5 0,1-1 3 0,3-3-8 0,1 0-5 15,-3-4 7-15,2-1-20 0,1 0 4 0,0-3 9 16,0 2-1-16,-3-2 16 0,3-1 23 0,0-3 32 15,0 4 32-15,0-4-7 0,0 0-11 0,11-10-11 16,-4 3 2-16,1 0-15 0,0 0-1 0,-2 0-9 0,4 2-7 16,-1-2-1-16,-1 1-4 0,2-1-3 15,0 2-4 1,-2-2-2-16,1 3-1 0,-1 1-9 0,-2-1 2 16,0 1-16-16,2 0-39 0,2-1-42 0,-1 2-47 15,3-1-59-15,0 0-47 0,0 3-59 0,2-2-83 16,0 0-336-16,5 0-779 0,-2 1 345 0</inkml:trace>
  <inkml:trace contextRef="#ctx0" brushRef="#br0" timeOffset="20329.82">12756 3477 156 0,'0'0'280'0,"-5"-1"-10"0,5 1-22 16,0 0-20-16,-6-3-16 0,6 3-16 0,0 0-12 0,0 0-16 15,0 0-9 1,-3-2-16-16,3 2-9 0,0 0-22 0,0 0-5 16,0 0-12-16,18-3-6 0,-4 2-13 0,-4-1-3 15,8-3-6-15,-5 1-12 0,1 2-4 0,-1-3-4 16,0 1-6-16,4-2-4 0,-6 0-5 0,1 0-1 16,-3 1 0-16,-2 3-8 0,0-5 7 0,-3 7-4 15,1-4 6-15,-1 0 1 0,-4 4-5 0,1-2-6 16,-1 2-3-16,0 0-4 0,-14 0-6 0,0 2 1 0,-1 3-1 0,-2 3-3 15,0 1 0-15,-8 3-2 0,2 3-3 0,0 2-1 16,-1 0 0-16,3 2 2 0,-2 1-3 0,3-1 3 16,5 1 1-16,1-3-5 0,5-1 15 0,2-1-13 15,6 1 5-15,1-2 1 0,5 2-1 0,3-2 5 16,4-1 0-16,5-4 5 0,7 4-7 0,3-6-5 16,1-2-11-16,3-1-16 0,1-2-5 0,0-2-3 0,-1-2-14 15,-2-1-11-15,-7-2-2 0,-2 1 6 0,2 1 4 16,-4-4 6-16,-5 3 6 0,-3-2 18 0,1 0 32 15,-7 3 15-15,4-1 22 0,-4 1 19 0,1-3 16 0,-1 2 20 16,1-1 21-16,-3 0 21 0,2 1 23 0,-3 1 19 16,1-1 7-16,-2 4 4 0,2-4 2 15,-2 4-10-15,1-4-7 16,-1 4-17-16,0 0-21 0,2-4-16 0,-2 4-18 16,0 0-17-16,0 0-16 0,0 0-21 0,0 0-35 15,0 0-3-15,0 0-4 0,0 19 0 0,-2-8-4 16,2 5-1-16,-1 10-9 0,1 0-33 0,-1 1-33 15,2-1-47-15,0-1-48 0,-1-6-61 0,2-2-60 16,-4 0-98-16,1-2-430 0,0-8-874 0,0 0 387 0</inkml:trace>
  <inkml:trace contextRef="#ctx0" brushRef="#br0" timeOffset="20946.59">13634 2810 115 0,'-5'-2'182'0,"5"2"-7"0,-4-4-12 15,4 4-15-15,-4-3-19 0,4 3-8 0,0 0-14 16,-4-3-2-16,4 3-7 0,0 0-11 0,0 0-3 16,0 0 2-16,0 0-5 0,-5-2-4 0,5 2 7 0,0 0-3 0,0 0 1 15,0 0 0-15,0 0 3 0,0 0 6 0,0 0 28 16,19 0-4-16,-7 0-13 0,7-3-4 0,4 1-17 16,5-3-8-16,4 0-7 0,6-1-7 15,2 2-7-15,-2-3-11 0,15 0-29 0,-20 0-29 0,1 2-34 16,-3-2-41-16,-4 4-39 0,-8-5-56 0,-1 2-54 15,-9 0-153 1,-4 2-426-16,-1 2 188 0</inkml:trace>
  <inkml:trace contextRef="#ctx0" brushRef="#br0" timeOffset="21177.89">13860 2675 267 0,'0'0'316'0,"-5"-6"-14"0,5 6-19 0,0-4-23 16,0 4-33-16,0 0-25 0,-4-2-23 15,4 2-19-15,0 0-17 0,0 0-19 0,0 0-10 16,0 0-10-16,-4 14-11 0,1-6-14 0,1 3-4 16,1 0-10-16,-3 3-4 0,1 3-9 0,3 2-12 0,3-1 9 0,-3 0-6 31,4 2-9-31,-3-2-33 0,3 2-36 0,1-1-48 0,8 3-50 0,-4-6-68 0,0 0-270 0,4-3-509 31,-3-6 226-31</inkml:trace>
  <inkml:trace contextRef="#ctx0" brushRef="#br0" timeOffset="21609.06">14787 2583 45 0,'0'0'272'0,"0"0"-21"0,0 0-21 0,0 0-17 16,0 0-19-16,0 0-22 0,0 0-16 0,0 0-16 15,16-7-11-15,-9 4-15 0,3 1-12 0,1 1-12 16,2 0-6-16,0-4-7 0,3 1-9 0,2-2-8 16,0 1-3-16,-6 2-9 0,-1-1-4 0,1-2-3 15,-5 2-2-15,1 2-8 0,0-1 4 0,-3-1 2 16,-4 1-5-16,3 1-6 0,-4 2-5 0,0 0-3 16,0 0-2-16,-18-3-1 0,4 7-4 0,-4 4 0 15,-7 2-6-15,-4 4 2 0,3 3-4 0,-2 0 0 16,2 1-2-16,2 3 2 0,-2 1-1 0,7 0 1 0,-3 2-1 0,8-1 4 15,5-3-3-15,2 2 5 0,4-4-1 0,8-1 1 16,1-1-12-16,7-1-27 0,10 1-43 16,0-1-53-16,7-6-79 0,-3-4-211 0,2-2-451 15,2-3 200-15</inkml:trace>
  <inkml:trace contextRef="#ctx0" brushRef="#br0" timeOffset="21946.75">15152 2787 253 0,'0'0'270'0,"0"0"-26"0,0 0-29 0,0 0-24 16,0 0-22-16,10 4-16 0,-10-4-11 0,5 5-5 15,-1 0-8-15,-4 0-16 0,4 2-8 16,1 2-9-16,-5-4-12 0,4 7-5 0,-3-2-10 0,2 6-4 16,-6-4-10-16,2 3-4 0,0 0-4 0,-6 2 0 15,2 0-9-15,-5-2-2 0,1 0-3 0,1-1-3 16,-2-1-5-16,5-2 2 0,-3-4-5 0,5 3-4 15,-1-4-1-15,1 0 5 0,3-1 27 0,0 1 23 16,1 0 18-16,-1-6 5 0,18 8-4 0,4-2-2 16,9-1-12-16,5-3-13 0,3 2-6 0,16-3-4 0,0 2-4 0,3-3-6 15,0-5-8-15,-3 5 4 0,-3-2-1 0,-12 4-7 32,-5-5-5-32,-7 3-3 0,-9-1 0 0,-8 0 19 0,0 1 16 15,-1 0 3-15,-10 0 11 0,13-2-3 0,-7 1-6 16,-6 1-38-16,0 0-48 0,0 0-77 0,0 0-77 15,-32-10-84-15,13 7-387 0,0 3-700 0,1-1 310 16</inkml:trace>
  <inkml:trace contextRef="#ctx0" brushRef="#br0" timeOffset="25751.02">17260 2556 134 0,'0'0'211'0,"-6"-2"-5"0,6 2-10 0,0 0-11 0,0 0-11 16,0 0-11-16,0 0-10 0,0 0-19 0,0 0-8 16,0 0-15-16,0 0-10 0,0 0-10 0,19-3-9 15,-6-1-18-15,4 1-26 0,4 1-29 0,6-1-39 16,-4 0-43-16,4-1-37 0,-5 2-47 0,-3 2-145 16,-5-3-326-16,-2 6 144 0</inkml:trace>
  <inkml:trace contextRef="#ctx0" brushRef="#br0" timeOffset="25909.4">17199 2753 92 0,'-9'5'139'15,"5"1"6"-15,0-1 14 16,6-2 4-16,3 1-7 0,9-4-12 0,6 1-16 16,16-1-12-16,2-1-17 0,16-5-36 0,1 0-43 15,1-3-47-15,4-6-42 0,-1 5-153 0,-4-6-240 16,5 1 107-16</inkml:trace>
  <inkml:trace contextRef="#ctx0" brushRef="#br0" timeOffset="26196.51">18481 2219 39 0,'1'-18'388'0,"-1"-2"-9"0,0 8-13 0,0 0-10 16,1 1-29-16,-2 2-26 0,2 1-30 0,-2 0-33 15,1 7-23-15,0-4-29 0,0 5-45 0,1-6-28 0,-1 6-17 16,0 0-10-16,-1 26-10 0,0-8-3 0,-1 13-7 16,1-2-8-16,1 9-2 0,-4 7-10 0,-2 2-28 15,5 2-16-15,1-13-25 0,-3 12-29 0,2-14-32 16,1-3-29-16,0-1-27 0,-4-1-31 0,7-4-52 15,-3-7-33-15,-3-1-217 0,-1-5-512 0,2-2 227 16</inkml:trace>
  <inkml:trace contextRef="#ctx0" brushRef="#br0" timeOffset="26483.17">18187 2837 168 0,'-13'5'243'0,"0"-3"-21"16,8 1-1-16,-3-1-12 0,3 0-11 0,1 0-9 16,-2-1-15-16,4 1-3 0,2-2-8 0,0 0-14 15,0 0-3-15,0 0-10 16,25 3-15-16,6-7-11 0,6 1-9 0,20-5-10 16,5 1-15-16,3 0-3 0,31-8-8 0,-4 5-4 15,-26 1-11-15,26 0 0 0,-30-1-9 0,-4 3-6 16,-8-1 0-16,-14 5-4 0,-5 1-2 0,-13 0 3 15,-2 2-15-15,-6-2-21 0,2 1-15 16,-6 1-26-16,-2-2 3 0,-4 2-6 0,0 0-17 16,-18 5-21-16,0-1-23 0,-10 3-28 0,-1-2-24 0,7 0-24 0,-5-1-36 15,-1 3-161-15,10-3-412 0,-1 3 183 0</inkml:trace>
  <inkml:trace contextRef="#ctx0" brushRef="#br0" timeOffset="27000.02">18558 3074 25 0,'-6'2'374'0,"6"-2"-27"0,-6 3-16 0,6-3-24 16,0 0-14-16,0 0-20 0,0 0-24 0,0 0-24 15,0 0-21-15,0 0-42 16,0 0-24-16,0 0-13 0,42-10-20 0,-14 4-25 15,3 0-22-15,-3 2-29 0,1-4-26 0,0 7-26 16,-10-3-19-16,-1 2-7 0,-6 2-7 0,-1 0-4 16,-2 0-10-16,-2 0-1 0,-7 0-5 0,5-4 6 15,-5 4 12-15,0 0-7 0,0 0 14 0,-32 1 2 16,12 2 7-16,1-3 7 0,-3 5 10 0,-5-3 14 16,-1 1 6-16,1-1 4 0,-1 5 7 0,6-3 10 0,3-2 0 15,-1 5 6-15,7-5-6 0,-1 2 2 0,2-1-5 0,2 2-1 16,1-2-1-16,3-1 0 0,-1 1-4 0,2-1 2 15,-1 0 1-15,4 3-3 0,0 0 0 16,2-5-5-16,2 11 17 0,0-6 10 0,8 3 11 16,-1 1 1-16,5 0-1 0,9 6-1 0,4-1-4 15,2 1 1-15,3 0-6 16,-1 4-1-16,1-1 2 0,1 1-7 0,-1 3 0 16,-4-1-2-16,-1 0-2 0,-6 0 0 0,-3-2-3 15,-7-2-5-15,-5-2-1 0,-2 2 0 0,-4-6-2 16,-5 5 6-16,-3-4 0 0,-3-1 1 0,-4 0 2 15,-2-3 10-15,0-1 11 0,-2-5 6 0,-1 0 22 16,2 0 22-16,4-5 17 0,4 1 16 0,-1-3 7 16,1 0 4-16,1-1-5 0,4 2-9 0,1-3-14 0,4 0-31 15,3 0-31-15,3 0-37 0,6-1-56 0,6 1-53 16,7-3-71-16,4 0-92 0,5 3-384 0,-1-3-703 16,-5 1 312-16</inkml:trace>
  <inkml:trace contextRef="#ctx0" brushRef="#br0" timeOffset="28372.24">19854 2107 127 0,'-2'-4'288'16,"3"2"-15"-16,-2-5-25 0,1 7-27 0,-1-5-24 15,1 5-28-15,0-3-18 0,0 3-18 0,0 0-12 16,-2 13-17-16,1-3-5 0,0 9-12 0,-1 10-11 16,-3 2-4-16,-1 16-4 0,0 3-8 0,-2 1-3 0,0 2-10 15,-1 4 1-15,0-5-3 0,4 1-7 0,0-4-2 16,4-15-3-16,1-1 0 0,1-2-7 0,-1-4 3 15,5 1-7-15,0-4 1 0,2-7-1 0,-2-1 1 16,2-5 2-16,1-1 6 0,3 1 0 0,4-4 0 16,3-3 5-16,11-2-3 0,-1-3-1 0,7-2-7 15,-1-4-2-15,-1-2-2 16,1-3-1-16,-4 2-1 0,0-5 0 0,-4 1-4 16,0-3-5-16,0 0 2 0,-6-1-5 0,-1 6 8 15,-5-3-7-15,-1 2-2 0,2 1-4 0,-8 1 12 16,1 2 15-16,-2 0-1 0,0 1 12 0,-3 1 0 15,-1 2 4-15,2 0-1 0,-4 0 7 16,3 1-7-16,-3 4-12 0,1-8 3 0,-1 8 0 16,3-4-24-16,-3 4 17 0,5-4-3 0,-5 4-2 0,2-2 1 0,-2 2-1 15,0 0-9-15,0 0 1 0,0 0 2 0,0 0 1 16,0 0 10-16,0 0-6 0,0 0 15 0,0-8 3 16,0 8 10-16,0 0 0 0,0 0 0 0,0 0 2 15,0 0-1-15,0 0 7 0,0 0 4 0,0 0 6 16,0 0 0-1,0 0 2-15,0 0 4 0,0 0-1 0,0 0 2 16,5-3-3-16,-5 3-2 0,0 0 3 0,0 0-11 0,0 0 2 16,0 0-13-16,0 0-1 0,0 0-6 0,0 0-5 15,0 0-8-15,0 0-5 0,0 0-5 0,0 0-8 16,0 0-14-16,0 0-32 0,0 0 3 0,0 0-14 16,-4 19 17-16,3-10 2 0,1 1 5 0,-5 2 3 15,0 1 5-15,1 3 3 0,-2 1-4 0,-1 0 5 0,3 0-2 16,-2 0 1-16,4 0 7 0,-2-2-7 0,3-2 1 15,-1-4 8-15,1 0 1 0,0-1 0 0,-2-1-8 16,3-2-4-16,0-5 12 0,0 9 10 0,0-9 25 16,1 5 22-16,-1-5 36 0,0 0 1 0,0 0-6 15,0 0-11-15,21-12-11 0,-11 2-4 0,4 1-5 16,0-4-9-16,-1 1-5 0,2-2-7 0,-2 0-2 16,1 1 0-16,-2 1-8 15,-6 5 0-15,2 0-13 0,-3 2 6 0,0 2-5 16,-3-1-8-16,1 1-12 0,1 1-34 0,-4 2-24 15,0 0 2-15,6 6 2 0,-4 1 5 0,0 3 12 16,-1 2 1-16,2-1 4 0,-1 8 5 0,2-2 2 16,-4 0-4-16,5-2-21 0,-1 4-31 0,0-8-32 15,0 0-48-15,3-2-51 0,0 1-68 0,2-5-114 16,-3-2-319-16,6-1-778 0,-2-2 344 0</inkml:trace>
  <inkml:trace contextRef="#ctx0" brushRef="#br0" timeOffset="29373.6">21238 2314 48 0,'0'0'177'15,"0"0"-5"-15,0 0-4 0,0 0-15 0,-9 5-7 16,9-5-7-16,0 0 1 0,0 0-5 0,0 0-7 15,3 5-5-15,-3-5-11 0,0 0-8 0,19-3-11 16,-4 1-8-16,5-3-9 0,8 3-5 0,2-1 21 16,0-1-13-16,0 2-9 0,-1-4-5 0,1 4-17 0,-8-2-17 15,-4 1-7-15,-2 0-9 0,-5 1-7 0,0 1-2 16,-4-5-11-16,-2 6-4 0,-3-2-2 0,-2 2-9 16,0 0 1-16,-17-3 0 0,-2 3 2 0,-1 0-1 15,2 3 4-15,-5-1 0 0,-4 5-2 0,-1-3 9 16,7-1-6-16,0 2 2 0,-6 0 4 0,7 0 3 15,7-3-4-15,-5 5 2 16,8-4 0-16,0 0-1 0,-2 1 0 0,3 1 3 16,0-3 1-16,4 1 1 0,1-1-3 0,-1 1 9 15,1 0-10-15,3-1 3 0,-5 0-4 0,4 3 7 16,-4-5-3-16,6 0 3 0,-4 2-2 0,4-2-2 0,-2 3 5 0,2-3-5 16,0 0 1-16,-3 4 3 0,3-4 2 0,0 0 17 15,0 5-3-15,0 0 7 0,3 1 9 16,1-1 8-16,-1 3 6 0,6 0 0 0,-4 2 3 15,7 3 0-15,-1 2-2 0,1 1-2 0,4 3-5 16,-3 4-1-16,0-7-5 0,-2 2-2 0,1 6-7 16,1-1 2-16,-7-5-4 0,2 7 1 0,-6-8-4 15,2 0-2-15,-5-1-3 0,-2 1 3 0,-2-2-2 16,-2 0 3-16,-5-4 4 0,3 1 2 0,-1-6-3 16,-5 3 22-16,3-4 19 15,4-3 19-15,-4 3 28 0,1-5 22 0,5 0 0 16,6 0 10-16,-13-4 5 0,8 1 2 0,1-1-11 15,-1-1-7-15,1-1-16 0,4 2-10 0,0 4-10 16,2-14-14-16,1 10-3 0,5-3-12 0,1-1-14 16,1 4-16-16,3-3-19 0,5 0-23 0,0 1-44 15,2 2-36-15,3-1-48 0,-2 1-52 0,8 1-56 16,-3-2-68-16,1 0-351 0,-6 1-716 0,7-3 317 0</inkml:trace>
  <inkml:trace contextRef="#ctx0" brushRef="#br0" timeOffset="29837.39">21899 2290 270 0,'-1'-5'325'0,"1"5"-32"0,-3-6-25 0,3 3-31 16,0 3-26-16,0 0-36 0,0 0-11 0,0 0-13 0,0 0-18 15,0 0-13-15,-1 12-11 0,2-7-9 0,2 5-13 16,-2-1-5-16,0 1-7 0,4 2-11 0,2-2-2 15,-2 1-5 1,3-1-2-16,2 2-6 0,0 2-8 0,0-2 4 16,-1-4-10-16,0 2-5 0,-3-5 0 0,2 6-4 15,1-7 1-15,-5 2-6 0,0-1-7 0,1-2 6 16,-1 0-6-16,0 2 0 0,-1-1-9 0,-1-2-8 16,1 3 0-16,-3-2-3 0,0 1 3 0,-1 2-1 15,-4 3-2-15,-1 1 1 0,1 1 4 0,-8 3-3 16,-4 6 4-16,-2-1 2 0,5-4-1 0,-1 0-5 0,-1 1 5 0,1-2-6 15,3 2 6-15,0-2-1 0,0-2 0 0,5-2 3 16,1 0-5-16,1-1 5 0,0-4 0 0,3 2 3 16,0 0 10-16,4-4 23 0,0 2 13 15,4-1 0-15,2-1-2 0,5 0-5 0,6-1-7 16,0-1 1-16,11-1-3 0,-5-1-4 0,-2-1-2 0,5 2-5 16,-7-3-2-1,-1 3-17-15,2-4 16 0,-3 1 1 0,-5 0-21 16,-4 2 14-16,2 0-3 0,-7 1 1 0,3-2-3 15,-1 1-17-15,-3 1-30 0,-4 0-43 0,0 0-40 16,0 0-33-16,0 0-36 0,-15-13-23 0,7 11-49 16,-1-2-226-16,-2 1-527 0,2-1 233 0</inkml:trace>
  <inkml:trace contextRef="#ctx0" brushRef="#br0" timeOffset="30160.09">21867 2607 261 0,'-4'0'318'0,"-1"1"-16"15,-1 0-12-15,6-1-10 0,-7 0-10 0,7 0-12 16,-9 1-13-16,9-1-8 0,0 0-12 0,0 0-20 15,0 0-22-15,0 0-14 0,39-5-21 0,-9 2-31 16,2 0 5-16,0-4-19 0,1 3-5 0,1 1-2 0,-2-2-20 0,-2-1-4 16,-7 3-7-16,-2 2-4 0,-3 0-11 15,-5-3-1-15,-2 3 0 0,-5 0 4 0,1-1 9 16,-1 0-10-16,0 2-6 0,-6 0 2 0,0 0-34 16,11-3 10-16,-11 3-20 0,4-1-27 0,-4 1-44 0,0 0-49 15,0 0-55-15,0 0-51 0,0 0-61 0,0 0-346 16,-23-6-680-16,23 6 301 0</inkml:trace>
  <inkml:trace contextRef="#ctx0" brushRef="#br0" timeOffset="30792.83">22635 2595 155 0,'-11'0'210'0,"3"4"-15"15,1-2-15-15,1-1-8 0,0-1-9 0,1 3-7 16,5-3-6-16,-7 0 0 0,7 0-7 0,0 0 3 0,-5 2-5 0,5-2 4 15,0 0 7-15,0 0 0 0,0 0-10 0,37-4-28 16,-9 2 4-16,9-1-10 0,-1-3-10 0,19-1-7 16,0 0-14-16,0 0 3 0,-3 0-23 15,-2-1 3-15,-9 5-9 0,-7-2-5 0,0 1-6 16,-8-1-14-16,-7 5-18 0,-6-3-19 0,-1 1-19 0,-7 0-22 16,0 0-47-1,-5 2-48-15,-1-5-33 0,1 5-36 0,-17-6-35 16,0 4-173-16,-2-1-458 0,-1 2 202 0</inkml:trace>
  <inkml:trace contextRef="#ctx0" brushRef="#br0" timeOffset="31008.93">22884 2455 309 0,'0'-5'340'0,"0"-3"6"0,0 4-5 0,0 4-10 0,4-10-8 16,-4 6-29-16,0 4-37 0,1-4-25 0,-1 4-23 15,0 0-29-15,0 0-31 0,0 0-31 16,0 0-20-16,0 0-5 0,-6 29-11 0,2-11-10 16,0 9-4-16,-5 2-2 15,3 0 5-15,1 0-40 0,5 3-36 0,-2-1-34 16,8-2-39-16,-3-4-47 0,1 0-54 0,5-8-87 16,-4-4-287-16,3 1-600 0,2-9 266 0</inkml:trace>
  <inkml:trace contextRef="#ctx0" brushRef="#br0" timeOffset="32178.83">23666 2120 73 0,'5'-17'328'16,"-1"3"-17"-16,0 2-7 0,-1 3-17 0,-1 4-18 15,-2-2-27-15,3 2-25 0,-1 0-19 0,-2 2-25 16,2-1-22-16,-2 4-19 0,0 0-7 0,0 0-26 0,0 0-6 16,6 13-13-1,-6 0-6-15,-2 6-6 0,-1 4-9 0,-1 8-1 16,0 1-10-16,-1 13 1 0,-4 4-10 0,0-4 3 15,3 1-8-15,2-12 5 0,1 0-8 0,3 0-5 16,0 0 13-16,0-6-16 0,0-3 0 0,0-5 2 16,0-3-7-16,3-6 2 0,-3 2-2 0,1-4-4 15,-1-2 4-15,0-2 1 0,3 0 28 0,-3 0 41 16,0-5 21-16,1 6 21 0,-1-6 17 0,0 0-18 0,0 0-28 0,0 0-19 16,-8-15-19-16,7 5-10 0,-7 1-13 15,3 1-16-15,-4-4-4 0,-1-2-14 0,-2 0-9 0,-1 2-2 16,-3 0-2-16,0 2-7 0,-5 1 3 0,-6 1-1 31,3 0-5-31,2 3 0 0,2 2 3 0,-1 1 7 16,5 0-8-16,3 2-13 0,0 2-14 0,2-1-9 15,4 0-17-15,-1 2-4 0,2-1 0 0,5 3 4 0,1 1 5 16,5-1 7-16,7 1 5 0,4 1 11 0,7-2-9 16,9 2-3-16,7-4 1 0,1 1 0 0,1-2-4 15,10-6-2-15,1 4 6 0,-16-5 6 0,2 1 3 16,-1-4 5-16,-3 1 9 0,-3-3-2 0,-2 1 5 15,-11-1 16-15,0 0 17 0,0 1 25 0,-5-1 9 0,-3 1 21 16,-2-1 2-16,-5 4 10 0,3-5 1 0,-4 5-6 16,-1 0 1-16,-2-1-2 0,1 3-11 0,0 4-5 0,-5-7-12 15,1 0 6-15,-1 5-11 0,5 2-7 0,-14-1 2 16,14 1-13-16,-21 6 0 0,13-1-1 16,-4 2 5-16,2 0-15 0,0 2 10 0,-2-1-9 15,3 4 6-15,0 0-4 0,4-1-4 0,-3 1-6 16,7 0-5-16,-3-1 0 15,7 1 3-15,-2-3-3 0,3 2 0 0,0-4 3 16,1 0 10-16,4-2-8 0,1 0-1 16,-1-2-1-16,5 0 8 0,-1-3-11 0,1-1 7 0,3-3-2 15,-5 0 2-15,4-5-6 0,-1 1 9 0,-2-6-3 16,0 4 5-16,-1-2-2 0,-4 2 7 0,7-3 1 16,-6 0-6-16,-1 2 16 0,-3 0 1 0,1 4 7 15,-2 0 2-15,0 2 4 0,-3 3 0 0,3-1-5 0,-1-4-5 16,-2 5-11-16,-1 2-1 0,0 0-11 0,5-5-21 15,-5 4-18-15,0 1-46 0,0 0 14 0,0 0 14 16,0 0 6-16,8 5-4 0,-7 2-13 0,2-1 4 16,-2-2-1-16,3 4-2 0,2-1 5 0,2-2 9 15,2 5-3-15,0-5 3 0,1 4 1 0,1-6 5 16,1 3 2-16,1-5 7 0,3 1 3 0,-3-1 5 0,-3-2 4 0,2-1 3 16,6-3 0-16,-7 2 26 0,-1-3 23 0,-2 0 19 15,3-1 13-15,-1-3 6 0,-2 3 19 16,-2-3 16-16,0 5-8 0,1-4 28 0,-3 4 4 0,-1 2 0 15,0-2-12 1,-2 1-8-16,1 1-13 0,0 1-12 0,-3 2-13 16,4-2-11-16,-4 2-12 0,3-3-28 0,-3 3-38 15,0 0 7-15,0 0 1 0,-1 12 5 0,-2-4-4 16,-2 1 4-16,0 6 4 0,-3 0-4 0,1 4 4 16,-1 0 0-16,-5 3-5 0,7-4 8 0,-2-3-5 15,-1-1 1-15,4-2-8 0,1-2-8 0,3 0-5 16,-3-5 6-16,3 0 5 0,-2-2 2 0,-1 4 24 15,4-5 25-15,0-2 27 0,-1 3 25 0,1-3-12 16,0 0-9-16,17-12-6 0,-11 7-8 0,7 0-5 0,-3-5-8 0,4 2-1 16,-1 2-7-16,1-4-1 0,-2 3-11 0,-2 2 3 15,1 0-2-15,-2 3-11 0,0-2 3 0,-2 0 0 16,-1 1-5-16,0 1-2 0,1 0-18 16,-7 2-23-16,13-1-33 0,-1 1-39 0,-3 3-47 0,4-2-64 15,-7 0-46-15,7 5-48 0,0-5-72 0,-3 0-337 0,2-1-778 31,-1 3 345-31</inkml:trace>
  <inkml:trace contextRef="#ctx0" brushRef="#br0" timeOffset="32810.46">24710 2385 89 0,'0'0'312'0,"-1"-5"-19"16,1 5-27-16,-4-3-23 0,4 3-24 0,0 0-25 0,-4-2-25 15,4 2-12-15,0 0-16 16,0 0-14-16,0 0-9 0,0 0-13 0,0 0-10 16,0 0-7-16,0 0-8 0,10-5-3 0,-10 5-7 15,12 2-5-15,-3-2-3 0,1 0-4 0,2-2-4 16,2 0-6-16,-1-1-5 0,4 1-2 0,-1-2-5 0,2-2 1 0,-1-1-2 0,-4 3-10 16,-2-3 4-16,1 3 2 0,-3-1 9 0,0-1 12 15,0 0 5-15,-4 5 8 0,0-3 16 0,-1 0-17 16,-3 2-1-16,-1-1-29 0,0 3-4 0,-10-5-6 15,1 3-5-15,-5 6 1 0,-7-3-6 0,1 6-4 16,-8 1 0-16,1 4-12 0,-1 1 13 0,-4 1-3 16,4 4-1-1,0 4-9-15,6-1 8 0,2-1 5 0,-1 2-5 16,7-1 2-16,4-3-8 0,3-2 5 0,3 4 0 16,6-3-2-16,2 0 6 0,5-1-7 0,1-3 4 15,7 1-3-15,7-1 3 0,2-2-2 0,4-1-4 0,-3-5 0 16,1-3 4-16,0 1-4 0,-6-3-4 15,5-5 6-15,-5 2 4 0,-6-3 10 0,2-1 18 16,-4-2 18-16,-4 2 12 0,-2-2 9 0,1-1 12 0,-4 0 10 0,0-1 7 16,-1 2 7-16,1-1 2 0,-2 1-5 0,-2 2-1 15,-1 0 3-15,3 2-7 0,-2 0-1 0,-1 1-10 16,1 0-19-16,-1 4-1 0,2-5-9 16,-2 5-12-16,0-4-15 0,0 4-31 0,0 0-17 0,0 0-15 0,0 0-16 15,0 0 6-15,0 0-1 0,2 12 4 0,-2-3 11 31,0 0-1-31,0 2 1 0,0 0 11 0,0 2-1 16,-1 2 1-16,1-1 3 0,0 1 3 0,0-3-1 16,0 0 2-16,1 1-3 0,-1-1-7 0,0-5 15 15,0 3-4-15,4-5 4 0,-3-1 1 0,0 3 1 16,-1-4-1-16,2 1 4 0,-2-4 3 0,0 4-13 16,0-4 14-16,1 4 5 0,-1-4-1 0,0 0 0 15,0 0-3-15,-1 5 2 0,1-5-32 0,0 0-45 0,0 0-32 0,9-9-35 16,-7 5-55-16,1-1-54 0,-2-1-62 0,6-5-78 15,-5 0-277-15,3 0-714 0,0-5 316 0</inkml:trace>
  <inkml:trace contextRef="#ctx0" brushRef="#br0" timeOffset="33057.37">25306 2074 253 0,'2'-5'321'0,"-1"3"-39"15,1-1-29-15,-2 3-27 0,0 0-29 0,9 9-21 16,-3 2-19-16,-1 7-11 0,5 9 1 0,2 6-2 16,-1 15-4-16,-2 11-7 15,-5-1-13-15,-5 24-5 0,-7-22-6 0,-10 22-9 16,2-26-3-16,-14 21-9 0,2-29-6 0,-5 0-6 16,-8-3-8-16,-23 14-6 0,21-21 3 0,-6 3-23 15,-2-8-39-15,-26 9-40 0,24-14-47 0,-9-3-59 16,1-7-87-16,-35-2-293 0,28-7-565 0,-30-6 250 15</inkml:trace>
  <inkml:trace contextRef="#ctx0" brushRef="#br0" timeOffset="33726.4">21198 2022 11 0,'-4'-1'167'0,"4"1"-24"0,-9 0-11 15,9 0-17-15,-14 5-8 0,7 0-9 0,-6 8 6 0,-3 8 1 16,2 8 11-16,-8 15 5 0,-1 11 4 16,-9 26 1-16,5 0 0 0,4-1 2 0,0 3 1 0,4-25-6 15,2 25-19-15,9-28 8 0,4 0-7 0,5 3 2 16,9-5-3-1,4 1-3-15,7-1-2 0,4-7-1 0,12-3-3 16,11-2-4-16,5-7-4 0,34 3-15 16,-1-8-62-16,3-7-90 0,7-11-136 0,-31-7-262 0,2-5-518 15,-5-6 230-15</inkml:trace>
  <inkml:trace contextRef="#ctx0" brushRef="#br0" timeOffset="34567.65">25928 2455 183 0,'0'0'197'0,"0"0"-9"16,0 0-18-16,0 0-2 0,0 0-10 15,0 0-3-15,0 0-5 0,0 0-1 0,0 0-6 16,-1 3-2-16,1-3-12 0,0 0-9 0,0 0-14 16,21-3-6-16,-8 0-16 0,8 1-10 0,9-1-4 15,1-3-12-15,3 3 2 0,6 0-12 0,12-4-5 16,2 0-22-16,-17 4-20 0,17-6-28 0,-17 6-34 15,-1-1-54-15,-2-2-65 0,-6-1-210 0,-1-1-421 16,-8 4 188-16</inkml:trace>
  <inkml:trace contextRef="#ctx0" brushRef="#br0" timeOffset="34799.41">26255 2301 205 0,'-8'-1'277'0,"8"1"-27"16,0 0-26-16,0 0-29 0,0 0-21 0,0 0-19 15,0 0-15-15,-1 9-16 0,-4 2-9 0,4 0-15 16,-2 9-10-16,-2 6-8 0,1 1-6 0,-1 6-11 16,1-3-5-16,0 4-4 0,4-3-2 0,0 5-4 15,0-5-4-15,6 0-27 0,-3-2-28 0,5-3-45 0,0-7-44 0,2-2-106 16,-4 0-162-16,2-7-396 0,5-3 176 0</inkml:trace>
  <inkml:trace contextRef="#ctx0" brushRef="#br0" timeOffset="35247.28">27231 2213 194 0,'0'0'224'0,"0"0"-20"16,0 0-19-16,-5-3-20 0,5 3-16 0,0 0-16 15,0 0-9-15,0 0-10 0,0 0-13 0,0 0-12 16,0 0-6-16,19 0-11 16,-12 0-3-16,6 0-6 0,1-1-8 0,2 0-5 15,3-1-5-15,-2-1-8 0,5 1-1 0,-2-3-4 16,1 1 24-16,0-3-8 0,-2 2-3 0,1-1-6 16,-4-1-4-16,-3-1-2 0,-3 2 2 0,-1 1 6 15,-5 2 2-15,1-2 0 0,-1 2-3 0,-4-3-8 16,0 6-1-16,-4-3-11 0,-3 1-1 0,-4 2-4 15,-9 4 0-15,-6 4 0 0,-2 6 2 0,-1 1-9 0,-2 2-1 16,3 2-2-16,-9 13-2 0,8-6 3 0,-2 11 2 16,9-6-2-16,7 0 2 0,-2 1 1 0,10 2-1 15,1 0 1-15,9-2-9 0,2-1-12 0,9-1-32 16,4-5-34-16,6-1-65 0,4-6-90 0,7-4-170 16,-2-2-435-16,3-7 193 0</inkml:trace>
  <inkml:trace contextRef="#ctx0" brushRef="#br0" timeOffset="35653.64">27682 2536 74 0,'0'0'307'0,"-7"3"-36"0,7-3-30 16,0 0-21 0,-2 5-27-16,4 2-16 0,0-3-17 0,-2 6-15 15,4-1-18-15,1 5-9 0,-2 0-12 0,-1 4-10 0,-2 0-9 0,0-1-6 16,0 1-12-16,-3 1-2 0,-3-2-9 0,-1 1-6 0,-7 5-6 15,2-7-3-15,-7 2-5 0,5-6 1 0,-3 2-2 16,1-3-3-16,-2-1-6 0,0 1 0 16,1-2 4-16,7-1-5 0,-4-3 2 0,5 1-4 15,-2-3-6-15,2 4 0 0,4-4 2 16,1 2-4-16,-3-5-2 0,7 0 16 0,-6 3 13 16,6-3 19-16,0 0 15 0,-6 4 12 0,6-4 10 15,0 0 2-15,0 0-11 0,24 0-2 0,-2-3 2 16,12-1-19-16,3 0-8 0,19 0-7 0,2-5-3 0,8 3-7 15,-6-3 4-15,4 2-17 0,-2 2-2 16,-6-3 4-16,-20 3 3 16,-1 1 1-16,-5 2-5 0,-11 0 17 0,-1 0 7 15,-9 2 1-15,2-1-10 0,-7-1 2 0,-4 2-5 16,10 0-4-16,-10 0-7 0,8-3-22 0,-8 3-22 16,0 0-28-16,0 0-40 0,0 0-60 0,0 0-65 15,0 0-77-15,-33 8-114 0,21-6-237 0,1 0-682 0,11-2 303 16</inkml:trace>
  <inkml:trace contextRef="#ctx0" brushRef="#br0" timeOffset="49454.38">5980 6014 104 0,'0'0'244'0,"0"0"-4"0,0 0-6 15,-8-2-9-15,8 2-11 0,0 0-14 0,0 0-14 16,0 0-10-16,0 0-10 0,-3-2-13 0,3 2-10 16,0 0-9-16,0 0-8 0,0 0-10 0,0 0-12 15,0 0-10-15,0 0-14 0,15-6-4 0,-1 2-10 16,4 1-9-16,11-3-8 0,4 0-11 0,7-1-26 0,11-2-28 0,0 3-38 15,-13 2-44-15,1 0-57 0,-1-4-45 0,-2 4-69 16,-6-1-139-16,-8 1-441 0,-4 4 195 0</inkml:trace>
  <inkml:trace contextRef="#ctx0" brushRef="#br0" timeOffset="49641.65">6053 6232 28 0,'-3'4'175'16,"-1"-2"3"-16,3 2 3 0,1-4-2 0,0 0 0 16,8 2-12-16,2 0-7 0,0-4-15 0,4 1-15 15,4 1-12-15,4-4-15 0,6 1-5 0,2-1-6 16,-9 1-32-16,7 1-43 0,-6-3-42 0,-2 0-54 0,1 0-42 0,-6 0-177 16,3-2-323-16,-7 3 144 0</inkml:trace>
  <inkml:trace contextRef="#ctx0" brushRef="#br0" timeOffset="50140.83">6308 5833 207 0,'-1'-5'340'0,"0"1"-20"0,-2 1-26 15,3 3-34-15,0-7-23 0,0 7-30 0,0-1-25 0,0 1-20 16,0 0-8-16,0 0-22 0,0 0-16 0,0 0-10 15,0 17-11-15,5-7-7 0,-1 0-12 16,4 5-4-16,4-4-12 0,-3 4-1 0,3-1-5 0,2-2-23 0,0 0-12 16,3 3-5-16,-1-3-11 0,2-4-7 0,-2 3-1 15,0-5 0-15,3 0-1 0,-5-1 1 0,-1-4 2 16,1 1-2-16,-1-2 3 0,-4-2 1 0,-2 1 7 16,0-1 9-16,1-1 17 0,-1-1 2 0,-2 1 12 15,0-2 4-15,-1 0 6 0,-2 1 17 0,0 1-2 16,-2 0-1-16,0 3-5 0,3-5-7 0,-2 1-12 0,-1 4-10 0,0 0-12 15,0 0 5-15,-8 10-11 0,-2 4-7 0,-3 2-2 16,-6 10 0-16,0 6 0 0,-8 11 2 0,0 1-3 16,-2 3 0-16,2 1 0 0,1 2 0 15,2-3 11-15,0-1-15 0,0-4 2 0,10-9 2 0,-3-1-6 16,7-5 1-16,-3 1 0 0,5-5 5 0,2-4-1 16,2-8-3-1,1 2 4-15,1-4-2 0,-1-1 10 0,2-3 8 16,-3 2 15-16,4-4 21 0,-1 1 14 0,1-1 19 15,0-3 6-15,-2 7 7 0,2-7 0 0,-2 5-3 0,2-5-1 16,0 0-3-16,-1 1-11 0,1-1-11 0,0 0-8 16,0 0-6-16,0 4-7 0,0-4-12 0,0 0-29 15,0 0-32-15,0 0-38 0,0 0-48 0,0 0-46 16,0 0-73-16,0 0-92 0,0 0-96 0,0 0-291 0,14-8-759 16,-12 3 336-16</inkml:trace>
  <inkml:trace contextRef="#ctx0" brushRef="#br0" timeOffset="51358.53">8460 5753 126 0,'0'0'198'0,"0"0"-7"0,-1-3-10 0,1 3-6 15,0 0-13-15,0 0-13 0,0 0-14 0,0 0-8 16,0 0-14-16,0 0-11 0,0 0-7 0,0 0-10 0,0 0-9 0,0 0-8 16,0 0-3-16,0 0-7 0,0 0-11 0,0 0-3 15,0 0-7-15,0 0 2 0,0 0 2 16,0 0 1-16,0 0-2 0,23 3-1 0,-9-3-4 16,6-3-2-16,-1 1-5 0,11-1-4 0,1 0-6 0,3-1 2 15,-1 2 0-15,2-4-2 0,-7 0 0 0,5 3-2 16,-12 1-3-16,0-1 3 0,-5-1-7 0,-2 3 0 0,-4-1-4 15,-4 2-5-15,3-2-3 0,-5 2-3 0,-4 0-1 16,0 0-5-16,0 0-3 0,-26 5-1 0,6 0 1 0,-11 2-3 16,-1-2 1-16,0 4 3 0,-2-2 0 15,-2 1-2-15,0-2 5 0,0 2 2 0,1 0 0 16,3-4 2-16,0 5 5 0,4-4 2 0,6-2 9 16,4 3 1-1,-1-2-2-15,6 0 6 0,2-1 0 0,3-2-6 0,3-1-1 16,0 4 1-16,0-3 0 0,5-1 0 0,-9 1 1 15,9-1 4-15,-9 1 2 0,9-1 6 0,-5 3 1 16,5-3 4-16,0 0-3 0,0 0 4 0,-5 0 0 16,5 0-1-16,0 0-2 0,0 0 1 0,-6 3-2 15,6-3-7-15,0 0 1 0,0 0-2 0,-1 3 1 16,1-3 1-16,0 0-2 0,4 7 8 0,1-4-11 0,0 2 4 0,1-1 0 16,2 4-3-16,3 0 1 0,0-2-2 0,2 6-1 15,2 0-3-15,8 2 1 0,0 3-3 0,-1 0 2 16,0 0 3-16,1 1-2 0,0-1 2 0,-4 0 0 15,1 5 5-15,-1 1-9 0,-7-8-5 0,3 9-2 16,-6-6 0-16,-4 1-3 0,-1-3-4 0,-4 1 2 16,-5-1 1-16,-1 1-1 15,-4-3 3-15,-2-2 0 0,-1 0 2 0,-2-3 2 16,1-1 8-16,1-2 8 0,-2-2 11 0,2-2 16 16,0 3 21-16,1-5 23 0,4 0 14 0,-1-2 5 15,1 1 8-15,-1-1 5 0,4-1-4 0,1 0 0 16,0-3-11-16,3 1-13 0,1 2-14 0,0-4-7 15,5 2-11-15,-1 0-9 0,6-2-7 0,3 2-16 16,6-3-23-16,0 3-26 0,8-1-33 0,1 0-37 0,0 2-36 16,3 2-44-16,-4 2-53 0,1-5-55 0,-6 2-340 15,5-1-670-15,-6 0 296 0</inkml:trace>
  <inkml:trace contextRef="#ctx0" brushRef="#br0" timeOffset="51844.06">9026 5932 120 0,'1'-1'292'0,"2"-3"-33"0,3 4-25 0,-1-2-22 0,3 2-25 0,-8 0-19 31,15 2-17-31,-3 0-15 0,-2 1-16 0,3 6-12 0,0-1-9 0,1 4-14 16,-4-2-6-16,-1 4-9 0,5 0-6 0,-6 2-11 15,-2 1 2-15,1 1-6 0,-5 2-3 0,0-2-7 16,-5 8-1-16,-4-7-2 0,4 0-5 0,-5-1-3 16,1-2-3-16,-4-2-4 0,5 1 0 0,-2-5-2 15,0-1 2-15,2 0 0 0,1-3 3 0,1-1 13 16,0 1 13-16,0-3 19 0,4 0 31 0,-4 0 23 0,4-3 39 0,0 0-16 16,0 0-18-16,0 0-20 0,4-11-9 0,4-1 0 15,2 0-12-15,7-7-18 0,-1-3-3 0,2 0-11 16,3-1-3-16,-1-5-5 0,6 1-2 0,-2 1-11 15,0 0-3-15,-6 2-5 0,1 5 8 0,-5 4-9 16,-2 2 7-16,-4 4 8 0,-2-1 4 0,1 5-2 0,-3 1-12 16,1 0-3-1,-2-2-3-15,0 5-9 0,-3 1-21 0,2-4-6 16,-2 4 1-16,0 0-3 0,-8 19 6 0,2-9 1 16,-4 7 6-16,-3 5-14 0,3 2 3 15,-3 5 4-15,4 0-2 0,3-1 7 0,-2-1-2 0,7 1 9 16,7-2 1-16,-1-2 12 0,4-5-12 0,9 1 1 15,4-3 0-15,10-2 1 0,6-4-21 0,16-1-40 16,2-8-60-16,8 1-57 0,-4-7-69 0,5-4-85 0,-7-5-322 16,1 0-700-16,-2 3 310 0</inkml:trace>
  <inkml:trace contextRef="#ctx0" brushRef="#br0" timeOffset="52661.32">10501 6067 206 0,'-16'3'230'0,"5"-3"-5"0,1 0-4 0,2 0-9 16,0 1-8-16,3-1-16 0,5 0-12 0,-8 0-14 15,8 0-5-15,-6 1-10 0,1 2-10 16,5-3-7-16,-5 1-6 0,5-1-8 0,0 0-9 0,0 0-9 0,-1 3-8 16,1-3-3-16,0 0-13 0,0 0-5 0,0 0-8 15,0 0-4-15,0 0-2 0,0 0-9 0,0 0-2 16,0 0-4-16,0 0-4 0,0 0-5 0,0 0-3 16,0 0 3-16,0 0-5 0,0 0-6 0,-3-9-2 15,3 9-2-15,0 0 2 0,0 0-4 0,0 0-2 0,0 0-2 16,0 0-1-1,0 0-2-15,0 0 1 0,0 0-1 0,0 0 1 16,0 0-2-16,0 0 2 0,0 0-4 0,0 0-1 16,0 0 3-16,0 0-1 0,0 0 0 0,0 0-1 15,0 0-3-15,0 0 2 0,0 0 2 0,0 0 1 16,0 0 3-16,0 0-2 0,0 0 1 0,0 0-2 16,0 0 3-16,0 0 5 0,0 0 6 0,0 0 8 15,0 0-6-15,0 0 10 0,23 1 4 0,-5-7-3 0,10 3-13 0,5-1 17 16,4-1-13-16,16 2-6 0,0-4-3 0,4 0-12 15,0 3 10-15,2-2-1 0,-3 0 7 0,-1 0 0 16,-5 3 7-16,-13 1-12 0,-5 0 4 0,-3 2 6 16,-7-3 12-16,-4 2 2 0,-7 0 8 0,0-1 0 15,-2-1 0-15,-3 1-7 0,-1 2 0 0,0 0-1 16,-5 0 5-16,9-2-16 0,-9 2-22 0,0 0-30 0,0 0-37 0,0 0-45 16,0 0-45-16,0 0-70 0,0 0-83 0,0 0-334 15,-20 5-693-15,16-4 306 0</inkml:trace>
  <inkml:trace contextRef="#ctx0" brushRef="#br0" timeOffset="55236.48">11708 6110 61 0,'0'0'266'16,"0"0"-8"-16,-7-2-4 0,7 2-14 0,0 0-16 16,0 0-18-16,0 0-9 0,0 0-14 0,0 0-14 15,0 0-17-15,0 0-7 0,0 0-10 0,0 0-5 16,0 0-15-16,0 0-2 15,0 0-8-15,0 0-2 0,0 0-6 0,3-9-12 16,-3 9-15-16,8-3-7 0,0-1-1 0,1-4-9 16,6 0-6-16,0-3-4 0,3 1-2 0,1 3-4 15,5-8-20-15,-3-1 0 0,2 1-2 0,0-4-2 16,-1-1-1-16,0-1 4 0,-2-4-7 0,2 0-1 16,0-1-2-16,-5-3 2 0,1 1 1 0,0-4-4 15,-4 1 4-15,0 1 5 0,-3 1 3 0,-2-1-3 0,-2 4 6 16,-2 3 15-16,-1 6-9 0,-3-3 0 0,2 6 5 15,-3-1-1-15,0 5 5 0,-3 1-7 0,2 2 2 0,1-1-2 16,0 3-7-16,0 0-5 0,0 1-7 0,0-1-13 16,0 5-18-16,-3-5-8 0,3 5-4 0,0 0 0 15,0 0-2-15,-15 9 9 0,10 0 0 16,-4 5 2-16,-3 2-1 16,1 6 4-16,0 4 5 0,-2 2 2 0,3 3 0 0,-2-1 5 15,2 0-1-15,1 3 2 0,3-3 2 16,-1-1 2-16,2-4 1 0,0 4 0 0,5-10-4 15,0 0 2-15,0-2 1 0,3 3 0 0,1-2 1 16,0-3 2-16,2-4-1 0,-1 0 4 0,1-1-6 16,1 0 4-16,0-3 1 0,2-2-1 0,0 0 7 0,4-1 0 15,-2-3-3-15,3-1 0 0,-1-1 2 0,6-1-2 0,-1-3 3 16,-1-1-1-16,-2-2 10 0,2 0 2 0,-3-2-4 16,1-3 0-16,-2 2 15 0,-2 0-10 0,0-4 1 15,-1 2-3-15,-2-1 9 0,-1 5 11 0,0-4 12 16,-4 4 10-16,3-1 14 0,-1 1 7 0,0 1 5 15,-2 2 8-15,0-2 4 0,0 3-2 0,-1 0 4 0,-2 0 2 16,2 2-3 0,0 1 0-16,-2 2-11 0,0-7-4 0,1 3-14 15,-1 4-7-15,4-1-7 0,-4 1-9 0,0 0-7 16,0 0-9-16,2-3-13 0,-2 3-9 0,0 0-29 16,0 0-9-16,0 0-12 0,0 9 9 0,2-2 9 0,-4 0 5 0,2 5 0 0,0-2 4 0,-2 2-1 15,2 4 3-15,0 1 6 0,0-1-4 0,-2-1-4 16,0 0 7-16,2 0-2 15,-3 1 5-15,1 2 0 0,0-8-8 0,2 1 16 16,-3-1-3-16,2 1-3 0,-1 0 2 0,2-4-1 16,-1-3-6-16,1 3 10 0,0-3 1 0,0 0 0 15,0 1 1-15,0-5 3 0,-2 5 10 0,2-5 19 16,0 0 24-16,0 0 21 0,0 0 23 0,0 0 24 16,0 0 25-16,0 0 25 0,0 0 9 0,0 0-14 15,0 0-17-15,9-17-20 0,-5 8-11 0,3 0-14 0,2-2-12 0,-3 1-13 16,3 2-9-16,-1-3-9 0,2 2 0 0,-2 1-13 15,0-1-2-15,-2 3-10 0,-2 1-3 0,2-1-5 16,1 3-8-16,-3 0 3 0,-2-1-13 0,2 1-7 16,0-1-7-16,-4 4-20 0,6-1-28 0,-6 1-30 15,0 0 9-15,6 5 0 0,-3 0 12 0,0 0 2 16,-2 0 6-16,3 5-3 16,-2-1-1-16,1 1 3 0,-2 0 0 0,2-1 7 15,-3 2 5-15,2 0 1 0,1 0 6 0,-2-1 1 16,0 1 3-16,1-6 7 0,-1 1-1 0,-1 0 1 15,0-1 9-15,0-3 5 0,1 2 1 0,-1-4 6 16,10 0-4-16,8-4-15 0,10-6-38 0,4 0-69 16,21-9-95-16,-6 0-115 0,4-5-127 0,0-5-440 0,0-1-975 0,-1-2 431 15</inkml:trace>
  <inkml:trace contextRef="#ctx0" brushRef="#br0" timeOffset="57756.39">13285 5264 222 0,'3'-10'254'0,"-1"1"-5"0,1 4-6 0,-2-3-7 16,0 4-7-16,1-1-12 0,-1 0-27 0,0 1-19 15,-1 4-21 1,1-3-25-16,-1 3-31 0,0 0-11 0,0 0-10 15,-10 24-9-15,-2 5-4 0,-8 21-7 0,-17 27-5 16,0 4-4-16,0 6-5 0,3-5 0 0,2-2-5 0,2-2-2 16,11-20-2-16,1 23-1 0,7-26 10 0,8 2-4 15,7-1 1-15,6-3 1 0,7-4 3 16,2-3 3-16,6-2 5 0,5-6-2 0,-5-9 6 16,2-7 2-16,2-1-6 0,1-1-6 0,-3-5 0 0,-1-1 0 0,-7-6 0 15,-3-2 12-15,-3 1 2 0,-1-4 17 0,-3 0 16 16,-2-1 6-16,0 0 10 0,-2 1 6 0,1 0 1 0,-3-2-8 15,1 0 1-15,-4-1-9 0,0 0-7 0,7 3-6 16,-7-3-10-16,3 1-13 0,-3-1-9 0,0 0-19 16,2 3-27-16,-2-3-34 0,0 0-88 0,0 0-66 15,-8-9-60 1,4 5-65-16,-3 0-68 0,-1-4-257 0,3 1-684 16,1-2 304-16</inkml:trace>
  <inkml:trace contextRef="#ctx0" brushRef="#br0" timeOffset="58658.07">13819 5583 39 0,'0'0'214'0,"-5"-2"-11"0,5 2-10 0,0 0-12 16,0 0-9-16,-6-2-12 0,6 2-17 0,0 0-14 0,0 0-12 15,20-5-11-15,-7 2-15 0,2 1-8 0,7 0-6 16,9 0-10-16,-2-1-4 0,2 0-6 0,2 1-9 15,-1-1-7-15,-3 1-15 0,2 0-6 0,-8 0-16 16,-1-1-3-16,-6 0-6 0,-3 3 0 0,-1-1 4 16,-5 1-10-16,1-1 3 0,-4-1-1 0,-4 2-3 15,0 0 2-15,0 0-2 16,0 0 1-16,-28-1 3 0,9 1 1 0,-3 3 0 16,-5-2 3-16,-4 0 0 0,0 2-3 0,1 1 0 15,0-1 1-15,2-1 11 0,2 3 4 0,4-2-3 16,0 1 7-16,4-1 4 0,0-1-1 0,8 2-3 15,-3 0 7-15,3-2-7 0,2 1 1 0,3-1 0 16,-3 0 4-16,2 1-1 0,2-3 3 0,-1 0 4 16,5 0 4-16,-6 2-2 0,6-2 6 0,-4 2-3 0,4-2 5 0,-6 2-1 15,6-2 0-15,0 0-3 0,0 0 1 0,-4 1-4 16,4-1 1-16,0 0-2 0,0 0 0 16,-3 5-4-16,3-5-2 0,0 0-3 0,-1 4 3 0,1-4-3 15,0 0 1-15,0 7 0 0,-1-1-1 0,1 1-1 16,1-2-1-16,0 5 0 0,3 0-2 0,0 1 4 15,1 0-5-15,4 3-5 0,1 2 2 0,2 1 3 0,-1 0-4 16,7 4 0-16,-4-1 1 0,-1-3 1 0,0 1-1 0,-3-2-2 16,3 2-1-16,-3-2 1 0,-2 1-3 15,-3-2-2-15,0-3 3 0,-4 5 4 0,-1-8-5 16,-4 3 0-16,1 2-1 0,-4-5 2 0,-2 0 2 16,-1 0-1-16,0-1 13 0,-2-1-6 0,-3 0 7 15,6-2 7-15,-3 0 17 16,6-4 12-16,-3-1 6 0,1 0 23 0,8 0 9 15,-13-4 14-15,7 3 16 0,2-2-4 0,1 1-2 16,3 2-13-16,-4-7-8 0,4 3-2 0,0 4-24 16,4-7-4-16,-1 3-13 0,5 1-1 0,4 0-9 15,-1-1-5-15,3 3-18 0,2-1-7 0,1-2-38 16,4 4-36-16,-2 0-39 0,4 0-46 0,-2 0-53 16,-1 0-62-16,2-1-92 0,-2 0-231 0,-1-4-630 0,0 2 279 0</inkml:trace>
  <inkml:trace contextRef="#ctx0" brushRef="#br0" timeOffset="59378.84">14476 5525 37 0,'0'0'232'16,"-4"-4"-18"-16,0 2-14 0,4 2-14 0,-6-3-18 16,6 3-22-16,0 0-14 0,-2-2-12 0,2 2-12 15,0 0-13-15,0 0-10 0,0 0-9 0,0 0-9 32,0 0-5-32,-4 10-5 0,6-6-7 0,-2 3-2 0,4 0-6 0,2 0-4 0,-1 1-2 0,3 0-3 15,2 1-2-15,7-2-2 16,1 3-1-16,-3-4-4 0,3 2 0 0,0-4-6 15,0 2 3-15,-1-4-4 0,-4 2 0 0,-2-1 0 16,1-2-5-16,-3 1 15 0,0-2 13 0,-1 0 17 16,-3 0 9-16,-5 0 10 0,10 0 6 0,-4 0 3 15,-6 0-2-15,6 0-8 0,-6 0-8 0,0 0-5 16,7-1-11-16,-7 1-5 0,0 0-14 0,0 0-15 16,8 1-8-16,-8-1-4 0,-1 4 1 0,1-4 5 0,-13 13-6 0,3-1-1 15,-2 1-2-15,-2 3-3 0,-2 6 5 0,-5 0-1 16,0 3 0-16,-2 2-1 0,0 5 2 0,-3-5-1 15,4-1-3-15,-1 0 4 0,5-1-2 0,3 1 2 16,0-5-4-16,5-4 4 0,2-3 0 0,4-5 0 16,-1 2-3-16,1-5 5 0,2-1 6 0,-2-2 7 15,0 2 12-15,4-3 14 16,0-2 7-16,8 2-1 0,-8-2 17 0,19-6-24 16,-5 3-1-16,3-5-7 0,2 2-2 15,-2-2 11-15,4 1-18 0,-2 0-3 0,3-1-3 0,-4 3-3 16,1 2-4-16,-2-3 2 0,0 3-11 0,-4-1 2 15,1 4 3-15,-1 0-6 0,0 0 1 0,-3 0-3 16,0 0 2-16,0 4-1 0,-2-2-3 0,0 1-15 16,-2-1-10-16,2 0-9 0,-3-1-15 0,-1 2-17 0,1-2-18 0,-1 2-19 15,0-2-20-15,2 0-33 0,-6-1-50 0,0 0-93 16,10-5-186-16,-6 0-524 0,1-3 232 0</inkml:trace>
  <inkml:trace contextRef="#ctx0" brushRef="#br0" timeOffset="59945.99">14472 5859 24 0,'-14'0'258'15,"5"2"-8"-15,1-1-1 0,2-1 0 0,0 2-9 0,6-2-5 16,-8 1-10-16,8-1-15 0,0 0-13 0,-6 0-11 15,6 0-23-15,0 0-14 0,21-4-19 16,-4 0-10-16,12 0-21 0,6 0 7 0,1 0-22 16,2-1-4-16,0 1-13 0,15-2-6 0,-15 1-11 0,-1 0-3 0,2-1-8 15,-4 5-3-15,-4-3 4 0,-11-1-7 0,0 3-6 16,-9 1 10-16,0-3 13 0,-3 4 3 0,0-1 5 16,-3 1-2-16,1 0-4 0,-6 0-3 0,8 0 1 15,-3-2-18-15,-5 2-13 0,0 0-16 0,0 0-25 0,0 0-27 16,0 0-39-16,0 0-51 0,0 0-41 15,0 0-58-15,-18 2-76 16,18-2-201-16,0 0-555 0,0 0 245 0</inkml:trace>
  <inkml:trace contextRef="#ctx0" brushRef="#br0" timeOffset="61263.2">15535 5876 72 0,'-5'2'160'0,"0"-1"-10"0,5-1-3 15,-9 2-4-15,9-2-10 0,-4 2 2 0,4-2 0 16,0 0-5-16,0 0-8 0,-7 0-2 0,7 0-7 16,0 0-6-16,0 0-6 0,0 0-3 0,0 0 1 15,0 0-1-15,0 0-5 0,0 0-5 0,0 0-5 16,0 0-9-16,0 0-5 0,0 0-3 0,0 0-6 0,0 0-5 0,0 0-2 15,0 0-6-15,0 0-2 0,0 0-2 0,0 0-5 16,0 0-1-16,0 0-6 0,0 0-1 0,0 0-4 16,0 0-5-16,0 0-1 0,0 0-2 0,0 0-1 15,0 0-6-15,0 0 1 0,0 0 0 0,0 0 0 16,0 0-6-16,15 3 5 0,-15-3-4 0,0 0 4 16,0 0-4-16,0 0 0 15,0 0 4-15,10-3-1 0,-3 2-5 0,5-2 11 16,6 0-7-16,9 1-3 0,1-1-1 0,3-1 3 15,1-1-3-15,4 0-4 0,1 1 2 0,12-4 2 16,-9 5-3-16,-1-1-1 0,13-2 1 0,-14 2-1 0,-2 1 2 16,-3-1-1-16,-12 2-3 0,-1-1 0 15,-1 1 1-15,-9 2-11 0,1-1-10 0,-2 1-6 0,-2 0-15 16,-2-2-15-16,-5 2-36 0,3-2-36 0,-3 2-13 0,0 0-26 16,-20-5-2-16,8 5-31 0,-6-1-167 15,0-1-398-15,2 0 176 0</inkml:trace>
  <inkml:trace contextRef="#ctx0" brushRef="#br0" timeOffset="61495.34">15823 5746 88 0,'-4'-5'276'16,"4"-6"-1"-16,-1 2-8 0,-2 0 6 0,3 0-1 16,0 1-2-16,-1 0 2 0,-2 3 10 15,2 0-18-15,1 1-26 0,0 0-20 0,0 4-19 16,0-5-34-16,0 5-26 0,0 0-22 0,0 0-7 15,0 0-16-15,-3 14-14 16,2 3-11-16,0 0 0 0,-2 9-11 0,2 3 1 16,1 0-3-16,0 2-16 0,0-1-40 0,0 1-35 15,4 2-43-15,-3-1-42 0,0 0-53 0,2 0-76 16,2-6-351-16,-1-7-649 0,1-4 288 0</inkml:trace>
  <inkml:trace contextRef="#ctx0" brushRef="#br0" timeOffset="62951.68">16773 5467 267 0,'-2'-19'264'0,"2"2"-9"16,0 3-2-16,0 4-3 0,2-1-7 0,-2 2-7 16,3 2-3-16,-2 1-13 0,-1 1-24 0,0-1-12 15,0 2-26-15,0 1-20 0,2-1-20 0,-2 4-22 16,0 0-7-16,0 0-11 0,2 11-9 0,-2 1-7 0,1 3-9 15,-1 4-1-15,0 10-6 0,-1 1-5 0,-1 3-5 16,0 3 1-16,-2-2-7 0,1 0-2 0,2-2 1 0,-2 0-3 16,3-3-10-16,0-2 4 0,0-9-2 0,0 1 1 15,3-2-5-15,-3-5-2 0,0-4-1 0,1 1 6 16,0-4-4-16,-2 0 2 0,1 0-1 0,1-1 12 16,-1-1 32-16,2-1 29 15,-2-2 17-15,0 0-16 0,0 0-14 16,0 0-5-16,0-13-5 0,0 5-7 0,-2-1-9 15,1-1-5-15,0-1-13 0,-2 2-3 0,-1-3-7 16,0 5-8-16,0 0-7 0,1-1-13 0,-1 2 0 0,-3 0-11 16,1 1-1-16,-3 1 0 0,3 2-4 0,-6-1 5 15,-1 3 0-15,-1 2 2 0,3-1-1 16,-1 3 3-16,0-2-1 0,0 1-2 0,2 3-21 0,0 0-7 0,2-1-5 16,4 0-3-16,-1 2-4 0,2-2-6 0,3 0 2 15,2-1 11-15,1 4 1 0,6-4 4 0,5-1-2 16,7 3-2-16,7-3 0 0,4-1 1 0,0-4-4 0,5-1 2 15,1-3 2-15,1 0 6 0,-1-3 2 0,0 0 11 16,-2-2-4-16,-4 0 4 0,0-4 2 0,-4 5 2 16,-2-2 4-1,-10 5 4-15,2 0 19 0,-9 0 20 0,0 2 10 16,0 1 7-16,-4 1 24 0,0 0-10 0,-5 1-9 16,3 0-6-16,-3 2-7 0,0 0-6 0,0 0 0 15,-12-5-5-15,1 8-5 0,-5 1-2 0,0 3 3 16,-1 0-2-16,-2 0-2 0,0 3-5 0,2-2 0 15,0 3 2-15,2-1 0 0,0 1-6 0,2-2 3 16,3 0 1-16,1 0-2 0,3-1-6 0,1-1-7 0,3-4 6 0,-3 2-6 16,5 1 0-16,-1-3 4 0,1-3 2 0,5 5 1 15,0-5-1-15,7 0 3 0,-1 0-1 0,3 0 0 16,0-3 6-16,2-4-5 0,1 0-3 0,-1 2 10 16,2-4-5-16,-3 2 1 0,4-3 1 0,-8 3-1 0,5-1 7 0,-7 0 4 15,0 3 4-15,0 1 6 0,-4 0 2 0,-1 1-5 16,1 1-3-16,-1-1-1 0,0 2-3 0,-4 1-5 15,7-3 1-15,-4 2-10 0,-3 1-2 0,0 0-12 16,5-2-6-16,-5 2 3 0,0 0 3 0,6 6 1 16,-4-2 0-16,2 0 2 0,-1 0-4 0,4 1-8 15,0-1-1-15,0 2-6 0,3 0 0 0,3-1 0 16,-2-4 3-16,8 4 6 0,2-2-7 0,5 0 11 16,-5-2-12-1,2 2 3-15,4-6 6 0,-8 2 3 0,0-4-3 16,3 2 0-16,-5-1 5 0,0-1 8 0,0-2 16 0,-5 2 20 15,-1-2 12-15,-2 1 11 0,1-1 15 0,-2 1 22 16,-3 0 7-16,0 2 16 0,3 1 12 16,-7-1 6-16,4 1-9 0,-2-1-5 0,-3 4-16 15,5-3-10-15,-5 3-13 0,1-2-13 0,-1 2-14 0,0 0-21 16,8-1-23-16,-8 1-9 0,0 0-3 0,-4 10 2 0,3-5 0 16,-2 3 2-16,-2 1-1 0,-3 2-9 0,3 3 15 15,-5 2-9-15,2 0 3 0,3-1 6 0,-3-1 0 0,2-3-5 16,2 2 1-16,1-4 16 0,1-3-15 0,1 0-1 15,-3 0 1 1,2-2 0-16,0 0 0 0,2-1 8 0,0-3 17 16,-2 5 18-16,2-5 19 0,0 0-3 0,0 0-7 15,0 0-8-15,15-12-7 0,-6 4-1 0,1 3-3 16,3-7-1-16,0 5-5 0,0-6-3 0,-4 6-2 16,2 0-6-16,-2 1-1 0,-1 0-4 0,2 0-1 15,-5 2 2-15,0 2-8 0,-1 1-5 0,1-3 0 16,0 4-2-16,-5 0-1 0,14 4 1 0,-3-2-29 15,-3 3-12-15,1 1-36 0,2 1-34 0,1-2-45 16,-1 6-44-16,1-2-68 0,1-1-79 0,-4-4-356 0,1 5-764 0,3-5 337 16</inkml:trace>
  <inkml:trace contextRef="#ctx0" brushRef="#br0" timeOffset="63452.34">18345 5308 152 0,'0'-4'250'0,"0"4"-18"0,0-6-23 15,0 6-21-15,-7-5-18 0,7 5-19 0,-17 5-10 16,0 4-13-16,0 1-12 0,-8 9-13 0,-4 6-4 0,-11 9-14 0,3 4-8 16,5 4-5-16,-1-1-2 0,4 0-7 15,-1-2-2-15,11-8 4 0,10 1 0 0,0-4 0 16,5-1 7-16,4 0 5 0,3-9 4 0,3 5 7 15,5-3-1-15,5-1 10 0,7-2-5 0,3-2 7 0,3-2-3 16,5-3-4-16,2 0-10 0,3-5-1 0,-6-1-17 16,0 0 3-1,-2-4-8-15,-4 1-5 0,-8-1 12 0,-6-1 18 16,-1 1 19-16,-1 0 14 0,-5 0 11 0,0 0 7 0,3 0 2 16,-9 0-4-16,8-2-4 0,-8 2-14 0,5-2-21 15,-5 2-40-15,0-4-32 0,0 4-28 16,0 0-41-16,-8-8-37 0,6 6-33 0,-6-3-35 15,3 3-25-15,0-1-24 0,1-1-26 0,-1 3-31 0,-1-3-42 16,-1 1-300-16,6 1-650 0,-1-2 288 0</inkml:trace>
  <inkml:trace contextRef="#ctx0" brushRef="#br0" timeOffset="64070.12">18586 5553 91 0,'0'-8'360'0,"2"4"-8"0,-2-1-19 0,-2 1-25 16,2 4-37-16,2-7-22 0,-2 7-34 0,0-4-21 16,0 4-19-16,0 0-20 0,0 0-34 0,0 0-6 15,0 0-11-15,0 0-10 0,6 15-22 0,-2-6-11 16,-2-1-14-16,5 2-6 0,1 1-17 0,-3-1-9 16,1-2-7-1,2 3-4-15,-3-2-2 0,3-4 1 0,-3 3-3 0,1-4 0 16,1-1 4-16,-2 0 2 0,0-3-7 0,2 1 5 15,-7-1 0-15,13-5 6 0,-6 1 7 0,-2-1 8 16,4 0 3-16,-5-2 8 0,2 0 1 0,-2-4-2 16,2 3 3-16,0-2 2 0,-2 2 3 0,2-1 8 15,-4 2 8-15,-1 2 12 0,3 2-6 0,-2-2-7 16,0 1-8-16,-1 2-7 0,-1 2-10 0,3-6 0 0,0 4-19 16,-3 2-25-16,0 0-10 0,0 0 3 0,0 0-2 15,2 12-2-15,0-2-2 0,-2 7 2 0,0 1 3 0,0 7 1 16,-2 2 3-16,2 4 1 0,-2-2 2 0,-1 3 15 15,-1-3-17-15,0 2 2 0,3-1 0 16,0 1 6-16,-3-5 1 0,3 0-1 0,-3 2 7 16,-1-9-3-16,0-3-4 15,0-1 0-15,1-4 0 0,-2 0 3 0,1-4-3 16,-3 0 8-16,-1-1-2 0,-2-2 2 0,0-1 11 16,-2-3-11-16,-1-3 0 0,-3 3 0 0,2-5 5 15,-3-2 12-15,0-2 14 0,7 2 4 0,-1-1 15 16,3-2-7-16,2-4-2 0,-1-1-14 0,5 0 16 15,3-4-14-15,3 0 1 0,7-4-7 0,4-2-10 16,8 3-1-16,1 0 2 0,1 0-4 0,3 3-8 0,1 4 8 0,4-1-6 16,1 2-10-16,1 2 6 15,0 1 4-15,-1 4-7 0,1 0-10 0,-1-1 13 16,-4 4 1-16,-7 1-3 0,-5 0 7 0,-5-1-5 16,-1 2-1-16,-1 0 5 0,-4 1 6 0,-1-1-1 15,0 1 3-15,-5 1-6 0,8-2 4 0,-4 2-12 16,-4 0-18-16,6 0-12 0,-6 0-24 0,0 0-29 15,0 0-28-15,0 0-29 0,0 0-32 0,-12-7-35 16,12 7-41-16,-7-3-86 0,4 1-182 0,3 2-559 16,0 0 247-16</inkml:trace>
  <inkml:trace contextRef="#ctx0" brushRef="#br0" timeOffset="64539.63">19259 5681 148 0,'-4'1'249'0,"-1"0"-15"16,5-1-15-16,-9 2-16 0,9-2-13 0,-6 1-14 0,6-1-10 0,-7 1-17 31,7-1-7-31,0 0-14 0,-3 1-13 0,3-1-10 16,0 0-13-16,0 0-12 0,0 0-4 0,0 0-8 15,0 0-6-15,0 0-6 0,0 0-4 0,0 0-5 16,0 0 0-16,0 0-11 0,0 0-4 0,-7 2-3 16,7-2-4-16,0 0-1 0,0 0-4 0,0 0-3 15,0 0 5-15,0 0 4 0,0 0 5 0,0 0 5 0,0 0 2 16,0 0 5-16,0 0 0 0,0 0 7 0,0 0 5 16,0 0 1-16,0 0 6 0,0 0 4 0,0 0-9 0,0 0-11 15,0 0-4-15,32-5 2 0,-12 2-8 0,7-1-3 16,4 0 1-16,1-1-12 0,0 2 3 15,2-2-3-15,0 1-4 0,0 1 2 0,-2 2-9 16,-3-4 2-16,-7 3-4 0,-3-1 2 0,-6 2 4 0,0 0-8 0,-2-3 6 16,-4 4 0-16,-1-1-7 0,-2-1 0 0,2 0 5 15,-6 2-8-15,9-1-9 0,-9 1-14 0,0 0-26 16,0 0-25-16,0 0-24 0,0 0-25 0,0 0-28 16,-25-2-38-16,20 2-37 0,5 0-57 0,-12 0-194 15,7-2-512-15,1 1 228 0</inkml:trace>
  <inkml:trace contextRef="#ctx0" brushRef="#br0" timeOffset="65087.47">19802 5369 251 0,'0'0'284'0,"0"0"-28"0,4-6-28 15,-4 6-21-15,9 0-22 0,-3 0-20 0,5 0-14 16,1 3-15-16,5 1-16 0,3 1-12 0,-1 3-9 16,2 0-13-1,-1 0-4-15,-3 2-13 0,2 1-7 0,-5 2-6 16,-1-1-10-16,-4-2 2 0,-3 0-13 0,-1 2-4 16,-2-3-5-16,-4 4-4 0,-2-1-1 0,-6 1-3 15,-1 0-1-15,-3-1 1 0,-1 0-3 0,-1-2 1 16,-3-1 1-16,0 2-1 0,6-5-2 0,2 1 0 15,-2-3-3-15,5 2 1 0,-2-3-4 0,5 1 0 0,-3-1-2 16,4 0 1-16,1-1-1 0,2-2 1 0,-2 8 2 0,4-2-1 16,3-3 3-16,4 4-1 0,2 0-2 0,-2-1 1 15,8 2 5-15,-2 1-7 0,0-1 2 0,2 0-6 16,-2 0 0-16,2 2 1 0,-3-2 0 0,-5 1-1 16,1-1-2-16,-2 0-2 0,-3-1 9 0,0-2-4 15,-1 0-2-15,-3 2 0 0,1-2 6 0,-5-2-1 16,-1 4 2-16,-6-2-3 15,-3-2 4-15,-5 2-16 0,2 1-19 0,-4-4-23 16,-3 1-29-16,0-2-32 0,-5-2-57 0,10-1-24 16,-6 1-231-16,6-5-454 0,7 3 201 0</inkml:trace>
  <inkml:trace contextRef="#ctx0" brushRef="#br0" timeOffset="65518.64">20193 5467 295 0,'5'-3'300'0,"0"2"-29"0,-1-2-24 15,1 1-24-15,2 2-23 0,-1 0-22 0,3 0-16 16,-3 0-16 0,3 4-16-16,2 2-16 0,4 3-7 0,-6-1-14 15,1 3-8-15,-2-3-10 0,-2 7 1 0,-1-3-9 0,-1-1-5 16,1 6-5-16,-7-5-9 0,-2 3-3 15,-1 2-1-15,-2-3 5 0,3-2-12 0,-6 2-2 16,0-1-1-16,1-3-2 0,-4 1 0 0,4-3-2 16,0-2 0-16,3 0 5 0,0-3 2 0,0 1 10 0,3-1 24 15,-1-1 22-15,2 1 31 0,2-3 25 0,-5 4 37 0,5-4 0 16,0 0-13-16,0 0-23 0,8-12-18 0,0 3-11 16,2 2-13-16,3-7-9 0,1 0-7 0,8-4-12 15,-6 3-10-15,0 2-7 0,1-1-5 0,-4 2-8 16,-1 3-5-16,-2 1-5 0,-4 2-7 0,1 0-4 15,-1 4-6-15,-2-1-20 0,-2 1-12 0,2 0-20 16,-4 2-24-16,0 0 11 0,0 0-7 0,9 9 4 0,-6-3 8 0,-2 3 1 16,-1 1-3-16,0 3 5 0,3 3 0 0,3 2 8 15,-2 0 2-15,2-1-22 0,3 2-21 0,4-4-37 16,0 0-42-16,2-2-51 0,0-3-74 0,4-1-106 16,-1-3-279-16,4-6-711 0,-3-3 314 0</inkml:trace>
  <inkml:trace contextRef="#ctx0" brushRef="#br0" timeOffset="65840.28">20467 5054 182 0,'-3'-2'291'0,"3"2"-34"0,-4-2-27 0,4 2-24 16,0 0-1-16,10 8-22 0,3 4-18 0,0 3-17 15,7 9-17-15,-4 5-5 0,13 17-6 0,-2 3 0 0,-3 6-14 32,-1 3-2-32,8 20-5 0,-16-21-7 0,-3 2-1 15,-7-2-8-15,-1-2-7 0,-7-3-5 0,-6-6-4 16,-6 0-11-16,1-14-2 0,-7-3-5 0,-3 0-5 15,-9 5-2-15,2-10-5 0,-1-4-23 0,-11 4-34 16,6-9-50-16,-13 1-64 0,10-9-95 0,5-2-271 0,-4-2-540 16,6-4 239-16</inkml:trace>
  <inkml:trace contextRef="#ctx0" brushRef="#br0" timeOffset="66518.62">20869 5022 275 0,'-1'-4'329'0,"0"1"-30"0,1 3-28 16,0 0-35-16,2-6-23 0,-2 6-23 0,18 4-18 16,0 3-18-16,6 8-17 0,6 2-18 0,0 6-11 15,12 13-11-15,-3 5-9 0,-2 6-10 0,13 25-3 0,-13 1-5 16,-17-17-6-16,-6 29-7 0,-13-25-4 0,-2 24-4 16,-8-25-5-16,-10 24-4 0,-3-29 2 0,-2 0-8 15,-18 22 3-15,10-29-4 0,-5-1-3 0,-7-2-2 16,2-6 7-16,-1-3 14 0,2-5 1 0,-4-3 17 15,13-6 6-15,2-5 0 0,3-2 3 0,1-4-6 16,8 0-10-16,2-4 4 0,7-1-8 0,0-2-6 0,2 1 13 16,2 0 12-16,5-4 1 0,-7 4 8 0,7-4-5 15,0 0-15-15,0 0-47 0,0 0-56 0,21-7-55 16,-4 4-61-16,3-2-88 0,1-1-141 0,-1-1-231 16,-2-2-666-16,-2-4 295 0</inkml:trace>
  <inkml:trace contextRef="#ctx0" brushRef="#br0" timeOffset="68389.92">21927 5386 205 0,'0'0'231'0,"-4"-3"-13"16,4 3-10-16,0 0-9 0,-5-2-22 0,5 2-6 15,0 0-15-15,0 0-16 0,0 0-13 0,0-3-13 16,0 3-13-16,0 0-4 0,0 0-10 0,0 0-9 15,0 0-8-15,-4-3 0 0,4 3-10 0,0 0-6 16,0 0-1-16,0 0-3 0,0 0-5 0,11-2-4 16,-11 2-8-16,16-2-2 0,0 0-4 0,4-1-4 15,9 0-17-15,1-1-23 0,0 4-36 0,-8-1-35 0,7 0-40 0,5-3-38 16,-5 4-56-16,-10-2-145 0,3 3-397 0,-2-1 176 16</inkml:trace>
  <inkml:trace contextRef="#ctx0" brushRef="#br0" timeOffset="68559">21959 5586 88 0,'-6'2'300'0,"1"1"-15"16,1-2-16-16,0 0-14 0,4-1-16 0,0 0-28 16,0 0-23-16,0 0-19 0,19-7-5 15,8 1-40-15,7-3-27 0,7 4-47 0,14-2-58 16,2 0-60-16,0-3-78 15,-1 4-224-15,3 0-401 0,-4 1 179 0</inkml:trace>
  <inkml:trace contextRef="#ctx0" brushRef="#br0" timeOffset="69122.95">23297 5185 64 0,'-4'-1'227'0,"-2"-1"-6"0,6 2-7 0,-8-5-16 16,8 5-13-16,-5 0-20 0,5 0-17 0,0 0-13 16,-5-1-15-16,5 1-12 0,0 0-9 0,0 0-7 15,0 0-13-15,0 0-9 0,0 0-3 0,0 0-3 16,0 0-6-16,15-3-7 0,-2 3-6 0,1-1-3 15,8-1-4-15,6-1-5 0,1 1-3 0,-3-3-1 16,-6 2-5-16,3-1-2 16,-4-2-3-16,1 0 0 0,-3 3 4 0,-1-5-7 15,-4 4 8-15,-3-1 9 0,-1 4-1 0,-1-5 13 16,-1 3-10-16,-2-1-3 0,-4 1-4 0,0 3-9 16,-8-4 2-16,0 4-5 0,-3 0-3 0,-9 3-1 15,-9 1 0-15,-1 5-1 0,-5 1-6 0,-2 6 1 16,-9 6-2-16,-1-2 2 0,14-2-2 0,2 4 1 15,0 1-2-15,4 4 0 0,4 1-1 0,4-1 3 0,5 1-1 0,4 2 1 16,6-1 1-16,4-2-9 0,10 2-6 0,3-3-10 16,6-3-23-16,9-2-31 0,7-4-49 0,15-1-74 15,-13-5-243-15,14-1-475 0,-11-6 209 0</inkml:trace>
  <inkml:trace contextRef="#ctx0" brushRef="#br0" timeOffset="69539.42">23652 5501 149 0,'0'0'234'0,"-1"5"-23"0,1-5-17 16,5 7-9-16,0-1-13 16,4 0-14-16,0 5-8 0,4 1-18 0,1-1-15 15,-1 4-7-15,-2 2-14 0,-1-1-8 0,-2 1-10 16,1 1-6-16,-7-1-11 0,-2-1-2 0,-2 1-5 15,-7-2-4-15,-1 3-8 0,-7 2-2 0,3-6-1 16,-8 3-5-16,6-7-3 0,-5 0 3 0,6 2 8 16,-3-6-1-16,0 4 1 0,7-4-2 0,0-1 0 15,1 0-3-15,4-2 3 0,-1-1-8 0,2 2-2 0,1-3 0 0,1 1 2 16,-1 0 5-16,4-2 4 0,-5 3 6 0,5-3 2 16,-4 2 5-16,4-2 5 0,0 0 0 0,0 0 10 15,0 0 13-15,0 0 6 0,20 3-3 0,-2-3-9 16,14-3 0-16,5 3-14 0,18-5 0 0,3 4-4 15,3-5-8-15,7 2 14 0,21 1-22 0,-24-1-8 16,-5 0-3 0,-3 2-6-16,-18 2 4 0,-2-2 1 0,-5 1-8 15,-5-2 1-15,-5 3-11 0,-11-1 10 0,1 1 10 0,-2-2 6 16,-2 2 22-16,-2-1 1 0,-1 1 5 0,1-1-10 16,-6 1-1-16,7-1-24 0,-7 1-48 0,3-4-71 15,-3 4-68-15,0 0-74 0,-16-1-94 0,10 1-338 16,6 0-716-16,-13-4 317 0</inkml:trace>
  <inkml:trace contextRef="#ctx0" brushRef="#br0" timeOffset="76314.7">2468 8143 226 0,'0'0'215'0,"0"0"-9"0,0 0-7 0,0-4-16 16,0 4-10-16,0 0-12 0,0 0-18 0,0 0-14 0,2-4-7 15,-2 4-15-15,0 0-16 0,0 0-4 0,0 0-13 0,0 0-11 16,0 0-7-16,0 0-10 0,0 0 0 0,-16 9 0 16,5 0-12-16,-3-1-3 0,-4 5 1 0,-5 2-9 15,-3-1-3-15,2 2 0 0,-2 0-2 0,3 2-3 16,2-2-3-16,0 1 0 0,1 0-2 0,4-5-3 15,4 5 2-15,-1-4 5 0,3 3-8 0,-2-3-1 16,2 1 0-16,6-4 1 0,-1 2-2 0,5 0-2 0,0-2 10 0,0 1-8 16,4-1-1-16,2 1 3 0,6 2-1 0,3-4 1 15,2 4 0-15,10-4 2 0,1 6-3 0,1-5-2 16,0 0 1-16,2 1 3 0,0-2-6 0,-4 2 2 16,-1-1 1-16,-7-1 0 0,-2 1-3 0,-2 0-2 15,0-3 1-15,-9 1 0 0,0 0-1 0,-2 3 1 16,-4-4 1-16,-3 3 12 15,-3 0 2-15,-7 1 3 0,-6-1 6 0,-4 5 0 16,-2-3 3-16,-1-3 11 0,-2 0 3 0,0-1 4 16,-1-5-5-16,8 4 2 0,1-5-1 0,-1 2 6 0,0-3 2 15,3 2-1-15,4-1 6 0,2-2 5 0,3 0 3 0,0 2-2 16,4-2 1-16,0 1-2 0,5-1-5 0,-9 0-1 16,9 0-14-16,0 0-12 0,0 0-13 0,0 0-15 15,0 0-14-15,18-10-20 0,-8 5-20 0,8 0-25 16,0-1-30-16,-1 0-31 0,8 0-43 0,4-2-29 15,0 2-56-15,0-2-180 0,3-1-485 0,0 1 214 16</inkml:trace>
  <inkml:trace contextRef="#ctx0" brushRef="#br0" timeOffset="76684.42">2996 8508 39 0,'0'0'260'15,"-3"-7"-10"-15,3 7-14 0,-5-4-17 0,5 4-13 16,-10 0-16-16,10 0-13 0,-11 0-13 0,3 0-19 0,0 0-15 0,-1 2-14 16,-1 1-10-16,-1 1-13 0,-1 1-7 0,1 0-12 15,-1 5-6-15,-1 0-11 0,2-1-4 0,2 0-4 16,0 2-8-16,-1 1-3 0,2 3-1 0,3-4-3 16,1 1-3-16,0 0-6 0,3-4-1 0,1 4 3 15,1-2-4-15,6-2-1 0,-3 3 3 0,2-2 0 16,7-2 0-16,-3-3-1 0,4-2-4 0,1 2 0 15,3-3 5-15,0-1-3 0,1-3 7 0,-6 0 7 16,1 1 11-16,0-3 16 0,-5-3 9 0,5 2 5 0,-5-4 0 0,-4 3 6 31,4-3-9-31,-1-2 0 0,-4 2-13 0,-3-2-1 0,0 0-7 16,2 1-5-16,-6 0-4 0,2 2-13 0,-3-1-10 16,0 5-21-16,-1-5-12 0,0 6-14 15,-1-1-23-15,-2 2-26 0,3 1-20 0,-3 0-22 16,-1 2-25-16,0 4-10 0,4-2-48 0,-3 3-36 0,0 0-273 15,5 1-552-15,-2 3 245 0</inkml:trace>
  <inkml:trace contextRef="#ctx0" brushRef="#br0" timeOffset="76869.1">3355 8627 189 0,'0'0'318'0,"0"0"-24"15,6-3-23-15,-6 3-25 0,0 0-19 0,0 0-24 16,-3 8-19-16,-6-1-19 0,1 3-20 0,-4 2-11 16,-3 3-13-16,-2 4-11 0,-3 1-6 0,0 3-19 15,-1-1-64-15,-3 0-66 0,1 0-103 0,0-1-290 16,0-4-474-16,8-6 210 16</inkml:trace>
  <inkml:trace contextRef="#ctx0" brushRef="#br0" timeOffset="77971.55">4637 8444 123 0,'-4'-8'243'0,"-2"3"-22"0,0 0-26 0,1 1-12 16,0 0-21-16,-5 0-17 0,-4 4-15 0,1 1-15 15,-3 4-9-15,-5 4-12 0,6 1-10 0,-11 4-10 16,1 3-4-16,3 4-11 0,-1-1 0 0,3 2-10 16,1 0-6-16,3 0-2 0,2 2-5 0,1-1-1 0,7-3-2 15,-2-3-8-15,7 0 1 0,-3 0-7 0,8-5-4 16,-3 1 1-16,7-4-2 0,-2 1-1 0,7-5 0 0,0-1 1 16,1-3-3-16,4-1 1 0,1-5-2 15,5-4-3-15,2-2 1 0,-5-5 1 0,2 1 11 16,-7 0 7-16,0-5 3 0,1-3 1 0,-3 3 7 15,-5 3-1-15,5-5 6 0,-6 6 6 0,-3 1 11 0,-1 1 13 16,-1 3 18 0,1 2-7-16,-1-3 3 0,-1 4 3 0,0 2-4 15,-1 1-12-15,0-1-11 0,2 2-14 0,-3-1-21 16,0 5-25-16,1-2-22 0,-1 2 0 0,0 0 5 0,-3 14-1 16,2-4 1-16,-1 10 3 0,0 6 2 0,-1 4 3 15,-1 3-2-15,1 15 1 0,-2-2 1 0,0 2-1 16,2-1 4-16,2-1-2 0,0-1-1 0,-2 1 5 0,2-11 2 15,1 2-4-15,0-4 4 0,-1 1-3 0,2 2 3 16,-2-1 2-16,1-2-1 0,-4-5 3 0,1-1-5 16,-3-8 4-16,2-1-1 0,-1-2-3 0,0-4 4 15,-1 0 4-15,-2-4 4 0,-4 2 4 0,1-3 7 16,-2-3 9-16,-1 1 2 0,-4-3 7 0,-2-2 20 16,-1-4-15-16,1 0 16 0,-6-6-6 0,3-2-2 15,4-1 8-15,4 4 5 16,-3-11 8-16,4 6-1 0,2-11-9 0,2 0-3 15,5-1-10-15,1-3-10 0,5-4-2 0,7-1-22 16,5 0-2-16,1 1-11 0,9-10-1 0,5 3-3 16,3 4 1-16,2 1-2 0,-5 9 1 0,13-5 15 15,-9 10-17-15,0 1-4 0,2 2 5 0,-2 0 0 16,3 2-6-16,-6 2 5 0,-11 6-2 0,1 1 7 16,-7 0-4-16,-1 3 3 0,1 1-10 0,-6 0 4 0,-2-1-1 0,2 3 6 15,-2 0 1-15,0-2-16 0,-4 3 10 0,5-2-9 16,-5 2-7-16,3 0-20 0,-3 0-6 0,0 0-4 15,0 0-18-15,0 0-23 0,0 0-27 0,-12 5-21 16,8-4-27-16,-2 4-29 0,2-2-35 0,2 0-33 16,-2-2-244-16,1 2-547 0,3-3 243 0</inkml:trace>
  <inkml:trace contextRef="#ctx0" brushRef="#br0" timeOffset="78973.03">5006 8664 181 0,'0'0'249'0,"0"0"-15"0,-4 1-17 16,4-1-19-16,0 0-10 0,0 0-13 0,0 0-13 16,0 0-9-16,0 0-13 0,0 0-5 0,0 0-16 15,0 0-12-15,0 0-10 0,17-4-10 0,-7 0-6 0,5-4-11 16,3 3 2-16,-1-7-12 0,2 2-7 0,0-2-7 15,3-1-2-15,-7 0-7 0,2 1 1 0,-6-3-5 0,1 1-2 16,2 0-6-16,-5 0 2 0,-4 3 7 0,1-1-2 16,-3 1 2-16,0 0 0 0,-2 5 2 0,-2-2-4 15,-2 3-2-15,0 1-6 0,-3-1-10 0,-3 2-2 16,-2 3-5-16,-1 0 1 0,-7 4 0 0,1 2-5 0,-8 4 1 16,2 1-2-16,1 4 8 0,5-3-11 0,-3 2 1 31,6 1-1-31,-5 4-3 0,6-3 5 0,4 0 1 0,-3 6-2 15,8-6 0-15,-3-3-4 0,7 0 7 0,1-2-7 16,5 2 2-16,4-2-2 0,4-2 4 0,5-1 8 16,1-4-12-16,9-3-4 0,0-1-4 0,4-1 1 15,0-1 6-15,0-8 0 0,0 1 0 0,0-2 0 16,-3-3 0-16,-1 0 3 0,-1 1 12 0,-4-1 12 16,-4 2 13-16,-5-1 17 0,3 2 33 0,-4-2 6 0,-3-1 11 15,-1 5 20-15,-4-1 5 0,3 2 19 0,-2 1 10 16,-3 2-3-16,3-2-2 0,-4 3-16 0,1 2-16 0,0-1-9 15,-3 3-15-15,4-5-16 0,-4 5-14 0,3-2-9 16,-3 2-26-16,0 0-30 0,0 0-8 0,0 0-5 16,0 0 1-16,3 12-2 0,-3-3 6 15,0 0 0-15,0 5 1 0,-1 2-1 0,-1 0 4 0,1 0 0 0,0 1 10 0,0-2-8 16,1-2-2-16,-3-3 1 0,3 2 2 16,3-7-1-16,-3 3 2 0,0-4 3 0,0 0 2 15,-3 0 3-15,3-4 6 0,4 7 14 0,-4-5 22 0,0-2 23 16,0 0 15-16,0 0-8 0,0 0-8 0,9-7-9 15,-3 1-5-15,-1 2-6 0,0-6-7 0,3 3-4 16,0-2-3 0,-1 1-8-16,0-1-3 0,-1 4-2 0,-1 0-5 15,0 0-2-15,0 3-8 0,-1-1 1 0,0 1-3 16,-4 2-5-16,9-2-17 0,-5 1-23 0,-4 1-14 16,11 1-19-16,-3 1-17 0,2 0-27 0,-1 1-29 15,4 2-17-15,-4-1-20 0,1 1-17 0,2 0-18 16,-2-1-13-16,4 2-13 0,-5-1 5 0,4-1-9 0,-1 1 1 15,-1-2 5-15,0-1 25 0,-1 1 17 0,-3-1 23 0,-1 1 24 16,0-3 39-16,-2 1 45 0,-4-1 40 0,7 1 40 16,-7-1 34-16,0 0 22 0,6 2 16 0,-6-2 6 0,5 3 7 15,-5-3 2-15,0 0 0 0,0 0-2 16,0 0-9-16,0 0 3 0,9-3-26 0,-9 3-4 16,7-7-6-16,-1 5-11 0,0-1-3 0,7-2-1 15,-4-2-3-15,4 2-10 16,6 0-1-16,-3-4 0 0,0 1-6 0,3 4-1 15,0-6 1-15,-1 0-9 0,0 3 5 0,0-4-1 16,1 0-7-16,-3 0-2 0,0 0 3 0,-2 0-1 16,0-2 4-16,-5 1 12 0,-1 3 9 0,2 0 5 15,-6 5 7-15,0-8 3 0,-3 6-2 0,-1-2-15 16,0 3-5-16,-4-5-7 0,-1 6-8 0,-4-3-4 16,0 4-7-16,-5 0 3 0,1 2 0 0,-6 7-8 15,1-1 4-15,-2 2-9 0,-3 6 7 0,5-3 1 0,-4 6-6 0,2 3 6 16,3-2-6-16,2-2-1 0,2 1 2 0,4-1-3 15,0 2 6-15,4-1-9 0,4 0-2 0,1-4-12 16,5 2-8-16,1-1-12 0,7-1-16 0,3-4-19 16,3 1-15-16,7-4-33 0,4-1-57 0,0-4-64 15,-1-2-299-15,-3-3-594 0,-5 2 262 0</inkml:trace>
  <inkml:trace contextRef="#ctx0" brushRef="#br0" timeOffset="79904.28">6165 8420 242 0,'3'-6'270'16,"-2"2"-21"-16,4 1-17 0,0-3-18 0,0 2-17 15,2 2-19-15,4 0-15 0,-2 2-19 0,1-3-11 16,3 3-14-16,-2 5-15 0,1-2-12 0,2 7-8 0,0 0-10 16,3-1-5-16,-4 3 2 0,-2 2-19 15,-1 1 7-15,1-1-2 0,-4 5-5 0,1 0-5 16,-3 1-4-16,-3 3-1 0,-2-5-5 0,2 0-1 15,-4 1-4-15,1-5-1 0,0 1-3 0,-2-3-3 0,1-5 0 0,-2 2 0 16,3-5 7-16,0 2 15 0,1-1 17 0,0-5 30 16,-3 5 42-16,4-3 31 0,-1-2 9 0,0 0-16 15,0 0-16-15,0 0-15 0,4-14-12 0,1 5-13 0,1-1-12 16,5-5-12-16,1 2-14 0,6-8-20 0,1 2-26 16,7-3-7-16,-4 2-14 0,2 1-5 0,2-1-19 15,0 4 9 1,1-1-6-16,-3 5 2 0,0 1-4 0,-4 3 8 15,-1-1 0-15,-2 2 4 0,-6 2-2 0,-2 0 3 16,0 0 0-16,-1 3 5 0,-2-2 10 0,1 2-11 16,-4 0 7-16,0-1 14 0,-3 3-19 0,0 0 4 15,0 0 7-15,0 0-12 0,0 0-2 0,0 0 12 16,-15 12-14-16,2-4 4 0,0 1-4 0,-1 3-1 16,0 1 2-16,-2 3 0 0,-3 2-9 0,-1 2 26 0,7-4-13 0,2-1 0 15,2 2-3-15,1-1-13 0,2-2 17 0,-1-4-8 16,2 2-2-16,4-5 9 0,1 1-10 15,-1-3 12-15,1-1 3 0,1 1 14 0,3-4 22 0,2 1-5 16,-6-2 20-16,18-8-1 0,-5 4 3 0,-2-3 8 16,2-3 2-16,4-2-4 0,-3 0-2 0,2-1-5 15,0-1-12-15,-1 0 3 0,3-4-6 0,-5 4-4 0,-3 1-6 0,-1 4 1 16,1 1 3-16,-6 2-10 0,5-2-6 0,-5 3-6 16,1 3 2-16,0-3-9 0,-2 4-3 0,-1-2-4 15,-2 3-33-15,5-2-9 0,-5 2 3 16,0 0 2-16,8 6 5 0,-5-1-3 0,-1 2 1 0,3 1-3 15,1 1 2-15,1-1 2 0,-1 1 11 0,2 1-4 16,0 0-8 0,1-3-1-16,-2 0 7 0,2 0-1 0,1-2 1 15,2-2 9-15,-3 0-4 0,2-2 6 0,1-2 1 0,-2-2 0 16,-1-3-2-16,3-2 12 0,-2 2 2 0,0-6 8 16,-1-2 7-16,1-3 8 0,-2 0 13 15,-2-2 14-15,2-6 10 0,-4 6 3 0,-2 0 21 16,3 0 0-16,-2-2 0 0,-2 3 8 0,0-4 1 0,2 3 11 15,-2-1 6-15,1 2 11 0,-1 2-1 0,0 2 0 0,-1 4 0 16,1 0-4-16,1 3-12 0,-1 0-12 0,-1 4-14 16,0-2-10-16,1-2-10 0,-1 7-18 0,-1-4-36 15,1 4-32-15,0 0-46 0,0 0 0 0,0 0 15 16,0 0 0-16,-3 19 6 0,1-2 5 0,-2 1 8 16,-1 10 6-16,-4-2 1 0,0 8 7 0,3-1 3 15,-1 0 3-15,2-4 9 16,-1 0-4-16,3-3 0 0,2 1 4 0,-2-10 5 15,2-5-1-15,2 0 12 0,-2-2-6 0,2 0 0 16,-1-3 7-16,0 0 9 0,0-3 16 0,0 0 19 16,2-2 17-16,-2-2 15 0,1 4 6 0,4 0 3 15,1-3-5-15,5-1-8 0,8-1-5 0,1-3-9 16,11 2-5-16,6-5-30 0,14-6-60 0,1 3-79 16,1-6-125-16,-2 1-163 0,0-9-483 0,-2 5-964 0,-16 0 427 0</inkml:trace>
  <inkml:trace contextRef="#ctx0" brushRef="#br0" timeOffset="81121.83">8569 8257 211 0,'1'-4'226'0,"0"1"-14"0,-1 3-16 16,4-5-8-16,-2 2-17 0,-2 3-13 0,2-4-17 0,-2 4-13 15,2-3-11 1,-2 3-14-16,0 0-13 0,4-2-11 0,-4 2-12 15,0 0-4-15,0 0-7 0,-14 7-7 0,7-2-2 16,-5 1-4-16,-7 4-7 0,2 1-3 0,-8 3-3 0,2 1-2 16,-3-1-7-16,2 2 0 0,2 0 4 15,3-5-8-15,2 2-6 0,2-1 1 0,0 0-1 16,2 0-3-16,1 0-6 0,4-4 7 0,1 0 2 16,2 0-2-16,1-2-2 0,3 1 3 0,2 0 0 0,-1-2 3 0,4 1 4 15,5-2 0-15,4 3 3 0,5 0-3 0,2-2 2 16,11 4-1-16,-2-4-2 0,4 0-2 0,1 0-3 15,-2 0 0-15,-1 0 1 0,-2 4-1 0,-8-4-3 16,-1 3-4-16,-3-1-2 0,-4-2-2 0,0-1 3 16,-4 1-4-16,-4 2 3 0,-1-2 2 0,-2 5 3 15,-8-3 6-15,1 4 1 16,-8 2-2-16,-5-3 0 0,-9 0 0 0,1 4 1 16,-5-4 9-16,-1 1-3 0,0-1-1 0,1-4 2 15,2 3 6-15,0-3 2 0,-1 0 1 0,10-1 5 16,0-3 8-16,1-1-3 0,7 1 3 0,2-1 1 15,-1 0 3-15,5 0 0 0,-2-1 4 0,4 2 3 16,4-2-6-16,0 0-7 0,-10-3-4 0,10 3-20 16,0-4-20-16,0 4-14 0,14-5-23 0,-2 0-32 0,1 1-43 0,4-2-47 15,2-1-62-15,2 2-63 0,-5 0-167 0,5 0-492 16,-2 1 218-16</inkml:trace>
  <inkml:trace contextRef="#ctx0" brushRef="#br0" timeOffset="81490.69">9081 8442 152 0,'4'-6'290'0,"-4"1"-16"15,0 1-25-15,-4 1-23 0,3-2-24 16,1 5-15-16,-11-4-19 0,5 4-16 0,6 0-18 16,-18 3-10-16,7 1-15 0,-2 0-13 0,-4 6-10 0,-1 1-9 15,-1 1-6 1,0 7-10-16,-3 0-7 0,7-5-4 0,-3 4-5 15,8-2-3-15,-4 1-6 0,6-3-2 0,0 1-6 16,6-3-1-16,-3 0-3 0,2 1 4 0,3-5-5 0,3 3 1 16,2 0 0-16,4-4 3 0,-3-3 1 0,8 2 0 15,3-3 1-15,2 0-3 0,2-5-1 0,0 1-2 0,7-4 16 16,-8-2 2-16,0 2 3 0,-2-4-2 0,-6 4 8 16,4-5 7-16,-2 3 6 0,0-3-3 0,-5 0 11 15,-2-1 5-15,0 1 0 0,-3-3-13 0,0 1 0 16,0 1-11-16,-4-7 1 0,-3-1-9 0,2 5-9 15,-3-2-4-15,-5 4-7 0,0 1-7 0,0 1-12 16,-1 3-15-16,0 0-15 0,-7 0-15 0,3 2-16 16,-1 2-18-16,1-1-23 0,2 4-22 0,-3 2-22 15,2 0-24-15,2 0-36 16,3-1-46-16,-1 4-272 0,4-4-563 0,2 2 249 16</inkml:trace>
  <inkml:trace contextRef="#ctx0" brushRef="#br0" timeOffset="81853.2">9394 8233 22 0,'0'-5'404'0,"3"0"-3"16,-2 0-16-16,-1 0-21 0,0 0-26 0,1 3-39 15,-1 2-26-15,0 0-28 0,0-5-30 0,0 5-41 16,0 0-32-16,0 0-14 0,0 0-18 0,3 10-8 0,-2-1-20 15,-1 8-7-15,3-2-5 0,-2 10-7 0,-1 1-5 16,0 6 0-16,0-2-9 0,0 3-8 0,-1-1-4 0,2-1-7 16,-1-1 2-16,2-5-7 0,0-3 11 0,-1-3-13 15,-1-2-6-15,0-5 3 0,1-1-7 0,1 0 11 16,-2-1 2-16,2-5-7 0,-2 2-4 16,1-5 4-16,-1 2 7 0,2 1 23 0,-2-5 7 0,0 6 11 15,1-6 13 1,-1 0 3-16,0 0 2 0,0 5-6 0,0-5-4 15,0 0-9-15,0 0-6 0,0 0-7 0,0 0-5 16,0 0-7-16,0 0-16 0,0 0-31 0,0 0-27 0,0 0-33 16,0 0-40-16,0 0-38 0,0 0-43 0,3 5-38 15,-3-5-101-15,0 0-380 0,0 0-764 16,0 0 337-16</inkml:trace>
  <inkml:trace contextRef="#ctx0" brushRef="#br0" timeOffset="82493.23">9647 8460 150 0,'0'-4'389'0,"0"4"-30"0,0-5-33 16,0 5-33-16,1-3-31 0,-1 3-32 0,0 0-23 15,0 0-32-15,0 0-14 0,0 0-14 0,0 0-17 16,-2 12-15-16,2-2-9 0,-3 1-11 0,2 2-11 15,-2 1-9-15,0 3-3 0,3-2-8 0,-2 2-7 16,2-3-9-16,0-3-6 0,2 1-8 0,-1-3-3 0,3-1-8 16,-2 1 0-16,-1-2 1 0,2-3 2 0,0 0-1 0,2-3 8 15,0 0 18-15,-5-1-9 0,15-2 12 0,-6-1-5 16,0-2-1-16,1-4 16 0,-1 1-6 0,4-3-1 16,1-2-5-16,-1 2-5 0,0-1-8 0,-1-3-4 15,-1 5 0-15,-2 0-4 0,-3 2-7 0,2 1-6 16,-3 1-1-16,1 1 0 0,-1 0 1 0,-1 3-13 15,0-2 2-15,0 0-13 0,-2 3-10 0,-2 1-7 0,0 0-6 0,10 4 2 16,-6 0 0-16,1-1 4 0,-1 2 1 0,4 4 3 16,0-2 1-16,3 3 4 0,-2-2 5 0,5 2 4 15,0 1-4-15,4-3-13 0,-1 1 0 0,1-3-1 16,1-1-7-16,-1-1-3 0,-1-2-1 0,2-1 7 16,-2-3-1-1,-1-2 2-15,0-3 4 0,1-1 2 0,-2-3 3 16,-4-1 3-16,1 0 8 0,-3-1 12 0,0-4 16 0,0-2 12 15,-1 0 14-15,-2-5 1 0,2 0 1 0,-3 6 11 16,0-1 5-16,-3-7 18 0,1 0-5 0,1-2 5 16,0 4 8-16,0 5 2 0,-3-1 7 0,3 6 17 15,-4 3-1-15,2 2-1 0,0 0-15 0,-2 4-12 16,1-1-15-16,1 2-10 0,-2 0-27 0,2 1-35 16,-2 3-35-16,0 0-22 0,0 0 1 0,0 0 11 0,-5 11-1 0,2 0 0 15,1 7 9-15,-1 0 4 0,-2 9 6 0,0-1 0 16,-1 6 3-16,5-1 9 0,-5-1 3 0,5 1 0 15,1-5-27-15,1 1-2 0,-1-8-15 0,0-2 1 16,4 0-23-16,-4-4-6 0,0-2-22 0,1-4-16 16,-1 1-18-16,1-3-10 0,-2-1-3 0,2 0 4 15,-1-4-4 1,0 0-56-16,0 0-72 0,0 0-282 0,0 0-606 0,-2-13 268 16</inkml:trace>
  <inkml:trace contextRef="#ctx0" brushRef="#br0" timeOffset="82957.14">10074 8378 168 0,'0'0'251'0,"-5"3"-11"16,5-3-13-16,0 0-13 0,0 0-14 0,0 0-12 0,0 0-17 16,29-3-14-16,-7 3-15 0,10-4-14 0,9 0-13 15,15-3-13-15,0 0-1 0,4 0-21 0,4 5-5 16,-8-4-7-16,-1 2-7 0,-1-1-6 0,-13 4-7 15,-5-2-3 1,-3 0-9-16,-1 0-4 0,-3-1-8 0,-10 1-2 0,-2 2 0 16,-4 0-1-16,-2-2 0 0,-3 1 9 15,0 2 23-15,-2-1 18 0,-6 1 13 0,13-1 16 16,-9-2 8-16,-4 3 14 0,6 0 11 0,-6 0-1 16,0 0-2-16,8 0-8 0,-8 0-11 0,0 0-8 0,0 0-8 15,0 0-10-15,7-2-12 0,-7 2-8 0,0 0-10 16,0 0-7-16,0 0-1 0,0 0-10 0,0 0-1 0,0 0-11 15,5 0-1-15,-5 0-4 16,0 0-6-16,0 0-11 0,0 0 1 0,0 0-4 0,2 6 2 16,-2-2-4-16,0 3 13 0,-2 3-13 0,2 1 0 15,0-1 6-15,-1 12-9 0,1-3 7 0,1 1 4 16,-1 0 0-16,2-2-4 0,-1 2-3 0,-1-3 2 16,0 0 0-16,0-4-19 0,0-2-4 0,3 0-19 0,-2-2-24 0,1-2-11 0,-3-2-2 15,2 0 3-15,-1-1 2 0,0 1 5 0,0-5 23 16,0 0-34-16,0 0-42 0,0 0-33 0,0 0-20 0,-11-15-10 15,7 5-11-15,-4-4-22 0,5 4-29 0,-4-6-31 16,-2 0-184-16,3-10-497 0,-7 3 221 16</inkml:trace>
  <inkml:trace contextRef="#ctx0" brushRef="#br0" timeOffset="83095.72">10783 8211 97 0,'0'-12'284'0,"1"3"0"15,2-3 16-15,-3 4-11 0,0-2-17 0,1 3-11 16,3 1-17-16,-4-1-17 0,1 0-18 0,0 2-27 15,2-1-21-15,-2 1-20 0,3 0-13 0,0 1-30 16,1 0-35-16,3 2-34 0,-2 0-38 0,2 0-33 16,1 1-40-16,0 1-36 0,5 1-54 0,-1 1-44 0,-2-1-223 0,-1 1-475 15,2 2 211-15</inkml:trace>
  <inkml:trace contextRef="#ctx0" brushRef="#br0" timeOffset="83496.1">11425 8228 163 0,'0'0'219'16,"0"0"-13"-16,0 0-15 0,0 0-10 0,-21-2-16 16,14 4-15-16,0-1-15 0,-2 2-8 0,0 2-15 15,-2 3-7-15,-1-3-12 0,-3 7-5 0,2 0-8 0,-3 0-10 16,0 3-8-16,2-2-5 0,0 3-8 0,2-2-3 0,2 0-3 15,5 3-3-15,-4 0-6 0,7-5-1 16,0 2-4-16,1-2 4 0,4 0 10 0,0-1 9 0,5 0 2 16,6 2 6-16,0-5 2 0,7-1-4 0,5-2-2 15,2-3-6-15,-2-2-3 0,2 0 0 0,-6-2 3 16,1-4 18-16,-5 0 6 0,1-1 10 0,-6-3 5 16,2 1 7-16,-2-4 4 0,0 0-1 0,-3-2-5 0,-5 1-5 0,0-3-11 15,-3 0 6-15,0 0-21 0,-2-1-11 0,-5 1-13 16,1 6-4-16,-2-6 2 0,-3 4-5 15,-1 4-11-15,-3-2-8 0,0 0-17 0,-5 3 5 16,5 1-10-16,-2 2-15 0,-3 2-17 0,1-1-9 0,4 3-30 16,1-1-22-16,-1 2-21 0,0 2-22 0,4 0-23 15,2 2-28 1,1 0-36-16,3-1-38 0,0 0-213 0,5 3-523 16,4-1 233-16</inkml:trace>
  <inkml:trace contextRef="#ctx0" brushRef="#br0" timeOffset="83828.5">11680 8250 348 0,'0'0'338'0,"8"-2"-19"16,-8 2-19-16,0 0-26 0,0 0-31 0,5-1-28 16,-5 1-25-16,0 0-21 0,0 0-23 0,0 0-15 15,4 7-14-15,-4-1-11 0,-4 3-11 0,4 2-9 16,-4 2-7-16,0 4-9 0,-1 1-13 0,1 1 2 0,-2-1-5 15,2 0-7 1,-1-3 2-16,5-2-8 0,0-2-2 0,-3-6 0 16,3 3-5-16,-1-4 26 0,1 3 22 0,0-5 30 15,0-2 20-15,0 0 4 0,9 0-3 0,1-4-5 16,-1-1-6-16,7-7-1 0,0 0 2 0,2 2 6 16,-4 0 0-16,3 2 1 0,-3-3-1 0,-5 5-9 15,0 0-12-15,-3 3-13 0,-1-1-14 0,0 0-10 16,-1 0-13-16,1 4-18 0,-5 0-35 0,10 2-24 0,-6 4-9 0,1 1-13 15,3 7-22-15,2 3-58 0,-5 1-59 0,3 0-74 16,-4 2-94-16,-3-1-459 0,3-2-872 0,-6 0 386 16</inkml:trace>
  <inkml:trace contextRef="#ctx0" brushRef="#br0" timeOffset="87065.17">12325 8511 33 0,'0'0'355'0,"4"-3"-18"0,-4 3-19 0,0 0-24 16,0 0-28-16,0 0-25 0,4-1-26 0,-4 1-25 15,0 0-26-15,0 0-26 0,0 0-10 0,0 0-16 16,-4 14-15-16,-2-4-18 0,-7 5-31 0,-3 6-51 15,-5 3-75-15,-6 0-79 0,4 3-307 0,-2-4-500 16,-2 2 221-16</inkml:trace>
  <inkml:trace contextRef="#ctx0" brushRef="#br0" timeOffset="88633.79">8143 9983 167 0,'3'-2'166'0,"1"-1"-7"0,-1 1 7 0,-3 2-8 16,4-6-9-16,-3 3-4 0,-1 3-6 0,3-4-8 16,-3 4-14-16,0 0-12 0,0-5-2 15,0 5-9-15,0 0-11 0,-11 0-9 0,11 0-10 0,-17 10-5 16,-2-2-5-16,-7 5-8 0,-2 4-1 0,-6 3-6 16,-9 6-5-1,1 0-3-15,-5 4-4 0,6-1-1 0,-1 1-5 16,11-8-2-16,3 1-3 0,1 1-1 0,5-2-1 0,1-1-3 15,3 2-2-15,4-2 2 0,5-5-1 0,0 0 0 16,4-5 1-16,5 0 8 0,0 1 7 16,5-3 2-16,4 0-2 0,5-3-3 0,8-1 1 15,12-3-3-15,7-7-4 0,18 0 2 0,0-10-4 0,2 2 1 16,0-3-5-16,-1-5 1 0,-3 0-1 0,-4 1-2 0,-3-2 0 16,-5 0-1-16,-14 5-1 0,-5-2 1 0,-1 2 2 15,-9 5 0-15,-1-1 16 0,-5 2 4 0,-5 0-1 16,-3 0-5-16,-2 0-6 0,-5 3-1 0,-3-4 0 15,-7 4-5-15,-2-1 3 0,-4 3-7 0,-7 2-2 16,-3 2-2 0,3 4 3-16,0-2-9 0,-3 3-3 0,2-1-10 15,8 3-16-15,1-2-7 0,1-1-22 0,2 2-19 0,3 1-25 16,1-2-36-16,7-1-31 0,-3 1-50 0,5-1-147 16,0 0-397-16,4-2 175 0</inkml:trace>
  <inkml:trace contextRef="#ctx0" brushRef="#br0" timeOffset="89018.65">8110 9871 164 0,'1'-7'304'0,"1"3"-27"0,-1-1-24 16,-1 2-27-16,1 0-26 0,-1 3-21 0,0-5-26 16,0 5-10-16,0 0-18 0,0 0-18 0,6 13-11 0,-3-2-7 0,-2 6-9 0,0 13-8 0,-2 5-4 15,-3 16-9-15,-2 5-7 0,0 4-5 0,-6 23-2 32,2-23-8-32,-8 20-3 0,11-24-1 0,-1-1-6 15,0-1-3-15,3 1-2 0,-3-1-1 0,7-4-1 0,0-15 0 16,2-4 1-16,-1 3-1 0,1-5-2 0,2-4 2 0,-2-7 1 15,2-1 2-15,-2-6-1 0,0 2 3 0,-1-8 6 16,3 3 8-16,-3-2 13 0,1-3 19 0,-1 2 10 16,0-1 6-16,0-4-5 0,3 4-7 15,-3-4-10-15,0 0-21 0,0 0-34 0,0 0-33 0,0 0-47 16,0 0-51-16,0 0-73 0,-3-16-89 0,3 10-233 0,-4-2-558 16,4 3 246-16</inkml:trace>
  <inkml:trace contextRef="#ctx0" brushRef="#br0" timeOffset="92511.31">9252 9549 144 0,'0'-5'227'0,"0"-1"-7"0,0 0-13 0,0 2-13 16,0 1-12-16,0 3-14 0,0-7-18 0,0 7-18 15,0-4-19-15,0 4-31 0,0 0-12 0,0 0-8 16,-10 12-14-16,1 2-2 0,-9 11-6 0,-7 15-5 15,-1 8-8-15,-6 0-7 0,-5 27 2 0,0 6-4 0,5 1 4 16,-1 5 15-16,11 2 11 0,-3-4 8 0,5-3-4 0,9-24-4 16,7 1-2-16,4-1-1 0,4-3-4 0,4-4-1 15,4 0-2-15,6-3-1 0,3-3-3 16,-6-14 5-16,5-2-6 0,-2-3 2 0,4-5 0 16,-3 0 0-16,-2-8-1 0,-3 1-3 0,-1-1-4 0,-4-8 1 15,0 5 5-15,-3-6-5 0,3-1 11 0,-4 4 3 0,1-5 17 16,-2 3-4-16,-1-2 2 0,-1-3 8 0,2 3 3 15,-4-3-1-15,4 4-4 0,-4-4-8 0,3 2 8 0,-3-2-10 16,4 3 1-16,-4-3-4 0,0 0-13 0,0 0 2 16,0 0-7-16,0 0-5 0,0 0-16 15,4 0-25-15,-4 0-19 0,0 0-36 0,0 0-33 16,0 0-57-16,-7-9-66 16,4 4-76-16,0-6-223 0,0 3-568 0,3-2 252 15</inkml:trace>
  <inkml:trace contextRef="#ctx0" brushRef="#br0" timeOffset="93282.49">9532 9997 253 0,'0'-9'270'0,"0"2"-16"0,0-1-10 16,0 3-22-16,0 2-18 0,0-3-20 0,3 3-20 16,-3-2-20-16,0 5-16 0,0-3-24 0,0 3-21 15,0 0-11-15,0 0-10 0,0 0-5 0,5 11-3 16,-4-2-6-16,3 3-5 0,1 2-3 0,0 3-5 16,0 3 1-16,-1-3 0 0,6 7-11 0,-2-5-1 15,0-2 0-15,1-2-3 16,1 0 3-16,-1-2-7 0,1 0-2 0,-4-5-2 15,3-2-1-15,0 0-2 0,-4-4 2 0,4 0 0 16,1-5-3-16,2-1-1 0,-3-3-4 0,5-6 6 16,0 1-3-16,-1-5 1 0,-3 3 9 0,3-3 1 15,-7 2 3-15,4-2 2 0,-3 0 6 0,2 1 8 16,-5 4 5-16,-1-1 5 0,3 6 9 0,-3-3 2 16,-1 5-5-16,0-1 0 0,0 1-11 0,0 2-8 0,-1-1-20 0,-1 4-20 15,3-4-22-15,-3 4 5 0,0 0-3 0,0 0 5 16,1 22-2-16,-5-4 0 0,3 8 6 0,-1 5-2 15,-4 4 3-15,0 10 1 0,2 1-9 0,-1 1 3 16,-2 1 0-16,0-2 3 0,4 1 6 0,-3-13-5 16,1 15 6-16,0-15 4 0,1-1-3 0,-1 0 5 15,1-2 2-15,0-2 0 0,0-11 3 0,2 0-3 0,-2-1 5 0,0-5 3 16,-2 0 19-16,2-4-1 0,-5-2 7 0,1-4 3 16,-2-1 5-16,-3-1-4 0,-4-4-1 0,-2-1 4 15,0-6 10-15,0 1 12 0,4-3 5 0,-4-4 5 16,2-4 5-16,3-2-1 0,4-1-7 0,2-3 1 0,3 0-6 15,1-1 11-15,4 1-25 0,5 0-15 16,0-1 7-16,3 4 0 16,4 1-22-16,-2 4 15 0,3 2-12 0,7-1 1 15,2 2-4-15,0 0-1 0,2 4-8 0,1-1-10 16,2 4-20-16,1 1-21 0,-1 1-21 0,-9 6-29 0,5-2-29 0,0 3-38 16,-2-1-39-16,-1 4-55 0,-1-1-35 0,-1 1-231 15,-1-1-562-15,-5 0 249 0</inkml:trace>
  <inkml:trace contextRef="#ctx0" brushRef="#br0" timeOffset="93898.89">10457 10263 33 0,'-22'4'209'0,"2"-3"-9"0,1 2-14 0,2-1-4 0,3-2-9 15,1 2-12-15,3 0-8 0,1-1-13 0,3 0-12 16,0-1-11-16,0 0-12 0,6 0-7 0,-5 2-12 15,5-2-2-15,-7 1-10 0,7-1-4 0,0 0 1 16,0 0-2-16,0 0 4 0,0 0 2 0,0 0 3 16,0 0 0-16,0 0-1 0,0 0-1 0,0 0 0 15,0 0 0-15,0 0-1 0,0 0-4 0,0 0-7 0,0 0 1 0,0 0-10 16,0 0-1-16,0 0-8 0,0 0-6 0,0 0-2 16,0 0-3-16,0 0-5 0,0 0-5 0,0 0 1 15,0 0-2-15,0 0-1 0,0 0-3 0,0 0-5 16,0 0-1-1,0 0 0-15,0 0-4 0,0 0 0 0,0 0 1 16,0 0-6-16,0 0 3 0,0 0-4 0,0 0-4 16,0 0 7-16,0 0 2 0,0 0-7 0,0 0 3 0,0 0-3 15,0 0 2-15,0 0-1 0,16 1 4 0,-16-1-3 16,23-4 12-16,-5 3-16 0,10-2 0 0,3-1 3 16,7 1 3-16,3-2 0 0,11 2-2 0,1-4-7 15,-2 2 4-15,-14 2 1 0,-2-1-1 0,-3 2 1 16,3-1-7-16,-8-1 9 0,-4 1-1 0,-5 2 0 15,-6 0-1-15,-1-2 1 0,-3 3 4 0,-2-2 9 0,1 2 4 0,-4 0 7 16,-3 0-3-16,9 0 4 0,-9 0-6 0,0 0-6 16,0 0-18-16,0 0-7 0,0 0-11 0,0 0-20 15,-24 0-18-15,18 0-25 0,-3 2-30 0,1 1-26 16,2-1-27-16,-3 1-32 0,0 1-30 0,1-3-260 16,3 1-528-16,0-1 234 0</inkml:trace>
  <inkml:trace contextRef="#ctx0" brushRef="#br0" timeOffset="94478.23">11160 9910 180 0,'0'0'232'0,"4"-3"-21"0,-2 0-22 0,-2 3-23 15,9 0-13-15,-9 0-14 0,14 3-15 0,-2 0-12 16,4 4-11-16,1-2-11 16,1 5-8-16,-8-6-7 0,7 8-6 0,-4-1-12 15,-3 2-5-15,3 0-1 0,-6 2-7 0,0 0-3 16,-5 1-2-16,-2 2-5 0,-2-2 0 0,-3 1-3 16,-3 2-2-16,-6-3-1 0,1 0-4 0,-6 1 0 0,6-3 3 0,-2-2 1 15,-1 0-3-15,5-1-1 0,0-3 0 0,2 1-6 16,-2-1 0-16,5-4 1 0,1 3-6 0,0-2-1 15,1 0-4-15,1 1 2 0,3-3-2 0,2 3 2 16,0 1 3-16,6-1-3 0,0 2-1 0,4-1-2 16,2 2 2-16,4-1-4 0,-4-2 2 0,7 4 0 15,-2-3-1-15,-1 5-3 0,0-3 2 0,-2 2-2 16,1-2 0-16,-7-1 0 0,2 4-3 0,-3-6 2 16,-3 4-4-16,-1-1 0 0,-2-1 0 0,-2 0 0 15,-4 0-1-15,-2 1 2 16,-2-1 0-16,-2-1 4 0,-5 2-1 0,-3-2 0 15,-2 0 0-15,-3 1-7 0,4-4 5 0,-5 0-11 16,2 0-16-16,0 1-13 0,3-3-21 0,-2 0-27 16,3 0-33-16,3-3-54 0,2-3-195 0,6 3-399 15,0-4 177-15</inkml:trace>
  <inkml:trace contextRef="#ctx0" brushRef="#br0" timeOffset="94932.66">11572 10115 104 0,'5'-5'285'0,"1"1"-29"0,0-1-26 15,0-1-20-15,0 2-25 16,-1 2-19-16,3-1-16 0,-1 3-16 0,1 0-14 16,1 0-12-16,1 5-11 0,-1-1-5 0,-1 2-9 15,-2 3-3-15,3-1-7 0,-4 3-7 0,-1-1-6 16,0 2-2-16,-3 4-2 0,-2-5-6 0,-3 8-5 15,0-2-5-15,-1 1-1 0,-4-2-5 0,0 1-6 16,-1 0-1-16,-3-2-1 0,3-3 0 0,2-3-3 16,-1 1-1-16,3-2 3 0,1-4 1 0,1 1-4 0,0 1 10 0,0-2 31 15,2-2 17-15,-1 1 27 0,3-3 36 0,0 0 16 16,0 0-16-16,0 0-17 0,0 0-8 0,12-17-15 16,1 2-8-16,1 1-7 0,5-3-10 0,-3-2-13 15,4-1-1-15,3-2-1 0,-4 2-14 0,-5 4-6 0,0 4-3 16,-1-2-7-16,-1 1 3 0,-5 6-3 15,-2 0 5-15,0 2 6 0,-1 0-2 0,-2 1-2 0,2 1-2 0,-1 0-6 16,-1 1-14-16,-2 2-12 0,4-3-28 0,-4 3-15 16,0 0-7-16,0 0-5 0,4 7 7 0,-4-7-1 15,-2 14 9-15,2-3 2 0,0 4 0 0,-2 1 9 16,5 1 2-16,-1 3-2 0,7 2 3 0,1 2 0 16,3-2-22-16,5-2-18 0,0-2-34 0,4 2-41 15,2-7-60-15,2 0-62 16,-1-3-92-16,3-3-234 0,-2-2-629 0,2-3 279 15</inkml:trace>
  <inkml:trace contextRef="#ctx0" brushRef="#br0" timeOffset="95164.47">12452 10418 205 0,'0'0'345'16,"0"0"-22"-16,0 0-21 0,0 0-29 0,0 0-27 15,0 0-26-15,5 0-27 16,-5 0-21-16,0 0-17 0,-1 7-13 0,-3-3-18 16,-1 5-9-16,-4 0-13 0,-2 6-6 0,-8 4-13 15,-3 2-40-15,-5 1-55 0,-13 10-75 0,-5-9-107 16,-2 4-281-16,-4-3-514 0,15-11 228 0</inkml:trace>
  <inkml:trace contextRef="#ctx0" brushRef="#br0" timeOffset="97672.01">13230 9906 33 0,'-4'-3'193'16,"4"3"-14"-16,-5-4-23 0,0 2-5 0,5 2-8 15,-4-4-3-15,4 4-11 0,-5 0-7 0,5 0-6 16,0 0-3-16,0 0-6 0,0 0-6 0,-5-3-4 0,5 3-2 16,0 0-2-16,0 0 0 0,0 0-9 0,-4-2-7 0,4 2-5 15,0 0-7-15,0 0-6 0,12-5-9 0,-6 4-4 16,8 0-3-16,4-4-3 0,13 3-5 0,-4-3-4 16,2 0 0-16,3 1-6 0,1-2-3 0,0 2-3 15,-7-2-1-15,2 2 0 0,-8 2-4 0,-2 1-4 16,-6-1-10-16,-2 2-22 0,-1-2-10 0,-4 1-6 15,-5 1 3-15,0 0 5 16,0 0 2-16,-19 11-3 0,-1-4 5 0,-7 2 0 16,-6-2 4-16,-2 5 2 0,3-2 0 0,-2-1 4 15,0 0 0-15,1 2 0 0,1-4 5 0,4 3-2 16,4-3 2-16,2 0 3 0,4-2 4 0,4-2 5 16,1 0-1-16,6 0 7 0,-2 0 5 0,2-3 8 15,1 2 9-15,2-1 9 0,4-1 10 0,-8 0 9 16,8 0 8-16,-7 0 2 0,7 0 2 0,-5 2-1 0,5-2-4 0,0 0-3 15,0 0-5-15,-4 2-7 0,4-2-7 0,0 0-3 16,0 0-5-16,0 0-8 0,0 0 5 0,0 0-6 16,0 0-5-16,0 0-1 0,8 5 0 0,-1-4-2 15,2 3-1-15,1 1-1 0,4 0 0 0,0 3-3 16,4 1-2-16,0 0 1 0,8 4-1 0,-2 0 1 16,-1 3-1-16,-2 0-4 15,0 1 0-15,-2 1-1 0,-6-2-8 0,4 6-5 16,-10-4-1-16,1-1-2 0,-3 1-2 0,-5 2-2 15,-4-2 4-15,-5 0 0 0,-7 3 4 0,0-1-12 16,0-8 4-16,-5 5-3 0,-3-2 7 0,5-7 3 16,2-2 1-16,-2 1 3 0,5-5 11 0,0 1 18 15,5 0 20-15,-4-3 31 0,6 0 20 0,0-3 4 16,2 1-3-16,3-1-3 0,0-1-20 0,2-3-7 0,3 1-6 0,5-2-11 16,3-5-3-16,3 3-8 0,4 0-15 0,5 0-7 15,5-1-21-15,-1 3-14 0,1-1-32 0,1 3-40 16,2 2-44-16,-9 2-46 0,7 0-55 0,-1-1-76 15,-7 3-228-15,0 0-584 0,0-3 259 0</inkml:trace>
  <inkml:trace contextRef="#ctx0" brushRef="#br0" timeOffset="98101.58">13883 10061 244 0,'9'-4'271'0,"-1"-3"-29"16,-3 4-22-16,0 0-25 0,4 2-20 0,-3 1-21 16,1 0-16-16,-1 2-15 0,1 2-10 0,0 2-5 15,-1-1-18-15,0 4-5 0,-2-1-4 0,-2 4-15 16,-1 0-4-16,-2 2-3 0,-4 3-6 0,-2 2-8 16,1-1-4-16,-7 6-2 0,1-3-3 0,1-6-3 15,0 0-3-15,2-1-3 0,-1-5-1 0,2-1-4 16,4 0-2-16,-1-2-1 0,4-2 2 0,-3 0 39 0,1 0 22 0,-2 0 25 15,5-4 38-15,0 0-12 0,0 0-10 0,0 0-15 16,14-13-16-16,-1 0 7 0,4 1-19 0,3-7-13 16,-1-1-5-16,3 2-7 0,4-3 0 0,-6 3-17 15,3-2 1-15,0 4-18 0,-9 3 14 0,-1 6-6 16,-4-2-9-16,-1 4-2 0,-2-1 0 0,-1 2-20 16,0 2-9-16,-1-1-19 15,0 3-14-15,-4 0-3 0,0 0 3 16,9 3-2-16,-6 3 3 0,-1 3 8 0,-1 2-3 15,4 5 4-15,-1 0 9 0,0 4 5 0,9 3 0 0,-1 1-14 16,8-3-26-16,0-5-29 0,4 1-49 0,3-3-62 16,4-3-76-16,-2-4-239 0,4-5-558 0,1 0 248 15</inkml:trace>
  <inkml:trace contextRef="#ctx0" brushRef="#br0" timeOffset="98456.23">14800 10200 165 0,'-7'2'252'0,"7"-2"-17"0,-9 3-15 0,9-3-17 0,-4 1-14 16,0 0-9-16,4-1-22 0,0 0-14 0,-5 0-15 16,5 0-4-16,0 0-12 0,0 0-5 15,-5 4-9-15,5-4-4 0,0 0 6 0,0 0-16 0,0 0-1 16,0 0-2-16,0 0 4 0,0 0 0 0,-5 1 1 15,5-1 11 1,0 0-24-16,0 0-7 0,0 0-2 0,0 0-5 16,36-5-8-16,-9 0-9 0,5 0-4 0,7 1-1 15,12-5-1-15,3 3-7 0,7 1-1 0,1-1 2 0,-1-1 3 16,0 1-2-16,-3-1 3 0,-6 4-5 16,-16 1 10-16,-1 0-17 0,-5 0 0 0,-8-1-2 15,-5 3-7-15,-6-2 9 0,1 1 4 0,-2 0 2 16,-5 0 16-16,1 1 0 0,-2-1 2 0,-4 1-6 0,6-3-10 0,-6 3-34 15,0 0-36-15,0 0-44 0,0 0-50 0,-19-5-63 16,7 5-65-16,-3-1-325 0,3-1-634 0,1 2 280 16</inkml:trace>
  <inkml:trace contextRef="#ctx0" brushRef="#br0" timeOffset="100730.93">16067 9682 139 0,'0'-6'204'0,"0"-2"-13"0,0 3-1 0,3-2-13 16,-1 2-3-16,-2-2-13 0,0 4-12 0,4-1-14 15,-3 1-15-15,-1 0-13 0,0 3-14 0,3-6-15 16,-3 6-23-16,0 0-15 0,0 0-1 0,0 0-11 16,-3 19-2-16,-2-2-3 15,-4 7-3-15,-4 2-4 0,2 3-3 0,-2 5 0 16,-1 1-4-16,-4 13 1 0,4-1-1 0,3 0-1 16,4-13 3-16,3 2 0 0,4-1 1 0,-2-2 4 15,0 0 7-15,4-1 2 0,2-4 0 0,1-3-1 16,1-6 1-16,3-1 7 0,1-2 3 0,3-4 6 15,1-1 1-15,3-2-3 0,2-4 0 0,8 2-5 16,-7-7-1-16,10-2-2 0,-2-3-5 0,1-2-3 0,-3-4 2 0,0 2 0 16,1-3-15-16,-1-1-2 0,-8 4 5 0,1-3-3 15,-2-2-5-15,-2 1 1 0,-2 1 3 0,1-1-4 16,-3 0 14-16,-1 3 15 0,-5 0 4 0,1 0 5 16,-3-1 2-16,3 3-3 0,-4-1 3 0,2-1 3 15,-4 0 4-15,0 3 0 0,1-3 6 0,-1 3 8 16,0 0-20-16,0 0-5 15,0 0 10-15,0 2-6 0,-1 0 6 0,1 0 4 16,0 1 2-16,0 4-12 0,0-8 1 0,-3 5 4 16,3 3-1-16,0-5-4 0,0 5 2 0,3-4-9 15,-3 4 0-15,0 0-3 0,0-5-1 0,0 5-11 16,0 0-2-16,0 0-8 0,0 0-3 0,0 0-3 0,-3-4-21 16,3 4-8-16,0 0-7 0,0 0-5 15,-3 17 7-15,0-7 4 0,-1 6 1 0,-2 1 4 0,1 1 1 0,-4 7 3 16,0 1 2-16,-2 0-1 0,3-1 3 0,1 0 1 15,1-1 0-15,2-5-1 0,1-1 4 0,1-5 1 16,1-2-2-16,-2-2 7 0,1 1-2 0,0-3 4 16,2-2 9-16,-1 0 20 0,1-2 28 0,0-3 39 15,0 4 7-15,0-4 0 0,0 0-7 0,18-15-15 0,-7 2-5 16,3-1-9-16,-1-2-5 0,6-2 0 0,-1-1-19 0,0-2 1 16,1 1-16-16,-1 1 9 0,-4 3-6 0,-2 3-8 15,-4 2 1-15,2 3-3 0,-7 1-4 0,3 2-5 16,-3 0-4-16,0 0-12 0,1 3-28 0,-2 1-33 15,-2 1-3-15,0 0 7 0,10 7 1 0,-7-1-1 16,2 5 4-16,0 4-1 0,-2 3-18 0,2 1-33 0,4 5-42 16,-3 0-52-1,-3-4-71-15,-2-1-379 0,2-4-705 0,-2-4 313 16</inkml:trace>
  <inkml:trace contextRef="#ctx0" brushRef="#br0" timeOffset="106974">17724 9817 44 0,'-9'0'139'16,"9"0"-8"-16,-10 1-9 0,10-1-8 0,-8 0-13 15,3 0-3-15,5 0-8 0,-7 3-12 0,7-3-4 16,-8 1-10-16,8-1-7 0,-5 3-11 0,5-3 1 16,-4 3-7-16,4-3-4 0,-4 2-3 0,4-2-5 0,0 0 5 15,0 0 7 1,0 0-3-16,-2 2 3 0,2-2 11 0,0 0 8 15,0 0 1-15,15 0-5 0,0 0-5 0,2-2-2 16,7 0-4-16,4 0-3 0,3-2-8 0,4 0-4 16,-3 1 3-16,2-1 0 0,2 1-4 0,-4-1 1 15,1 3-9-15,-4-1 0 0,-9 2-4 0,0-2-1 16,-8 1-6-16,-1-1-7 0,-5 1-9 0,-1 1-6 0,-5 0-3 16,0 0 4-16,0 0-5 0,-16 8 0 0,-2-3-5 0,-10 2 2 15,0-2 3-15,-3 1-2 0,3 0 4 0,-5 0 1 16,2-2 3-16,-1 3 2 0,3-2-2 0,1-2 2 0,-2 1-1 15,12-1 4-15,-5-1-5 0,5 3 5 16,0-5 1-16,6 2 8 0,0-1 6 0,4 1 1 16,1 0 0-16,1 1 2 0,-1-3 0 0,7 0-1 15,-9 0 0-15,9 0-5 16,-6 0 3-16,6 0 1 0,0 0-1 0,-8 0-2 16,8 0 0-16,0 0-2 0,0 0 0 0,-5 2 0 15,5-2-5-15,0 5 0 0,0-5 5 0,3 5 2 16,-2-1 0-16,3 2 3 0,1-2 0 0,0 1 1 0,3 5 4 15,-1 1 8-15,1-1 0 0,3 1-1 16,1 3-1-16,-1 1 0 0,1 1-3 0,-1-1-1 16,2-1-2-16,-4 1-2 0,0-2 0 0,0-3-2 0,-4 1-1 0,0 1-1 15,-6-1 0-15,2-1 1 0,-1 0 1 0,-4 0 0 16,3-1 1-16,-4-1 2 0,-4-1-2 0,1 0 0 16,3 0 1-16,-4 1 1 0,4-6 6 0,0 2 1 15,-1-1 8-15,1 1 10 0,1-3 6 0,4-1 4 16,-7 4 3-16,7-4 0 0,-6 1-1 0,6-1-2 15,0 0-6-15,0 0-11 0,0 0-21 0,0 0-21 0,11-7-28 0,-2 3-30 16,0-2-28-16,4 2-49 0,3-2-53 0,-4-1-198 16,6 0-429-16,0-3 189 0</inkml:trace>
  <inkml:trace contextRef="#ctx0" brushRef="#br0" timeOffset="107365.21">18330 9772 154 0,'-3'-3'272'0,"3"3"-24"0,0 0-33 16,0 0-21-16,0 0-20 0,0 0-24 0,0 0-18 0,11 0-16 0,-11 0-10 15,16 5-12-15,-6-1-7 0,2 1-12 0,-2 1-3 16,3 3-9-16,-4-3-5 0,5 5-6 0,-8-1-6 15,5 4-6-15,-4 1-3 0,-3 0-4 0,-1 2-2 16,-6 1 1-16,-1-1-9 0,-6 1-3 0,0 8 1 16,-7-3-4-16,1 0 0 0,-3-3-3 0,-1-2 0 15,-1 2-3-15,0-3-1 16,7-7 0-16,-1 4-3 0,3-6 1 0,3 1 1 16,-1-3-5-16,4 1 2 0,-1-3-4 0,2 2 4 15,1-2-3-15,2-1 5 0,2-3 14 0,-4 4 12 16,4-4 10-16,9 3 8 0,-3-3-5 0,6 0 0 15,7 0-6-15,1-3-4 0,1-1-5 0,8 1 7 16,-1-1-12-16,3-2 3 0,1 0-26 0,-4 0-30 16,-6 1-30-16,1 0-30 0,-5 1-36 0,1 1-36 0,-6-2-30 0,-1 1-231 15,-3-1-453-15,-4 0 201 0</inkml:trace>
  <inkml:trace contextRef="#ctx0" brushRef="#br0" timeOffset="107708.58">18263 10086 87 0,'-7'0'253'15,"7"0"-12"-15,-10 0-12 0,10 0-7 0,-8 0-10 16,8 0-11-16,-8 0-8 0,8 0-6 0,0 0-5 0,0 0-4 15,0 0-15-15,-7-2-14 0,7 2-11 16,0 0-15-16,14-7-13 0,-3 4-9 0,10-2-11 16,7-4-14-16,5-1 1 0,3 3-12 0,2-4-9 0,17-4-5 15,-5 2-2-15,0-2-5 0,-15 7-2 0,1 0-10 16,-4 2-4-16,-4-2 0 0,-10 5 5 0,-4 0-9 16,-2 1-3-16,-2-1-7 0,-1-1 0 0,-3 3 1 0,-1-1-1 15,1 2-9-15,-6 0-9 0,7-2-11 0,-7 2-11 0,0 0-23 16,3-2-20-16,-3 2-22 0,0 0-29 0,0 0-22 15,-19 6-20-15,12-5-36 0,3 0-32 0,2 4-211 16,2-5-476-16,-5 3 210 0</inkml:trace>
  <inkml:trace contextRef="#ctx0" brushRef="#br0" timeOffset="108009.36">19359 10010 163 0,'0'0'199'0,"0"0"-20"0,-6 1-8 16,6-1-1-16,0 0-11 0,0 0-11 0,0 0-13 15,0 0-12-15,0 0-11 16,0 0-8-16,25-2-7 0,-7 0-9 0,3 0-7 16,7-1-8-16,4 0-10 0,0-2-6 0,4 1 3 0,1-1-15 15,14 0-3-15,-15-2-5 0,-3 2-8 0,-1-1-24 16,-9 3-18-16,-2 0-23 0,-8 1-15 0,-3-1-29 16,-1 1-23-16,-4-2-82 0,-4 0-127 0,-1 0-338 15,-4 0 149-15</inkml:trace>
  <inkml:trace contextRef="#ctx0" brushRef="#br0" timeOffset="108207.35">19562 9813 113 0,'0'0'370'16,"-1"-5"-9"-16,-2 3-20 0,3 2-22 0,0-5-32 0,0 5-33 0,0 0-31 15,0 0-25-15,0 0-32 0,0 0-16 0,0 0-14 16,-3 12-21-16,2 2-12 0,1 3-5 0,0 12-13 15,0 2-3-15,-1 2-25 0,3 2-32 0,0 12-46 16,-2-11-54-16,0 0-56 0,0-1-79 0,0-1-298 16,4-6-550-16,-3-9 244 0</inkml:trace>
  <inkml:trace contextRef="#ctx0" brushRef="#br0" timeOffset="109747.49">20593 9486 228 0,'0'-7'262'0,"0"0"-18"0,-1 6-22 15,1 1-24-15,1-6-21 0,-1 6-31 0,0 0-21 16,0 0-15-16,0 0-9 0,0 0-17 0,0 21-6 16,1-4-9-16,-1 7-6 0,0 4-8 0,-1 2-8 0,0 4-5 0,-2 0-6 15,2-2-2-15,-3 4-2 0,0-3-3 0,0 2-4 16,0-3-4-16,2-3 2 0,-3-1-1 0,5-2-4 16,-3-8-3-16,3 1 4 0,0-4-5 0,-1-4 2 15,1-5-3-15,0 1 9 0,0-2 26 0,0-1 25 16,0 1 26-16,0 0 37 0,0-2 24 0,0-3 25 15,0 0 0-15,0 0-19 16,0 0-21-16,0 0-13 0,-4-14-21 0,3 4-12 16,-3 0-24-16,0 0-21 0,0 0-13 0,1-2-13 15,-4 0-11-15,3 2-11 0,-3 0 4 0,2 1-22 16,-1 4-12-16,1-3-4 0,-6 4-3 0,2-1 4 16,0 3-1-16,-4-1 7 0,2 0-4 0,-1 4-6 15,-1 1 7-15,2-4 0 0,1 4 2 0,-2 2 5 16,6 0-17-16,-3-2-3 0,4 2-7 0,-2-1 0 0,6 2 3 0,0-2-1 15,-2 2 9-15,7 0 5 0,4-2 1 0,3 1 5 16,7-2 2-16,12 3 0 0,3-8-4 16,19-1-2-16,3-2 0 0,0 0-2 0,-1-2 5 0,-2-1 0 15,-1 1 2-15,-14-1-1 0,2 0 4 0,-3-2 3 16,-6 2-2-16,-2-3 4 0,-7 4 7 0,-4 1 9 16,-1 0 11-16,-5 1 12 0,-3 2 6 0,-3 0 9 0,0 0 10 0,-1-1-8 31,0 1-6-31,-3 2-8 0,-1 2-9 0,-5-6-10 15,4 2-3-15,-7 3 2 0,0 1-3 0,-3 1 2 0,-2 3-3 0,-6-1-3 0,2 0 3 16,0 3-6-16,0 3 1 0,-1-1 0 0,2 0-3 0,3 4 0 31,-2-5 6-31,4 3-3 0,5-2-3 0,-1 1-6 16,1 1-4-16,1-1 0 0,4-1-3 0,1-2 4 0,1 1 2 16,0-3 3-16,4 2 2 0,4-1 0 0,0 1 8 0,5-5-6 15,3-1 0-15,1-1-1 0,0-3 5 0,3 1-1 16,-6-6 1-16,2 4-2 0,1-3 6 15,-4-1-2-15,4 1 0 0,-5-4 7 0,-2 4-7 16,-2-1 7-16,0 2 2 0,-2 0 11 0,0 3 4 0,0-2 2 16,-5 1 3-16,2 2-8 0,-1 0-5 0,1 1 0 0,-2-1-7 15,-2 3 0-15,3-4-4 0,-3 4-14 0,5-4-5 16,-5 4-8-16,3-1-27 0,-3 1-1 0,0 0 4 0,0 0 5 16,0 0 4-16,9 6 4 0,-6 0 1 15,3-3-1-15,4 0-4 0,1 1-5 0,0 1-5 16,-1-3-6-16,2 1-1 0,3 0-1 0,2-1 2 15,-2 0 5-15,-2-2 3 16,5-2 2-16,-5 1 6 0,-3 0 3 0,8-3 10 16,-5-2 9-16,1 1 12 0,-4 0 10 0,1 0 16 15,0-2 13-15,-2 1 10 0,-4 0 14 0,4 1 13 16,-2 2-3-16,-2-1 1 0,-2 0 3 0,2 0-6 16,0 2-11-16,-2 1-10 0,-3 1 2 0,0 0-7 15,6-2-7-15,-6 2 0 0,0 0-22 0,4-2-5 16,-4 2-7-16,0 0 1 0,1 10-3 0,1-4 2 0,-4 0-5 0,2 4 4 15,-1-1 7-15,-3 8-9 0,4-5 2 0,-2 1-1 16,0 3-5-16,-2-1 0 0,4-3 1 0,0 2 0 16,0-1 1-16,0-4 6 0,0 0-2 0,0-6 2 15,0 2 0-15,2 2 7 0,-2-7 17 0,2 0 4 0,-2 0 5 0,0 0 3 16,17-8 2-16,-7 2 1 0,-1 1-14 0,1-2 11 31,7-1-3-31,-4-4-12 0,-2 4-1 0,-1 2-5 16,2-1 0-16,-1 2-4 0,-2 0-1 0,-1 1 5 15,-1 0 5-15,0 0-19 0,-2 1-8 0,2 3-3 16,-2-1-1-16,-5 1 4 0,14 1-1 0,-9 2-12 16,5 1-6-16,-3 0-3 0,3 2-11 0,1-1-10 15,-2 3-19-15,5 1-31 0,-1 1-33 0,2 3-38 16,-2-4-48-16,4 0-57 0,-6-4-287 0,6 2-604 0,-2-2 268 0</inkml:trace>
  <inkml:trace contextRef="#ctx0" brushRef="#br0" timeOffset="110381.31">22300 9685 163 0,'0'-7'321'0,"0"2"-13"0,0 0-19 16,0 2-27-16,0 3-28 0,0-6-21 0,0 6-24 15,0-5-23-15,0 5-18 0,1-3-27 0,-1 3-17 16,0 0-15-16,0 0-6 0,0 0-9 0,6 10-10 15,-4-6-14-15,3 1-11 16,-2 1-6-16,2 0-4 0,1-1-5 0,-2 0 1 16,1 0-10-16,3-1-3 0,-3 0-5 0,5 0 1 15,-1-3 3-15,3 0-3 0,-1-1 3 16,-1 0-4-16,1-2-2 0,0-2 4 0,1 1-1 0,-2-2-1 16,1 0 2-16,0-2 5 0,1 0 7 0,-5 0 2 15,-1 1 12-15,3-1 4 0,-4 3 5 0,1 0-1 16,-2-2 1-16,0 5-6 0,0-3-4 0,-3 4-6 0,3-3-5 15,-4 3-18-15,0 0-13 0,0 0-5 0,10 3 0 0,-6 6-4 16,1-1-2-16,-2 4 7 0,2 5-1 16,0 8 11-16,-2 0-11 0,1 2 3 0,2 6 7 15,-5-1-2-15,2 5 2 0,-2 9-2 0,-1-8 3 0,-1 11 2 16,-2-15 0-16,-1 0-3 0,3-3 6 0,-4 2-5 16,0-7 2-1,-3-3-4-15,0-6-2 0,1-2 0 0,-1-1 0 16,-1-5 3-16,0-1-1 0,-1-4 4 0,-3-1 8 15,-6-3 0-15,0-3 4 0,-1-2 1 0,-1-3 5 0,3-2 12 16,0-1 31-16,3 0 27 0,1-1 15 16,1-5-4-16,4-2-5 0,0-3-19 0,5-5-2 15,4 0-12-15,9 0-10 0,4 2 1 0,4-5-19 16,6 6-1-16,0 2-5 0,3 0-5 0,4 3 6 0,-1 5 9 0,3-1-18 16,5 3-7-16,-3 3 9 0,-2 1-17 0,-3 1 5 15,-7 0 5-15,-2 2-6 0,-1 1 0 0,-6 1 2 16,-3 1-5-16,1-1 1 0,-4 3 2 0,-2-1 0 15,3-1-1-15,-3 0-3 0,-5 2-3 0,5-2 10 16,-5 2-5-16,4-2-18 0,-4 2-20 0,5-3-7 16,-5 3-38-16,0 0-15 0,0-5-21 0,0 5-26 0,0 0-25 0,0 0-35 15,-4-6-45-15,4 6-53 0,4-6-228 0,1 4-567 16,0-1 251-16</inkml:trace>
  <inkml:trace contextRef="#ctx0" brushRef="#br0" timeOffset="110749.43">23090 9799 250 0,'-12'0'270'0,"12"0"-18"0,-6-1-20 16,6 1-19-16,0 0-20 0,0 0-21 0,-9 0-9 0,9 0-16 15,0 0-13-15,0 0-15 0,-4 2-8 0,4-2-11 16,0 0-13-16,0 0-8 0,0 0-10 0,0 0-5 0,0 0-1 16,0 0 1-16,0 0-3 0,0 0 1 15,0 0-8-15,0 0-3 0,0 0-3 0,17-4 2 16,-6 3-9 0,2-2-3-16,7 2-2 0,1-1 2 0,11-1 1 0,1 0-1 15,3 2-5-15,-2-3 1 0,1 0-2 0,-2 4-6 16,-3-2-1-16,-9 1-3 0,-3-1-2 0,-1 2 0 15,-7 0-6-15,-1-2 6 0,-1 0 0 0,-2-1-5 16,0 2-6-16,-3 0-31 0,0-2-30 0,-3 3-28 0,0 0-21 16,-9-9-18-16,2 6-18 0,1 1-29 15,-2-1-23-15,-1 0-35 0,-4 1-199 0,6-2-459 16,-1 1 203-16</inkml:trace>
  <inkml:trace contextRef="#ctx0" brushRef="#br0" timeOffset="111165.26">23629 9547 78 0,'4'-3'278'0,"-2"-1"-26"0,2 1-23 15,3 1-19-15,-2-1-24 0,3 3-23 0,4 0-15 16,0 3-14-16,-1 0-16 0,1 1-11 0,-2 1-13 15,1 3-8-15,-2 1-12 16,-1 0-10-16,-1 1-5 0,-1 0-6 16,-2 1-5-16,-3 4-9 0,-4-3-3 0,-4 0-4 0,2 1-4 15,-6-1-2-15,1 3-1 0,-2-4 1 0,-1 2-3 16,4-5-1-16,-1 1-3 0,1-1-4 0,1-1 1 16,-1-2-4-16,5-1 2 0,-1 2-3 0,1-3-1 15,0 1 1-15,3 2-4 0,1-1 2 0,1-1-2 0,3 2 8 16,1-2-3-16,3 1-1 0,2 2-2 0,-1-4-1 15,4 4 2-15,1 2-6 0,-2-3 4 0,4 3-2 16,-3-1-7-16,-2-1 4 0,0 1 0 0,-4-2-1 16,-2-1 0-16,4 3 0 0,-4-1 4 0,-1 1-2 0,-4-4 3 15,0 5-3-15,-2-4 0 0,-4 0-1 0,-2 4 1 16,1-4-8-16,-6-2-9 0,2 2-19 16,-2 0-21-16,2-3-24 15,-2 0-38-15,1-2-38 0,0-2-51 0,0 0-170 16,7-1-406-16,-4 0 180 0</inkml:trace>
  <inkml:trace contextRef="#ctx0" brushRef="#br0" timeOffset="111528.56">23947 9668 174 0,'7'-3'316'0,"-2"-3"-4"0,0 3-14 0,3 0-16 15,-2-1-22-15,-2-1-23 0,2 2-24 0,-2 3-9 16,-4 0-41-16,10-2-20 0,-5 2-16 0,-5 0-16 15,11 5-5-15,-7 0-14 0,3 0-13 0,-4 1-9 16,3 2-11-16,-5 2-6 0,1 2-5 0,-4-1-8 0,1 2-4 16,-3 4-1-1,-6-4-4-15,2 3-1 0,-1-4 6 0,2 5-14 16,-2-7 2-16,2-1-4 0,2-2-3 0,0-1-2 16,1-1 6-16,2 1-4 0,-2-5 5 0,3 3 30 15,1-4 40-15,-3 3 20 0,3-3-10 0,0 0-12 16,0 0-13-16,22-12-7 0,-12 7-7 0,5-1-3 15,0-1-9-15,2-2-6 0,0 0-7 0,-2 3 5 16,3-3-20-16,-8 4 4 0,2 0 0 0,-2 0-5 0,-2 3-6 0,-1-1 8 16,-1 3-16-16,1-3-5 0,-2 3 2 0,-5 0-13 15,12 0-6-15,-7 3-2 0,4 0-1 0,-4 2-10 16,0-1-12-16,0-1-23 0,0 7-22 0,2-3-28 16,0 2-42-16,2-1-46 0,-5-1-49 0,3 0-54 15,-3-2-277-15,-1 0-628 0,2-3 278 0</inkml:trace>
  <inkml:trace contextRef="#ctx0" brushRef="#br0" timeOffset="111765.95">24402 9535 106 0,'3'-5'299'15,"-1"0"-34"-15,0 1-31 0,-1 1-23 0,-1 3-25 16,0 0-20-16,10 5-18 0,-7 2-12 0,0 3-13 15,1 7-10-15,-1 8-1 0,1 3-5 0,-2 1-6 0,-2 3-5 16,-4 4-5-16,-1 0-9 0,-10 10-6 0,-3 0-3 16,-2 4-6-16,-7-6-5 0,0-2-3 0,-5-3-6 15,5-13-2-15,-14 9-3 0,-1-7-7 0,8-9-33 16,-12 2-38-16,-4-1-45 0,10-8-57 0,-12-5-91 0,-3-1-220 16,-8-5-479-16,1-8 212 0</inkml:trace>
  <inkml:trace contextRef="#ctx0" brushRef="#br0" timeOffset="112151.56">22273 9310 15 0,'-17'26'213'0,"-2"3"-16"0,-6 17 3 0,-1 1-4 16,4 5-17-16,-3 2 4 0,1 1-4 0,-8 23-14 16,17-27-16-16,4 7-12 0,3-5-10 0,10 0-12 15,2 2-10-15,7-5-3 0,6-3-11 0,10-1-7 0,2-6-6 16,13-5-4-16,3-4-5 0,7-4-18 0,7-5-21 16,5-6-44-1,26 0-74-15,3-13-83 0,-34-2-240 0,3-3-446 16,-2-4 197-16</inkml:trace>
  <inkml:trace contextRef="#ctx0" brushRef="#br0" timeOffset="112636.97">24588 9150 104 0,'5'-1'245'0,"-5"1"-17"0,11 0-20 0,-3 3-8 16,3 2-16-16,3 7-13 0,6 5-9 0,1 7-13 0,-2 5-1 0,8 17-6 31,0 5 2-31,-5 5-14 0,5 26-3 0,-7 0-5 16,-10-21-7-16,-1 21-8 0,-7-21-6 0,-9 23-13 0,-2-2-7 0,-3-23-5 0,-5-4-4 0,-6-1-6 15,-4-4-12-15,-4 0-3 0,-6-4 0 0,-5-3-18 32,-5-3-49-32,-7-2-59 0,-19 11-74 0,18-20-98 15,-33 8-232-15,24-20-519 0,-26 0 230 0</inkml:trace>
  <inkml:trace contextRef="#ctx0" brushRef="#br0" timeOffset="113687.13">17468 9184 98 0,'-13'9'156'15,"2"6"-16"-15,-9 12-11 0,-4 16-9 0,-7 8-6 16,-5 29 7-16,-3 0 1 0,7 1 0 0,5 3 6 16,5 1-2-16,2 4-7 0,8 5 3 0,12-5-8 0,9 1-10 15,6-5-7-15,15-3-7 0,12-7-7 0,13-6-1 0,11-7-15 16,8-3 0-16,7-4-19 0,9-4-63 0,4-8-99 15,-1-3-260-15,-1-15-404 0,-27-11 179 0</inkml:trace>
  <inkml:trace contextRef="#ctx0" brushRef="#br0" timeOffset="116793.86">25243 8978 28 0,'0'0'126'0,"9"7"-9"16,-5 1-4-16,1 4-2 0,4 9-7 0,4 9 6 15,-2 3 3 1,8 21 2-16,2 2 4 0,8 27-7 0,-6-2 1 15,-5-1-6-15,4-1-8 0,-11-20-7 0,2 25-5 0,-4-26-2 16,0 25 1-16,-8-25-2 0,-3 23-1 0,-6-25-9 16,3-1-5-16,-9-1-11 0,-2 0-5 15,-5-6-4-15,-2 0-3 0,-3-8 2 0,-4 0-7 16,5-11 1-16,0-3-5 0,-2-1-6 0,-3-1 0 0,2-1-1 16,-4-6-10-16,4 0-18 0,0 0-22 0,1-4-20 0,7-4-18 15,2-4-32-15,-1-1-37 0,5-2-34 0,0-2-196 16,5-2-386-16,1-1 170 0</inkml:trace>
  <inkml:trace contextRef="#ctx0" brushRef="#br0" timeOffset="117298.34">26608 9565 54 0,'0'0'195'0,"-3"-1"-10"0,3 1 0 0,-6-4-5 15,6 4-7-15,-3-3-7 0,3 3 3 0,0 0-12 16,0 0-3-16,0 0-8 0,-5-2 7 0,5 2-21 16,0 0-5-16,0 0-1 0,0 0-10 0,0 0-7 15,0 0-8-15,0 0-1 0,-2-3-11 0,2 3-10 16,0 0-10-16,10-5-5 0,-4 5-10 0,8-4-7 16,-3 1-15-16,10 0-14 0,7 1-24 0,2-3-23 0,2 1-22 0,0 0-31 15,0 3-28-15,-2-2-40 0,3 2-28 0,-2-2-251 16,-9-1-465-16,-3 2 205 0</inkml:trace>
  <inkml:trace contextRef="#ctx0" brushRef="#br0" timeOffset="117480.85">26651 9704 119 0,'-4'2'223'16,"0"-1"3"-16,4-1-1 0,-3 3-16 0,3-3-20 15,0 0-17-15,22-1-18 0,4-1-16 0,8-1-13 16,5 0-13 0,20-1-21-16,-1 1-29 0,4-1-40 0,-4-1-51 0,2 2-50 15,0-2-63-15,-7-1-162 0,-2 2-327 0,-15-2 145 16</inkml:trace>
  <inkml:trace contextRef="#ctx0" brushRef="#br0" timeOffset="118010.99">28228 9165 56 0,'-10'0'144'0,"1"0"-9"15,-3-1-5-15,3 1-18 0,-2 1-5 0,-2 1-7 16,-1 0-10-16,1 3-10 0,2 1-2 0,-5 2-4 15,2 1-15-15,-1 2-5 0,2 1-7 0,-2 0 8 16,0 8-2-16,1-4-2 0,-2 4 1 0,2 4-6 16,1 0 7-16,3 1-2 0,1 1 1 0,0-2-9 15,4 2-3-15,-1 2 8 0,6-4 2 0,2-4 7 0,-2 3 8 0,8-4 0 32,2 4 6-32,4-2 5 0,3 1 5 0,5-3-3 0,2-1 10 0,5-2 10 15,4-3-2-15,5-2 1 0,1-4-2 0,15 1-6 16,2-7-7-16,2-1 0 0,-1-5 0 0,-2-6-6 0,-1 0 2 15,-4-4-12-15,-15 1-1 0,0-4-6 0,-4-2-8 16,-3-8-16-16,-5-1-6 16,-7-3-18-16,0-13 5 0,-13 11-23 0,-6-15-16 15,-10 3-10-15,-14-4-22 0,-14 7-25 0,-4 3-27 16,-33-9-32-16,-4 10-33 0,21 16-36 0,-32-5-263 16,-8 12-510-16,-3 5 226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6:09:42.83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3668 2334 40 0,'0'-5'123'0,"0"5"-8"0,3-4-8 0,-3 4 1 15,1-6 7-15,-1 6-4 0,1-2-67 0,-1 2 50 0,4-3 20 16,-4 3 4-16,3-4 12 0,-3 4 2 0,1-5 0 0,-1 5 9 16,0-3-5-16,0 3 4 0,0 0-2 0,0-6-1 15,0 1-6-15,0 5 4 0,0-3-8 16,0 3-4-16,0 0-9 0,0 0-12 0,0 0-5 15,0-5-10-15,0 5-5 0,0 0-15 0,0 0-11 16,0 0-19-16,0 0-31 0,0 0-9 0,0 0-1 0,-5 12 0 0,0-2 2 16,-3 9 0-16,-5 3 0 0,3 1-1 0,-4 4 0 15,-1 1 4-15,-2 3-2 0,4 0-2 0,-2-2 3 16,1 2-2-16,2-3 1 0,0 0 1 0,1-3 3 16,1-1 0-16,0-10 0 0,4 2 5 0,-1-5-11 15,2 0 4-15,0-1 2 0,4-3 0 0,-3-2-1 16,0 1 5-1,4 0 10-15,-1-5 37 0,-2 1 42 0,3-2 40 16,0 0 31-16,0 0-9 0,0 0-16 0,0 0-12 16,0-19-15-16,4 3-12 0,9-9-14 0,-3-4-9 15,9-14-18-15,-6 11-2 0,7-14-17 0,-3 0-13 16,2 0 1-16,-3 14-5 0,0 2-6 0,-3 0 0 16,1 4-1-16,-3 1-4 0,0 1 7 0,-4 7-3 15,0 5 10-15,-5 4 7 0,2 1 1 0,3-1-6 0,-5 3-3 0,-2 1-6 16,4 0-15-16,-3 0-11 0,-1 4-35 0,3-1-3 15,-3 1 7-15,5 12 0 0,-1 0 5 0,1 5 1 16,4 11 4-16,-3 0 18 0,2 1-9 0,-3 2-1 16,3-3 9-16,-1 4-4 0,0-3-2 0,-1 0 7 15,-1-3-3 1,0-1 1-16,-2-6 8 0,3-2-6 0,-2-2 1 16,-1-3 3-16,-1 0 5 0,1-4-3 0,-3 1 13 15,2-3-11-15,0-1 3 0,-1-1-5 0,0 0 6 16,-1 0 4-16,4-2-3 0,-4-2 6 0,0 4 3 15,0-4-8-15,1 5-1 0,-1-5 2 0,0 0 3 16,0 0-2-16,0 3-5 0,0-3-12 0,0 0-25 16,0 0-23-16,0 0-27 0,0 0-35 0,0 0-73 15,0 0-84-15,0 0-92 0,0 0-268 0,-14-10-687 0,10 7 304 0</inkml:trace>
  <inkml:trace contextRef="#ctx0" brushRef="#br0" timeOffset="351.88">3416 2648 72 0,'-6'0'210'0,"-2"3"-3"16,2-3-12-16,2 2-17 0,4-2-12 0,-9 0-12 15,4 1-13-15,5-1-11 0,0 0-11 0,0 0-5 16,-6 2-8-16,6-2-9 15,0 0-1-15,0 0-12 0,0 0-6 0,0 0-9 16,23-2-3-16,-8 1-8 0,4-1-3 0,9-3-11 16,3 0-2-16,-2 2-1 0,-2 1-8 15,-6 0-2-15,-3-1-4 0,-6 3-1 0,2-2-5 16,-2 2 1-16,-6-2-10 0,3 1 6 0,-1 0 5 16,-3 1 4-16,-5 0 5 0,8-3 1 0,-8 3 3 15,6 0-4-15,-6 0-2 0,0 0 0 0,8 0-8 0,-8 0-1 0,0 0-2 16,0 0-2-1,0 0 4-15,0 0-17 0,0 0-15 0,0 0-22 16,0 0-30-16,0 0-29 0,0 0-34 0,9-1-43 16,-9 1-59-16,0 0-162 0,1-4-422 0,-1 4 187 15</inkml:trace>
  <inkml:trace contextRef="#ctx0" brushRef="#br0" timeOffset="563.41">3942 2602 132 0,'0'0'357'0,"-3"5"-23"0,3-5-32 0,0 0-25 0,0 0-33 16,0 0-13-16,0 0-31 0,0 0-18 0,0 0-25 16,0 0-42-16,4 1-46 0,-4-1-43 15,0 0-48-15,2 2-56 0,-2-2-49 0,0 0-63 16,0 0-179-16,0 0-398 0,0 0 176 0</inkml:trace>
  <inkml:trace contextRef="#ctx0" brushRef="#br0" timeOffset="1117.83">4262 2343 30 0,'4'-5'346'15,"-8"1"-9"-15,4-1-12 0,-1 0-9 0,1 1-16 16,0 4-14-16,1-6-17 0,-1 6-31 0,-1-5-21 16,1 5-21-16,0 0-20 0,1-4-18 0,-1 4-24 15,0 0-22-15,0 0-17 0,0 0-21 0,0 0-5 0,0 0-7 0,-1 20-1 16,1-9-11-16,0 6-4 0,-2 2 1 0,2 0-7 15,-3 9-13-15,2-5 5 0,-2 5 5 0,1-2-8 16,-1-5-2-16,2 3-6 0,-1-8-6 16,1 3 0-16,-1-7 1 0,0 2 0 0,1-3 0 15,1-2-3-15,-1-1-4 0,1-1 5 0,-3-1-3 16,2-1-3-16,1-2 9 16,-1 1 8-16,1-4 24 0,-1 5 32 0,1-5 26 15,0 0 29-15,0 0-11 0,0 0-14 0,0 0-10 16,-4-18-10-16,2 6-11 0,-2-5-6 0,-1-8-10 15,3-3-8-15,0-2-12 0,-1 1 3 0,3-3-7 16,0 1-6-16,0 2-4 0,-2 4-4 0,2 0-3 16,0 0 1-16,2 8 13 0,-2 5 4 0,1 2 2 15,-2-2 4-15,1 3-2 0,1 4-1 0,-1-5-2 0,1 5-5 16,2 0-2-16,-1-2-8 0,2 1-7 0,3 0-1 0,3 0-7 16,1 1-4-16,7 1 2 0,1 4 0 0,3-2-4 15,9 2-6-15,-2 0-21 0,-1 4-29 0,2 2-17 16,-1 1-22-16,-10-1-8 0,3 0-34 15,-3 3-28-15,-1-4-18 0,-3 5-26 0,1-2-28 16,-5 0-25-16,-3-2-18 16,-4 3-43-16,-3-3-49 0,-1 1-254 0,-1 2-672 15,-3-3 297-15</inkml:trace>
  <inkml:trace contextRef="#ctx0" brushRef="#br0" timeOffset="1503.54">4201 2723 186 0,'-2'1'287'0,"-2"0"-2"15,4-1-21-15,-7 2-8 0,7-2-13 0,-4 3-7 16,4-3-14-16,0 0-5 0,-5 1-22 0,5-1-12 16,0 0-23-16,0 0-15 0,0 0-10 0,0 0-14 15,0 0-10-15,22-6-18 0,-7 2-11 0,6 3-2 16,8-4-11 0,-2 1-6-16,1 2-5 0,-1-2-8 0,-4 2-4 15,-1 0-8-15,-6-1 0 0,-2 1 5 0,-1 0-19 16,-4 0 6-16,-1 2-1 0,-1-3-3 0,-1 3-9 0,-6 0 1 15,9-2-3-15,-9 2-6 0,7 0-12 0,-7 0-8 16,4-1-7-16,-4 1-6 0,0 0-22 16,0 0-8-16,0 0-20 0,0 0-24 0,0 0-31 15,0 0-26-15,-26 3-27 0,20-3-53 0,-5-2-52 0,2 4-173 0,-2-4-498 16,0 0 221-16</inkml:trace>
  <inkml:trace contextRef="#ctx0" brushRef="#br0" timeOffset="1735.37">4293 2546 24 0,'0'0'365'15,"-8"0"-9"-15,8 0-17 0,0 0-12 0,0 0-20 16,0 0-26-16,0 0-26 0,0 0-29 0,0 0-20 15,0 0-22-15,0 0-20 0,22-7-24 0,-9 5-42 0,6-1-50 16,3 0-51-16,-6 2-49 0,5-2-61 0,-1 3-65 16,1 0-82-16,-2-2-193 0,1-3-490 0,-3 2 217 15</inkml:trace>
  <inkml:trace contextRef="#ctx0" brushRef="#br0" timeOffset="1935.83">4779 2569 262 0,'0'0'428'0,"0"4"-3"0,0-4-28 16,0 0-25-16,0 0-33 0,0 0-27 0,0 0-32 16,1 3-27-16,-1-3-30 0,0 0-20 0,0 0-36 0,0 0-67 0,0 0-65 15,0 0-67-15,0 0-71 0,0 0-73 0,0 0-98 16,0 0-262-16,0 0-580 0,0 0 257 15</inkml:trace>
  <inkml:trace contextRef="#ctx0" brushRef="#br0" timeOffset="2490.23">3316 3067 220 0,'0'0'251'0,"0"0"-7"0,0 0-2 0,0 0-14 15,-11 2-8-15,11-2-16 0,0 0-15 0,0 0-12 0,0 0-12 0,0 0-11 16,0 0-10-16,0 0-6 0,0 0-8 0,-10 1-13 16,10-1-4-16,0 0-5 0,0 0-10 0,0 0-12 15,0 0-12-15,0 0-8 0,0 0 0 0,0 0-11 16,0 0 1-16,0 0-7 0,0 0-7 16,0 0-3-16,0 0-4 0,0 0-5 0,0 0-3 15,0 0-1-15,0 0 3 16,0 0-12-16,0 0 1 0,0 0-1 0,0 0-3 15,0 0-3-15,0 0 3 0,0 0-1 0,0 0-4 16,47-7 1-16,-13 2 1 0,18-3-2 0,14-2-3 16,30-4 5-16,0 4 0 0,-2-4 2 0,-3 1-5 15,0 4 2-15,-32 4 2 0,6-3 0 0,3 1-3 16,-6 1-6-16,-3 1 14 0,1 0 3 0,-2-1 0 16,-8 2 6-16,-15-1-2 0,-3 2 1 0,-11-1 10 0,-2 3 8 15,-9-1 9-15,4 0 12 0,-6 2 9 0,-3 0 4 16,1-3 6-16,1 3-2 0,-2 0 2 0,-5 0-1 15,9-4-7-15,-9 4-12 0,0 0-14 0,0 0-19 16,7 4-38-16,-7-4-27 0,0 0-47 0,0 0-50 16,6 0-41-16,-6 0-37 0,0 0-51 0,0 0-97 15,0 0-280-15,0 0-690 0,0 0 306 0</inkml:trace>
  <inkml:trace contextRef="#ctx0" brushRef="#br0" timeOffset="-108946.33">8411 2530 16 0,'0'0'216'0,"3"-3"0"0,1 2-12 0,-4 1-12 0,1-7-2 15,3 6-9-15,-4 1-7 0,0-5-2 0,0 5-9 16,2-4-10-16,-2-2 0 0,0 6-7 0,0-5-10 16,0 5 4-16,-2-5-10 0,2 1-15 0,0 4-13 0,-5-5-10 15,1 1-7-15,-4 0-10 0,3 2-9 16,-7-1-10-16,0 1-12 0,-6 0-6 0,-1 4-6 15,-8-1-5-15,5 4-2 16,-1-1-5-16,-6 4-1 0,2 1 0 0,-5 4-4 16,9 0-4-16,-1 1 1 0,1 3-5 0,0 1-1 15,8-2 5-15,-5 2-2 0,8-4-2 0,-1 1-4 16,4 2 5-16,1-1-9 0,3-1-13 16,5 1 9-16,1-3-3 0,3-3 2 0,3 4 2 0,3-4-1 15,5 2-2-15,3-7 3 0,0 3 4 0,2-6-5 16,8-2 9-16,1-1-3 0,1-3-2 0,-3-4-8 0,-1-3 10 15,1 0 25-15,-2-5 5 0,1-1 13 0,-5-1 8 16,1-3 14-16,-3-2 1 0,0-3 6 0,-5-5-8 16,3-2 6-16,-8-1 0 0,5-12-2 0,-5 12 1 15,-1-18 14-15,-2 4-5 0,-3 15 16 0,-2-2 3 16,2 1 14-16,-3 3 15 0,-3 3 1 0,2 3-3 16,-2-1-2-16,2 7-3 0,-3 3-3 0,0-1-6 0,-1 6-11 0,5-1-5 15,-1 3-10-15,-2 1-8 0,3 3-8 0,-1 0-7 16,-3 0-14-1,4 0-9-15,0 5-16 0,0-5-38 0,0 5-37 16,0 0-40-16,0 0 9 0,0 0-16 0,0 0 32 0,-1 21 7 16,-2-5 1-16,2 2 6 0,-3 10 10 15,4 4 3-15,-1 2 12 0,-2 11-2 0,2-9 5 16,1-2 2-16,0 3 4 0,1-1 0 0,-1-2-7 16,0-1 13-16,3-3 7 0,-2 1-1 0,3-4-3 15,-4-3 3-15,1-7-3 0,3 1 6 0,-8-2 1 16,8-4-6-16,-4-2 1 0,4-1 4 0,-3-2-1 15,-1-1 6-15,0-1-1 0,3 1 4 0,-3-3-9 16,1 0 8-16,-1-3 3 0,0 6 14 0,4-3 0 16,-4-3 0-16,1 2-4 0,-1-2 3 0,0 0-2 0,0 6 1 0,0-6 2 15,0 0-5-15,0 0 5 0,4 4 1 0,-4-4 0 16,9 1-1-16,1 0-4 0,2-1 3 0,1 0-17 16,4 0-28-16,2 0-35 0,1-2-53 0,10-1-98 15,-3-4-116-15,1 1-452 0,6-2-845 0,-4-4 374 16</inkml:trace>
  <inkml:trace contextRef="#ctx0" brushRef="#br0" timeOffset="-108330.1">8773 2348 281 0,'4'-2'268'0,"0"-1"-24"0,1 1-27 15,-5 2-20-15,9-3-20 0,-2 4-19 0,1 1-14 16,-3 0-19-16,8 1-14 0,-7 2-8 0,3 2-5 16,1 0-10-16,2 8-5 0,-7-1-4 0,3 1-9 15,-2 4-13-15,-2 6 0 16,-4-6-4-16,0 1-6 0,-4-2-4 0,-2 8-4 16,1-7-1-16,-4 4-6 0,1-3-3 15,-2-4 2-15,1 0 0 0,0-3 3 0,0-2 0 0,0-2 5 16,3 0 7-16,1-4 4 0,1 0 18 0,0 0 21 15,-1 0 29-15,2-3 41 0,1 0 33 0,2-2 26 16,0 0-21-16,0 0-22 0,0 0-15 0,5-19-18 16,4 9-15-16,2-4-12 0,7-8-14 0,-4-2-11 0,8 2-9 15,-4-3-11-15,1 2-4 0,0-1-11 0,0 3-6 16,-2 0-4-16,-7 5-3 0,2-1-8 0,-5 3-4 16,1 6-2-16,-1-2-3 0,-4 2-3 0,4 4-3 15,-4-1-5-15,1 1 0 0,0 1-13 0,-4 1-16 16,0 2-15-16,0 0-1 0,0 0 1 0,-2 12 3 15,-2 0 9-15,-1 4-5 16,-4 2-6-16,1 8 17 0,2 1 1 0,0 0-1 16,3-1 4-16,3 1 2 0,1 1 3 15,4-5 2-15,4 1-1 0,4-2-16 0,-2-5 8 16,10 2-11-16,1-3-23 0,4-1-29 0,5-5-50 0,1 0-68 16,1-3-80-16,3-2-118 0,-3-3-320 0,-1-2-768 15,-4 0 341-15</inkml:trace>
  <inkml:trace contextRef="#ctx0" brushRef="#br0" timeOffset="-107576.64">8022 2909 210 0,'0'0'211'16,"0"0"-5"-16,-8 1-7 0,8-1-12 0,0 0-9 15,0 0-8 1,0 0-13-16,0 0-10 0,0 0-12 0,0 0-6 0,0 0-14 16,0 0-1-16,0 0-12 0,0 0 0 0,0 0-9 15,-13-2-7-15,13 2-8 0,0 0-6 0,0 0-7 16,0 0-12-16,0 0 1 0,0 0-4 0,0 0-4 16,0 0-10-16,0 0 1 0,0 0-6 15,0 0 0-15,0 0-7 0,0 0-1 0,0 0-3 16,0 0-1-16,0 0-4 0,0 0 1 0,0 0 0 0,0 0-4 0,0 0-3 15,-1 6 3-15,1-6-6 0,0 0 0 0,0 0-7 16,0 0 4-16,0 0-3 0,0 0 8 0,0 0-2 16,14 3 0-16,-14-3-2 0,27 2 3 0,-6-1-1 15,11-1-1-15,6 0 1 0,16-3-3 0,8 3 10 16,27-5 8-16,2 2 9 0,2-1 4 0,3-3 1 16,0 0 0-16,-5 4-1 0,-29-2 5 0,5 2-7 0,-6-3 0 15,-2 3-4-15,-3 1 8 0,-4-3 3 0,-16 3 9 16,-2-1 4-16,-4-3 8 0,-7 4-2 0,-6-1 5 15,-3 1 8-15,-4 0 8 0,0 2 3 0,-2 0-2 16,-3-2 3-16,-5 2-6 0,9-3-5 0,-9 3-13 16,0 0-14-16,13 0-22 0,-13 0-16 0,0 0-36 15,0 0-31-15,0 0-45 16,0 0-42-16,-23 9-57 0,5-4-38 0,5-2-120 16,3 0-229-16,-4 1-639 0,1-3 282 15</inkml:trace>
  <inkml:trace contextRef="#ctx0" brushRef="#br0" timeOffset="-106976.86">8543 3232 216 0,'1'-4'294'0,"-1"0"-12"0,0-3-11 16,0 3-17-16,0 1-16 0,0 3-22 0,3-5-22 0,-2 2-18 16,-1 3-21-16,0 0-20 0,0 0-21 0,0 0-7 15,0 0-11-15,0 0-13 0,0 18-10 0,1-4-7 16,-1 5-9-16,0 5 2 0,2 4-7 0,-4-1-5 0,2 4-6 16,0-1-2-16,-1 0-2 0,1 1-6 15,-1 0 3-15,2-2-8 0,0-1 1 0,1-10-4 0,-1 2 1 16,0-4-3-16,-1 0-6 0,2-5 7 0,-1-1-5 15,0 1 0-15,-1-2-4 0,0-2-1 16,0-3 2-16,-1-1-5 0,2 0 2 0,-1-3-6 16,-1 7-2-16,2-5-6 0,-1-2-24 0,0 0-37 0,0 0-35 0,0 0-43 15,0 0-30-15,-13-13-48 0,12 7-46 0,-3-4-174 16,3 2-474 0,-2-3 209-16</inkml:trace>
  <inkml:trace contextRef="#ctx0" brushRef="#br0" timeOffset="-106589.45">8526 3195 13 0,'-2'-7'268'0,"1"3"0"16,-1 0-11-16,1 0-8 0,-2-1-14 0,2 2-12 16,-1-1-25-16,2 4-14 0,-1-5-21 0,1 5-19 15,0 0-15-15,4-5-12 0,3 5-15 0,1 0 0 16,2 0-18-16,4 2-11 0,5 2-8 0,9 5 0 0,3-1-5 15,-2 2 2-15,2 3-15 0,-2-1-2 0,-1 2-5 16,-1 1-2-16,-1 0-5 0,-2 1-8 0,-5 0-9 0,-2-2-2 16,-7-2-5-16,3 0-9 0,-8-1-1 15,-4-1 3-15,-2 0 0 0,-4 0 9 0,-5 1-3 16,-7 0 2-16,-6 0 8 0,-8 2 2 0,-2-5 3 16,0 1 5-16,-3-2 7 15,3-2 3-15,-3 0 7 0,6-1 1 0,0 1 10 16,10-2 7-16,-1 0-4 0,4-2-6 0,5 0-8 15,4 0 4-15,-1 0-5 0,9-1-3 0,-11 1 9 16,11-1-8-16,-8 0 13 0,8 0-4 0,0 0-3 16,-9 0-2-16,9 0-13 0,0 0 6 0,0 0-16 15,0 0-14-15,0 0-14 0,25-1-34 0,-13 1-30 16,0 0-30-16,2-1-45 0,-3 0-44 0,2 0-78 0,0 1-94 16,-2-3-182-16,3 2-587 0,-1-2 260 0</inkml:trace>
  <inkml:trace contextRef="#ctx0" brushRef="#br0" timeOffset="-105817.66">10025 2711 131 0,'0'0'179'0,"0"0"-7"0,0 0-7 16,0 0-10-16,0 0-3 0,-7 0-13 0,7 0-10 16,0 0-4-1,0 0-15-15,0 0-10 0,0 0-7 0,0 0-12 16,0 0-4-16,0 0-7 0,0 0-3 0,0 0-7 16,0 0 0-16,0 0-1 0,0 0 1 0,0 0-1 15,0 0-3-15,0 0 2 0,0 0 4 0,0 0-2 0,0 0-2 16,0 0-2-16,0 0-4 0,0 0-1 0,0 0 1 15,21-2 32-15,-9-1-5 0,6 1-24 0,0 1 14 16,9-4-10-16,2 1 0 0,0-1-9 0,2 3-7 0,-2 0-4 16,-1-1-2-16,-6 1-3 0,-3 2-3 0,1-3-9 15,-3 3 0-15,-4 0 0 0,0 0-4 0,-3-2-11 16,-2 4-15-16,-3-2-24 0,-5 0-25 0,8 0 4 16,-8 0-6-16,0 0-17 0,0 0-23 0,-17 12-32 15,8-9-34-15,-4-1-51 0,3 3-215 0,-9-1-466 16,6-1 206-16</inkml:trace>
  <inkml:trace contextRef="#ctx0" brushRef="#br0" timeOffset="-105470.07">10171 2822 200 0,'0'0'236'16,"-9"3"-11"-16,9-3-16 0,-10 0-15 0,10 0-8 15,0 0-9-15,-6 5-3 0,6-5-7 0,0 0-8 16,-6 1-8-16,6-1-10 0,0 0 0 0,0 0-8 0,26-1-18 16,-7-2-21-16,-1 1 4 0,10-2-10 0,4 1-9 15,3-1-8-15,0 0-7 0,6 0-10 0,-4 2-10 0,3-4 1 16,-2 4-5-16,-5-1-2 0,-2 2-5 0,-3-2 0 15,-10 3-3-15,-4-1-4 0,-1 0-4 16,-4 1-12-16,0-1 9 0,-4 1 0 0,-5 0-1 16,9 0 5-16,-9 0-8 15,0 0-1-15,0 0-2 0,0 0-17 0,0 0-17 16,0 0-28-16,-17 5-35 0,17-5-36 0,-15 5-45 16,11-3-68-16,-5-2-252 0,9 0-526 0,-10 3 233 15</inkml:trace>
  <inkml:trace contextRef="#ctx0" brushRef="#br0" timeOffset="-104414.24">11936 2377 14 0,'-3'-4'248'16,"-2"-1"-19"-16,1 0-23 0,-1 2-17 0,-4-4-14 0,3 2-19 0,-6 1-16 16,2 2-12-16,-4-2-11 0,-6 1-11 0,-1 3-9 15,-1 0-8-15,-6-1-8 0,-2 2-7 0,-1-1-6 16,0 3-1-16,3 1-1 0,-1 2-6 16,1-2-4-16,0 3-3 0,7-3-6 0,-2 3-3 0,4 0-5 15,5 0-5-15,-3 3-2 0,7-2-4 0,2-1-2 16,-1 4-2-1,8 0-2-15,0-4-3 0,2 7 5 0,4-4-6 16,8 3 2-16,4-4 0 0,7 5-4 0,5 1-2 16,1-6 1-16,2-1-2 0,0-2-3 0,1-1 6 15,-4-2-7-15,6-3 2 0,-6-2-3 0,2-1 0 16,-4-2-2-16,-1-2 3 0,-4 0 7 0,-4 0 15 16,-4-5 17-16,-1 0 4 0,-2-3 12 0,-3-2 8 15,0-2 2-15,-2-5-5 0,-4-1 13 0,-2-1-1 0,-3-3-3 0,-1 0-2 16,-1-3-5-16,1 1-7 0,0 2 3 0,-1 4 17 15,-4 0-5-15,5 7 0 0,2 1-2 0,-5-2 2 16,3 9 0-16,3 0-2 0,-3 1-2 0,3 2-1 16,-3 1-19-16,3 2 1 0,1-1-22 0,0 5 0 15,0-6 7-15,-2 5-16 0,2 1-16 0,-3-5-25 16,3 5 4-16,0 0-12 0,0 0 2 0,0 14 7 0,-4-1 5 16,4 3-2-16,0 4 0 0,-2 6 0 0,-1 3 10 15,3-1-4-15,1 3 7 0,-1-2-7 0,0-1 2 16,4-1 8-16,-3 0-1 0,-2-1-2 0,2-9 0 15,2 0-4-15,-2-2 1 0,3-4 2 0,-4 0-4 0,1-4-3 16,3-3 15-16,-4 3-10 0,0-1 4 0,0-3 6 16,1 2 16-1,-1-5 17-15,3 4 8 0,-3-1 13 0,0-3 2 16,0 0 0-16,0 5-7 0,0-5-4 0,-4 2-7 16,4-2-2-16,0 0-7 0,0 0 1 0,0 0-6 15,0 0-12-15,0 0-23 0,0 0-29 0,0 0-37 16,0 0-47-16,0 0-44 0,0 0-75 0,0 0-70 15,0 0-53-15,14-7-320 0,-9 4-733 0,2-1 324 16</inkml:trace>
  <inkml:trace contextRef="#ctx0" brushRef="#br0" timeOffset="-103750.45">12055 2265 109 0,'2'-8'303'0,"-2"3"1"0,0 0-3 16,0 0-11-16,1 2-4 15,1-1-24-15,-2 0-19 0,0 4-30 16,1-4-18-16,-1 4-39 0,0-4 2 0,0 4-22 0,0 0-8 16,0 0-17-16,0 0-11 0,0 0-11 0,0 0-10 15,11 9-18-15,-7-2-7 0,0 0-20 0,1 3 12 16,3 0-16-16,-1 0-13 0,1 1-12 0,-3 0-10 16,3-2-14-16,2 6-2 0,-1-3-7 15,-2-4-3-15,-1-2 4 0,4 4 1 0,-5-5 5 0,2 1 3 0,-2-3 0 16,-1 1 5-16,1-4-3 0,-5 0 4 0,9-4 4 15,-6-1 7-15,1-2 9 0,2-1 9 0,-4 0 14 16,2-2-2-16,0-2 10 0,-2 2 5 0,-1-1 5 16,5-5 6-16,-5 4 16 0,0 3-6 0,2-1 3 15,-3 0 5-15,4 2-5 0,-2 2-4 0,-1 0-2 16,-1 1-4-16,0 5-6 16,2-6-10-16,-1 2-1 0,-1 4-10 0,1-6-13 15,-1 6-14-15,0 0 0 0,0 0-27 0,0 0 24 16,7 11-9-16,-6-2 5 0,0 3-2 0,2 4-1 15,-3 3 6-15,1-1-3 0,-1 11-4 0,-1-2 7 16,-1 1 7-16,2 1-15 0,0 1 7 0,-1-1 2 16,-3-1-3-16,1 1-18 0,1-5 24 0,0 4-3 15,-1-10 11-15,-1 0-13 0,2-2 7 0,-2 0-7 0,0-5 1 16,0 1 2-16,0-3 2 0,-1 2 2 0,0-4 6 16,1 0-4-16,-1-2 10 0,1 1-2 0,-1-1 1 0,-2-1 13 15,3-2-7-15,-1 2 8 0,1-3 3 0,-1-1 8 16,5 0 13-16,-10 2 2 0,10-2 3 0,-9-3-11 15,5-1 28-15,0 1-4 0,0-4 6 0,0-2 0 16,-1-1-8-16,1-2-4 0,7-5-9 0,-2-3-5 0,7-8-2 16,1 3-5-16,1-6-8 0,8 3-4 0,-4-2-2 15,8 1-3-15,-2 0-5 0,3 0-6 0,0 5 1 16,0 2 4-16,0 2 5 0,-4 3 6 0,3-2 14 16,-8 8 15-1,-1 2 6-15,-5 1 9 0,-1 0 5 0,-1 6-6 16,0-3-8-16,-4 0-10 0,2 3-4 0,-1 1-8 15,-3 1-12-15,5-4-27 0,-3 3-29 0,-2 1-46 16,0 0-45-16,0 0-10 0,0 0-13 0,0 0-32 16,-5 15-33-16,-1-8-38 0,-7 5-38 0,-1 3-42 15,5-8-66-15,-6 7-355 0,3-1-800 0,-1-1 354 16</inkml:trace>
  <inkml:trace contextRef="#ctx0" brushRef="#br0" timeOffset="-103146.71">11496 2742 190 0,'-10'3'206'0,"2"-3"-11"0,3 2-1 0,0-2-9 15,5 0-2-15,-10 1-3 0,10-1 2 0,-8 0-6 16,8 0-1-16,0 0-15 0,0 0-11 0,-8 0-7 16,8 0-10-16,-5 2-5 0,5-2-6 0,0 0-4 15,0 0-23-15,0 0 10 0,0 0-8 0,0 0-1 0,0 0-13 0,0 0-7 16,0 0-9-16,0 0 0 0,0 0-10 16,0 0-7-16,0 0-4 0,0 0-6 0,-7 0-3 0,7 0-9 15,0 0 7-15,0 0-10 0,0 0 7 0,0 0-1 16,0 0 1-16,0 0 5 0,0 0 9 0,0 0-8 15,0 0 0-15,0 0-6 0,0 0 0 0,0 0-3 16,0 0 1-16,0 0-2 0,0 0-3 0,0 0-7 0,0 0-4 16,0 0 1-16,0 0 4 0,0 0-8 0,0 0 4 15,0 0-3-15,0 0-11 0,0 0 15 0,0 0 8 16,0 0 5-16,0 0 8 0,0 0 10 0,0 0-17 16,0 0-2-16,0 0-21 0,24-8 12 0,-10 6 9 15,5 0-8-15,16-4 0 0,4 2-8 0,20-3 5 16,-3-1-3-16,12 1-5 15,29-1 2-15,-1-1-3 0,5 0 3 0,-4 4-3 16,-2-5-4-16,-1 5 1 0,-26 1 0 0,-3-1 4 16,-1 0 4-16,-4 1-4 0,-4 0-15 0,-16 0 23 15,-2 1 7-15,-5-2 6 0,-2 1 14 0,-12 2 12 16,-6 1 13-16,-4-1 17 0,4 1 11 0,-7 1 4 0,2-2 1 16,-3 1-2-16,1-2-7 0,-1 2-11 0,-5 1-10 15,0 0-18-15,0 0-17 0,9 0-24 0,-9 0-27 16,0 0-46-16,4-1-30 0,-4 1-36 0,0 0-23 0,0 0-31 15,0 0-41-15,-9 11-36 0,3-9-65 0,-2 2-96 16,1-2-237-16,-2 1-711 0,-2-2 314 16</inkml:trace>
  <inkml:trace contextRef="#ctx0" brushRef="#br0" timeOffset="-102293.84">12356 2849 2 0,'0'0'249'0,"0"0"-26"0,0 0-25 0,-1-3-19 0,1 3-15 16,0 0-19-16,-9-2-12 0,0 2-15 16,1 0-6-16,-2 0-8 0,-3 3 0 0,-5-2-12 15,1 3-6-15,-3-1-8 0,0 2-4 0,0 0-8 16,-7 4-5-16,2 1-8 15,1 3-5-15,1 0-1 0,0 2-8 0,1 1-3 16,6-4-6-16,3 2 4 0,0 3-11 0,2-3 1 16,1 3-5-16,2 0 3 0,1 1-2 0,2-2-2 15,3-3-1-15,0 2 14 0,2 0 4 0,4 1 2 16,3-2 1-16,0 1 4 0,2-5 4 0,4 2 7 16,1-3-3-16,5 1 4 0,9 0-3 0,-1-4-4 15,1 0-5-15,3-2-4 0,-3-1 4 0,-1-3-3 0,1-2 3 16,-2-3-2-16,-5 1 10 0,1-2-2 0,-3 1 16 15,2-4 3-15,-1 0 0 0,-1-6 4 0,-2 2-2 16,-4-4-5-16,1 1-9 0,-3-6-3 0,2-3-10 16,-5 2 4-16,-3-2-7 0,1 0 6 0,-4 6 4 0,-4-1 4 15,2 4 9-15,-2-2-3 0,-1 2-15 16,-3-1 17-16,-1 2-9 16,0 1-4-16,2 5 3 0,-2-3-3 0,1 2-11 15,1 3-3-15,-4 0 2 0,2 2-8 0,0 0-2 16,-2 2-4-16,0-1-2 0,-1 2-2 0,-1 3-5 15,-4 0-8-15,2 3 5 0,-1 1-2 0,-4 5 0 16,4 0-8-16,-3 2 4 0,2 1 1 0,2 3-19 16,-3 5 19-16,0-1-5 0,4 5 3 0,4-2-2 15,2 1 1-15,3 2 1 0,4-1 6 0,1 4-7 0,4-4 6 0,6 1-3 16,2-2 0-16,-2 1 5 0,4-1-2 0,0-1-3 16,6-1 1-16,-5 0-2 0,2 0-2 0,-1 0 4 15,-7-6-6-15,2-2-5 0,-5 1-5 16,1-2 1-16,-4-1 4 0,1-2 1 0,-1 1 3 15,-2-2 1-15,-5-3-6 0,4 5 8 0,-7-5-7 0,-4 5-14 16,0-4 20 0,-5 3 0-16,-4-3 0 0,-1 2 7 0,-1-3-2 15,0 1 0-15,-2 1 1 0,4-4-5 0,-2 3 2 0,3-1-1 0,1-2-1 16,4 0 3-16,1-1 1 0,-1 3-5 0,6-5-2 16,6-1-21-16,-10 1-29 0,6 2-20 0,4-3 8 15,-4 3-5-15,4-3-9 0,0 0-35 0,12 9-39 16,-12-9-66-16,20 2-119 0,-7-4-301 0,-13 2-688 15,23-6 304-15</inkml:trace>
  <inkml:trace contextRef="#ctx0" brushRef="#br0" timeOffset="-101246.11">13400 2423 160 0,'0'0'195'0,"0"0"-14"15,0 0-13-15,0 0-17 0,0 0-10 0,0 0-11 0,0 0-9 0,0 0-9 16,0 0-5-16,0 0-4 0,0 0-2 0,0 0-5 16,0 0-4-16,0 0-5 0,0 0 0 0,0 0 7 15,0 0-3-15,0 0-2 0,0 0-8 0,22 0-2 16,-11-2-7-16,7 2-9 0,0 0-4 0,1-1-7 15,3 0-6-15,6 0-3 0,-6 1-4 0,-2 0-13 16,11-7-20-16,-3 7-21 0,-6 0-32 0,-2 2-36 16,2-2-29-16,-2-2-57 0,-6 2-62 0,-2 0-139 15,-4 2-399-15,-1-1 177 0</inkml:trace>
  <inkml:trace contextRef="#ctx0" brushRef="#br0" timeOffset="-101045.88">13545 2544 30 0,'0'0'236'0,"-3"4"-5"0,3-4-3 0,-3 3-5 16,3-3 0-16,0 0 2 0,0 0-10 0,11 1-10 16,0-2-20-16,5-2-16 0,5 1-16 0,10-2-16 0,1 1-11 15,5 0-18-15,-1 2-10 0,2-3-48 0,0 3-46 16,-2-2-49-16,1 3-45 0,0-1-76 0,0 0-259 15,-4-4-459-15,3 3 204 0</inkml:trace>
  <inkml:trace contextRef="#ctx0" brushRef="#br0" timeOffset="-100306.77">14924 2280 202 0,'3'-6'282'0,"-2"2"-13"16,2-2-20-16,-6-1-21 0,2 2-22 0,-3 0-18 15,-2 0-22-15,-2-2-13 0,-5 2-15 0,-4 2-12 16,-1 0-18-16,-4-1-6 0,-7 7-8 0,-1-3-12 16,1 4-4-16,-4-1-12 0,1 4-3 0,2 2-9 15,1-1-8 1,2 3-1-16,3-2-4 0,6 2-6 0,1-3-6 15,2 4 0-15,2-3-3 0,3 2-6 0,-2 2 0 16,7 0 2-16,1 0-2 0,3 0-3 0,5-1 2 0,0 0-6 16,7 1 3-16,1-1-1 0,4 0-3 0,10 0-5 15,2-2 8-15,0-6-2 0,0 2-5 16,3-2 0-16,-2-6-1 0,2 0 1 0,-3-1 0 16,-6-4 0-16,3-2-3 0,-7-2 2 0,1 2 4 0,-4-6 12 0,-1 0 12 15,-2-9 11-15,1-1 6 0,-8 2 2 0,3-5 4 16,-5-2 13-16,-1 1 4 0,-2-3-4 0,-2-2 4 15,0 0 4-15,-2-2 1 0,1 3 4 0,1 2 5 16,0 1-3-16,-1 3 6 0,-1 8 12 0,-2 1 5 16,2 2-5-16,2 6-3 0,0 1-1 0,1 1-12 15,0 1-8-15,-1 2-12 0,1 1-11 0,1 0-13 0,-1 0-36 16,0 2-35-16,1 2-19 0,0 0 8 0,0 0 5 16,1 19 3-16,-1-3-6 0,2 2 14 0,-3 6-2 0,1 5 2 15,0-1 9-15,1 5-9 0,-1-2-2 16,0 1 20-16,3 1-2 0,-2-1-2 0,3-4 1 15,-4 0-11-15,0-7 16 0,3-4 0 0,-2-2-1 16,0-5-3-16,-1 2 9 16,2-4-7-16,1-1 5 0,-3-1 5 0,0-1 1 15,0-1 3-15,0 0 7 0,0 1 16 0,0-5 22 16,4 4 6-16,-4-4 9 0,0 3-2 0,0-3-12 16,0 0-2-16,0 0-7 0,0 4-4 0,0-4-5 15,0 0-40-15,0 0-46 0,0 0-38 0,0 0-36 16,0-13-53-16,0 7-58 0,0 6-67 0,5-9-87 15,-1 3-303-15,1-2-747 0,3-2 331 0</inkml:trace>
  <inkml:trace contextRef="#ctx0" brushRef="#br0" timeOffset="-99774.23">15258 1957 199 0,'0'0'295'16,"-3"-4"-24"-16,3 4-26 0,0 0-26 0,0 0-22 16,0 0-21-16,0 0-18 0,0 0-18 0,0 0-13 15,0 0-15-15,0 0-7 0,0 0-17 0,11 16-1 16,-9-12-13-16,5 3-3 0,-2 1-11 0,4 1-1 16,-3-1-11-16,2 1 2 0,2 1-10 0,4 2-3 0,-2-2-2 0,-1 0-2 15,-2-1-6-15,0 1 0 0,0-1-4 0,-3-1 0 16,-1 3-5-16,-1-5-3 0,3 5-1 15,-5-2-3-15,1 0 1 0,-3-2-4 0,0 3 6 16,-4-1-1-16,0 2 3 0,0-2-6 0,-5 3 4 16,-1 0 0-16,-3 2 2 0,3-2-3 0,-4 1 4 15,1-4-6-15,-1 5 2 0,1-5 1 0,4 0-3 0,-2 0 2 0,3-1-2 16,1 0-7-16,-1-1 5 0,0-1-7 0,3-1 3 16,0 0-2-16,1 0 3 0,3-3-2 0,-3 1 0 15,3-1 1-15,-4 1 1 0,5-3 23 0,-3 4 7 16,3-4 7-16,0 0 16 0,0 0 13 0,0 0 8 15,17 4 0-15,-4-5-8 0,4-1-8 0,6-1-1 16,7 3-11 0,-1-2 0-16,2 2-7 0,-7-3 8 0,7 1-21 15,0-2 10-15,-5 0-16 0,-5 2 1 0,-2 0-10 16,-5 2 0-16,-4-3 3 0,3 3 11 0,-4 0 13 16,-4 0 10-16,0-1 0 0,-5 1 3 0,9-1-25 15,-9 1 13-15,0 0-6 0,9 0-3 0,-9 0-5 16,0 0-9-16,0 0-14 0,0 0-14 0,0 0-24 15,0 0-38-15,0 0-29 0,0 0-36 0,0 0-37 0,-23 2-35 0,23-2-68 16,-14 0-83-16,14 0-219 0,-18-5-623 0,12 3 276 16</inkml:trace>
  <inkml:trace contextRef="#ctx0" brushRef="#br0" timeOffset="-99411.02">15176 2209 206 0,'-9'1'276'0,"9"-1"-7"0,0 0-4 0,-10 0-4 0,10 0-12 0,0 0-8 15,0 0-18-15,0 0-18 0,0 0-9 0,0 0-28 16,0 0-13-16,0 0-14 0,37-7-17 0,-15 5-12 15,7-3-10-15,7 1-15 0,2-2-5 0,12 1-5 16,4 3-12-16,-3-3-5 0,0 2-12 0,-14-1 0 16,0 1-5-16,-5-1-18 0,-1 3 14 15,-4-1-8-15,-9 2-3 0,-3-2-8 0,-5 0 10 0,2 1-2 0,-6 0-7 16,0 2 15-16,0-2-4 0,-6 1 9 0,10 0-2 16,-10 0-9-16,2-3-2 0,-2 3-13 0,0 0-13 15,0 0-14-15,0 0-20 0,0 0-24 0,-24 5-29 16,16-3-29-16,-4 1-40 0,0 1-45 0,1-2-76 15,-1 4-263-15,-1-5-581 0,1 4 258 0</inkml:trace>
  <inkml:trace contextRef="#ctx0" brushRef="#br0" timeOffset="-98802.66">14486 2646 74 0,'-5'2'196'0,"0"1"-5"0,5-3-12 15,-8 0-6-15,8 0-9 0,-6 2 0 0,6-2-3 16,0 0-1-16,-9 1-12 0,9-1-7 0,0 0-9 16,-4 0-1-16,4 0-10 0,0 0 2 0,0 0-5 15,-5 2 0-15,5-2-7 0,0 0 0 0,0 0-3 16,0 0-10-16,0 0-1 0,0 0-7 0,0 0-12 16,0 0-2-16,0 0-17 0,0 0-3 0,0 0-19 0,0 0 14 15,0 0-6-15,0 0-9 0,0 0 0 0,-1 3-4 16,1-3-2-16,0 0-1 0,0 0-1 0,0 0-7 15,0 0 3-15,0 0-1 0,0 0-1 0,0 0-1 16,0 0 0-16,0 0-6 0,0 0 5 0,0 0 4 16,0 0-1-16,0 0 1 0,0 0 4 0,0 0 1 0,0 0 3 15,0 0 2 1,0 0 5-16,0 0-1 0,0 0-7 0,0 0 2 16,0 0-5-16,0 0 8 0,0 0-1 0,25-3-2 15,-8 1-5-15,3-1-7 0,15 3 5 0,2-5-11 16,22 1 9-16,3 0-10 0,39 0-3 15,-4-4 8-15,3 2-4 0,4 2-21 0,4-5 30 16,-2 4 0-16,-2 2-3 0,-4-3-1 0,-38 1-3 0,1 5 1 16,-4-5 2-16,-6-2-6 0,-14 4-1 0,-5 0-3 0,-3-2 30 15,-11 1 16-15,-2 2 18 0,-5-1 7 0,-3 2 14 16,-2 0 3-16,-2 2-6 0,0-2-4 0,-6 1-5 16,8-1-11-16,-8 1-17 0,10-1-19 0,-10 1-31 15,0 0-34-15,0 0-43 0,0 0-28 0,0 0-55 16,-14 7-37-16,4-2-39 0,-6 1-37 0,3-5-73 15,-6 6-355-15,1 0-753 0,-3-4 334 0</inkml:trace>
  <inkml:trace contextRef="#ctx0" brushRef="#br0" timeOffset="-97943.64">15241 2842 303 0,'0'0'381'0,"0"0"-21"0,0 0-32 0,0 0-1 16,0 0-16-16,-6-10-38 0,6 10-25 0,0 0-25 16,0 0-24-16,0 0-40 0,0 0 3 0,0 0-29 0,0 0-26 0,0 0-15 15,0 0-7-15,-1 16-12 0,-1-8-3 0,0 5-14 16,2 0-3-16,-1 5-2 0,1 8-11 15,-3-6 6-15,3-1-11 0,-1 8 3 0,-2-4-11 16,1-4 10-16,-1-3-8 0,1 4-12 0,-1-3 8 0,2-3 3 16,1-2-8-16,-1-3-3 0,-1 0 0 15,0-1-2-15,3-3 4 16,-1 0-13-16,0-5-1 0,0 10 1 0,0-10 2 16,0 0 9-16,0 7 2 0,0-7 4 0,0 0 5 15,0 0 0-15,0 0 2 0,0 0-5 0,0 0-8 16,0 0 0-16,0 0-19 0,0 0 17 0,-9-20-4 15,9 13-4-15,-4-2 0 0,4-4-8 0,-5 2-2 16,0-3 1-16,4-3-3 0,-3-1-5 0,5-1-5 16,-6 1 10-16,5-1 1 0,-1-1 8 0,-2 2-14 0,3-7-1 0,3 7 2 15,-3 0 7-15,2-1 4 0,5 2-6 0,-2 0 0 16,1 3-2-16,3 1 1 0,0 1-1 0,5 0 3 16,0 1-4-16,3 0 1 0,-1 4 0 15,5 0-1-15,6 0-3 0,-7 2 4 0,7-2-3 16,-7 5 1-16,2 2-3 0,-4 0 3 0,2 0 7 15,-3 2-24-15,-4 3 25 16,-2-1-9-16,2 1-5 0,-3 0 3 0,-1 3-8 16,-2-1-2-16,-2 4-3 0,-3-1 4 0,-2 1 1 15,-2 1-1-15,-6 3 3 0,-1 0 17 0,-4 0-13 16,-6 6 2-16,-2-6 5 0,-4 0-1 0,1 0-2 16,-3-1 9-16,-1-2 0 0,1-3-1 0,0 1 5 15,2-3 0-15,7-3-3 0,-1 0 3 0,6-2 10 0,-1 2 14 16,4-3 20-16,2 1 22 0,8-2 22 0,-14-2 15 0,14 2-3 15,-9-5 12-15,5 0 2 0,4 5 1 0,-4-7-12 16,4 2-7-16,0 5-13 0,0-10-9 0,4 3-8 16,0 2-1-16,0 0-9 0,1-1-11 0,-1 4-7 15,2-2-3-15,-2 0-10 0,4 2-2 16,-3 0-4-16,3 1-3 0,-8 1-9 0,21 3 2 16,-9 2-3-16,6-3 0 0,-2 8 2 0,2 0-2 0,6 2-3 0,-1 4 0 15,3-4-1-15,-8-1-1 0,6 2-3 0,-4-4 3 16,1 7 0-16,2-3 2 0,-8-3-2 0,-1-1 1 15,-1-1 2-15,-1-2 0 0,-5-1-2 0,1-1 0 16,-2-1 0-16,-2 1 5 0,1-1 1 0,-1-3 25 16,-4 0 30-16,5 4 23 0,-5-4-5 0,0 0-7 15,15-4 2 1,-11-1-5-16,4 1-5 0,0-4-13 0,-3 5-5 16,5-2-5-16,-1-2-9 0,0 2-47 0,2-1-72 0,0 0-95 0,-1 1-142 0,7-5-235 15,-3 2-397-15,-2-3-1027 0,0-5 455 0</inkml:trace>
  <inkml:trace contextRef="#ctx0" brushRef="#br0" timeOffset="-93212.38">18165 2380 87 0,'0'0'129'0,"0"0"-3"0,0 0 2 0,0 0-8 16,0 0 2-16,0 0-7 0,0 0 1 15,0 0-3-15,0 0 1 0,0 0-8 0,0 0-2 0,0 0-11 16,0 0-1-16,0 0-15 0,0 0-5 0,0 0-15 16,18 0 3-16,-5-3-7 0,1 3-4 0,14-1-6 15,0 0-4-15,-1-2-7 0,5 3 1 0,-2-3-6 0,2 2 0 16,0 2-5-16,-1-3 4 0,-2-1-8 15,-2 2-3-15,-9 1 0 0,1-3-3 0,-6 6-1 16,0-3 5-16,-3-3-8 0,-3 3 1 0,-7 0-9 0,12 0-1 0,-12 0-8 16,0 0-12-16,0 0-13 0,0 0-9 0,0 0-17 15,0 0-15-15,0 0-22 0,-19-8-18 0,19 8-27 16,-13-1-140-16,5 1-305 0,8 0 136 0</inkml:trace>
  <inkml:trace contextRef="#ctx0" brushRef="#br0" timeOffset="-92926.38">18575 2232 141 0,'-2'-2'247'0,"2"2"-19"0,0 0-19 0,0 0-18 15,-4-7-25-15,4 7-19 0,0 0-17 0,0 0-11 0,0 0-13 0,23 11-9 16,-13-6-12-16,4 7-8 0,1-6-4 0,10 8-10 15,-10 2-7-15,-1-3-5 0,2 1-6 0,4 3-1 16,-2 3-8-16,-5-6-2 0,-4 1-4 0,-2-1-1 16,-1-2-10-16,0 1-6 0,-4-4 3 0,-4 3 1 15,-1 0-6-15,-2-1 4 0,0 0-2 0,-3-4-2 16,1 1 1-16,-3 1-3 0,1-4 0 0,-1 2 0 0,-1-2-2 16,3 0 0-16,2 0-4 0,0-3-8 0,-1 1-12 15,7-3-14-15,-3 2-48 0,3-2-64 0,0 0-60 16,0 0-147-16,17-7-379 0,1 0 168 0</inkml:trace>
  <inkml:trace contextRef="#ctx0" brushRef="#br0" timeOffset="-92673.41">19656 2259 90 0,'2'-3'296'0,"-2"3"-28"0,0 0-26 0,1-5-26 0,-1 5-21 0,0 0-24 16,0 0-19-16,0 0-10 0,0 0-20 0,-10 10-12 15,7-2-9-15,-2-1-15 0,0 5-3 0,-4 1-7 16,0 0-8-16,-3 4-4 0,0 0-4 0,0-1-5 16,1 0-24-16,-2 1-20 0,4-3-23 0,1-1-17 15,-3 1-21-15,-1-1-18 0,6-6-23 0,-3 2-27 16,0-4-29-1,5-2-27-15,-1-2-151 0,0-1-353 0,5 0 156 16</inkml:trace>
  <inkml:trace contextRef="#ctx0" brushRef="#br0" timeOffset="-92489.01">19471 2431 323 0,'5'-12'45'0,"-1"-1"29"0,-1-4 24 0,3 0 24 15,-1 1 14-15,0 4 23 0,-5-7 15 0,6 8 20 16,1 2 19-16,-6-1 16 0,3 3-6 16,-4 2-9-16,0-2-11 0,1 2-24 0,-1 5-22 15,4-5-20-15,-1 3-17 0,-3 2-12 0,0 0-30 0,0 0 4 0,0 0-5 16,11 7-11-16,-4 5-4 0,-5-4-2 0,8 6-9 15,-2 2-4-15,1 1 1 0,1-2-25 0,2 8-4 16,0-1-21-16,-4-2-24 0,4 0-32 0,-5-1-27 16,1-1-28-16,-2-2-31 0,-2-1-32 0,1-6-37 15,-5-1-59-15,0-1-167 0,0-2-475 0,0-1 209 16</inkml:trace>
  <inkml:trace contextRef="#ctx0" brushRef="#br0" timeOffset="-92225.63">19388 2403 98 0,'0'0'279'0,"-10"-1"-16"0,10 1-12 0,0 0-15 15,-5-1-18-15,5 1-20 0,0 0-19 0,0 0-15 16,24-5-18-16,-4 3-11 0,0 2-13 0,9-2-16 15,-1-1-7-15,4 1-10 0,4 2-12 16,-4-1-7-16,1 1-6 0,-4-2-6 0,-7-1-15 0,-3 2-13 0,-1 1-10 16,-4-3-14-16,-5 3-11 0,-1-1-14 0,1 0-20 15,-5-1-27-15,-4 2-27 0,2-5-29 0,-2 5-29 16,0 0-32-16,-9-8-29 0,2 6-132 0,-1-1-372 16,0 1 165-16</inkml:trace>
  <inkml:trace contextRef="#ctx0" brushRef="#br0" timeOffset="-91786.91">19651 2063 26 0,'-7'-5'195'15,"-4"0"-11"-15,0 3-18 0,1-1-14 0,1-1-11 16,-3 6-17-16,3-4-14 0,-1 4-7 0,-1 0-12 16,-1 2-14-16,-1 1-6 0,-1 6-5 0,0 1-11 15,-8 7-3-15,3 0-5 0,-3 5-7 0,3 5-1 16,-7 13 4 0,0-1 0-16,8-8-4 0,-6 10-4 0,2-1-3 0,12-11-1 15,-3 1-2-15,8-3 4 0,1 1 15 0,3 1 0 16,2-5 7-16,7-1 2 0,-2-6-5 15,8 3 3-15,7-2 7 0,3-3 10 0,4-4-1 0,3-3-1 16,6-2 2-16,1-1-14 0,17-5-8 16,-5-2 1-16,1-7 3 0,-13 1 3 0,12-6-3 0,1-3-4 15,-18 2 4-15,-1-7-5 0,-1 0 3 0,-3-5-9 0,-5-2 1 16,-2-3-4-16,-1-12-4 0,-8 6-5 0,-7 1 1 16,-4-13-5-16,-5 12-1 0,-5 2-4 0,-7 2-2 15,-4 1-6-15,-4 7-6 0,-17-7-13 0,-6 8-15 16,-8 6-25-16,-5 7-41 0,-5 6-45 0,-31-3-71 15,3 14-310-15,31-5-554 0,4 8 245 0</inkml:trace>
  <inkml:trace contextRef="#ctx0" brushRef="#br0" timeOffset="-63934.42">4439 5233 140 0,'0'0'177'0,"1"-4"-14"0,-1 4 2 16,0 0-5-16,0 0-3 0,0 0-3 0,-1-5-10 15,1 5 9-15,0 0-10 0,0 0-7 0,0-4-6 16,0 4-10-16,0 0-3 16,0 0-7-16,0 0-4 0,0 0-6 0,0-4-7 15,0 4-2-15,0 0-4 0,0 0-5 0,1-5 5 16,-1 5-5-16,0 0-6 0,0 0 3 0,0 0-14 15,0 0-7-15,0 0-5 0,1-3-1 0,-1 3-9 16,0 0-9-16,0 0 1 0,0 0-10 0,0 0-3 16,0 0-8-16,0 0-23 0,0 0-23 0,0 0-17 15,0 0 3-15,-5 10 3 0,1-3 8 0,0 4 2 0,-5 6 4 16,-4 4 5-16,0 7 3 0,-3 1 2 0,1 1 5 16,-3 0-2-16,-1 0 7 0,1-1 1 0,3 0-2 0,-1-1 4 15,1-4 2-15,6-7-2 0,0 1 1 0,-2-5-2 16,4 1 2-16,1-2 0 0,1-5 1 15,0 2 2-15,2-3 1 0,-1-2 5 0,2 0-3 16,-1 0 13-16,2 0 13 0,1-4 9 0,-1 3 10 0,-2-1 5 0,3-2-1 16,0 0 0-16,-2 3-9 0,2-3-5 0,0 0-6 15,0 0-9-15,0 0-15 0,0 0-17 0,0 0-15 16,-3-9-13-16,3 9-36 0,-1-6-38 0,-1 2-28 16,2 4-28-16,0-7-23 0,-2 2-15 0,0 0-202 15,0-1-443-15,1 2 197 0</inkml:trace>
  <inkml:trace contextRef="#ctx0" brushRef="#br0" timeOffset="-63599.89">4214 5332 42 0,'1'-8'294'16,"2"-3"-9"-16,-2 3-5 0,0 3-1 0,2-2-4 15,-2 2-15-15,0 2-20 0,-1-2-24 0,0 5-19 16,2-6-25-16,-1 3-15 15,-1 3-27-15,0 0-17 0,0 0-13 16,0 0-11-16,0 0-14 0,10 9-14 0,-2 2-4 16,-1 2-3-16,6 3-6 0,-4-1-1 0,4 1-7 0,2 8 0 15,1 3-4-15,-1-5-3 0,-2 0-6 0,1 2-1 16,0-4-4-16,-5-3-1 0,2-1 2 0,0-1-6 16,-4-1 0-16,1-3-1 0,-3-3-2 15,-1 0-2-15,0-1-4 0,-2-2 4 0,2-1 5 0,-1 1-3 0,-2-1-8 0,1 0 5 16,1-3 2-16,-3-1-1 0,1 5 2 0,-1-5-5 15,3 3 4-15,-3-3-1 0,0 0 1 16,2 4-1-16,-2-4 0 0,0 0-2 0,0 0-4 16,3 3 3-16,-3-3 0 0,0 0-18 0,0 0-14 15,0 0-20-15,0 0-25 0,0 0-24 0,0 0-26 0,0 0-50 16,0 0-73-16,0 0-60 0,0 0-193 0,0 0-536 0,0 0 238 16</inkml:trace>
  <inkml:trace contextRef="#ctx0" brushRef="#br0" timeOffset="-62884.47">4099 5485 29 0,'-8'-1'184'0,"3"1"1"0,-4 0-5 0,9 0-2 16,-9-3-11-16,4 1-9 0,5 2-6 0,0 0-11 15,-9 0-9-15,9 0-10 0,0 0-11 0,-5-2-10 0,5 2-5 0,0 0-11 16,0 0-12-16,0 0-8 0,0 0-8 0,-8 0-4 15,8 0-5-15,0 0-3 0,0 0-8 0,0 0-3 16,0 0-3-16,0 0-4 0,0 0 0 0,0 0-4 16,0 0-2-16,0 0 4 0,0 0-1 0,0 0 0 15,0 0 2-15,0 0 1 0,0 0-1 0,0 0-1 16,0 0 2-16,0 0-4 0,0 0-4 0,0 0 0 0,0 0-1 16,0 0-1-16,0 0-3 0,0 0 1 0,0 0-1 15,0 0-2-15,0 0-2 0,0 0-1 0,0 0-2 16,0 0 2-16,0 0-2 0,0 0 1 0,0 0-1 15,0 0 3-15,22 0 0 0,-8-1-2 0,4 0 0 16,1 0 2-16,8 1-1 0,4-2 0 0,2 0-1 16,1-1-1-16,2 1 1 15,-3 1 3-15,3 0-1 0,0 1 0 0,-1 0 0 16,-4-1-1-16,1 2 2 0,-1-2-4 0,-12-1 5 16,-1 1-3-16,-4 1 4 0,-3-1-4 0,-4 2-2 15,2-1 6-15,-3-1 2 0,1 2 4 0,-7-1 3 16,9 0 3-16,-9 0 2 0,0 0-2 0,7-1 0 15,-7 1-4-15,0 0-8 0,0 0-13 0,0 0-8 16,0 0-9-16,5 1-26 0,-5-1-30 0,0 0-37 0,0 0-39 0,-6 9-41 16,6-9-49-16,0 6-188 0,0-6-460 0,8 3 204 15</inkml:trace>
  <inkml:trace contextRef="#ctx0" brushRef="#br0" timeOffset="-62015.03">5274 5288 66 0,'-6'0'149'0,"6"0"-11"15,0 0-7-15,0 0-7 0,0 0-9 0,0 0-8 16,0 0-16-16,-6-3-2 0,6 3-7 0,0 0-17 16,0 0-3-16,0 0-6 0,0 0-5 15,0 0-9-15,-8 3 0 0,8-3-8 0,0 0-3 16,0 0-4-16,-5 3-1 0,5-3 3 0,0 0-10 0,-4 0 3 15,4 0-5-15,0 0 1 0,0 0-4 0,0 0 8 16,0 0 7-16,0 0 1 0,0 0 4 0,24 0-3 16,-12 0-5-16,7 0 11 0,0 0-12 15,4-3 4-15,4 3-2 0,1-2-7 0,-5 1-1 16,4-3 3-16,1 3-5 0,-8 1 3 0,2-1 0 0,-4 0 8 0,-4-1-5 16,-2 0 0-16,0 2 7 0,-3 0 7 0,-1-3-1 15,-3 3 1-15,-5 0-2 0,13 0-3 0,-12-2-3 31,-1 2-5-31,0 0-11 0,0 0-20 0,0 0-17 0,0 0-24 0,0 0-20 0,-18 6-22 0,9-2-23 16,4-2-30-16,-5 2-176 0,1 2-344 0,1-4 152 16</inkml:trace>
  <inkml:trace contextRef="#ctx0" brushRef="#br0" timeOffset="-61467.3">5257 5531 45 0,'-3'4'144'15,"3"-4"4"-15,0 0-3 0,0 0-5 0,0 0-15 0,0 0-7 16,0 0-9-16,14 1-13 0,-14-1-4 0,0 0-5 16,14-3 1-16,-10 2-12 0,-4 1-8 0,9-1-3 15,-4 0-1-15,-5 1 0 0,0 0-4 0,9-2-1 16,-9 2-4-16,4 0-4 0,-4 0 2 16,0 0-8-16,0 0-3 0,0 0-1 0,0 0-4 0,7-3-6 15,-7 3 0-15,0 0-6 0,0 0-4 0,0 0 0 0,0 0 3 16,0 0-8-16,0 0-1 0,0 0-2 0,4 0-1 15,-4 0 2-15,0 0-3 0,0 0 3 0,0 0 5 16,0 0 0-16,0 0-1 0,0 0 3 0,0 0-4 0,0 0 6 16,0 0-1-16,0 0-5 0,0 0-3 0,0 0 1 15,0 0-3-15,0 0 1 0,0 0-1 16,0 0 0-16,0 0 1 0,0 0-1 0,0 0-1 0,0 0 3 0,10 0 0 16,-2 0 5-16,1 0 2 0,5-2 1 0,5-1-2 15,11 2-2-15,-1-2-2 0,3 1 1 0,-1 1 1 16,1-2 0-16,2 0 3 0,-2 0 5 0,-1 1 3 15,-2-1 2-15,-8 3 1 0,0 0 3 0,-2-1 6 16,-6-1 12-16,-5 2 6 0,2 0 5 0,-2-2 3 16,-3 0-1-16,1 2-4 15,-6 0-2-15,9-2-6 0,-5 1 0 0,-4 1-17 16,0 0-39-16,5-3-38 0,-5 3-50 0,0 0-56 16,0 0-55-16,-28 3-81 0,18-2-195 0,-2 1-517 15,12-2 228-15</inkml:trace>
  <inkml:trace contextRef="#ctx0" brushRef="#br0" timeOffset="25841.71">7766 4857 1 0,'0'-2'83'0,"0"2"-9"0,0 0-4 0,0 0-4 15,0 0 6-15,0-7-11 0,0 7-5 0,0 0-2 16,-2-3 5-16,2 3 1 0,0 0-7 0,0-7 0 16,0 7-6-16,0-3-3 0,0 3-3 0,0 0-3 15,0-5 1-15,0 5-6 0,2-6 3 0,-2 6-5 0,0-3 9 0,0 3-7 16,0 0 3-16,0-4 6 0,0-1-6 0,0 5 3 15,0 0 3-15,0-5-3 0,0 5-6 0,0-5 4 16,0 5-3-16,0 0 1 0,0 0 3 0,0-7-7 16,0 4 7-16,0 3 2 0,-2-4 5 0,2 4-1 15,0 0-1-15,0-6 2 0,0 6-2 0,0-7 1 16,0 7 1-16,-2-4 0 16,2 4 0-16,-1-5-7 0,1 5 3 15,0-5 4-15,0 5 12 0,-3-5-11 0,3 1 3 16,0 4 3-16,-1-6-2 0,1 6 7 0,1-6 4 15,-1 3 1-15,0 3 2 0,0 0 0 0,0 0-5 16,-1-3-4-16,1 3-5 0,0 0-12 0,0 0-2 0,0 0-7 16,0-6-7-16,0 6-17 0,0 0-2 0,0 0 0 15,0 0-3-15,0 23-2 0,-4-6-3 0,3 2-1 0,0 11 4 16,-2 1 0-16,2 1-4 0,-3 4 6 0,4-3-1 16,-4 1 1-16,3 0 3 0,1-1-3 0,0-1 1 15,1-3-1-15,-1 1 0 0,2-3 3 0,0-3-3 16,-2-5 0-16,0 2 2 0,1-4-1 0,2-4 3 15,-3-1-1-15,0-1 0 0,0-3 1 0,-3 1 2 16,3-4 0-16,3 0 4 0,-3 0 21 0,0 0 23 0,0-5 30 0,0 0 28 16,0 0 29-16,0 0-30 0,0 0 1 0,0 0-15 15,0 0-9-15,0-17-8 0,0 5-9 0,-4 2-9 16,4-7-6-16,-2 1-17 0,0-2-5 0,1-1-13 16,-5-7-15-16,2-2-15 0,0 0-3 0,-4 0 0 15,6-2-5-15,-1-1-14 0,-1-4 14 0,0 3-4 16,-1-1 0-16,0 2 8 15,0 4-12-15,3-2 13 0,-3 2-5 0,1 8 3 16,0 0-1-16,0 2 20 0,3 0 13 0,-3 2-9 16,3 3-2-16,-2 1 1 0,2 1 5 0,0 4 1 15,-1-1 2-15,2 0-7 0,2 3-1 0,-2-1-2 16,1-1-5-16,3 4-3 0,2-1-5 0,2 1-7 16,2-3-1-16,4 7-1 0,3 1-8 0,3 2 3 15,8 3 0-15,-1 1 2 0,-4 1-3 0,4 0-1 0,-3 4-2 16,-1-1 1-16,-7-2 1 0,-3 2-1 0,0-1 0 15,-1 0-3-15,-2 1 3 0,-5-2-2 0,-5-1-1 0,0-2 0 16,-4 5 5-16,-5-1 5 0,-5 1 3 16,-9 2 6-16,-2-2-1 0,-6 0 2 0,3-1 6 15,0 0-1-15,-3-3 12 0,4-1-9 0,-1 0-1 16,7-2 2-16,3 2-5 16,0-1 0-16,1-3 2 0,6 2-3 0,-1-2 1 15,3 0 1-15,-1 2-23 0,2-1-14 0,6-2-5 16,-1 1-1-16,3 3-7 0,3-2-16 0,-1 0-26 15,9 0-45-15,0 0-46 0,2-3-64 0,1 1-200 16,2-1-485-16,-2 0 214 0</inkml:trace>
  <inkml:trace contextRef="#ctx0" brushRef="#br0" timeOffset="26311.51">8019 5141 314 0,'-1'-5'366'0,"1"5"-1"15,0 0 5-15,0 0-41 0,-1-6-14 0,1 6-26 16,0 0-33-16,0 0-19 0,0 0-24 0,0 0-26 16,-3-4-23-16,3 4-16 0,0 0-17 0,0 0-20 15,0 0-23-15,0 0-11 0,0 0-9 0,0 15-9 16,0-9-2-16,0 5 6 0,0-2-22 0,0 5 0 16,0 3-3-16,0 1-8 0,-1 1-15 0,-2 0 11 15,3 1 3-15,3-2-3 0,-6 0-1 0,3-1-8 0,0 0 4 0,0-5-7 16,0-2 0-16,0-1-2 0,0-1 1 0,-1-1 1 15,1-2 1-15,-3-1 5 0,3 0-20 0,0 0 48 16,0-4 20-16,3 2 20 0,-3-2 6 0,0 0 10 16,0 0-7-16,0 0-3 0,1 5-6 0,-1-5-9 15,0 0-8-15,0 0-6 0,0 0-10 0,0 0-21 16,0 0-27 0,0 0-23-16,0 0-21 0,0 0-47 0,0 0-36 0,0 0-61 15,4-10-41-15,-4 10-52 0,0 0-57 0,0-8-81 16,0 8-244-16,0 0-710 0,-1-6 314 0</inkml:trace>
  <inkml:trace contextRef="#ctx0" brushRef="#br0" timeOffset="27266.32">8735 5051 166 0,'-3'-3'226'0,"1"-1"-15"15,-3-1-7-15,1 1-17 0,-1 0-9 0,-1 2-18 0,0-3-17 16,0 1-16-16,-3 4-13 0,1-3-11 0,-1 3-13 16,-5 0-8-16,0 1-7 0,0 1-10 0,-4 3-7 15,-1 4-8-15,5-2-5 0,-3 2-2 0,3 0-8 16,-1 2-1-16,2-1-5 0,0 2-4 0,2 0 0 15,6-2-4-15,-4 1 0 0,4 2-4 0,-3 2-1 16,8-4-1-16,0 1 3 16,0-2-2-16,4 3-2 0,1-3 0 15,2-1-1-15,4-2-1 0,-2 1 2 0,2-3 0 0,2-1 3 16,0-1 6-16,1-3 13 0,-1-3 10 0,3-1 16 16,0-2 3-16,-4-1 14 0,2-2 8 0,-1-1 1 15,0-4 20-15,0-1-9 0,-3-2 4 0,-2-1 8 16,-2 0-8-16,-2-10-7 0,1 1-11 0,-4-3-6 15,-1-2-13-15,-2-1-7 0,-3-1 3 0,0 0-1 0,1 0 3 0,0 1 3 16,-1 5 12-16,-2 0 18 0,1 8 2 0,2 3-1 16,0 3-6-16,4 3 1 0,-5 3-10 15,4 1-6-15,-2 1-14 0,2 2-9 0,1-1-19 16,-3 2-42-16,3 3-36 0,0 0-21 0,0 0-7 0,0 0 3 16,-2 17 12-16,-2-5 9 0,4 7 1 0,4 8 7 15,-4 1 4-15,1 2 2 0,-1 2 3 0,4 0 5 0,0-1 2 16,-3-2 11-16,3-3-7 0,1 0 10 0,-1-6-7 15,2-3 6-15,-2 0 5 0,0-2-4 0,0-3-17 16,-3 0-15-16,2-2-24 0,-2-1-13 0,2 2-25 16,-2-7-22-16,-1 2-19 0,1-1-15 0,-1 1-22 15,-1-5-27-15,1-1-65 0,0 0-252 0,0 0-568 16,0 0 252-16</inkml:trace>
  <inkml:trace contextRef="#ctx0" brushRef="#br0" timeOffset="27697.76">8833 4918 194 0,'10'-7'222'0,"3"2"-17"0,0 0-10 0,2 2-19 0,-3 0-17 16,2 2-15-16,2 1-10 0,-3 2-15 0,1 2-6 16,4 2-9-16,-6-1-10 0,-2 4-9 0,-1 1-8 0,2 2-2 15,-3 0-8-15,-2 5-4 0,-1-2-6 16,-5 2-5-1,0 0-5-15,-2-1-5 0,-6 0-1 0,3-2 0 16,-4 2-5-16,-1-3 3 0,1 1 3 0,3-2 0 16,-2-4 4-16,0 4 1 0,2-6 5 0,1 0 2 0,1-1 8 15,1-3 14-15,0 5 31 0,1-7 39 0,2 0 24 16,-6 3 36-16,6-3 23 0,0 0-7 0,0 0-27 16,0 0-20-16,0 0-11 0,9-18-19 0,-4 7-18 15,3-4-9-15,3 0-14 0,4-4-11 0,1-3-13 16,-5 5-7-16,2 0-7 0,-1 1-6 0,-1 2-7 15,-2-1-5-15,-3 5-3 0,2 0-5 0,0 2-6 0,-6 2-4 0,1 0-11 16,1 1 2-16,-3 4-20 0,3-3-25 0,-4 4-32 16,0 0 2-16,0 0 7 0,0 0 1 0,-9 13 6 15,4 0 3-15,-3 3 8 0,-1 1 0 0,-1 7 1 16,1 3 16-16,1-3-26 0,2 4 10 0,3-3 13 16,3 1-2-16,11-3 2 0,0 1 5 0,-1-2 5 15,12 0-4-15,1-5-22 0,9-3-51 0,3 1-72 0,18-3-80 16,-1-6-93-16,4 2-408 0,-1-15-796 0,-2 1 354 15</inkml:trace>
  <inkml:trace contextRef="#ctx0" brushRef="#br0" timeOffset="28534">7511 5772 197 0,'0'0'216'0,"-9"0"-6"0,9 0-7 15,0 0-12-15,-8 0-10 0,8 0-9 0,0 0-11 0,0 0-9 0,0 0-10 31,0 0-13-31,0 0-14 0,0 0-8 0,-7 2-8 16,7-2-10-16,0 0-7 0,0 0-8 0,0 0-4 16,0 0-7-16,-3 1-1 0,3-1-11 0,0 0-6 0,0 0-5 0,0 0-3 0,0 0-7 0,0 0 1 31,0 0-4-31,0 0-4 0,0 0-4 0,0 0-2 16,0 0 2-16,0 0-2 0,0 0-5 0,0 0 2 0,0 0-4 15,0 0-1-15,0 0 1 0,0 0-1 0,0 0 1 16,0 0-2-16,0 0 0 0,0 0 1 0,0 0-3 0,25-4 1 15,-9 3-2-15,5-4 0 0,15 0 1 0,15 2 4 16,8-6-7-16,37 3 3 0,1-4 4 16,5-1 5-16,8 5 8 0,6-5-3 0,6 2 3 15,3-1-1-15,3-1-3 0,1 6 1 0,-4-3-5 0,-5-2-2 0,-5 2 4 16,-6 1-4-16,-10-2 2 0,-4 6-4 0,-31-1-2 16,0-1-3-1,-4 0 2-15,-4 3 0 0,-17-1-5 0,-4 1 8 16,-3-3-6-16,-11 3 0 0,-5-1 25 0,-3 2 18 15,-4 0 22-15,1 1 19 0,-6 0 14 0,4 0 8 0,-3-3-2 16,1 1 3-16,-6 2-5 0,5 0-13 0,-5 0-10 16,5-2-13-16,-5 2-15 0,0 0-24 0,0 0-53 15,0 0-31-15,0 0-34 0,0 0-49 0,-15-5-43 16,7 5-58-16,1-1-83 0,-1-1-281 0,-2 0-650 0,3-1 288 16</inkml:trace>
  <inkml:trace contextRef="#ctx0" brushRef="#br0" timeOffset="30348.85">8170 6062 143 0,'1'-7'217'0,"-1"2"-12"0,2-2-2 0,0 0-1 16,-2 2-5-16,0-2-4 0,1 3-2 16,-1 0-15-16,0 4-10 0,3-5-17 0,-3 5-22 0,0-4-12 15,0 4-16 1,0 0-11-16,0 0-17 0,0 0-7 0,0 0-10 15,0 17-9-15,-3-5-1 0,3 5-3 0,-1 7-5 16,-1-5-3-16,0 8-5 0,1-2-1 0,0 2-5 0,1 1 1 16,0-4-3-16,2 0-6 0,0 3 5 15,-2-8-2-15,2 0-3 0,-1 1 0 0,2-3-1 16,1 0 5-16,-2-3-9 0,-1-3 1 0,2-1-1 16,-2-2 0-16,2 1-1 0,-3-3 3 0,0-1 0 0,1 0 0 0,-1-2 1 15,0 1 1-15,0-4 1 0,2 3-2 0,-2-3-24 16,0 0-36-16,0 0-36 0,0 0-33 0,-7-13-20 15,7 6-11-15,-4-5-23 0,4 2-24 0,-6-7-190 16,2-2-415-16,0-6 184 0</inkml:trace>
  <inkml:trace contextRef="#ctx0" brushRef="#br0" timeOffset="30649.52">8129 6003 188 0,'-4'-12'216'15,"2"2"-1"-15,0 2-1 0,-1-1-13 0,0 4-11 16,2-3-12-16,0 3-12 0,-1 1-17 0,2 0-19 15,0-2-12-15,0 6-13 0,4-3-10 0,-4 3-12 16,11-2-11-16,0 2-5 0,2 2-8 0,4 1-3 16,2 4-7-16,11 0-2 0,-2 3-5 0,-1-2-5 0,1 3-6 0,-2 0-4 15,-7-2-1-15,4 7-10 0,-8-6-1 0,-1 3-5 0,-4 2 5 16,-1-1-9-16,-5-1-1 0,0-3 0 0,-5 1 2 16,-3 2 2-16,-9 2 4 0,-3-3-1 0,-6 3 0 15,-5-2 6-15,-3-1-3 0,1-1 0 0,0 0 3 16,-1-5 1-16,4 4-6 0,-4-5-1 0,3-1 2 15,7 1-3-15,1-2 0 0,1-1-2 0,5 1 2 16,2-2 0-16,-1 0-3 0,6 2-19 0,-1-2-26 16,1 0-27-16,2 1-1 0,4-2-9 0,0 3-18 0,0-3-29 15,14 2-32-15,-5 0-43 0,5-1-181 0,-1-1-407 16,6 0 180-16</inkml:trace>
  <inkml:trace contextRef="#ctx0" brushRef="#br0" timeOffset="30950.75">8472 6321 155 0,'0'0'346'0,"0"0"-19"15,0 0-8-15,0 0-22 0,0 0-15 0,0 0-25 16,0 0-27-16,0 0-24 0,0 0-21 0,0 0-29 0,0 0-13 15,0 0-14-15,1 3-16 0,-1-3-14 0,0 0-12 16,0 5-13-16,0 0-5 0,-1-1-7 0,1 4-11 16,0-1-3-16,1 3-2 0,-1-1-6 0,-1 1-4 15,1 0-6 1,0 1 3-16,0 0-6 0,0 0 2 0,1-3-9 16,0 1 1-16,-1-2-2 0,0-2-13 0,0 1-17 15,0-1-9-15,0-1-18 0,0-2-11 0,0-2-10 16,0 7-7-16,0-7-10 0,-1 4-14 0,1-4-10 15,0 4-19-15,0-4-62 0,0 0-59 0,0 0-243 16,0 0-522-16,5-16 232 0</inkml:trace>
  <inkml:trace contextRef="#ctx0" brushRef="#br0" timeOffset="31288.62">8856 6082 183 0,'0'-5'297'16,"1"-2"-6"-16,2 1-5 0,-3 0-14 0,1 2-21 15,-1 0-22-15,0 4-25 0,3-4-21 0,-3 4-23 16,1-4-19-16,-1 4-17 0,0 0-12 0,0 0-14 16,0 0-13-16,0 0-16 0,4 12-2 0,-4-1-7 15,0 1-5 1,0 7-9-16,1-1-3 0,-1 8-5 0,-1-1-2 15,1-2-10-15,-3 6 7 0,2-2-5 0,-3-2-1 16,3 3-3-16,1-9-2 0,-3 1-2 0,2-2-6 0,5 0 15 16,-4 1-14-16,-3-7 8 0,6-1-10 0,-3 0-1 15,0-3 9-15,0-1-20 0,0-2-22 16,0 0-9-16,0-1-4 0,0-1-5 0,0-3-21 16,0 0-54-16,0 0-55 0,0 0-44 0,0 0-65 0,-13-14-169 0,9 4-484 15,3 2 214-15</inkml:trace>
  <inkml:trace contextRef="#ctx0" brushRef="#br0" timeOffset="31651.03">8812 5980 260 0,'-2'-3'303'0,"-2"-3"-21"0,2 3-23 0,2-1-20 16,0 4-25-16,-3-3-28 0,1 1-15 0,2 2-21 15,0 0-14-15,6-4-16 0,-6 4-9 0,17 1-14 16,-5 1 1-16,1 1-23 0,5 0-6 0,1 4-7 16,2 0-6-16,-1 1-6 0,6 3-7 0,-8-4-2 0,1 4-8 15,2 5-4-15,0-2 1 0,-4-1-9 0,-6-1 3 0,0 2-11 16,-3-2 1-16,-4 1-2 0,0-4-4 0,-3 3 5 16,-1-2 5-16,-4 0 0 0,-1 1 11 0,-4-1-2 15,-6 2 2-15,-4-3-2 0,-7 2-3 16,-1 1 6-16,1-3-7 0,-1-1-1 0,5-3 3 0,0 1-2 15,3-3-7-15,0 0 4 0,2 3-5 0,5-1-3 0,0-4 0 16,4 1 5-16,1-1-7 0,-1-1 4 0,3 2-21 16,0-2-7-16,5 0-11 0,-5 2-12 0,5-2-10 15,0 0-24-15,0 0-34 0,0 0-61 0,25-4-58 0,-9-1-265 16,4-3-530-16,-2 3 234 0</inkml:trace>
  <inkml:trace contextRef="#ctx0" brushRef="#br0" timeOffset="33826.49">10576 5411 60 0,'0'0'139'16,"0"0"-10"-16,-8 0-8 0,8 0-8 0,0 0-12 15,0 0 4-15,0 0-3 0,-3 2-4 0,3-2-11 0,0 0 11 16,0 0-2-16,0 0-3 0,0 0 1 16,0 0-2-16,0 0-3 0,0 0 5 0,0 0-9 15,0 0-3-15,0 0-3 0,0 0 0 0,-7 1-5 16,7-1-5-16,0 0-3 0,0 0 1 0,0 0-4 0,0 0-5 0,0 0-6 15,0 0-6-15,0 0-3 0,0 0-4 0,23-3-5 16,-10-1-6-16,7-1-1 0,10-2-4 0,0 4-2 16,2-2-1-16,7-1 1 0,-5 3-4 0,2-2-4 15,-4 0-1-15,5 0 0 0,-5 3-4 0,-3-3 0 16,-9 3-3-16,-3 0-7 0,-4-1-12 0,1 3-18 16,-6-1-17-16,-3 1-15 15,0 0-13-15,-5 0-5 0,0 0-17 0,0 0-19 16,0 0-4-16,-17 9-22 0,6-8 0 0,-2 2-21 15,-1-1-127-15,1-1-316 0,2 1 140 0</inkml:trace>
  <inkml:trace contextRef="#ctx0" brushRef="#br0" timeOffset="34158.74">10734 5576 10 0,'-6'3'216'0,"4"-2"-15"0,2-1-14 16,-4 3-14-16,4-3-6 0,0 0-15 0,0 0-11 0,0 0-6 0,29-4-17 15,-11 0-7-15,5 0-10 0,5 0-9 0,3-4-7 16,2 3-3-16,3-2-5 0,1 0 0 0,0 0-8 15,-5-1-2-15,0 3-6 0,-4-1-4 16,-6 3-4-16,-3 0-7 0,-6 1-3 0,-6 0-5 16,0 0-1-16,0 2-5 0,-2-1-2 0,2-1-5 0,-7 2-5 15,6 0-11-15,-6 0-4 0,0 0-22 0,0 0-27 16,0 0-26-16,0 0-36 0,-20 7-43 16,12-6-50-16,0 2-157 0,2-3-384 0,1 3 170 15</inkml:trace>
  <inkml:trace contextRef="#ctx0" brushRef="#br0" timeOffset="36000.6">12051 4698 131 0,'0'-5'167'0,"0"0"-5"0,1 0-2 16,0-3-1-16,1 4-12 0,0 0-1 0,-2-2-5 0,0 6-5 16,1-7-13-16,-1 4-13 0,0 3-10 0,2-4-11 15,-2 4-11-15,1-5-9 0,-1 5-13 0,0 0-3 0,0 0-9 16,0 15-3-16,1-4-3 0,-2 9-3 0,2 3-2 15,-2 2-1-15,2 5-2 0,-3-1-7 0,2 1 4 16,0 2-6-16,0-2 4 0,0-1-6 0,1 1-4 16,0-2 0-16,1-2-2 0,1-6-1 0,-2 0 3 15,2-2-3-15,-2-1-3 0,1-1 0 0,0-5 2 16,-2-2 0-16,2 0-6 0,-2-5 10 0,2 2-6 0,-2 0 1 0,0-1 4 16,0-4 22-16,0 3 21 0,0-4 19 0,0 4 8 15,0-4 8-15,0 0-7 0,0 0-7 0,0 0-33 16,0 0-22-16,0 0-24 0,-4-12-24 15,0 4-26 1,3-1-17-16,-3 0-24 0,1-3-24 0,1-1-22 0,1-4-17 16,0-3-16-16,3-5-17 0,-2 0-170 0,0-4-386 15,-1 0 171-15</inkml:trace>
  <inkml:trace contextRef="#ctx0" brushRef="#br0" timeOffset="36278.71">12039 4679 28 0,'-5'-20'130'15,"1"2"11"-15,0 0 10 0,1-1 10 0,-3 4 1 16,4 4 6-16,-2 0 2 0,3 0 0 0,-2 2 4 15,1 3-5-15,-1 1-15 0,2-1-18 0,1 4-9 16,0-5-19-16,0 7-12 0,-3-3-12 0,3 3-6 0,0 0-8 0,0 0-4 16,10 0-13-16,-10 0-4 0,17 6-3 0,-4 0-4 15,2 2-6-15,12 2-2 0,-4 2-5 0,0 3-6 16,-1 3 0-16,1-2-3 0,-3 3-2 0,0 0-2 16,-4 1 0-16,-2 1-5 0,-2-4 3 0,-5-1-6 15,0-1 0-15,-3 1-3 0,-2-2-1 0,-2 0 7 16,-4 1-5-1,-2-1 1-15,-2 1 0 0,-5-1 1 0,1-2-2 16,-6 1 0-16,2-3 2 0,-1 1-1 0,-3-3-2 0,5 1 1 16,-3-1-1-16,1-1 1 0,2 2-2 0,1-4-3 15,2 2-16-15,1-2-22 0,2-1-21 16,-1 1-28-16,4 1-29 0,0-4-25 0,4 2-26 16,2 0-26-16,0 0-189 0,0-4-412 0,10 0 183 15</inkml:trace>
  <inkml:trace contextRef="#ctx0" brushRef="#br0" timeOffset="36716.18">12324 5032 95 0,'1'2'285'0,"-1"-2"-29"0,0 0-27 15,0 0-23-15,13 0-20 0,-5 0-17 0,-2 1-19 16,6 1-15-16,-3 0-11 0,2 1-16 0,0 3-11 15,-1-2-11-15,-3 3-6 0,1 0-9 0,0 1-7 16,-2 1-7-16,-2 0-3 0,-3 2-9 0,0-1-1 16,-2 2-4-1,0 4 0-15,-4-2-3 0,-4 1-2 0,1-1-6 16,-3 0 2-16,-2-1-3 0,0-3 0 0,-1 1-1 16,5-1 0-16,0-2 1 0,-1-1 0 0,1-2-6 15,1 0-1-15,3-1 0 0,0-1-5 0,0-1 0 0,3 2 9 16,2-4 9-16,-4 5 2 0,4-5 3 0,-2 3 0 15,2-3 5-15,0 0 2 0,0 0 6 0,27 0 2 16,-13-3-4-16,8-3-13 0,5 2 3 0,0 3-8 0,-4-2-2 16,6 1-8-16,-2-3 4 0,-8 4-1 0,0-1-3 15,-2 0-4-15,-6 2-2 0,1 0 0 0,-6-2-4 16,-6 2 5-16,17 0-6 0,-17 0-1 0,10 0 0 16,-10 0 0-16,0 0 3 0,11 0 10 0,-11 0 2 15,0 0-13-15,0 0-2 0,7-3 3 0,-7 3-29 16,0 0-14-1,0 0-19-15,0 0-27 0,0 0-28 0,0 0-40 0,0 0-48 16,0 0-49-16,0 0-265 0,0 0-547 0,0 0 242 16</inkml:trace>
  <inkml:trace contextRef="#ctx0" brushRef="#br0" timeOffset="37701.83">13111 4865 157 0,'-5'-3'188'0,"-1"-3"-13"0,-3 3-17 0,-1-2-14 0,-2 2-15 0,-3-1-9 0,-3 2-12 16,0 2-12-16,-5 0-8 0,4 0-7 15,-3 0-6-15,-1 3-3 0,2 1-4 0,1 0-8 16,0 1-2-16,-1 0-6 0,2 2-3 0,4-1-6 16,-2 3-2-16,-1-1-7 0,9 1-4 0,-2 0-4 15,3 1-3-15,1 0-3 0,1 0 1 0,3-1 4 16,-2 3-7-16,5 0-1 0,2-2-2 0,3 0 0 0,4 4-1 0,4-2-2 16,2-2 2-16,1-2 0 0,0-1-2 0,5 0 2 15,-1-4-2-15,1-2 1 0,7 2 7 0,-7-5 9 16,-4-1 10-16,3-2 15 0,-3-1 15 0,2 0 8 15,-6-4 3-15,1 0 10 0,-1-2 9 0,-2-4 6 16,-3 1-5-16,0-5 3 0,-3-1 6 0,-1-5-15 16,-1-1-8-16,0 0-9 15,-3-6-1-15,-3 0-10 0,0 1 1 16,-2 2 11-16,1-1 9 0,-1 4 0 0,-2-3-2 16,3 7 11-16,-2 4-21 0,2 4 24 0,3 5-4 0,-3-2-9 15,0 4-11-15,3 2-3 0,-3 0-9 0,4 2-3 16,-1 1-23-16,1 3-11 0,0-7-33 0,-3 4-46 15,3 3-15-15,0 0 7 0,-4 11 14 16,4-2-3-16,0 3 8 0,-1 5 7 0,1 7 1 0,0 1 5 0,1 1 0 0,3 0 3 16,0 2 16-16,1 0-9 0,-1-1 3 15,0-3 3-15,0 3-1 0,2-8 6 0,-1-1 5 16,-1 0-1-16,1-2 4 0,-4-3-11 0,2 0 12 16,-3-4-13-16,3 1-9 0,-2-3-17 0,-1 0-24 15,0-1-23-15,0-2-16 0,1 3-13 0,-1-2-14 0,0-2-16 16,0-3-7-1,-2 5-17-15,2-5-36 0,0 0-41 0,0 0-226 16,0 0-509-16,0 0 226 0</inkml:trace>
  <inkml:trace contextRef="#ctx0" brushRef="#br0" timeOffset="38349.35">13106 4770 224 0,'4'-9'229'0,"-3"1"5"0,4 0-4 0,-2 0-4 0,1 5-12 0,-3-4-6 16,2 1-15-16,0 2-20 0,1 1-20 0,-4 0-19 15,0 3-16-15,3-5-8 0,1 4-16 16,-4 1-8-16,7 0-9 0,-7 0-12 0,8 3-3 16,-3 2-10-16,1 0-8 0,0 1-3 0,0 4-5 0,3-2 1 15,1 6-10-15,-5-4-6 0,3 2-1 0,2 1-4 16,-5 3-5 0,3-4-3-16,0 3-6 0,-3-4-11 0,1-3-1 15,2 1 0-15,-4-3-1 0,-2-1 0 0,2 0 3 16,-3 1 2-16,2-4 6 0,-3 2 23 0,0-4 11 15,5 1-2-15,-5-1-4 0,0 0 3 0,8-9 1 16,-6 2-3-16,1 0 5 0,-1-4 4 0,1 2 6 16,-1-1-1-16,0 0 9 0,0 3 1 0,0-5 5 15,-1 4 5-15,0-1 7 0,1 4 2 0,0 0-2 0,-1-2-15 0,0 5 22 16,-1 2-26-16,0-7-2 0,0 7-7 0,2-5-13 16,-2 5-17-16,0 0-21 0,2-2-8 0,-2 2 3 15,0 0 3-15,8 11 1 0,-7-3-9 0,3 2 1 16,1 4 4-16,-2 5 7 0,3 6-7 0,-3-4-2 15,2 3 1-15,-1 1 5 0,2 1 1 0,-3 3 2 16,1-2-4-16,3-1 3 0,-2 0 0 0,-1-1 0 0,-1 0 5 0,-1-4 6 16,-2-1 1-16,0-3-9 0,0 2 3 0,-2 0 2 15,0-4-2-15,1-3 1 0,1-2-1 16,-3-1-1-16,2-1-1 0,1-4-3 0,0 1 1 16,0-5 2-16,-4 8 10 0,4-4 10 0,0-4 13 0,-2 4 21 15,2-4-17-15,0 0 10 0,0 0-27 0,0 0 14 16,-17-11 4-1,12 6 18-15,1-4 2 0,0 0-6 0,0-4 3 16,1-4-1-16,2-2-4 0,1-6-6 0,4-6-7 16,4 2-22-16,-1-3 19 0,3 2-9 0,5 0-1 15,-1 0-3-15,4 2 9 0,-4 3-7 0,7 4-5 16,-2 0-11-16,-2 2-10 0,-1 5 16 0,-2 4 3 16,0-2-12-16,0 2 3 0,-2 6-1 0,-3-3 0 15,-4 2-4-15,1 3 2 0,-2-3-5 0,2 3-32 0,-2-1-38 0,-4 3 2 16,7 0-14-16,-7 0-16 0,2 7-21 0,-2-2-17 15,-2 2-18-15,-2 1-18 0,-3 2-30 0,0-2-55 16,-4 5-290-16,2-4-596 0,-1-1 265 0</inkml:trace>
  <inkml:trace contextRef="#ctx0" brushRef="#br0" timeOffset="39503.32">11965 5660 39 0,'0'0'178'0,"-5"1"-10"0,5-1-10 16,0 0-13-16,0 0-8 0,-4 2-14 0,4-2-7 15,0 0-7-15,0 0-5 0,0 0-4 0,0 0-5 16,-5 1-1-16,5-1-1 0,0 0-4 0,0 0-2 16,0 0-1-16,0 0-2 0,0 0-3 0,0 0-4 15,0 0-9-15,0 0-9 0,0 0-6 0,0 0-5 16,0 0-4-16,0 0-8 15,0 0 1-15,0 0-5 0,0 0-3 0,0 0-6 16,0 0-2-16,0 0-2 0,0 0 0 0,0 0-2 16,0 0-5-16,0 0 1 0,0 0 1 0,0 0-5 15,0 0-1-15,0 0 1 0,0 0-1 0,0 0 0 16,0 0 5-16,0 0 0 0,0 0 5 0,0 0 4 16,0 0 0-16,0 0 0 0,0 0-1 0,0 0 7 15,0 0 4-15,0 0-1 0,0 0 2 0,22 0-3 0,-9 0-2 0,3-1 0 16,5-2-7-16,8-1-2 0,8-3-1 15,14 1 1-15,13-5-2 0,28-4 0 0,0 1-2 16,4-1 5-16,9 1 4 0,1-6 4 0,9 8 0 16,0-5 2-16,4 5 2 0,-7-5-3 0,-6 2-2 0,-2 1 0 15,-15 2 2-15,-25 3 0 0,-3 1-1 0,-1-4-3 16,0 3 4 0,-7-1-4-16,-15 6 3 0,-1-7 5 0,-5 7 13 15,-1-1 16-15,-12 0 19 0,0 2 26 0,-7 1 18 0,-2-2 10 0,-3 1 6 16,0 1 2-16,-2 1-8 0,0 1-18 0,1-2-7 15,-2 0-12-15,-4 2-13 0,0 0-11 0,8-1-29 0,-8 1-43 16,0 0-50-16,0 0-73 0,6 0-74 0,-6 0-57 16,0 0-37-16,-1 6-56 0,1-6-313 15,-4 6-711-15,4-6 315 0</inkml:trace>
  <inkml:trace contextRef="#ctx0" brushRef="#br0" timeOffset="41725.51">12251 4529 28 0,'0'-6'147'16,"2"1"-2"-16,-2 1-5 0,0-1-6 0,1 1-7 15,-1 4-6-15,0-9-7 0,-1 5 2 0,1-1-5 16,-2 1-6-16,1-1-5 16,-1 2 4-16,0-1-1 0,2 4-9 0,-4-5-10 15,2 0-8-15,-2 3-10 0,-1 0-8 0,0-1-8 16,-2 2-3-16,-3 0-3 0,0 2-9 16,-4-1-2-16,1 1-5 0,0 2 2 0,-6 1-7 0,1 1-2 15,0 0-6-15,-1 2 0 0,-5 6-2 0,6-3-3 16,-5 6 1-16,-1-2-2 0,1 3 1 0,1 3-5 15,2 2 2-15,-1 1-3 0,3 1-1 0,-1 2-1 0,2-1 3 16,2 4 1-16,-3-3-3 0,7 4 1 0,-3-2 5 0,2-1-8 16,2 1 3-16,4 0 5 0,-2-3-5 15,3 1 0-15,1-2 6 0,4-7-4 0,0 2-1 16,0 1 0-16,0-3-4 0,8 1 4 0,-3-2 0 16,0 0-2-16,3-1 5 0,1 0-4 0,-2-3 5 15,2-2-1-15,0-2-2 16,6 3 4-16,-2-6 8 0,2 4 9 0,2-6 2 15,-3 1 6-15,4-1-2 0,1-3-1 0,-2 0 2 16,2 0 2-16,0-5 2 0,-1 1 6 0,1-2-1 16,-2 1 1-16,2-2-3 0,0-2 6 0,-3-3 3 15,0 1-1-15,-2-3-1 0,0 0 0 0,-1-2 0 16,0-1-6-16,1-6-2 0,-3-2-6 0,3 1-1 16,-5-4-5-16,-1 1-1 0,1-1 0 0,-3 1-6 0,-2 2-8 0,-1-1 1 15,-1-2-1-15,0 1-1 0,-1 0-2 0,-1 2 6 16,-1 4-9-16,-1-4-2 0,1 5 1 0,-4-1 2 15,2 2 10-15,1 4 0 0,-2-3 6 0,1 7-11 16,-2-1 3-16,2 0 6 0,-1 2-9 0,1-2 0 16,0 7-1-16,-2-5-4 0,1 5 1 0,1 0-5 15,-1 0 0-15,1 2-2 0,1 0-2 0,2 3-5 0,-9-1-1 16,9 1-4-16,-18 7 2 0,8 2 0 0,-3 2 3 16,-1 1 0-16,1 3-4 0,-6 8 1 0,6 2 4 0,-1 2-4 31,-1 2 4-31,3 4 1 0,3-1-4 0,3 2 5 15,1 0-2-15,2 0 10 0,1 3-9 0,5-1 2 16,1-5 1-16,3 2-1 0,2-3 5 0,2 4-4 16,1-4 0-16,1 1 3 0,1-3 1 0,1-1-2 0,-1 2 8 15,-1-3-6-15,2-4-5 0,-7-4 5 0,-2 1-3 16,1-2 1-16,-4 0 0 0,1 0-2 0,-4 0 1 16,-4-5 1-16,4 5 4 0,-10-2-3 0,1 1 4 15,0-3 1-15,-6 2-3 0,-8 5-1 0,1-3 3 16,-6 0 1-16,2-2-2 0,-2 1-1 0,-1-1-11 0,2-1-29 15,-5-3-36-15,5 1-45 0,1 0-64 0,1 0-79 0,5-6-264 16,2 2-565-16,5-5 250 0</inkml:trace>
  <inkml:trace contextRef="#ctx0" brushRef="#br0" timeOffset="45047.4">12455 5061 51 0,'0'0'209'16,"0"-8"-7"-16,1 4-1 0,-1 0-16 0,0 0 1 16,0 4 18-16,1-5-10 0,-1 5-5 0,1-4-12 0,-1 4-16 15,0 0-12-15,2-3-22 0,-2 3-12 0,0 0-14 16,0 0-13-16,0 0-12 0,0 0-12 0,0 0-6 0,0 0-6 16,0 12-5-16,-2-2-2 0,2 3-9 0,-1 3-3 15,1 4-7-15,-2 5 1 0,0 2-6 16,1 0 2-16,-2 0-1 0,1 0-2 0,2 1-2 15,-1 2 0-15,-1-3-1 16,0 1 2-16,-1-3-8 0,2-5 1 0,0 0 0 16,1-3-1-16,-2-2 0 0,2-3-3 0,-1-3 2 15,2-1 1-15,-2-3 1 0,1 2 14 0,0-2 21 16,0-1 39-16,0-4 50 0,0 5 38 0,0-5 39 16,0 0 27-16,0 0-24 0,0 0-27 0,0 0-18 15,-1-21-18-15,1 11-14 0,-4-3-15 0,3-3-16 16,1-2-12-16,-3-7-12 0,2 5-7 0,0 1-11 0,-3-6-8 0,1-1-8 15,1 7-10-15,0-3-3 0,1 3-1 0,0 2-8 16,-1 0-5-16,1 5-3 0,1 2 3 0,-1 2-4 16,1 0-2-16,-1 2-3 0,-2 1-7 0,3 1-1 15,0 0-18-15,0 4-34 0,-1-4-34 0,1 4-25 16,0 0 13-16,0 0 12 0,-3 12 12 0,2-4-7 16,-1 3 4-16,2 4 10 0,-3 0 6 0,3 2 9 0,-1 1 1 0,1 2 7 15,-3 5 6-15,3-7-4 0,0 2 11 0,0-3 10 16,3-4-4-16,-3 2 4 0,0-3 3 0,0-2-17 15,1-2 20-15,-1-3 2 0,0 0 0 0,0 1 7 16,0-2 2-16,0-2 25 0,0-2 34 0,3 5 42 16,-3-5 32-16,0 0 11 0,0 0-21 0,0 0-15 15,0-14-7-15,0 4-15 16,0-1-9-16,1 0-9 0,-1-6-13 0,1-2-4 16,-1 1-6-16,0-1-9 0,1-2-7 15,-1 4-9-15,4-3-4 0,-4 3-2 0,0 5 0 16,3 0-3-16,-3 2 0 0,0 3-5 0,-3 1-3 15,6 0-6-15,-3 3-28 0,0-1-34 0,0 4-34 0,1-5-29 16,-1 5 13-16,0 0 7 0,0 0 12 0,4 13 12 16,-4-2 18-16,1-3-3 0,0 6-8 0,2 1 25 0,-2 4 2 15,0 0 9-15,1 1 6 0,-1-4 3 0,3 2 3 16,-4-3 6-16,3-2 5 0,-2-2-5 0,0 0 3 16,-1-1 2-16,4-3 1 0,-4-1 4 0,1-1-10 15,0-1 11-15,-1 0 21 0,2-1 29 0,-2-3 38 16,0 0 35-16,0 0-12 0,0 0-9 0,0 0-9 15,0-14-14-15,0 4-6 16,0-2-7-16,1-3-5 0,0 1 0 0,0-3-7 16,1-1-9-16,-1 0-3 0,2-2-8 0,-2 3-2 15,0 0 0-15,2 6-1 0,-2 0-6 0,-1 2 1 16,0 4-3-16,1-2-3 0,-1 4-8 0,0-2-23 16,0 5-30-16,0-5-23 0,0 5-47 0,0 0 25 15,0 0 11-15,0 0 9 0,-1 13 9 0,0-4 3 16,-1 4 9-16,1 3 8 0,-3 1-15 0,3 4 25 0,-2-1 6 0,2 5 1 15,-1-5 8-15,0-1 1 0,1 0-4 0,1-2 5 16,0-5 3-16,0-2 5 0,0-1 3 0,0 1 5 16,0-5-1-16,0-1 4 0,1 1 0 0,-1-1 34 15,0-4 25-15,0 4 18 0,0-4-8 0,0 0-5 16,4-16-7-16,0 8-8 0,-1-7-2 0,0-1-9 16,1 0-3-16,0-3 0 0,-1 0-6 0,2-6-5 0,1-2-1 0,-1 1-5 15,-3 0-3-15,0 6 0 0,1 1-2 16,1 2-1-16,-3 5 3 0,-1 2 11 0,0 1 1 15,1 4-6-15,-1-2-4 0,1 2-10 0,-1 2-35 16,0 0-27-16,0 3-17 0,0 0 4 0,0 0 2 0,-1 17 12 16,0-2-7-16,-3 2 29 0,1 10-8 0,0 4 10 15,1 5-25 1,-2-2-20-16,3 13-58 0,1-14-39 0,1 3-56 16,3 0-85-16,-4-4-404 0,2-3-779 0,0-9 345 15</inkml:trace>
  <inkml:trace contextRef="#ctx0" brushRef="#br0" timeOffset="46596.66">12449 5999 112 0,'4'-4'169'16,"-2"2"-11"-16,0-1-1 0,1-1-5 0,-1 0-13 0,-1 0-2 0,-1 4-6 16,3-7-2-16,-2 4-1 0,2-1-6 0,-3 4-5 15,1-5 0-15,-1 5-5 0,-1-6-5 0,2 2 0 16,-1 4-18-16,-4-3-9 0,4 3-7 0,-4-3-8 15,1 1-9-15,3 2-6 0,-11-2-8 0,11 2-4 16,-14 3-3-16,2 1-4 0,0-4-4 0,-7 5-2 16,5 2-4-16,-5-1-2 0,-2 5-2 0,6 0-4 0,-9 6 2 0,-1-1-5 15,2 1-1-15,4 2-3 0,-1 2 1 0,2-1 2 16,0 2-1-16,5 2-6 0,2-6 3 0,2 0 0 16,1 2-4-16,4-2 3 0,-1 0 3 0,4-3-4 15,2 4 0-15,-1-4 2 0,4 5-1 0,0-8 0 16,2 4 0-16,3-3-2 0,5-2 5 0,-2 1-2 15,3-4 3 1,0-1-3-16,2-1 3 0,-4 0 0 0,5-4 2 0,0 1 6 16,-1-5 3-16,5 2 7 0,-8-2 3 0,5-4 7 15,-2-1 11-15,-2 0 9 0,1-2 0 0,0-3 9 16,-3 2-4-16,2-5-2 0,-3 1 1 16,-1-2 0-16,1-2-11 0,-1-4 10 0,1-3-5 0,-3 0-14 15,-3-5-10-15,3-1 5 0,-5 3-8 0,1 1-4 16,-4-1 1-16,-1 8 1 0,-1-1-7 0,1-3 5 0,-5 5-1 15,3 2-1-15,-2 0 4 0,1 1-5 0,-1 5-1 16,0 1 14-16,0 0-24 0,3 5 6 0,-1-2-5 0,0 3-6 16,1 1-5-16,-3-3-16 0,4 6-14 15,-3-1 0-15,3 1 0 0,-8 7 12 0,1-2-4 16,0 5 1-16,-1 2-1 0,0 1 6 0,2 7 0 16,0 3-2-16,-2 4 1 15,2 1 6-15,2 2-3 0,1-2 2 0,2 4 2 16,1-1 11-16,2-2-9 0,4 0 2 0,-1 0 2 15,2-2-1-15,1-1-1 0,-3 1-7 0,2-3 1 16,-4-1 5-16,2-3-5 0,-1-2 3 0,-3 0-4 16,2-3 4-16,-4 1-1 0,-2-5-2 0,1 3 3 15,-5-3 3-15,1 0 1 0,0-1 4 0,-3-1 0 16,-3 1-2-16,1 0 18 0,-1-3-19 0,2 1 2 0,-3-1 0 0,3-3 1 16,1 1 2-16,0 0-1 0,1-3 4 0,3 3-5 15,0-3-2-15,1 0-15 0,0 1-7 0,4-3-16 16,-5 3-14-16,5-3-12 0,0 0-36 0,0 0-44 15,0 0-39-15,0 0-35 0,13-7-236 0,-3 2-497 16,2 1 220-16</inkml:trace>
  <inkml:trace contextRef="#ctx0" brushRef="#br0" timeOffset="46881.68">12770 6332 185 0,'0'0'335'0,"0"0"-23"0,1-5-29 15,-1 5-30-15,0 0-24 0,4-3-23 0,-4 3-23 16,0 0-24-16,0 0-18 0,0 0-16 0,0 0-16 16,0 0-11-16,0 14-10 0,0-6-10 0,0 3-10 15,-1 2-3-15,1 1-12 0,-3 3-2 0,2 2-5 16,1 1-4-16,-3-3-1 0,2 0-3 0,-1-1-5 0,2-1-3 0,0 1 7 15,-3-3-12-15,3-2 1 0,0-1-2 0,0-1-9 16,0-3-16-16,0 2-14 0,-1-4-11 0,1 1-9 16,0 0-7-16,0-2-4 0,0-3-6 0,1 4-40 15,-1-4-53-15,0 0-68 0,0 0-240 0,6-10-489 16,-2 4 218-16</inkml:trace>
  <inkml:trace contextRef="#ctx0" brushRef="#br0" timeOffset="47720.63">13515 5845 105 0,'-4'-3'162'0,"-1"2"-18"0,-1 0-12 16,-6 2-17-16,2 0-6 0,-3 2-11 0,-2 2-1 15,-2 2-9-15,-1 2-7 0,2 3-5 0,-7 2 3 16,1 3-11-16,-1 1-6 0,2 1-7 0,1 3-2 0,2-3-7 0,-1 3 0 15,4 3-7-15,-2-2-2 0,7 1-1 0,1-6-3 16,4 8-4-16,-3-8-7 0,7 0 7 0,1-1-2 16,0 1-3-16,1-2-3 0,7-1 10 0,-3 0 7 15,4-4 4-15,1-1 6 0,3-4-3 0,-1 2 3 16,4-4-3-16,1-2 3 0,2-2-6 0,1 0 3 16,-2-2-6-1,1-2 0-15,0-4 4 0,6-2 0 0,-9-2 4 16,6-3-1-16,-5 3 5 0,-2-3 2 0,-1 1-3 0,1-10-1 0,-3-1-5 0,-2-1-6 15,2 2-4-15,-3-8-1 0,-2 5-7 0,-3 1 3 16,1 1-3 0,-6 6 5-16,0-6 5 0,-6 7-2 0,4-2 2 0,-5 3-1 0,0 0-3 0,1 3-2 0,-2 0 1 15,1 4-6-15,1 1 1 0,-1 1-1 16,0 1-9-16,1 4 1 0,1-2-7 0,1 5-1 16,-4 0-2-16,0 0-1 0,0 3-4 0,0 2-2 15,0 4 0-15,3-1 1 0,-4 6 3 0,2 1-2 16,0 4 0-16,3 0-3 0,-1 6-1 0,3 3 4 15,3-1-2-15,1 0 0 0,5 6 8 0,0-1-9 16,3 1-2-16,1-1 1 0,4 0-2 0,0-1 3 16,-1 1-2-1,5 1 4-15,-1-3-3 0,-3 3 5 0,-2-1-1 0,0-4-1 16,-1 0 1-16,-4-1 0 0,-2-2 0 0,-4-7 2 16,-2 1-1-16,0-1 2 0,-3-2-1 0,-3 0 15 15,-4 0-10-15,-1-3-5 0,0 2 3 0,-6-4-1 16,0 0 3-16,4 0 1 0,-4-4 1 0,1 2-4 15,6-5-2-15,-2 1-11 0,0-2-25 0,-1-1-31 16,1-2-51-16,2 0-58 0,5-1-81 0,-2-4-236 0,4-1-527 16,3 1 233-16</inkml:trace>
  <inkml:trace contextRef="#ctx0" brushRef="#br0" timeOffset="48480.88">14697 5388 45 0,'-4'-2'214'15,"4"2"-9"-15,-4-5-2 0,4 5-6 0,-3-3-2 0,3 3-7 0,0 0-8 0,-6 0-8 16,6 0-9-16,0 0 0 0,0 0-21 0,0 0-10 16,-1-4-9-16,1 4-14 15,0 0-11-15,5-5-10 0,0 4-9 0,4-3-10 16,4 3-7-16,1-3-14 0,8 2-18 0,0-1-27 15,-3 0-20-15,9-2-29 0,-6 5-37 16,-3-2-40-16,1-2-41 0,-2 1-48 0,-4 3-166 16,0-2-408-16,-5 2 180 0</inkml:trace>
  <inkml:trace contextRef="#ctx0" brushRef="#br0" timeOffset="48622.71">14716 5450 129 0,'-10'8'147'16,"5"-6"-12"-16,-1 2 3 0,3 2-6 0,0-1 20 0,6-3 11 15,0 5 1-15,10-6-12 0,4 1-17 0,14 1-10 16,1 0-9-16,4-2-22 0,4-2-44 0,13 0-47 16,-15-2-72-1,2-2-93-15,-3-2-106 0,-3 2-289 0,-2-2 127 16</inkml:trace>
  <inkml:trace contextRef="#ctx0" brushRef="#br0" timeOffset="50925.27">16103 4693 149 0,'-1'-4'224'0,"1"1"-16"0,0 3-21 16,-2-5-20-16,2 5-23 0,0 0-21 0,0 0-5 0,0 0-15 15,0 0-14-15,0 16-8 0,-2 0-8 0,-1-1-8 16,1 3-6-16,-1 10-4 0,-1-1-8 16,4 0-2-16,-1 1-3 0,-2 0-7 0,-2-3-2 15,5 2-4-15,-5-6-1 0,5-2-1 0,-2 2-9 0,2-4 6 16,-3 1-2-16,2-2-2 0,-2-6 0 0,3 0-4 0,0 1 1 16,-1-3-4-16,1-3 2 0,0 0-1 0,-1 0-1 15,1-3 17-15,-3 1 5 0,3-3-5 0,-8 2-2 16,8-2-2-16,-10-9-3 0,5 4-3 0,0-3-2 15,-2-1 0-15,2-8-5 0,-1 2 1 0,2-2-2 16,-1-3-2-16,3-4 18 0,0-4-8 0,2 1-4 16,0-1 2-16,0-3-6 15,4-1 1-15,1 0-3 0,1 0-1 0,2-1-3 16,1 4 3-16,0 0 0 0,-1 0 3 0,-2 7 4 16,7-2 4-16,-8 6 0 0,7 2 3 0,-6 6-4 15,3-3 4-15,4-1-9 0,-2 5-3 0,3-2-1 16,-1 6-3-16,1-2-1 0,5 2-1 0,-5 3 2 15,2-1-5-15,-2 3-2 0,-2 3 1 0,0 0-2 16,2 2-8-16,-4 4 1 0,2 3-1 0,-2 2 0 0,-2 0-1 0,-4 4 3 16,-3 3 0-16,-5 5 1 0,-1 3 3 0,-7-1 0 15,-3-1 3-15,-4 3-1 0,-2-4 1 0,-3 3 1 16,1-3 0-16,-2-3-1 0,3 0 2 0,-4-1 1 16,3-5-3-16,-1-2 1 0,7-3 9 0,2-3 4 15,6-1 7-15,0-4 3 0,4 1 14 0,-3-2 15 16,5 1 23-1,-1-1 22-15,1 0 13 0,0-1-5 0,3-2-3 16,0 0-9-16,0 0-10 0,0 0-26 0,0 0 3 16,0 0 2-16,17 2-15 0,-7 1-12 0,2-3 0 0,2 4-4 15,-4 1-5-15,7 3 6 0,-4-4-16 0,3 6-4 16,3 2-3-16,-1-2 0 0,0 2-15 16,5 2-18-16,0-1-26 0,-5-1-28 0,2 2-23 15,-2-2-38-15,-5 0-32 0,0-2-48 0,-3-1-43 0,-1-2-259 0,-4 1-562 16,0-4 248-16</inkml:trace>
  <inkml:trace contextRef="#ctx0" brushRef="#br0" timeOffset="51162.54">16455 5020 185 0,'0'0'336'0,"3"-3"-13"16,-3 3-7-16,0-7-33 0,0 7-27 0,0 0-26 15,0 0-27-15,1-3-17 0,-1 3-27 0,0 0-23 16,0 0-18-16,0 0-9 0,0 0-13 0,0 0-9 16,-4 20-8-16,4-11-7 15,-1 3-6-15,0-1-4 0,-2 4-9 16,2-2-2-16,-2 2-8 0,3 3-30 0,-1-3-22 16,1-4-29-16,1 5-41 0,-1-4-48 0,0 1-71 0,4-1-76 0,-1-3-183 15,-2-3-493-15,3 0 218 0</inkml:trace>
  <inkml:trace contextRef="#ctx0" brushRef="#br0" timeOffset="52412.75">17043 4907 184 0,'0'-4'219'0,"-1"0"-18"0,1-1-13 16,-1 0-19-16,-2 1-13 0,1 0-16 0,-4 0-15 15,-1 1-15-15,-1 0-10 0,-3 0-9 0,-1 3-11 16,-7-1-5-16,6 2-7 16,-6 1-9-16,-1 2-6 0,0 2-4 0,1-1-4 15,2 2-6-15,0 2-5 0,3-1-1 0,-2 2-8 16,6-1 0-16,-3 3-4 0,7-3-2 0,-2 5 1 15,3-2-3-15,2 1 6 0,0-3-9 0,3-1 1 16,1 4-2-16,5-1 1 0,-1-3-4 0,5 1 2 16,1-2 0-16,3 1 1 0,3-2-3 0,-3 0 8 15,-1-2 0-15,7-2 6 0,-6-2 10 0,-4-2 12 0,6-1 13 16,-1-1 22-16,-5-2 10 0,8-2 4 0,-5-5-1 0,-1 1-3 16,-3-3 3-16,1-2 4 0,-2-2-1 0,0 0 3 15,0-9-7-15,-2-2-9 0,2 1-3 0,-5-2-12 16,1-2 8-16,2-1-13 0,-4-1-6 0,3-1 8 15,-1 2 5-15,-4 1-1 0,4-1-4 0,-2 4 11 16,0 4-25-16,-2 8 32 0,0 5-8 0,0-5 0 0,0 9-5 16,0-1-13-16,0 5-7 0,0-2-9 0,2 1-15 15,-2 3-30-15,0 2-60 0,0-4-28 0,0 4-5 16,0 0 6-16,0 0 10 0,-6 21 14 0,2-4 0 0,0 9 9 16,2 1 16-16,-1 3-3 0,1 1 3 0,0 3 9 15,2-2 2-15,0 1 3 0,2-1 7 0,0 1-2 16,3-4 6-1,-1-2-2-15,0 0 5 0,2-10 4 0,-2-3 1 16,-1 1-4-16,-1-6 7 0,2 1-1 0,-4-3 4 0,1 0 0 0,3 0 8 16,-4-1-6-16,0-5 7 0,2 4-1 15,-2-5 6-15,0 5 2 0,0-5 1 0,2 3 0 16,-2-3-50-16,0 0-71 0,0 0-57 0,0 0-56 16,6-14-50-16,-3 9-275 0,2-7-587 0,0 1 260 0</inkml:trace>
  <inkml:trace contextRef="#ctx0" brushRef="#br0" timeOffset="52775.63">17355 4601 192 0,'0'0'269'0,"0"0"-32"0,0-5-22 15,0 5-25-15,0 0-18 0,0 0-17 0,13 3-11 16,-5 2-6-16,4 0-9 0,-2 2-9 0,8 2-3 15,-2 0-15-15,-2 4-5 0,1-1-9 16,-2 0-11-16,-3 3-6 0,-1 1-10 0,1-1-5 0,-3 0-7 16,-4 2-8-16,0 0-2 0,-6 0-5 0,0 1 0 15,-4 2-6-15,-7 0-3 0,-3 2-2 0,2-8-2 0,-5 5 0 16,2-2-4-16,1-2 1 0,1-3-5 0,-1-1-2 16,4-1 3-16,3-2-5 0,1-2-3 0,0 2 2 0,4-3-1 15,-2-2 0-15,4-1-2 0,-1 2-1 16,0-1 6-16,2 0-2 0,-1-1 0 0,3-2 2 15,0 0 23-15,0 0 15 0,9 5 5 0,-2-2 1 16,6-2-7-16,0-1-3 0,9 1-1 0,0-1-9 0,-3-1-2 0,3 2-2 16,4-3-3-16,2-1-5 0,-6 0-16 0,0 1-27 15,-3 0-32-15,3-1-34 0,-7-4-40 0,-3 5-61 16,-1-3-60-16,-2-3-228 0,-2 1-513 0,-4-2 227 16</inkml:trace>
  <inkml:trace contextRef="#ctx0" brushRef="#br0" timeOffset="52976.03">17408 4886 245 0,'-7'0'298'0,"7"0"-7"15,0 0-8-15,0 0-22 0,0 0-23 0,0 0-22 0,0 0-25 16,0 0-22-16,33-2-11 0,-3-2-31 0,2-1-49 15,1 2-44-15,5 1-54 0,2-1-54 0,13-2-68 16,-14 0-251-16,-1 1-424 0,-5-1 187 0</inkml:trace>
  <inkml:trace contextRef="#ctx0" brushRef="#br0" timeOffset="53562.18">15883 5492 47 0,'-4'1'170'16,"4"-1"-19"-16,0 0-9 0,0 0-5 0,0 0-14 0,0 0-7 15,0 0-8-15,0 0-5 0,0 0-7 0,0 0 2 0,0 0-5 16,0 0 1-16,0 0-4 0,0 0-3 0,0 0 2 16,0 0 0-16,0 0-5 0,0 0-2 0,0 0-6 15,0 0 0-15,0 0-11 0,0 0-8 0,0 0-3 16,23-1-5-16,-5-1 2 0,10-4-8 0,9 1-4 16,14-2-3-16,13 3 4 0,27-5 10 0,7 3 14 0,10-1 5 0,7-1 6 15,5 0-4-15,-3 2 5 0,-2-1 3 0,0 3-1 16,0-2-3-16,-2 1-10 0,-11-5-5 0,-6 9-3 15,-7-10-5-15,-30 6-3 0,0 1-7 0,-7-1 9 16,-16 0-12-16,-3 2-5 0,-10-2 3 0,-4 4 22 16,-6 0 20-16,-1-2 11 0,-2 1 4 0,-4 0 3 15,1 1-1-15,-2-2-5 0,0 3-11 0,-5 0-9 16,9 1-23-16,-9-1-31 16,5-2-37-16,-5 2-48 0,0 0-34 0,0 0-43 15,-20 2-38-15,4 0-46 0,-7 1-62 0,-4-1-291 16,1 2-631-16,6 1 279 0</inkml:trace>
  <inkml:trace contextRef="#ctx0" brushRef="#br0" timeOffset="54231.47">16591 5771 3 0,'0'0'287'0,"-3"-6"-10"0,3 6-19 0,-2-3-21 16,2 3-25-16,-1-4-23 0,1 4-22 0,0 0-20 16,0 0-16-16,0 0-15 0,0 0-12 0,0 0-12 15,-2 19-10-15,1-8-6 0,0 4-8 0,-1 3-8 16,0 2-4-16,1 4-7 0,-2 2-3 0,0-2-5 0,-1 3-1 0,1-3-6 15,-2 1-3-15,3-6-3 0,1 2-2 0,0-4 0 16,0 0-3-16,1-1 2 0,-2-1-4 0,2-6-2 16,-1-1 2-16,0-3-3 0,2 2-1 0,-2-1 2 15,1-1 2-15,0-5 10 0,0 0-16 0,0 0-10 16,0 0-4-16,-8-16 2 0,5 6 0 0,1-4-2 0,-1-1 0 16,2-4 0-16,0-5-3 0,1-3 2 0,0 1 2 15,0-1-4-15,0-4 0 0,1-1-1 0,2 1 3 0,2-1-4 16,0 1 17-16,0 2 11 0,0 2 10 0,0 7 18 15,0 2 10-15,0 3 5 0,3 0-4 0,-3 4 5 16,4-4-21-16,-1 5 2 0,1 0-12 0,7 1-2 16,-3 1-8-16,6 2 3 0,-1 2-11 15,1 3-3-15,4-2-3 0,-2 6 1 0,-1 2-6 0,-2 0 1 16,1 4-2 0,-1-2 2-16,-5 5-15 0,0 0-3 0,-2 1 0 15,-3 2-4-15,-1-1-1 0,-4 0-4 0,-3 3-2 16,-3 0-1-16,-3 0 5 0,-3 0-3 0,-10 3 3 15,0-1 5-15,-4-3-5 0,-1-1 6 0,-2-1 3 0,3-1-2 16,1-5 0-16,2-2 4 0,-1-2 1 0,2 1 10 16,8-2 5-16,-2 1 8 0,3 0 12 15,3-3 9-15,0 2 0 0,2-2 20 0,5-1 8 0,-8 1 8 0,4 0 3 16,4-1-13-16,0 0-21 0,0 0-7 0,0 0 5 16,0 0-7-16,0 0-3 0,24 2 3 0,-12 1-9 15,2 1 0-15,5-1-11 0,-4 2 0 0,2 4 4 16,2-3 1-16,2 5-14 0,-2-5-30 0,1 5-34 15,-3-1-30-15,5-2-36 0,-6 2-37 0,-2-3-45 16,3 0-52-16,-6-3-67 16,1 1-212-16,-2 0-580 0,-4 0 257 0</inkml:trace>
  <inkml:trace contextRef="#ctx0" brushRef="#br0" timeOffset="54462.77">17030 5991 235 0,'0'0'367'0,"2"-5"-16"0,-2 5-20 16,0 0-32-16,0 0-20 0,0 0-22 0,0 0-36 15,1-4-27-15,-1 4-26 0,0 0-13 0,0 0-23 16,0 0-10-16,-1 15-18 0,2-8-17 0,-2 6-2 16,-2 6-6-16,3-2-6 0,0 0-7 15,-1 1-7-15,1 3-5 0,-1-2-9 0,1-2-29 0,1-1-25 0,0 0-28 0,-1-5-32 16,3 1-35-16,-2-2-35 0,0-3-40 15,3-2-48-15,-3 0-276 0,6-5-544 0,-7 0 241 16</inkml:trace>
  <inkml:trace contextRef="#ctx0" brushRef="#br0" timeOffset="55092.62">17404 5857 128 0,'2'-7'349'0,"3"2"-8"0,-2 2-19 0,-2-2-22 16,2 3-31-16,-1-2-24 0,-2 4-34 0,3-3-24 0,-3 3-22 16,4-1-14-16,-4 1-19 0,0 0-17 0,3 6-12 15,-3 2-12-15,-1 1-10 0,1 2-2 0,0 4-9 0,0 1-5 16,-1 1-12-16,0 1-4 0,-2 1-3 0,0-1 0 16,0 9-6-16,0-2 2 0,0-7-25 0,2 1-16 15,0-2-16-15,-1-6-16 0,0 2-21 0,1-4-14 16,0-1-15-16,-3-3-8 0,2 1-3 0,0-3 4 15,-2-1-19-15,4-2-22 0,0 0-18 0,-14-7-11 16,9 0 16-16,0-1 24 16,0-3 7-16,1-2 18 0,0-3 11 0,0 0 26 15,3-4 19-15,-3 1 15 0,8-6 11 16,-3-2 11-16,3-2 8 0,0 3 14 0,1-2 9 0,0 2 15 16,3 1 13-16,-1 0 18 0,1 7 12 0,0 0 14 15,0 2-1-15,2-1-2 0,-1 3-6 0,1 1-3 16,4 1-7-16,-3 1-5 0,5 2-9 15,-1 1-3-15,5 1-10 0,-3-1-7 0,2 4-1 0,-1 1-9 0,0-1 0 16,0 4-9-16,-7 4-5 0,2-2 0 0,-1 1-4 16,-2 3-8-16,1 2-3 0,-2 0-2 0,-3 2-6 15,-3 2-2-15,2 2 2 0,-5 3-3 0,-5 0 0 16,-2 3 7-16,-5 1-9 0,-7 3-2 0,-1-2 7 16,-2 0-3-16,-4-3 2 0,2-1-3 0,-2-2 1 0,2-2-1 15,6-2 5-15,0-6 4 0,3 1 12 0,2-3 4 0,3 0 7 16,4-2 12-16,-1 4 16 0,0-3 27 0,3-2 21 15,0 1 22-15,4-2 5 0,-5 0 5 0,5 0-10 16,0 0-14-16,-5 3-12 0,5-3-10 0,0 0-14 16,0 0-11-1,16-3-8-15,-16 3-6 0,18 2-5 0,-6 1-9 16,-1 1-8-16,1 4-4 0,1-3-8 0,2 5 3 16,0 1-1-16,3 2 1 0,-4 2-6 0,5 8-1 15,4-2 2-15,-2-1-4 0,-3-3-1 0,-3-2-2 16,-4-2-19-16,0 0-20 0,-3-2-31 0,1-5-30 15,-1 2-37-15,-3-1-26 0,0-2-28 0,-2-3-25 16,-1 1-44-16,-2-3-136 0,0 0-251 0,0 0-687 16,9-12 305-16</inkml:trace>
  <inkml:trace contextRef="#ctx0" brushRef="#br0" timeOffset="56312.38">18718 5129 109 0,'0'0'182'0,"-7"-1"-12"0,3-1-9 0,4 2-14 15,-6-2-12-15,6 2-15 0,0 0-11 0,0 0-12 0,0 0-7 0,0 0-3 16,0 0-5-16,-4-3-5 0,4 3-5 0,0 0-6 16,0 0-1-16,0 0-8 0,25 0-1 0,-5-3-5 15,1-1-8-15,11 1 0 0,7-1-6 0,1 1 13 16,19-4 1-16,-1 2-3 0,0 0-3 0,0 0-3 15,-2 1-4-15,-5-1-6 0,-15 2 1 16,-3 1-5-16,-3 0-5 16,-2-3-1-16,-9 5 2 0,-8-2 0 0,1 0 5 0,-4 1 6 15,-2-2 0-15,-1 2-3 0,-1 0-4 16,1 0-1-16,-5 1-13 0,5-4-11 0,-5 4-15 0,-1-5-17 16,1 5-16-16,-9-4-22 0,4 3-24 15,-2 0-22-15,2 0-48 0,-4 1-207 0,4-2-396 16,5 2 175-16</inkml:trace>
  <inkml:trace contextRef="#ctx0" brushRef="#br0" timeOffset="56612.67">19398 4868 138 0,'2'-3'268'16,"-2"3"-24"-16,0-8-22 0,0 8-25 0,2-4-24 15,3 4-13-15,-5 0-20 0,13 2-14 0,-3-1-12 16,2 3-10-16,2 1-6 0,1 3-4 0,3 3-9 16,5 0-4-16,-6 2-11 0,-1-1-5 0,-3 3 2 15,9 1-13-15,-11 0-3 0,1-2-4 0,-2 3-3 16,-4-2-4-16,3 1-3 0,-6-1-4 0,-3-3-5 16,-2 0-1-16,0-1-4 0,-6 2-1 0,-1-1 0 0,-2 0-1 15,1-3 1-15,-6 4-3 0,0-8 1 0,2 4-5 0,0-3-1 16,2-2 5-16,3 1-16 0,0-5-5 0,3 3-10 15,-2-3-32-15,8 0-42 0,0 0-41 16,0 0-54-16,-2-8-41 0,2 8-168 0,19-9-421 16,0-1 188-16</inkml:trace>
  <inkml:trace contextRef="#ctx0" brushRef="#br0" timeOffset="56896.91">20579 4746 82 0,'1'-4'334'0,"-1"1"-14"0,4-1-31 0,-4 4-28 16,1-4-28-16,2 1-24 0,-3 3-26 15,0 0-20-15,0 0-20 0,0 0-15 0,0 0-13 0,0 0-16 16,-5 11-8-16,-2-4-11 0,2 5-5 0,-1-1-6 15,-2 3-7-15,-1 4-5 0,-2-2-1 0,-1 0-10 0,3 1-2 16,-7 4-10-16,7-5-20 0,-3 1-15 0,-2-1-21 16,4-1-23-16,-1-1-14 0,-1-1-15 0,4-4-26 15,1 3-13-15,-1-4-22 0,3-4-20 0,-3 1-22 0,4-2-28 16,3-3-146-16,1 0-379 0,0 0 169 16</inkml:trace>
  <inkml:trace contextRef="#ctx0" brushRef="#br0" timeOffset="57096.89">20400 4908 84 0,'5'-17'146'0,"3"-1"12"15,-2 0 27-15,2 1 13 0,1 0 19 0,1 3 8 16,-4 2 9-16,0 1 8 0,-3 2 11 0,0 0-9 16,1 4-4-16,-3-3-15 0,0 4-27 0,2 0-28 15,-3 0-13-15,4 2-20 0,-4 2-23 0,0 0-14 16,0 0-15-16,0 0-9 0,10 7-7 0,-4 1-6 16,1 1 8-16,2 6-22 0,1 2 7 0,1 5-13 0,2 0-6 0,0 1 2 15,1 0-22-15,-4 0-13 0,3-1-28 0,-3-5-25 16,-5 0-38-16,3 0-26 0,-3-1-42 0,-1-6-46 15,2 3-52-15,-4-2-290 0,-2-6-588 16,1 1 262-16</inkml:trace>
  <inkml:trace contextRef="#ctx0" brushRef="#br0" timeOffset="57397.68">20350 4898 262 0,'0'0'263'0,"0"0"-7"0,-9 1-9 0,9-1-8 16,0 0-14-16,0 0-19 0,0 0-16 0,0 0-21 16,0 0-19-16,0 0-12 0,23-4-14 0,-5 0-12 15,13 0-16-15,0-1-6 0,7 0-8 0,1-1-12 16,12 0-6-16,1-3-6 0,-12 6-6 0,-2-2-10 15,-3 2-7-15,-4-3-6 0,-8 5-4 0,-6-3-2 0,-6 3-1 16,2-1-6-16,-3-1-10 0,-3 1-3 0,-5 1-26 16,2 0-23-16,-4 1-12 0,0 0-16 0,-10-5-13 0,0 3-21 15,2 2-17-15,-4-3-30 0,2 0-23 0,1 1-35 16,0 2-159-16,-1 0-402 0,2-2 179 0</inkml:trace>
  <inkml:trace contextRef="#ctx0" brushRef="#br0" timeOffset="57682.48">21306 4708 5 0,'0'0'310'0,"0"-3"-23"0,0 3-32 0,0 0-28 16,0-5-23-16,0 5-25 0,0 0-16 0,0 0-20 15,0 0-14-15,-14 11-12 0,10-4-15 0,-5 0-8 16,3 3-11-16,-7 4-6 0,0 0-6 0,-2 1-9 16,2-1-3-16,-3 8-6 0,1-8-4 0,3 3-2 15,-2-5-6-15,1 5-5 0,0-2-19 0,3-3-15 0,1-2-15 0,0 0-23 16,1-3-20-16,2 1-19 0,-2-2-23 16,1 1-16-16,2-5-34 0,-2 1-45 0,3-3-154 15,4 0-375-15,0 0 166 0</inkml:trace>
  <inkml:trace contextRef="#ctx0" brushRef="#br0" timeOffset="57867.63">21103 4784 198 0,'4'-10'267'0,"0"2"3"15,-3 0 11-15,-1 3-9 0,4-2-4 0,-3 4-31 16,0 0-14-16,0-1-35 0,1 2-22 0,-2 2-15 16,4-3-22-16,-4 3-11 0,0 0-12 15,5 6-16-15,-4-1 0 0,4 4-16 0,3-1-6 16,-2 4 2-16,3 1-13 0,0 3 3 0,1-4-14 15,3 4-7-15,-1-2-9 0,0 1-12 0,1 2-14 0,0-2-30 0,-3-2-28 0,-1-4-30 16,-3 1-37-16,1-1-48 0,-2-1-39 0,-4-1-62 16,3-5-162-16,-4 2-467 0,0-4 207 0</inkml:trace>
  <inkml:trace contextRef="#ctx0" brushRef="#br0" timeOffset="58052.28">21053 4817 219 0,'0'0'315'0,"-9"-1"-16"0,9 1-19 0,0 0-28 16,0 0-23-16,0 0-18 0,0 0-28 16,28-2-19-16,-6 4-13 0,10-2-21 0,2 1-38 0,2 0-50 0,6 2-50 15,11-3-76-15,-1 0-94 0,-13 0-206 0,-4-3-414 16,-7-3 184-16</inkml:trace>
  <inkml:trace contextRef="#ctx0" brushRef="#br0" timeOffset="58638.3">20978 4371 85 0,'-35'-3'150'0,"2"1"-1"0,-3-1 0 0,4 1-11 15,0 0-12-15,-3 2-4 0,5 0-14 0,-2 3-6 0,4-1-8 0,-1 2-9 16,3 4-8-16,-2 1-4 0,1 3-7 0,0 1-11 16,-1 6-3-16,1-2-3 0,-1 7-2 0,1 2 2 15,-8 11-5-15,0-2-2 0,-1 1-5 0,3 2-2 16,11-7-1-16,-6 9 4 0,4 0 3 0,9-9-4 16,-2 1 0-16,3-2-4 0,1 1 10 0,8-2 0 15,0-2-2-15,2 2-2 16,7 0 1-16,3-3 2 0,4-2 5 0,3 1 3 15,5-1 6-15,6-1 7 0,4-1 2 0,18 2 4 16,4 1 1-16,6-3-1 0,4-3 5 0,33 1 6 16,-2-1 0-16,3-5-1 0,-4-4-3 0,-26-7-4 15,2 2-1-15,32-3-6 0,-31-2 8 0,24-3 3 16,-30-1 9-16,4-6-7 0,0 3-4 0,-3-6 10 16,-3-2-2-16,-8-2-6 0,-1-1 7 0,-3-7-16 0,-6-3 2 0,-14 6-1 15,8-12-13-15,-15 3-2 0,6-11-5 0,-4-1-10 16,-14-5-10-16,-5 0-2 0,-8 0-8 15,-6 1-1-15,-10 2-10 0,-7 1-1 0,-9-1-9 0,-5 7-14 16,-32-10-29-16,-9 11-19 0,-2 5-43 0,-7 10-27 16,-6 8-37-16,-9 5-33 0,1 9-65 0,-1-2-97 15,4 6-186 1,5 1-597-16,30-5 265 0</inkml:trace>
  <inkml:trace contextRef="#ctx0" brushRef="#br0" timeOffset="92238.96">8634 5086 15 0,'1'-3'46'15,"-1"3"7"-15,5-5-10 0,-5 0 8 0,1 2-2 16,2-1 6-16,-3-1-1 0,0 5-5 0,-3-8-2 15,6 5 4-15,-7-1-4 0,4 0-14 0,0 4-4 0,-1-7 2 16,1 7-3-16,-4-4-14 0,4 4-20 0,-1-6-30 0,-3 4-74 16,4 2-117-16,-9-1 53 0</inkml:trace>
  <inkml:trace contextRef="#ctx0" brushRef="#br0" timeOffset="98951.67">4567 5395 90 0,'-3'-4'123'0,"3"-2"-7"15,-1 1-9-15,-2 0-18 0,3 1-12 0,0 4-7 16,0-5 1-16,0 5-14 0,0 0-7 0,0 0 0 16,0 0-9-16,14 8-7 0,-6-1-4 0,1-2 6 0,7 4-5 15,5 7-6-15,4-1 3 0,6 0-3 0,1 1-1 16,22 1 10-16,3-4 10 0,6 1-7 16,29-2-3-16,-27-9-5 0,28 1 2 0,-25-8-2 0,20-2-4 15,-23-3-5-15,21-11 1 0,-25 3-2 0,25-9-1 16,-27 7-3-16,-2-4-2 0,5-2 3 0,-5 3 2 0,3-7-5 15,-3 1 4-15,-2 2 0 0,-2 1 3 16,1-3 3-16,-2 2 7 0,-5 6 3 0,-10 6 0 16,-2 2 1-16,-2 0 1 0,-4 4-5 0,-1 0-3 15,2 6-3-15,-7 3-5 0,5 3-3 0,4 4 5 0,-5-1-5 0,4 5-5 16,3 3 2-16,-1 4 2 0,11 5-4 0,0 0-2 16,1 3 2-16,4-1 1 0,-1-1 0 0,3-1-2 15,4 3 0-15,5-3 5 0,2-7-6 0,0-1-1 16,1-3 6-16,2-7-9 0,26-2-1 0,-27-4 1 15,-2-5-3-15,6-3-3 0,24-4-3 0,-31-2 2 16,25-10-1-16,-27 7 9 16,2-3-10-16,3-2 2 0,19-11 0 0,-24 11-3 15,2-2 3-15,29-7 1 0,-28 11 4 0,2 0-3 16,-1 4 1-16,-1 8 9 0,1-5-5 0,1 9-2 16,-5-1 2-16,-1 7-5 0,3 1 12 0,-4 4-10 15,3 3 1-15,-3-1-1 0,2 3-2 16,4 3 3-16,-2 3 0 0,3-1 0 0,23 9 1 0,-28-7 4 15,3-2-3-15,24 10 0 0,-27-13 1 0,1 1-5 0,1-2 6 16,-1-4-1-16,5-2 0 0,3-5 5 0,24 4 3 16,-29-7-2-16,2-4 2 0,27-2-2 0,-26-3 4 15,26-4 1-15,-25 7 1 0,22-6-1 0,-25 4-6 0,0 3 2 16,29-11 1-16,-29 3-1 0,1 0 7 16,26-2-9-16,-32 1-2 0,1 1-2 0,1 2 3 15,-2 1-2-15,-3 2-3 16,-3 1-1-16,-15 3 6 0,-1-2-6 0,0 3 2 15,0 0-4-15,-5 3 1 0,0 1 3 0,-3 0-4 16,-2 0 1-16,1 2-2 0,-8 0 0 0,1 3-2 16,2-3 2-16,4 3 3 0,-4-4-4 0,4 5 2 15,2-2 3-15,3 1 5 0,4-1 7 0,1 3 2 16,16-4-1-16,0-1 1 0,2 3-1 0,1-5-2 16,6 2 1-16,-4-2 2 0,1-2-7 0,1-2 6 0,-1-1-8 0,1 4-1 15,-1-4 1-15,5 0-5 0,-4 1 2 0,-2 2-1 16,-1 4-1-16,2-2 4 0,-20 2-5 0,1 2 0 15,-2-1-1-15,-4 0 0 0,0 1 0 0,-3 4-1 16,-1-3-1-16,-3 0 2 0,0 2-1 0,-7-2 0 16,2-1-1-16,-4 0 0 0,2 1 1 0,7 3 1 15,3 0-1-15,0-1 1 0,6-2 0 0,15-3 3 0,3 1-4 0,6 1 2 16,5-1 1-16,32-3-3 0,-6 2-1 16,2 1 2-16,-29-6-4 0,31 1 1 0,-3 4 4 15,-30-4-5-15,29-4 4 0,-27 5-5 0,25-4 1 16,-25 2 4-16,27 3-5 0,1 0 0 0,-31 3 0 0,2-1-2 15,-2 1 0-15,-1 6 0 0,-1-5 2 16,0 9 0-16,2-5 3 16,1 3-2-16,-2 2 1 0,0 1 0 0,-3 1 1 15,3 2-2-15,4-1 2 0,-1 1 0 0,26 5 2 16,-26-7-1-16,26 2 0 0,-23-8 0 0,28 6 0 16,3 0 1-16,-2-8-1 0,8 2 0 0,3-3 1 15,7 0 0-15,-1-5-6 0,-7-2-1 0,4 4-2 16,-6-3 4-16,1-2 2 0,-7-1-7 0,0 1 3 15,-1-1-2-15,2-4 0 0,-6 0 3 0,1 4-2 0,-2-3 0 0,-32 3 1 16,2 3 3-16,3 5-3 0,-4-1 0 0,0 1 1 16,0 4 4-16,-5 1 2 0,-2 0-1 0,-2 0 3 15,-15 0-1-15,13 5 2 0,-10-2 0 0,8 7 1 16,-13-3 1-16,15 5-1 0,-3 1 4 0,-1-1 1 16,1-1-1-16,1 0 3 0,4-3 0 15,4-1-4-15,2 1 2 0,7-2 1 16,31 2-1-16,0-2 2 0,-2-5-6 0,0-1-1 15,3-4-1-15,0 2 0 0,-2-1-6 0,2-2-2 16,0-3-3-16,1 3-2 0,5-4-2 16,-5 0-5-16,-3-3-6 0,-1 0 0 0,-1-2-8 15,-25 0 3-15,27 2-1 0,-2-2 1 0,-27-2 2 0,32 1 1 16,-30 5 4-16,-1 0-1 0,-3 0 8 0,-3 3-4 16,-5 4 2-16,-17-4 3 0,2 1 1 0,-6 0 3 0,2 4-1 15,-4 0 0-15,-4 1 4 0,1 1 1 0,-2 0-1 16,-4-1 1-16,4 4 0 0,-4-4 1 0,5 3 1 15,0-4 7-15,2 1 4 0,4-1 0 0,2-1-2 16,0 0 1-16,2-5 0 0,2-2 1 0,11 0-2 0,-13-1 2 16,3-4 1-16,-1-1-2 0,-2 0 1 0,-2-2 0 15,-3 1 1-15,-1-1 2 0,-3-4-2 0,2 4 1 0,-3-4-5 32,-7 2 2-32,2-1-3 0,-4 1 2 0,6-2-1 0,2-2 8 0,-11 4-12 0,8-6 2 15,-4 0-6-15,2 0 3 0,0 1-3 0,-6 2 0 16,4-4-2-16,-4 3 1 0,0-1-1 0,0 1 1 15,-4 0 0-15,2 0-3 0,-3 1 3 0,-4 3 3 16,0-1 4-16,0 1-2 0,0 0 3 16,-3 0-2-16,1 1 9 0,0-3-5 0,-1 4-2 15,-4-4 3-15,4 3-6 0,-4-3-2 0,-3 0 2 16,2 2-2-16,-3-1-2 0,-1-5-3 0,-4 4 3 16,2-3-8-16,-2-4 4 0,-3 5-3 15,-1-1 0-15,-3-6-3 0,2-1-4 0,-4 3-2 0,1 0-1 16,-2-1-1-16,1 0 4 0,0-1-1 0,-2 4-1 15,-2-5 5-15,0-2-2 0,-1 4 1 0,4-2 3 0,0 3-2 16,-1-1 0-16,-1-1 9 0,1 3-6 0,-2 2 0 16,-1-1 0-16,-4 3 1 0,4-1 0 0,-6 3-1 0,1 0 0 15,-3 2 0-15,-1-2 1 0,-5 2 2 16,1 3-4-16,0-2 3 0,1 2-1 0,-3 1-2 16,-1 2 6-16,-11-1-2 0,-4 3 0 0,2 2 3 15,14 0-2-15,-17 4 3 16,0-4-2-16,-3 5 2 0,3 2-1 0,-2-4 2 15,-1-1-2-15,3 1 0 0,2-3 4 0,-1 0-5 16,0-5 0-16,1 2 2 0,2-4 1 0,-3 2-2 16,4-2 2-16,-5 2-1 0,2-5-1 0,-5 1 4 15,8-3-4-15,-7-3 2 0,4 3-1 0,-3 1-1 16,6 1 2-16,-1-2-3 0,13 6 0 0,-2-1 1 16,-11 0 2-16,-3 1-4 0,-1 2 3 0,16 4-2 0,-19-3 0 0,-2 3-6 15,1 1 1-15,-3 1 1 0,-2-1-3 0,-3 2-2 16,-22 5 1-16,25-5 2 0,-29 1 0 0,29 3 2 15,-27 2 2-15,27-1 0 0,1 1 1 16,-4-1 1-16,3-2-4 0,0 1 6 0,4 2 1 0,-2-4-6 16,7 0 6-16,1-2-2 0,-1 2-1 0,3-3 3 15,-6-4-1-15,6 1-1 0,-2 0-1 0,4-2 3 0,-2 0-2 16,1 1 9-16,-3-1-10 0,2 1 1 0,1-3-1 16,-6 0-2-16,1 1 5 0,-8 1-3 0,0 0 1 0,0 1-1 15,-29-1-1-15,25 0 8 0,1 3-7 16,-26 3-1-16,29-3 1 0,2 0 1 0,-3 3-2 15,2 2 3-15,1 0 0 0,-1 0 2 0,6 4 2 16,-3 1-3-16,2 1 1 16,2 2-1-16,5-1-2 0,0 2 3 0,14-4-3 15,2 0 3-15,-2 0-2 0,6-2 2 0,2-2-1 16,7-1 0-16,1-2 3 0,3 0-1 0,1 1 0 16,3-4 1-16,4 1-2 0,-2-1 8 0,1 0-7 15,-1-3 3-15,-2 2-5 0,4-1 1 0,-3-1-1 16,-1 1-2-16,-4-3-7 0,-2-1-1 0,-1 0-1 15,-7-1-2-15,-1 3 3 0,-3-2 1 0,-1 3 1 0,-7-1 1 0,-16 2-3 16,-2 2 6-16,-7 0-2 0,-32 1-2 0,5 4 0 16,-1 0 4-16,1 0-3 0,28 1 2 15,-36 1 3-15,34-4-2 0,-25 3 3 0,30-6 1 0,2 3 1 16,3-4 10-16,4 1 2 0,14 1 3 0,4-2 3 16,-2-1-4-16,4 0 1 0,1-2-3 0,3-1 2 15,9 2-6-15,0-3 0 16,1 2 3-16,3-3-2 0,1 0 1 15,1 0-3-15,2-2-3 0,-2-2-2 0,1 1-1 0,1-2-7 16,-1 0-1-16,-2-2-3 0,5 6-2 0,-4-2 2 16,-2-1-6-16,-4 5 4 0,-11-2-1 0,-4 2 0 15,-17 3 1-15,-7 1-3 0,-2 3 3 0,-28 1 0 16,20 3 2-16,-25-1 0 0,-4 2 1 0,3-1 4 16,4-1 0-16,-2 1-3 0,24-3 6 0,-33 3-2 0,-3-3 0 15,0-3-1-15,-3-1-1 0,-2-2 1 0,1 4 1 16,3-9 2-16,3 0 3 0,-2 3-1 0,7-4-1 15,5 0 9-15,-2-4-4 0,5 0 1 0,25 2-9 16,-3 2 0-16,5-2-3 0,-3-3 3 0,2 6-4 16,1-5 6-16,-1 5-2 0,2 3 3 0,-4 3 0 15,1-2 4-15,-27 7 1 0,0 3 1 0,27 2-1 0,-32 6 3 0,7 0-9 16,1 4 5-16,23-7-2 0,-27 12 2 0,-4-2-4 16,7-1-2-16,3 2-1 0,20-7-3 0,-22 5 3 15,22-5 0-15,-21 6-3 0,23-6 2 0,2-2 4 16,-29 5-1-16,28-5 3 0,1-5 0 0,-28 8-4 15,33-8 2-15,-7-2-1 0,0-2-1 0,1 2 2 16,3-2-2 0,0-2 3-16,8-2-2 0,1-4 2 0,16 1-3 0,-3-1 0 15,6-3 7-15,4 2-4 0,-3-4-3 16,8 1 0-16,3 2 0 0,2 0 2 0,6-1-1 16,3 3 2-16,-2 3-5 0,5 0 2 0,-2-1 0 0,0 2 2 15,-5 5-1-15,3 0-2 0,-6 3-2 16,-1 6-6-16,-6 1-9 0,-4 4-8 0,-1-1-1 15,3 2-7-15,-4 0 5 0,0-2 2 0,-3 1-3 0,0 3 6 0,1-9-2 16,0 4 8 0,0-5-1-16,-1 0 4 0,-1 3 18 0,-2-6-20 15,3-3 0-15,-2 0 3 0,0-2 3 0,-4-4 0 16,2-1 5-16,2-3-5 0,-2-2 3 0,-2-3 3 16,3 0 3-16,0-4-7 0,0-2 4 0,-1 3 1 15,7-7-2-15,-4 3 8 0,1 3 10 0,2-2-7 16,-1 3 4-16,1 3-4 0,-1 1-2 0,-2 6 6 0,-2 1-3 15,-3 4 0-15,-13 7 4 0,-1 4-9 0,-5 4 6 16,1 5 2-16,0 3-3 0,-3 3 3 0,-1 0-4 0,-19 12 3 16,24-9-3-16,0-2 3 0,2 4-2 0,-3-1-1 15,1-3-1-15,-1-2 3 0,3-1-5 0,4-6 4 16,0-4-2-16,11-4 1 0,2-4-1 0,-2-6 1 16,4 2 0-16,-2-4 1 0,0-5-1 0,-1-3-4 0,-3-1 1 15,7-4-2-15,-3-4-7 0,-5-9-8 0,8 10-8 16,-9-11-4-16,10 7-22 0,-12-7-12 0,1 2-12 15,-2 2 4-15,-2-1 4 0,10 10 16 0,-14 1 14 16,0 3 7-16,-3 6 15 0,-5 4 10 0,1 5 7 16,-4 2 2-16,1 8 8 0,-3 2-2 0,4 6-4 15,0 1 3 1,4 2-3-16,-3-1 7 0,1 4-5 0,1 0-5 16,3 3 9-16,-2-3-5 0,0-1-1 0,2-1-1 15,4 0-2-15,2-8 5 0,-1 1-4 0,13-7-1 0,1-4 5 16,-4 0-1-16,1-2 3 0,2-1 3 0,-2-2 2 15,3-4 5-15,-1-4 3 0,2 0 3 16,-3-2-4-16,5-5 2 0,0 2 0 0,1-4-4 16,1 0-1-16,2-1-5 0,-2-1 0 0,2-2-4 0,5 2 0 0,-2-1-4 15,2 3 4-15,4 3-4 0,2 1-6 0,-1 2 5 16,3 2-3-16,-3 0 2 0,1 0 2 0,-2 4-5 16,1 0 1-16,0 1 0 0,4 2-4 0,-3 3 4 15,0 0-1-15,1 4-3 0,0 1 1 0,-4 9 20 16,-4-1-21-16,-1 3 5 0,-1 3-3 0,2 3 2 15,-2 0-4-15,3 1 3 0,-1-5 2 0,2 0-4 0,1-3 4 0,6-8 2 16,3-2 4-16,-2-1 5 0,2-1 7 0,2-4 7 16,0 0 0-16,-2 0 8 0,2-4 7 0,-2 0 12 15,3-1 5-15,-2-3-19 0,2-2 3 0,0 0-3 16,-1-2-5-16,5-1 2 0,-2-6-6 0,4 3-3 16,-1-4-4-16,1 1-1 0,3-2-3 0,3-1-4 15,-1 0 1-15,6 0 1 16,2-10-10-16,4 3-6 0,3-1 4 0,2 3-1 15,0-3-4-15,2 4 0 0,2 1 0 0,-3 4-1 16,-6 2-4-16,4 6 3 0,-3 1-1 16,3 1-2-16,-5 3-2 0,7-1-2 0,2 4 2 15,0 0-2-15,6 0 3 0,4 3-3 0,-1 3 3 0,4-4-3 16,1 3-4-16,5 2 3 0,10-6 6 0,-1 1-1 16,1-5 0-16,1-3 0 0,2 0 2 0,0-6-1 0,2-2 1 15,-1-4 2-15,9 0-2 0,-1-1 2 0,27-14-3 16,-2 8 4-16,-26 5-8 0,30-9-7 0,-4 5-4 15,0-6-3 1,-29 14-2-16,4-1 1 0,-5-2-6 0,1-2 8 16,0 5-2-16,-3 0 6 0,-6 8 4 0,-11 0 0 15,0 5-5-15,-6 0 4 0,-1 0 0 0,-1 4-1 16,-2 1 2-16,-1 3-2 0,-5-1 5 0,-5 1 4 0,9 5 3 16,-4-5-2-16,5 3-3 0,1 1 1 0,1-1 0 15,2 3 2-15,-2-3-1 0,2 0 2 0,4-2 2 16,-3 0 1-16,2-1-2 0,-2-2-1 0,7-1-1 15,-2 0 6-15,13 1-1 0,-11-4-3 0,11 0 5 16,-13 1-4-16,17-4 3 0,3 2-3 0,-6-2-3 16,0 3 7-16,2-3-2 0,-14 0-1 0,12 1 1 0,2-7-7 0,-16 6 1 15,3-1-2-15,-3-1-5 0,12-8 3 0,0 6 4 16,-13-1-4-16,-1 0 2 0,0 4 1 0,3 0 0 16,-4 1 2-16,-3 3-1 0,-2-1 1 15,1 3-2-15,1 3 5 0,-1-1-3 0,-1 1 2 16,1 2 0-16,-3-1-1 0,4 3 1 0,0-2-2 15,-4 2 6-15,4-1-4 16,-4-2 0-16,2 4 0 0,-4-1 1 0,1-2-6 16,-5-4 5-16,7 2 4 0,2 0-4 0,1-1 4 15,5-4-3-15,1 1 2 0,18-4 0 0,1-1 2 16,3-6 0-16,6 0-3 0,-3-3-2 0,26-4 9 16,-29 2-6-16,3 0-2 0,0-2 2 0,-3-3-8 15,-3 2 4-15,-3 4 0 0,-4 1 6 0,-16 8-5 16,-3-1 3-16,-3 5 4 0,-8 1-3 0,-7 4-4 0,1 1-5 0,-5 2 3 15,-1 0-1-15,-3 7 3 0,-5 3-2 0,-4 6 3 16,-5 1 6-16,-5 3-3 0,-9 2-3 0,-2-1 5 16,-15 12-9-16,-6-7 1 0,0-6 0 0,-3 0 0 15,-3-2 2-15,5-3 0 0,0-3 0 0,9-7 0 16,5-1 0-16,4-2 0 0,6-4 9 0,2-1 3 16,3 0 1-16,5-1-5 0,-2-2 0 0,-1-1 2 0,2-3-4 0,-3-2 5 15,7 2-3-15,-6-5 1 0,5 3-4 16,2-1 6-16,1 4 5 0,-2 2-1 0,1-2 0 0,-2 4-3 15,-8 4-2-15,-7 9 0 0,-5 2 1 0,-11 9-3 16,-9 11 1-16,-3-1 1 0,-21 21-2 0,1-1-1 16,0-3-2-16,3 2 0 0,0 2-2 0,22-18 1 15,0 1-2 1,-1 4-4-16,1-2 0 0,3-2-2 0,8-5 3 16,14-7 1-16,-1-1-7 0,7-4 1 0,6-4-5 0,1-5 11 15,4-2-2-15,3-2 2 0,1 1 3 16,4-2 1-16,6 1-3 0,15-1 7 0,10-3-3 15,21-1 4-15,15-6-7 0,29-4-6 0,3 1-1 16,0-7 1-16,-1 1-3 0,0 2 0 0,-9 0 2 16,4 3 6-16,-31 2-6 0,32-2-6 0,-31 2-1 0,-1 5 0 0,-3 0-5 15,-3 0-5-15,-3 1 1 0,-2 4 4 0,-15-4-3 16,-5 4 1-16,-5-2 3 0,1 2-3 0,-6-1 2 16,-6 3 0-16,4-2 6 0,-9 0-7 0,-1 3-1 15,2-3 11-15,-3 2-5 0,-1 1 0 0,-2 1 3 16,-1 0 5-16,-1-1-2 0,0 4 0 0,1-3 2 15,1 3-5-15,2 0 5 16,-1 1-5-16,1 4 6 0,2-3 5 0,3 1 5 16,0-6-8-16,5 6 0 0,9-1 17 0,-1-1-4 15,5-1 1-15,5 0 16 0,1-5 0 0,19 0-2 16,5-3 1-16,2 2 1 0,29-6-4 16,-27-1 0-16,31-5-3 0,4 0-6 0,-4 0 1 0,5-7 2 15,0-7-2-15,6 2 0 0,3-6-3 0,-4-1-6 16,0-4 1-16,-4 0-4 0,-5 0 0 0,3-5 0 0,-9 5 2 15,-30 8 3-15,0-1 4 0,1 5 0 0,-9 2-2 16,-16 6 0-16,-4 1-5 16,-4 3 0-16,-4 1 4 0,-4 1-3 0,-8 3-6 15,0 0-8-15,-1 4 8 0,1 1-3 0,-3 3 3 0,-2 0-3 0,2 0 3 16,-2 2-3-16,-1 2 1 0,4 3 2 0,1-2 6 16,-1 2 1-16,5-2 2 0,-2 0 5 0,13 1 2 0,4-2-1 0,3-2 5 15,19-3-6-15,4-7 2 0,38-2-3 0,-1-9-23 16,9-3-8-16,0-4-9 0,2-4-7 0,-2 2-12 15,-3-6-14-15,-3-6-9 0,0 8-4 0,-4-12-24 16,3-1 6-16,-6 0 2 0,2 2 11 0,-4 3 8 16,-2 6 20-16,-26 12 18 0,-3 5 8 0,-3 0 9 15,-16 4 8 1,-2 3 4-16,-1 2 3 0,-6 4-1 0,-4 1-10 0,-4 1 8 16,-5 1-2-16,1-2 7 0,-7 1 2 0,-1 0 3 0,1 1 5 0,-3-2 8 15,-2 2-2-15,1-2 1 0,-2 0 10 16,1-2 3-16,0-1 11 0,2 1 7 0,3-2 7 15,3-1-5-15,7-5-7 0,12-4-2 0,1-3-16 16,20-8-14-16,-2-3-8 0,1-2-14 0,-2 1-6 16,-4-5-6-16,-5-4 6 0,-2 2-9 0,-12 5 7 15,5-11-8-15,-9 10 8 0,-1-5-1 0,-3 2 10 16,-7-3 6-16,-1 5 15 0,-6 0 8 0,-4 1-4 16,-4 4 2-16,-7 0-2 0,-2 7-2 0,-15-5 1 15,-3 4-2-15,-22 1-3 0,-4 2-2 0,-4 7-1 16,-31 1-1-16,22 6-1 0,-24 4-3 0,2 2 4 15,1 1 1-15,23 1-2 16,-27 4-2-16,-1-3-3 0,4 4 4 0,26-4 0 16,1-3-3-16,0 5 4 0,-1-5 3 0,4 3 1 15,2-2-6-15,-2 0 3 0,7 0 2 0,0 1-3 16,3 0 7-16,16-4-7 0,-3 1-2 0,5 0 3 16,1 3-1-16,4-4-3 0,5 1-5 0,5 2 8 15,0 0 0-15,6 0-10 0,3 0 3 0,2 6 0 16,3-2 4-16,7 5 3 0,3 3-2 0,12 5-2 0,4-3-3 15,9 0 3-15,17 9-5 0,2-6-9 0,3-5-6 16,8-6-3-16,6-3 4 0,23-2-7 0,-29-7-8 0,7-3 6 16,-3-3-7-16,26-10 5 0,-32 5 3 0,-6-6 3 15,-3-2 4-15,0 0 2 0,-17 3-1 0,-1 1 9 16,-2-6-5 0,-2 3 9-16,-7-2 11 0,-3 0 9 0,-4 7 5 15,-3 0 15-15,-5 7 6 0,-2-1-4 0,-8 0-5 16,-2 5-4-16,-7 2-7 0,-9 4 0 0,-11 7-2 15,-21 10-4-15,-25 16 3 0,-3 10-2 0,2 1 3 16,-6 5-5-16,9 0-2 0,-2-2 2 0,-4 10-2 16,8-4-3-16,3 3 7 0,3-2 8 0,7 1-4 15,22-20 0-15,0 2-1 0,8-1 0 0,4 2-2 16,5-2 3-16,14-8-5 0,3-2-2 0,7 2-1 0,9-1-2 0,2 0 2 16,7-3-5-16,13 7 0 0,9-5-4 0,4-5-12 15,3-4-12-15,11-6-4 0,1-3-8 0,8-6-10 16,25-2-9-16,-3-7-11 0,-24-3-4 0,-1-4-4 15,-2-1 11-15,-5-2 3 0,-3-2 1 0,-6 3 2 16,-17 4 9-16,-10 0 22 0,-3 4-8 0,-9-1 16 16,2 3-13-16,-6-1 10 0,-6 2 6 0,8 3 3 0,-8-3 9 0,-4 14 7 15,-5-6-4-15,-4 6 5 0,-3 7-1 0,3-6 4 16,-4 5-7-16,4-3 1 0,3 7 0 16,1-7 13-16,4 1-2 0,1 2 11 0,8-4 2 15,1 2-3-15,13 2 7 0,6-4 5 0,11-2-2 0,20-1-1 16,9-5-8-16,34-8-1 0,1-8 2 0,4-1-9 15,-1-11-9 1,2-1 2-16,-6-1-6 0,-6-7 2 0,-4 0-3 16,-6-5-3-16,-22 9 7 0,24-11-2 0,-29 8 4 15,0 2-6-15,-5 1 4 0,-4 0 5 0,-18 8 3 16,-2 0 4-16,-8 8 4 0,-2-3 8 0,-7 7 4 16,0-1 2-16,0 0-4 0,-4 1 1 0,-1 2-5 15,0-4-3-15,-4 7-4 0,1-5-7 0,-1 5-7 0,0 0-1 16,-13-3-3-16,13 3-2 0,-15 0 0 0,15 0-3 0,-18 3 1 15,9-2-1-15,4 1-1 0,-1 2-2 0,2 1 0 16,0-2 3-16,4-3-2 0,-6 5-1 0,6-5 8 16,-3 4-7-16,3-4 2 0,0 0 0 0,19 7 1 15,8-7-5-15,9-5-12 0,18-3-5 0,3 0-13 16,4-2-7-16,3-4-5 0,30-6-3 0,-4-1 2 16,-24 4-3-1,19-14 7-15,-24 9 4 0,25-10 1 0,-27 10 7 0,-2-2 3 16,-3 2 12-16,-5 8 6 0,-16 4 4 0,-6 1 7 15,-12 3-2-15,-2 2 3 0,-4 4 0 0,-2-3-9 16,2 2-4-16,-4 0 5 0,1 1 0 0,1 0 0 16,-3 2-1-16,1 1 2 0,0 0 1 15,-1 3 12-15,4 2 1 0,-2-1 4 0,3 0 4 0,0 1-2 16,3 0 1-16,4 1 4 0,3-2 1 0,12 2 5 0,7-1-5 16,16-4-2-16,10-4-2 0,2-2-15 0,34-8-6 0,4-6-9 0,-4-1-2 15,-1-1-11-15,-6-3-17 0,0 1-1 0,-4-7-5 16,-27 9-6-16,29-12-3 0,-3 4 5 0,-28 11 7 15,4 1 14-15,-6 4 11 0,-7 5 10 0,-17 3 4 16,-2 4-2-16,-3-1 1 0,-10 6 3 0,-2 3-4 16,5 7 4-16,-9-3 10 0,2 8 9 0,-5 2 5 15,1 0 2-15,-1 4 2 0,0-3-1 0,-1 1-1 16,1-1-2-16,-1-2 1 0,0 2-6 16,1-6-4-16,2-4 5 0,1 0 2 0,11 1-3 0,3-5 4 15,7-1 0-15,5-5-5 0,18-6-6 0,6-3-9 16,29-6-10-16,-25 0 1 0,29-10-14 0,-4-4 5 15,-4 0-5 1,-25 6-19-16,30-12-6 0,-7 3-10 0,-1-5-3 16,-22 9 7-16,23-5 7 0,-30 11 19 0,0 3 19 0,-1 3 7 15,-18 5 8-15,-5 1 6 0,-4 5 6 0,-5 0-9 16,-4 4 6-16,-2 0-9 0,-3 1-5 16,0 3 10-16,3 3-3 0,-3-1 9 0,-1 3-8 15,1 0 13-15,-2-1 4 0,2 1 1 0,-1 0 2 16,5-3 0-16,-2 1 3 0,9 0 0 0,3 0 2 0,8-6-6 0,18-1 0 15,0-2-2-15,10-5-4 0,28-5-1 0,-3-5-1 16,1-6-10-16,-3-1 3 0,-23-1 2 0,23-6-4 16,-24 5 1-16,22-15-1 0,-25 11-5 0,22-13-4 15,-26 10 2-15,-1 3 0 0,-1 0 3 0,-5 1 1 16,-2 3 6-16,-18 8 3 0,-1 6 10 0,-11-2-1 16,-3 5-1-16,-4 1-3 15,-2 2-3-15,-2-3-6 0,2 3 0 0,-3-1-6 16,0 2 1-16,-2-1-4 0,-3 2 4 0,0 0-5 15,10 0 3-15,-10 0 0 0,6 5 0 0,-2-2-4 16,1 3 0-16,3 2 4 0,8-2 3 0,11 3-2 16,6 2 3-16,21-2-3 0,-3 0-9 0,8-5-7 0,2 0-11 15,5-5 1-15,-4-3-5 0,7-2-1 0,-5-3 1 16,-1-3 4-16,-1-2 1 0,-3-2-3 0,-1 0 1 16,-5-1 8-16,-5-4-1 0,-14 5 9 0,-2 2 9 15,-4 2 10-15,-9 4 5 0,-2 2 14 0,-4 0-4 0,-3 1 0 16,-2 3-2-16,-2 0-7 0,-1-1-3 0,1 0-1 15,-6 3-2-15,7-3-7 0,-7 3-9 0,5-4-10 16,-5 4-1-16,0 0 3 0,0 0 1 16,0 0-1-16,11 7 6 0,-11-7-1 0,6 3 2 0,-3 0 3 0,1 0-1 15,3-1 0-15,5 1 0 0,0-3 2 0,4 1-2 16,5-2 2-16,2-4 2 0,4-1-1 0,0-4-3 16,-2 1 1-16,3-1 1 0,-10 0-2 0,6-4 2 15,-6 6-2-15,-5-3 6 0,-4 3 2 0,1 1 2 16,-1 1 5-16,-2-2 9 0,-5 5-4 0,2-2-8 15,4 1 0-15,-6 2-4 16,2-1-13-16,-4 3-2 0,0 0-13 0,7-3-4 16,-7 3-5-16,0 0 1 0,0 0 3 0,0 0-4 15,2-5 3-15,-2 5 6 0,0 0 2 0,0 0 1 16,0 0 2-16,5-1 1 0,-5 1 3 0,0 0-1 16,0 0 6-16,0 0 3 0,0 0-2 0,0 0-1 15,0 0 6-15,0 0 20 0,5-3 2 0,-8-2-1 16,-1 0-5-16,-5-2-6 0,-4-5-3 0,-13-3 5 0,-2 0-5 0,-8-4-1 15,-16-1-1-15,-5-2-4 0,-5 5-4 0,-25-8 0 16,27 11 1-16,0 3 0 0,3 2-1 0,2 3 4 16,5-1-3-16,-1 7 0 0,11 2-3 0,-10 3 1 15,12-2 0-15,1 3 2 0,-4 3 2 0,5 0-3 16,6 0-6-16,3-2-16 0,10 0-4 0,4-2-2 16,3 1 2-1,5-2 6-15,4 2 1 0,2-1-4 0,5 0-19 16,5-3-24-16,7 4-35 0,3-2-54 0,-3-2-142 15,3-2-327-15,-9 0 145 0</inkml:trace>
  <inkml:trace contextRef="#ctx0" brushRef="#br0" timeOffset="101270.99">4551 8997 139 0,'3'-5'155'0,"-3"5"3"0,0-7 2 0,0 3-2 15,0-1 6-15,1-1-2 0,-1 2-8 0,0 2 6 16,0-5-11-16,0 3-6 0,0 4-3 0,0-6-10 0,0 6-13 16,0-4-10-16,0 4-10 0,0-4-16 0,0 4-11 15,0 0-23-15,0 0-8 0,0 0-2 0,-13 10-6 16,3 2-2-16,-3 0-7 0,-5 9 1 0,0 1-1 16,-3 4-6-16,-1 3-1 0,-5 10 0 0,8-9-2 15,-1 2 1-15,3-1-2 0,-1-2-2 0,3 0-2 16,-2-3 2-16,8 2-3 0,-1-5 1 0,2-8-2 15,4-3 3-15,0 1-4 0,2-3-12 0,-1-1-1 16,2-4-4-16,1 0 0 0,-4-1 0 0,3 0-3 0,1-4-18 0,0 0-31 16,0 0-27-16,0 0-33 0,14-16-17 0,-10 6-14 15,1-2-24-15,-1-4-153 0,-3 1-359 16,2-2 159-16</inkml:trace>
  <inkml:trace contextRef="#ctx0" brushRef="#br0" timeOffset="101486.76">4276 9102 92 0,'-1'-12'220'0,"-2"2"3"0,1-2 5 16,1 2-3-16,1 0 0 0,-2 4-2 0,1 0-3 16,1-1 2-16,0 2-28 0,0 0-4 0,0 5-24 0,0-7-21 15,0 3-6-15,0 4-31 0,4-1-11 16,-4 1-7-16,0 0-16 0,18 9-4 0,-8-3-8 16,4 6-9-16,4 0-6 0,3 7-6 0,2 1-6 15,-1-2-1-15,3 4-3 0,-3 5-2 0,1-5-7 0,-2 1-3 0,2 1 0 16,-2-2-14-16,-6 0-12 0,-1-5-27 0,-1-2-19 15,-4-2-29-15,-4 1-29 0,1-4-28 0,-3-2-32 16,2 0-16-16,-4-2-78 0,-3-3-152 0,-3 1-451 16,5-4 199-16</inkml:trace>
  <inkml:trace contextRef="#ctx0" brushRef="#br0" timeOffset="101887.29">4186 9220 95 0,'-8'-2'236'0,"0"2"-8"16,1 0-9-16,7 0-7 0,-11-3-6 0,11 3-6 15,-7 0-16-15,7 0-13 0,-7-1-9 0,7 1-14 16,-6-1-11-16,6 1-14 0,0 0-17 0,0 0-10 0,-5-2-3 16,5 2-12-16,0 0-11 0,19-3-6 0,0 1-7 15,8-6 5-15,6 1-17 0,8-1-3 0,13-3-5 0,3 1-8 16,3 2 3-16,3 1-8 0,-3-2 0 16,-1 3-2-16,-7 2-3 0,-12 1-3 0,-3 2 2 15,-1-2-6-15,-7 1 2 0,-2 2-1 0,-9 0-3 16,0 0-5-16,-8 0 3 15,-1-1-3-15,0 1-1 0,-3-2 1 0,-6 2-6 16,9 0-1-16,-4 2-7 0,-5-2-14 0,5 1-10 16,-5-1 2-16,-1 5-20 0,1-5-37 0,-5 8-29 15,1-4-58-15,2 2-57 0,-4-1-197 0,1-2-465 16,4 1 206-16</inkml:trace>
  <inkml:trace contextRef="#ctx0" brushRef="#br0" timeOffset="102342.02">5728 9169 84 0,'0'0'256'0,"-8"-2"-10"15,8 2-7-15,0 0-12 0,0 0-10 0,0 0-17 16,0 0-13-16,0 0-19 0,0 0-10 16,0 0-15-16,-3-2-14 0,3 2-15 0,0 0-10 0,0 0-11 15,16-1-8-15,-6-1-11 0,8 0-22 0,5-1-21 16,-4 1-30-1,12 0-41-15,-1-1-39 0,-1 1-47 0,-2-2-40 16,-6 2-234-16,6-3-433 0,-10 4 192 0</inkml:trace>
  <inkml:trace contextRef="#ctx0" brushRef="#br0" timeOffset="102489.09">5797 9299 160 0,'-4'3'213'0,"2"-2"-6"0,2-1-11 0,0 0-7 15,0 0-14-15,15 1-13 0,8-5-17 0,5-1-19 0,9 0-9 16,14-2-40-16,2-2-50 0,2 0-72 16,1 1-101-16,-5-5-122 0,-13 7-289 0,-2-4 128 15</inkml:trace>
  <inkml:trace contextRef="#ctx0" brushRef="#br0" timeOffset="104663.76">8207 8258 138 0,'1'-5'181'0,"-1"-1"4"0,4 2-2 16,-4-2-3-16,0 0-4 0,0 1-3 0,0 2-17 15,0-2-8-15,0 5-10 0,0-7-11 0,0 7-15 16,0-5-10-16,0 5-13 16,0-4-13-16,0 4-20 0,0 0-13 0,0 0-9 15,0 0-4-15,0 0-5 0,-5 21-4 0,4-10-3 16,-3 7-1-16,-2 6-4 0,3 6 0 0,-1 1 1 16,-2 1-1-16,-2 0-2 0,4 0 0 0,2 0-8 15,-1 0 3-15,1-4 2 0,0 1 2 0,1-2-1 16,-2-2 0-16,5 0 1 0,-5-9-6 0,3 2 2 15,0-7 2-15,-2 1-1 0,2-4-3 0,0 0 2 0,-2-1 2 16,2-3-1-16,0 2 4 0,2-3-1 0,-2-3 8 16,-3 6 3-16,3-6-4 0,0 0-2 0,0 0-6 0,-13-11-10 15,11 0-8-15,-3-1-3 0,1-3-8 0,-1-5-10 16,-3-6-9-16,3-6-10 0,0 1-6 0,2-15 5 16,1 10-6-16,3-1 8 0,-2 2 0 0,-1-1 11 15,1 1 14-15,0 6 11 0,-2-3 16 0,3 6 7 0,-2 6 26 0,-1 1 15 16,2 1 9-16,0 2 3 0,-1 6 20 15,0-2-1-15,2 4-3 0,0 0-6 0,0 2-6 16,0-1-6-16,1 3-8 0,-1 0-7 0,1 0-7 0,2 0-6 31,4 2-4-31,4-2-7 0,0 2-7 0,3 1-2 16,4 0-8-16,3 1-2 0,0 3-2 0,6-1-4 16,0 3-4-16,0 1-4 0,1 0-3 0,-9 2-1 0,-2-2-5 15,-2 4-4-15,-3-6-2 0,-1 4-3 0,-2 2-3 0,0-2-3 16,-4 1 0-16,-4 2 2 0,-2-1 5 15,-3-1 1-15,-3 1 4 0,-6 3 2 0,-4 0 5 16,-3 2 2-16,-5 1-2 0,0-5 5 0,1 4 3 16,-2-5-3-16,8-1 2 0,-1 1-1 0,-4 4 5 0,6-5-4 15,-2 2 1-15,8-4-1 0,-2 0 1 0,3 2-20 0,-1-3-30 16,1-1-16-16,4 2-32 0,0 0-18 0,3-1-27 16,3-2-205-16,4-1-384 0,1-2 169 0</inkml:trace>
  <inkml:trace contextRef="#ctx0" brushRef="#br0" timeOffset="105048.62">8468 8490 44 0,'0'0'316'0,"0"0"-26"0,0 0-27 16,0 0-25-16,0 4-28 0,0-4-23 0,0 0-23 16,0 0-18-16,0 0-18 0,1 3-15 0,-1 1-11 15,0 3-9-15,3-1-12 0,-3 4-6 0,0 2-10 16,0 4-6-16,0-1-6 0,-3 3-4 0,3 0-9 0,0 1-2 16,-1 1-1-16,-2-1-5 0,3-1-3 0,0 0-2 15,0-2-3-15,0-4-3 0,0 1 0 0,0-3-1 16,0-2-4-16,-1-1-2 0,1-2 2 0,0 0-1 0,-3 0-2 31,3-1 5-31,0-4 1 0,0 5 13 0,0-5 13 0,0 7 17 0,0-7-3 0,0 3 3 0,0-3 12 16,0 0-14-16,0 0 0 0,0 0-9 15,0 0-11-15,3 2-1 0,-3-2-27 0,0 0-27 0,0 0-21 32,0 0-27-32,0 0-41 0,-4-13-35 0,4 13-47 0,-1-6-57 15,-2-1-238-15,3 2-522 0,0 0 231 0</inkml:trace>
  <inkml:trace contextRef="#ctx0" brushRef="#br0" timeOffset="105734.55">9263 8443 19 0,'2'-4'275'0,"-1"-3"-8"0,-1 1-16 15,-1 0-28-15,-1-1-18 0,-1 1-20 0,-1 1-14 16,-2 0-25-16,-2 0-13 0,-1 0-15 0,-4 1-13 16,-2 2-10-16,2 0-7 0,-1 1-7 0,0-1-11 15,-5 4-7 1,1 1-6-16,4-1-8 0,-3 2-9 0,2 4-6 0,1-1-4 15,-3 3-4-15,3 0-1 0,2 1-2 0,1 4-4 16,0-3-2-16,2 3 0 0,4 0-2 0,1-6-4 16,0 5-1-16,4-2 1 0,-1 1-3 15,2-3 2-15,2 2 0 0,2-1 2 0,0-3-3 0,1-1 1 16,4-1-1-16,-1 0 0 0,3-3 8 0,-2-3-7 16,0 2 2-16,3-6 6 0,4-2 7 0,2-2 8 0,-6-2 9 15,1-1 13-15,-1-1 8 0,-1-3 6 0,0-1 7 0,-3-3 4 16,1-2-6-16,1-7 9 0,-4 4 15 15,-2-3-20-15,0 0-7 0,0-2-4 0,0 1-19 16,-2-1 8-16,-2 2 18 0,-1 2 23 0,0 7-10 16,-1 0 0-16,1 3 6 0,-1 4-4 0,1 1-8 0,-2 3-7 15,2 0-12-15,0 2-10 0,0-1-5 0,-1 2-45 0,2 1-47 16,-1 3-40-16,0 0-2 0,0 0 6 0,0 0 19 16,-2 15-4-16,0-5 8 0,2 9 5 0,-2 0 8 15,0 0 1-15,2 8 0 0,0-1-6 0,2 0-1 0,0 5-19 16,1-2-3-16,-2 0-5 0,1-4-8 15,0 0-21-15,1-5-11 0,-1-3-21 0,2 3-16 16,-4-4-19-16,3-7-34 16,-2 2-82-16,-1-6-145 0,0-1-470 0,0-4 207 15</inkml:trace>
  <inkml:trace contextRef="#ctx0" brushRef="#br0" timeOffset="106166.05">9343 8307 227 0,'4'-4'234'0,"0"0"-20"0,1 1-18 16,0 0-18-16,1 0-17 0,1 2-19 0,0 1-14 16,1 0-1-16,3 0-9 0,1 3-16 0,-2-1-5 15,3 3-7-15,-1 2-10 0,0 0-5 0,-2 2-10 16,-2 0-6-16,4 5-6 0,-2-1-6 0,-5-1-3 16,0 5-6-16,-1 1-4 0,-3-1-7 0,-1-3 8 15,-1 3-11-15,-3-2-5 16,0-3 1-16,0-1-1 0,2-3 0 0,-5 1-5 15,4-2 0-15,-1-1 0 0,0-1 9 0,4 0 5 16,-4-1 12-16,2-2 25 0,0 1 25 0,1 2 35 16,1-5 31-16,0 0 4 0,0 0-16 0,0 0-9 15,0 0-20-15,3-21-9 0,3 11-9 0,0-5-14 16,3-2-8-16,3 0 5 0,2-4-13 0,0 1-16 16,1-4-6-16,-2 2 2 0,-1 5-5 15,-1 3-3-15,-1-1-6 0,-3 6 7 0,2-1 0 0,-4 3 2 16,-1 0-7-16,-1 2-5 0,0 1-5 0,0 0-9 0,-1 1-6 15,-1 1-5-15,-1 2-37 0,3-2-21 0,-3 2 0 16,0 0 3-16,-3 11 4 0,0 0 4 16,-1 6 3-16,-1 0 4 0,-1 6 10 0,3 2 19 15,0 2-16-15,2-1 4 0,2-1-3 0,5 1 10 0,6 1 2 0,7-3 6 0,7-1-4 16,18 0-8-16,10-6-58 0,6-3-78 0,32-2-112 16,-1-15-376-16,-26-1-691 0,28-7 307 0</inkml:trace>
  <inkml:trace contextRef="#ctx0" brushRef="#br0" timeOffset="108285.81">10850 8375 135 0,'0'0'167'0,"0"0"-4"15,0 0-15-15,-7 0-8 0,7 0-11 16,0 0-8-16,0 0-13 0,0 0-17 0,0 0-1 16,0 0-6-16,0 0-9 0,-6-2-4 0,6 2-2 15,0 0-5-15,0 0-5 0,0 0 0 0,0 0 1 16,0 0-4-16,0 0 2 0,0 0-8 0,0 0 2 15,0 0-1-15,0 0 1 0,0 0-7 0,0 0-2 16,0 0-7-16,0 0 8 0,0 0-1 0,0 0-2 16,0 0-3-16,0 0-5 0,0 0 4 0,0 0-1 0,0 0-3 0,0 0-1 15,0 0 0-15,0 0 0 0,0 0-1 0,0 0-1 16,0 0-3-16,0 0-1 0,0 0-2 0,0 0-2 16,0 0-3-16,0 0 1 0,0 0-4 0,0 0-2 15,0 0-3-15,0 0-3 0,0 0 6 0,0 0-3 16,0 0-2-16,6-8-1 0,-6 8 3 0,0 0-2 15,0 0-1-15,0 0 1 0,0 0 1 0,0 0-4 0,0 0 4 0,0 0-1 16,0 0-2-16,0 0 1 0,0 0-2 0,0 0-3 16,0 0 1-16,0 0 1 0,0 0 0 0,0 0 1 15,0 0-1-15,0 0 1 0,8-2-1 0,-8 2 1 16,6-2-5-16,-6 2 3 0,7-3-3 0,-7 3-1 16,6-1 1-16,-6 1 3 0,0 0-5 0,0 0 2 15,6-1 5-15,-6 1-6 16,6-2 1-16,-6 2 1 0,0 0-1 0,0 0 1 15,0 0-6-15,3-5 5 0,-3 5 0 0,0 0-1 16,0 0-1-16,0 0 2 0,0 0 1 0,0 0 0 16,7 0 0-16,-7 0-1 0,0 0-1 0,0 0 1 15,0 0-1-15,0 0 2 0,0 0-2 0,0 0 0 16,0 0 0-16,0 0-1 0,0 0 0 0,0 0 3 16,0 0-2-16,0 0 0 0,0 0-1 0,0 0-1 0,0 0 0 0,0 0 2 15,0 0 2-15,0 0-3 0,0 0 0 0,0 0 1 16,0 0-3-16,0 0 1 0,0 0-4 0,0 0-1 15,0 0 1-15,0 0-4 0,0 0 4 0,0 0-2 16,0 0-1-16,0 0 2 0,0 0 3 0,0 0-2 16,0 0 3-16,0 0 1 0,0 0-3 0,0 0 2 15,0 0 0-15,0 0 0 16,0 0 1-16,0 0-1 0,0 0-4 0,0 0 7 16,9 0 3-16,-5-2-4 0,6 2 0 0,-1-1 1 15,2 0-1-15,10-2 1 0,2 1 4 0,5-3-1 0,2 1-1 16,1 1-2-16,6 0 0 0,-1-2 2 0,0 0 1 0,2 1-2 15,-5-4 1-15,-1 4 1 0,-5 1-3 0,-5-1 1 16,-2 1-2-16,-4 0 4 0,-2 2-6 16,-4-1-11-16,-2 1-8 0,-1 0-16 0,-2 0-7 0,0 0-11 15,-5 1-28-15,0 0-28 0,0 0-13 0,0 0-16 16,0 0-21-16,-21 0-30 0,9 1-151 0,-3 0-371 16,2-1 164-16</inkml:trace>
  <inkml:trace contextRef="#ctx0" brushRef="#br0" timeOffset="108501.69">11109 8257 202 0,'-1'-6'268'16,"-2"0"2"-16,0 1-11 0,1-1 0 0,-2 1-12 16,4 1-29-16,-2 0-13 0,2 4-17 0,-2-6-19 0,1 2-25 15,1 4-14-15,0 0-12 0,-2-4-15 0,2 4-28 16,0 0-34-16,0 0-3 0,0 0-5 0,-3 13-7 0,3-2 0 15,-1 5-1-15,-2 9-2 0,2 1 4 0,-4 4-7 16,2 3-3-16,-2 1-20 0,0 2-24 0,1 11-31 16,-1-14-32-16,4 1-43 0,1-5-67 0,-4-2-237 15,0 0-474-15,3-10 211 0</inkml:trace>
  <inkml:trace contextRef="#ctx0" brushRef="#br0" timeOffset="109954.51">12347 8172 2 0,'4'-7'149'0,"-3"3"-7"0,2 0 5 15,-2 0-5-15,2-1-1 0,-2 1-6 0,0 0-1 16,2 0 1-16,-3 4-12 0,1-5-10 0,-1 2-6 16,0 3-14-16,0 0-6 0,-4-6-8 0,2 3-14 15,-6 3-1-15,-1 1-12 0,-8 1-3 0,-2-2-6 16,-4 6-3-16,-6-1-7 0,1 2-1 0,0 2-7 16,0 0-4-16,1 3 0 0,1 0-1 0,3 1-2 0,0 0 1 0,4-1-6 15,4 1-7-15,-2 1 3 0,4 1-3 0,1-1 1 16,0 0 0-16,5 4 0 0,0-2-1 0,3-1-1 15,3 0 4-15,2-1-2 0,3 0-1 0,6 1 1 16,2-2 3-16,5-4 3 0,1-2-4 0,11 0 1 16,0-1-4-16,4-6 2 0,3 0 0 0,-4-7-1 15,4-1-5 1,-3-2 5-16,-3-3-3 0,1-1 1 0,-3-2 2 16,-2-1-1-16,-3-2 2 0,0-1 2 0,-5-1 1 0,-2-1-2 15,0-3 2-15,-7-1 0 0,-2 0-4 0,-4-4-1 16,2 1 6-16,-6 4 3 0,-3-3-1 0,-2 2 5 15,-1-2 1-15,-4 7 3 0,0 3 2 16,2 0 0-16,-3 4-3 0,-1 1-1 0,0 0-1 0,2 6-3 16,-1-1-3-16,-2 4 1 0,1-1-4 0,-1 5-1 0,4 0-4 15,-3 6-3-15,-3 1 1 0,1 1-1 0,4 8-1 16,-2 0 2-16,-1 4-5 0,5 6 3 0,2 2-5 0,1 0 2 16,1-1-4-16,5 5 5 0,4-3 6 15,1 2-7-15,4 0 2 0,4 1 0 0,0-3 1 16,2 4-2-16,3 0 2 0,-1 0 1 0,-1-2 0 15,-2-3 0-15,-1 1 0 0,0-3-1 0,-3 0 0 0,-5-8 1 0,-1 1-4 16,0-2-5-16,-4 0 2 0,-1-2-4 0,-6 1 2 16,1-1 2-16,-4-1-1 0,-3 0 4 0,-4-3 0 15,2 1-1-15,-5-1 2 0,-5 1 1 0,7-4 0 16,-2 1 0-16,1-4-4 0,1 1 4 0,-1 0-2 16,2-3 1-16,3 0-2 0,4 0 3 0,-2-1-5 15,3 0-10-15,4 0-22 16,0 1-25-16,5-3-37 0,-4 0-35 0,4 0-43 15,0 0-203-15,13-7-408 0,0 2 181 0</inkml:trace>
  <inkml:trace contextRef="#ctx0" brushRef="#br0" timeOffset="110270.61">12681 8435 200 0,'-2'-5'320'0,"2"5"-20"0,-1-4-20 0,1 4-29 15,0 0-17-15,0 0-35 16,0 0-23-16,0 0-12 0,0 0-31 16,0 0-14-16,0 0-12 0,0 0-14 0,0 16-10 15,-1-7-7-15,1 3-10 0,-4 0-5 0,3-1-7 0,1 2 3 16,0 3-15-16,-1 0 1 0,2-1-5 0,-1 1 2 15,0-1-10-15,0-3-3 0,0 0-3 16,0 0-1-16,1-5 5 0,-1 1-24 0,0-1-13 16,0-1 0-16,0 0-16 0,2-4-3 0,0 2-1 0,-1 0 0 0,-1-4-2 15,0 0-29-15,0 0-48 0,0 0-47 0,0 0-32 16,0 0-69-16,-1-20-135 0,2 15-425 0,2-5 188 16</inkml:trace>
  <inkml:trace contextRef="#ctx0" brushRef="#br0" timeOffset="110924.28">13352 8245 161 0,'5'-5'217'0,"-1"-1"-13"15,-1 1-4-15,0 1-3 0,0-1-8 0,0 0-10 16,-3 1-14-16,0-1-16 0,0 0-9 0,-5 0-17 15,3 0-13-15,-5 3-13 0,0-2-10 0,-7 1-11 16,-3 2-6-16,-2-1-10 0,-4 5-4 0,-4-3-8 16,-4 4-7-16,4 1-3 0,0 1 1 0,2 3-7 15,5-2-7-15,2 1-5 16,-2 2 3-16,5-1-4 0,1 3-7 0,1-1-2 16,2 2 2-16,2 0 0 0,1-1 0 15,4 1-3-15,3 1 1 0,2 3 2 0,2-1-4 0,2-1 1 16,3-3 0-16,2-2-1 0,5 3 1 0,1-4 2 15,3-3 1-15,-1 0-2 0,0-2-3 0,-1-1 1 16,1-3 0-16,0-4 1 0,1 0-1 0,-2-1 9 16,-2-4 10-16,1-1 26 0,-5-4 3 0,2-1 11 0,-4 0 0 15,2-2-6-15,-3-1-2 0,0-9-10 0,-3 0-5 16,1-2 2-16,-3-1-13 0,-1-3 13 0,1 0-15 16,-2-1 3-16,-1 0 12 0,1 2 29 0,-3 3 12 15,-1 0 0-15,-1 10-1 0,3 0 15 0,-2 6-7 16,1 1-1-16,1 1-10 0,0 2-7 0,-1 3-17 0,1 1-5 15,1 0-21 1,-1 2-48-16,1 3-54 0,0 0-7 0,0 0 5 16,0 0 9-16,-4 18 10 0,3 0 3 0,-3 6 5 15,2 1 8-15,0 4 1 0,-1 0 5 0,1 0 4 16,0 2 6-16,2-4 5 0,0 2-7 0,0-2-17 16,4 1-10-16,-1-8-13 0,-2 4-11 0,-1-3-14 15,0-4-26-15,0-1-20 0,0-4-16 0,-1 0-36 0,1-2-39 16,0-1-259-16,-1-4-524 0,-1-1 232 0</inkml:trace>
  <inkml:trace contextRef="#ctx0" brushRef="#br0" timeOffset="111540.24">13488 8110 97 0,'-1'-3'286'0,"1"3"-16"0,0-6-20 15,0 6-25-15,0-5-18 0,0 5-22 0,1-3-19 16,-1 3-19-16,0 0-17 0,0 0-13 0,0 0-13 16,8-3-9-16,-8 3-21 0,10 3-12 0,-5-1-13 15,2 1-13 1,0 1-9-16,2 1-7 0,0 1-8 0,-1-1-10 0,2 2-4 16,-2-2-4-16,1 1-4 0,-2 1 1 0,-2-3-2 15,1 0 4-15,0 1-4 0,-3-3 3 0,0 0 7 16,1 1 0-16,1-1 20 0,-5-2 14 15,0 0 2-15,5 0-2 0,-5 0 9 0,0 0 9 0,7-5 0 16,-7 5 11-16,1-4 6 0,3 1-3 0,-4 3-1 16,1-4 1-16,-1 4-4 0,3-3 2 0,-3 3-2 0,1-5-10 15,-1 5-6-15,0 0-1 0,0 0-19 0,4-1-12 16,-4 1-7-16,0 0-10 0,6 7-5 0,-3-1-2 0,-1-1 1 16,2 9 5-16,3-4-8 0,-2 9 0 15,1 5 2-15,-1 2-1 0,2 2 0 0,-4 1 1 16,0 7 1-16,1 10 7 0,-2-12-9 0,-3 1 5 15,-1 1 1-15,-1 0 0 16,-6 0 2-16,4-2 0 0,-4-3 1 0,0-2-3 16,0-5 2-16,-1-6 2 0,-2-2-1 0,2-3 3 15,-3-1 9-15,1-3-9 0,-2-3 2 0,1-2 4 16,-5-3 2-16,0-2 10 0,-1-6 16 0,2 2 10 16,-2-4 33-16,10 1 5 0,-2-5-5 0,-1-4 8 15,4-2 2-15,3-7 7 0,3-1-16 0,4-4-10 16,3-3 2-16,12-9-13 0,6-3-9 0,3 1-2 0,2 7-4 0,-8 8-6 15,5 4-7-15,0-2-5 0,-1 6-1 0,3 2-7 16,0 3 4-16,-7 2 6 0,-3 6-13 0,0-1 10 16,-5 3-18-16,-1 2 2 0,-4 0 2 0,3 0-9 15,-4 3-21-15,-1-2-23 0,1 1-26 0,-4 1-22 16,1-1-21-16,-3 3-29 0,5-3-32 0,-5 3-14 16,0 0-3-16,0 0-17 0,0 0-44 0,0 0-255 0,0 0-548 0,0 0 242 15</inkml:trace>
  <inkml:trace contextRef="#ctx0" brushRef="#br0" timeOffset="112057">14389 8232 101 0,'0'0'184'0,"0"0"-8"0,-6 1-2 16,6-1-18-16,0 0-10 0,0 0-10 0,0 0-11 0,-7 1-8 16,7-1-16-16,0 0-6 0,0 0-8 0,0 0-9 15,0 0-12-15,0 0 0 0,0 0-9 16,0 0-5-16,0 0-3 0,0 0-4 0,0 0-3 15,0 0-1-15,0 0-5 16,0 0-4-16,0 0 2 0,0 0-6 0,0 0-3 16,0 0-3-16,0 0 0 0,0 0-4 0,0 0 5 15,0 0 0-15,0 0-1 0,0 0 6 0,0 0 4 16,0 0 0-16,0 0-2 0,0 0-2 0,0 0-2 0,0 0-2 16,0 0-2-16,0 0 0 0,0 0-4 15,0 0 0-15,0 0 0 0,0 0-1 0,0 0 1 16,0 0-2-16,0 0 1 0,0 0 4 0,0 0-1 0,0 0 4 0,0 0 1 15,0 0-2-15,16-5-1 0,-11 4-4 0,-5 1-1 16,14-2-3-16,-1 1-1 0,1-1 7 0,4-1-10 16,5 2 2-16,7-3-4 0,2 0-1 0,3 0-1 15,2 0 1-15,1 0-4 0,-1 1 8 0,-1-2-8 16,-3 3-2-16,-2-1 1 0,-9 2-2 0,-1-2-8 16,-4 0-8-16,-3 2-12 0,-4 0-16 0,-3-1-18 0,-2 1-30 0,-3-1-30 15,-2 2-33-15,0 0-40 0,0 0-190 0,-7-8-418 16,-2 4 185-16</inkml:trace>
  <inkml:trace contextRef="#ctx0" brushRef="#br0" timeOffset="112288.8">14582 8098 198 0,'-1'-3'269'0,"0"0"0"0,1 3-3 16,-3-7-6-16,3 7-13 0,-1-4-20 0,1 4-23 15,-2-3-22-15,2 3-22 0,0 0-20 0,0 0-24 16,0 0-19-16,0 0-12 0,-6 12-9 0,6-1-9 16,-1 5-6-16,-2 8-11 0,1 3-1 0,-1 2-3 0,3 2-6 0,0 2-2 15,0-1-2-15,4 15 3 0,-2-13-24 0,1-4-40 16,2 1-44-16,-1-3-56 0,4-4-84 0,-5-4-260 16,0-7-506-16,1-7 224 0</inkml:trace>
  <inkml:trace contextRef="#ctx0" brushRef="#br0" timeOffset="113302.07">15506 8012 48 0,'1'-5'199'16,"-1"-2"-10"-16,0 4-13 0,1-1-18 0,1 1-15 15,-2 3-7-15,1-5-21 0,-1 5-11 0,3-3-12 16,-3 3-8-1,0 0-9-15,5 9-9 0,-3 2-1 0,2-1-2 16,-4 3-7-16,3 7-4 0,-6-1-8 0,3 7-3 0,-2 1-4 16,-1-1-3-16,-1 1-6 0,0 0-1 0,3 0 0 15,-2-4-3-15,0-2-4 0,0-4 3 0,0 1-3 16,2-1-3-16,-2-5-1 0,0 1-1 0,2-5 1 16,-1 0-4-16,1-4 2 0,1 1 8 0,-1 0 32 15,1-5 10-15,0 0-8 0,0 0-2 0,0 0-11 16,2-14 0-16,0 4-7 0,-1-2-3 0,2 0-5 0,0-7-1 0,-2 1-4 15,5-5-5-15,-3-4 1 0,3 1-6 0,-2-3-3 16,1 0-5-16,2-5-5 0,-2 0-5 0,3-1 5 16,1 2 1-16,-3 2-2 0,3 2 12 0,-4 3 14 15,-1 7 7-15,0 1 7 0,0 0 2 0,1 4 0 16,-4 5-2-16,3-3-4 0,1 4 0 0,0-1-7 16,2 3-1-1,3-1-6-15,0 0-2 0,1 3-2 0,4 1-6 16,-2 0-2-16,7 3 3 0,-2 3-10 0,1-2-1 15,0 4-8-15,-1 1-5 0,-3 3-4 0,3-1-3 0,-1 3-1 16,-7 2-2-16,0 2-1 0,-2-1 1 0,-4 3 2 16,-3 3 0-16,-2 1-2 0,-4 3 6 15,-8 1 0-15,-5 0 1 0,0 0-1 0,-6-3 2 16,2-1 2-16,-2-3 1 0,0-1 6 0,1-2-1 0,1-1 1 0,3-4 2 16,1-3 4-16,1 2 2 0,7-4 5 0,0-3 9 15,0 4 8-15,3-4 10 0,3 2 18 0,-2-1 17 16,2-1 14-16,-1-1 17 0,5-1 1 0,-4 2-6 15,4-2-13-15,0 0-9 0,0 0-11 0,0 0-5 0,0 0-4 16,0 0-15-16,0 0-5 0,0 0 0 16,23-2-9-16,-16 7 2 0,4-3-8 0,-1 2-1 0,2 3 0 0,2 2-11 15,5 0 2 1,-1 1-11-16,-1 0-9 0,0 1-20 0,6 4-16 16,-6-5-28-16,6 8-27 0,-8-7-27 0,2 2-39 15,-3 0-57-15,1-3-83 0,-6-1-186 0,4-4-535 0,-5-2 237 0</inkml:trace>
  <inkml:trace contextRef="#ctx0" brushRef="#br0" timeOffset="113559.26">15967 8238 174 0,'0'-6'333'0,"0"6"-7"0,0 0-22 0,0-4-11 15,0 4-31-15,0 0-29 0,2-4-23 16,-2 4-11-16,0 0-37 0,0 0-20 0,0 0-36 0,0 0-10 16,0 0-12-16,0 0-10 0,-2 14-6 0,2-5-6 15,-5 7-7-15,3 1-6 0,-4 2 0 0,2 0-4 16,1 10-7-16,-2-1-5 0,2-8-15 0,-1 4-23 16,2-4-29-16,-2 5-39 15,3-7-30-15,-3-1-42 0,4-3-58 0,-5-4-273 16,4-4-514-16,1 0 227 0</inkml:trace>
  <inkml:trace contextRef="#ctx0" brushRef="#br0" timeOffset="114430.3">16821 8066 140 0,'-1'-5'222'0,"-2"-2"-12"16,0 2-8-16,1-3-16 0,-5-1-11 0,0 4-18 16,-2-2-13-1,-1-1-12-15,-3 4-12 0,-2-1-9 0,-2 0-10 16,-2 1-10-16,-3 4-10 0,-1 2-5 0,-8-1-9 15,2 2-5-15,1 5-5 0,0-2-7 0,0 4-5 0,2 1-3 16,8-1-9-16,-1 1-4 0,1 0-3 0,4 3-3 16,1 0-2-16,4-2-1 0,-1 1 0 0,5-1-2 15,3 0-5-15,0 1 2 0,6-2 7 16,4 3-8-16,3 1-1 0,3-1-2 0,4-2 3 0,0-3-2 0,4-1 1 16,2-1-2-16,-1-2 8 0,-2 0-10 0,2-5-1 15,-3-3 1-15,1 1-2 0,-2-5 1 0,2 0 3 16,-4-3 15-16,-2 0 22 0,-2-4-1 0,0 0 14 0,-4-2-11 15,-2-2 6-15,0-8-4 0,-1-2 9 0,-2 1-7 16,-3-3-1-16,1-4 0 0,-2 2-10 0,1-2 11 16,-4-3 9-16,2 3 13 0,0 3 18 0,-2 1 6 0,2 3-6 15,-4 9 16 1,4 2 0-16,-2 4-5 0,3 0-10 0,0 6-19 0,0-1-3 16,0 0-4-16,-1 2-18 0,-1 0-34 0,2 1-37 15,0 4-41-15,0 0 1 0,0 0 5 0,-2 12 9 0,2 0 8 16,0-2 4-16,-1 11 3 0,1 4 4 0,0 2 3 15,0 1 7-15,2 1 1 0,1 2-3 16,3-4 4-16,-2 2 6 0,-3-4-2 0,3 1 0 16,0-7-6-16,-3 1 10 0,0-6 0 0,2-2-2 15,0 0 2-15,-3-2 2 0,1-1 0 0,1-3 0 16,-2-1-12-16,2 0-9 0,-1-1-10 0,-1-2 0 16,0-2-7-16,3 5 1 0,-3-5-10 0,0 3-10 15,0-3-32-15,0 0-64 0,0 0-58 0,0 0-72 16,0 0-219-16,7-12-547 0,-1 3 242 0</inkml:trace>
  <inkml:trace contextRef="#ctx0" brushRef="#br0" timeOffset="114831.25">17111 7784 248 0,'0'-5'240'0,"0"5"-24"15,0 0-25-15,0 0-20 0,0 0-17 0,0 0-13 16,0 0-10-16,10 10-16 0,-5-3-13 0,2 1-7 16,0 2-7-16,2 3-7 0,2 1-13 0,-1 2-2 15,-4 1-11-15,4-1-4 0,-3 2-1 0,-1 2-5 16,-1-1-7-16,-2 1-3 0,-3-2-6 0,-2-1-1 0,-1 1 0 0,-4 1-4 16,0-4 2-16,-2 1-3 0,-3-2-2 0,1-1-2 15,-5 1 1-15,2-3-4 0,0-1-2 0,0-1 2 16,1-1-2-16,2 0-1 0,-1-2-2 15,3-1 2-15,2 1-5 0,0-2 0 0,1-1 0 0,2-2-2 16,0 4-1 0,0-2 0-16,2-2 10 0,2-1 6 0,-6 4 1 15,6-4 5-15,0 0 9 0,7 4 3 0,1-4-1 16,3 0-8-16,7 0 1 0,1 0-2 0,3-2-6 16,1 1 2-16,5 0-3 0,3 1-2 0,1-1-3 0,-4-1-1 15,3 1-6-15,-2-1-17 0,-9 0-25 16,0 0-23-16,-5-1-32 0,-5 2-40 0,3-2-57 15,-3-1-261-15,-6 0-480 0,-1-1 212 0</inkml:trace>
  <inkml:trace contextRef="#ctx0" brushRef="#br0" timeOffset="115147.28">17117 8049 11 0,'-6'2'283'15,"6"-2"-9"-15,-8 1-7 0,8-1-7 0,0 0-4 16,0 0-4 0,-5 1-10-16,5-1-21 0,0 0-20 0,0 0-27 0,0 0-17 15,27-4-17-15,-4 1-12 0,9-2-9 0,5 1-13 16,4-1-10-16,10 1-12 0,0-1-10 0,0 2-7 15,-14-2-8-15,0 2-4 0,-1 1-5 0,-5-1-9 16,-11 2-2-16,-2 1-4 0,-5-3-8 0,-4 0 5 16,-1 2-10-16,-1 1-12 0,-2 0-15 0,-5 0-16 15,7-2-17-15,-7 2-20 0,0 0-30 0,0 0-37 16,-36 3-45-16,18 0-57 0,-4 0-282 0,3-3-550 0,5 1 243 16</inkml:trace>
  <inkml:trace contextRef="#ctx0" brushRef="#br0" timeOffset="117500.08">7969 9376 26 0,'0'0'133'15,"0"0"-15"-15,-10-3 1 0,10 3-13 0,0 0-6 0,-5 0-4 16,5 0-9-16,0 0-3 0,0 0 1 15,-6-1-15-15,6 1-8 0,0 0-6 0,0 0-12 16,0 0-1-16,0 0-2 0,0 0-2 0,0 0-5 0,0 0-2 0,0 0-6 16,0 0 3-16,0 0-4 0,0 0-2 0,0 0 1 15,-4-2-10-15,4 2 2 0,0 0-3 0,0 0-2 16,0 0 1-16,13-2-1 0,-7-1-5 0,-6 3 5 16,15 0-9-16,-6-2 2 0,5 0 6 0,-1 1-9 15,0 0 6-15,6 0-3 0,0-1-1 0,0 0 3 16,2 2-2-16,8-1 0 15,-2-1-2-15,2 1 2 0,2-1-5 0,1 1 3 16,3 0 5-16,-2-1-10 0,1 1 8 0,0 0-4 16,2-2 5-16,-1 3-2 0,3 0-8 0,-2 0 7 15,-1 0 2-15,-2 0-8 0,5-3 1 0,-6 3 3 0,3-3 3 16,-2 2-10-16,-1-2 9 0,-2 1 0 0,2-3-1 16,3 5 1-16,-4-3 2 0,1 1-7 0,-2-1-3 15,2-1 5-15,0 1 0 0,0-1 0 0,0 3 4 0,5-1-3 16,-3-1 1-16,0 0-1 0,-1 1 3 0,0 0-10 15,2 2 8-15,1 0 1 0,0 0 0 0,2-2-3 16,-1 0-2-16,1 1 7 0,13 1 3 0,-10-2-3 16,11 2 3-16,-12 2-7 0,11-2 7 0,-10 0-3 15,10-2-2-15,0 0-3 0,-12-1 3 0,-1 1-1 0,18-3-1 16,-2 4-10-16,-15 0 11 0,15-3 0 0,-3 4 3 16,-1-4-2-16,-10 3-2 0,12 2 4 0,-1-3-6 0,-11 3-1 15,12-4 6-15,-12 5 1 0,1-4-7 0,-3 2 1 16,16 0 1-16,-15-1 9 0,14-2-9 0,-15 3 5 15,18-2-3-15,-2 0 5 0,-4 0-2 16,2-2 4-16,2 0-5 0,-4 3 3 0,1-1 4 0,1 1 0 16,-1 1-2-1,3-3-5-15,-2 3 4 0,1-4-5 0,-2-1-1 16,3 5 1-16,-3 0-1 0,-12-1 1 0,20 1 3 16,-3-1 0-16,2 0-4 0,-2-1 0 0,0-1-1 0,3-1 5 15,-3 1 0-15,2 1 5 0,-1-1-5 0,-2-2 3 16,0 0 4-16,1 0-2 0,-3 3-1 15,2-4 2-15,-4 1 3 0,2 4-1 0,1-4 0 0,1 1 3 16,-1-1 0-16,-1 5 0 0,2-7 2 0,3 3 1 0,1 0-3 16,-1 1-3-16,1-2 7 0,0 3 1 0,0-1-2 15,-4 2-3-15,2-2 2 0,-5 0-3 0,1 2-8 16,1 0 9-16,-1 1 0 0,-3-4 1 0,1 1-5 16,0 2-2-16,3 0-1 0,-3 2 2 0,3-2 1 0,-2-2-2 15,-1 1-7-15,-10 2 5 0,14-2-1 16,-4 4 2-16,-10-5-2 15,9 1-5-15,-12 1 3 0,1 0-8 0,0-2 5 16,12 1 3-16,-12-1 1 0,-1 3-2 0,2 0-4 16,-1 0 5-16,12-2 2 0,-11 0-3 0,-3 4 2 15,5-4 1-15,-4 2-2 0,16-3 0 0,-4 2-1 16,-10 2 1-16,-2-3 0 0,16 2-2 0,-15 0-3 16,1-3 4-16,0 3 0 0,12 3-3 0,-14-6-2 0,17 6 4 15,-18-6 2-15,4 6-6 0,0-3-2 0,0-3 4 0,10 3 0 16,-14 0-1-16,3 0 1 0,-2 0 0 0,0-1 1 15,3 0-2-15,10-3-1 0,-15 1-3 0,5 2 3 16,-4 1 3-16,2-1-2 0,1-2-1 0,-4 0 2 16,1 1-1-16,-1 2-4 0,1-3 2 0,1 2 2 0,-5-2-1 15,-2 0 2-15,1-1 4 0,-1 1 2 0,-3 0 2 16,1-1 2 0,-1 1 2-16,3-1 0 0,-3 1 2 0,3-1 0 15,-2 3-2-15,3-4 0 0,3 0-3 0,-1 1 0 16,2 4-1-16,0-3 1 0,1 1-4 0,-1 0-8 15,-2-1 8-15,2 2-1 0,1-3-1 0,0 2-2 16,1 1 5-16,1-1-5 0,-1 0 1 0,3 1 1 16,-2 2-1-16,1-3 0 0,-1 1-1 0,-3 1-1 15,3 0-1-15,-1 0 2 0,-2-2-3 0,2 1 5 0,-3 0-2 0,-1-2-2 16,0 1 2-16,-4-1-1 0,2-1 0 0,-1 0-2 16,-2 3 3-16,2-2 0 0,-4 0 2 0,1-1-1 15,-7 2 1-15,5-3-3 0,-3 5 2 0,0-4 1 16,-1 0 1-16,0 1 1 0,4-1 0 0,-5 3 1 15,-1-2 2-15,1 1 0 0,0-1 0 0,1-1 0 0,-4 3-2 16,1-2 4-16,0 1-1 0,1-1-3 0,-6 2 1 0,0 0-3 16,0-1 0-16,2-1 1 0,-2 1 0 0,-1 2-2 15,0-3-3-15,2 3 9 0,-4-1-7 0,1-2-3 16,-1 2 5-16,0 0-1 0,-1 0 4 0,-5 0 4 16,3 0-1-16,-3 1 9 0,-5 0-7 0,10-1 0 15,-3-1-2-15,-7 2-1 0,0 0-1 0,6 0-3 16,-6 0 0-1,0 0 1-15,0 0-3 0,0 0-3 0,9 0 1 0,-9 0 0 16,0 0-2-16,0 0-1 0,0 0-13 0,0 0-15 16,0 0-11-16,5 2-3 0,-5-2-21 0,0 0-20 15,0 6-31-15,3-4-60 0,-3-2-257 0,0 0-467 16,-9 2 207-16</inkml:trace>
  <inkml:trace contextRef="#ctx0" brushRef="#br0" timeOffset="119271.53">8681 9707 27 0,'0'-5'220'16,"0"2"-7"-16,0 3-12 0,0-7-12 0,0 7-18 0,0-5-27 15,0 5-11-15,0-4-18 0,0 4-20 0,0 0-26 32,0 0-22-32,0 0-5 0,0 0-5 0,0 14-5 0,0-4-3 15,-4 7-4-15,4 7 0 0,-2 4-6 0,-2 2-7 16,-1-1 6-16,0 4-4 0,1 1 1 0,0-2-2 16,0 1-3-16,0-3-5 0,3-1 6 0,-3 1 0 15,-1-2-5-15,5-2 2 0,0-7 3 0,-4-1 0 16,4-4-2-16,-1-1 2 0,1-2-5 0,-3-3 3 15,2-1-2-15,1 0 17 0,0-3 21 0,0 0 25 0,-1 0 27 0,1-1 26 16,-3 1 23-16,3-4 6 0,0 0-14 0,0 0-8 16,-7-11-20-16,5 1-15 0,1-2-7 0,-3-5-12 15,1-3-8-15,0-6-12 0,3-3-15 0,0-1-8 16,1-8-8-16,1 4-15 0,5-14-4 0,-4 16 2 16,0-2-3-16,1 4-3 0,0 1 1 0,0 4 1 15,-3 6 2-15,3 2 2 0,0 0 1 0,-3 5-1 0,0 2 5 16,2-1-1-16,2 3 2 0,-4 0-2 0,2 3-5 15,2 0-5-15,5-1 1 0,-1 1-1 0,3 2-2 16,3 1-2-16,2 0-1 0,2 3-5 0,0 2-2 0,0 0-1 16,2 2 1-16,-5 1-3 0,2 2 0 15,0-1-4-15,-8 0-3 0,2 1-2 0,-5 1-1 16,1-1-5-16,-4 0 0 16,-3 2 5-16,-6-2 1 0,1 2 5 0,-10 4 0 0,-3-2 5 15,-8 1 1-15,-4 1-2 0,-1-2 7 16,1 0 0-16,-2-4-2 0,2 1 1 0,-1-1 1 15,6 3 0-15,6-6-2 0,0 0 2 0,1 2 2 16,4-3 2-16,2 0-15 0,1-2-35 0,4 3-32 0,2-3 4 16,3 1 3-16,1 2-3 0,2 1-25 0,5-2-25 15,5 0-45-15,5-1-65 0,2 2-136 0,8-3-405 0,1 1 180 16</inkml:trace>
  <inkml:trace contextRef="#ctx0" brushRef="#br0" timeOffset="119519.12">9063 10015 197 0,'0'0'293'0,"0"0"-13"16,0 0-17-16,0 0-21 0,0 0-22 0,0 0-24 15,0 0-24-15,0 0-25 0,0 0-13 0,0 0-19 16,0 0-23-16,-5 7-11 0,5-1-6 0,0 2-6 15,-2 1-10-15,2 3-2 0,0 5-7 0,-2 0-5 0,1 2-5 0,1 1-6 16,0-3-3-16,-4 0-6 0,4 1-20 0,0-1-13 16,0 0-7-16,-2-5-24 0,0 1-13 0,1-1-9 15,1-2-15-15,0 0-10 0,-4 0-9 0,4-3-8 16,0-1-29-16,0-1-13 0,0-2-17 0,0-3-163 16,0 0-352-16,0 0 156 0</inkml:trace>
  <inkml:trace contextRef="#ctx0" brushRef="#br0" timeOffset="120123.76">9324 9825 249 0,'0'-5'305'0,"0"2"-21"0,0 3-24 0,0-6-23 0,0 6-28 16,0-5-25-16,0 5-20 0,0 0-32 0,0 0-15 15,0 0-16-15,0 0-8 0,0 0-14 0,4 21-5 16,-3-10-6-16,-1 1-9 0,0 4-5 0,0 6-6 16,3 4-3-16,-3 3-5 0,0-2-5 0,-3 0-2 15,3 0-3-15,0-2-5 0,-4 0-3 0,4 2 0 0,-1-8-3 16,-2-1-3-16,2-1 0 0,1-1-4 0,-1-3 2 16,1-3 0-16,-3-1 0 0,2-2-3 0,-2-1 1 0,2 0 3 15,1-2-4-15,0 1 3 0,0-1 0 0,0-4 8 16,-4 5 8-16,4-5 10 0,0 3-3 0,0-3-1 15,0 0-2-15,0 0-5 0,-9-14 0 16,8 7-10-16,-3-8 1 16,0-2-15-16,3-2-19 0,-3-12-9 0,4-3-8 0,0 0-4 15,-4-12 2-15,0 13 2 0,7-1 6 16,-2 2 1-16,-1-1 3 0,3 4 4 0,-2 1 8 16,-1 1 8-16,0 6 8 0,1 4 6 0,2-1 9 15,-3 7 9-15,1-1 6 0,3 0 1 0,0 3-6 0,-3 0-1 16,3 2-4-16,4 3-6 0,-3-1-5 0,4 1-5 15,2 1 7-15,1 2-13 0,5 2 2 0,2 2-6 0,1 1-1 16,-1 1 0-16,8 6-2 0,-1-1 1 0,-1 3 2 0,-2 2-2 16,-6-2 2-16,1 0-2 0,-5 0 1 15,0 1-3-15,-5 2 3 0,0-1-2 0,-4-3-2 16,-4 0 5-16,-3 0 4 0,-5 1 0 0,-3 0-3 16,-7 0 3-16,-5 3-2 0,-4-2-3 0,2-1 4 0,-4 0 3 15,-1-2-4 1,2-4-3-16,0-1 2 0,1 1 2 0,5-3 1 15,4 0 0-15,-1 0-2 0,7-2-3 0,1-2 0 16,5 1 2-16,-1 0-18 0,2 0-17 0,0 1-16 0,5-2-18 16,0 0-18-16,0 0-30 0,21-2-52 0,1-1-59 15,8-2-240-15,3 4-503 0,2-4 223 0</inkml:trace>
  <inkml:trace contextRef="#ctx0" brushRef="#br0" timeOffset="121045.62">10241 10028 179 0,'0'0'171'0,"0"0"-7"16,-6-2-7-16,6 2-7 0,0 0-9 0,0 0-5 15,0 0-8-15,0 0-6 0,-4 0-2 0,4 0-17 31,0 0-10-31,0 0-5 0,0 0-8 0,0 0-3 0,0 0-9 16,0 0-7-16,0 0-5 0,0 0-8 0,0 0-3 16,0 0-5-16,0 0-1 0,0 0-5 0,0 0-6 0,0 0-4 15,0 0-2-15,0 0 0 0,0 0 4 0,0 0-13 16,0 0 3-16,0 0-4 0,0 0-3 0,0 0 0 16,0 0 0-16,0 0-4 0,0 0 1 0,0 0-1 15,0 0-1-15,0 0 1 0,0 0 1 0,0 0-4 16,0 0-2-16,0 0 5 0,0 0 5 0,0 0 10 15,0 0-1-15,29-4 8 0,-16 3-5 0,10-3-1 0,9-2 1 0,4 4-4 16,1-5-1-16,13-1-1 0,-12 2 2 0,12-5-3 16,-11 5 2-16,0 0-3 0,-6-1-2 0,-2 0-4 15,-10 5-6-15,-4-2-15 0,-3 3-18 0,-2-2-15 16,-4 1-34-16,-5 0-45 0,1 1-34 0,-4 1-30 16,0 0-172-16,-9-9-391 0,-2 6 174 0</inkml:trace>
  <inkml:trace contextRef="#ctx0" brushRef="#br0" timeOffset="121261.38">10508 9883 155 0,'-1'-5'274'0,"1"0"-2"0,-1 1-1 0,1-1-11 0,0 5-13 15,-1-4-21-15,1 4-22 0,0-6-19 0,0 6-23 16,1-4-22-1,-1 4-19-15,0 0-14 0,0 0-14 0,-5 11-10 16,2 0-6-16,1 0-12 0,-4 8-6 0,3 5-3 0,0 1-8 16,2 5 1-16,0 0-2 0,-1-1-30 0,5 3-30 15,-3 2-42-15,2-2-38 0,2 1-38 0,-3-4-49 16,2-1-278-16,0-8-496 0,0-3 219 0</inkml:trace>
  <inkml:trace contextRef="#ctx0" brushRef="#br0" timeOffset="122262.65">11836 9673 157 0,'-1'-5'161'15,"1"5"-17"-15,-5-3-12 0,1 3-18 0,4 0-10 0,0 0-14 16,-19 3-7-16,6 0-10 0,-6 3-2 0,2 2-3 16,0 1 2-16,0 2-8 0,-9 5 1 0,6 0-11 0,-1 1 0 15,2 3-13-15,4 1 6 0,-3-1-9 0,8-3 1 0,-1 1-13 16,4-2 1-16,-1 11-1 16,3-10 0-16,1 2-6 0,3 1 0 0,2-1-2 15,4-5 3-15,2 1-3 0,3-1-1 0,4-2 8 0,-1-3 5 16,4 2 8-16,3-6-2 0,0-1 0 0,2-4-3 0,7-2-1 0,3-1-1 15,-5-4 9 1,1-2 0-16,-2-1 7 0,-1-6 3 0,-9 4 2 0,5-5 5 0,-3-1 0 0,0-3-1 16,-4-1-6-16,-1 0-6 0,-3-2-7 0,-2-2-4 15,-2 1-1-15,-3-2-5 0,-5 2-1 0,-2-4-5 16,-3 10-3-16,-2-5-1 0,0 7-2 0,-1 0 1 0,-3 3 0 16,3 1-5-16,-7 1 3 0,4 1-1 15,-4 3 0-15,2 0-4 16,3 4 0-16,-1 4-3 0,0 0-2 0,2 0-5 15,-1 4 1-15,-1 5-1 0,-1-2-1 0,2 5 0 16,5 5 1-16,-1 2 2 0,-3 4-4 0,2 2 0 0,5 0 0 16,7 4 1-16,-2 0 3 0,4 2-1 15,7 1-3-15,-1 1 6 0,6 1-4 0,6 6 2 16,-5-9 1-16,1 0 2 0,0-2-2 0,0 0 0 0,-1 2 0 16,0-4 0-16,-4-3 0 0,-1 0 0 0,-7-7-3 0,1 3 3 15,-3-6-3-15,-2-2 3 0,-1 0 6 0,-2-1-6 16,-4-1 4-16,-3-1 3 0,3 0-1 0,-4 1-1 15,-4-2 2-15,-1 1 0 0,-1-1-3 0,-2-2 6 0,5-1-3 16,-5-1-1-16,3 0-2 0,-2 0 2 16,3-4-3-16,2 3-6 0,1-2-5 0,2 0-18 15,2 1-25-15,0-1-38 16,6-1-54-16,0 0-62 0,-3-8-191 0,3 8-428 16,13-8 190-16</inkml:trace>
  <inkml:trace contextRef="#ctx0" brushRef="#br0" timeOffset="122510.17">12120 10110 3 0,'1'-6'315'0,"-1"3"-6"0,0 3-8 16,0-7-20-16,0 4-21 0,0 3-23 0,0 0-22 15,4-4-25-15,-4 4-24 0,0 0-19 0,0 0-19 16,0 0-15-16,0 0-9 0,6 9-13 0,-6 1-14 0,0 1-5 15,0 2-5-15,3 4-7 0,-3 0-6 0,0 9-5 0,-3-9-5 16,3 8-25-16,0-6-36 0,0 0-19 0,0-2-13 16,0 0-23-16,0 0-28 0,-1-5-26 0,1-1-11 15,0 0-46-15,0-5-248 0,0-1-466 0,0-2 206 16</inkml:trace>
  <inkml:trace contextRef="#ctx0" brushRef="#br0" timeOffset="123248.98">12995 9697 176 0,'0'0'159'0,"-4"-5"-11"16,0 2-18-16,4 3-12 0,-6-4-10 0,-2 6-14 15,8-2-2-15,-14 1-11 0,5 1-4 0,-3 2-3 16,0 1-1-16,1 2-6 0,-5 1-5 0,2 4 1 15,1 1-4-15,-2 0-10 0,1 1-4 0,1 1-6 16,-2 5 1-16,5-4-8 0,-2 0-2 0,3 2-2 16,4 0 2-16,1-1-10 0,-1 3 1 0,2-4 1 0,3 3-5 0,3-1-2 15,-2-2 3-15,3-1-2 0,0-3 10 0,1 0 8 16,3 0 11-16,5-5 8 0,-3 0 4 0,1 1 5 16,2-1-2-16,0-5 1 0,5 1-1 0,1-3 3 15,-1-4-1-15,1-2 2 0,0-1-6 0,4-5-6 16,-4 2 0-16,4-7 0 0,-2-2 5 0,-1 1-15 15,-4-1-3 1,3-5 6-16,-4 2-13 0,-1-4-5 0,-1 0-4 16,1-1-2-16,-4-1-4 0,0 0-4 0,-2 0 2 0,-7 0-3 15,3 4-4-15,-6 0 1 0,-1 5-1 0,-1-1 3 16,-6 6-3-16,2-3-2 0,-2 0 0 16,-3 5 0-16,1 0 0 0,-5 3-1 0,2 1-2 0,1 4-1 15,-3 0-1-15,3 4-1 0,-4 0-3 0,4 3-4 16,-4 2-1-16,2 3 0 0,0 4 3 0,0 2-2 0,-2 7-2 15,2 4-1-15,2-1 5 0,2 2-2 0,0 1 0 16,3 3 4-16,4 2-7 0,5 0 9 0,1 2-2 0,4 0-1 16,6 15 5-16,1-4-1 0,5-3-3 15,-3-8 4-15,8 8 0 0,-2-8 0 0,-4-4 2 16,4 1 2-16,-2-2-5 0,-5-2-2 0,-2 1 1 16,-1-2-1-16,-3-7 2 0,-3 0-1 0,-3-2-1 0,-1 0 2 0,-4-5 3 15,0-2 0-15,-2 2 5 0,-7 1 6 0,3-3-8 16,-7 1 1-16,3-1-3 0,-4-1 2 0,4-1-2 15,-5-2-1-15,4-1-8 0,1-2-12 0,3-1-25 16,-1-1-36-16,4-1-47 0,2-4-82 0,2 0-256 16,1-3-501-16,6-3 222 0</inkml:trace>
  <inkml:trace contextRef="#ctx0" brushRef="#br0" timeOffset="123612.49">13771 9860 180 0,'-7'1'200'16,"7"-1"-6"-16,0 0-5 0,0 0-13 0,0 0-15 15,0 0-14-15,0 0-18 0,18-4-10 0,-5 2-12 16,7-1-12-16,9 0-7 0,1 1-13 0,6-1-2 0,1 1-12 0,1-2-8 15,3 1-1-15,14-4-10 0,-15 2-8 0,1 2-9 16,-3 0-17-16,-7-1-20 0,-2 0-28 0,-10 1-21 16,-5 0-33-16,-1 0-32 0,-4-1-187 0,-8 0-339 15,2 1 151-15</inkml:trace>
  <inkml:trace contextRef="#ctx0" brushRef="#br0" timeOffset="123828.59">14109 9697 158 0,'0'0'259'16,"0"-3"-26"-16,0 3-25 0,3-2-21 0,-3 2-22 15,0 0-18-15,0 0-18 16,0 0-6-16,-5 19-12 0,1-7-13 0,-2 5-4 16,-1 8-6-16,1-1-7 0,2 5-6 0,0 2-5 15,0 2-4-15,3 13-8 0,-3-9-6 0,8-5-9 16,-3-3 2-16,3 2-22 0,1-2-42 0,0-4-44 15,3-1-50-15,-4-9-274 0,2-5-419 0,2-3 187 16</inkml:trace>
  <inkml:trace contextRef="#ctx0" brushRef="#br0" timeOffset="125283.79">14996 9611 185 0,'3'-6'191'0,"-2"3"-2"0,-1-5-6 15,0 4-2-15,0 0-10 0,3 1-8 0,-2-2-9 0,1 3-13 16,-2 2-14-16,2-4-13 0,-2 4-16 0,0 0-10 15,1-4-7-15,-1 4-10 0,0 0-12 16,4 13-6-16,-3-7-7 0,-2 6-2 0,1 5-8 0,-4 1-2 16,3 1-5-16,-2 0-4 0,3 6-1 0,-5 4-3 0,4-3-1 15,-2-1 0-15,2 1-3 0,1-1-3 0,-3-6-2 16,2 0 2-16,2 0-4 0,-1 0 2 0,-1-1-2 16,1 1 2-16,0-7-3 0,0 0-3 0,0-2 0 0,1-3 0 15,-1 0-2-15,0-2 2 0,-1 1-2 16,2-1 3-16,-2-1-1 0,1-4-4 0,0 5 4 15,3-2 0-15,-3-3-2 16,-2 5 0-16,4-3 3 0,-2-2-5 0,0 0 3 16,-2 4-3-16,2-4-5 0,0 0 3 0,2 4 2 15,-2-4 0-15,0 0-4 0,0 0 3 0,-2 6 0 16,2-6 0-16,0 0-1 0,0 0 2 0,0 0 1 16,0 0-1-16,0 0 0 0,0 0-1 0,0 0 2 15,2 2 0-15,-2-2 0 0,0 0 0 0,0 0 2 16,0 0-2-16,0 0 5 0,0 0 11 0,0 0 2 0,0 0-3 0,0 0 5 15,0 0-1-15,0 0 2 0,0 0-4 0,0 0 1 16,0 0-1-16,0 0-2 0,0 0-1 0,0 0-2 16,0 0-3-16,0 0 0 0,0 0-2 0,0 0-1 15,0 0 0-15,0 0-1 0,0 0 1 0,0 0-3 16,1 4-1-16,-1-4-1 0,0 0-1 0,0 0-1 16,0 0 3-16,0 0-1 0,0 0 0 0,0 0 3 0,0 0-2 0,0 0 5 31,0 0 4-31,0 0 2 0,0 0 1 0,0 0 0 15,0 0 3-15,0 0-7 0,0 0-1 0,0 0-1 16,0 0 0-16,0 0-4 0,0 0 2 0,0 0 0 16,0 0-3-16,0 0-1 0,0 0 5 0,0 0-5 15,0 0 3-15,0 0 3 0,0 0-3 0,0 0 4 16,0 0 12-16,0 0-5 0,0 0 0 0,0 0-4 0,0 0 0 0,0 0-4 16,-3-16 2-16,3 14 1 0,-1-3-6 0,1-1 0 15,0 2 1-15,0-2-3 0,1-2-2 0,-1 1 7 16,0 0-6-16,3-1 5 0,-4-2-6 0,1 1-3 15,-2-3 2-15,4 2-1 0,-2-2 0 0,1 1 5 0,-1-1-5 16,1-5-1-16,-1 6 0 0,0-3 2 0,3-3-4 16,-2 2 3-16,2-2-3 0,0 0 1 0,-3-2 0 0,3 4 0 15,1-2 2-15,-2 0-4 0,-1 0 0 0,2 0-13 16,1-1 6-16,-1 3-4 0,-1-2 5 0,1 3 1 16,1 4-1-16,1-6 2 0,1 4 1 0,-1 1-1 15,0 0-2-15,3 1 6 0,-2-1-6 0,4 4-2 16,-2-2 5-16,1 2-4 0,2 1 2 0,1 1-1 15,7-1 3-15,-6 3 0 16,5 0-4-16,-3-1 0 0,6 4 0 0,-1 0 2 16,-2 5-6-16,1-1 6 0,-1-1 7 0,1 2-15 15,-2 2 0-15,0 2-2 0,-1 1 3 0,-7-3-4 16,4 8 10-16,-3-2-11 0,-5-2 2 0,0 4 2 16,-1 1-2-16,-4 1 4 0,-4-2-2 0,-2 2 3 15,-3 0 2-15,-4-3 1 0,-8 6 0 0,2-3 0 16,-5 2 3-16,-1-2 0 0,1-2 1 0,-1-6 1 0,-2 3 0 0,-1-2-3 15,9-5 5-15,-3 3 0 0,6-2 1 0,-1-3 0 16,6 0 1-16,3-1 6 0,0 1 6 16,2-3 14-16,1 1 12 0,1 2 16 0,4-3 18 0,-8 3 7 15,8-3-10-15,0 0 0 0,0 0-6 0,0 0-9 0,0 0-4 16,0 0-9-16,14-11-4 0,-7 9-10 16,2 0 5-1,-2 0-7-15,1 1-8 0,3 1 4 0,0-2-10 0,0 4-3 16,-1-2 4-16,3 5-2 0,-4-2 7 0,5 4-10 15,0 1-5-15,4 1 3 0,-1 1-2 16,4 5-2-16,-3-5 0 0,5 6 3 0,3 5-2 16,-2-6-2-16,-1 2-5 0,1-2 5 0,-4-5-19 0,-4 2-18 15,1-3-21-15,-2 0-22 0,-3-4-23 0,0 2-23 16,0-2-20-16,-3-2-38 0,2-1-35 0,-3 0-283 0,0-2-544 16,-2-2 242-16</inkml:trace>
  <inkml:trace contextRef="#ctx0" brushRef="#br0" timeOffset="125536.43">15615 9910 10 0,'0'-4'283'0,"0"1"-5"0,0 3-19 0,0-5-20 16,0 5-17-16,1-4-30 0,-1 4-23 0,0 0-16 0,0 0-17 15,0 0-15 1,0 0-14-16,0 0-10 0,0 0-15 0,1 16 2 16,3-4-16-16,-3 0-3 0,2 4-9 0,-2 1-3 15,3-2-10-15,-3 2 0 0,3-2-22 0,-1 2-26 16,-1-1-18-16,2-1-29 0,-1 1-34 0,0-3-29 16,0-1-56-16,-2-3-218 0,2 1-420 0,1-3 186 15</inkml:trace>
  <inkml:trace contextRef="#ctx0" brushRef="#br0" timeOffset="126216.06">16146 9737 82 0,'3'-6'239'15,"-1"-1"-6"-15,1 1-10 0,-2 2-13 0,0 0-21 16,1 1-20-16,-2 3-20 0,1-5-18 0,-1 5-12 16,0 0-14-16,0 0-12 0,7 9-9 0,-5-4-10 15,-2 5-9-15,0 1-7 0,0 4-3 0,-4 0-8 16,2 4-3-16,-1 1-3 0,-2 6-2 0,1-3-7 0,-1 3-2 16,1-8-5-16,-2 7 0 0,-1 2-2 0,0-5-2 0,1-2-2 15,1-3-3-15,0-3-3 0,2-2-1 0,-1-1 3 16,0-3-3-16,1-3 2 0,-2 0-1 0,5 1 2 15,-1-3 12-15,0 1 13 0,1-4 8 16,-7 3 1-16,7-3-13 0,0 0-3 0,-10-9 3 0,6-2 0 16,-1 0-1-16,1-4-4 0,-1-1 0 0,1-3 0 0,-1-6-2 15,0 1-2-15,1-5-1 0,3 4-1 0,1-4-1 16,0-1-2-16,1-2-2 0,3-5 0 0,1 3-2 16,3-2-2-16,-2-10 0 0,6 12 0 0,-2 0 8 15,0 1-13-15,-2 4-1 0,0 2 2 0,3 3 0 16,-5 7-5-16,3 2 2 0,0 1-4 0,0 3-4 15,0 1-1-15,2 2-1 16,0 1-2-16,3-1-2 0,5 4 4 0,0 1 2 16,-1 1-2-16,4 2 0 0,-2 3-2 0,-2 2-3 15,3 1-6-15,-6 1-1 0,3 4 0 0,-4 0-2 16,1 5-1-16,-4 0 2 0,-1 0 1 0,-4 3-1 16,-3 1 3-16,-3-1 7 0,-4 1-7 0,-3 4 0 0,-5 3 1 15,-5-4 2-15,-3-2 1 0,-3 1 3 0,-2-3 0 16,0 0-2-16,-1-5 9 0,-1 1-6 0,0-2-1 0,7-4 0 15,3-3 6-15,0 0 4 0,4 0-3 0,0-1 5 16,4-4 5-16,3 3 8 0,-1-3 18 0,0 0 5 16,3 2 16-16,4-3 28 0,-8 2 9 0,8-2-11 15,0 0-4-15,-5 0-13 0,5 0-4 0,0 0-11 0,15 1-4 16,-2 1-10-16,-1 1-4 0,5-1-8 0,3 5-1 16,5 3-9-1,2 2 4-15,1 3-12 0,4 1 2 0,0 4 1 16,9 7-7-16,1 7-8 0,-5-3-1 0,-9-7-30 15,3 0-27-15,-4 1-48 0,-3-1-50 0,-5-2-73 16,-2 0-388-16,-4-9-668 0,-3-4 296 0</inkml:trace>
  <inkml:trace contextRef="#ctx0" brushRef="#br0" timeOffset="127086.4">19022 8711 120 0,'0'0'128'0,"-6"1"-11"0,6-1-19 0,-9 2 6 15,9-2-3-15,-2 1 4 0,2-1 1 0,0 0 6 0,0 0 5 0,0 0 1 16,20 5-4-16,-2-6-10 0,5-3-17 0,5 2-2 16,8 2-5-16,2-3-7 0,15-4-5 15,-1-1 3-15,0 3-2 0,-12 0-8 0,-4-1-2 16,-2 1-6-16,-2-1-7 0,-9 3-4 0,-1-1-5 0,-9 2-2 0,-2 0-2 0,1-1-2 16,-5 2-5-16,0-1-3 0,-1 0-6 0,-6 2-10 15,0 0-19-15,0 0-17 0,0 0-12 0,0 0-9 0,0 0-9 16,-32 4-22-16,17-3-18 0,2 2-21 15,0-2-34-15,3 0-147 0,1 1-325 0,0-2 144 16</inkml:trace>
  <inkml:trace contextRef="#ctx0" brushRef="#br0" timeOffset="127386.3">19548 8507 153 0,'0'-8'224'0,"1"4"-9"0,-1-4-12 15,-1 6-12-15,1 2-17 0,1-8-14 0,-1 3-19 16,0 5-16-16,0-2-15 0,0 2-13 0,9 0-2 16,-9 0-12-16,11 8-6 0,-2-4-8 0,3 1-6 15,3 5-8-15,-2 4-1 0,7 3-8 0,0 1-1 16,-8-2-8-16,3 6-6 0,1 0-1 0,-6 0-4 0,0-3-6 0,-3-1 2 16,-2 2-1-16,-1-1-1 0,-3-1-4 0,-1-1-9 0,-4-3 3 15,2-2-1-15,-2 1 4 0,-4-4-3 16,-2 1 2-16,1 1-4 0,0-4 2 0,-5 4-5 15,3-4 2-15,0 0-4 0,0-2-10 0,3 2-13 16,2-4-12-16,-2 2-17 0,2-3-20 0,1 0-17 16,1-1-42-16,4-1-65 15,0 0-160-15,0 0-381 0,15-5 169 0</inkml:trace>
  <inkml:trace contextRef="#ctx0" brushRef="#br0" timeOffset="127919.84">21054 8404 87 0,'4'-4'263'0,"-1"0"-15"0,-2 1-24 31,-1 3-20-31,1-3-24 0,-1 3-18 0,4-4-20 16,-4 4-17-16,0 0-12 0,0 0-12 0,0 0-12 15,-9 16-7-15,4-6-5 0,-5 4-11 0,-6 8-5 0,-3-2-5 16,3-1-7-16,-5 5-5 0,-2 0-5 0,3-2-2 16,-1 0-6-16,0 0-9 0,2-3-13 15,1 2-9-15,-3-3-12 0,8-3-13 0,-2-4-8 0,3 0-17 16,2-2 1-16,1-2-7 0,0 1-3 0,4-4-19 0,0-3-17 15,1 0-10-15,4-1-11 0,0 0 1 0,0 0 10 16,4-15 11-16,1 6 13 0,-1-3 9 0,5-2 26 16,-2-1 11-16,4 1 13 0,-2-5 28 0,1 4 12 15,0-4 16-15,2-3 17 0,-4 5 15 0,2 0 15 16,-4 0 27-16,1 3 13 0,-2 4 23 0,-1-2 2 0,0 4 6 16,-1-4-5-16,1 7-6 0,-2 1-12 0,1-1-11 15,-2 1-21-15,1 1-11 0,0 1-2 0,-2 2-19 16,0 0-10-16,0 0-5 0,0 0-7 0,8 11-6 0,-2-1-5 15,-1 5-1-15,0 1-5 0,2 1-1 0,1 1-3 16,2 10 1-16,1-4-5 0,3 1-19 16,-4 1-13-16,2 0-20 15,-2-2-25-15,-1-6-23 0,-4-1-20 0,3 0-21 16,-4-5-13-16,-2 0-14 0,1-2-26 0,-2 0-49 16,-1-6-162-16,0 0-418 0,-4 0 186 0</inkml:trace>
  <inkml:trace contextRef="#ctx0" brushRef="#br0" timeOffset="128205.1">20732 8644 4 0,'-7'-2'233'0,"1"1"-2"15,6 1-2-15,-8-2-5 0,8 2-4 0,-8 0-2 16,8 0-12-16,0 0-17 0,-8-2-18 0,8 2-21 0,0 0-13 0,0 0-15 15,27-6-14-15,-4 3-9 0,5-2-11 0,9 2-9 16,2-2-7-16,14-1 1 0,-13 3-13 0,-2 0-12 16,4-2-9-16,-6 0-9 0,1 2-8 0,-7-2-7 15,-9 1 0-15,-3 2-1 0,-4-1-1 0,-4 2-2 16,-2 0-3-16,-1 1 10 0,0-2-12 0,-3 1-1 16,-4 1-6-16,5-4-16 15,-5 4-13-15,0 0-13 0,-8-6-22 0,8 6-16 16,-11-3-24-16,2 3-15 0,1 0-26 0,8 0-17 15,-12 0-235-15,12 0-431 0,-7-1 190 0</inkml:trace>
  <inkml:trace contextRef="#ctx0" brushRef="#br0" timeOffset="128474.73">21582 8468 64 0,'1'-3'306'0,"1"-1"-12"0,-2 4-23 0,0 0-21 16,2-5-24-1,-2 5-25-15,3-3-25 0,-3 3-10 0,0 0-28 16,0 0-11-16,0 0-16 0,0 0-11 0,-12 15-14 0,6-6-7 0,-4-1-5 0,-3 4-7 31,-1 4-6-31,1-1-10 0,-5 4-4 0,0 1-6 0,4-5-20 0,1 1-12 0,3-1-12 0,-3 0-9 16,3-1-14-16,-2-2-13 0,4-1-25 0,1 0-8 31,0-2-9-31,0-2-18 0,2-2-21 0,1 1-17 0,1-2-39 0,-1-4-181 0,4 0-385 16,0 0 170-16</inkml:trace>
  <inkml:trace contextRef="#ctx0" brushRef="#br0" timeOffset="128675.14">21375 8574 87 0,'3'-12'208'0,"-1"0"16"0,0 2 2 15,-2 1 5-15,1 1 2 0,0 1-10 0,-1 4-6 16,1-2-8-16,2 1-18 15,-1-1-26-15,-2 5-14 0,0-4-18 0,0 4-20 16,2-4-11-16,-2 4-10 0,0 0-8 0,0 0-10 16,0 0-6-16,11 8-9 0,-6-1 4 0,4 0-21 15,-4 3-4-15,4 3-7 0,0-1 0 0,4 4-5 16,-3-1-2-16,2 3-17 0,-1-1-12 0,1-1-30 16,-1 1-20-16,1 0-23 0,-5-3-31 0,1-2-30 15,0 1-19-15,-3-4-51 0,0 1-219 0,-2-6-462 0,-2 1 204 0</inkml:trace>
  <inkml:trace contextRef="#ctx0" brushRef="#br0" timeOffset="128860.03">21360 8597 148 0,'0'0'252'15,"-8"-1"-8"-15,8 1-10 0,-5-3-14 0,5 3-22 16,0 0-19-1,0 0-16-15,0 0-16 0,13-2-15 0,0 2-14 16,8-1-30-16,7 1-38 0,4 0-38 0,4 1-38 16,0 0-54-16,2-2-68 0,0-4-175 0,-2 4-347 15,-3-2 153-15</inkml:trace>
  <inkml:trace contextRef="#ctx0" brushRef="#br0" timeOffset="129408.47">21399 8168 95 0,'-30'-3'130'0,"-2"3"-9"0,-2 0 0 0,-3 0-14 16,0 0-3-16,2 3-11 0,-2-1 0 0,-2 5-14 0,1-3 0 0,1 2-11 15,-3 4-10-15,-8 4 2 0,12-1 0 0,0 3-2 16,-11 4-2-16,12-3-3 0,3 3-8 16,-5 11-5-16,0 2 2 0,12-4-4 0,-6 6-4 0,11-4-10 15,3-1 4-15,-6 12-1 0,9-10-3 0,1-1-4 16,4 1 4-16,3-1-9 0,1 3 12 0,5-2 7 15,2-1 6 1,7-1-3-16,0 0 7 0,0-1-3 0,10 0 3 0,-1 0 5 0,5-2 1 0,3-1 2 0,16 6 6 16,1-1-5-16,2-6 4 0,2 1-1 0,3-4 6 15,1-3 7-15,4 0 4 0,4-4 2 0,0-2 9 32,1-2-2-32,1-4-1 0,-1-4 4 0,7-1-3 15,-1-1 2-15,-2-4 7 0,-2-6 10 0,0-2-2 0,-2 0 4 16,-9-4 11-16,3-3 1 0,-6-3 2 0,-12 4-18 0,5-11-8 0,5 0-12 15,-8-6-1-15,-3-5-32 0,-6-6-10 0,-6-3-18 16,-7-5-14-16,-4-1-1 0,-10-2-16 0,-10-3 1 0,-5 5-8 16,-10-2 0-16,-6 2-5 0,-25-10-12 15,7 25-25-15,-39-8-35 0,-8 9-31 16,-10 8-30-16,-4 8-23 0,-5 6-40 0,-2 5-88 16,-4 3-212-16,8 1-565 0,6-1 249 0</inkml:trace>
  <inkml:trace contextRef="#ctx0" brushRef="#br0" timeOffset="164532.74">4886 12008 73 0,'0'0'135'0,"0"0"-8"0,1-3-13 0,-1 3 0 0,0-4-12 16,0 4 1-16,0-8 1 0,3 6-11 16,-3 2-2-16,0-5 4 0,1 3 7 0,-1 2-7 15,3-8-2-15,-3 8 2 0,-2-4-5 0,4 1 1 0,-2-1 4 16,0 4-7-16,0-6 0 0,0 6-1 0,-2-5-9 15,2 5-5-15,0-4-6 0,3 1-7 0,-3 3-10 16,0 0-5-16,0 0-12 0,0 0-3 0,0 0-22 16,0 0-5-16,0 0 0 0,0 0-1 0,-8 19-1 15,7-6 1-15,0 5-3 0,-5 7 4 0,4 1 0 16,-2 4-3-16,-2 4 3 0,3-3-5 0,-2 5 7 16,1-2-6-16,0 0 1 0,2-1 3 0,-1-1 2 0,2 2-2 0,-3-5-3 15,3-1 1-15,-2 0-9 0,2-4 11 0,-1-4-2 16,0-3-1-16,2-1 3 0,-1-3-3 0,1-4 2 15,-3 1-2-15,3-3 0 0,-1 0 0 0,1-1 4 16,0-2 1-16,0 1 2 0,0-5 15 0,0 6 6 16,1-3 11-16,-1-3 4 0,0 0-2 0,0 0-2 15,0 0-19-15,0 0-17 16,0 0-14-16,-7-11-24 0,5 5-30 0,1-3-33 16,0-1-30-16,-3-2-37 0,4 0-219 0,-4-5-416 15,1 3 184-15</inkml:trace>
  <inkml:trace contextRef="#ctx0" brushRef="#br0" timeOffset="164749.12">4716 11973 115 0,'5'-11'214'15,"0"-4"-20"-15,4 1-16 0,3-1-17 0,-2 7-15 16,4-4-20-16,0 1-11 0,3 1-7 0,2 2-13 15,6 1-13 1,-5 0-9-16,1 7-25 0,2 0-25 0,-5 5-22 0,4 3-36 16,-3 3-6-16,-1 3-16 0,-3 2-22 0,-3 0-37 15,-1 7-110-15,-3 2-243 0,-6 5 108 0</inkml:trace>
  <inkml:trace contextRef="#ctx0" brushRef="#br0" timeOffset="164902.87">4739 12600 151 0,'-3'5'160'16,"3"-2"8"-16,3-1-1 0,2 0-7 0,9-2-10 16,3-3-19-16,4 2-11 0,8-2-8 0,4-4-10 0,3 0-10 15,-1-1-20-15,5 5-29 0,-3-5-45 0,1 2-59 16,-3-1-92-16,-3-2-83 0,1 4-254 0,-5-3 112 16</inkml:trace>
  <inkml:trace contextRef="#ctx0" brushRef="#br0" timeOffset="165495.94">5761 11898 76 0,'0'-7'236'0,"-2"0"0"0,0 0-10 0,1 2-18 15,0 0-17-15,-1 1-19 0,0-1-18 0,2 5-17 0,0-4-18 16,0 4-27-16,0 0-19 0,0 0-6 0,0 0-6 16,-11 15-6-16,5 2-9 0,1 8-2 15,-5 4-3-15,2 4-9 0,-3 15 0 0,1-1-2 16,1 1-4-16,0 4 0 0,4-2-2 0,-3 1-1 0,6 0-1 0,-2-6-3 15,1-10-2-15,3-1 0 0,0 2-3 0,0-5-4 16,0-2 2-16,-1-2-2 0,0-6-2 0,-3-6 1 16,1 2 5-16,3-5 3 0,-4-3 14 0,2 1 11 15,-1-5 14-15,-2 0 8 0,4-1-1 0,-4-1-3 0,-3-3 4 16,-1 1-13-16,-1-5-4 0,-2 3 2 16,2-6 2-16,-4 2 0 15,4 0 4-15,-2-3-7 0,2 1 5 0,2 0-4 16,-2 0-8-16,4 0-6 0,1 2 1 0,0 2-4 15,1-2 0-15,0 0-6 0,1 3-20 0,2-1-27 16,-1-1-37-16,2 4-37 0,3-7-40 0,1 5-32 16,3-1-43-16,-2 1-282 0,4-4-533 0,0 2 235 15</inkml:trace>
  <inkml:trace contextRef="#ctx0" brushRef="#br0" timeOffset="165851.65">5544 12325 119 0,'-8'0'244'0,"8"0"-8"0,-7 0-6 0,7 0-11 16,-9-3-6-16,9 3-10 0,-5 0-17 0,5 0-10 15,-4-2-20 1,4 2-16-16,0 0-7 0,-5-3-15 0,5 3-13 16,0 0-11-16,0 0-11 0,0 0-5 0,0 0-9 0,18-9-7 15,-3 5-8-15,7-1-5 0,8-1-4 16,9-1-5-16,0 0-4 0,12-1-5 0,4-3-1 16,-5 4-5-16,-11 1-1 0,-2 2-1 0,-2-1-4 15,-2 2-4-15,-4-2-1 0,-9 5 2 0,-2-5-7 0,-5 5 2 16,-2-2-2-16,-3 2-1 0,-3-1-2 0,0 0-9 0,-5 1-21 15,9 0-22-15,-9 0-24 0,0 0-34 0,0 0-42 16,0 0-58-16,0 0-252 0,-24 4-493 0,15-4 219 0</inkml:trace>
  <inkml:trace contextRef="#ctx0" brushRef="#br0" timeOffset="170779.75">7672 12146 5 0,'0'0'104'0,"-2"-5"-7"0,2 1-3 16,0-1-3-16,-1-1 5 0,1 2 2 0,0-1 2 15,-1 0-2-15,-3-5 2 0,4 5-2 0,-1-4 4 0,1 1-1 0,0 0-3 0,-2 4-4 0,2-3-3 16,0 1-6-16,0 2-2 15,0-3-7-15,-1 4-9 0,0-1-4 0,1 4-9 16,0-5-9-16,0 5-6 0,0 0-2 0,0 0-9 0,0 0-4 16,0 0 0-16,-4 19-2 0,3-7-3 0,-1 5-6 0,0 3-2 15,-2 9 2-15,1 0 1 0,0 2-1 0,0 1-2 16,-1 1-4-16,-2 1-3 0,3-1 1 0,1-1 3 16,-3-3-2-16,2 0-1 0,2-3-2 0,-2-8 3 15,1 3-4-15,-1-3-2 0,-2-1 4 0,3-5-1 16,-1 0 2-16,3-4 3 0,-1-1-3 0,-2-2 9 15,3 0 35-15,0-1 33 0,-1-1 30 0,1-3-5 16,0 0-8-16,0 0-13 0,-12-10-9 0,11 0-6 16,-4-2-8-16,1-7-5 0,-1-1-9 0,1-6 1 15,4-6-10-15,-1 1-5 0,-3-5-11 0,1-10-1 16,3 10-5-16,0 0-4 16,-1 1 8-16,1 1-9 0,1 1-3 0,-1 2-1 15,3 4 1-15,-3 3-1 0,1 6 4 0,3-1 3 16,-4 6 2-16,4 2-4 0,0 0-4 0,0 2 1 15,-2 0 5-15,3 3-12 0,3 1-4 0,-3-1 5 16,3 4-8-16,4 1-5 0,1 0-1 0,0 1-1 16,1 2-6-16,-1 2 0 0,1 0 1 0,1 4-2 15,1 2-2-15,-6-3-3 0,-1 5 0 0,-2-3 3 0,-1 2-1 0,-4 0 12 16,-2 1-8-16,-4 1 1 0,-3 3 2 0,-6-3 3 16,-6 4 1-16,-6-2 1 0,1 0 8 0,-4 1-7 15,0-2-2-15,0-2 1 0,-3-2 1 0,3 2 3 16,1-2 0-16,2 0 0 0,7-3 2 0,-1 0-1 15,6-5 1-15,1 2-1 0,1 0 1 0,3-2-5 16,2 1-24 0,2 0-27-16,-4-1 4 0,7 2 3 0,1-4 5 0,4 6 2 15,2-4-18-15,3 2-27 0,4-3-25 0,9-1-40 16,-2 0-73-16,1 0-151 0,-2 1-408 0,2-2 180 16</inkml:trace>
  <inkml:trace contextRef="#ctx0" brushRef="#br0" timeOffset="171080.57">8017 12291 18 0,'0'0'264'16,"0"0"-20"-16,1-3-22 0,-1 3-20 0,0 0-21 0,0 0-20 15,0 0-27-15,0 0-5 0,0 0-18 16,0 0-16-16,0 0-4 0,-5 17-3 0,1-9-16 0,0 4-5 0,0 0-10 0,-1 2-6 16,0 3-3-16,1-2-3 0,0 0-8 0,1 1-3 15,0 1-1-15,0-2-2 0,2-1-6 0,-2-2-3 16,2-2 1-16,1-1-2 0,-3-1-4 16,1-2-3-16,2 0-12 0,0 1-7 0,-1-3 0 15,1 0 0-15,0 0-4 0,0-4 5 0,0 5-1 16,0-5 2-16,0 0-30 0,0 0-32 0,0 0-22 15,0 0-33-15,0-14-22 0,1 8-201 0,4-1-371 16,-4-2 163-16</inkml:trace>
  <inkml:trace contextRef="#ctx0" brushRef="#br0" timeOffset="171666.74">8323 12091 125 0,'0'0'219'16,"-1"-5"-21"-16,1 5-20 0,0 0-26 0,0 0-14 16,0 0-11-16,0 0-17 0,-9 11-12 0,6-5-9 15,1 5-11-15,1 1-8 0,-3 5-2 0,0 8-11 16,3-4-4-16,-3 4-7 0,3 2-8 0,-2-1 0 15,1 0-6-15,-1 2 2 0,0-2-4 0,3-7-6 0,0 0 1 0,-1-2-5 16,1 1-4-16,-1-2 0 0,-1-3 3 0,1-2 0 16,0 0-6-16,0-6-1 0,1 3 0 0,-4-3-1 15,4 0 6-15,-1 2 19 0,-1-4 21 0,2-3 19 16,3 5 16-16,-3-5-10 0,0 0-9 16,0 0-3-16,-5-15-13 0,1 6 2 0,0-5-9 0,3-3-5 15,-3-11-7 1,0 3-3-16,3-5-4 0,1-2-4 0,-3-2-4 15,2-4-1-15,0 6-3 0,1-5-1 0,1 6-2 16,-1 1-2-16,0 2 6 0,0 7 4 0,1 2 9 0,2 3 1 16,-3 4 14-16,1 1-12 0,-1 2-8 0,3 1-1 15,-2 0-1-15,3 1-6 0,-3 0-2 16,6 2-5-16,-2 2-1 0,5-4-2 0,1 7-3 16,1 0-5-16,1 0-2 0,6 3-3 0,-1 4-1 0,1 0-1 0,0 3-2 15,-1 0-1-15,-4-1 3 0,4 4-6 0,-4 0 0 16,-4-1-3-16,-1 1 4 0,-1-1-2 0,-2-4-2 15,-6 2-3-15,0 1 3 0,-1-2 2 0,-8 2 1 16,-1 1 3-16,-7 0-1 16,2 0 4-16,-11-1-3 0,-2 0 4 0,8-5 0 0,-5 4 0 15,5-4-2-15,0-2-1 0,3 3 4 0,-1-2 3 0,5 0-2 0,3-3 0 0,1 1-21 16,1 0-24-16,3-1-33 0,0 0-15 0,0-1-7 16,5-1-16-16,0 0-38 0,18 3-60 0,-8-6-189 15,8 2-437-15,6-2 195 0</inkml:trace>
  <inkml:trace contextRef="#ctx0" brushRef="#br0" timeOffset="171967.64">8852 12266 73 0,'0'0'175'0,"-1"3"-17"16,1-3-10-16,0 0-17 0,0 0 7 0,0 0-10 15,0 0-15-15,0 0-7 0,0 0-7 0,0 0-17 16,0 0-3-16,0 0-11 0,23-5-5 0,-6 3-8 16,3-2-2-16,6 0-5 0,3 0-4 0,2-2-6 15,2-1-2 1,0 2-4-16,3-1-5 0,-4-1 1 0,-2 3-5 0,-3-2-1 15,-9 3-2-15,1 0-17 0,-6-2-21 0,-1 5-21 16,-2-2-26-16,-4-2-41 0,-3 3-188 0,0-1-318 16,-3 2 141-16</inkml:trace>
  <inkml:trace contextRef="#ctx0" brushRef="#br0" timeOffset="172199.6">9121 12116 241 0,'0'-2'271'0,"0"2"-12"16,-3-5-8-16,3 5-18 0,0-5-16 16,0 2-22-16,0 3-22 0,0 0-19 0,0 0-21 15,0 0-16-15,0 0-13 16,0 0-12-16,-5 13-3 0,1-5-15 0,-1 9-10 16,1 2-6-16,-2 8-3 0,-2 2-3 0,3 0-9 15,0-1-1-15,2 0-10 0,-1-2-31 0,4 2-19 16,0-3-26-16,3-6-20 0,1 0-36 0,0-2-34 15,1-1-84-15,-1-7-178 0,2-1-428 0,-1-3 190 0</inkml:trace>
  <inkml:trace contextRef="#ctx0" brushRef="#br0" timeOffset="172986.55">10014 12000 76 0,'0'0'194'0,"0"0"-8"0,0-7-17 16,0 7-15-16,0 0-13 0,-4-2-15 0,4 2-12 0,0 0-10 15,0 0-8-15,-14 2-7 0,9 2-8 0,-3 3-6 16,-1-3-9-16,-1 3-6 0,-3 3-4 0,-2 1-4 0,2 1-5 15,-1 1-8-15,-1 2-2 0,0-1-3 16,3 1-6-16,-1 2-3 0,-1 4 6 0,3 1-8 16,3-5-4-16,3-1-2 0,-2 4-3 0,6-5 0 15,-1 2-2-15,2-5-2 16,1-1 3-16,1 2-3 0,4-6 3 0,1 4-1 16,1-5 0-16,2 1 5 0,4-3 0 0,3-3 0 15,3-1 1-15,3 0-1 0,-1-5 3 0,-2-2 1 16,10-4 4-16,-6-2 4 0,0-1 10 0,-1-1 10 15,-1-1-8-15,-3-2-4 0,-1-1-4 0,-4 4-2 16,-4-2 0-16,-1-1 0 0,4 0-7 0,-8-9-2 16,-1 8-3-16,-4 0 0 0,1-1 2 0,-2 3 1 0,0 0 2 0,-2 0 5 0,-2 1 3 0,1 4-1 15,-6 2-1-15,5-1-2 0,-3 2-2 0,0 2-3 16,1-2 2-16,-1 4-4 0,3 0-7 16,0 3-4-16,-1-2-2 0,1 4 0 0,5 0-4 0,-12 4-1 15,7 0-2-15,-2 1 0 0,-1 5 0 0,1-1-3 16,1 4 1-16,-1 4 0 0,3 2 1 0,1-2 0 15,0 10-3-15,5-8 1 0,-1 7 5 0,5-2-5 32,-2 1 1-32,2 1 1 0,3 0-3 0,3 1 0 0,-2 0 3 0,2-3-1 0,2-1-1 0,-3 0-1 31,-6-6 3-31,4 0 2 0,-4-1-3 0,0-3 1 16,-1-1 0-16,-2-2 0 0,0 0-15 0,-1-2 1 0,-1 0-4 0,-1 2 4 0,1-3 0 0,-5 1 1 15,1-1 5-15,-4 0 0 16,0-2-1-16,1 5 3 0,-4-5 0 0,0 0 1 15,-3 2 0-15,4-5 0 0,-1 1-3 0,0 1-2 16,2 1-10-16,1-2-21 0,0-3-25 0,1 2-18 16,1 0-27-16,0-2-37 0,6 0-51 0,0 0-189 15,-8-4-418-15,8 4 185 0</inkml:trace>
  <inkml:trace contextRef="#ctx0" brushRef="#br0" timeOffset="173255.53">10409 12255 223 0,'-3'-4'278'16,"3"0"-22"-16,0 4-27 0,0 0-22 0,0-4-27 15,0 4-24-15,0 0-16 0,0 0-18 0,0 0-10 16,0 0-14-16,0 21-7 0,0-12-10 0,0 4-7 15,3 4-11-15,-3-5-4 0,1 4-6 0,-1 1-1 16,0 1-6-16,1 1-3 0,-1-3-16 0,3 0-25 16,-3-2-25-16,0-2-28 0,-3 0-21 0,2 1-34 0,1-4-39 0,-5 1-222 15,2-5-395-15,-1 2 175 0</inkml:trace>
  <inkml:trace contextRef="#ctx0" brushRef="#br0" timeOffset="174057.84">11026 11926 137 0,'-3'-3'163'0,"3"3"-12"15,-3-5-11-15,1 3-7 16,2 2-15-16,-5-2-10 0,5 2-11 0,-13 0-5 16,13 0-7-16,-10 2-9 0,1 3-3 0,-2 2-13 15,-1 0-2-15,-2 2-4 0,-1 4-10 0,-2 0 0 16,-2 6-6-16,5-3-4 0,0 4-2 0,0-3-4 15,1 6-4-15,4-5-4 0,0 1-1 0,0 5 1 0,5-7-4 16,1 0 2-16,0 3-6 0,3-2 5 16,1-1-5-16,3-2-2 0,0-2 1 0,1-2-1 0,5-1 4 0,-2-1 6 15,2-1-4-15,8-2 0 0,-1-2 2 0,3-2 0 16,-7-2 1-16,7-2-6 0,2-2 2 0,-4-3 1 16,1-2 4-16,0 0 8 0,-2-2-3 0,-2-4-1 15,6-2 0-15,-2-1-3 0,-6 2-1 0,3-9-5 0,-5 3-3 16,-3-2 0-16,-3-3 1 0,-1 3-3 15,-2 4 3-15,-1-5-4 16,-5 4 8-16,0 3 8 0,-5 1 3 0,3 2 8 16,-3 0-1-16,0 1-1 0,1 5-2 0,1 1-4 0,-1 1-2 15,-1 2-4-15,0 0-3 0,3 2-2 16,-6 3-2-16,3 1-1 0,3 1-4 0,-3 3 2 16,-1 3-4-16,2 1 1 0,-1 6-5 0,-2 0-1 15,3 2-1-15,0 9-1 0,3 0 2 0,1 1-3 0,2 1 2 16,4-1-1-16,1 3 3 0,2 1-3 0,3 2-1 0,3-1 3 15,2-1-1-15,2-2-2 0,-2 3 1 0,5-3 3 16,-4-2-5-16,0 0 3 0,0-1-10 0,-5-2 3 16,0-7 0-16,-4 0 1 0,0 0-2 0,-2-2 0 15,-3-3-3-15,0-1 5 0,-3 0 2 0,-1 1-5 16,-1-2 7-16,-5 0 1 0,-1 1 1 0,-6-1 0 16,4 2-2-16,-6-2-9 0,1-1-35 0,-10 0-46 0,6-1-75 0,3-5-240 31,-3-1-437-31,10 0 193 0</inkml:trace>
  <inkml:trace contextRef="#ctx0" brushRef="#br0" timeOffset="175344.47">11743 12122 57 0,'-9'0'168'0,"9"0"-13"15,0 0-9-15,-6 1-14 0,6-1-13 0,0 0-4 16,0 0-14-16,0 0-10 0,0 0-9 0,-7-2-2 0,7 2-17 0,0 0 4 16,0 0 0-16,0 0-12 0,0 0 2 0,0 0-10 15,0 0 1-15,0 0-7 0,0 0 2 0,0 0-1 16,0 0 1-16,0 0-1 0,0 0-4 0,0 0 3 15,0 0-2-15,0 0 0 0,0 0-3 0,0 0-3 16,-5 2 0-16,5-2-2 0,0 0-3 0,0 0-1 16,0 0-3-16,0 0 1 0,0 0-3 0,0 0-3 0,0 0 0 0,0 0-3 15,27-6-1-15,-9 4 1 0,9-1-3 0,1 0 1 16,4-1-2-16,-2 1-4 0,6-2 2 0,0 0-3 16,-2 1 2-16,3 1-1 0,-1-2-3 0,-4-1-4 15,0 1 1-15,-5 2-7 0,-9 1-9 0,-2 1-19 16,-3-2-10-16,-4 2-19 0,0 0-36 0,-5-1-26 15,-4 2-32 1,0-3-164-16,0 3-345 0,-12-5 152 0</inkml:trace>
  <inkml:trace contextRef="#ctx0" brushRef="#br0" timeOffset="175576.7">11924 11996 198 0,'-4'-7'246'0,"4"4"-2"0,-1-4-6 0,1 4-11 16,0 3-12-16,0-6-19 0,-5 4-20 0,5 2-20 16,0-4-17-16,0 4-17 0,0 0-15 0,0 0-13 0,0 0-10 15,0 0-8-15,-5 17-5 0,5-7-13 16,-3 7-3-16,2 2-6 0,1 1-2 0,-1 5-5 16,-2 0-5-16,6 1-14 15,-2 1-23-15,3-2-23 0,1 4-25 0,0-3-26 16,0-5-22-16,3 3-41 0,-3-8-33 0,2 1-222 15,0-3-425-15,1-4 187 0</inkml:trace>
  <inkml:trace contextRef="#ctx0" brushRef="#br0" timeOffset="176261.28">12667 11911 222 0,'0'-2'274'0,"1"-2"-21"0,-1 4-22 0,1-4-24 0,-1 4-25 15,0 0-20-15,0 0-18 0,0 0-15 0,0 0-18 16,0 0-13-16,2 18-5 0,-2-7-9 0,1 6-11 16,-1-2-7-16,5 6-5 0,-5 0-8 15,5 2-3-15,-4-2-7 0,2 3-3 0,-2 1-8 0,-1-7-2 16,1 3 0-16,1-2-2 0,-4-2-2 0,4 0-3 15,-4-1-2 1,1-3-2-16,0-4 0 0,-1 1-4 0,1-2-2 16,1-2 1-16,-1 1 0 0,1-3 10 0,0-1 11 0,-1 2 12 15,-1-2-1-15,2-3-1 0,0 0-9 0,0 0-1 16,-14-13-4-16,12 6-3 0,-3-1 8 16,1-2 4-16,1-4-6 0,-2-2 2 0,4-2-5 15,-3-9-3-15,4 3-10 0,1-3 3 0,2-2-1 0,-2 0-3 16,6 0-3-16,-2-2-2 0,0 2-4 0,1 2 1 0,2 2-2 15,-3 4 1-15,0 4 1 0,2 0-2 0,-1 2 0 16,3 1 0-16,-3 6-4 0,-1-3 1 0,6 2-1 16,1 2 0-16,-3 1-2 0,5 1-1 0,0-2-5 0,4 5 4 15,-2 0-2-15,3 2 1 0,-3 3 4 16,2 1-7-16,-5 2-10 0,2 3-3 0,-2 2-2 16,1 3-2-16,-5 1 1 15,0 1-2-15,-5 4 2 0,-3-1 0 0,-2 1 0 16,-7 6 2-16,-1-3 2 0,-6 1 2 0,-3 0 3 15,-4-5 1-15,-1 5 7 0,2-4-7 0,-6-4 3 16,1 0-5-16,7-5 9 0,1 0-2 0,-2-2 1 16,1-1 1-16,7-2-1 0,-2 1 0 0,3-2 3 15,3-2 0-15,0-3 7 0,2 4 28 0,1-1-2 16,1-1 14-16,0-1 3 0,4-1 11 0,0 0-17 0,-6 3-3 0,6-3-6 16,0 0-3-16,0 0-5 0,0 0-6 0,18-1 4 15,-18 1-7-15,15 1-2 0,-4 0-2 0,1 2 0 16,1 1-8-16,0-1 3 0,4 4 0 0,2 0-3 15,-1-2 1-15,3 3-6 0,3 4-3 0,-6-3-10 16,5 6-7-16,-4-5-25 0,-1 1-30 0,0 2-29 16,-3-3-33-16,1-2-34 0,-4 3-37 0,-2-4-78 0,-2 0-159 0,0-4-482 15,-3 1 214-15</inkml:trace>
  <inkml:trace contextRef="#ctx0" brushRef="#br0" timeOffset="176508.42">13118 12186 320 0,'0'-5'314'0,"-2"0"-17"16,2 5-20-16,0-4-32 0,0 4-26 0,0 0-19 15,0-4-29-15,0 4-16 0,0 0-16 0,0 0-20 16,0 0-9-16,0 0-16 0,2 12-10 0,-5-5-12 0,3 2-5 0,-2 1-7 15,2 6-6-15,-4 0-6 0,2 1-9 16,0 0-15-16,1-1-22 0,-1 1-19 0,1-5-18 0,0 3-24 16,-3-4-30-16,3 0-23 0,0 1-46 0,-1-3-56 15,0-4-191-15,2 0-438 0,1-2 194 0</inkml:trace>
  <inkml:trace contextRef="#ctx0" brushRef="#br0" timeOffset="177193.67">13446 11970 236 0,'0'-5'235'0,"0"0"-13"0,0 0-12 16,-1 1-15-16,1 4-17 0,1-4-18 15,-1 4-18-15,3-6-17 0,-3 6-14 0,0 0-13 16,0 0-14-16,0 0-7 0,9 10-11 0,-8-2-4 16,4 1-10-16,-5 2-3 15,4 3-5-15,0 5-2 0,-3-2-6 0,-2 1-2 16,3 0-3-16,-2 0-1 0,1 1-3 0,-1 0-6 16,0-1 1-16,-1-2-4 0,-1 4-12 0,-1-6-7 15,-1-5-8-15,3 3 1 0,-4-3-2 0,1-2-1 16,3 2 0-16,-2-6 2 0,2 0 1 0,-3 0 3 15,4-3 0-15,0 0 0 0,-13-9 1 0,8 2-1 0,4-2 0 16,-3 0 6-16,3-3-4 0,-2-5-3 0,-1 3 8 0,3-5-2 16,0 0-5-16,-2 0 3 0,3-6 1 0,3-2 6 15,-2 0 3-15,3 0 5 0,-4-4 2 0,4 6 8 16,1-1 10-16,-5 7 3 0,6-5-3 0,-2 5 1 16,1 5-3-16,2 1 1 0,-1-4-5 0,1 6 0 15,-1 0-4-15,1 3-3 0,1 0-1 0,4 1-4 16,-1 0-4-16,-2 0-5 0,2 3 5 0,1 2-1 0,0-1-4 0,0 3-1 15,-1 3-1-15,1-1 2 0,1 1 0 0,0 4-3 16,-2-2 1-16,2 7-3 0,-4-3-1 0,5 4 0 16,-6 1-1-16,-3 1-1 0,4 1 5 0,-8 0-4 15,-2 2-3-15,-3-1 2 0,-1 3 0 0,-4-3-1 16,0 0 1-16,-5 0-1 0,1-2 3 0,-2-1-2 16,0 0-1-16,-1-4 1 15,2 3-1-15,3-6-2 0,1-1 7 0,2 0-3 16,1-2 1-16,0-1 2 0,2 1-2 0,0-1 12 15,1 0 5-15,1-2 12 0,3-1 8 0,-5 2 0 16,5-2-5-16,-3 3-3 0,3-3-6 0,0 0-2 16,2 6-4-16,-2-6-2 0,9 4-1 0,0 0 0 15,2 2-3-15,-1-2 0 0,2 2-5 0,4 2-1 16,4 2 4-16,-4-1-4 0,3 0 4 0,-1 3-4 0,7 3-11 16,-9-4-28-16,3 0-24 0,-2 1-41 0,0-2-43 0,-2-3-76 15,-3-2-239-15,-4-1-496 0,0-1 220 0</inkml:trace>
  <inkml:trace contextRef="#ctx0" brushRef="#br0" timeOffset="177494.5">14316 11965 73 0,'0'0'253'0,"-5"-3"-11"0,5 3-9 16,0-5-23-16,0 5-22 0,4-5-17 0,0 1-22 0,1 3-10 0,3-3-15 0,2 1-14 15,3-1-11-15,1 3-11 0,5-2-9 0,3 1-17 16,6 0-36-16,-8 2-34 0,11-3-36 16,-3 2-47-16,0 1-41 0,-8-1-197 0,2-1-356 0,-3 2 158 15</inkml:trace>
  <inkml:trace contextRef="#ctx0" brushRef="#br0" timeOffset="177679.45">14390 12048 108 0,'-3'0'215'0,"3"0"-9"15,0 0-10-15,0 0-16 0,10 5-19 0,3-7-15 0,3-1-14 16,2 3-15-16,11 0-11 0,1-2-29 0,2 3-29 0,1-2-34 16,3-1-33-16,0 1-49 0,3-1-74 0,-2-3-105 15,-2 3-266-15,-2-3 118 0</inkml:trace>
  <inkml:trace contextRef="#ctx0" brushRef="#br0" timeOffset="178021.2">15175 11830 169 0,'-4'-7'190'0,"4"7"-15"0,-4-3-8 0,4 1-17 15,0 2-16-15,0 0-8 0,-7-2-12 0,7 2-10 16,0 0-13-16,-12 4-6 0,7-2-8 0,-3 2-9 0,2 6-5 0,-2-5-8 16,-1 6-6-16,2-1-2 0,-3 4-9 0,2 1 1 15,0-1-5-15,2 2-5 0,1-1-3 0,2 2-3 16,2-1 3-16,2 1-5 0,3 0-2 0,2-2-2 16,3-1 4-16,0-2 4 0,9-1 6 0,-2 0 0 15,4-3-3-15,0-4-5 0,7-2 3 0,1 0-5 16,-6-4-1-16,6-6-2 15,0-1-5-15,-5-3 5 0,-7 0-6 0,0-2 2 16,-3-3-3-16,2-5-7 0,-7-4 4 0,-4 7-2 0,-4-7-3 0,-7 0 3 16,-2 1 0-16,-5 1-4 0,-5 3-1 0,-4 3-3 0,0 2-13 15,-6 2-23-15,-2 2-26 0,-1 4-31 16,0 3-58-16,3-1-201 0,2 8-382 0,7-1 170 16</inkml:trace>
  <inkml:trace contextRef="#ctx0" brushRef="#br0" timeOffset="180053.34">16792 11465 172 0,'1'-5'224'0,"0"0"-16"0,-2 1-16 0,1-1-18 16,1 2-22-16,-1 3-12 0,0-4-19 0,0 4-15 15,0 0-16-15,0 0-14 0,0 0-11 0,0 0-6 16,0 0-6-1,4 19-7-15,-3-2-4 0,-1 9-3 0,2 2-7 16,-2 3-2-16,-3 5-5 0,4 9-4 0,-2 1-3 0,1 2-1 0,-1-14-3 16,2 1 1-16,-1-1-4 0,0-3 0 0,0-2 1 0,3-3-5 15,-1 0 5-15,-1-8-5 0,-1-2 1 0,0-4 1 16,1-3-2-16,1 0 1 0,-2-1 0 0,0-5 24 16,0 3 32-16,0-1 27 0,0-2 19 15,0-3 10-15,-2 4 7 0,2-4-16 0,0 0-4 16,0 0-18-16,0 0-4 0,-20-8-12 0,10 3-10 15,-2-3-6-15,0 4-9 0,-5-6-18 0,0 3-2 16,1-1-9-16,-1 2 1 0,-2 3-5 0,1-2-5 0,0-1-1 16,-1 3-6-16,2-1 0 0,2 2-2 0,2 0 0 15,2 2-10-15,2 0-4 0,2-2-13 16,1 1-4-16,-1 0-19 0,7 1-9 0,0 0-2 0,-10 0 6 0,10 0 6 0,0 0 4 16,0 0 2-16,18 4-8 0,-5-4-18 15,6-2-17-15,2 2-13 0,8-2-18 0,-2 1 1 16,1-2-4-16,3-1 1 0,-1-3 5 0,2 0 9 31,2-4 13-31,0 2 15 0,-1-4 2 0,-1-1 14 0,-4-6 9 0,4 1 10 0,-2-2 24 0,-3 1 10 0,-1-3 19 16,-3 5 16-1,-1-3 34-15,-4 3 19 0,-3 4 19 0,-6 2 20 16,3 2 14-16,-6 2 5 0,2 2 2 0,-3-1-8 16,0 3-5-16,0 0-17 0,-5 0-16 0,5 1-7 0,-2 0-12 15,-2 1-11-15,-1 2-15 0,5-2-19 16,-5 2-1-16,0 0-6 0,8 10-4 0,-5 0-4 15,-1 1-5-15,2 8 2 0,-4 0 2 0,0 6-5 16,-3 5 4-16,2-1-4 0,-3 4-1 0,0-4-4 0,3 3 2 0,-2-5 2 16,2 1 7-16,0-9-10 0,0-3-5 0,1 1 2 15,0-7 0-15,0-2 0 0,0 1 3 0,0-3 4 16,0-1 1-16,0 0 13 0,0-1 28 0,0-4 28 16,0 0 21-16,1 4-12 0,-1-4-7 0,0 0-5 15,12-9-10-15,-6 4-4 0,3-2-11 0,0-2-6 16,1-3-2-16,0 3-4 15,4-4-11-15,-5 6 4 0,-1-2 0 0,2 2-4 16,-5 1-3-16,0 1-16 0,0 0-1 0,-1 1-26 16,0 3-8-16,1-3-22 0,-5 4-9 0,5 0 2 15,-5 0 10-15,9 4 2 0,-4-1 3 0,0 1 4 16,3 1 7-16,1 2-2 0,1 0 5 0,-1 1 1 16,4 2-2-16,4 0-2 0,0-3-2 0,0 3-1 15,0-6-3-15,3 4-5 0,-3-3 1 0,3-1-1 0,2-2-6 0,6-1 6 16,-1 0 2-16,0-2 2 0,-7-2 4 0,1-1 1 15,0-1 6-15,0-3 2 0,-3 1 3 0,0-3 5 16,-3 3-3-16,0-4 13 0,-6 3-1 0,1 0 9 16,-2 1 10-16,-3-2 8 0,3 2 4 0,-4 1 0 15,1 1 3-15,-4 0-3 16,2-1-3-16,-3 2-6 0,-2 0 1 0,1 0-3 16,-4 0-3-16,0 1-9 0,-3 2 3 0,-1 0-4 15,-5 3 0-15,0 0-4 0,0 3-9 0,-3 0-3 16,5 1-5-16,-4 2-6 0,7-1-2 0,-3 0-12 0,1 1-3 15,5 1-6-15,-3 0 1 0,4 2 1 0,0-2 1 16,4 2 4-16,1-2 5 0,2 0 3 0,3-1 5 0,4 1 0 0,6-2 7 16,3 0 0-16,4-2 2 0,2 1 4 15,5-2-2-15,-3-4 0 0,4 0 0 0,-2-3 0 16,0-2 3-16,-1-1 3 0,-2-1-3 0,2-3 5 16,-3-2-2-16,-3 4 6 0,-4-4 1 0,2 3 8 15,-4-1 16-15,-1-4 12 0,-4 6 14 0,-1-1 16 16,0 2 22-16,-4 1 12 0,-1 2-5 0,0-1 3 15,-1 2-6-15,0-1-13 0,2 1-6 0,-2 1-7 16,-2-1-6-16,-1 3-17 0,4-3-6 0,-4 3-20 0,0 0-27 16,0 0-15-16,0 0-1 0,0 0 4 0,5 6 2 15,-7-1 1-15,2 4 4 0,-2-2 0 0,1 3 13 0,0 0-7 16,0 1-4-16,-1 2-5 0,2-6-4 0,-1 4-2 16,1-2 1-16,0-3 5 0,-1-3 2 0,1 4 5 15,0-4 4-15,0-3 11 0,0 7 2 16,0-7 22-16,2 3 10 15,-2-3-6-15,0 0-1 0,16-8-4 0,-5 3 10 0,-2-3 3 0,5-3 1 0,-2 4-10 16,-2-5 0-16,0 7-4 0,3-5-7 0,-3 3 4 16,0 2-6-16,-1-1-5 0,0 2 2 0,-2 2-6 15,0 1-2-15,0 0-4 0,0 2-26 0,2 3-11 16,0 1-23-16,0 5-27 0,-2 1-42 0,0 5-51 16,-1 1-86-16,-2 0-262 0,-1-1-573 15,-2-4 255-15</inkml:trace>
  <inkml:trace contextRef="#ctx0" brushRef="#br0" timeOffset="184810.3">20883 11690 101 0,'0'-5'204'15,"0"0"-3"-15,1-3-9 0,-1 4-12 0,0-2-12 16,0-1-12-16,0 4-6 0,2-2-9 0,-2 0-13 16,0 5-9-16,0-5-16 0,0 3-12 0,0 2-11 0,0 0-24 15,0 0-13-15,0 0-5 0,0 0-4 0,-2 12-4 16,0 0-3-16,-2 8-2 0,0 4-3 0,-2 3-3 16,1 2-8-16,-3 2-2 0,4 1-1 0,0 1-2 15,2 1 3-15,-1-1-5 0,-2-2-2 0,3 0 3 16,-1-2 0-16,2-1-2 0,1-3 3 0,-3-6-3 15,3-2 0-15,0 0-3 0,-1-7 3 0,-2 0 1 0,3 1 3 0,0-6-5 16,0 0 7-16,0 2 33 0,0-4 31 0,0-3 44 16,0 2 15-16,0-2 25 0,0 0 26 0,0 0-28 15,0 0-10-15,0 0-20 0,-5-14-9 0,1 4-15 16,0-4-23-16,1-5-20 0,-5-5-13 0,0 1-12 16,3-4-19-16,1-6-4 0,-2 1-9 0,1-1-6 15,1-12-1-15,0 10 1 16,-1-2 5-16,1 1-2 0,2 3-3 0,2 1 3 15,0 0 2-15,0 6 11 0,-2 5-2 0,4 3 10 16,-2 5-5-16,2 3-2 0,-2 1-1 0,2 2-3 16,0-1-6-16,-1 2 1 0,5 0-5 0,3 2-9 15,3 4-8-15,2-1 1 0,4 4-7 0,5-1 0 16,3 6-3-16,2 4 1 0,0 0-3 0,0 2 6 16,-2 0-5-16,-3 3-1 0,-8-4 0 0,4 7-4 0,-5-7-4 0,-2 0 2 15,-3 1-1-15,-5-2 1 0,-3-1 4 0,-2 0 5 16,-2 1 3-16,-10-1 2 0,-1 3 0 0,-3-2 6 15,-9 2 0-15,-4-4 2 0,2 1 3 0,-1 3 0 16,-1-7-1-16,1 3 2 0,-2-1 2 0,5-1 3 16,5-4 3-16,3 1-4 0,0-1 0 0,7 2 2 15,0-3-28-15,3 1-19 16,2 0-13-16,3-1 6 0,1 1 0 0,2 0-10 16,4 0-16-16,4 1-28 0,5-3-37 0,5 2-27 15,3-1-238-15,2 0-447 0,5-3 199 0</inkml:trace>
  <inkml:trace contextRef="#ctx0" brushRef="#br0" timeOffset="185126.27">21242 11986 3 0,'0'0'324'0,"1"-2"-14"0,-1 2-18 0,0 0-21 16,3-5-22-16,-3 5-24 0,0 0-28 0,0 0-21 15,0 0-16-15,0 0-17 0,0 0-25 0,0 0-21 0,0 0-13 0,0 0-7 16,4 10-8-16,-4-2-9 0,0 0-7 0,-3 2 0 16,3 0-7-16,0 2-8 0,-4-1-3 15,4 6-1-15,3-4-3 0,-7-3-6 0,5 3-4 16,-2 0 2-16,2-2-8 0,3 0 2 0,-4-1-3 0,0-2 1 16,0-4 1-16,0 2-7 0,0 0 6 0,0-4-2 15,0-2 0 1,0 7-4-16,0-4 2 0,3 0 1 0,-3-3-2 15,0 0 11-15,0 0 1 0,-3 6 6 0,3-6-3 0,0 0 1 16,0 0-4-16,3 3-1 0,-3-3 8 0,0 0-19 16,0 0-45-16,0 0-30 0,0 0-34 15,0 0-30-15,1-12-50 0,-1 6-58 0,3 2-238 16,-1-4-512-16,2-1 227 0</inkml:trace>
  <inkml:trace contextRef="#ctx0" brushRef="#br0" timeOffset="186767.21">21949 11869 135 0,'6'-4'146'0,"-1"-1"-3"0,4-3 3 16,-5 2-7-16,-1-1-4 0,-1 1-5 0,1-1 0 16,-2 2-13-16,0 0-8 0,-1-2-9 0,-2 1-9 15,-2 3-13-15,-1-3-8 0,-7 3-5 0,1-1-6 16,-2 4-5-16,-9 0-9 0,2 2-1 0,-7 0-3 15,0 4-4-15,5 0-4 16,1 0-2-16,2 1-3 0,-2 2 0 0,2 0-6 16,0 0-2-16,2 2 0 0,2-1-3 0,2 2-2 15,4 1-3-15,0-5-2 0,2 2 1 0,1 1-1 0,5-3 0 0,-1 2-2 0,4 1 3 16,3-4-4-16,0 1 3 0,5-1 3 0,2 0 8 16,2 0 2-16,4-2 4 0,0-2 4 0,0-3 4 15,2 2 6-15,-3-4-1 16,3 0 1-16,-1-3 9 0,-2-3 16 0,2 0-13 0,-5-5 2 15,4 0 9-15,-5-1-5 0,0-3 6 0,-4-1-6 16,1-6-1-16,-1-2-4 0,-1-1-4 0,-2 0-2 16,-3-3-5-16,-1 1-4 0,-1 0 2 0,-2-1 4 15,0 0 5 1,0 2 0-16,-1 1 7 0,1 10-2 0,1 0 5 0,0 0 1 16,-1 8-3-16,-2 0-8 0,6 0-1 0,-6 3-10 0,3 1-8 0,0-1-25 0,0 2-33 15,0 4-28-15,0 0 7 0,0 0 0 0,0 0 4 16,0 20 9-16,0-5 4 0,0 11 3 0,0 1 5 0,0 2 2 15,3 2 3-15,-2-2 3 0,0 4-6 0,3-1-22 16,0 0-13-16,-3-3-22 0,2 1-16 16,2-2-33-16,-4-1 0 0,2-8-19 0,-2 0-8 0,-2-2-28 15,2-6-50-15,-2-2-161 16,1-2-424-16,1-2 189 0</inkml:trace>
  <inkml:trace contextRef="#ctx0" brushRef="#br0" timeOffset="187168.6">22077 11729 73 0,'11'-15'190'0,"-2"2"-8"16,-3 4-11-16,2 0-8 0,2-1-10 0,-1 4-9 0,0 1-20 15,3 1-10-15,-3 0-14 0,0 3-13 0,-1 1-5 16,3 1-10-16,-1 4-10 0,0 0 0 0,-2 2-6 16,0 3-7-16,2 5 0 0,-3-1-6 0,-2 3-3 15,-2 2-2-15,-2-1-3 0,-1 3-6 0,-2 2 2 0,-2 3-7 16,-1-2 2-16,-3-6-4 0,1 2-1 0,-2-3 0 15,-2 0-2 1,0-3-4-16,2 0 3 0,1-3 2 0,1-1-1 16,0-2 5-16,2 1-4 0,0-4 7 0,2-1 10 15,1-1 21-15,-3 2 24 0,2-3 27 0,1 2 29 16,2-4 23-16,0 0 18 0,-3 3-21 0,3-3-8 16,0 0-18-16,9-14-17 0,1 7 1 0,1-6-20 15,2 0-12-15,5-5-17 0,2-2-9 0,-1 1-16 0,-4 5-4 16,-1-1-6-16,1 2 0 0,-2 2-11 0,-4 1 19 0,-2 5-21 15,-1 1-3-15,-1-4-6 0,-1 6-25 0,0-1-18 16,1 0-24-16,-4-1-14 0,-1 4 2 0,0 0 8 0,5 10 11 16,-5-5 2-16,3 8 2 0,-3-4 8 15,1 4 4-15,0 3 2 0,3-1 3 0,0 2 5 16,1 0-1-16,7 0-4 0,-1-2-17 0,4-1-16 16,5 4-23-16,3-4-33 15,3-2-49-15,6-4-74 0,3-4-266 0,1 0-547 16,2-4 242-16</inkml:trace>
  <inkml:trace contextRef="#ctx0" brushRef="#br0" timeOffset="187600.75">23223 11881 149 0,'-8'3'136'0,"8"-3"-11"0,-9 0-5 0,9 0-5 16,-5 1-3-16,5-1-2 0,0 0-3 0,0 0 3 15,-8 1 8-15,8-1 0 0,0 0-5 0,0 0-5 16,0 0-11-16,0 0-2 0,0 0-11 0,27-5-9 16,-15 3-6-16,6-2-4 0,1 1-8 0,1 0-7 15,10-1-1-15,-2-1-7 0,1 3-6 0,2-1-3 16,-2-1-1-16,1 0-5 0,0-2-3 0,-9 4-1 0,-2 0-3 0,-1 1-5 15,-3-1-9-15,-1 1-17 0,-5-2-18 16,-2 3-20-16,0-1-36 0,-3-2-44 0,-4 3-63 0,0 0-133 16,-4-6-350-16,4 6 155 0</inkml:trace>
  <inkml:trace contextRef="#ctx0" brushRef="#br0" timeOffset="187816.95">23365 11758 164 0,'2'-4'263'0,"-2"1"1"16,0-2-4-16,0 1-2 0,0 4-20 0,-2-6-21 0,4 4-16 15,-2 2-27-15,0 0-21 0,0 0-20 0,0 0-21 16,0 0-13-16,0 0-7 0,-4 14-1 0,-2-3-20 0,4 6-9 16,-4 8 0-16,-1 0-12 0,1 3-6 0,1-2-4 0,3 0-5 15,-3 0-37-15,5-1-27 0,2 1-34 0,-3-6-42 16,1 4-31-16,1-4-67 0,-1-4-222 0,3-5-459 15,-1 0 204-15</inkml:trace>
  <inkml:trace contextRef="#ctx0" brushRef="#br0" timeOffset="188822.1">24349 11596 107 0,'0'-6'198'0,"0"6"-5"0,2-4-10 0,-2 4-17 16,0-5-15-16,0 5-15 0,-1-5-16 0,-2 2-12 15,3 3-11-15,-9-1-7 0,9 1-2 0,-15 3-5 16,2 1-6-16,-3-1-8 0,-1 4-4 0,-1 0-6 16,0 1-5-16,0 3-6 15,-6 2-4-15,1 3-5 0,8-2-2 0,-7 7-8 16,5-3-1-16,5-2-8 0,0 2 2 16,-2 2-11-16,5-2 3 0,4-1-5 0,0 0 4 15,2 0-4-15,3 1 3 0,0-1-4 0,4-3 0 0,0-2 5 16,1-1-2-16,3-2-2 0,1 1 9 0,1-2 11 15,4-1 4-15,4 0 3 0,0-3 4 0,0-1 7 16,2-2 4-16,0-2 4 0,-2-2 8 0,2 1 11 0,-1-5 0 0,1 1 3 16,-2-2 0-16,-1-3-6 0,2-7-6 0,-5 2-9 15,6-3 6-15,-3-2-15 0,0-4-7 16,-2 1-6-16,-4-3-3 0,2 0-10 0,-3-1-7 16,-2 5 2-16,-3-5-5 0,0 10-2 0,-2 0 1 0,-3 1 0 15,-4-1-5-15,2 6 0 0,-1-4 0 0,-3 3-4 16,-1 4-3-16,-2 0-3 0,2 3-2 0,-1 0-2 0,1 2-8 15,1 0-3-15,-5 4-3 0,3 0 1 0,-5 4-2 0,3 2-1 16,0 4 7-16,-4-1-2 0,1 7 3 0,-2 4-2 16,-1 2 5-16,10-5 0 0,-4 7 0 15,-1 2 2-15,6 2-1 0,4-2 4 0,2 1 2 16,-1 2 5-16,5 0-4 0,3 0-4 0,-3-1 7 0,5 0-6 16,3-2 4-1,1-1-2-15,-1 0 2 0,0-3-2 0,0 2 3 16,-2-2 1-16,-2-5 2 0,0-2 2 0,-3-5-1 15,-2 1-5-15,-1 0 5 0,-1-3-2 0,2 2-13 0,-4-3-5 16,0-1 1-16,-2 0 1 0,-1 0 7 16,-1 0-3-16,-4 1 1 0,1 0 4 0,-2 0-1 15,-1-2 0-15,1-1 4 0,-3 2 1 0,2-2-4 16,0-1 8-16,-3 1-4 0,5-1 0 0,-1 1-1 0,-1-3-5 0,5 1-7 16,-3 0-15-16,3-1-26 0,1-1-25 0,-2 2-24 15,6-2-41-15,-4 3-30 0,4-3-41 0,0 0-147 16,0 0-397-16,10-10 176 0</inkml:trace>
  <inkml:trace contextRef="#ctx0" brushRef="#br0" timeOffset="189204.8">24746 11868 163 0,'0'-5'325'0,"0"0"-17"0,0 5-25 15,1-3-18-15,-1 3-28 0,0-5-27 0,0 5-24 16,0-4-23-16,0 4-16 0,0 0-19 0,0 0-13 16,0 0-12-16,-1 19-11 0,1-9-8 0,-1 4-24 0,1 2-5 0,-3 1-3 15,3 1-3-15,0 1-5 0,0-2-20 0,4 3-26 16,-3-1-24-16,1 0-34 0,0-2-45 0,-2 0-37 15,5-2-42-15,-5-5-245 0,3 1-465 0,-2-1 205 16</inkml:trace>
  <inkml:trace contextRef="#ctx0" brushRef="#br0" timeOffset="189837.66">25531 11755 50 0,'2'-4'201'0,"-2"-3"-11"0,-4 2-18 0,0 0-14 16,-1 1-17-16,-5-1-9 0,-3-1-10 0,-3 2-16 15,-4-1-5-15,0 0-8 0,-3 5-8 0,1 0-3 16,2-2-8-16,-2 4-5 0,2-2 1 0,-1 7-7 16,2-4-3-16,1 1-6 0,0-1-7 0,4 5-6 15,0-2-4-15,5 0-6 0,0 0-3 0,1 2-1 16,1 4-7-16,3-5-6 15,2 4 2-15,0 1-2 0,4-1 0 0,3 1 0 16,0 0-3-16,4 1 3 0,4-1-4 0,-3-1 2 16,5 1-2-16,-1-4 0 0,3 0 4 0,-4-4 7 15,4 0 9-15,-4-2 9 0,-1 0 9 0,-1-2 13 16,2-3 2-16,-3 0 2 0,3-2-2 0,-4-2 0 16,1-3 2-16,3-3-2 0,-4 0-2 0,0-5-5 15,-3 0-5-15,1-1-4 0,0-7-6 0,0 0 0 0,-4 0 4 0,3-3-6 16,-4 3-3-16,1-6 5 0,2 3 0 0,-1-1 10 15,-3 2-5-15,3 2-3 0,-2 7 22 0,0 2-9 16,0 2 0-16,-1 5-1 0,1 3-6 0,0 0-12 16,-2 2 13-16,0-1-33 0,0 2-26 0,0 4-38 15,2-2 2-15,-2 2 2 0,0 0 7 0,-4 18 4 16,4-1 4-16,-3 3 3 0,1 6 3 0,0 1 2 0,-3 3 5 0,3 0 2 16,1 1-1-16,2-1 4 0,-1-1-4 0,1 1-20 15,5-1-14-15,-4-3-21 0,3-2-19 0,-3-5-28 16,3-2-15-16,1-2-24 0,-1-5-48 0,2 0-264 15,0-6-503-15,2 1 222 0</inkml:trace>
  <inkml:trace contextRef="#ctx0" brushRef="#br0" timeOffset="190360.57">25716 11647 270 0,'1'-3'259'16,"-1"0"-20"-16,0 3-24 0,1-5-19 0,-1 5-26 15,0 0-19-15,2-4-18 0,-2 4-12 0,0 0-11 0,0 0-13 16,0 0-11-16,8 12-9 0,-6-4-13 0,0-1-13 16,2 2-5-16,-1 2-14 0,1-3-11 0,0 1-1 15,-1-2-7-15,3 0 0 0,-3-2-3 0,2-1-4 16,-1 2 2-16,1-2-4 0,-1-1-1 0,0 0 4 0,1-3-1 16,-5 0-2-16,10-1 5 0,-5-2-6 0,3-1 5 15,-3 2 4-15,3-4 7 0,-2 1 6 0,1 1 3 16,-2-1 4-1,1 1-1-15,-1 0-1 0,2 0-1 0,-4 0 1 0,1 3-11 16,-1-2-2-16,1 2-7 0,-4 1-1 16,0 0-4-16,11 1 15 0,-7 4-12 0,0 2-5 15,0 1 5-15,1 4-3 0,-1 2-1 0,-2 3 3 16,2 8-5-16,-4 2-5 0,-2-1 5 0,-4 6 0 0,1-1-1 16,-5 1 2-16,-1 0 3 0,-4 1-5 0,0-1 1 15,1-2 2-15,-1 2-2 0,2-4 0 0,0-2 3 0,-5-5-3 16,9-4 1-16,-3-2-2 0,1-4 6 0,4-3 0 15,-2 0 4-15,2-4 18 0,2-3 14 0,-1 1 17 16,6-2 13-16,-14-5 10 0,10-1 1 0,0-3-6 16,3-1 6-16,0-2-15 0,6-7-19 0,4 2 2 15,1-5-2-15,5-1-7 0,6 1-7 0,4-3 0 0,3-4-6 16,8-2-5-16,5-1-6 0,2 1 0 0,-13 8-1 0,0 0-2 16,1-1-2-16,-3 5-2 0,3 2-2 0,-7 0-1 15,-5 6-5-15,-2 2 3 0,-5 4-1 0,-2-1 0 16,-1 0-3-16,-4 3 0 0,1-1-26 0,-3 1-28 15,1 0-32-15,0 2-32 0,-4 1-22 0,0 0-27 16,0 0-43-16,0 0-77 0,-19 0-195 0,12 0-518 16,7 0 229-16</inkml:trace>
  <inkml:trace contextRef="#ctx0" brushRef="#br0" timeOffset="191062.48">26457 11816 5 0,'-8'-2'186'15,"8"2"-18"-15,0 0-10 0,-2-2-15 0,2 2-5 0,0 0-11 16,0 0-12-16,19-2-10 0,-9 0-3 0,9 1-14 0,3-1-12 16,4-1-6-16,4 1-9 0,5-2-1 0,-1 0-10 15,6-2-2-15,0 2-4 0,0-2 1 0,-1 2-7 0,-5 0-7 16,-2-1 2-16,-9 0-15 0,-5 2-16 16,1-1-14-16,-8 0-18 0,-3-1-24 0,-4 0-27 15,-1 0-39-15,-6 2-149 0,-2-4-292 0,-4 3 129 16</inkml:trace>
  <inkml:trace contextRef="#ctx0" brushRef="#br0" timeOffset="191278.84">26669 11640 163 0,'1'-5'251'0,"-1"0"-1"0,0 1-3 0,0 0-13 0,0 4-20 0,0-4-20 16,0 0-16-16,0 4-23 0,0 0-20 0,4-6-18 15,-4 6-11-15,0 0-13 0,0 0-8 0,0 17-10 16,0-6-5-16,0 6-8 0,-1 1-17 0,1 9-2 16,0-3-3-16,0 2-3 0,1 2-11 0,-1 1-25 15,4-3-21-15,1-2-25 0,-1 3-22 0,0-2-35 16,-3-7-32-16,4-2-42 16,-1-4-204-16,0-3-411 0,1 1 182 0</inkml:trace>
  <inkml:trace contextRef="#ctx0" brushRef="#br0" timeOffset="191895.69">27447 11512 75 0,'3'-4'230'16,"-2"-1"-23"-16,1 2-19 0,-1 0-23 0,-1 3-17 15,0 0-21-15,0 0-14 0,0 0-8 0,2 12-13 16,-2-1-12-16,3 4-7 0,-1 3-4 0,-2 8-5 0,0 0-9 16,-2-1-4-16,-1 3-3 0,3-1-5 0,-2 1-8 0,1-1 2 15,-2-2-6-15,0 1-2 0,-2-1-8 0,3-7 4 16,0-1-4-16,1-4-4 0,0-2 2 0,-2 0-5 16,1-3 2-16,-1-1 9 0,1-3 4 0,0 1 11 15,1-1 3-15,-1-2 2 0,2-2-3 0,0 0 2 16,0 0 3-16,-15-10-1 15,13 5 10-15,-2-5-9 0,-1-2 13 16,1-3-9-16,2-3 2 0,-1-2-1 0,3-5-4 16,1-3-3-16,3 2 8 0,0-6-18 0,5 1 0 0,1-3-5 15,2-1-2-15,4-8-1 0,-2 14-2 16,0 0 1-16,-1 1 3 0,-1 6 3 0,-1 6 3 16,-2 0-4-16,2 2-4 0,2 1 1 0,1 1-8 0,-1 3-4 15,1-3 10-15,2 7-16 0,3-2 0 0,-3 1-10 0,5 2 5 16,-5 1 1-16,2 3-3 0,1 3 0 0,-6 0-12 15,1 3-3-15,-4-1-5 0,3 7-4 0,1-2-1 16,-5 5 5-16,0 1-1 0,-4 1-1 0,-5 3 1 0,-3-1 2 16,-1 9 1-16,-5 0 2 0,-4-5 1 15,-4 1 4-15,-3-2-3 0,-1 1 5 0,-3-4-1 16,-1-1 1-16,-1-4-1 16,3-1-1-16,5-2 5 0,0-4-1 0,0 0-3 15,7 0 2-15,-1-5 0 0,3 4 4 0,-1-4 0 0,6 1 3 16,-1 2-9-16,1-3 4 0,-1 0 3 15,3 1-6-15,0 1 2 0,2 1-1 0,4-1 1 16,-2 0 3-16,3 2 1 0,1 2 0 0,8 4 0 0,-1-3 2 16,1 4-1-16,5-1 2 0,4 5 0 0,3-3-6 15,-10-2-16-15,9 1-38 0,-2 1-39 0,-7-2-45 0,-1-3-65 16,-3-1-241-16,6-3-485 0,-8 2 214 0</inkml:trace>
  <inkml:trace contextRef="#ctx0" brushRef="#br0" timeOffset="192111.57">27905 11787 138 0,'2'-4'312'0,"0"-1"-5"16,0 0-14-16,1 1-18 0,-1 3-27 0,-2 1-16 16,0-5-33-16,0 5-29 0,3-4-18 0,-3 4-18 15,0 0-11-15,0 0-13 0,4 15-16 0,-2-6-10 16,-1 0 8-16,2 2-21 0,-2 2-12 0,3 4-17 15,-4 0-14-15,4 1-15 0,0-2-24 0,-2-2-29 0,2 4-25 0,-3-2-22 16,-1-6-37-16,4 1-41 0,-2-2-61 0,0-3-184 16,-2-1-444-16,4-2 196 0</inkml:trace>
  <inkml:trace contextRef="#ctx0" brushRef="#br0" timeOffset="192682.37">28551 11598 173 0,'-10'-6'176'0,"1"0"-17"15,-2 0-9-15,-7-1-11 0,-1 2-10 0,-2 1-11 16,1 2-13-16,-3 2-4 0,-7 0-14 0,4 3-3 15,0 1-7-15,-2 0-6 0,0 2-7 0,7 1-6 16,2 1-7-16,1 3-4 0,4-1-8 0,1 1 2 16,3 3-10-16,-3 0 3 0,7 2-9 0,2-1 0 15,2 2-4-15,4 0 4 0,2 1-1 0,2-2-2 0,3-1 1 0,8-1-3 16,1-3-7-16,0 0 1 0,6 1 1 0,3-5 0 16,-6-4-4-16,7 2 4 0,0-7 3 0,-7-2-6 15,1-2 0-15,-3-3 12 0,-1 0 2 0,-2-2 8 16,4-6-3-16,-9 0 6 0,2-4 0 0,-5-4 1 15,1 0 8-15,-3-5 1 0,-3-1 0 0,-1 1 4 16,3-4 0-16,-5 0 2 16,3-3 18-16,-3 1-3 0,1 1 0 0,0 1 3 15,1 0 1-15,0 5 6 0,0 2-2 16,1 9 1-16,-1-1-1 0,-2 10-2 0,1-1-4 0,1 2-11 16,-2 3-11-16,0-3-14 0,0 8-34 0,0-6-40 15,0 6-13-15,0 0 5 0,0 0 5 0,0 0 3 16,-2 22-2-16,-1-5 5 0,3 8 7 0,0 1 2 15,-3 3 5-15,6 8 1 0,0-2 3 0,1 14 4 0,-2-15-1 16,2 1 7-16,1 0 1 0,-1-5-1 0,-1-4 1 16,2-2 1-16,-2-6 0 0,1-2 4 0,-2-5-1 15,0-2 2-15,-1-1 2 0,2-2 0 0,-2-1 4 16,-1 0 1-16,3-1-2 0,-3-2 2 0,1 4 3 0,-1-6-2 16,0 4 1-16,0-4-11 0,0 0-50 0,0 0-42 15,0 0-49-15,0 0-57 0,5-12-254 0,0 5-493 0,0-1 218 16</inkml:trace>
  <inkml:trace contextRef="#ctx0" brushRef="#br0" timeOffset="193145.45">28896 11354 187 0,'0'0'293'16,"0"-7"-21"-16,0 7-24 0,2 0-25 0,-2 0-22 15,0 0-26-15,2-5-19 0,-2 5-16 0,0 0-12 16,0 0-14-16,12 8-8 0,-3-4-11 0,-3 1-10 0,3 3-11 16,2 1-3-16,-2 0-10 0,0 2-9 0,5 0-3 15,-5 1-5-15,0 5-8 0,0-2-1 0,-4 2-3 0,-1 0-8 16,-4 0-6-16,1-1 3 0,-4 1-7 0,-1 3-3 16,-4-3 0-16,-1-3-2 0,0 3 0 0,-5-5 0 15,1 1-2-15,-4 0 0 0,-5 1-2 0,-4 0 4 16,7-4-2-16,2-2-5 0,-2 2 1 0,2-2 0 15,4-3-2-15,2 0 2 0,-1-1-3 0,3 2 4 16,2-2-3 0,0-1-4-16,3 1 4 0,1-1 2 0,-2-3 0 0,3 4-1 15,-1-1 3-15,3-3 0 0,-1 2-2 0,1-2 3 16,11 5 0-16,-6-4-2 0,9 0 3 0,-1-1-2 16,6 0-5-16,4 0 10 0,-1-2-8 0,1 2 0 0,4-2 0 0,1-1 1 0,-8 3-2 15,-2-2-1-15,0-1 3 0,-6 2 5 0,0-2 13 16,0 3 15-16,-7-2 11 0,2 1 7 15,0 0 2-15,-7 1-2 0,7-1 4 16,-4-1-11-16,-3 2-8 0,4-2-9 0,-4 2-7 16,0 0-9-16,5-3-23 0,-5 3-41 0,0 0-32 0,0 0-32 15,0 0-35-15,0 0-33 0,-9-5-65 0,9 5-217 16,-5-4-502-16,5 4 223 0</inkml:trace>
  <inkml:trace contextRef="#ctx0" brushRef="#br0" timeOffset="193499.84">28904 11592 84 0,'0'0'248'0,"-9"-2"-3"0,9 2-4 0,0 0-31 16,-5 2-14-16,5-2-15 0,0 0-25 0,0 0-17 15,0 0-11-15,22 0-13 0,-8 0-12 0,2 0-11 0,4 0-10 0,0-2-7 16,1 1-8-16,5 1-4 0,1-4-9 0,1 4-5 16,-5 0-4-16,-5-1 3 0,0-1 2 0,-6 2 7 15,-2-1 6-15,-3 0 6 0,0 0-1 0,-1-1-3 16,-6 2-9-16,10 0-2 0,-6-1-4 0,-4 1-10 15,0 0-6 1,9 0-13-16,-9 0-25 0,0 0-31 0,0 0-31 16,0 0-25-16,0 0-27 0,0 0-37 0,-20-3-55 0,13 2-219 15,7 1-463-15,-7-4 205 0</inkml:trace>
  <inkml:trace contextRef="#ctx0" brushRef="#br0" timeOffset="193800.55">29552 11511 296 0,'0'0'312'0,"-9"-7"-26"0,9 7-28 0,0 0-25 15,10-7-28-15,-5 7-16 0,3-1-21 0,0-3-20 16,4 2-14-16,1 1-12 0,9 1-24 0,-2-2-30 16,9 2-35-16,-8-1-47 0,1 2-49 0,-3 2-56 0,2-3-65 0,-2 1-178 15,-1-1-392-15,-3 0 173 0</inkml:trace>
  <inkml:trace contextRef="#ctx0" brushRef="#br0" timeOffset="193969.77">29617 11589 70 0,'0'0'237'0,"0"0"1"16,0 0-14-16,0 0-19 0,0 0-20 0,0 0-18 15,24 3-16-15,-6-3-17 0,5 1-15 0,-3 2-14 31,10-1-32-31,-2-2-33 0,-1 3-41 0,1-1-54 0,2-2-66 16,0 0-175-16,-2-2-320 0,-1-1 142 0</inkml:trace>
  <inkml:trace contextRef="#ctx0" brushRef="#br0" timeOffset="194370.95">30515 11412 24 0,'0'0'167'0,"0"0"-4"15,0-5-11-15,0 5-15 0,0-4-4 0,0 4-8 0,0 0-14 16,0 0-6-16,2-5-8 0,-2 5-8 0,0 0-13 16,0 0-9-16,-5-2-1 0,5 2-7 0,-9-3-6 15,9 3-9 1,-13 0-4-16,5 3-2 0,0-3-4 0,-1 2-4 15,-2 1 0-15,1 1-11 0,-1-2 1 0,-1 4-1 0,2 0-6 16,-2 1 0-16,2 2-3 0,-2-1-4 0,-2 3-1 16,8 0-2-16,-3 2 7 0,0 1-1 15,4-2 0-15,1 1 0 0,2 1 2 0,2-2 5 16,2 5 30-16,5-2 19 0,4 0 15 0,4-1 10 0,3-3 7 16,9 0 4-16,2-1-6 0,2-4-12 0,4-1-5 0,0-5-10 15,0-1 7-15,-3-3-12 0,1-2-8 0,-1-5-1 16,-4 1 1-16,-2-4-7 0,-9 2 11 0,4-5-13 15,-10 3-6-15,-2-5-3 0,-1 1-4 0,-4 0-12 16,-4 0-17-16,-5 2-28 0,-7 2-36 0,-11-2-35 16,-5 0-45-16,-8 3-58 0,-15 0-284 0,-1 5-521 15,-2 2 230-15</inkml:trace>
  <inkml:trace contextRef="#ctx0" brushRef="#br0" timeOffset="204406.84">20896 13450 95 0,'3'-10'265'0,"1"0"-12"16,-1 1-14-16,-2 1-14 0,2 1-12 0,-2 1-26 16,0 1-16-16,1-1-20 0,-1 4-16 0,0-1-10 15,-1 3-24-15,0 0-29 0,2-5-21 0,-2 5-13 0,0 0-3 0,0 0-4 16,2 18-2-16,-2-5-6 0,-1 4-4 0,1 1 0 16,0-1-2-16,-1 4-3 0,1 4-2 0,1 0 1 15,0-4-4-15,0-3 4 0,2 7-4 0,0-5-3 16,2 4 3-16,-2-7-1 0,1-3-1 0,1-2 0 15,-1 0 2-15,0-4 2 0,1 1 10 0,0-4 18 16,-2 0 14 0,3 1 11-16,3-5 15 0,-4-1 17 0,9-1 3 15,-2-3 3-15,-1-3 3 0,7-2 1 0,-4 0 16 16,3-4-23-16,-2 1-9 0,1-2 3 0,-1-1-11 16,3-5 0-16,0 1-13 0,-2-3-4 0,0 3-8 15,-7 3 3-15,3 0 2 0,-1 2-3 0,-1-1-4 0,-5 4-13 16,4 1 15-16,-7 2-6 0,2 3-3 0,0-2-5 15,0 2-7-15,-3 1-6 0,3-1 2 0,-4 2-10 0,5 1-9 16,-5 2 2-16,1-5-9 0,-1 5-26 0,0 0-18 16,0 0-15-16,0 0 15 0,0 0 1 0,3 10 2 15,-3-4 1-15,0 3 6 0,-3 2 1 0,3 1 15 16,-6 0-13-16,5 3 3 0,-2 2 1 0,1 0 8 16,-1-2-6-16,-1 1 6 0,3 1 3 0,-3-2 7 15,0 2-7-15,3-2-5 0,-3-2 4 0,3-3 3 0,-2 2-1 0,3-1 5 16,-1-2-3-16,1-3-1 0,-1 2-4 0,-2-3 3 15,3 0 3-15,0 2 3 0,-1-4 7 0,1-1-4 16,0-2 5-16,0 8 8 0,0-8 0 0,4 4-4 16,1-4 14-16,9 0-7 0,5 0-5 0,13-3-1 15,4-2 3-15,21 1-57 0,-2-6-79 0,8 1-119 16,-5-8-414 0,2-2-710-16,-4-3 314 0</inkml:trace>
  <inkml:trace contextRef="#ctx0" brushRef="#br0" timeOffset="204939.44">22183 13198 132 0,'1'-4'225'16,"1"1"-6"-16,0-1-5 0,-2 4-6 0,1-8-21 15,-1 7-15-15,0 1-23 0,0 0-17 0,0 0-15 0,0 0-14 16,0 0-10-16,0 0-12 0,-16 11-7 0,5 1-4 16,-8 8-7-16,1 2-5 0,-4 6-4 0,2-1-15 15,2 4-6-15,-4 0-4 0,-3 8-3 0,9-8-5 16,4 1 0-16,1-1-2 0,5 1 4 0,3-6-6 16,5 3 1-16,2-3 0 0,6-1-2 0,6-3-5 0,2 0-21 15,5-5-37-15,4-3-55 0,5-4-64 0,-1-4-221 16,2 1-418-16,0-6 186 0</inkml:trace>
  <inkml:trace contextRef="#ctx0" brushRef="#br0" timeOffset="205439.55">22386 13399 27 0,'2'-7'260'0,"0"2"-32"0,3 1-18 16,1-4-20-16,-1 4-19 0,4-2-20 0,3 2-14 15,-3 1-15-15,1 3-11 0,3 0-12 0,0 0-10 16,0 3-12-16,0 2-7 0,-1 0-6 0,-1 1-9 16,-3 1-3-16,1 4-6 0,-3-1-6 0,-1 3-7 15,-1-1 1-15,-1 2-4 0,-2-2-5 0,-5 4-6 16,0 1 0-16,-2-3 1 0,-3 1-4 0,0 0-4 15,0-2 1-15,-5-1-4 0,5-2 8 0,-2 2-6 0,1-5-1 16,2 0-2-16,1-1 3 0,2-4 4 0,0 5 0 0,1-4 0 16,-1-1 12-16,4 1 18 0,1-3 22 0,-5 2 11 15,5-2 34-15,0 0-2 0,0 0-13 16,0 0-10-16,0 0-6 0,19-15-12 0,-6 5-5 16,3-1-12-16,-2-1 0 0,4-1-8 0,0-4-6 15,5-1 2-15,-7 6-10 16,4-6-2-16,-6 6 2 0,-1 2-7 0,-2-2-6 15,-1 3 5-15,-2 3 1 0,-3 1 2 0,1-1-5 16,-3 3-1-16,2 0-8 0,-1 1-2 0,-1-2-15 16,-1 1-16-16,-2 3 11 0,0 0-11 0,0 0 3 15,0 0-1-15,-6 17 5 0,1-5-2 0,-1-2 5 16,0 5-1-16,0-1 1 0,1 3 2 0,1-2 1 16,3 1 0-16,-1 1-9 0,4 0-19 0,-1-1-21 0,1-3-25 0,2-1-28 15,5 5-48-15,4-5-50 0,-3-4-76 0,4 1-164 16,0-4-487-16,-1-2 215 0</inkml:trace>
  <inkml:trace contextRef="#ctx0" brushRef="#br0" timeOffset="205709.28">23017 13499 208 0,'0'0'267'16,"0"-5"-22"0,0 5-22-16,0 0-25 0,0 0-13 0,0 0-14 15,0 0-27-15,0 0-14 0,0 0-14 0,0 0-16 16,0 0-8-16,0 0-11 0,0 0-8 0,0 0-9 16,0 0-10-16,0 14-1 0,-2-6-11 0,-1 1 0 0,-1-1-4 15,0 1-3-15,-2 3-9 0,-2 0-17 0,-1 5-26 16,4-3-35-16,-4 1-25 0,-4-1-34 15,3 0-48-15,-2-1-205 0,5-6-393 0,-3 0 173 0</inkml:trace>
  <inkml:trace contextRef="#ctx0" brushRef="#br0" timeOffset="206457.24">23243 13292 228 0,'0'0'239'0,"0"-7"-14"16,0 7-18-16,0-2-22 0,0 2-18 0,0 0-16 15,3-3-14-15,-3 3-19 0,0 0-13 0,0 0-11 16,0 0-10-16,0 0-6 0,0 0-7 0,0 0-10 16,0 0-6-16,9 12-2 0,-7-7-6 0,5 2-10 15,-1-2-13-15,-1 3-13 0,5 1-4 0,-1-2-8 0,3 3-9 0,-2-3-5 16,3 0-8-16,2-1-1 0,-2-1 1 16,0-1-4-16,0-1 0 0,1-3 0 0,-2 2 4 0,5-4-5 15,-4-2 8-15,1-1 1 0,-3 0 5 0,3-5-3 16,0 0 6-16,-5 1 8 0,0 1 10 0,0-2 8 15,-1 0 12-15,-2-1 9 0,1 1 10 0,0 2 14 16,-4-1-1 0,-1 3 5-16,2 0-2 0,-2 1-7 0,0 1-4 0,1 1-6 15,-1 0-13-15,0 1-13 0,-2 2-9 0,0 0-2 16,0 0-2-16,0 0-6 0,2 10 3 0,-1 2 3 16,-2 4-7-16,1 2 2 0,0 1-2 15,-4 7 2-15,4 2 2 0,-2 3 2 0,2 2-2 0,-2-1 3 16,-1 2 1-16,-1 0 2 0,0-1-4 0,-1 1 5 15,0-5-2-15,2 2-2 0,-1-4-2 0,1 3 0 0,-1-6-1 16,1-3 4-16,-2-4-5 0,0-2 1 0,0-4-1 16,0-1 3-16,0-1 0 0,-1-1-1 0,0-3 10 0,-2 0 3 15,-1-4 7-15,-1-1 2 0,0-3 7 16,-3 0 9-16,3-2 8 0,0-2 6 0,-2-7 2 16,3 0 4-16,0-1 10 0,6-2-10 0,1-2-2 15,4-3-5-15,5-3-7 16,3-3-6-16,7-1-5 0,2-1-4 0,13-11 1 15,-1 3-5-15,3 4-7 0,-7 11-1 0,1 0 0 16,-1 3 0-16,1 2-7 0,-5 0-1 0,0 4 4 16,-4 6-5-16,-7 1-4 0,-1 0-3 0,-2 3-3 15,-2 0 2-15,-2 2-5 0,1 0 2 0,-1-1-4 16,-1 1-5-16,1 1-15 0,-5 1-11 0,0 0-4 16,5 4-5-16,-6 0-7 0,-1 2-8 0,-4 1-9 0,-1 0-16 0,-3 2-21 15,1 1-19-15,0-3-20 0,-4 4-29 0,3-3-41 16,-1 0-227-16,0 1-475 0,2-2 210 0</inkml:trace>
  <inkml:trace contextRef="#ctx0" brushRef="#br0" timeOffset="206711.24">23961 13584 225 0,'0'0'260'0,"0"0"-10"0,-1-4-28 0,1 4-21 16,0 0-21-16,0 0-23 0,0 0-15 0,0 0-16 16,0 0-14-16,0 0-11 0,0 0-14 0,-5 8-5 15,2-1-9-15,-2 0-7 0,0 3-5 0,-2 2-7 16,-4 3-23-16,2-3-19 0,0 5-21 0,-3-3-22 15,0 1-33-15,1 2-28 0,-1-2-42 0,-1-1-218 0,5-6-382 0,2 5 169 16</inkml:trace>
  <inkml:trace contextRef="#ctx0" brushRef="#br0" timeOffset="207343.94">24278 13243 196 0,'0'-4'228'0,"0"4"-16"0,-1-5-18 16,-2 4-16-16,3 1-19 0,0 0-25 0,0 0-11 15,0 0-17-15,-1-4-10 16,1 4-11-16,0 0-11 0,0 0-7 0,-6 10-5 16,6-6-8-16,0 3-6 0,1-2-2 15,-1 4-4-15,5 2-5 0,-1-3-1 0,1 4 0 0,4 2-8 16,1-6 1-16,4 6 1 0,3-2 0 0,3 3-3 15,-2-3 1-15,0-3 0 0,3-1-3 0,-4 2-1 16,-2-3-5-16,-3 1 0 0,1-4-4 0,-6 1-2 16,4 2-2-16,-6-5-8 0,-1 2 2 0,-3 1-4 0,2 0-1 0,-6 1 2 15,-1 1 1-15,-6 0-4 0,1 2 2 16,-9 0-3-16,-5 3 0 0,-4 2 3 0,1-1-2 16,-4 0 0-16,1 0 3 0,1 2-3 0,-3-6 0 15,6 0 2-15,-1 6-3 0,8-6 4 0,0-1-3 0,3 2-2 16,2-5-2-16,3 0 5 0,2 1-4 0,3-3 3 15,-1-1 2-15,2 1 2 0,0 0 3 0,4 1 11 0,0-4 13 16,9 4-1-16,5-3 8 0,-1 2-3 0,6-2-3 16,3 0-2-16,6 1-3 0,2-1-2 0,2-2 4 0,0 2 8 15,3 1 2-15,-4 0 0 0,-2-4-1 16,-7 1-6-16,-4 1 2 0,-4 0 4 0,-3-1 7 16,-1 1 7-16,-1 0-1 0,-1-1-4 0,-3 1-3 15,-5 0-1-15,8-2-7 16,-8 2-8-16,7 0-7 0,-7 0-2 0,0 0-34 15,0 0-29-15,0 0-25 0,0 0-27 0,0 0-29 16,-15-8-39-16,10 8-43 0,-2-2-248 0,1-2-492 16,1 1 219-16</inkml:trace>
  <inkml:trace contextRef="#ctx0" brushRef="#br0" timeOffset="207744.36">24197 13516 30 0,'0'0'236'0,"-8"1"-4"0,8-1-4 0,0 0-8 0,-7 1-12 16,7-1-16-16,0 0-17 0,0 0-22 0,0 0-16 0,0 0-11 16,22-6-12-16,-8 4-12 0,4 0-13 0,3-1-4 0,0 1-12 15,11-2-8-15,-2 3-5 0,3-3-4 16,1 3 0-16,-2-1-8 0,-1 0 4 0,-3-3 3 16,-9 4-13-16,-1 0-1 15,-5-2 0-15,-3 3 2 0,-3 0 2 0,-1-2-2 0,1 2-4 16,-1-1 1-16,-6 1-2 0,10 0-2 0,-10 0-1 15,5 0-6-15,-5 0-7 0,0 0-8 0,0 0-18 0,0 0-21 0,0 0-22 0,0 0-16 16,0 0-27-16,0 0-27 0,-24-2-17 0,24 2-39 16,-12 2-45-16,7-2-188 0,5 0-438 0,0 0 194 15</inkml:trace>
  <inkml:trace contextRef="#ctx0" brushRef="#br0" timeOffset="208129.5">24667 13132 126 0,'0'0'205'0,"0"0"-21"0,0 0-19 0,0 0-14 16,16 12-11-16,-8-6-8 0,6 9-10 0,3 4-5 0,2 2-11 0,3 4-9 0,-4 5-9 15,-1-1-7-15,-1 4-2 0,0-2-9 0,-5 3-8 16,-1 0-8-16,-6 1-3 0,-3-1-6 0,-4-2 0 15,-1 0-11-15,-4-3 2 0,-3 0-2 16,0-3-6-16,-5-2-1 0,1-2-3 0,-3 0-10 16,-3-3-10-16,0 0-7 0,-1-2-20 0,-2-4-28 15,4-6-42-15,4-2-33 0,-4 0-212 0,4 0-366 16,3-2 162-16</inkml:trace>
  <inkml:trace contextRef="#ctx0" brushRef="#br0" timeOffset="208422.76">25133 13445 57 0,'0'0'292'0,"4"-6"-28"0,0 0-23 15,-2 3-26-15,7-1-21 0,0-1-22 16,4 0-18-16,5 1-14 0,4-2-15 0,-2 5-28 0,8 0-29 16,-5 1-38-16,5-3-39 0,-5 6-47 0,5-6-53 0,-10 6-204 15,3-3-339-15,-3 0 151 16</inkml:trace>
  <inkml:trace contextRef="#ctx0" brushRef="#br0" timeOffset="208577.64">25147 13571 86 0,'-10'2'226'0,"2"2"10"0,4-2 1 0,1-1-6 15,3-1-14-15,0 0-17 0,0 0-21 0,16 0-20 16,3 0-6-16,12 0-22 0,0 0-28 0,2 0-42 15,3-1-47-15,0-1-50 0,3-4-89 0,-2 1-221 16,-1 1-374-16,-4-3 166 0</inkml:trace>
  <inkml:trace contextRef="#ctx0" brushRef="#br0" timeOffset="210043.86">25822 13324 57 0,'-5'-3'184'0,"5"3"-6"0,0 0-6 0,-5-5-13 15,5 5-6-15,0 0-15 0,0 0-8 0,0 0-15 16,0 0-8-16,0 0-8 0,-3-2-12 0,3 2-6 15,0 0-13-15,0 0-7 0,0 0-5 0,0 0-6 0,0 0-8 16,0 0 2-16,0 0-5 0,0 0-2 16,0 0 2-16,19 2-9 0,-11-2-2 0,5-1-3 0,-3 0 0 0,2 1-2 15,4-2-5 1,-2 2 0-16,0-3 5 0,0 1-6 0,0 0 0 0,-2-5 4 0,1 6 6 0,1-4 10 16,-5 1 5-1,2-1 3-15,-6 2 5 0,0-2-4 0,0-2 0 16,-1 2-3-16,-4 2-6 0,-1-2-6 0,-3 1-3 0,-1 2-3 15,-8-2-4-15,0 2-2 0,-6 1-5 0,1 2 1 16,-2 3-3-16,-2 0-3 0,3 5-4 0,-5-1-4 16,0 4 2-16,4 3 0 0,1 1 0 0,-2 2-3 15,8-3 1-15,-1 2-2 0,3 6 4 0,4-3-1 16,1 1-5-16,4 4-1 0,6-1 9 0,2 0-3 16,5-1 4-16,6-3-1 0,5 1 0 0,1-4-1 15,5-2 1-15,2-2-6 0,3-3-1 0,-1 0-6 0,-1-2 1 0,0-3 1 16,-1-4-3-16,-1 1 5 0,-10-2 0 0,-1-2 16 15,-4 0 6-15,-1-2 13 0,0-2 20 0,-3 0 18 16,-2-1 9-16,1-3 11 0,-4 1 2 0,1-3 7 16,-1 4 0-16,-1-3 10 0,0 0-5 0,-4 2-4 15,4 0-5 1,-2 4-10-16,-2-2-6 0,0 3-4 0,2-1-14 0,0 1-3 0,-2 0-11 0,0 4-11 0,1-5-11 16,-1 5-41-1,0 0-13-15,0 0 15 0,0 0-9 0,0 0 0 16,-5 20 2-16,-1-9 5 0,2 1-6 0,-2 5 20 15,1 0-10-15,-2 3-1 0,3-2-1 0,-6 7 5 16,6-6 1-16,2-1-4 0,-1 1 6 16,2-7 0-16,0 0 2 0,1-2-3 0,-2 1 5 15,2-5 4-15,2 3-3 0,-4-4 3 0,4-1 5 16,-2 2 0-16,0-3-22 0,0-3 6 0,-2 7-7 0,2-7-20 16,-1 5-32-16,1-5-49 0,0 0-114 0,0 0-373 15,0 0-653-15,0 0 290 0</inkml:trace>
  <inkml:trace contextRef="#ctx0" brushRef="#br0" timeOffset="211083.12">26899 12847 154 0,'-4'-4'169'0,"4"4"-20"0,-10 2-17 0,-3 3-16 0,-1 4-14 16,-7 6-8-16,-2 7-14 0,3 4-7 0,-10 13-9 15,1 9-2-15,4 1-3 0,3 4-4 16,4 0-1-16,3 4 4 0,6 0-3 0,6-3 0 15,7-2-7-15,8-1 0 0,4-4 0 0,11-4-8 0,3-5-6 16,5-1 14-16,-6-14 4 0,4-3-5 0,1-1-1 16,-2-1 2-16,3-3-4 0,-5-4 0 0,-1-1-1 15,-9-3 3-15,-8 0 19 0,0-4 22 0,-2-2 18 0,-2 2 14 16,-3-1 8-16,4-2 2 0,-6 1 0 0,-3-1-14 0,7-1-13 16,-7 1-6-16,0 0-15 0,8-2-5 0,-8 2-19 15,0 0-30-15,-2-7-28 0,2 7-30 0,-6-7-41 16,3 5-40-16,1-1-65 0,-2-2-69 0,-2-2-229 15,2 2-512-15,3-1 227 0</inkml:trace>
  <inkml:trace contextRef="#ctx0" brushRef="#br0" timeOffset="211768.67">27513 13400 178 0,'0'0'222'0,"0"0"-19"0,0 0-26 0,0 0-23 16,0 0-10-16,2-3-15 0,-2 3-19 0,0 0-8 16,0 0-7-16,0 0-13 0,0 0-8 0,0 0-9 15,0 0-1-15,0 0-6 0,0 0 3 0,0 0 21 16,0 0 26-16,0 0 19 0,0 0 25 0,0 0 14 0,0 0-14 15,0 0-15-15,6-8-15 0,-2-2-10 0,1-1-18 16,3-4-4-16,0 0-10 0,2-4-8 0,3-5-9 0,2 0-2 16,0-5-11-16,1 2-2 0,-1-2-8 0,4 2-2 15,-2-2-2-15,-1 5-6 0,-1 2-2 0,-5 6-2 16,-3 3-1-16,-1 4-4 0,0 2 4 0,-3 2-9 16,1 0 4-1,0 0-20-15,-1 0-4 0,-1 2-20 0,-2 3-5 16,0 0 3-16,8 12 0 0,-3-2 9 0,-1 6-1 0,2 2 4 15,-2 7-1-15,0 4 3 0,0 0-1 0,-3 0 14 16,2 4-9-16,-2 0 1 0,-1-3-17 0,3 1 1 16,-6-2-11-16,3-4-7 0,0-7-11 0,0-1 1 15,-4-4-10-15,3-1-10 0,0-4-2 0,-2 3 0 16,-1-5 3-16,0-1 6 0,-2-1 6 0,2-2-3 0,-5-1-5 16,0-4 3-16,-2 0-8 0,-1-2 5 0,-3-2 7 15,0-2 9-15,-2 0 4 0,0-3-1 0,0 2 8 16,-1-2 0-16,-8 2 6 0,10 0 0 0,-1 1 10 15,-1 1 4-15,1 2 5 0,3 1 11 0,4 1 11 16,-3 0 5-16,4 0 3 0,2 1 3 0,2 2 4 16,-2-1-5-16,4 0-4 15,3 2-4-15,-6-1 4 0,6 1 3 0,0 0 5 16,0 0 7-16,21-1 0 0,-3 1-3 0,11 1-1 16,9 0-6-16,2-3 6 0,15-1-3 0,0 0-4 15,-4 1 2-15,0 0-5 0,-16 2-4 0,-2-3 2 16,-2 0-3-16,-10 2 0 0,-2-2-2 0,-6 1 3 15,0 0-2-15,-3 2 6 0,-2-1 8 0,-2-1-4 16,-2 1-4-16,-4 1-6 0,3-5-12 0,-3 5 0 0,-8-5-19 16,8 5-10-16,-14-4-16 0,1 4-11 0,2-2-15 0,0 2-9 15,-3-2-28-15,5 2-27 0,2-1-32 0,-2-1-182 16,9 2-382-16,-9-1 169 0</inkml:trace>
  <inkml:trace contextRef="#ctx0" brushRef="#br0" timeOffset="212153.66">28252 12980 51 0,'2'-9'267'15,"0"-3"-2"-15,-1 2-13 0,1 3-15 0,-2-1-14 16,1 3-23-16,0 1-23 0,-1 0-13 0,2-1-21 15,-2 5-14-15,0-7-15 0,0 7-29 0,0 0-10 16,0 0-14-16,0 0-11 0,0 0-4 0,-12 17-6 16,6-4-6-16,-6 4-4 0,3 9-4 0,-2 6 5 15,-1 0-2-15,-2 11-4 0,0-7-1 0,5-2-1 16,1 0-4-16,-2 1-1 0,5 0-1 0,1 0 0 0,-1-2-1 0,5-2-1 16,-4-2-4-16,4-4 3 0,-5-7-3 0,4 0 2 15,0-5-5-15,1-1 1 0,-1-1-2 0,-1-5 1 16,2 1 1-16,-4-1 2 0,4-1 1 0,-5-1 3 15,1-2-2-15,-1 1-1 0,-6-3-2 0,-1-1 4 16,1-2-5-16,-2 1 0 0,1-2 3 0,1 1-9 16,-2 0-14-16,4-4-19 15,2 0-20-15,-2 2-20 0,2-4-37 0,3 3-34 16,3-6-51-16,0 3-227 0,2-1-454 0,3-2 202 16</inkml:trace>
  <inkml:trace contextRef="#ctx0" brushRef="#br0" timeOffset="212370.07">28099 13191 190 0,'0'0'297'0,"0"0"-23"0,0 0-22 0,-3-5-30 16,3 5-24-16,12-5-17 0,2 3-22 0,14-1-14 0,4-2-14 0,4 0-18 15,-2 3-29-15,-1-3-31 0,1 2-32 0,-5-1-27 16,-1 0-36-16,-10 3-32 0,1-2-30 0,-6-1-50 16,-3 2-170-16,-2-1-350 0,-4 0 155 0</inkml:trace>
  <inkml:trace contextRef="#ctx0" brushRef="#br0" timeOffset="212707.73">28751 12874 168 0,'2'-4'293'0,"-2"0"-24"15,0 4-27-15,0-4-24 0,0 4-26 0,0-3-17 16,0 3-29-16,0 0-16 0,0 0-15 0,0 0-16 15,5 17-7-15,-3-5-10 0,1 4-11 0,-3 5-7 16,4 5 0-16,-4 7-13 0,1 0-4 0,1 1-6 16,0-1-2-16,-2-1-5 15,0 0 0-15,0-1-3 0,2-5-8 0,-2 1 6 16,-2-8-8-16,2-2-7 0,2-2 3 16,-4-3 5-16,0-1-8 0,2-2-1 0,-3-3 1 15,3 1-4-15,-1-3-8 0,1 2-2 0,-1-3-1 0,1-3-1 16,-2 5-8-16,-3-3-29 0,5-2-36 0,0 0-34 15,-15-5-37-15,9 1-37 0,-3-3-203 16,0 1-417-16,1-3 185 0</inkml:trace>
  <inkml:trace contextRef="#ctx0" brushRef="#br0" timeOffset="212870.52">28553 13182 43 0,'0'0'300'0,"-2"-3"-16"0,2 3-21 16,3-6-27-16,3 4-25 0,1-4-20 0,9 0-20 0,6 1-15 0,5-2-15 15,4 2-18-15,1-2-14 0,1 0-31 0,-4 5-36 16,1-2-41-16,-8 0-43 0,0 2-53 0,6-3-54 31,-10 3-196-31,-5-1-372 0,-4-2 166 0</inkml:trace>
  <inkml:trace contextRef="#ctx0" brushRef="#br0" timeOffset="213202.76">28956 13179 256 0,'0'0'250'0,"0"0"-16"16,0 0-20-16,7 0-22 0,-7 0-19 0,16-3-17 0,-7 3-15 16,2-2-13-16,5 0-7 0,2-3-18 0,0 2-11 0,1-2-10 15,0-2-8-15,-1 2-4 0,3-4-6 0,-5 1-8 16,2 0-10-16,-4-3 1 0,-2 1 2 15,-2 2-1-15,-2 2-1 0,-1-2 2 0,0 4-5 16,-4-1-4-16,-1-2-6 0,-2 2-3 0,-2 0-3 16,-3 1-4-16,-4 1-6 15,-1 3-1-15,-1 0 0 0,-5 0-5 0,-1 5-1 16,-1-1 0-16,-2 3-7 0,4 3 3 0,-2-3-4 16,0 6 1-16,4-1-1 0,-4 0-2 0,7 2 2 15,0 4-15-15,3-2-6 0,0-1-7 0,5 4-16 16,1-1-23-16,2 0-20 0,5-1-27 0,3-4-52 15,4 1-252-15,-2-8-449 0,3 2 199 0</inkml:trace>
  <inkml:trace contextRef="#ctx0" brushRef="#br0" timeOffset="213486.87">29341 13113 312 0,'4'-4'297'15,"-2"0"-20"-15,2-1-26 0,0 2-27 0,-1-1-25 31,-1 2-22-31,-2 2-21 0,0 0-18 0,0 0-11 0,13 8-19 16,-9-1-9-16,0 1-11 0,-1 5-8 0,1 2-12 16,-2 2 0-16,-4 0-9 0,1 1-9 0,-2 1-4 15,1 1-4-15,-2-2-5 0,0-3-1 16,0 2-4-16,-1-6-3 0,2-1-5 0,0-2 0 0,2-3 2 16,-2 0 2-16,1-1 23 0,0-1 32 0,2-3 36 15,0 0 3-15,0 0-5 0,0 0-12 0,3-13-12 0,3 4 0 16,4-5-15-16,2-2-7 0,7-3-8 0,4-2-26 15,1-1-31-15,2 0-16 0,-2 3-23 0,0-1-25 0,-2 4-31 16,-3 5-40-16,-2-2-66 0,2 4-84 0,-10 1-280 16,3 3-603-16,-7 0 267 0</inkml:trace>
  <inkml:trace contextRef="#ctx0" brushRef="#br0" timeOffset="214288.81">30146 13065 146 0,'1'-5'317'0,"-1"0"-17"0,0 5-6 16,0-7-18-16,3 2-16 0,-3 5-24 0,0-6-13 16,1 3-30-1,-1 3-14-15,0 0-24 0,0-5-18 0,0 5-15 0,0 0-18 16,0 0-30-16,0 0-6 0,0 0-7 0,0 0-7 16,-1 17-10-16,1-8-5 0,-3 4-3 0,3 1-1 15,0 3-1-15,0 0-6 0,0-3-4 0,0 4-3 16,0 1 0-16,0-2-5 0,3 0 3 0,-3-1-5 0,-3-3-1 15,3 0 2-15,3-2-3 0,-3-1-15 0,0-2-16 16,0 0-7-16,-3-4-7 0,3 2-2 0,0-1 4 16,-1-2-1-16,1-3 2 0,0 6 2 0,0-6-3 15,0 3 3-15,0-3-27 0,0 0-64 0,0 0-46 16,-8-15-45-16,4 3-245 0,-1-2-492 0,3-5 218 0</inkml:trace>
  <inkml:trace contextRef="#ctx0" brushRef="#br0" timeOffset="214411.05">30127 12915 44 0,'0'-12'283'0,"0"0"-2"0,2 0-15 0,-2 3-19 16,3 0-19-16,-2 1-23 0,-1 2-25 0,1 2-17 15,-1-2-9-15,3 3-18 0,-2-1-34 0,-1 4-35 16,4-3-30-16,-4 3-34 0,8 1-26 0,-4 3-19 16,0 1-40-16,-1 0-42 0,1 0-31 0,-1 3-174 15,-2 1-355-15,0-2 157 0</inkml:trace>
  <inkml:trace contextRef="#ctx0" brushRef="#br0" timeOffset="-214445.55">30426 13043 225 0,'0'0'262'0,"0"0"-27"0,0 0-27 0,5 1-21 15,-5-1-21-15,2 6-19 0,0-1-16 0,-1 1-11 16,-1 4-13-16,0 1-15 0,0 0-6 0,1 7-8 16,-3 1-8-16,0-2-5 0,0 1-7 15,1-1-4-15,0-1-7 0,-1-3-5 0,0-2-4 0,0-1 0 0,2-3-5 16,0 0-4-16,0-2 4 0,0-2-2 0,0 2 32 16,0-5 40-16,0 4 24 0,0-4 32 0,0 0-25 15,0 0-11-15,10-9-8 0,-1 4-1 0,1-5-16 16,2 0-14-16,2-2-9 0,3 0-11 0,-2 0-9 0,2 0 1 15,0 2-5-15,-4-2-8 0,-1 3-7 0,-3 3 1 16,1 1-6-16,-2-2-6 0,-2 5-7 0,1-2-10 0,0 3-9 16,0 1-14-16,-1-2-3 0,-6 2-3 0,13 5-6 15,-6-3-4-15,2 7 0 0,-2-1-7 0,-1 0-2 16,3 1 1-16,-2 0-10 0,-1 1 1 0,0 0 0 16,3 1 9-16,-2-3-11 0,0 2 6 0,-1-3 5 15,-1-2 3-15,2 0 6 0,-2-1 3 0,-1-1 5 16,1-2 3-1,-5-1 11-15,13-5-8 0,-10 0 3 0,0 0 1 0,3-6 0 16,0-2 7-16,-2 1 17 0,1-6-1 0,0 2 5 16,-1-3 13-16,-2-2-10 0,1-5 4 0,2 2 2 15,-2-2 4-15,-1 2-3 0,2-1-2 0,1-1-4 16,-2 6 0-16,-1-1-3 0,2 3 10 0,-4 4 13 0,0 2 5 16,3 2-3-16,-2 0-2 0,0 6-9 0,-1-2-4 15,2 0-17-15,-1 4-40 0,-1 2-20 0,-1-3 8 0,1 3-3 16,0 0 11-16,-3 14-1 0,3-6 5 0,-1 4 4 15,-3 5 1-15,1-1-2 0,2 1 13 0,0 3-6 16,1 6 3-16,0-1 1 0,0 1 4 0,-2-8 2 16,4 1 2-16,0-2 10 0,-2-1-7 0,0-2 1 15,0-3-1-15,0-2-19 0,3 1-15 0,-6-3-13 16,3-4-9 0,0 3-11-16,0-3-5 0,0 2-5 0,0-5-9 0,0 5-32 15,0-5-62-15,0 0-265 0,0 0-487 0,-15-8 216 0</inkml:trace>
  <inkml:trace contextRef="#ctx0" brushRef="#br0" timeOffset="-214266.8">30731 13043 114 0,'-9'-4'350'0,"9"4"-16"0,-3-1-26 0,3 1-27 0,-2-4-31 16,2 4-27-16,9-5-34 0,5 2-25 0,-1 0-45 15,6-1-38-15,9 0-42 0,0 3-42 0,2-4-50 16,-10 3-54-16,10-1-71 0,-9-1-175 0,0 2-380 0,-8 1 169 31</inkml:trace>
  <inkml:trace contextRef="#ctx0" brushRef="#br0" timeOffset="-213418.17">31043 13139 208 0,'0'0'250'0,"0"0"-27"0,0-9-22 0,0 9-22 0,12-2-21 0,-3-1-14 16,2-1-11-16,2-1-19 0,5 2-7 0,-2-2-11 15,2-2-9-15,0 0-10 0,-1 4-10 0,0-4-5 16,0-1-6-16,-3 2-7 0,3-3 1 0,-7 3-11 16,3-1 0-16,-3 0-1 0,0-1 0 0,-2 1 4 15,-3 1 3-15,2 0 0 0,-4 1 2 0,0 1-12 16,-3-1-4 0,-1 2-2-16,-3-2-5 0,-1 1-6 0,-4 0 1 15,-3 4-2-15,-2 0-3 0,-2 1-2 0,-4 2-1 0,3 2-4 16,2-1 0-16,-4 1 2 0,6 2-12 0,1 0-10 15,3 1-3-15,0 2-3 0,1 0-3 0,4 1 2 16,1 0-2-16,1 1 4 0,5 1-3 16,2-3-2-16,4 5 2 0,2-3 0 0,6-2-11 0,2-1-5 15,0-2-11-15,8-2-3 0,2 0-5 0,0-4 8 0,-1-2 2 16,-1-1 8-16,-1-3 6 0,-5-4-2 0,-1 1 4 16,-2-2 11-16,0 1 11 0,-4-3 13 0,0-3 12 15,-2 4 17-15,0-4 5 0,-4 5 0 0,-3-2 4 0,0 2 4 16,-2-2 0-16,0 2-6 0,-3 1-6 0,0-1-4 15,0 5-1-15,-3-1-6 0,-1 2 0 0,-1 0-1 16,0 0-6 0,-2 3-7-16,0 1-15 0,7 0-9 0,-14 2-6 15,7 0-6-15,-3 1-4 0,1 1-12 0,1 4 0 16,3-3-3-16,-1 5-7 0,2-4-3 0,0-2 5 16,4 4 3-16,-1-2 1 0,-1-1 8 0,5 2 0 0,0-2 2 0,0-2 8 0,4 1 3 15,-2-3 2-15,0 0 4 0,2-1-4 0,-7 0 9 16,16-4 4-16,-9 2 8 0,-1-1 3 15,1 0 16-15,-2-2 8 0,1 0 10 0,-1 1 7 16,2 1 3-16,-5-4 2 0,2 2 0 0,1 3 6 16,-2-1-3-16,2 0-3 0,-3 1-5 0,-2 2-5 0,4-6-9 0,-1 5-14 15,-3 1-12-15,0 0 0 0,0 0 2 0,3 8-5 16,0-1-3-16,-3 0 1 0,3 5-1 0,-2 5-1 16,0 7 0-16,2 4 4 0,-3 2-3 0,0-1-1 15,-1 2 4-15,-1 1 12 0,-2 0-2 0,-1-1 5 16,1 1-3-16,-1-3-3 0,0 0-1 0,-1-3 0 15,-2-6-1-15,2-1 0 0,-1 0 2 0,3-6 6 16,-2-2-12-16,1 0 0 0,0-2 5 0,0-4 1 16,-2-1 1-16,1 1 4 0,-2-4 5 0,-1-1 1 15,0-1 0-15,-1-1 10 0,-1-3 0 0,-1-2 13 16,3-2 7-16,2-1 3 16,-2-2 3-16,2-3-2 0,1 0 0 0,1-1-2 15,3-1-3-15,6-8-17 0,1-1-17 0,4 1-25 16,4-1-23-16,1-1-21 0,9 1-26 0,-4 1-37 15,4 0-50-15,-1 4-42 0,2 2-197 16,-3 0-440-16,-7 4 195 0</inkml:trace>
  <inkml:trace contextRef="#ctx0" brushRef="#br0" timeOffset="-213047.98">31668 13037 34 0,'1'-5'298'16,"-1"5"-23"0,4-3-26-16,-4 3-30 0,4-1-23 0,-4 1-13 15,0 0-27-15,11 3-18 0,-4-1-12 0,-2 2-18 0,4 3-12 16,-3 4-9-16,1-1-9 0,-1 4-9 0,2 0-7 16,-3-1-9-16,1 2-4 0,-1-1-3 0,-1-1-8 15,-1 3-2-15,-3-4-5 0,-2-1-2 16,2 1-3-16,0-3-2 0,0-1-3 0,-1-2-1 0,1 0 3 15,-1 0 2-15,0-3 3 0,1 2 15 0,0-5 23 0,-2 3 20 16,2-3 20-16,0 0-4 0,0 0-13 0,0 0-5 16,0 0-5-16,2-13-15 0,0 3-1 0,2 1-10 0,0 0-5 15,3-1-19-15,2-5-22 0,0 3-29 0,3-1-25 16,-1-1-25-16,2 1-27 0,1 0-21 16,0 0-26-16,0 4-19 0,-1 0-15 0,5 1-14 15,-3 0-12-15,3 3 0 0,-2-2 5 0,0 5-3 0,-2-2-110 0,4 1-339 31,-5 0 150-31</inkml:trace>
  <inkml:trace contextRef="#ctx0" brushRef="#br0" timeOffset="-212198.98">32055 13038 950 0,'10'0'-48'0,"0"0"30"0,-2-1 27 0,-3 0 19 16,3 1 3-16,-8 0 10 0,6-3 0 0,-6 3-6 0,4-2-2 0,-4 2 2 0,0 0 2 0,0 0 5 0,0 0 8 15,-28 1-1-15,14 3 8 0,1-3 0 0,-6 5-5 16,0-3-2 0,-1 5-5-16,-1 0 0 0,-3 2-8 0,5 1-1 15,2-2-4-15,0 0-4 0,-2 1 0 0,6 4-3 16,2-7-4-16,-1 1-4 0,3 0 3 0,1 0-3 15,1 0 0-15,3-5-2 0,-1 3 1 0,4-1 3 16,0-2 21-16,3 0 20 0,3 0 6 0,-5-3-2 16,13 2 4-16,-1-5-1 0,-1-1 1 0,8 1 5 15,-5-4-8-15,4 1-6 0,-4 1-2 0,3-4-2 0,-2 4-2 0,-2-2-5 16,-3 2 3-16,3 0-3 0,-3-2 0 0,-1 2-1 16,0 1-1-16,-1 1-3 0,-2 0-3 0,-1-1-2 15,1 1-7-15,-3 3-2 0,-3 0-4 0,12-1-7 16,-6 1-11-16,-1 1-4 0,3 4-8 0,-2-1-6 15,3 2-3-15,-1 0-2 0,1 0-3 0,0 1-3 16,-3 0 2 0,1-2-8-16,0 2-1 0,2-2-1 0,-1 1-1 15,-3-2-1-15,0-2 4 0,3 0 3 0,-2-1 0 16,-1-1 2-16,-5 0 3 0,9-7 1 0,-4 4 0 0,0-4 3 16,-2 0 4-16,2-3-2 0,0-2 2 0,-2-5 4 15,2-2 4-15,-1 2 13 0,2 0 11 16,-2-3 6-16,2 2 6 0,-3-8 5 0,5 3 9 15,-3-5-2-15,2 3 5 0,0 0-9 0,-1-1 2 0,-1 3 10 0,-1 5 3 16,2 0 11-16,-2 1 3 0,1 3-5 0,-5 5 0 16,4-1-4-16,-4 5-11 0,5-2-8 0,-5 2-10 15,0 2-31-15,0-1-29 0,0 4-26 0,0 0 8 16,0 0 4-16,-1 15 4 0,-3-5 2 0,-1 8 6 0,-3 9 1 16,-4-1 6-16,3 3 0 0,0-1 3 0,-1 1-1 15,1-2 7 1,2 6 1-16,2-2 0 0,-1-1 4 0,2-1 2 15,1-2 2-15,2-6-2 0,-3-5 0 0,3-2 5 16,-2-2-2-16,1-3-1 0,0 0 2 0,2-2 5 16,-2-2 2-16,1 2 4 0,-1-6 7 0,-1 1 6 15,0 1-1-15,3-3-2 0,0 0 1 0,-9-6-2 16,5 2-4-16,-1-2 0 0,0-1-1 0,-3-2-4 16,5 1 3-16,-4-4 2 0,5 3-5 0,-1-3-1 0,0 2 4 15,2-1 0-15,1-2-6 0,1 3 2 16,2 0-1-16,1 1-3 0,4-1-6 0,-1 1-3 15,5 3-7-15,-1-1-1 0,6 0 1 0,-2 0-7 16,4 2-3-16,2 0 2 0,1 2 6 0,-1-3-2 0,-2 5 4 16,-1-3-1-16,1 1 0 0,-2 0 3 0,-3 0 3 15,-2-1 4-15,0 1 6 0,-1-1 12 0,-4 3 12 0,-1 0 1 0,-2-2 1 0,2 1-3 16,-6 2-3-16,7-1-6 0,-7 1 3 0,7-1-11 16,-7 1-4-16,0 0 0 0,0 0 0 0,6 4-5 15,-6 0 2-15,0 1-2 0,0 0-2 0,0 2 1 16,-4 4 0-16,4 3 6 0,-2-2-3 0,-2 3-3 15,1-3 1-15,1 5 4 0,0-3-3 0,0 3 2 16,1 0-1-16,-3-7 2 16,4 1-20-16,-2-2 0 0,0 2-8 0,0-5-8 15,0 1-8-15,2-3-1 0,-1 2 0 0,1-4 9 16,-1 3 0-16,1-5 5 0,0 0-26 0,0 0-53 16,0 0-40-16,-3-13-24 0,3 2-51 0,1 1-165 15,2-6-421-15,-2 0 186 0</inkml:trace>
  <inkml:trace contextRef="#ctx0" brushRef="#br0" timeOffset="-212076.66">32506 12908 190 0,'4'-8'237'0,"-3"1"-3"0,-1 2-11 16,3-1-11-16,-2 0-12 0,0 2-18 0,-1 1-19 15,3-1-15-15,-3 4-15 0,1-3-26 0,-1 3-35 16,0-3-40-16,0 3-28 0,0 0-28 0,0 0-30 16,0 0-26-16,8 7-35 0,-8-7-196 0,-4 10-337 15,4-8 150-15</inkml:trace>
  <inkml:trace contextRef="#ctx0" brushRef="#br0" timeOffset="-211710.32">32663 12947 108 0,'0'0'200'0,"-6"-1"-19"0,6 1-16 0,-5-3-20 15,5 3-18-15,0 0-11 0,-12 4-12 16,6 0-5-16,-2 0-1 0,-2 2-16 0,1 4-6 16,-2-1-8-16,-3 4-2 0,3 0-10 0,1 1-5 15,-4 2-1-15,6 1-7 16,3-3-8-16,-1-2-2 0,1 0-8 0,2-2 1 16,3 0-2-16,0 1 1 0,0-3 0 0,0 1-2 15,4-4 0-15,0-1 10 0,1 0 11 0,0-2 10 0,4 0 4 16,4-3 5-16,-4-2 1 0,1-1 6 0,3 1-5 15,-3-4-2-15,-1-1-3 0,1 1-8 0,0-5 0 16,-3 1-7-16,2-2-3 0,-2 1-8 0,-4-3 2 16,1 3-6-16,-2 0-5 0,0 2-7 0,-2-1-6 0,-2 1-11 15,0 2-19-15,-1 1-22 0,-1-3-17 0,-6 6-14 16,3-1-15-16,-1-2-27 0,-2 4-34 0,1 3-40 16,0-2-193-16,-2 1-410 0,3 1 181 0</inkml:trace>
  <inkml:trace contextRef="#ctx0" brushRef="#br0" timeOffset="-211358.93">32787 12950 42 0,'0'0'278'15,"3"-3"-33"-15,-3 3-26 16,0 0-19-16,0 0-26 0,0 0-18 0,0 0-15 15,0 0-19-15,0 0-11 0,5 11-9 0,-6-8-14 16,1 4-11-16,-1 0-14 0,-1-2-9 0,2 4-6 16,-1-3-6-16,0-1-8 0,-1 2 0 0,2 0-1 15,0-4-6-15,-1 2 3 0,2-1-3 0,-1-4-2 16,-1 5 24-16,1-5 18 0,4 2-9 0,-4-2-3 0,0 0-1 16,0 0-4-16,0 0-3 0,45-14 2 0,-45 14-3 0,21-10-7 15,-21 10 0-15,27-9-6 0,-27 9 1 0,26-7-5 16,-26 7 7-16,24-4 1 0,-24 4-12 0,0 0-2 15,28-7-6-15,-28 7-4 0,0 0-3 0,0 0-1 0,0 0 4 16,44 12-16-16,-44-12-11 0,17 6-16 0,-17-6-13 16,15 15-15-16,-15-15-22 0,12 17-26 0,-12-17-11 31,8 16-67-31,-8-16-60 0,5 10-144 0,-5-10-420 0,0 0 186 16</inkml:trace>
  <inkml:trace contextRef="#ctx0" brushRef="#br0" timeOffset="-211042.59">33105 12560 98 0,'0'0'149'0,"0"0"-17"16,0 0-3-16,26 31-10 0,-12-9-7 0,-1 4-9 16,1 6 0-16,-5-1-2 0,5 13-3 0,-5 3-2 15,-3 5-2-15,-3-1-3 0,1 7-2 0,-7 2-7 0,-2-3-2 16,-4 2-5-16,-5-6-9 0,-7 1-1 16,-1-3-3-16,-1-5-10 0,-9-3-4 0,-3-6-6 15,-11-1 24-15,-4-3-14 16,-30 5-46-16,18-14-73 0,-26-1-119 0,-2-4-141 15,28-9-353-15,-2-7 157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6:21:40.48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2154 1696 52 0,'0'0'107'0,"0"0"2"0,0 0 1 0,1-8-22 0,-1 8 24 0,0 0 7 16,-1-9-8-16,1 9-2 0,1-6 11 16,-1 6-3-16,0-10-1 0,0 6 11 0,0-2 4 15,0 0 4-15,0 6-3 0,0-11 13 0,-1 5 4 16,1-1-8-16,0 7 13 0,0-9-8 0,0 9-7 15,0-6-2-15,0 6-17 0,0-7-11 0,0 7-9 16,0 0-9-16,1-5-17 0,-1 5-3 0,0 0-13 16,0 0-9-16,0 0-23 0,0 0-27 0,0 0-22 15,0 0-11-15,0 0 2 16,-2 23 3-16,2-5 3 0,-3 11 6 0,3 1 3 16,0 1 0-16,-4 2 3 0,0 2 5 0,1-4 1 0,0 2 3 15,-2-4-2-15,5-3 0 0,0-6 4 0,-3 5 2 16,2-11 5-16,0-3 2 0,-3 0 0 0,4-5 0 15,0 0 1-15,0-1 27 0,0-5 25 0,-3 7 21 16,3-7 46-16,0 0 20 0,0 0 3 0,0 0-22 16,0 0-32-16,0 0 1 0,-6-18-10 0,6 7-10 15,-5 0-8-15,5-6-11 0,0-1-16 16,-3-9-3-16,2 1-7 0,1-1-10 0,0 1 0 16,-1 0-1-16,1-1 0 0,-1 2 2 0,1 6-9 15,0 2 5-15,0 5 20 0,-3 1-7 0,3 1 2 16,0 0-5-16,0 5 1 0,0-5 1 0,-3 3 0 15,3 1-17-15,0 6 8 0,-1-7-7 0,1 7-1 0,0-4-3 0,0 4-9 16,0 0 3-16,0-8-3 0,0 8-1 0,0 0-3 16,0 0-11-16,0 0-6 0,0 0-2 15,0 0-5-15,1-7-4 0,-1 7-2 0,0 0 0 0,0 0 2 16,0 0-2-16,0 0 8 0,30 5-2 0,-10-2 13 16,12-2-10-16,3-1 7 0,18 5 5 0,1-2 3 15,4-5-2 1,-1 1-6-16,-2-4 11 0,0 1 4 0,-14 4 1 15,-4-2-10-15,1 0 12 0,-7 1 6 0,-11-2-14 16,-2 2-4-16,-5 0-12 0,-2 2-1 0,-3 0-6 16,0-1-12-16,-8 0-11 0,11-1-3 0,-11 1 0 15,0 0-1-15,4 4-15 0,-4-4 13 0,-15 8-18 16,6-1-22-16,-9 1-40 0,0 1-34 0,0 2-40 16,0-1-48-16,3 1-265 0,1-1-570 0,0 2 253 0</inkml:trace>
  <inkml:trace contextRef="#ctx0" brushRef="#br0" timeOffset="347.55">2208 2138 104 0,'0'0'227'0,"0"0"-6"0,-4 4-10 0,4-4-10 15,0 0-11-15,0 0-18 0,0 0-12 0,0 0-27 16,0 0 3-16,0 0-11 0,42-7-9 0,-14-2-12 16,3 3-9-16,3-2-8 0,2 0-9 0,-1 2-9 15,0-3-3-15,-3 4-7 0,-1-4-5 0,-2 4-1 0,-12 2 4 16,-2 0-7-16,-3 2 12 0,-2-2 3 15,-1-1-13-15,-9 4 14 0,10-3 3 0,-10 3-6 0,10-2-10 0,-10 2-11 16,0 0-33-16,0 0-29 0,0 0-44 0,0 0-34 16,0 0-22-16,0 0-43 0,-39 2-25 0,27-2-56 15,1 2-148-15,-1-1-425 0,12-1 187 0</inkml:trace>
  <inkml:trace contextRef="#ctx0" brushRef="#br0" timeOffset="716.9">2195 1925 253 0,'0'0'261'0,"0"0"-27"0,-5 2-10 0,5-2-20 16,0 0-19-16,0 0-13 0,0 0-17 0,0 0-12 16,0 0-3-16,0 0-11 0,34-2-10 15,-6-3-10-15,0 2-8 0,3-4-6 0,0 3-14 0,-2-1-6 0,4 2-7 16,-2-4-8-16,-9 2-5 0,-1 3-3 0,-3-2-11 16,-4 1 3-16,1 1-6 0,-3-1-2 0,-4 2 12 15,-3-1 9-15,3 2 13 0,-8 0 4 0,6-2 4 31,-6 2 6-31,9-3-5 0,-9 3-8 0,0 0-6 16,8-1-9-16,-8 1-23 0,0 0-17 0,0 0-22 16,0 0-29-16,0 0-31 0,0 0-33 0,0 0-38 0,0 0-37 0,0 0-26 15,0 0-24-15,0 0-254 0,0 0-517 16,0 0 229-16</inkml:trace>
  <inkml:trace contextRef="#ctx0" brushRef="#br0" timeOffset="1301.4">3124 1782 273 0,'8'-2'340'0,"-8"2"-27"16,0 0-32-16,0 0-37 0,0 0-15 0,0 0-28 15,0 0-22-15,0 0-23 16,0 0-21-16,0 0-14 0,0 0-9 15,-2 17-18-15,-2-8-7 0,-1 4-6 0,-3 1-9 16,-2 3-2-16,-1 4-1 0,-4 2-10 0,-1-2-6 16,1 1-4-16,5-5-4 0,-2-1-20 0,2-1-8 15,-2-2-6-15,6-2-11 0,-3-3-9 0,4 0-4 16,-1 1-4-16,3-5-1 0,-1 1 7 0,4-5 8 16,-5 3 7-16,5-3-1 0,0 0 0 0,0 0 3 0,-9-16 9 0,8 5-10 15,-2 0 14-15,3-6 10 0,-1-1 3 16,1-7-1-16,0 4 9 0,0-4 15 0,0 7-5 15,0 1 50-15,1-2 30 0,3 2 8 0,-5 6 3 16,2 3-5-16,-2 0-4 0,1 3-10 0,1-3-16 0,-1 4-11 0,0 4-19 16,2-6-10-16,-2 6-11 0,0 0-18 15,0 0-4-15,0 0-2 0,0 0-4 0,17 11-5 0,-8-1 2 16,4 5 2-16,0-1-6 0,1 3-5 0,5 4 1 16,4-1 7-16,-1-1-21 0,-3 0 18 0,-3-4-3 15,5 2-2-15,-7-5 0 0,0 1-6 0,0-2 11 16,-1-1-7-16,-2-5-5 0,-3-1 2 0,-4 1 4 15,4 0 2-15,-2-3-1 0,-6-2-10 16,5 5 7-16,-5-5 5 16,5 5 3-16,-5-5-1 0,0 0-11 0,7 6 6 15,-7-6 2-15,0 0 11 0,5 2 1 0,-5-2-3 16,0 0-3-16,0 0-6 0,0 0 0 0,0 0-2 16,0 0-5-16,0 0 4 0,0 0-10 0,0 0-19 15,0 0-22-15,0 0-21 0,0 0-28 0,0 0-28 16,0 0-20-16,0 0-31 0,0 0-34 0,0 0-36 15,0 0-41-15,0 0-16 0,0 0-365 0,0 0-712 0,0 0 316 0</inkml:trace>
  <inkml:trace contextRef="#ctx0" brushRef="#br0" timeOffset="2880.38">3681 1775 47 0,'-10'-1'276'0,"-2"0"-14"0,-2 0-18 16,1 1-15-16,-1 2-24 0,1-1-18 15,0 5-19-15,-3 0-16 0,1 2-21 0,1 1-14 16,-1 4-7-16,0-1-10 0,3-1-12 0,3 4-4 16,-3-3-12-16,6-2-7 0,1 1-6 0,0 2-6 0,2-4-4 0,-1 1-15 15,4 1 5-15,0-5-1 0,0 1-8 0,0-7-3 16,4 10 1-16,-1-7-5 0,-3-3 2 15,6 6 12-15,-6-6 2 0,14 1 10 0,-5-1-8 16,-9 0 18-16,23-7-4 0,-11 3 8 0,-1 0-3 16,0-6-4-16,0 5 6 0,4-5-7 0,-1 0-3 15,-4 2-2-15,-1 0 1 0,-1 3 8 0,-2 0-5 0,-1 1-3 0,0 1-2 16,-5 3 0-16,7-7-15 0,-7 7-7 16,6-5-1-16,-6 5-3 0,0 0-13 0,9-2-14 15,-9 2 4-15,0 0-1 0,9 9-1 0,-5-4 2 0,5 2-6 16,0-1-29-16,-2 2 16 0,3 0-12 0,0 1-2 15,5 2-9-15,-5-5-3 0,3 2 5 0,-3-1-4 16,2-4 4 0,1 0 2-16,-2 2 6 0,2-4 2 0,-2-2 3 15,1-2 6-15,-1 0 5 0,1-2 29 0,-3-2 17 16,1-3 20-16,-1 3 15 0,0-3 19 0,0 0 0 16,-4-1 5-16,4 0 10 0,-4 1 10 0,4-1 6 15,-4 5 3-15,-2 0-2 0,-1 0 0 0,-2 6-11 16,5-8-22-16,-2 5-3 0,-3 3-11 0,0 0-17 15,2-7 0-15,-2 7-14 0,0 0-20 0,4-5-27 0,-4 5-21 16,0 0 4-16,0 0 4 0,0 0 3 0,10 17 0 16,-8-7 7-16,-1-1 4 0,0 3-8 0,-1 1 8 15,2-1-9-15,-2 0 10 0,-2-1-4 0,4 1-1 16,0-2-2-16,-3-2 2 0,2-1 1 0,-1-7-1 16,1 8 3-16,-1-8 0 0,0 7 17 0,0-7 20 15,0 0 27-15,3 5 1 16,-3-5-7-16,0 0-1 0,0 0-5 0,15-14-1 15,-7 8-3-15,0-2-7 0,-1-1-6 16,2 0 1-16,0-3-8 0,0 2-12 0,0 0 11 16,0 2-8-16,-4 2 3 0,0 2-5 0,0-2-1 15,3 1 1-15,-4 0-6 0,-4 5-2 0,5-4-9 16,-5 4-13-16,0 0 0 0,9-2-1 0,-9 2-5 16,0 0-1-16,15 11 2 0,-7-4 3 0,-3 1-4 0,-1 1 6 0,1-1-14 15,3 1 18-15,-3-2-6 0,1 3 2 16,-2-6-3-16,0 2-1 0,0-2 16 0,1 1-6 15,-5-5 5-15,6 5 8 0,-6-5 1 0,8 1 1 16,-8-1-6-16,0 0 4 0,16-7 2 0,-7 1 5 0,-2-1 0 16,1 0 7-16,0 0-4 0,0-1 1 0,1-1 6 15,1-1-5-15,-1 3-5 0,0-1-2 0,0 1 0 0,0 0-8 16,-4 0 10-16,0 2-7 0,-1 1 1 0,1-1 2 16,-5 5-1-16,10-4 0 0,-10 4-1 0,11-4-19 31,-11 4-9-31,15 0-14 0,-15 0-16 0,14 4-13 15,-5-1-9-15,2 0-25 0,0 0-2 0,0 2-15 16,2-1-23-16,0-2-15 0,-1 1-8 0,1 0-9 16,1-4 2-16,-5 1 18 0,4 0 7 0,-13 0 21 0,19-10 12 15,-10 5 22-15,-1-4 22 0,1-1 35 0,-3-1 34 16,1-5 30-16,-5-1 26 0,2 0 28 0,2 1 20 16,-3-1 14-16,-2-3 11 0,2 1 20 0,0 0 9 15,-1 2 2-15,0-3 6 0,0 4 10 0,-2 3 10 16,1 1 0-16,-2 5-16 0,2 1-18 0,-1 6-16 15,0-9-28-15,0 9-4 0,0-9-25 0,0 9-37 0,0 0-41 0,0 0-30 16,0 0-3-16,0 0 4 0,0 0-1 16,0 31 5-16,0-12 10 0,-3 13-11 0,-1 0 13 15,-3 16 9-15,-2 0 3 0,4-12-3 0,1-2 2 16,0-1 1-16,-1-3-9 0,4 1 10 0,-2-3 8 16,3-9-4-16,0-2-4 0,-1-1 7 0,-3-3 2 15,4-4 5-15,0 0-3 16,0-3 2-16,0-6 10 0,0 9-1 0,0-9 28 15,-1 8 24-15,1-8 26 0,0 0 2 16,0 0-11-16,0 0-21 0,0 0-11 0,5-23-13 16,-1 12-13-16,-2-6-11 0,5-2-11 0,-1-8-7 15,2 0-15-15,1-4 5 0,0 5-6 0,0 1 4 16,-1 1 2-16,0-1-3 0,-3 8 4 0,0 1-1 16,1 2 3-16,-1 4 3 0,0 0-2 0,-3 5 1 0,1 0-6 0,3 0-3 15,-6 5-3-15,13-7 4 0,-7 7 1 0,-6 0 1 16,27 4-5-16,-13 4-4 0,4-3 3 0,-1 4 3 15,1 2-14-15,-3 1 8 0,2-1-3 0,-2 1-8 16,-6-2 2-16,5 1-4 0,-8-2 8 0,1 0-10 16,-2 1 2-16,-3-4-8 0,1 3-2 0,-4-2 4 15,-1 0-4-15,-4 2 21 0,-3-1-5 0,-2-4 14 0,-6 4 0 16,-1-1-1-16,-1-2-15 0,1 0 16 0,-4-1 3 16,2-3-6-16,3-1 5 0,2 3 8 0,2-3-7 15,2 0-1-15,11 0-9 0,-17-1-4 0,17 1-17 31,-14-3-14-31,14 3-26 0,-5-4-21 0,5 4-16 16,5-13-14-16,4 5-4 0,4-4-9 0,3-1 10 16,6-1 6-16,1-3 13 0,0-2 0 0,0-3 9 0,3 2 14 15,-2 1 10-15,3-3 5 0,-2 3 25 0,2-3 18 16,-4 0 36-16,-2 4 19 0,-7 1 36 0,1 2 20 16,-4 2 29-16,2 3 43 0,-5 0 10 0,-3 4 12 15,3-1 7-15,-6 2-8 0,-2 5-13 0,8-5-10 16,-6 0-26-16,-2 5-7 0,0 0-21 0,7-5-15 15,-7 5-25-15,0 0-13 0,0 0-20 0,0 0-1 0,2 15 10 0,-2-5-10 16,-2 6 6-16,1 4-3 0,1 6 0 0,-3 1 0 16,2-2-1-16,-1 1 7 0,1 0-21 15,0-1-22-15,1-6-42 0,0 1-23 0,1-4-29 16,0 1-34-16,1-7-43 0,-2 3-28 0,1-4-44 16,3 0-47-16,2-4-263 0,-6-5-617 0,12 5 273 15</inkml:trace>
  <inkml:trace contextRef="#ctx0" brushRef="#br0" timeOffset="3317.61">5166 1855 215 0,'0'0'268'0,"0"0"-19"0,0 0-20 16,5-4-21-16,-5 4-6 0,0 0-21 0,0 0-16 16,0 0-11-16,0 0-20 0,0 0-18 0,0 0-4 0,0 0-5 0,0 0 7 15,0 0 9-15,15 0 2 0,-15 0 4 0,13-3 5 16,1 1-20-16,-1-2 0 0,1 0-10 0,1-1-4 15,3-2 1-15,-1 0-8 0,-1-3-5 0,1 2-9 16,0 1 2-16,-2-5-4 0,-1 3-14 0,-5 0 18 16,-3 1 3-16,3 3 4 0,-4 0 2 0,-1-1 5 15,0 2-3-15,-4 4-10 0,5-6-4 0,-5 6-21 0,0 0-5 16,-13-7-8-16,13 7-9 0,-24 3-2 0,1 2-1 16,-4 5-9-16,2 4-4 0,-4 0-5 0,7 2 3 15,-4 0-15-15,3 3 13 0,5-1-12 0,3-1 4 16,3-1-8-16,7 1 0 0,-5 1-3 0,10-2-1 15,0-2-2-15,3-1 3 0,4-1 5 0,-2 0 0 16,9 0-3 0,12 0 9-16,2-1-3 0,8-5 8 0,1 2 2 15,2-1 3-15,-3-5 1 0,1 1-8 0,2-3 1 0,-11 0-1 16,-7-3 0-16,-1 3 3 0,-8 0-1 16,-1 0 22-16,0 0 11 0,-11 0 17 0,18-1 14 15,-18 1 4-15,10-1-2 0,-10 1-7 0,0 0-13 16,9-4-21-16,-9 4-25 0,0 0-28 0,0-8-31 15,0 8-34-15,-1-8-45 0,1 8-64 0,-8-8-52 0,8 8-59 0,-12-10-76 16,6 3-342-16,5 1-778 0,1 6 344 0</inkml:trace>
  <inkml:trace contextRef="#ctx0" brushRef="#br0" timeOffset="3518.11">5825 1623 429 0,'4'-8'452'0,"-4"8"-35"0,0 0-32 16,0 0-27-16,0 0-33 0,0 0-36 0,0 0-33 16,0 0-46-16,0 0-53 0,1-3-73 0,-1 3-77 0,0 0-66 0,0 0-70 15,14 12-79-15,-10-8-288 0,1 2-537 0,2 2 238 16</inkml:trace>
  <inkml:trace contextRef="#ctx0" brushRef="#br0" timeOffset="3665.09">5864 1952 90 0,'-3'4'287'0,"2"1"-3"16,-2-2 6-16,3-3-9 0,-4 6-6 0,4-6-23 16,0 0-15-16,0 6-30 0,0-6-28 0,0 0-46 15,0 0-50-15,0 0-68 0,0 0-76 0,27-12-94 16,-18 10-245-16,1-6-433 0,3 3 192 0</inkml:trace>
  <inkml:trace contextRef="#ctx0" brushRef="#br0" timeOffset="3786.72">6067 1859 231 0,'0'0'278'0,"0"0"-14"0,0 0-13 0,6 3-28 16,6-3-17-16,2 0-32 0,5-3-36 0,1 3-85 15,2-2-117-15,7-4-229 0,-8 0-316 0,4-1 140 0</inkml:trace>
  <inkml:trace contextRef="#ctx0" brushRef="#br0" timeOffset="4651.05">7227 1359 202 0,'0'0'190'0,"0"0"-11"0,0 0-15 0,0 0-15 16,0 0-12-16,0 0-14 0,0 0-14 15,0 0-11-15,-12 9-10 16,2-4-1-16,0 0-13 0,-3 1-6 0,-2 3-9 15,-2 3-3-15,-1-3-5 0,-1 3-5 0,3-3-3 0,-4 2-11 16,5 3 1-16,0-2-8 0,1 1 3 16,-2 1-3-16,5-1-5 0,-1-1-1 0,6-1-1 15,0 1-1-15,0-2-5 0,3 5 2 0,0-3 0 16,7 0 1-16,0-1-1 0,2 0 0 0,4 1 3 16,7 3 0-16,5-1-1 0,0 3 5 0,3-5-3 0,-1 2-1 15,3-2-6-15,-4-2 2 0,-5 1 0 0,-1 0-1 0,-3-2 4 16,-3-1-6-16,-1-1-3 0,-2 0-3 15,-1-2 5-15,-1 2-2 0,-4-1 3 0,-2 0 9 0,-2 1 6 16,-2-2 7-16,-6 2-7 0,-2-1 7 0,-6 1-10 16,-1-2 0-16,-9 2-1 0,0-1-4 15,6-2 1-15,-1-2-4 16,4 1 1-16,-3 1-1 0,3-4 4 0,2 3-10 16,5-3 1-16,2 0-5 0,3 0-25 0,7 0-13 15,-10 0-63-15,10 0-53 0,0 0-63 0,19-10-161 16,1 5-405-16,6-1 180 0</inkml:trace>
  <inkml:trace contextRef="#ctx0" brushRef="#br0" timeOffset="4988.82">7684 1684 50 0,'-6'-1'208'0,"0"-1"-17"16,-6 1-13-16,2 1-14 0,0 3-18 0,1-2-16 15,0 0-9-15,-2 2-14 0,0 1-14 0,2 1-9 0,-1 0-10 0,1 5-4 16,0-3-8-16,4 3-6 0,-3-3-6 0,3 3-3 16,-2-1-5-16,4 0-3 0,-1 0 0 0,4 2-2 15,0-4 2-15,4 3-3 0,-1-5-2 16,8 3 3-16,-2-2-1 0,4 0-1 0,6-3-3 16,1-1-2-16,7 0-2 0,0-4-4 0,0 2 0 15,-5-5-3-15,-1 2 6 16,-3 0 20-16,-3-5 12 0,2 2 14 0,-7-1 8 15,-1-1 6-15,-1-2-4 0,2 1-1 0,-5-3-1 16,-1 0-9-16,-4 0-3 0,0-5-9 16,0 5-3-16,-4-4-6 0,-1 1-8 0,0 3 0 0,-1 1-10 15,-2 2-19-15,-1-1-22 0,-1 3-30 0,1-1-26 16,-4 3-34-16,3 3-40 0,-3-3-39 0,3 1-54 16,1 4-215-16,1-1-482 0,8 1 213 0</inkml:trace>
  <inkml:trace contextRef="#ctx0" brushRef="#br0" timeOffset="5383.58">7980 1765 127 0,'0'0'270'0,"0"0"-14"16,0 0-18-16,0 0-21 0,0 0-21 0,0 0-15 15,0 0-17-15,15-9-5 0,-6 5-15 0,0-2-13 16,1-1-14-16,4-5-7 0,1-1-1 0,2 1 0 16,-2-2-9-16,6-4 0 0,-5-2 2 0,2 0-13 0,1-7-5 15,-6 5-10-15,2-4-6 0,-2-3-8 0,1 3 0 16,-2-4-8-16,-3 4 4 0,0-4-2 0,-4 7 5 16,-4 3 4-16,2 3 1 0,-3 2 3 0,0 3 9 15,-3 0-21-15,2 2-12 0,-3 3 0 0,3 2-13 16,-4-3-11-16,2 4-15 0,-3 2-5 0,-2 4-1 15,-1 1-11-15,-5 6 12 0,1 1-4 0,-2 5-1 0,-2 11-2 0,-3 4 7 16,-2 10 5-16,4 6-16 0,4-12-11 16,3 10-6-16,7-13-9 0,5 3 2 0,3-3-13 15,8 1-11-15,4-6-16 0,1-1-22 0,7-2-37 16,0-7-43-16,3-3-51 0,4-1-264 0,-3-11-533 16,0 3 236-16</inkml:trace>
  <inkml:trace contextRef="#ctx0" brushRef="#br0" timeOffset="5737.25">8510 1584 313 0,'0'0'292'0,"-6"-3"-30"15,6 3-19-15,0 0-30 0,0 0-24 0,0 0-20 16,0 0-13-16,-3 7-23 0,3-7-13 0,3 8-16 15,-1-1-9-15,2 0-12 0,0 2-6 0,-1 2-6 16,0 1-7-16,1 2-7 0,-2-2-7 0,2 5-2 16,0-5-7-16,-1 0-3 0,1-2 0 0,-2 1-10 15,2-1 3 1,-3-4-6-16,2 0-2 0,-2-1 7 0,0-2 29 0,-1-3 31 16,4 7 35-16,-4-7 39 0,-1 2 36 0,1-2 43 15,0 0 36-15,0 0 22 0,0 0-23 0,0 0-27 16,9-16-27-16,-3 7-20 0,2-1-19 0,-2-1-18 15,3-3-17-15,0 1-21 0,1-2-11 16,-1 0-16-16,4 1-7 0,0-1-11 0,-4 1-10 16,-3 4-7-16,3-1-12 0,-4 2-14 0,3 1-33 0,0 2-38 0,-2 1-53 15,-1 0-55-15,1 3-62 0,1-2-50 0,2 1-57 16,4 3-50-16,-2 0-61 0,2 0-56 0,-3-1-265 16,2 4-799-16,0-2 354 0</inkml:trace>
  <inkml:trace contextRef="#ctx0" brushRef="#br0" timeOffset="6184.72">8888 1698 215 0,'-4'4'279'0,"4"-4"-7"16,0 0 9-16,0 0-9 0,0 0-17 0,0 0-27 15,0 0-20-15,0 0-25 0,17-7-16 0,-7 0-13 16,7 0-24-16,1-1-8 0,-2-2-10 0,3-1-11 0,-2 3-9 15,2-4-11-15,4-2-8 0,-7 3-11 0,0 0-3 16,-3-1-1-16,-3 2 5 0,-1 3 3 0,0-3 6 16,-4 4 11-16,3-3 4 0,-3 5 0 0,-4-1-11 0,-1 5-11 15,0-9-12-15,0 9-13 0,-9-5-6 0,9 5-10 16,-20 4 2-16,-1 2 3 0,2 3-12 16,-8 4-4-16,8-4-11 0,-5 5 6 0,8 0 4 0,-1-1-5 0,3 3-3 15,0-3 1-15,2 4-3 0,3-1-7 0,3-3 6 16,2-1-2-1,4-2 6-15,-1 1-6 0,6-1 6 0,0-2 8 16,1-1-4-16,3 0 1 0,3 0-2 0,6-2 5 16,2-2-7-16,1-1 8 0,0 0-6 0,2-2 3 15,-4 3-2-15,-5-3-2 0,-1 0 10 0,0 0 15 16,-3 0 16-16,-1 1 14 0,0-1 6 0,-9 0-3 16,12-1-6-16,-12 1-3 0,0 0-2 0,0 0-10 15,9-3-7-15,-9 3-14 0,0 0-33 0,0 0-35 16,0 0-51-16,3-2-45 0,-3 2-52 0,0 0-53 15,0 0-57-15,0 0-77 0,-7-15-211 0,5 10-640 16,0-2 285-16</inkml:trace>
  <inkml:trace contextRef="#ctx0" brushRef="#br0" timeOffset="6375.3">9532 1363 381 0,'0'0'388'0,"4"-4"-28"0,-4 4-29 0,0 0-26 0,4-3-33 15,-4 3-31-15,0 0-41 0,1-6-65 0,-1 6-54 0,4 0-58 16,-4 0-56-16,14 6-67 0,-5-3-71 0,1 2-232 16,-1 0-435-16,1 2 193 0</inkml:trace>
  <inkml:trace contextRef="#ctx0" brushRef="#br0" timeOffset="6523.05">9660 1731 23 0,'-3'3'290'0,"2"2"6"0,0-3-6 0,1-2-14 0,0 0-18 16,0 0-30-16,-1 5-34 0,1-5-47 16,0 0-54-16,0 0-60 0,21-8-78 0,-12 4-79 0,2-1-203 15,1-2-353-15,1 2 156 0</inkml:trace>
  <inkml:trace contextRef="#ctx0" brushRef="#br0" timeOffset="6770.37">9941 1613 33 0,'0'0'352'0,"0"0"-12"0,-9 1-9 0,9-1-21 0,0 0-29 15,0 0-25-15,0 0-28 0,0 0-25 0,0 0-15 16,41-9-26-16,-22 7-13 0,2 0-15 0,0-1-10 16,0 1-17-16,-1-3-12 0,2 3-8 0,-5-1-7 0,-4 1-7 15,-1-1-8-15,-3 2-6 0,1 0 4 0,-6-1 1 16,-4 2-1-16,10-1 2 0,-10 1-16 0,8-2-15 16,-8 2-24-16,0 0-40 0,3-5-74 0,-3 5-74 15,0 0-95-15,-21-5-297 0,12 3-618 0,2-1 273 16</inkml:trace>
  <inkml:trace contextRef="#ctx0" brushRef="#br0" timeOffset="36355.32">11412 2044 60 0,'0'0'92'15,"0"0"5"-15,0 0 1 0,0 0-1 0,0 0-9 16,0 0-6-16,0 0-4 0,0 0 2 0,0 0-8 16,0 0 3-16,0 0-2 0,0 0 0 0,0 0-1 15,0 0 3-15,0 0 0 0,0 0 1 0,0 0 2 16,0 0-5-16,0 0 3 16,0 0-5-16,0 0-5 0,0 0-3 0,0 0-1 15,6 9-5-15,-6-9 5 0,0 0-10 16,0 0-5-16,0 0-3 0,0 0-2 0,0 0-5 15,0 0-5-15,0 0-7 0,0 0-8 0,0 0-10 16,0 0-4-16,4 2-2 0,-4-2 4 0,5 1-8 16,1 1 4-16,2 0 1 0,1 2 0 0,4-3 0 0,2 3-2 15,6-1 1-15,-3 0 6 0,3-1-5 0,0 2 1 0,-3 1-3 16,3 0-1-16,-2-2 1 0,-6 2-1 0,5 0-3 16,-8 0-6-16,2 2 8 0,-2-2-8 0,0 5 5 15,-2-1 0-15,-3 1-4 0,-1 2 5 0,-3 1-1 0,-6 3 2 16,-5 6 0-16,-3 1 0 0,-6 0-1 0,0 3 3 15,-4-4-1-15,0 5 3 0,-3-5-2 0,0 4 1 16,-4 1-1-16,2-1 3 0,2-4-2 0,-1 0 0 0,6 0 2 16,3-10 0-16,5 2-2 0,-1-2 1 0,5-3 1 15,0-2-3-15,1 2 3 0,0-3-5 16,3-2 4-16,1 0 2 0,0 3-4 0,1-5 5 16,-2-1-6-16,5-1 4 0,-3 5 0 0,1-3 0 15,2-2-1-15,-2 5 0 0,2-5-3 0,-3 2 9 16,3-2-2-16,0 0 3 15,0 0 0-15,0 0-4 0,0 0 4 0,-4 3 5 16,4-3-3-16,0 0 2 0,0 0 1 0,0 0-2 16,0 0 4-16,0 0-4 0,11 0 3 0,0 0 4 15,0-3-2-15,10 0-2 0,7-3-1 0,2 1 0 16,2 0 0-16,3-5-4 0,2 6 2 0,17-10-3 16,-17 7-3-16,2-2-2 0,-3 2 3 0,-1 2 1 15,-6 0-6-15,0 1 5 0,-12 0-5 0,1 0 2 0,-5 3 0 16,-2-2 1-16,-1 2 0 0,-2-1-1 0,-3 2 3 15,0-1-2-15,-5 1-2 0,0 0 0 0,0 0 0 16,0 0 1-16,0 0-4 0,-19 6-7 0,5-5-17 16,0 3-15-16,-3-4-26 0,3 2-44 0,2-2-53 15,-5-1-196-15,3 1-388 0,-1-1 172 0</inkml:trace>
  <inkml:trace contextRef="#ctx0" brushRef="#br0" timeOffset="36834.55">11266 2339 81 0,'0'0'180'0,"-5"2"-13"0,5-2-16 0,0 0-12 0,0 0-14 15,0 0-2-15,0 0-22 0,-5 1-11 0,5-1-4 31,0 0-11-31,0 0-2 0,0 0 12 0,0 0 7 0,0 0 0 16,23 4-4-16,-6-4-9 0,4 0-3 0,10 0-7 16,3-2-4-16,4-1-1 0,2-2 5 0,12 0-8 15,-1 5-7-15,-14-2-5 0,-1-2-4 0,-2 0-1 16,-1 3-6-16,-6 0-5 0,4-1-1 0,-13-1-5 16,-6 2-1-16,1-2-3 0,-5 3-3 0,1 0-4 15,-2 0 0-15,-7 0-2 0,11-1-2 0,-6 1 2 0,-5 0-8 0,11-2 2 16,-11 2-3-16,0 0 2 0,0 0-9 0,-14 7-13 15,6-4-12-15,3-3-20 0,-2 3-14 0,-1-2-25 16,-2 0-28-16,6 1-49 0,4-2-55 16,0 0-114-16,0 0-359 0,-14-4 160 0</inkml:trace>
  <inkml:trace contextRef="#ctx0" brushRef="#br0" timeOffset="37303.41">12424 2031 140 0,'0'0'219'0,"0"0"-22"16,0 0-18-16,0 0-18 0,0 0-13 0,0 0-14 15,0 0-18-15,0 0-7 0,-19 10-18 0,9-3-3 16,-6 8-12-16,-4 4-8 0,-3 2-5 0,2 5-5 16,-4 3-6-16,-3 9-2 0,7-7-7 15,-4 11 0-15,5-1-1 0,4-10-7 0,8 0-4 16,-1 0 1-16,5-1 8 0,7-5 7 0,-2 4 13 0,7-6 10 15,1-6 6-15,7 7 18 0,5-5 11 0,6-2 4 0,3-4-2 16,2 0-7-16,0-4-7 0,-1-1 2 0,2-4-16 16,-1 3-3-16,-3-5-4 0,-2 1 2 0,-5-3-3 15,-3 2-8-15,-6-2 5 0,-2 0 11 0,-2 0-8 16,-1 0 7-16,-8 0 7 0,9 0-5 0,-9 0 0 16,0 0 1-16,14-2 5 0,-14 2-11 0,0 0-13 15,0 0 0-15,7 0-26 0,-7 0-36 0,0 0-47 0,-4-7-36 0,4 7-31 16,-12-3-26-16,7 1-36 0,5 2-35 0,-10-5-45 15,3 1-42-15,-2-2-240 0,3 1-582 0,2-2 258 16</inkml:trace>
  <inkml:trace contextRef="#ctx0" brushRef="#br0" timeOffset="37988.61">12774 2214 236 0,'0'0'241'0,"1"-4"-29"0,-1 4-18 0,9-1-21 15,-1 1-16-15,5 0-17 0,-1 4-17 0,9 1-12 16,-4 1-9-16,3 2-11 0,3 7-10 0,-1-3-5 15,-6 0-10-15,6 8-1 0,-10-4-13 0,0 1-1 16,-3 0-7 0,-5 1 0-16,1 0-7 0,-5 1-5 0,-1-1-1 0,-3 1-3 15,-4-2 2-15,2 0 2 0,-8-3 1 0,1 1 2 16,-1-3 4-16,3-2 1 0,-3-1 7 0,2-1 4 16,0-1 13-16,1-2-1 0,2 0 12 0,3-3 14 15,-1 0 20-15,2-1 25 0,1 1 1 16,4-2 1-16,0 0 0 0,-6-8-13 0,6 1-13 15,5 2-17-15,2-7-11 0,5 0-3 0,2-2-16 0,8-6-4 0,0-1-7 16,-3 1-1-16,5 1-11 0,2 1-13 0,-6 1 6 16,2 1-3-16,-5 4-3 0,-5-2-1 0,2 1-4 15,-2 4-2-15,-2 0 0 0,-2 1 16 0,-3 4 14 16,0-1-6-16,0-1-8 0,-2 4 4 0,0 1-2 16,1-1-2-16,-4 2-2 0,3-6-8 0,-3 6-16 15,0 0-4-15,0 0-1 0,0 0 1 0,-18 14 2 0,5-4-6 16,-1 4 1-16,3-1-3 0,-3 0 14 0,2 3-15 15,-3 5-1-15,5-3-3 0,2-2 5 0,0 3-2 16,8-1-8-16,0-2-2 0,3-3 2 0,2 1 1 0,3 1 2 16,6-4 6-16,0 3 2 0,3-4-5 15,9 1 4-15,1-1-2 0,6-4 5 0,-1-3 8 16,1 3-10-16,0-1-1 16,-3-5 7-16,-7 2-4 0,5-1-4 0,-11-1 0 15,-7 0-1-15,1 2-1 0,-3-2 4 0,-2 1 8 16,-6-1 8-16,13-1-3 0,-9 1 2 0,-4 0 1 15,5 1 3-15,-5-1 5 0,0 0-3 0,5 1-4 16,-5-1 1-16,0 0 1 0,0 0-20 0,0 0-14 16,0 0-14-16,0 0-29 0,0 0-31 0,8 0-37 15,-8 0-31-15,0 0-43 0,0 0-38 0,0 0-36 0,0 0-71 16,0 0-260-16,0 0-652 0,0 0 289 0</inkml:trace>
  <inkml:trace contextRef="#ctx0" brushRef="#br0" timeOffset="39943.25">13640 2381 30 0,'-9'0'155'0,"9"0"-4"16,0 0-4-16,0 0-6 0,0 0-5 0,0 0-9 0,-5 1 2 16,5-1-13-16,0 0-7 0,0 0-7 15,0 0-7-15,0 0-5 0,0 0-9 0,0 0-8 16,0 0-4-16,0 0-10 0,0 0 1 0,0 0-6 15,0 0-2-15,0 0 0 0,0 0-2 0,0 0-2 16,0 0-5-16,0 0 1 16,0 0-6-16,0 0-5 0,0 0 0 0,0 0-4 15,-5 2-5-15,5-2-1 0,0 0-4 0,0 0-2 0,0 0 0 0,0 0 0 0,0 0-3 16,0 0-1-16,0 0 5 0,0 0 8 0,0 0 8 16,0 0 0-16,0 0 2 0,0 0 9 0,0 0-8 15,0 0 4-15,0 0-4 0,0 0 0 16,0 0-4-16,0 0-3 0,0 0-3 15,0 0-7-15,0 0 1 0,0 0 0 0,0 0-7 16,0 0 1-16,0 0 1 0,0 0-3 0,0 0-1 16,0 0-5-16,0 0 5 0,0 0-7 0,0 0 2 15,0 0 0-15,0 0 6 0,0 0-1 0,0 0 2 16,0 0 0-16,0 0-3 0,0 0-3 0,0 0 1 16,0 0-1-16,0 0 0 0,0 0 0 0,0 0-4 15,0 0 4-15,0 0-6 16,0 0 5-16,0 0-2 0,0 0 4 0,0 0-5 15,0 0 4-15,0 0 2 0,0 0-4 0,17-4 2 16,-11 1-4-16,8 1 1 0,7-3-6 0,0 3 4 16,8-3-2-16,1 2 4 0,2 3 0 0,0-7-1 15,1 2-3-15,-2 3 1 0,1-8-2 0,-4 8 3 16,-6-1-4-16,-2 1 5 0,-7-1-2 0,2 1 1 16,-6-1-2-16,4 1 2 0,-8 0-1 0,1 2-4 0,1-3-15 15,-7 3-13-15,5-1-30 0,-5 1-24 0,0 0-14 16,0 0-14-16,-21-3-15 0,21 3-16 0,-22 0-24 15,8 0-17-15,1 2-20 0,-5-1-145 0,5-1-376 16,-1 1 166-16</inkml:trace>
  <inkml:trace contextRef="#ctx0" brushRef="#br0" timeOffset="40192.67">13823 2230 295 0,'0'-7'307'15,"0"-1"0"-15,-2 3 2 0,4 1-17 0,-2-1-6 16,-2 0-8-16,0 1-36 16,2 4-38-16,0-7-4 0,0 7-22 0,-1-4-20 15,1 4-14-15,0 0-30 0,0 0-13 0,0 0-32 16,0 0 14-16,0 0-5 0,-4 21-10 0,2-5-4 16,2 1-16-16,-2 7 2 0,4-3-8 0,-2 6-3 15,3 1-3-15,1 0 4 0,0-2-19 0,1 1 12 16,0-8 1-16,-1 1-28 0,1-4-18 0,-1 2-35 15,0-2-44-15,1-2-34 0,1-2-48 0,1-1-42 0,-1-4-89 16,-2-1-223-16,1-2-570 0,-1-4 252 0</inkml:trace>
  <inkml:trace contextRef="#ctx0" brushRef="#br0" timeOffset="40924.87">14319 2148 249 0,'0'-5'352'15,"0"5"-19"-15,0-5-25 0,0 5-36 0,0 0-29 0,0-7-26 16,0 4-40-16,0 3 0 0,0 0-25 0,0 0-13 15,0 0-16-15,9 10-13 0,-8-3-20 16,6 3-8-16,-2 2-14 0,2 2-18 0,0 1-11 16,-1 3-11-16,3-1-25 0,1 3-2 0,-1-3-9 15,0-2-8-15,0-1-7 0,-1-4-5 0,-2 0-3 0,2-1 2 0,-2-4 0 16,-1 0 8-16,-1 0 0 0,1 0 5 16,-1-5-1-16,1 0 1 0,-5 0 1 0,5-7 4 0,0 3 1 31,-1-1 4-31,0-5 9 0,-3 2 11 0,3-2 15 15,0-4 5-15,-4 5 11 0,1-1 8 0,2-2 16 0,-2 4 5 0,3-2 3 0,-4 3 6 0,0 2 0 16,0 0-2 0,5 0 9-16,-5 1-20 0,0 4-10 0,1-7-14 15,-1 7-11-15,3-4-16 0,-3 4-3 0,0 0 0 16,0 0-7-16,6 15-1 0,-1-5 1 0,3 5 2 16,-2 2-7-16,2 3-2 0,1 4 0 0,-2 4-13 15,3 0 17-15,-5 2-2 0,2 1-5 0,-4 0 3 16,2-1 1-16,-3 2-3 0,-1-3 0 0,-1-1-5 15,-3 1-5-15,2-9 1 0,-3-1-6 16,-1-2 4-16,-3-3-3 0,3 2 2 0,-4-5 1 16,0-2 0-16,3 0 7 0,-3-3-1 0,-4-3 2 15,0 1 4-15,-2-3 5 0,-2-1 7 16,-2-4 10-16,5 1 12 0,-1-3 6 0,1-3-3 0,2 2 5 16,3-6-11-16,0-3 1 0,3 0 0 0,1-2 2 15,8-10-4-15,4 0-6 0,3-5-7 0,7 3-5 16,7-12 2-16,-1 13 1 0,9-10-8 0,-8 14-6 15,6 1 9-15,2 0-12 0,9-3-3 0,-11 10 4 16,1 1 4-16,-3 1-7 0,0 3 6 0,-10 7-1 16,0-1 4-16,-4 2-7 0,-5-1-1 0,3 5-2 15,-5-3 8-15,-2 1-8 0,0-1-2 0,1 1-4 16,-3-1 4-16,0 2-12 0,-3 1-19 0,6-3-5 16,-6 3 2-16,0 0 6 0,0 0 0 0,0 0-16 0,0 0-19 0,-11 9-21 15,6-6-25-15,1 0-24 0,-1 2-31 16,5-5-46-16,-13 1-45 0,9 2-237 0,4-3-539 15,-11-2 238-15</inkml:trace>
  <inkml:trace contextRef="#ctx0" brushRef="#br0" timeOffset="41310.36">14917 1935 24 0,'0'-4'303'0,"0"0"-11"15,0 4-19-15,0-8-25 0,0 8-20 0,-3-4-25 16,3 4-20-16,0-2-23 0,0 2-16 0,0 0-20 16,0 0-26-16,0 0-25 0,0 0-1 0,0 0-9 0,3 11-6 15,-3-1-8-15,1 2 4 0,4 5-14 0,-5 0 0 16,4 8-5-16,1 1-5 0,-1 6 3 15,0-1-11-15,-3 3 5 0,7 12-4 0,-3-10 0 0,-4 0 3 0,3 11-6 16,-4-10 2-16,0 9-4 0,0-13 1 0,-4 1 0 16,3 3-5-16,-2-4 0 0,-3-2-2 0,1-2 1 15,-3 0 1-15,3-2 4 0,-5-1-4 0,1-4 5 16,-3 2 7-16,0-4 2 0,-2-3 3 16,-7 2 1-16,-3-2-1 0,-1 0 2 0,-4-3-8 0,-3 1 3 15,-5-4-3-15,-17 2-2 16,1-6-5-16,2-2-17 0,11-2-47 15,-11 1-54-15,11-5-57 0,6-6-109 0,-3-1-210 16,14-3-515-16,-3 0 229 0</inkml:trace>
  <inkml:trace contextRef="#ctx0" brushRef="#br0" timeOffset="42064.77">15350 2046 186 0,'0'0'264'0,"-3"-7"-8"0,3 7-6 0,-1-4-15 0,1 4-16 0,0-4-24 15,0 4-18-15,0 0-22 0,0 0-18 0,0 0-20 16,0 0-11-16,0 0-13 0,0 0-9 0,5 17-10 15,-5-5-5-15,0 8-4 0,4 1-4 0,-4 7-2 16,4 5-2-16,-4 1-2 0,5 1-2 0,-1 10 1 16,0-7-6-16,2-4-1 0,-1 2-7 0,-1 0 0 15,1-5-5 1,2-1-13-16,-2-1 9 0,1-5-2 0,-1-4 0 16,-1-3 3-16,0 0-11 0,1 0-1 0,-2-5-3 15,1-2 3-15,-2-3-1 0,-1 3-5 0,0-3 3 16,1 0-1-16,-2-2-4 0,1-1-15 0,-1 1-30 15,0-2-19-15,0-3-26 0,0 5-10 0,0-5-12 16,0 0-32-16,0 0-67 0,0 0-276 0,0 0-513 16,0 0 227-16</inkml:trace>
  <inkml:trace contextRef="#ctx0" brushRef="#br0" timeOffset="42348.54">15405 2342 28 0,'0'-11'329'15,"-1"2"-2"-15,-2 1-15 0,6 1-14 0,-6 2-24 0,6-1-24 16,-2-2-27-16,7 3-17 0,-3 1-43 0,5-2-3 16,1 4-19-16,6 0-11 0,5 3-12 0,7 0-8 15,-1 7-9-15,4 1-12 0,-1-1-26 0,-3 5 13 16,1-1-3-16,-1 3-6 0,-6 0-8 0,-5-3-7 31,-3 2-3-31,-1-2-5 0,-7 0-2 0,1-4-11 0,-4 4 3 0,0 2 5 16,-7-6-11-16,-5 4 0 0,-4 0-3 15,-14 0 1-15,1-2-1 0,-6-3 4 0,-3-1-14 16,-2 0 4-16,4-1-3 0,0-3 1 0,3 1 1 0,0-3-9 16,9 1-16-16,2-2-37 0,5 0-47 0,1-1-55 15,4 0-63-15,3 2-118 0,6 0-227 0,-4-8-599 0,4 8 266 16</inkml:trace>
  <inkml:trace contextRef="#ctx0" brushRef="#br0" timeOffset="44585.2">16334 2517 159 0,'0'0'158'0,"0"0"-8"16,0 0 0-16,0 0-26 0,0 0-10 0,0 0-11 15,0 0-7-15,0 0-8 0,-9 0-10 0,9 0-4 16,0 0-6-16,0 0-2 0,0 0-1 0,0 0 5 16,0 0-8-1,0 0-2-15,0 0-3 0,0 0-3 0,0 0-1 16,0 0 0-16,0 0-3 0,0 0-1 0,0 0 2 15,0 0 0-15,0 0-3 0,0 0-3 0,0 0 3 0,0 0-3 16,0 0 2-16,0 0-3 0,0 0 0 0,0 0 0 16,0 0 0-16,0 0-3 0,0 0-4 15,0 0 1-15,0 0-7 0,0 0-5 0,0 0 0 16,29-7-3-16,-8 3-4 0,10 0-5 0,4-4 3 0,6 2-2 0,13-5-5 16,3 4 0-16,-3-1-2 0,-3 1 2 0,-11 2-1 15,-3-2 1-15,-4 4-2 0,-2 1-2 0,-2-1 0 16,-11 1 0-16,1 1-4 0,-6 0-8 0,-3-2-15 15,-2 3-9-15,-2-2-15 0,-6 2-11 0,0 0-27 16,0 0-9-16,0 0-18 0,0 0-34 0,0 0-19 16,-32-3-20-16,17 1-143 0,-3 2-352 0,2 0 156 0</inkml:trace>
  <inkml:trace contextRef="#ctx0" brushRef="#br0" timeOffset="44808">16657 2321 147 0,'-4'-4'341'0,"3"-3"-10"0,1 2 0 0,0 5-13 15,-4-9-19-15,3 4-16 0,1 5-30 0,-2-6-28 16,0 6-22-16,2 0-30 0,0 0-25 0,-4-5-49 16,4 5 1-16,0 0-10 0,-1 17-7 0,1-1-9 15,0 2-11-15,0 9 8 0,1 0-18 0,-1 4-3 16,3 0-1-16,0 1-4 0,-1-2-35 0,3 0-48 0,-1 1-46 15,-1-1-57-15,-1-4-63 16,-1-1-111-16,2-7-195 0,-2-3-552 0,-1-7 245 16</inkml:trace>
  <inkml:trace contextRef="#ctx0" brushRef="#br0" timeOffset="45757.63">17649 2031 140 0,'0'0'147'0,"-5"0"-9"0,5 0-14 0,0 0-6 0,0 0-12 16,-4 4-10-16,4-4-3 0,-1 6-15 0,1-6-7 16,0 5-6-16,-2-3-10 0,4 3-1 15,-1-1 3-15,2 2-14 0,-1-2-1 0,2 1-4 16,2 4 1-16,4-1 2 0,0 1-4 0,7-3-12 0,-1 2 1 0,4 0-1 16,-1 1-1-16,-1 0-6 0,0 0-2 0,0-1 3 15,0 1-5-15,-4 2 2 0,0-2 4 0,1 1-14 16,-5-2 9-16,-2 3-5 0,-1-2-3 0,-2 3 0 15,0-2-2-15,-5 5-3 0,-4-3-1 0,-2 5 6 16,-3 0 0-16,-3-1 2 0,-8 2-6 0,-2 3 3 16,-1-1-1-1,-3-2 2-15,2 2 5 0,-1-3-3 0,0-1 0 16,1-3 4-16,0 3 4 0,7-4-1 0,4-3 0 16,1-1 0-16,1-3-1 0,4 1-1 0,-1-1-1 15,3 0 0-15,1-5-5 0,0 4 8 0,0-2-1 16,4-2 7-16,-1 3 12 0,1-3 11 0,0 0 12 15,18 2-5-15,-3-4-1 0,2-1-6 0,3 2-6 16,2-2-2-16,-1 2-4 0,-1 0-5 0,0-2 1 0,-3 1-3 0,2 0-4 16,-6-1-2-16,1 2-2 0,-2-1 0 0,-1 2-1 15,-3-2-3-15,-2 2-2 0,1-1-1 0,-7 1 0 0,6 0-2 16,-6 0-10-16,9 0-19 0,-9 0-19 0,0 0-22 16,0 0-38-16,0 0-36 0,0 0-50 0,0 0-181 15,0 0-396-15,-17-9 175 0</inkml:trace>
  <inkml:trace contextRef="#ctx0" brushRef="#br0" timeOffset="46121.46">17525 2365 120 0,'0'0'199'16,"0"0"-13"-16,-9-1-13 0,9 1-9 0,0 0-16 16,0 0-12-16,0 0-13 0,0 0-15 0,0 0-7 0,28-1-12 0,-6-2-11 15,7 2-7-15,6-3-6 0,0 0-5 0,5 1-5 16,11-1-8-16,3-2-5 0,1-1-3 0,-17 5-7 15,3-1 0-15,-4-1-5 0,-1 3 0 0,-8 0-7 16,-6 0 0-16,-2-1 2 0,-2-1-5 0,-5 3-1 16,-4-1-3-16,-1 0 1 0,-1 1-6 0,-2-2-1 15,-5 2-13 1,1-3-17-16,-1 3-28 0,0 0-18 0,0 0-25 0,-24 0-1 16,13-2-32-16,1 0-25 0,-2 1-122 0,0 0-296 15,2-2 130-15</inkml:trace>
  <inkml:trace contextRef="#ctx0" brushRef="#br0" timeOffset="46421.78">18414 2021 218 0,'0'0'214'16,"0"-4"-17"-16,0 4-26 0,0 0-12 0,0 0-21 15,-15 9-12-15,7 0-14 0,-7 4-11 0,-2 13-11 16,-2-1-12-16,0 4-1 0,0 2-9 0,-2 12-7 16,7-9-7-16,-1 12 0 0,6-14-8 0,5 2-3 15,3-2-3-15,2 1-1 0,10-5 1 0,-1 1-3 16,6-3 0-16,9-2-4 0,1-3 1 0,6-2-21 0,4-3-35 0,1-4-50 15,-1-2-56-15,1-6-215 0,-1-3-373 0,-6-2 165 16</inkml:trace>
  <inkml:trace contextRef="#ctx0" brushRef="#br0" timeOffset="46991.75">18702 2164 182 0,'4'-1'185'0,"1"-2"-18"0,2 3-15 0,0-2-15 0,3 3-14 16,1-1-16-16,0 3-6 0,-1-1-11 0,5 5-8 16,-6-2-10-16,-1 3 2 0,3 1-17 0,-2 3-1 15,-1-2-11-15,-3 6 1 0,1-1-9 0,-3 0 3 0,-2 3-7 16,-5-2-2-16,-2 1-2 0,-3 0-2 0,0 0 3 16,-3-3-6-16,-1 1 0 0,1-3 0 0,-1 2-2 15,1-4-1-15,2-1 3 0,1-3 1 16,1 3 5-16,1-6 6 0,2-1 5 0,2 1 10 15,-1 1 16-15,1-1 30 16,3-3 20-16,0 0-4 0,0 0-13 0,0 0-9 16,5-12-7-16,7 0-11 0,-1 2-6 0,4-3-12 15,5-5 1-15,-1-2-13 0,5 3-1 0,-2-4-3 16,-3 1-5-16,4 1-1 0,-5 1-8 0,-4 4-3 16,0 4 2-16,-5 0-7 0,0 4 2 0,-3-4-2 15,-2 7-2-15,1-1-7 0,-2 0 12 0,2 0-15 16,-3 0-16-16,-2 4-7 0,0 0 2 0,0 0 3 0,0 0 1 15,-2 13 0-15,1-3 4 0,-6 2-1 0,4 4 2 16,-1 1 1-16,1-1 0 0,-1 2 2 0,4 0 1 16,3-1-5-16,1 1-16 0,1-1-22 0,4 1-24 0,0-3-29 15,1-1-35-15,3-2-52 0,-1-4-69 0,1-2-173 16,1-2-461-16,5-3 204 0</inkml:trace>
  <inkml:trace contextRef="#ctx0" brushRef="#br0" timeOffset="47408.28">19250 2268 56 0,'-4'0'173'15,"4"0"-9"-15,0 0-5 0,0 0-13 0,-8 0-10 16,8 0-7-16,0 0-6 0,0 0-12 0,0 0-10 16,0 0-6-16,0 0-2 0,0 0-8 0,0 0-12 15,0 0-8-15,0 0 2 0,0 0-10 16,31 0-3-16,-18-3-5 0,9 2-4 0,-1-4-7 0,7 5-4 15,4-3-4 1,-2 3-2-16,2-3 6 0,-2 2-10 0,1 1-2 16,-3-1-5-16,-10-1 1 0,1 2-2 0,-6 0-3 15,0-2-3-15,-3 2 5 0,-2-1-3 0,-2 1 5 16,0-2-6-16,0 0-8 0,-6 2 3 0,3-3-3 16,-3 3-13-16,0 0-15 0,0 0-15 0,0 0-21 15,0 0-9-15,-24-3-29 0,19 1-31 0,5 2-41 16,-13 0-117-16,6-2-312 0,7 2 138 0</inkml:trace>
  <inkml:trace contextRef="#ctx0" brushRef="#br0" timeOffset="48040.43">19779 2092 105 0,'0'-6'271'0,"0"6"-21"0,0-5-23 0,0 5-19 0,-1-1-26 16,1 1-14-16,0 0-25 0,0 0-14 0,0 0-15 0,0 0-2 16,0 0-23-16,0 0-4 0,11 5-12 0,-7-1-7 15,0 1-3-15,0 2-8 0,1 1-5 0,1-2-11 16,-1 3-8-16,4 0-6 0,-1-2-7 0,0 3-2 15,-1-5-2-15,1 3-6 0,0-2 2 0,-1-1-5 16,2-2-2-16,-4 0 3 0,3-2-2 0,2-1 2 16,-3-1-2-16,0 0-1 0,2-4-4 0,1-2 3 0,-2 2 1 0,0-2-4 15,-3 0 5-15,1-3 0 0,-2 2 11 0,3-1 6 16,-5 1 7-16,2 1 10 0,-1 0 17 0,-1 0-7 16,-2 4 3-16,5-2-5 0,-5 2-3 15,3-1-3-15,-3 4-8 0,1-5-4 0,-1 5-16 16,4-3-5-16,-4 3-4 0,0 0-2 0,0 0-1 15,8 13 0-15,-5-3-1 16,1 2 1-16,4 5-1 0,-2 8 1 0,1 0 5 16,-1 2-6-16,-2 2 5 0,3 0 0 0,-1 3-4 15,-4-1 1-15,2-2 4 0,-4 0-2 0,0 1 6 16,-3 1-4-16,-2-5-2 0,1-4-2 0,-4-5-2 16,2 0-2-16,-1-2 0 0,-1-6 3 0,-2 0-2 0,0-2 2 15,-2-2 4-15,-2 0 3 0,1-5 9 0,-1 0 7 16,1-5 11-16,0 0 12 0,2-2 16 0,-2-4 14 15,3 1 7-15,1-3-4 0,2-1 4 0,3-4 2 16,1 0-16-16,6-1 3 0,3-10-15 0,3 6-3 16,1 1 0-16,4-1-10 0,3 4-1 0,-6 2-8 15,2 2-1-15,1 1-5 0,-1-1-3 0,4 3-4 16,-4 2-4-16,-4 1-2 0,2 4-3 0,-2-1 1 16,0-1-10-16,1 3-1 0,-5-1-26 0,2 3-31 0,-2-1-33 0,0 2-33 31,1-2-35-31,-6 3-40 0,6-4-41 0,-6 4-43 15,6-1-246-15,-6 1-567 0,2-5 251 0</inkml:trace>
  <inkml:trace contextRef="#ctx0" brushRef="#br0" timeOffset="48294.23">20180 1910 64 0,'4'0'217'16,"-4"0"-25"-16,13 3-7 0,-2 2-16 0,5 4-5 0,2 3-16 16,7 5 2-16,-2 7-15 0,3 3 0 0,7 10-9 0,-5 8-3 15,-5 3-4-15,-1-1-8 0,-9 4-13 0,-6 1-2 16,-3-3-11-16,-8 1-5 0,-1-1-7 0,-4-17-7 16,-4 2-1-16,-3-1-7 0,-6-3-2 0,-12 6-7 15,6-11-4 1,-3-4-26-16,-14 8-44 0,-5-10-62 0,1-4-86 15,-3-3-252-15,1-3-458 0,14-4 203 0</inkml:trace>
  <inkml:trace contextRef="#ctx0" brushRef="#br0" timeOffset="50758.3">20902 2115 19 0,'-28'1'127'0,"-1"4"-8"0,2-2-3 0,5 4-18 16,1-3-5-16,5 3-9 0,-2-2-6 0,2 1-10 0,6 0-4 15,0-1-10-15,5 0 3 0,-1 0-4 0,3 0-3 16,-2 0-1-16,5 0-2 0,3 0 15 0,1-1 13 0,1 0 4 15,4 2-2 1,1-4 3-16,5-2-3 0,-2 3 1 0,4-3 6 16,-4 1 11-16,4-5 7 0,1 0 4 0,-5 0 3 15,1-2 3-15,0 1-10 0,-2-2 9 0,-1 4-3 16,-2-2 0-16,-1 3-6 0,-2-1-11 0,2 1-9 16,-3 0-10-16,-3-1-13 0,-2 3-5 0,7-1-10 15,-7 1-6-15,10 4-5 0,-5 1 0 0,2 2-18 0,0 3 12 16,2 4 1-16,1 3-3 0,3 5 3 0,-4 4-3 15,3-4-6-15,-1 1 1 0,-3-5 2 0,2 6-7 16,-1 1-1-16,0-3-1 0,-3 2 6 16,2-7-6-16,-3 0-2 0,3-2-10 0,-4-2 12 0,1-5-4 15,-3 1-1-15,-1-1-1 0,1-4 3 0,0-1 11 16,-2 2 14-16,2-3 44 0,-2-2 34 0,0 4 35 0,0-4 28 16,0 0 21-16,0 0-15 0,0 0-15 0,5-11-19 0,-1 1-17 15,-2 1-11-15,6-8-12 0,-2 0-14 0,4-7-6 31,1 1-10-31,1-3-10 0,3 1-10 0,-3 0-5 16,-7 7-5-16,4 1-2 0,2 3-10 0,-4-1 0 16,-2 5-5-16,-1-3-1 0,1 7-4 0,-1-3-3 15,-3 4-23-15,2 2-35 0,-2-1-32 0,3-1-40 0,-3 3-61 16,-1 2-58-16,0 0-23 0,0 0-6 0,0 0-18 0,0 0-30 0,5 14-67 0,-6-9-293 16,5 4-719-16,-3-6 318 0</inkml:trace>
  <inkml:trace contextRef="#ctx0" brushRef="#br0" timeOffset="51246.7">21974 2227 60 0,'0'0'234'0,"0"0"-4"0,0 0 0 16,0 0-4-1,0 0 3-15,0 0-5 0,0 0-4 0,0 0-9 16,0 0-6-16,0 0-11 0,0 0-12 0,0 0-24 16,0 0-11-16,0 0-13 0,0 0-14 0,16-3-31 0,-5-2 5 15,6-1-24-15,3 3-22 0,1-1-25 0,1 3-41 16,4-3-35-16,4 1-34 0,-2-1-49 0,-9 3-55 16,1-3-67-16,-2 0-174 0,1 3-466 0,-4-3 207 15</inkml:trace>
  <inkml:trace contextRef="#ctx0" brushRef="#br0" timeOffset="51400.14">22055 2317 69 0,'-4'4'213'0,"0"-1"-3"0,-1-1 0 16,4 2 0-16,1-4 9 0,6 4-10 0,4-3-17 16,4-1-17-16,8-1-18 0,9 1-20 0,2 0-44 0,2-3-52 15,-1-2-67-15,1 0-89 0,-3-2-218 0,-2 2-360 16,0-1 160-1</inkml:trace>
  <inkml:trace contextRef="#ctx0" brushRef="#br0" timeOffset="53704.65">23075 2043 124 0,'0'-7'183'0,"0"7"-15"0,2-5-16 0,1 4-10 16,-1-2-19-16,5 1-9 0,-1 1-14 0,6-4-6 15,-1 5-11-15,3-2-2 0,-2 2-10 0,8 0-6 16,3 2-8-16,-4 0-1 0,4 3-3 0,4 3-5 16,0-3 0-16,-2 4-11 0,-8 1-2 0,0 0-5 15,-2 3 2-15,-4-3-5 0,2 3-4 0,-4 4-3 16,-4-1 1-16,0 2 1 15,-2-2-4-15,-3 2-3 0,-6-1 1 0,0 1 7 16,-2-1-1-16,-3-1 6 0,0 0 2 0,-2-1-1 16,0-1 3-16,-2-2 6 0,5-4-1 15,-4 1 3-15,2-2-4 0,1-1 1 0,0-2-1 16,4 0 3-16,3 0 7 0,-1-1 3 0,1-2 26 0,0 2 23 16,-1-2 26-16,5-1 42 0,0 0 7 0,0 0-30 15,0 0-5-15,0-13-14 0,10 4-15 0,3-4-10 0,6-9-12 16,2 3-11-16,0-3-8 0,2-2-8 0,2 2-6 15,0 0-5-15,-3 0-1 0,-2 1-9 0,1 1 1 16,-1 1-4-16,-4 6-5 0,-4-1-5 0,0 5-3 16,-5-1-2-16,-1 5 0 0,-1 0-19 0,1-2 14 15,-1 2-1-15,-2 3-26 0,1-1-14 0,-2 2-30 16,-2 1 3-16,0 0 9 16,1 9 4-16,-2-4 5 0,-1 6-1 0,-2-1 5 15,-1 2 2-15,2 5 8 0,-1 3-2 0,3 1-6 16,2 4 13-16,1-6 2 0,5 4 1 0,0-5 12 15,2 1-4-15,0-4-5 0,7-1-22 16,-2-1-25-16,4-1-38 0,1-4-38 0,-1-2-48 0,5-4-72 16,-3-2-302-16,0-4-600 0,0-1 266 0</inkml:trace>
  <inkml:trace contextRef="#ctx0" brushRef="#br0" timeOffset="54083.13">23694 1734 4 0,'1'-4'277'16,"2"-3"-24"-16,1 3-18 15,1 2-22-15,0-3-21 0,2 2-22 0,3 2-13 16,0-2-17-16,2 5-13 0,5 0-17 0,-6 2-7 16,1 0-10-16,1 6-9 0,-4-2-8 0,1 3-9 15,-1 6-5-15,-1-2-9 0,-2 3-1 0,-2-2-10 16,-3 5-1-16,2-2-2 0,-7 1-1 0,0-1-6 16,-1-2 2-16,-1-1-6 0,-2-1 0 0,4-3-5 15,-1-4 1-15,3 3-2 0,-2-8-6 0,0 4 4 0,4-3-7 16,0 0 6-16,-4 0-3 0,4-4 2 0,4 5 2 15,6-4-5-15,4-1 2 0,13 2-3 0,5-6-8 16,5 4-29-16,-1-4-43 0,3 2-62 0,1-1-66 16,-4-1-237-16,1-1-466 0,-1-2 206 0</inkml:trace>
  <inkml:trace contextRef="#ctx0" brushRef="#br0" timeOffset="54537.18">24352 2167 71 0,'0'0'165'16,"0"0"-8"-1,0 0-21-15,0 0 5 0,-5 3-17 0,5-3-20 0,0 0 1 16,0 0-16-16,0 0-7 0,0 0-14 0,0 0-3 16,0 0 2-16,0 0-10 0,0 0 7 0,0 0 4 15,0 0-5-15,0 0 6 0,0 0 7 0,0 0 2 16,0 0 10-16,0 0 2 0,0 0-4 15,0 0-3-15,0 0-10 0,0 0-4 0,22-6-14 0,-9 6-1 16,7-2-7-16,8 0-2 0,4 2-6 0,4-3-5 16,-1-2 0-16,2 3-6 0,2-2 2 0,-2 0-8 15,-5 2 3-15,0 0-5 0,-5 1-4 0,-5-1-1 16,-7 2-6-16,-1 0-1 0,-4 0-12 0,1 0-15 16,-5-2-8-16,0 2-20 0,-6 0-24 0,0 0-18 15,0 0-22-15,0 0-15 0,-20-7-10 0,10 4-6 0,-4 1-5 16,1 1-22-16,-5 1-120 0,1 0-313 0,2-1 140 15</inkml:trace>
  <inkml:trace contextRef="#ctx0" brushRef="#br0" timeOffset="54784.23">24571 2046 229 0,'-1'-4'269'0,"-1"-2"2"0,4 1-2 0,-5 1-8 15,1 1-4-15,2 3-11 0,0-7-28 0,0 7-21 0,0-5-20 16,0 5-21-16,-2-4-16 0,2 4-20 0,0 0-22 16,0 0-20-16,0 0-3 0,0 0-14 0,-1 17-5 15,2-8-1-15,-2 8-8 0,4 0-3 0,-2 7-8 0,1 4 0 16,1-2 1-16,1 0-2 0,-3 0-18 0,1 3-19 16,4-4-32-16,-2-1-28 0,-2-4-32 0,2-2-21 15,-1-1-28-15,-1-2-36 0,4-1-74 0,-4-2-182 16,-1-7-469-16,3-2 208 0</inkml:trace>
  <inkml:trace contextRef="#ctx0" brushRef="#br0" timeOffset="55469.64">24948 1970 25 0,'0'-2'304'0,"0"-3"-12"0,0 5-17 0,0-7-17 16,0 7-28-16,0-4-21 0,0 4-25 16,1-3-21-16,-1 3-11 0,0 0-23 0,0 0-12 0,0 0-17 0,0 0-18 15,14 10-16-15,-10-5-12 0,5 4-13 0,-4-2-10 16,2 3-7-16,-1-2-7 0,1 2-6 0,1-1-5 15,0 0-3-15,1 0 0 0,0 0-3 0,-2-2 2 16,0-1-4 0,-1-3 3-16,-1 2-5 0,2-3 1 0,-2 1 6 15,1-3-3-15,-6 0 5 0,9-2-6 0,-3-2 3 16,0 0-2-16,1-3 3 0,-2 2 10 0,4-4 4 16,-5 1 6-16,3-1 0 0,-4 0 12 0,5 1 1 15,-3-2 8-15,0 3 3 0,0-1-4 0,-1 1 2 16,-1 4-2-16,-2-3-1 0,4 3-6 0,-5-2-5 15,4 3-8-15,-1-1-12 0,-3 3-2 0,0 0-9 16,10 1-1-16,-10-1-7 0,6 10 0 0,-1-1-3 0,-2 1 1 0,2 9 1 16,5-2 1-16,-5 1 1 0,2 10-2 0,-1 0 4 15,2 5 2-15,-5 2 1 0,-1 2 4 0,-2 6-1 16,1-9-2-16,-1 0 4 0,0-2 0 0,-3-2-1 16,0-1 1-16,-4-3 4 0,4-7-6 0,-4 1 2 15,2-2 3-15,-1-5-6 0,-3 2 1 0,1-6-4 16,-1-1 5-16,-1-2-1 0,0-1 6 0,-2-1-6 15,-2-3 6-15,1-2 11 0,-2-1 7 16,2 0 0-16,2-5 15 16,-5-1-1-16,7-1 4 0,-2-3 7 0,3 2 5 15,2-6 10-15,2-2-5 0,4-1 13 0,5-8-21 0,3 1 0 16,4-4-9-16,7-3-7 0,9-7-2 0,2-1-6 16,2 5-1-16,-9 8-2 0,3 2-9 0,-1 1 4 15,-3 3-5-15,-3 2-1 0,-5 6-2 0,0 2 5 16,-1 2-4-16,-3 1-9 0,-5 1 2 0,1 4 2 15,-3 1-1-15,4-2-5 0,-6 3-2 0,-1 2-15 16,9-5-28-16,-8 2-33 0,-1 3-32 0,5-1-20 16,-5 1-4-16,0 0-5 0,0 0-25 0,0 0-22 0,0 0-42 15,0 13-70-15,0-13-152 0,0 0-485 0,0 0 215 16</inkml:trace>
  <inkml:trace contextRef="#ctx0" brushRef="#br0" timeOffset="55971.08">25499 1683 47 0,'3'-3'278'0,"1"1"-15"0,-4 2-15 16,12-2-26-16,-7 2-17 0,-5 0-20 0,10 0-21 16,-5 3-19-16,-1-2-17 0,2 2-12 0,-2 2-9 15,1 2-8-15,-1 0-12 0,1 3-8 0,-1 0-7 16,-1 2-9-16,-3 5-4 0,-3-5-8 0,3 5-3 15,-1-8-6-15,-2 5-3 0,2-4-6 16,1 1-1-16,-4-4-4 16,3 2 0-16,1-3-5 0,-3 0 2 0,3-3 0 0,0 2-4 15,0-1 4-15,4 1 34 0,1-2 23 0,3 2 19 16,3-2 3-16,6 1-2 0,6-3-3 16,0 3-1-16,4-4-21 0,4 0 6 0,-1-3-3 15,2 3 12-15,-4-2-18 0,4 2-3 0,-2-3-15 16,-4 2 5-16,-9 0-10 0,-3 1-8 0,-2-2-4 15,-1 1 2-15,-5 1-11 0,2-1 2 0,-4 1-6 0,-4 0-14 0,9-1-14 16,-9 1-34-16,8-2-33 0,-8 2-45 0,0 0-17 16,2 5-23-16,-2-5-50 0,-7 7-68 0,0-2-315 15,0-3-635-15,1 3 281 0</inkml:trace>
  <inkml:trace contextRef="#ctx0" brushRef="#br0" timeOffset="73822.78">3356 4246 2 0,'-1'-2'150'0,"1"2"-4"15,-2-6-5-15,0 3 0 0,2 3-1 0,0-5 0 16,0 5-6-16,-1-4 1 0,1 4 4 16,-3-3-5-16,3 3-5 0,0 0-11 0,0 0-10 15,0-5-6-15,0 5-13 0,0 0-12 0,0 0-13 0,0 0-6 16,0 0-13-16,0 0-19 0,0 0-4 0,-3 10-1 0,0 0-1 15,-1 7-3-15,-2 8-4 0,-2 4 0 0,-1 3-2 16,3 2-2-16,-7 14-1 0,4 0 5 0,0-2 1 16,3-11-4-16,1-3 2 0,-3 0 0 0,3-6-3 15,4 3 3-15,-3-11-3 0,1 1-3 0,2 0 1 16,-3-7-1-16,3 0 4 0,-2 0-2 0,3-2-4 16,-1-3 1-16,-3-1 0 15,4 0 1-15,-1-2 0 0,0 1 1 0,-2-2 4 16,3-3-5-16,3 5 2 0,-3-5 1 0,-3 5 1 15,3-5-2-15,0 0-2 0,0 4 1 16,0-4-6-16,0 0-24 0,0 0-27 0,0 0-21 0,0 0-38 16,0 0-66-16,0 0-184 0,0 0-388 0,0 0 172 15</inkml:trace>
  <inkml:trace contextRef="#ctx0" brushRef="#br0" timeOffset="74276.72">3286 4792 204 0,'-5'3'198'0,"5"-3"-6"0,-9 0-9 15,9 0-10-15,-4 1-12 0,4-1-14 0,0 0-14 16,0 0-9-16,0 0-12 0,-10 0-8 0,10 0-19 15,0 0-4-15,0 0-5 16,-5 1-9-16,5-1-7 0,0 0-6 16,0 0-5-16,0 0-6 0,0 0-10 0,0 0 3 15,0 0-5-15,0 0 1 0,0 0-7 0,0 0 4 16,0 0-1-16,0 0 9 0,0 0-8 0,0 0-2 0,0 0-1 16,0 0-6-16,0 0 1 0,25-5-3 15,-6 1 0-15,10-2-2 0,1 2-7 0,6-1 1 16,0-2 0-16,1 2-1 0,18 0 3 0,-17 0-4 0,-2-1-2 0,2 3 2 15,-3-2-4-15,-5 3 1 0,-4-1-2 0,-5 0 7 16,-6 1-6-16,-2 0-4 0,-2 1 3 0,-3 0-3 16,-2 0 14-16,1 1 12 0,0-1 9 0,-7 1 5 15,9-1 0-15,-9 1 5 0,5-2-6 0,-5 2 0 16,0 0-4-16,8 0-9 0,-8 0-16 0,0 0-23 16,0 0-22-16,0 0-18 15,0 0-34-15,0 0-21 0,0 0-28 16,-9 7-40-16,9-7-48 0,0 0-158 0,0 0-413 15,0 0 182-15</inkml:trace>
  <inkml:trace contextRef="#ctx0" brushRef="#br0" timeOffset="74894.28">4371 4607 239 0,'4'-4'244'16,"-4"2"-15"-16,1-3 0 0,-1 0-7 0,1 0-11 15,-1 1-7-15,0 0-8 0,2-1-10 0,-2 2-12 16,0 3-16-16,1-9-16 0,-1 4 6 0,0 2-13 0,0 3-11 16,-1-6-12-16,-2 2-11 0,3 4-7 15,-2-5-20-15,2 5-15 0,-8 0-11 0,8 0 3 16,-22 8-16-16,8 1-1 0,-5-4-7 0,-7 6 4 0,11-2-8 0,-8 4 9 15,0 1-16-15,6-4 2 0,1 3-3 0,-2-1-4 16,-1 3 4-16,3-1-3 0,1 0-2 0,6 1-1 16,-1-4-4-16,1-1-2 0,5 0-11 0,-1-5-6 15,0 2-5-15,2 1 5 0,2-3 2 0,1-2 4 16,0 1 2-16,0-4 2 0,5 5 5 0,4-5 3 16,0-5 3-1,5 3 0-15,3-5 4 0,1-1 0 0,-2 1-2 16,3-1 2-16,-1-3 3 0,-2 1-3 0,-2 2 5 0,0-1 2 15,-4 4-2-15,0-2 2 0,-1 4 2 0,-5-2-5 16,1 3-2-16,-1-1-1 0,1 3-3 0,0-2-9 16,-1-1 1-16,-4 3-5 0,5-2-1 0,-5 2 12 15,9 6-9-15,-5-5-3 0,1 4 3 16,5 3 4-16,-1-1-2 0,-1 2 2 0,2-1-2 0,-1 1-10 0,7-1-18 16,-3 2-15-16,3-1-28 0,0 0-29 0,2-3-37 15,0-3-50-15,1-1-59 0,-1 0-252 0,5-4-539 16,-1 0 238-16</inkml:trace>
  <inkml:trace contextRef="#ctx0" brushRef="#br0" timeOffset="75665.47">4955 4555 81 0,'0'-5'231'0,"4"-2"-6"0,-4 2-3 0,1 1-7 15,-1-1-3-15,0-1-9 0,0 1-2 16,0 5-12-16,0-6-5 0,0 1-22 0,-1 2-15 16,1 3-23-16,-7-3-13 0,7 3-10 0,-9-2-12 15,9 2-15-15,-16-2-3 0,6 4-13 0,-2 0-3 16,-1-1-6-16,-2 4-5 0,-3 6-6 0,0-1-1 0,7 0-5 0,-2 2-2 15,-2-5-6-15,2 4-9 0,-1 0-14 0,5-1-4 16,1 0-15-16,3-2-3 0,0 1-2 0,1-1-2 16,3-2 2-16,1 1 8 0,1-2-2 0,3 2 3 15,6-6 1-15,-2 0 1 0,2-1-1 0,4-1 1 16,4-4-1-16,1 1 0 0,-2-3 11 0,-1 1-9 16,0-5 1-16,0 3-4 15,2-2 3-15,-5-2 1 0,1 0 5 0,-4-1 7 16,-2 4 7-16,-3-2 15 0,4 3 18 0,-4 0 4 15,-1 3 12-15,0-2 2 0,0 2 6 0,-3 1 1 16,3 0-5-16,-4 2-10 0,0 2-5 0,1-7-12 16,-1 7-14-16,4-3-11 0,-4 3 1 15,0 0-5-15,0 0-6 0,0 0 0 0,-13 16 0 0,12-3 2 16,-3 4 0-16,-4 6-4 0,3 3 4 0,-1-1 0 0,7 0-4 16,-2 7 14-16,-3-2-13 0,4-1 2 0,-4 4-1 15,4-1-1-15,4 2 2 0,-3-3 2 0,-2 0 0 16,6-1 0-16,0-1 1 0,0 0-3 0,-1-3 4 15,0-2-4-15,-3-4 2 0,-2-3-3 0,1 0 3 16,-1 0-5-16,-2-3 1 0,-1 1-2 0,0-4 5 16,-2-1-4-16,1 0 1 15,1-1 0-15,-5-1 1 0,-1-3-1 0,-3 2 1 16,2-5 2-16,-9 3-1 0,0-4 5 0,1-1-2 16,-2-1 0-16,5-1 3 0,-3-3-5 0,1-2 1 15,5 2 2-15,4-3 3 0,-5-4-1 0,6-2 3 16,3-4-5-16,0-10-4 0,6 0-2 0,4-2-1 15,8-4-1-15,5-12 0 0,0 16-3 0,0-2 1 16,13-5 1-16,-10 7 1 0,4 6-2 0,0 1-1 0,2 1 5 16,1 1-2-16,-2 4-1 0,-2 2 6 0,-7 5 3 15,-1 1 0-15,-4 0-4 0,-1 2-1 0,-2 2 1 0,-1-1 0 16,-3 4-1-16,0-1-2 0,1 2 1 0,-3-1-4 16,-3 2-4-16,5-4-25 0,-5 4-13 0,0 0 0 15,0 0-6-15,0 0-27 0,0 0-27 16,-15 10-20-16,6-8-30 0,1 0-45 0,-1 2-256 0,-2-3-494 0,0 1 219 31</inkml:trace>
  <inkml:trace contextRef="#ctx0" brushRef="#br0" timeOffset="77389.55">5264 4518 10 0,'0'0'232'16,"9"-1"-21"-16,-4 1-25 0,-5 0-17 0,12 1-12 15,-6 2-7-15,4-3-13 0,1 5-7 0,1 7-10 16,1-3-7-16,0 1-14 0,-3 4-6 0,0-1-13 0,-1 2-7 16,0-1-2-16,-1 1-8 0,-3 2-6 0,-1-1-4 0,-3 2-3 15,2-1-7-15,-3-2-4 0,-3-3-1 16,2-1 1-16,-3 0 11 0,4-4 0 0,-4-1 6 15,4-1-3-15,-5 2 1 0,4-2 9 0,-2 0 15 16,3-2 19-16,-1 0 28 0,-2 1 22 0,3-4 26 16,0 0-19-16,0 0-20 15,0 0-6-15,-6-15-7 0,5 9-11 0,2-2-8 16,0-4-14-16,4-3-9 0,2-1-4 0,-1-2-12 16,3 2-5-16,0 0-5 0,0 2-4 0,0 0-19 15,-1 4-10-15,3-4-23 0,-1 2-17 0,-2 4-20 16,3 1-16-16,1 2-18 0,1 0-15 0,0 3-17 15,-1 0-7-15,4 0-8 0,0 0-3 0,2 2 5 16,1-3 4-16,2 2 6 0,1 1-4 0,7-2 2 0,-2 7 8 0,-7-8 6 16,-1 0 14-16,-5 1 7 0,4-3 8 0,0 1 8 15,-8-1 5-15,3 2 10 0,-4-4 23 0,0 3 26 16,-4 0 23-16,4 0 22 0,-6-1 13 16,2 1 5-16,-4-1 6 0,-1-1 4 0,0 2-2 15,0 4-6-15,-1-7-4 0,1 7-3 0,-5-6-11 0,5 6-4 16,-12-4-5-1,6 4-5-15,6 0-6 0,-17 3-2 0,7 0-6 16,-2 2-2-16,2 0-1 0,-2 1-3 0,1 8 1 16,-5-1-3-16,4 1-2 0,-1-1 2 0,2 3-5 0,1-3-4 0,0 1-4 15,2-1 7-15,0-2-2 0,7 2 5 0,-2-3-9 16,1-2-1-16,-1 0-1 0,3-4 3 0,0 3-2 16,3-2 4-16,-3-5 0 0,6 5-4 0,-2-5 6 15,-4 0 6-15,19-3 8 0,-10-2 2 0,0-1 2 16,2 0 0-16,0-1-1 0,-1-2 4 0,0-1 1 0,2-2 3 15,-3 3-10-15,-1-1 6 0,0 1 3 0,1 0 3 16,-1 1 5-16,-2 3-1 0,-2-1 9 0,0 3-7 16,-3-1-5-16,-1 4 0 0,8-5-6 0,-8 5-12 15,1-6-11-15,3 5-13 0,-4 1-21 0,0 0-24 16,0 0-4-16,9-2 15 0,-9 2-11 0,6 7 9 16,-2-3-9-16,-4 2-4 0,7-1-13 0,-1 4-6 15,4-3-5-15,-1 3 6 0,1-4 5 0,3 2 1 16,-3-2-2-16,2-1 2 0,2 0 4 0,-3-3 5 0,2 4 8 15,0-5 1-15,2 0 6 0,-2-5 5 16,-4 3 9-16,2-5 17 0,-2 0 20 0,3-1 23 16,-2 0 15-16,-2 0 15 15,-2-6 23-15,3 3 17 0,-4 1 11 0,4-2 16 16,-5 3 12-16,1-2 5 0,-1 4 12 0,0-2-5 16,-3 4 6-16,1 0-7 0,1 1-14 0,0 0-10 0,-2 2-18 15,-1 2-15-15,1-7-11 0,-1 7-19 0,2-2-31 16,-2 2-28-16,0 0-31 0,0 0-29 0,0 0 15 0,0 0-8 15,0 0 4-15,0 16 12 0,-2-4-5 0,1 1 3 16,0 3-5-16,1 0 16 0,-2-2 0 0,1-2 5 16,1 1 3-16,0-2 2 0,1 0 0 0,-2-5 4 15,2 0 2-15,-2 0 4 0,2-1-3 0,1-2 2 16,-2-3 5-16,0 7 27 0,0-5 29 0,0-2 33 16,0 0 19-16,0 0-10 0,0 0-14 0,10-9-8 15,-5 1-8-15,3-1-6 0,-2 0-9 0,2-2-7 16,1-5-3-16,3 4-7 15,-3-1 2-15,-1 3-4 0,0-1-5 0,-2 3-6 16,-1 0 2-16,-1 3-5 0,0-1-5 0,-1 1-5 16,-1 4-18-16,-1-1-16 0,3-1-27 0,-4 3-27 15,5-5-36-15,-5 5 20 0,0 0 2 16,0 0 14-16,17 10 7 0,-8-6-10 0,2 5-4 0,5 1-4 16,2 4 5-16,4 0-5 0,3 1 7 0,4-5-7 15,-2-1-8-15,0 0-8 0,1-3-3 0,4 0-3 0,-3-2-3 16,1-4-2-16,-2 2 10 0,-6-2 9 0,-1-2 11 15,-5-3 8-15,1 0 7 0,0 0 10 0,-7 0 18 16,2 0 17-16,-6-1 11 0,2-1 22 0,-3-2 13 0,-1 0 6 16,-3 2-2-16,-2 1-4 0,-2 0 3 15,-3-4-3-15,-3 5-2 0,-3-3 3 0,-7 2-6 16,6 4 2-16,-6 1 1 0,-1-1-8 0,1 1 1 0,-2 2-5 0,5 3-3 31,-2 2 2-31,3 0-4 0,3 0-18 0,2 1-4 16,1 0-5-16,1 1-4 0,3-2-3 0,1-1 3 15,3 3-1-15,1-2 4 0,1 0 5 0,3-1 2 16,5-1 3-16,5 0-1 0,-2-2-6 0,3-2-3 16,1-2-2-16,4-1 5 0,-4 0-6 0,2-3 1 15,1-2 4-15,-10 3-1 0,8-5 4 0,-6 0 3 0,6-1 2 16,-6-2 3-16,-3 4 0 0,0-2 15 0,-3 2 3 16,0 4 10-16,-4-4 7 0,3 2 9 0,-4 2 0 0,3 0 3 15,-3 0-1-15,1-1-4 0,-5 2-10 0,4 4 1 16,0-4-3-16,0 4-6 0,0 0-8 0,0 0-2 15,-14 10-2-15,13-1 1 0,-7 3-3 16,4 6 4-16,-1 9 1 0,-4 5 1 0,8-3 0 0,1 3-3 0,-3 2 9 16,2 1 4-16,5 10-12 0,-4-9-6 0,5-2 8 15,-1 2 0-15,-2 0-3 0,5-2 4 0,-2-2-1 16,-1 2 2-16,0-8-1 0,-3 4 1 0,-1-5 1 16,-1-7-3-16,1-1-1 0,-3-4-2 0,-1 3 3 15,2-7 4-15,-5 1 5 0,2 0-5 0,0-4 4 16,-5 2 3-16,-2-4-4 15,1 1 11-15,-2-2 11 0,-7-3 1 0,2-3 9 16,-1-3 16-16,1 1-1 0,0-3 5 0,0 1 16 16,4-6 3-16,-1 0 3 0,3 0 0 0,0-4 5 15,5-1-9-15,2-9-6 0,2-3-10 0,3 1-11 16,8-7-11-16,6-10-13 0,-1 13-12 0,10-9-3 16,2-1 8-16,-7 15-20 0,5 0 13 0,1 2-10 15,12-7 4-15,-9 12-6 0,0 3 0 0,0 0-10 0,-1 1 5 0,0 2-6 16,-3 1 15-16,-6 6-8 0,-6-1 3 0,-1 4-1 15,1 0 1-15,-4 0-11 0,1 0 10 0,-3 3-3 16,0-1 6-16,-5 3-2 0,5-2-1 0,-5 2-12 16,5-5 14-16,-2 1-10 0,-3 4-6 0,0 0-2 15,0 0-22-15,6-1-15 0,-6 1-16 0,0 0-18 16,0 0-30 0,0 0-12-16,0 0 11 0,0 0-16 0,0 0-25 15,0 0-34-15,-2 12-46 0,2-9-61 0,0-3-206 16,0 0-546-16,0 0 242 0</inkml:trace>
  <inkml:trace contextRef="#ctx0" brushRef="#br0" timeOffset="77902.82">7112 4619 4 0,'-4'4'192'0,"4"-4"0"0,0 0 6 16,0 0-7-16,0 0-3 0,0 2-5 15,0-2-4-15,0 0-3 0,0 0-15 0,0 0-8 0,0 0-22 16,22-6-13-16,-12 0-11 0,4 1-3 0,0-2-10 16,4-2 3-16,-3 1-3 0,2-4-1 0,-2-3-5 15,6-4-3-15,-6 7-6 0,4-8-7 16,-5 6-3-16,-1 0 6 15,-4 3 3-15,1 1 7 0,-5-1 7 0,2 4 9 16,-2-2-2-16,-1 2-3 0,-3 1-3 0,-1 1-6 16,0 0-16-16,-1 1-11 0,-6 1-9 0,2 1-8 15,-4 2 10-15,-6 2-32 0,-2 3 7 0,-1-2-5 16,1 6-7-16,0 1 1 0,-1 0-6 0,0 10 4 16,-2 1-7-16,7 2 2 0,-5-1-5 0,8 1 2 15,1-5 2-15,5 0-3 0,4-1 5 0,0 0 1 0,8-3-4 0,-1 1 10 16,6-1-7-16,4-2 1 0,2-3 3 0,7-1-1 15,2 1 3-15,1-1-1 0,3-5 4 0,-3 2 11 16,1-3 7-16,-3 0 6 0,-11-2 1 0,3 0 10 16,-5 0 11-16,-2 0 10 0,-6 0 3 0,1 0 8 15,0 0-7-15,-2-2-3 0,-5 2-7 0,8 0-9 16,-8 0-5-16,0 0-12 16,0 0-21-16,10-2-29 0,-10 2-34 0,0 0-49 15,7-2-76-15,-7 2-65 0,0 0-52 16,0 0-66-16,0 0-358 0,-13-11-764 0,12 6 337 15</inkml:trace>
  <inkml:trace contextRef="#ctx0" brushRef="#br0" timeOffset="78355.45">7716 4051 15 0,'0'0'298'0,"2"-5"-2"15,-2 5-8-15,0 0-11 0,0 0-18 0,1-1-28 0,-1 1-18 0,0 0-24 16,0 0-23-16,0 0-11 0,0 0-28 0,0 0-22 15,0 0-37-15,0 0-8 0,0 0-9 0,0 0-3 16,-4 15-1-16,3-4-21 0,-6 3-20 0,1 1-22 16,-3 3-23-1,0 7-37-15,0-5-38 0,3-3-55 0,-3-2-250 16,2 1-453-16,4-4 201 0</inkml:trace>
  <inkml:trace contextRef="#ctx0" brushRef="#br0" timeOffset="78750.53">8100 4334 243 0,'0'0'230'16,"0"0"-14"-16,0 0-19 0,0 0-11 0,0 0-18 15,0 0-15-15,0 0-12 0,-8 7-14 0,-1-3-10 16,-1-2-8-16,1 2-11 0,-1 0-12 0,1 2-9 16,0 0-9-16,-1-2-8 0,2 5-8 15,-1-1-4-15,1-1-3 0,-1 3-9 0,7-1-2 0,-2 2 0 16,4 3-7-16,0-1 3 0,5 3 1 0,4 1-3 15,-3 0-4-15,10 7 4 0,-1-8-4 0,3 4 1 0,0 0-8 16,2-3 0-16,-6-3 0 0,0 1-5 0,0-2 1 16,-6-3-3-16,2-2 2 0,-3 1-3 0,-5-4 5 15,0 3-6-15,-2-1-3 0,-7 2-4 0,-4-3-15 16,-12 4-45-16,-8-5-64 0,-6 2-117 0,-1-3-168 16,-2-1-440-16,4-6 196 0</inkml:trace>
  <inkml:trace contextRef="#ctx0" brushRef="#br0" timeOffset="-53839.92">9513 4349 34 0,'0'-4'160'0,"0"4"-23"0,0-7-11 0,0 7 2 16,1-5-12-16,-1 5-7 0,-1-5-8 0,1 5-5 16,0-4-32-16,0 4 25 0,1-7-5 0,-1 7-6 15,0-6-4-15,0 3 3 0,0 3-3 0,-1-7-3 16,1 5 4-16,-1-2-5 0,-2 0-6 0,3 4-6 15,-4-5-11-15,-1 3-3 0,1 0-7 0,-1-2-1 16,-4 1-7-16,-1 3-4 0,0-1-4 0,0 1 0 0,-2 3-4 0,-1-2 0 16,-2 3-6-16,-3-1 0 0,1 2 1 0,-2 1-4 15,3 1 1-15,-5 3-1 0,-3 5-2 0,2-1 1 16,4-2-4-16,-6 5 1 0,10-3 1 0,-5 6 4 16,6-7-6-16,2 4-1 0,-1-3 6 15,4 3-6-15,2 0 0 0,0-3-1 0,3 2 6 0,3-3-1 16,0-1 5-1,0 0 0-15,3-4 4 0,1 4 3 0,2-3 3 16,0-1 5-16,2-2 7 0,1 0 6 0,4-2 9 16,-2-1-6-16,3-5 6 0,-1 1-1 0,1-1 4 15,3-3 1-15,3-1 0 0,-6-2 3 0,4-1 4 0,-4-2-3 16,4-1 3-16,-1 0 3 0,2-5-7 16,-6 2 14-16,2 1 2 0,-5 0 10 0,4-1-3 15,-5-2-1-15,1 3 5 0,-1 4 8 0,-4-1 5 0,0 0-4 0,1 0 6 16,-2 2 8-16,-1 0-6 0,0 5 9 0,1-2 5 15,-2 0-3-15,-1 2-8 0,2-1-4 0,-2 1-13 16,2 0-10-16,-3 4-10 0,1-4-5 0,-1 4-9 16,0 0-7-16,1-4-11 0,-1 4-13 0,3-2-28 15,-3 2-25-15,0 0-21 0,0 0-10 0,0 0 4 16,0 11 9 0,-3-4 10-16,3 2 0 0,-1 2 1 0,1-1 8 0,0 2 8 15,-4 0-2-15,3 1 6 0,1 2-3 0,-3 0 4 16,2-4 8-16,1 1-4 0,0 0 4 0,0 1 6 15,0-2-10-15,0 0-7 0,1-3 19 0,-1 1-8 16,3-3 5-16,-3 0-5 0,0-1 8 16,0-2 3-16,0-3-1 0,0 7-1 0,1-4 4 0,-1-3-9 15,0 5 12-15,0-5 17 0,0 0 11 0,3 2 7 0,-3-2 0 16,0 0 8-16,5 1-1 0,-5-1-1 0,18-8-3 16,-8 4-9-16,9-2 8 0,-2-2-26 0,10-4-61 15,-2 0-73-15,2 3-74 0,-3-4-92 0,2 0-116 0,-3 0-247 16,-4 4-702-16,-1-3 311 0</inkml:trace>
  <inkml:trace contextRef="#ctx0" brushRef="#br0" timeOffset="-50638.48">9927 4235 4 0,'0'0'245'0,"-3"-4"-16"31,3 4-16-31,0 0-18 0,0 0-23 0,-1-5-17 0,1 5-22 15,0 0-8-15,0 0-17 0,0 0-16 0,0 0-9 16,-5 13-7-16,2-2-10 0,2-4-7 0,-4 6-6 16,5-1-7-16,-4 5-3 0,3 0-6 0,-3 0-3 15,2 1-6-15,-1 2-1 0,2 0-2 16,-1 0-4-16,2-3 1 0,0 1-3 0,0-1-1 0,0 0 1 16,4 0-3-16,0-3-3 0,-3-4 2 0,2 0-1 0,0-3 20 15,-1 5 11-15,3-6 12 0,-4-1 20 0,2 1 16 16,2-2 22-16,-1-1 9 0,1-2 17 0,-5-1-3 15,11 0 6-15,-11 0 2 0,20-8 0 0,-10 2-4 16,-1 0-9-16,5-6-10 0,0 2-10 0,-5-2-10 16,4-2-10-16,-3 2 2 0,2-3-6 0,-1-2-5 15,-5 3-9-15,3 0 0 0,-1 0 5 0,-2 1-3 0,-1 2-10 0,-1 0-8 16,0 0 11-16,0 2-5 0,-1-2-4 0,-5 2-4 16,6 0-3-16,-3 4 3 0,2-2 4 0,-3 3-3 15,1 0-3-15,1 0-5 0,1 0-6 0,-3 4-7 16,1-5-4-1,-1 5-11-15,0 0-5 0,0-5 1 0,0 5-5 16,0 0-24-16,3-3-7 0,-3 3-11 0,0 0-12 16,0 0-17-16,0 0-13 0,0 0-15 0,0 0-25 15,0 0 3-15,0 0 5 0,0 0 16 0,-3 17 11 0,2-9 8 16,-2 4 7-16,1 0 2 0,1-2 9 0,1 2 6 16,0 0 15-16,-3 1-6 0,6 0 3 15,-3-1 1-15,0-1 8 0,0 0 4 0,6 0 1 16,-5 0 1-16,3-2 5 0,0-1 12 0,0 1-2 15,3-1-1-15,-1-2 4 0,4-2 2 0,3 3-3 0,-2-2 11 0,6-4-11 16,2 4-19-16,0-2-32 0,0-1-41 0,-1-6-45 16,0 1-51-16,0 0-63 0,0-2-61 0,1-3-273 15,-5 0-634-15,-1 3 281 0</inkml:trace>
  <inkml:trace contextRef="#ctx0" brushRef="#br0" timeOffset="-49809.65">10722 4352 270 0,'1'-1'330'0,"0"-3"-9"0,2 2-9 0,0-2-6 16,-3 4-15-16,3-6-18 0,-3 6-18 0,0-2-31 16,0 2-26-16,0 0-14 0,0 0-20 0,3-3-21 15,-3 3-17-15,0 0-40 0,0 0-22 0,0 0-6 0,0 0-9 16,-10 11-4-16,2-2-2 0,-1 0-10 0,-4 3 4 0,2 3-4 16,-1-1-2-16,-3 3-7 0,2-2-9 15,-6 5 1-15,5 1 3 0,-3 1 1 0,7-5 1 16,-4-1-1-16,2-2-6 0,3 2 3 0,-2-2-2 15,3-6-1-15,3 2-3 0,-1-1-14 0,0-5 0 16,2 1-3-16,0-2-5 16,1 2 6-16,-1-1 5 0,4-4 14 0,-5 1 3 15,5-1-19-15,-5-5 1 0,1-2-1 0,2-1-1 16,1-6-3-16,-1-2 3 0,0-2 3 0,2-1 0 16,-2-1 0-16,2-7-3 0,0 1 10 0,0 7 6 15,2 1 23-15,-2-1 18 0,0 7 19 0,0 0 3 16,1-1 21-16,0 4 15 0,-1 1 3 0,0 2-8 15,0-1-9-15,2 2-11 0,-4 2-14 0,4-2-13 0,-1 3-6 0,-1 2-17 16,1-5-15-16,-1 5-23 0,0 0 1 16,0 0 1-16,10 12 1 0,-3-7-4 0,-1 6 2 15,7 2 0-15,-2 2 5 0,2 0-3 0,6 4 0 0,3 1 3 16,-3 1 1-16,3-2-15 0,2 2-17 0,2-1 3 16,-4-1-15-16,2-4-10 0,0-1-14 15,0-4-10-15,3 0-16 16,-9-3-13-16,4-4-4 0,-2 1-1 0,-3-4 0 15,2-1 6-15,0-2 2 0,-2 0 10 0,1-3 6 16,-3-1 12-16,2-6 8 0,-5 3 3 0,2 0 18 16,-5 1 16-16,3-4 17 0,-6 1 12 0,3 0 21 15,-5 3 26-15,1-3 24 0,2 4 18 0,-2 1 11 16,-4 0 15-16,4 0 16 0,-1 1-2 0,0 0-4 16,-3 3-11-16,-1 0-8 0,0 3-11 0,4-6-13 0,-3 5-11 0,2-3-13 15,-3 4-6-15,0 0-6 0,1-3-10 0,-1 3-4 16,0 0-8-16,0 0-14 0,0 0-22 0,0 0-18 15,0 0 6-15,0 0-1 0,3 10 9 0,-2-5-4 16,-1 2 4-16,-1 2-2 0,1 0 4 0,1 2 3 16,-1 2 1-16,1-3 0 0,0 3 1 0,-2-6 10 15,2 5-8-15,-1-4 1 0,0 2 1 0,0-3 2 0,0 0-7 0,2-3-9 16,-4 0-14-16,2 1-7 0,0-1-5 0,0-4 6 16,0 7 0-16,0-7 6 0,0 3 4 0,0-3 0 15,0 0-5-15,0 0 10 0,0 0-89 0,0 0-64 16,0 0-31-16,-6-17-23 0,2 7-53 0,4-2-60 15,-5-6-262-15,4 1-652 0,-2-1 289 0</inkml:trace>
  <inkml:trace contextRef="#ctx0" brushRef="#br0" timeOffset="-49662.51">10997 4187 251 0,'-3'-4'328'15,"0"1"8"-15,2-3 4 0,-3 3-3 0,3-2-6 16,1 5-11-16,-3-3-49 0,3 3-26 0,-1-5-8 15,-1 3-29-15,2 2-17 0,0 0-26 0,0 0-16 0,0 0-45 16,-2-5-54-16,2 5-46 0,0 0-11 0,0 0-54 16,-2 15-56-16,-2-9-81 0,3 2-107 0,-4 0-226 15,-2 0-573-15,3-3 254 0</inkml:trace>
  <inkml:trace contextRef="#ctx0" brushRef="#br0" timeOffset="-47112.53">11318 4521 121 0,'-9'-5'152'0,"9"5"-5"0,0 0-3 0,0 0-6 16,0 0-3-16,0 0-9 0,0 0-3 0,0 0-4 0,0 0 1 0,0 0 4 0,0 0-8 15,0 0-1-15,0 0-10 16,11-9-13-16,-7 7-7 0,1-2 11 0,-1 2-6 0,6-5-7 15,-3 2-2-15,0-2 6 0,1-2-3 0,2 1-1 16,-1-6-3-16,1-3 2 0,0 3 1 0,-1-4-5 16,4-3 9-16,-3 3-3 0,-1-8 0 15,-3 2-11-15,3-3-4 0,-4 1 1 0,3 1-8 16,-7-1 2-16,2 1-5 0,-3 6 12 0,0-1-12 0,1 4 5 16,-2 0 13-16,1 4 5 0,-4 1-4 0,4 2 4 0,-4 1-6 15,3 3-22-15,1-2 5 0,-3 2-9 0,3 2-14 16,0 3-29-16,-1-5-34 0,1 5-11 0,0 0 6 15,0 0 0-15,-13 18-20 0,8-6 5 0,-2 6 4 16,-5 5 4-16,3 2 6 0,1 3 3 0,3-3 3 16,0 1 1-16,2 3 5 0,1-5 3 0,7 1 3 15,-5-6 6-15,5 8 3 16,2-9-3-16,-1 0 6 0,8 6 0 0,-5-11-2 16,0-3 6-16,4-2 0 0,-2 2-1 0,1-4 4 15,6 0-1-15,1-3 4 0,-1-3-3 0,2 0 4 16,2-7 2-16,-3 2 8 0,2-3 1 0,-1-1 4 15,3-3 0-15,0-3 11 0,-8 1 2 0,2 1 8 16,-3 1 8-16,0-3 3 0,1 1-1 0,-8 5 11 16,2-2-4-16,-4 2 20 0,0 1 19 0,0 3-9 0,-1-1-7 15,-3 2-10-15,2-1-13 0,-1 2-2 0,-2 3-13 16,3-4-9-16,0 2-21 0,-3 2-25 0,0 0-16 0,0 0-18 16,0 0 0-16,0 0 6 0,2 11-4 15,-3-1 8-15,2-2 5 0,-1 3 2 0,0-2 1 16,-1 3 4-16,0-2 10 0,2 2 4 0,0 0-5 15,2-2 11-15,-2 2-4 16,2-3 1-16,-2-1-1 0,-1 0 2 0,1-1-8 16,-1-3-14-16,0 1-1 0,1-2 5 0,-1-3 0 15,-2 5 5-15,2-5 3 0,5 5-1 0,-4-4 6 16,-1-1-3-16,0 0-61 0,0 0-65 0,0 0-42 16,1-15-40-16,-2 5-46 0,2-3-70 0,-1-4-205 15,0-3-585-15,2-3 258 0</inkml:trace>
  <inkml:trace contextRef="#ctx0" brushRef="#br0" timeOffset="-46974.46">11789 4060 17 0,'-3'-4'264'0,"1"-1"4"15,2 3-18-15,0 2-18 0,-2-4-25 0,2 4-21 16,-2-3-22-16,2 3-23 0,0 0-12 0,0 0-13 0,0 0-10 16,0 0-16-16,0 0-30 0,10 9-32 0,-4 0-37 0,-1-1-43 15,2 3-34-15,1-1-46 0,3 3-199 0,-5-3-356 16,5 2 158-16</inkml:trace>
  <inkml:trace contextRef="#ctx0" brushRef="#br0" timeOffset="-46404.72">12346 4286 95 0,'4'-6'233'0,"-3"0"10"0,3 0-5 15,-3 1-3-15,3-1-4 0,-4 1-10 0,0-2 1 16,4 3-4-16,-3 1-5 0,-1-1-7 0,0-2-19 15,0 6-15-15,3-4-17 16,-3 4-20-16,0 0-20 0,-4-6-15 0,4 6-12 16,-13 3-10-16,4 1-9 0,-5 1-7 0,2 3-3 15,-3-1-19-15,-3 6 0 0,3 0 1 0,0 0-8 16,-7 3-5-16,8 0 1 0,-2-2 1 0,5 1-3 16,-4 6-4-16,6-6-17 0,-4-1-3 0,8-3-3 15,0 4-4-15,-2-4 1 0,7-3-5 0,-1 1 0 16,1-2 13-16,0-2-10 0,0 0 2 0,5-1 3 0,-1-4 2 0,-4 0 4 15,18 0 0-15,-8-4 0 0,3 1 3 16,1-2 4-16,1-4-1 0,1-1 3 0,0-1-1 0,1 0 1 16,-3-1-1-16,1 0-3 0,-1 2-7 0,3-2 13 15,-8 5 2-15,2 0 7 0,-3 1 2 0,-3 4-1 16,-1-2-1-16,1 0-12 0,-1 1 1 0,1 0 10 16,-5 3-14-16,4-2-8 0,-4 2 1 0,6-1 0 0,-6 1-8 0,0 0 2 15,8 3 5-15,-3 1-2 0,0 2-1 0,1 0 0 16,0 0 2-16,0 4-18 0,2-3-6 15,1 2-11-15,-3-1-20 0,2 1-15 0,6 1-22 16,-7-2-28-16,4-1-26 0,-1 0-33 0,-1 2-34 16,1-4-40-16,-3-2-251 0,1-2-545 0,-3-1 241 15</inkml:trace>
  <inkml:trace contextRef="#ctx0" brushRef="#br0" timeOffset="-45988.32">12603 4245 2 0,'4'-2'234'0,"-4"2"-23"0,10-4-12 0,-5 3-23 15,0 1-14-15,3 0-9 0,-8 0-24 0,12 0-10 16,-4 3-15-16,-1-1-6 0,2 3-3 0,1 0-10 0,-1 2-5 15,-2 0-8 1,2 1-6-16,-4 2-3 0,2 1-8 0,-1 1-1 16,1 3-6-16,-5-4-5 0,4 6-2 0,-3 0-2 15,-2-1-4-15,-1 0-5 0,0-2 1 0,0-1-5 16,-1-3-1-16,1-1-4 0,-3-1-2 0,3 1-3 16,-1-4 4-16,1 0 21 0,0 0 22 0,0-1 30 15,0-4 33-15,0 3 26 0,0-3 50 0,0 0 23 16,0 0 35-16,0 0-17 0,0 0-29 0,0 0-21 0,9-17-19 0,-4 7-18 15,3-5-15-15,2 0-21 0,-1-2-5 0,9-5-15 16,-4 0-15-16,1 0-10 0,-4 7-9 0,-1-4-6 16,1 7-5-16,-2-2-12 0,-4 4-10 0,2 2-5 15,-2 1-12-15,0 2-17 0,-3 0-29 0,1 1-32 16,0 1-50-16,-1-1-39 0,-2 4-41 0,3-4-40 16,-3 4-8-16,0 0-20 0,6 7-24 0,-6-7-25 0,5 8-318 15,-5-3-678-15,0 0 301 0</inkml:trace>
  <inkml:trace contextRef="#ctx0" brushRef="#br0" timeOffset="-45387.52">13035 4213 278 0,'1'-4'319'15,"-1"4"-21"-15,4-7-31 0,-3 6-23 0,-1 1-32 16,0 0-15-16,3-2-31 0,-3 2-11 0,0 0-19 15,0 0-26-15,5 8-6 0,-3-3-11 0,1 1-12 16,1 3-10-16,0 2-16 0,-1 1-6 0,4-2-6 16,-2 2-10-16,0-2-12 0,0 1-7 0,0-1-5 0,0 0-5 0,2-2 1 15,-4-1 0-15,1-2 0 0,0 0 0 0,0 2 3 16,-1-6 0-16,0 0 1 0,4 1-3 0,-7-2 3 16,10-4 10-16,-5-2 6 0,4 0 6 0,-1 1 2 15,-2-5 12-15,3 3 2 0,-2-1 5 16,1-2-1-16,0 2 1 0,1 0 3 0,-4-1 1 0,3 2-2 15,-2 1 5 1,-2 1-5-16,0-1-9 0,0 3-3 0,-3 0-11 16,4 0-9-16,-5 3 1 0,0 0-15 0,13 3 3 15,-8 2-5-15,3 2-2 0,0 0-6 0,1 7-3 16,-2 1 5-16,1 2 0 0,0 3 3 0,-2 8-7 0,-4 0 1 16,1 3 2-16,-6 5 4 0,-1 10-3 0,2-9 6 15,-4-2 1-15,-2-3 4 0,1 2-9 16,1-1 5-16,-4-7-2 0,0 2 1 0,-2-4-4 0,3-8 0 0,0 1 5 15,3-4 6-15,-2-3 7 0,-1 0 19 0,3-1 15 16,-2-4 36-16,3-2 24 0,-4-2 36 0,5-1 10 16,4 0 5-16,-9-6 5 0,4-1-4 0,2-4-8 15,6-6-17-15,-2-1-20 0,11-11-17 0,3-3-25 16,13-14-22-16,2 3-26 0,4 0-18 0,3 3-9 16,-1-1-8-16,1 6 1 0,-10 10 3 0,1-1-5 0,-1 3-2 0,0 3 3 15,0 2 1-15,-3 3-5 0,-7 1 4 0,-1 5 4 16,-2 1-3-16,-4 1-6 0,-2 4 2 0,-3-2-2 15,0 3-2-15,-1-1-3 0,0 1-15 0,2 0-13 16,-3 0-17-16,-3 2-20 0,0 0-27 0,6-1 7 16,-6 1 17-16,0 0-5 0,0 0-24 0,-9 12-26 15,3-8-31-15,1 1-41 16,-3 1-45-16,3-2-76 0,-9 1-313 0,8 0-696 16,-1-5 307-16</inkml:trace>
  <inkml:trace contextRef="#ctx0" brushRef="#br0" timeOffset="-42650.02">14686 4334 55 0,'0'0'144'0,"0"0"-17"16,0 0-8-16,0 0-11 0,0 0 3 15,0 0 1-15,0 0-11 0,0 0-16 0,0 0-6 0,0 0 0 16,20-2-11-16,-8 0-11 0,0-3-5 0,6 4 0 16,4-3-5-1,-4-3-10-15,2 5 0 0,8-6-2 0,-2 0-5 16,-2-1-6-16,3-2 7 0,-8 3-1 0,0-2-5 15,7-4 2-15,-9 4 8 0,-2-2 2 0,3 0 4 0,-3-2 6 16,-3 2 10-16,-1-1 10 0,-2 5 4 0,-4-5 4 16,0 5-10-16,-1-1-8 0,-3 4 0 15,-1-2-8-15,-2 0-4 0,-1 3-9 0,-4 0-3 16,-6 2-5-16,-4 2 4 0,-2 2-10 0,-9 5-3 0,0 1-2 0,-3 2-2 16,-1 5-2-16,0-1-3 0,2 5 1 0,0-1-6 15,3 0 2-15,2 2-6 0,3-1 5 0,4 2 1 16,4 0-1-16,4-3 0 0,6-3-4 0,2 3 7 0,4-2 0 15,7-2 2-15,5 1-8 0,14 0 10 0,2-1-2 16,5-5 0-16,3-1 1 0,15-2-3 0,-2 0-1 16,3-3 1-1,2-3-3-15,-3-2 2 0,4-2-1 0,0 1 0 16,-7-1-4-16,-11-3-1 0,-5 5 4 0,-2-3-2 16,-5 0 6-16,-9 2 8 0,-4-1 28 0,-1 2 19 15,-3-1 15-15,-2 1 9 0,-2 1 19 0,-1 1-11 16,0-5-21-16,-2 3-10 0,-3 2-15 0,0-5-14 15,-1 0 0-15,-2 1-25 0,0 0-13 16,1 0-17-16,-1-1-23 0,1 2-24 0,-2 2-23 0,0-2-26 0,0 1-18 0,-1-1-31 16,1 0-30-16,4 3-36 0,-5-5-196 15,1 3-460-15,4 2 204 0</inkml:trace>
  <inkml:trace contextRef="#ctx0" brushRef="#br0" timeOffset="-40976.17">15734 4100 281 0,'2'-8'317'0,"-1"1"-14"0,2 0-11 0,-1 2-7 16,-2 0-13-16,0 1-26 0,0 0-28 0,0 4-21 15,3-4-24-15,-3 4-23 0,0 0-15 0,0 0-25 0,0 0-10 0,0 0-9 16,0 0-10-16,1 17-8 0,0-5-5 0,-1 3-18 15,0 5-1-15,0-1-3 0,0 8-2 0,-1-1-2 16,0 0 2-16,2 1-4 0,-2-6-14 0,2 5 2 16,0-2 3-16,1-5-7 0,-1 1-5 0,0-4 9 15,-1 4-11-15,4-4-8 0,-4-2 7 0,3-3-1 16,-2-2-10-16,2-4 10 0,-1 2-5 0,-1-1 1 0,-1-2 13 16,3 0-9-16,-3 0 8 0,0-4 17 0,0 4 32 15,0-4 41-15,1 5 16 0,-1-5 20 0,0 0 18 0,0 0-19 16,0 0-32-16,9-17-18 0,-4 7-15 0,-1-6-10 15,3 1-35-15,0-4-29 0,2-6-13 16,-4-2-17-16,0 1-2 0,-1 0-9 0,0 2-3 16,-4 5-4-16,-4-4 3 15,3 4-4-15,-4 1 2 0,-3 2 5 0,0-1-3 0,-3 3 0 16,-1-1 2-16,-2 4-5 0,0 1 7 16,-2 2 2-16,0 2-1 0,-3 2 5 0,-4 4 9 15,-4 0-9-15,6 4 2 0,-9 2-1 0,2 3 18 16,5 2-18-16,-2 1 19 0,8 0-12 0,-1-2-22 15,4 2 3-15,-1 2-15 0,3 0 7 0,2 0 2 16,1-1-2-16,7-4 5 0,-1 1 3 0,2-2 0 0,2-1 9 0,4 3 3 16,4-3 0-16,2-2 7 0,9-1 4 0,-1 0-1 15,12-4 0-15,0-1 2 0,4-2-3 0,-3-1 0 16,5-5 5-16,-4-2-4 0,-2-1 0 0,-1-3 3 16,1 1-2-16,-4-2 5 0,-4-1 8 0,0 0 13 15,-4 4 11-15,-7 0 13 0,2 0 29 0,-3 2 19 16,-2 0-12-16,-1 1 20 15,-2 3 13-15,-1-1 15 0,-1 4 1 0,0-1-13 16,0 2-13-16,-1-2-14 0,1 4-5 0,-4 1-15 16,4-4-16-16,-4 4-26 0,3-3-24 0,-3 3-32 15,0 0-1-15,1 11 8 0,-1-3-3 0,0 4 11 16,-1 3 0-16,1 1 7 0,1 3 0 0,-1 2-2 16,1 2 5-16,1 3 1 0,0-9 0 0,0 1 4 15,1-1 3-15,1 0-2 0,1-2 3 0,0-4 7 0,0-1-2 16,-1-2-2-16,0-2 14 0,0-2-7 0,1 0 10 0,4-1 8 15,-4-2 8-15,8-4-3 0,-3-1-3 0,3 2-2 16,1-6-2-16,3-4-2 0,-4 2-2 16,0-1-1-16,7-8-10 0,-4 1 7 0,2-2 4 15,-6 6-1-15,-1-3-9 0,-1 2-4 0,-1 6 0 16,-3 0-3-16,0 1 1 0,-2 2 5 0,-1 0-15 0,1 4-8 0,-4-2-19 16,4 1-15-16,-4 0-31 0,0 3-27 0,4-2-28 15,-4 2 15-15,0 0 6 0,0 0 14 0,1 12-9 16,2-4-6-16,-2-2 1 0,7 5 3 0,1-1 10 15,2 2-2-15,7-1-14 0,9 0-13 0,1-2-5 16,0 2-2-16,5-5 7 0,-6-2 7 0,4-2 9 16,-4-2 14-16,-4 0 7 15,-3-5 13-15,-2 2 26 0,1-4 27 0,-2 2 31 16,-7-2 22-16,0 0 26 0,-3-2 23 0,0 1 4 16,-3-4 10-16,-3 5 23 0,1-5-3 0,-4 3-1 15,1 1-17-15,-1 3-3 0,-2-1-5 0,-2 0-20 16,0 1-6-16,-1 3-8 0,-4 0-10 0,0 2-3 15,-6 4-3-15,3-1 1 0,-1 4-9 0,-3 0-2 16,4 4-3-16,-1 0 2 0,-1 4-10 0,1-2 2 0,2 2 5 16,-1-1-3-16,5-1 8 0,0 1-9 0,2-6-5 15,2 2-1-15,1-5-13 0,1-1 6 0,1 1-4 0,0-1 6 16,2-1 15-16,0-3 18 0,0 0 3 0,13 0 3 16,0-3-2-16,2 0-8 0,3-3 1 15,-1-1-14-15,2-1 8 0,0 0-10 0,3-5-5 16,-2 5 4-16,0-2-3 15,5 1 2-15,-6 0-7 0,1 2-3 0,-2 2-2 16,0-5-2-16,-6 8 3 0,-1-1-10 0,-2 3 11 16,5-2-8-16,-5-1-16 0,3 3 6 0,-1 3-4 15,1-1-7-15,-1 1-6 0,1-2 0 0,-2 4-1 16,-1 2 0-16,1-2 6 0,0 1 1 0,1 0-10 16,1-1 6-16,-1-2-1 0,1 2 3 0,-3-1 7 0,0 0-1 15,0-3 2-15,0-1-3 0,0-1 3 0,-1-3 5 0,-1 0-4 16,2-4 7-16,-1-1 7 0,1-4 3 0,1-1 6 15,-2-5 8-15,-2 2 5 0,-1-2 13 0,3-10 1 16,-2 2-1-16,2 1 1 0,1-6 4 0,0 1 6 16,-3 2-13-16,-1-3 6 0,2 6 10 0,-3 1 9 15,3 8 11-15,-7 5 6 0,3 1 1 0,-1 1-17 16,-2 4-9-16,4 1-14 16,-4 1-26-16,0-1-40 0,0 5-45 0,0 0 0 15,0 0 12-15,0 0 6 0,0 23 11 16,-2-3 0-16,-4 7 7 0,0 4 9 0,1 1-4 15,-1 1 13-15,1 1 13 0,-1 1-6 0,0-2 0 0,2-1 2 16,1-2 2-16,0-10-6 0,0-2-3 0,2-2-1 16,0-3 7-16,-1-3-3 0,1 0 7 0,0-4 0 15,-2-1 7-15,5 1 16 0,-5-5 32 0,3-1-10 0,0 0-2 16,-11 0 7-16,4-4-12 0,2-1-2 0,-4 0-6 0,2-3-1 16,-1 0-1-16,4 3 5 0,-1-6 3 15,1 7-4-15,0-1-13 0,3-1-6 0,-2-1-14 16,7 3-23-16,-1-3 2 0,3 0 2 0,6 0-6 15,6-1 0-15,1 3-2 0,6 0 1 0,5-1 4 16,-1 0 6-16,4 4 0 0,2-3 6 0,-3 2-3 0,-2-3 5 0,0 3 1 16,-10 1 2-16,1-1 7 0,0-1 11 0,-4-1 11 15,-2 3 21-15,-2 1 18 0,-4-2 23 0,1 1 16 16,-3-1 5-16,-1 2-8 0,-2 0-13 0,-4 1-1 16,9-3-9-16,-9 3-13 0,6-1-5 0,-6 1-10 15,0 0-18-15,7 0-19 0,-7 0-6 0,1 5 1 16,0-1-1-16,-1 2-1 15,0 2 5-15,0 3 1 0,-1-1 4 0,1 4 1 16,1-4-5-16,-2 1 8 0,2 1-3 0,0-2-16 16,-1 2-17-16,2-3-19 0,-2-1-11 0,0 0-22 15,0-3-18-15,0 2-2 0,0-3-4 0,1-2 5 16,-1-2 10-16,-1 5-8 0,1-5-66 0,0 0-44 16,0 0-32-16,5-21-11 0,-4 8-15 0,1-2-176 15,0-5-479-15,0-4 212 0</inkml:trace>
  <inkml:trace contextRef="#ctx0" brushRef="#br0" timeOffset="-40875.96">17434 3860 133 0,'-1'-7'185'0,"1"0"-12"0,0 6-15 16,0-6-14-16,1 3-18 0,-1 0-10 15,0 4-22-15,3-3-7 0,-3 3-13 0,0 0-21 16,0 0-32-16,6 10-14 16,-2-6-33-16,0 1-59 0,2 4-125 0,1-1-228 15,1 2 101-15</inkml:trace>
  <inkml:trace contextRef="#ctx0" brushRef="#br0" timeOffset="-40495.74">17833 3931 101 0,'0'0'200'0,"-13"0"-15"0,4 0-8 15,-1 2-14-15,-3 3-12 0,4-1-15 0,-5 0-13 16,0 6-8-16,-4 1-15 0,4 2-9 15,-5 3-8-15,5 1-9 0,1-2-5 0,0 7-3 16,2-6-10-16,6-5 0 0,0 6-1 0,2 0 1 0,2 1 4 0,3-6-1 0,5 3 0 16,2-3-1-16,1 2-3 0,5-7-2 15,1 4-5-15,2-6 0 0,3-1-6 0,1-1 1 16,5-4-3-16,-8-1-1 0,3-3 3 0,-3 1 7 16,-2-4 3-16,0-1 1 0,-5 1-7 0,1-4-3 15,-1-2-2-15,-1-1-5 0,-4-2-4 0,-2 2-3 16,-1-2-1-16,-2 0-4 15,-2-1-3-15,-4 0-1 0,-2-1-2 0,-4 5-7 16,-1-1 1-16,-3 3-8 0,-3 0 2 0,-1 4-5 16,0-1 6-16,-1 4-6 15,5 2-15-15,-2-1-19 0,-1 3-28 0,0 2-31 16,4 1-34-16,2 0-29 0,2 2-28 0,5 2-45 0,-5 1-164 0,9-2-422 0,0 2 186 16</inkml:trace>
  <inkml:trace contextRef="#ctx0" brushRef="#br0" timeOffset="-40190.47">18067 4004 200 0,'4'-1'265'16,"-4"1"-16"0,0 0-37-16,5-2-23 0,-5 2-16 0,0 0-17 15,0 0-27-15,2 9-11 0,-4-3-11 0,2 3-11 16,-3 1-8-16,-1 6-9 0,3-3-8 0,-3 0-7 15,3-1 1-15,-3-1-11 0,3-1-7 0,1-3 3 16,-3-1-9-16,3 0 6 0,-1-1 23 0,0-1 34 16,1-4 35-16,2 3-5 0,5-3-2 0,-7 0 1 15,19-9-6-15,-6 4 0 0,6-5 6 0,-3 2-4 0,2-1 6 0,0 1 5 16,-3 0-11-16,-2 1-8 0,0 1-2 0,-3 2-16 16,-3 0-14-16,0 3-7 0,-3-2-13 0,1 1-6 15,2 2-18-15,-7 0-24 0,15 7-14 0,-6 0-23 16,2 5-57-16,2 0-51 0,-4 3-61 0,1 3-68 15,0-1-95-15,-3 0-294 0,1-4-696 0,-4-4 308 16</inkml:trace>
  <inkml:trace contextRef="#ctx0" brushRef="#br0" timeOffset="-39357.89">18598 4213 135 0,'0'0'366'16,"0"0"-25"-16,8-1-26 0,-8 1-26 0,0 0-27 15,0 0-19-15,0 0-28 0,0 0-25 0,0 0-21 16,3-3-31-16,-3 3-50 16,0 0-71-16,0 0-102 0,0 0-155 0,0 0-168 15,0 0-441-15,3-5 196 0</inkml:trace>
  <inkml:trace contextRef="#ctx0" brushRef="#br0" timeOffset="-27725.03">7347 6200 78 0,'-4'-4'199'0,"-1"-1"-15"15,1 2-13-15,-5-1-18 0,4-1-21 0,-4 1-4 16,-3 0-13-16,-1 3-14 0,-5-2-8 0,0 2-16 16,-1 0-4-16,2 1-10 0,-2 0-2 0,-1 2-10 0,-1 1-3 15,2 1-5-15,0 3 0 0,0-2-1 0,-2 1-14 16,2 5-1-1,1-2-6-15,3 3-3 0,-1 0 3 0,1-1-6 16,4 6 0-16,-1-3-7 0,1 1 7 0,4 2-3 16,2 0 2-16,4 0-4 0,1-1 0 0,1 0 6 15,4 0 2-15,6-3-7 0,0-2 2 0,2 1 2 16,2-4 8-16,3-1 2 0,2-2 0 0,1-3 9 0,-1-2 8 16,8-2 17-16,-7-3 14 0,-1-3 11 0,5-2 8 15,-2-5 12-15,-6 0 3 0,5-1 9 0,-3-4 14 16,-1-1-1-16,-4-2-9 0,0-1 0 0,-1-4-15 15,0-3-9-15,-3-1-8 0,-1-15 4 0,-4 10 3 16,-1 3-4-16,0 1-3 0,-2 0 4 0,-4 2 13 16,2 5 4-16,0-2 8 0,-3 9 8 0,3 0 2 0,-2 4-8 0,-1 3-4 15,3 0-3-15,-4 3 4 0,3 2-11 0,1 1-10 16,-1 2-13-16,-2-1-11 0,3 1-10 0,0-1-19 16,0 5-40-16,-1-3-38 0,1 3-50 0,0 0-25 15,0 0 6-15,0 0 8 0,-4 17 9 0,4-4 15 16,0 5 6-16,-3 6 5 0,2 3 9 0,1 6 9 15,-1-5-2-15,1 5 14 16,1-1-7-16,-1 2 15 0,4-7 3 0,0 4-5 16,-3-5 10-16,4 1 0 0,2-3 2 0,-5-7 1 15,3-1 5-15,-1-3 0 0,-4-1 1 0,3-2 1 16,-2-1 1-16,0 0 1 0,3-3 1 16,-4-1-4-16,3 0 7 0,-2-2 10 0,-1-3-16 0,0 6 10 15,0-3-6-15,0-3-1 0,0 5 2 0,0-5-2 16,0 4-1-16,0-4 1 0,3 3-3 0,-3-3 2 0,0 0 7 0,0 0-15 15,1 3 23-15,-1-3-8 0,0 4-7 0,0-4 5 0,0 0-2 16,0 0-1-16,0 6 2 0,0-6 4 16,0 0 0-16,0 6-10 0,0-3 6 0,0-3-5 15,1 2 7-15,-1-2 6 0,3 4-1 0,-3 0 0 0,0-4 5 16,7 4 1-16,-3-1-3 0,6-3 2 0,3 0-30 16,6-4-41-16,11-2-73 0,2-1-94 0,6-4-130 15,13-7-280-15,1-2-689 0,-5-1 304 0</inkml:trace>
  <inkml:trace contextRef="#ctx0" brushRef="#br0" timeOffset="-27007.65">7679 6094 71 0,'0'0'314'0,"0"0"-9"16,0-7-20-16,0 7-18 0,2-5-26 0,-2 5-24 16,3-3-20-16,-1 1-22 0,-2 2-10 0,11-2-27 15,-6 2-19-15,-5 0-11 0,16 2-10 0,-6 0-12 16,0 3-7-16,-1 4-12 0,2-3-6 0,-2 4-11 16,0-3-2-16,4 7-6 0,-5 1-2 0,-3 0-7 15,3 0-4-15,-7 3-5 0,2 1 2 0,-6-2-3 16,2 3 0-16,-3-3-8 0,-1 4 1 0,-3-4-3 0,-1 0 4 15,1-2-4-15,2-3 0 0,0-2-2 0,-1-2 7 0,2-2 3 16,0 1-1-16,1-2 2 0,0-1 24 0,3 0-4 16,-2-1 19-16,3-3 41 0,-1 4 28 0,1-4 30 15,-4 4 26-15,4-4 20 0,0 0-12 0,0 0-21 16,0 0-17-16,5-14-18 0,1 4-14 0,0 1-10 16,0-7-16-16,5 0-4 0,0-1-16 0,3-6-6 0,0 2-9 15,-1 4-7-15,1-6-9 0,-1 7-1 0,-3 0-10 16,2 2-2-16,-2-2-1 0,0 2-4 0,-2 1-4 0,1-2-2 15,-4 7-1-15,1-1-2 0,-2 4-3 0,0 0-3 16,-2 0 2-16,2 1-9 0,-4 3 1 0,3-2-13 16,-3 3-22-16,2-5-22 0,-2 5-33 15,0 0-24-15,0 0 1 16,0 0 14-16,2 13 2 0,-4-3 18 0,0 1 6 0,-1 0 6 16,-3 6 4-16,1 2 3 0,-1 0 3 15,-2 0 6-15,0 3 6 0,2 3 3 0,-1-8 6 16,1-1 7-16,1 0-10 0,3 0 9 0,0-6 5 15,2 2 3-15,0-3-4 0,0 1 8 0,1-3 7 0,2 0 12 16,3 1-1-16,3-2 6 0,4 0 8 0,6-3 2 16,8 4-1-16,2-5-6 0,3-3 2 0,0 1-3 0,0-1 1 15,1-2-15-15,0 1-40 0,1-2-55 0,-1-3-65 0,-2 3-58 16,-3-1-61-16,-1 0-77 0,-8 1-318 16,-9 0-728-16,0 1 322 0</inkml:trace>
  <inkml:trace contextRef="#ctx0" brushRef="#br0" timeOffset="-26004.69">6302 6638 34 0,'-5'0'168'0,"5"0"-9"0,-9 2-11 0,9-2 2 16,-8 0-7-16,8 0-3 0,0 0-9 0,0 0 1 15,0 0-6-15,-8 0-6 0,8 0-6 0,0 0 1 16,0 0-5-16,0 0-6 0,0 0-3 0,0 0-2 16,0 0-4-16,0 0-4 0,0 0-6 0,0 0-5 15,0 0-3-15,0 0-9 0,-6 1-7 0,6-1-4 0,0 0-4 0,0 0-10 16,0 0 2-16,0 0-6 0,0 0-2 0,0 0-4 15,0 0-5-15,0 0-1 0,0 0 0 0,0 0-2 16,0 0-1-16,0 0-5 0,0 0-3 0,0 0-1 16,0 0-1-16,0 0 6 0,0 0-6 0,0 0 4 15,0 0-8-15,0 0-1 0,0 0-3 0,0 0 3 16,23-1-5-16,-14-1 5 0,1 2-4 0,2 0-5 16,2 0 6-1,1-2 0-15,5 2-4 0,9 0 2 0,1-2 1 0,3 1-1 16,7-3-5-16,16 3 4 0,7-1-1 0,30-2 1 15,2 2 5-15,7-2 3 0,3-1 4 0,6 1 2 16,5 0 0-16,-1-1 11 0,5 2-7 16,3-4 0-16,-1 1 1 0,5 2-4 0,-7-4-4 0,-2 3 3 15,-9-1 2-15,-7 2-5 0,-4-1 1 0,-33 1-6 16,34-1 13-16,-37 1-12 0,4 1-1 0,-4-2 10 0,-2 2-1 16,-5-1 1-16,-16 3 7 0,-4 0 9 0,0-2 0 15,-15 3 4-15,-1-2 9 0,-6 2 11 0,-1 0 9 0,-5-2 5 16,1 2 9-16,-3 0-1 0,-5 0-4 0,14-1-1 15,-10 1 5-15,-4 0-8 0,0 0 1 0,9 0-10 16,-9 0-4-16,0 0-10 0,5-1-1 16,-5 1-1-16,0 0-12 0,0 0-11 0,0 0-11 0,0 0-8 0,6-2-30 15,-6 2-28-15,0 0-28 0,0 0-29 0,0 0-74 16,0 0-62-16,0 0-45 0,-15-6-65 0,7 3-245 16,3 1-649-16,-4 0 288 0</inkml:trace>
  <inkml:trace contextRef="#ctx0" brushRef="#br0" timeOffset="-23583.94">6398 6967 113 0,'-6'-5'219'0,"1"4"-11"0,5 1-3 0,0 0-13 15,0 0-12-15,-6-3-16 0,6 3-12 0,0 0-12 16,0 0-13-16,0 0-17 0,0 0-12 15,0 0-17-15,0 0-9 0,0 0-5 0,0 0-5 16,-5 5-8-16,5-5-4 0,0 0-4 0,9 9-4 0,-3-4-5 0,3 0-3 16,5 4-4-16,4-1 0 15,0-1-2-15,1 0-6 0,0 2-2 0,2-3-3 16,4 3 4-16,-4-3-6 0,-2 2-2 0,-2-3 1 16,-7 1-3-16,4 0-2 0,-5-2-1 0,-1 2-10 0,0 0 1 15,-4-1-3-15,1 1-2 0,-3-1 0 0,-2 3 2 16,-3 1 2-16,-3 2 2 0,-6 0 3 0,-2 3 0 0,-4-1-3 0,-2 5 0 0,-3-2 3 15,-1-1-1-15,1-3-1 0,-1 2-1 0,8 1 1 16,-4-6-1-16,4 3 2 0,-2-3 0 0,5 1 3 16,1-3-5-16,1 1 0 0,2-4 2 0,4 1 0 15,-2-1-1-15,3 0-3 0,0-1 7 0,-1-1 1 16,4 0 0-16,1-2 1 0,-3 5 6 0,3-5 2 16,0 0 1-16,9 3 1 15,1-3 3-15,4 0-5 0,5 0-2 0,3-3-2 16,5 3 0-16,1-2 1 0,0 0-2 0,-1 0-3 15,2 0 0-15,-9-1-1 0,-2-1 3 0,-1 2-1 16,0 1-1-16,-6 0 4 0,1 0 10 0,-7-1 9 0,3 2 5 16,-2 0 7-16,-1-1 6 0,-5 1 3 0,8-1 4 15,-8 1 0-15,0 0-5 0,9 0-1 0,-9 0-8 16,0 0-1-16,0 0-6 0,0 0-1 0,0 0-14 0,9-1-4 16,-9 1-14-16,0 0-13 0,0 0-17 0,0 0-22 15,0 0-17-15,0 0-31 0,1-2-88 0,-1 2-97 16,0 0-185-16,-4-10-508 0,3 6 225 0</inkml:trace>
  <inkml:trace contextRef="#ctx0" brushRef="#br0" timeOffset="-23194.18">6418 7178 36 0,'0'0'232'0,"-4"3"-11"0,4-3-7 0,-4 3-11 16,4-3-9-16,0 0-9 0,0 0-8 0,-3 0-17 15,3 0-13-15,0 0-16 0,0 0-13 0,0 0-10 16,19 0-7-16,-6-2-13 15,4-1-10-15,11 1-5 0,3-2-8 0,1 1-9 16,6-4-2-16,0 5-6 0,14-3-1 0,-16 2-7 16,-3 0-8-16,3-1 1 0,-3 3-5 0,-5 0-6 15,-5-1 1-15,-4-1-5 0,-6 2 0 0,-2 0-3 0,1 1 4 16,-7-1 7-16,3 1 6 0,-3-2-1 16,-5 2 4-16,6 0-2 0,-6 0-1 0,8-2-3 0,-8 2-5 0,0 0-8 15,0 0-15-15,0 0-12 0,0 0-19 0,0 0-15 16,-27 2-18-16,22 0-24 0,-3-2-29 0,8 0-48 15,-11 0-37-15,3-2-220 0,8 2-457 0,-5-2 202 16</inkml:trace>
  <inkml:trace contextRef="#ctx0" brushRef="#br0" timeOffset="-22930.08">7284 6940 115 0,'0'0'284'16,"0"0"-25"-16,3-4-19 0,-3 4-23 0,0 0-23 16,0 0-18-1,0 0-17-15,0 0-16 0,-13 8-10 0,3 1-20 16,-3 3-11-16,-2 1-12 0,-3 8-8 0,-2 2-10 0,0 2-7 16,1 2-9-16,0-1-2 0,6 3-7 0,-1-2-4 15,5 1-1-15,2-2-5 0,5-7 1 0,2 1-1 16,5-2-7-16,3 0 1 0,1-3 1 0,6 0-6 0,7-1-10 15,6-3-38-15,4 0-43 0,0-8-56 0,3 0-68 16,-4-6-234-16,3 1-458 0,-1-5 203 0</inkml:trace>
  <inkml:trace contextRef="#ctx0" brushRef="#br0" timeOffset="-22429.23">7426 7025 112 0,'0'0'275'0,"3"-5"-23"0,1 2-25 16,1 1-21-16,0 0-21 0,0 0-16 0,4 1-17 15,2 1-13-15,1 1-17 0,1 1-4 0,-2-2-20 0,3 4-11 0,-5 1-8 16,2 1-11-16,0 1-4 0,-5 0-4 0,2 3-5 15,-3 2-5-15,-1-2-6 0,1 2 6 0,-4 2-12 16,-2 1-1-16,-4 2-3 0,1-3 4 0,-4 1-3 16,2-1-2-16,-3 0 0 0,-4-1-2 0,3-5 3 15,0 1 4-15,1-4 2 0,0 3 3 0,2-4 8 16,1 0 19-16,1 0-6 0,1 0 21 0,-1-2 21 0,3 1 25 16,2-3 31-16,0 0-17 0,0 0-16 0,0 0-16 0,7-14-11 15,1 7-7-15,1-4-13 0,5-3-13 0,1-1-17 16,7-3-17-16,1 0-11 0,-8 6-15 0,7-7-1 15,-5 7-3-15,-3-1-2 0,1 3 6 0,-6 3-4 16,0-2 4-16,1 5-9 0,-6 0 0 0,1 0-6 16,-1 1 3-16,0 1-4 15,-2 1-11-15,2-2-13 0,-4 3 14 0,0 0-11 16,0 0-1-16,-6 13 2 0,1-5 1 0,-2 2 3 16,-3 4 3-16,0 0-2 0,1 1 5 15,1 2 2-15,-1 0 3 0,3-3-8 0,2 1 10 0,1 2 4 16,2-4 2-16,4-1-7 0,1 0-9 0,3 0-19 15,6-3-33-15,2 1-33 0,6-3-56 0,7-2-56 16,3-4-67-16,-2-2-277 0,3-1-606 0,0-1 269 0</inkml:trace>
  <inkml:trace contextRef="#ctx0" brushRef="#br0" timeOffset="-21997.42">7970 7123 116 0,'-7'1'238'0,"3"2"-15"0,4-3-9 0,-8 1-8 16,8-1-8-16,-6 1-6 0,6-1-10 0,0 0-9 16,-4 3-8-16,4-3-9 0,0 0-5 0,0 0-13 0,-2 2-7 0,2-2-10 15,0 0-5-15,0 0-9 0,0 0-6 0,0 0-15 16,0 0-2-16,0 0-6 0,0 0-7 0,0 0-4 0,0 0-3 15,0 0-7-15,0 0-13 0,0 0-1 0,0 0-7 16,0 0 0-16,0 0-5 0,0 0-2 0,0 0-3 16,0 0-3-16,0 0-2 0,0 0-6 0,0 0 2 15,0 0 11-15,0 0-19 0,0 0-1 0,0 0 4 16,0 0-2-16,0 0-1 0,0 0 1 0,0 0 1 0,0 0-5 16,15 0 0-16,-6-2-3 0,5 2 0 0,5 0 1 15,8-4 3-15,5 1 8 0,-3-1-10 16,5 3-1-16,3-4-2 0,-2 2-4 0,5-1 5 0,-4-1-1 15,-3 2-3-15,-2-1 6 0,-2 1-7 0,-10 0-15 16,-1-1-11-16,-8 4-10 0,2-2-11 0,-7 1-12 16,0-1-24-1,-4-2-25-15,-1 4-23 0,0 0-11 0,-15-6-14 0,2 6-13 16,1 0-9-16,-7-1-18 0,-2 1-45 0,-1-2-140 16,2-2-416-16,-2 2 185 0</inkml:trace>
  <inkml:trace contextRef="#ctx0" brushRef="#br0" timeOffset="-21750.16">8133 7000 224 0,'0'0'314'0,"-1"-5"-2"0,-1-1 3 16,2 6-6-16,2-5-4 0,-2 5-9 0,-3-2-19 0,3 2-25 16,0 0-27-16,0 0-28 0,1-5-19 15,-1 5-18-15,0 0-23 0,0 0-20 0,0 0-13 16,0 0-14-16,0 0-15 15,-2 11-6-15,4 0-7 0,-3 0-8 0,1 4-4 16,-1 3-5-16,2 3 0 0,2 3-10 0,-3-4 6 16,2 4-9-16,-1-4 1 0,2-2 2 0,0-1-37 15,0-2-36-15,0 2-25 0,0-7-33 0,-1 1-32 16,1-1-40-16,-3 0-31 0,2-3-48 0,-2-2-32 16,0-3-249-16,0 1-572 0,0-3 253 0</inkml:trace>
  <inkml:trace contextRef="#ctx0" brushRef="#br0" timeOffset="-21081.51">8465 6927 256 0,'0'-5'293'0,"3"4"-11"0,-2-3-9 0,-1 4-15 0,0-5-20 31,0 5-26-31,3-2-11 0,-3 2-27 0,0 0-22 0,2-4-14 0,-2 4-17 0,0 0-11 16,0 0-12-16,0 0-10 0,8 10-10 0,-3-5-11 0,-4 1-16 31,5-1-16-31,0 2-8 0,0 0-8 0,1 1-7 0,-1 0 3 16,1 0-17-16,0-1-1 0,-1 0 1 0,-1-3-1 16,3 2-1-16,-3-4 3 0,2 1 1 0,-2-2 4 15,1-1-10-15,-6 0 3 0,13-1-1 0,-8-2 2 0,1-2 1 16,0 0 5-16,1-2 7 0,-2-1 12 15,-1 2 7-15,0 1 10 0,1-5 4 0,-4 4 10 16,3-2 15-16,1 3 7 0,-1 1 9 0,0-2-3 0,-3 1-4 0,3 1 0 16,-3-1-9-16,2 4-9 0,-3 1-7 0,0 0-16 15,4-4-15-15,-4 4-12 0,0 0-7 0,0 0 4 16,5 9-5-16,-3 0-2 0,1 2 0 0,-2 2 1 16,3 6-9-16,-3 5 3 0,3 2 2 0,-4 3 4 15,0 0-7-15,4 0 6 0,-4 0 0 0,3-1 0 16,-3 0-3-16,1-2 3 15,-1 1 1-15,-1-9 2 0,1-1 1 0,-3-2-3 16,2-3-5-16,-2-1 2 0,-1-2-4 0,3-1 1 16,-3-4 7-16,0-1-1 0,2 1 1 0,-6-3 1 15,3-1 2-15,-7-1-2 0,1-3 0 0,2 0-3 16,-4-3 3-16,3 0 2 0,-2-3-2 0,0-1 0 16,5 0-3-16,-2-4 6 0,4-2-2 0,0-3 7 15,1 1-3-15,7-7 11 0,-1-1-14 0,2 10 0 0,3-2-3 0,0 1 12 16,5 2-15-16,-2-1 1 0,3 4 4 0,7-6-4 15,2 4-8-15,-4 4 0 0,5 0 3 0,0 5 0 16,2-2-1-16,-7 1 2 0,2 2-1 16,-9 3 2-16,2-1 6 0,-6 0-2 0,1 2-5 0,-3 1-3 15,0-3 1-15,-5 3 1 0,8-2-1 0,-3 2-4 16,-5 0-8-16,4-3-10 0,-4 3-1 0,0 0-1 0,0 0-4 31,0 0-11-31,0 0-19 0,0 0-23 0,0 0-18 16,-23 1-22-16,14-1-24 0,3 0-24 0,6 0-33 0,-12-2-37 0,6 1-216 0,2-3-499 0,0 1 221 15</inkml:trace>
  <inkml:trace contextRef="#ctx0" brushRef="#br0" timeOffset="-20712.1">8829 6783 132 0,'0'-5'267'0,"0"5"-20"0,0 0-26 0,2-4-21 0,-2 4-26 15,0 0-13-15,0 0-20 0,0 0-6 16,0 0-11-16,11 9-9 0,-2 1-3 0,0 2-7 0,1 5-9 0,4 10-4 16,2-2 1-16,-2 3-3 0,0 2-8 0,1 1-1 15,-2 2-1-15,5 11-4 0,-8-12-4 0,2 2-5 16,-2-1-9-16,-5-1-5 0,-1-1-8 0,1-2-1 16,-7-4-2-16,1 1-1 0,-7-3-5 0,1-5 8 15,-2-1 3-15,0 0-2 0,-3-3 4 0,0 1 1 16,-2-2-1-1,-4-4 0-15,1 3-1 0,-7 0 2 0,3-4 1 0,2-2 5 16,5 0 0-16,0-2-16 0,1 1 5 0,4-2-8 16,-1 0-2-16,5 0-3 0,0-2 0 0,0 1 0 15,1-1 2-15,4-1 23 0,-7 1 3 0,7-1 7 16,0 0-2-16,-6 3 3 0,6-3-10 0,0 0-6 16,0 0-13-16,0 0-25 0,0 0-36 0,16-10-47 15,-10 6-42-15,2-2-48 0,0 0-66 0,7-4-99 0,-3-3-299 16,1-1-674-16,-4 1 299 0</inkml:trace>
  <inkml:trace contextRef="#ctx0" brushRef="#br0" timeOffset="-20143.22">9624 6474 146 0,'0'0'212'0,"-5"0"1"16,5 0-13-16,0 0-11 0,0 0-11 0,0 0-5 16,0 0-8-16,0 0-2 0,0 0-9 0,0 0-11 15,0 0-11-15,0 0-15 0,0 0-11 0,0 0-4 0,20-7-15 16,-2 6-13-16,1-1-5 0,2-1-5 0,7-1-10 16,3 1-5-16,-3 1-5 0,3-2-5 15,-2 1-4-15,0 0-4 0,-7 2-2 0,-3 0-4 0,-5-1 0 0,-1 2-5 16,1-2-3-16,-5 1 0 0,0 1-4 0,-4-2-7 15,-5 2-9-15,9 0-4 0,-9 0 0 0,0 0-10 16,0 0-6-16,0 0-7 0,-27 3-21 0,18 1 2 16,-5-3-17-16,4 3-19 0,-2-2-8 0,1 0-24 15,-1 1-26-15,2 1-43 0,1-3-183 0,3-1-400 0,1 2 177 16</inkml:trace>
  <inkml:trace contextRef="#ctx0" brushRef="#br0" timeOffset="-19865.18">9726 6598 8 0,'-2'1'273'16,"-2"2"-3"-16,4-3 0 0,-5 1-10 0,5-1-17 15,0 0-15-15,-4 4-11 0,4-4-27 0,0 0-20 16,23-3-16-16,-5 2-19 0,4 0-9 0,7 1-12 15,2 0-16-15,-1 0-8 0,2-2-11 0,0 0-5 16,-1 2-7-16,0-1-7 0,-11 2-6 0,-2-2-8 0,-4 1-1 16,-2 0-6-16,-5 0-7 0,1 0-1 0,-2-2-6 15,1 2-4-15,-7 0-13 0,0 0 0 0,0 0-7 16,0 0-16-16,0 0-28 0,0 0-29 0,-21 3-34 0,10-1-39 16,0-2-72-16,-1 0-256 0,1 2-513 0,5-2 226 15</inkml:trace>
  <inkml:trace contextRef="#ctx0" brushRef="#br0" timeOffset="-17574.27">11771 5934 13 0,'0'0'179'0,"-1"-7"-6"0,-2 5-10 0,-2-3-4 16,1 2-13-16,-2-1-11 0,1 0-22 0,-1 0-2 16,-1 3-14-16,-3 0-10 0,-2-2-8 0,-2 0-5 15,-3 5-9-15,-2-2-1 0,1 1-5 0,-1 2-11 16,-2-2 3-16,1 4-6 0,-3 1-7 0,3 0 0 15,2 2-7-15,-4 1-5 0,6-1-1 0,-1-1-4 16,3 3 1-16,5-2-6 16,-3 1 2-16,2 2-2 0,5-2-3 0,-1 0-1 15,3 1-2-15,3-1 1 0,0 1 0 0,3 2-5 16,3-4 1-16,2-1 6 0,3-1 0 0,2 0 3 16,6-1-3-16,3-3 3 0,-4-2-5 0,1 0 3 15,5-2 1-15,2-4 1 0,-6 0 11 0,1-2 10 16,-2-1 8-16,4-6 6 0,-3-2 9 0,-4 3 12 15,-1-1 3-15,1-6-1 0,-1-3 4 0,-5 2 2 0,-1-7-3 0,-1 3 1 16,-5-4 2-16,1 0 2 0,-1-1 6 0,-2 2 8 16,-1 0-3-16,-1 5 22 0,0 4-6 0,-2 2 8 15,2 2-4-15,-2 4-2 0,2 2-6 0,1 2-7 16,-1 2-16-16,-1-1-12 0,4 2-2 0,-4 1-11 16,2-1-16-16,0 5-17 0,0-6-36 0,0 6-34 15,0 0-10-15,0 0-5 16,0 0 2-16,-2 16 9 0,2-4 17 0,-4 5-10 15,4 4 5-15,0 3 3 0,0 1 20 0,0 1-9 16,0 0 3-16,0 2 1 0,4-9 6 16,-3 1-2-16,2-2 17 0,-3 0-15 0,2-2 3 0,1-4 6 15,-1 1-3-15,1-4 0 0,-2-1 4 0,0 1-1 0,-1-2 2 0,2-4 2 16,-1 2 2-16,0 1 0 0,-1-2 4 16,0-4-2-16,2 4 7 0,-2-4-2 0,0 0-1 0,0 3 1 15,0-3 4-15,0 0-5 0,0 0 0 16,0 4-22-16,0-4-28 0,0 0-54 0,0 0-71 0,0 0-65 15,0 0-69-15,6-9-235 0,-2 7-582 16,1-1 257-16</inkml:trace>
  <inkml:trace contextRef="#ctx0" brushRef="#br0" timeOffset="-16872.05">11980 5763 221 0,'2'-5'285'0,"-1"1"-6"16,0 0-9-16,-1 4-16 0,0-7-17 15,0 7-24-15,2-2-20 0,-2 2-24 0,0 0-8 16,0-5-28-16,0 5-23 16,0 0-14-16,0 0-15 0,0 0-10 0,9 9-3 15,-7-4-10-15,2 3-6 0,2-1-7 0,-2 3 8 16,2-3-18-16,1 5-5 0,-2-4-4 0,3 4 3 16,-2-1-8-16,2 0 2 0,-2 0-5 0,4-1-1 15,-3 2-2-15,0-5-7 0,1 3-2 0,-3-5-3 16,1 0 3-16,-3-1 1 0,2 0 0 0,-1 0-1 15,-3-3 7-15,-1-1-4 0,0 0-1 0,12-4 16 0,-7 2 4 0,-4-4 4 16,3 0 9-16,1-1 0 0,-2 1 5 0,-2-1 11 16,2-3-2-16,-2 2 4 0,0 0 9 0,-1 1 2 15,0 1 0-15,0 2 13 0,0-3 0 0,0 4-6 16,3-2-8-16,-3 2-1 0,0 3-3 0,0-6-28 16,0 6-26-1,0 0-16-15,0-5-29 0,0 5 3 0,0 0 1 16,0 0 5-16,-4 17 6 0,0-6-1 0,3-1-2 0,-2 6 8 15,-1 1 3-15,2 1 0 0,-1 2-2 0,-2 4-4 16,0 5 10-16,1 1 1 0,0 0 2 0,0 2-2 16,2-4 3-16,-2 2 2 0,1-4-2 15,2-2 4-15,-4 1 1 0,4-7-7 0,-2-5 0 0,2-1 4 16,-1-2 1-16,0 0 3 0,1-1-5 0,0-4-4 16,-1-2-4-16,2 6 6 0,-1-6 6 0,1 0 6 0,0-3 9 15,-2 6 4-15,0-3 6 0,2-3 7 0,0 0 0 16,-2 3 5-16,2-3-4 0,0 0-8 0,0 0 8 0,-12-10 4 15,8 7 3-15,1 0 1 0,0-5-4 0,0 3 4 16,0-5 3-16,0 0 0 0,2-3-6 0,-2-3 5 16,3-1-2-16,0-2-7 0,1 0 1 15,6-9-5-15,1 2-3 0,4-1-6 0,1-2-7 0,3 4 3 0,1 3-1 16,5 0-2-16,-1 1 6 0,2 0-13 0,1 2 1 16,0 2-3-16,0 2 1 0,-7 2-3 0,2 4-9 15,-5 0 9-15,0 2 0 0,-4 2 15 0,-2 0 14 0,2 0 5 16,-6 1 2-16,4 1 4 0,-7 0-11 0,3 1-2 15,1-1-3-15,-5 3 0 0,4-2-7 0,-4 2-7 16,5-4-8 0,-5 4-18-16,0 0-17 0,0 0-26 0,5-1-30 0,-5 1-27 15,0 0 7-15,0 0-8 0,0 0-37 16,-14 10-10-16,9-3-38 0,0 0-33 0,-3 1-38 16,-2-1-69-16,5 0-265 0,-3 0-653 0,3 1 289 15</inkml:trace>
  <inkml:trace contextRef="#ctx0" brushRef="#br0" timeOffset="-16236.06">11221 6511 166 0,'-12'1'190'0,"1"2"0"0,6-3-5 15,-4 2-7-15,6-2-8 0,-3 0-10 0,6 0-4 16,-7 3-8-16,7-3-5 0,0 0-8 0,-8 0-5 16,8 0-11-16,0 0-4 0,-6 0-6 0,6 0-5 0,0 0-9 0,0 0-5 15,0 0-7-15,0 0-5 0,0 0-2 0,-5 1-8 16,5-1-8-16,0 0-1 0,0 0-3 0,0 0-6 15,0 0-8-15,0 0-4 0,0 0-3 0,0 0-3 16,0 0-1-16,0 0-4 0,0 0-3 0,0 0-1 16,0 0 4-16,0 0-10 0,0 0 0 0,-4 3-5 15,4-3-3 1,0 0 1-16,0 0-1 0,0 0-4 0,0 0 5 16,0 0-1-16,0 0-2 0,0 0-2 0,0 0 1 0,0 0 1 15,0 0 3-15,0 0 3 0,0 0 1 0,0 0 1 16,0 0-1-16,0 0 1 0,0 0-2 0,0 0 1 15,0 0-5-15,0 0 0 0,0 0 16 16,19-2-6-16,-8 1-1 0,11 0 0 0,10-2-1 0,5 1 1 16,17-1 1-16,8 0 5 0,33-2 1 0,0 1 2 0,4-3 6 15,9 2-1-15,4-2 5 0,8 0-1 0,8-1 1 16,0 1-3-16,-3 2-9 0,-4-4 11 0,-2-4-9 16,-4 1-2-16,-7 0-9 0,-9-1 0 0,-32 7 12 15,-4-1 10-15,-2-5 2 0,-4 2 6 0,-17 3 0 16,-2 3 16-16,-4-3 14 0,-6 3 14 0,-9 0 28 15,-6 1 19-15,-1 0 14 0,-3 1 15 0,1 0 2 0,-5-1-4 0,0 3-9 16,3-1-14 0,-8 1-9-16,5-3-13 0,0 2-9 0,-5 1-21 15,0 0-21-15,8 0-26 0,-8 0-40 0,0 0-40 16,0 0-43-16,5-1-41 0,-5 1-47 0,0 0-53 16,0 0-38-16,0 0-44 0,0 0-50 0,0 0-19 15,0 0-372-15,0 0-808 0,0 0 358 0</inkml:trace>
  <inkml:trace contextRef="#ctx0" brushRef="#br0" timeOffset="-14148.62">11069 6798 98 0,'0'0'116'0,"-6"5"-18"15,5-1-13-15,-2 1-6 16,1-2-6-16,-1 2-4 0,3 0-13 0,3-1 2 16,-2 1-5-16,0 2-5 0,3 1 7 0,2 1-1 0,2-1 3 15,1 1 0-15,5 1 4 0,3 0 4 0,-2-2-6 16,3 0 5-16,2 2-2 0,5 0-10 15,-5-2-5-15,-2 1-1 0,-2-3-4 0,1 3-6 0,0-2-2 16,-7 2-6-16,-1-2 3 0,1 1-6 0,-2 0 0 16,-2-1-3-16,-2 2-4 0,-1 1 11 0,-5 0 7 0,0 2-1 15,-3-1 3-15,-7 2 0 0,-7 6-2 0,0-2-3 16,-3 1 0-16,0-2-7 0,-2 1 2 0,1-4-1 0,1 2 1 16,4-2-4-16,2-5-4 0,-3 3 3 15,1 0-4-15,4-3-1 0,-3 2-2 0,7-2-3 16,1-1-3-16,1-5 1 0,3 3-2 0,0-2 5 15,1 0-5-15,3-2 13 16,-3 2-3-16,4-3 9 0,-3 4 13 0,3-4 14 16,8 4-1-16,0-3-4 0,6-1 1 0,4 1-6 15,5-2-3-15,8-2-7 0,2 3-5 0,3-2 4 16,-4 1-6-16,3-1-5 0,-4 2-1 0,-3 0-4 0,-1 0 1 16,-5 0-4-16,-3-1-2 0,-6 1 4 0,-1 0-6 15,-2 0 0-15,-2 0 1 0,-3 0 13 0,4 0 0 16,-9 0 3-16,7 0 5 0,-7 0 2 0,6 0 1 0,-6 0 1 15,6 0 2-15,-6 0-8 0,0 0-2 0,0 0-4 16,0 0-5-16,0 0-10 0,0 0-13 0,0 0-16 16,0 0-17-16,0 0-24 0,0 0-28 0,-19 1-29 0,12-1-45 15,7 0-74-15,-11-4-214 0,6 3-486 0,-1-2 216 16</inkml:trace>
  <inkml:trace contextRef="#ctx0" brushRef="#br0" timeOffset="-13797.7">11085 7136 41 0,'-8'1'194'0,"4"0"-17"16,4-1-15-16,-10 1-7 0,10-1-9 0,-9 2-8 15,9-2-7-15,-4 1-11 0,4-1-6 0,0 0-2 16,0 0-5-16,19 3-8 0,-3-4-12 0,5-2-6 16,10-1-11-16,4 1-3 0,-1 1-9 0,3-1-5 0,4-1-11 15,-1 0 1-15,12-2-5 0,-15 4 1 0,-1-1-6 16,-7-1-6-16,1 4 2 0,-10-3-7 0,-3 0-1 16,-6 3 0-16,1-1-1 0,-3 1-4 0,-2-1-1 0,-3 1 9 15,-4 0-6-15,9-2 2 0,-9 2-1 0,0 0-5 16,0 0-3-16,0 0-11 0,0 0-12 15,0 0-20-15,0 0-17 16,-20 3-27-16,12-3-26 0,8 0-24 0,-14 0-66 16,4-3-141-16,3 2-360 0,1 1 159 0</inkml:trace>
  <inkml:trace contextRef="#ctx0" brushRef="#br0" timeOffset="-13528.8">11998 6846 81 0,'2'-3'271'0,"0"1"-27"0,0-2-24 0,-2 4-22 16,0 0-12-16,0 0-24 0,0 0-15 0,0 0-19 16,-20 12-11-16,8-1-13 0,-1 3-9 0,-5 7-11 0,1 1-8 0,-1 4-7 15,3-2-8-15,-3 4-9 0,5-1-3 0,-2 3-6 16,6-1-3-16,1-2 1 0,3-1-4 0,3 1-4 15,3-7 0-15,4-1-4 0,1 0 0 0,5-2-1 32,1-3-2-32,9 3-16 0,2-2-32 0,4-2-52 15,2-5-51-15,3-4-116 0,0-4-132 0,1-1-402 16,1-2 178-16</inkml:trace>
  <inkml:trace contextRef="#ctx0" brushRef="#br0" timeOffset="-13028.21">12153 6967 180 0,'6'-2'220'0,"2"-1"-20"0,1-1-24 0,4 3-15 16,-2-2-15-16,6 5-14 0,2-4-14 0,0 5-9 15,0 0-12 1,1 2-11-16,-3 0-8 0,0 3-11 0,-2 0-4 16,-2 0-8-16,-1 2-1 0,-2-1-12 0,-4 2 0 15,1 4-5-15,-6 0 3 0,2 0-4 0,-3 0-5 16,-7 4-1-16,2-5 0 0,-3 3-5 0,-3-2 0 16,-1 1 1-16,-3-2 0 0,3-3 7 0,-2 1-2 15,4-4 3-15,-5 1 5 0,2-4 4 0,2 0 11 0,3 1 18 16,0-3 9-16,3-1 27 0,1-2 29 0,0 1 8 0,4-1-2 15,0 0-11-15,-3-8-19 0,5-1-15 0,2 0 1 16,5-5-15-16,5-3-11 0,3-4-8 0,3 2-9 16,3-4-12-16,1 2-3 0,1 4-12 0,-2 0 4 15,0 1-9-15,-8 3-10 0,2 3 7 0,-3 0-4 16,-4 4-6-16,-1 0 6 0,-4 4-8 0,1-2-11 16,1 1-8-16,-5 2-17 15,2 0-8-15,-4 1 2 0,0 0-1 0,5 8 3 16,-7-1 3-16,-1 2 2 0,-1 5 2 0,0-1 3 15,-2 3 2-15,0 2 2 0,1 1 1 16,1-2 9-16,1 2-5 0,2 0-4 0,1-2-15 0,2-2-16 16,2 1-21-16,3-2-25 0,0-5-30 0,5-1-41 15,7-1-79-15,1-2-275 0,11-4-561 0,0-1 249 16</inkml:trace>
  <inkml:trace contextRef="#ctx0" brushRef="#br0" timeOffset="-12581.29">12801 7107 123 0,'-9'0'204'0,"1"1"-11"16,3-1-5-16,5 0-10 0,-9 2-13 0,9-2-14 0,-9 0-7 15,9 0-4-15,0 0-14 0,-5 2-11 16,5-2-10-1,0 0-7-15,0 0-8 0,-8 0-7 0,8 0-5 16,0 0-3-16,0 0 4 0,0 0-10 0,0 0 1 0,0 0-5 16,0 0 1-16,-3 3-9 0,3-3-2 0,0 0-6 15,0 0-3-15,0 0 0 0,0 0-1 0,0 0-12 16,0 0 3-16,0 0-1 0,0 0-1 0,0 0 1 16,0 0-3-16,0 0-2 0,0 0-4 0,-3 2-2 15,3-2-2-15,0 0 3 0,0 0-5 0,0 0-1 16,0 0-3-16,0 0 0 0,24-2 2 0,-11 2-3 0,5-2-3 0,2 1 1 15,11-1-1-15,0-1-4 0,2-1 3 0,-1 1-1 16,0 3-3-16,-4-2 1 0,-5 0-2 0,-4 1-2 16,0 1-2-16,-6-1 0 0,-3 0 0 0,-2-1 3 15,1 2 9-15,-4-1-15 0,0 1 10 0,-5 0 17 16,0 0-10-16,10 0-5 0,-10 0-3 0,0 0-13 16,0 0-15-1,0 0-17-15,-29-1-20 0,19 1-26 0,-2 0-21 0,0 0-29 16,-1 1-39-16,5-1-55 0,-6-2-221 0,8 0-485 15,-1 2 215-15</inkml:trace>
  <inkml:trace contextRef="#ctx0" brushRef="#br0" timeOffset="-11979.99">13247 6892 290 0,'1'-3'313'0,"-1"3"-27"0,0 0-28 0,0 0-26 0,0 0-27 16,0-4-24-16,0 4-16 0,0 0-19 16,0 0-17-16,0 0-11 0,5 10-11 0,-2-4-12 0,-1 3-6 0,2 1-10 0,1-1-4 15,2 1-11-15,-1-1-5 0,2 0-8 16,-2 1-10-16,2 0-3 0,0-3-4 0,0 1-10 16,-1-1-10-16,0-2-3 0,-1-1 2 0,1-1-5 15,0-1 3-15,0 0-2 0,-2-4-5 0,-5 2 1 0,13-2 8 31,-7-1-7-31,0-2-1 0,0 1 5 0,-2-3 6 16,0 1 4-16,2-2 0 0,-1-3 5 0,-1 4 5 0,1-3 6 16,-1 3 10-16,-3 0 2 0,4 2 11 0,-5 1 9 15,4-2-12-15,-4 1 6 0,1 1-11 0,2 2-1 16,-3 2-7-16,4-4-12 0,-4 4-17 0,0-4-13 16,0 4 5-16,0 0-6 0,0 0 13 0,1 13-12 15,-1-4 0-15,0 3-4 0,0 5-2 0,0 1 1 16,-4 7 2-16,3 1 4 0,-4 3-1 0,0 1-1 0,1-1 3 0,-1-1 1 15,1-1 1-15,0-2-4 0,-1 3 0 0,-1-10 2 16,-2-1 2-16,4 0-2 0,-4-4-3 0,5-1-2 16,-3-5 0-16,2 2-2 0,0-4 6 0,-1-1 4 15,-1-1 6-15,1-3-2 0,-3 0-1 0,-2-3 17 16,4-1 16-16,-2-4 11 0,0 2 18 0,0-4 11 16,1 0-5-16,5-2 3 15,-1-8-4-15,2 2-1 0,5-7-19 0,1 0-1 16,3-1-13-16,4-2-5 0,2-2-15 0,4 2 2 15,-1 3-5-15,2 1-1 0,0 3-3 0,2 3-3 16,-5 6-3-16,-3 0 2 0,0 4 1 0,0-2-5 16,-4 4-4-16,-2 3 0 0,0-1-9 0,-2 4 1 15,0-6-3-15,-1 5-27 0,0 0-30 0,-4 1-24 16,6-2 4-16,-6 2-6 0,0 0-10 0,0 0-17 0,0 10-9 0,0-10-15 16,-5 5-16-16,1-1-25 0,0-2-35 0,4-2-36 15,-5 3-275-15,5-3-573 0,0 0 254 16</inkml:trace>
  <inkml:trace contextRef="#ctx0" brushRef="#br0" timeOffset="-11632.17">13605 6675 54 0,'2'-3'265'0,"-2"3"-27"16,0 0-24-16,0 0-22 0,19 10-8 0,-6-5-12 15,2 4-13 1,10 10-12-16,-4 0-8 0,2 8-6 0,0 2-11 16,7 15 4-16,-5 2-22 0,-7 1-6 0,0 3-8 15,-5-4-8-15,-3 3-5 0,-5 0-10 0,-5-14-5 16,-4 1-6-16,-2-1-5 0,-2-4-5 0,-1-2-5 16,-1-1-1-16,-6-3 13 0,0-5 6 0,-3 1-4 15,4-6 9-15,1-3 0 0,-4 0 13 0,2-3-10 0,-4 2 1 16,5-2 3-16,1-5-3 0,-2 1-2 0,5 1-3 0,3-4-7 15,-1 3-4-15,4-3-4 0,-3 0 12 0,7 1-22 16,1-3-4-16,-9 1 4 0,7 1-1 0,2-2-12 16,0 0-6-16,-7 1 4 0,7-1-51 0,0 0-41 15,0 0-56-15,0 0-71 0,0 0-88 0,19-10-293 16,-10 6-626-16,-1-3 277 0</inkml:trace>
  <inkml:trace contextRef="#ctx0" brushRef="#br0" timeOffset="-9944.05">14242 6179 133 0,'0'0'171'0,"0"0"-6"0,0 0-4 0,0 0-14 16,0 0-11-16,-7-2-8 0,7 2-11 15,0 0-8-15,0 0-1 0,0 0-2 0,0 0 1 0,0 0 0 16,0 0-3-16,0 0 5 0,0 0-4 0,0 0-4 16,0 0-11-16,0 0-2 0,0 0-10 0,0 0-7 15,11-6-4-15,0 2-14 0,6 2-4 0,6-2-16 16,3 0-16-16,2-3-34 0,1 2-39 0,-1 1-36 0,-7 3-33 15,-1-3-46-15,1 1-196 0,-9 0-397 16,2 1 176-16</inkml:trace>
  <inkml:trace contextRef="#ctx0" brushRef="#br0" timeOffset="-9774.3">14352 6247 38 0,'-10'6'191'0,"5"-1"0"0,0-2-3 0,-2-3-5 15,5 3-9-15,2-3-9 0,-4 2-14 0,4-2-1 16,0 0-10-16,15 0-13 0,3 0-12 0,11-2-10 0,3-1-5 0,4 1-25 16,4-2-41-16,-2 0-57 0,3 2-63 0,-3-1-84 15,-2 1-138-15,-4 2-334 0,-1-2 147 0</inkml:trace>
  <inkml:trace contextRef="#ctx0" brushRef="#br0" timeOffset="-8657.15">16266 5850 166 0,'-14'-5'170'0,"1"2"-2"0,-3-1-16 0,0 2-3 0,-1-1-14 0,-1 2-6 16,0 0-11-16,-1 1-10 0,-1-1-10 0,0 2-8 15,2 0-8-15,-1 3-9 0,1 0-6 0,0 1-10 16,3 2-5-16,-2-2-4 0,3 2-1 0,3-2-11 16,0 1-3-16,3 1 0 0,0 2-2 0,1-1-6 15,2 1-2-15,3-3 0 0,-1 4-4 0,6-2-3 16,-1 4 3-16,5-5 0 0,0 3-2 0,4-1-2 0,5-1 2 16,-2 0-5-16,6-3 2 0,0-1 2 0,-1-1-1 0,4-2-4 15,-1-2-3-15,-2 0 3 0,-1-3-2 0,2-1 2 16,-4-1 0-16,0-1 7 0,-2-5 15 0,-2 0 14 15,-1-1 1-15,-1-1 12 0,-2-2 4 16,-2-4 2-16,-1-3 3 0,2-1 2 0,-7-3-3 16,-1-3-2-16,0 3 5 15,0-5-2-15,-4 2 0 0,2-2 5 0,-2 1-8 16,4 2 12-16,-4 1 10 0,0 2-10 0,0 8 9 16,3 1 6-16,-3 2-4 0,4 8-1 0,-1-4-2 15,-2 5-6-15,3 1-17 0,-1-2-8 0,1 2-8 0,0 1-11 16,0 4-24-16,0-4-16 0,0 4-5 0,0 0 20 15,8 10-13-15,-7 0-1 0,4 5-1 0,2 3 4 16,3 7-3-16,-4 1 6 0,3 4-5 0,-1-1 5 0,2 2 2 16,-1-2 2-16,-1-2-6 0,2 1 7 0,-1-3-9 15,-3-1 0-15,-1-5 6 0,1-2-3 0,0-2-2 16,-4-5 0-16,2 1 2 0,-2-3 2 0,0 0-5 16,-2-2 5-16,3-1-5 0,-3 0 4 0,1 0 3 15,0-3 1-15,-1-2 0 0,0 7 1 0,0-7 17 16,2 4 1-16,-2-4 10 15,0 0-12-15,1 4 12 0,-1-4-15 0,0 0-6 16,0 0-2-16,1 2-20 0,-1-2-38 0,0 0-41 16,0 0-30-16,0 0-37 0,0 0-35 0,-10-8-45 15,10 8-41-15,-4-5-300 0,4 1-622 0,0 0 276 16</inkml:trace>
  <inkml:trace contextRef="#ctx0" brushRef="#br0" timeOffset="-8155.96">16574 5565 19 0,'0'0'253'0,"-2"-6"-18"0,2 6-20 0,0-2-21 0,0 2-18 16,0 0-24-16,0 0-14 0,0 0-17 0,0 0-3 0,0 0-16 16,0 0-12-16,5 13-4 0,-1-8-8 0,1 6-8 15,2-2-6-15,1 3 0 0,4-2-8 0,0 2-5 16,1 3-5-16,2-3-3 0,-2 2-1 0,5-2-7 0,-8 1-2 15,3-1-1-15,-1-3-6 0,-6 1-1 16,2 2-6-16,-3-3 2 0,1 2-1 0,-2-2-3 16,-3 1-2-16,-1 1-1 15,-1-3 0-15,-4 5 0 0,-1-3 2 0,-1-1 0 16,-3 4-1-16,-4-2-1 0,0 1 0 0,-3-2-1 16,1 2 0-16,0-3 5 0,2 1-8 0,-4 0 2 15,4 0-4-15,-1-3 2 0,1 3 1 0,2-6-5 0,3 3-2 0,0 0 2 16,3-3 0-16,0 2-1 0,1-1-1 0,-1-2 0 15,4 0-2-15,-2 1 2 0,3-2 1 0,1-2 3 16,0 5 3-16,0-5 10 0,10 3 5 0,0-1-1 16,4-1-4-16,8 0 4 0,5 0-2 0,1-1-5 15,5-1 0-15,-1 1-6 0,3-4 2 0,0 4-2 16,-4-3-1-16,-3-1 1 0,2 2-1 0,-14 1-3 16,6-2 3-16,-8 1 0 0,-4 0 2 0,-1 2-3 15,-1-1 4-15,-2 1 2 0,-6 0 2 0,9-2 7 16,-9 2 0-16,7 0-3 15,-7 0-2-15,0 0-4 0,0 0 0 0,0 0-3 16,0 0 2-16,-20-4-19 0,10 4-18 0,10 0-14 16,-14 2-20-16,5-2-17 0,2 0-25 0,-4 2-33 15,2-2-35-15,0-2-54 0,4 0-219 0,0 0-474 16,-3-3 210-16</inkml:trace>
  <inkml:trace contextRef="#ctx0" brushRef="#br0" timeOffset="-7833.93">16587 5859 182 0,'-4'0'277'16,"4"0"-5"-16,0 0-10 0,-10 2-13 0,10-2-15 15,0 0-26-15,0 0-21 0,0 0-20 0,0 0-14 0,28-7-13 16,-8 5-19-16,11-2-12 0,1-2-14 16,5 2-9-16,0 1-10 0,2-1-9 0,14-2-9 15,-19 2-14-15,0 1-7 0,-6-1-11 0,2 3-7 0,-11-1-8 0,-8 1-2 16,2 0-9-16,-7 1-1 0,2-1-7 0,-2 1-6 16,-6 0-4-16,0 0 5 0,0 0-13 0,0 0-13 15,0 0-9-15,-18 5-16 0,6-4-19 0,0-1-23 0,-2 2-32 0,1 1-28 16,2-1-68-16,-3 0-122 0,2 0-385 0,0 1 171 15</inkml:trace>
  <inkml:trace contextRef="#ctx0" brushRef="#br0" timeOffset="-7216.55">15529 6379 73 0,'-10'3'174'0,"3"-3"-6"0,2 0-5 0,0 2 0 16,5-2 3-16,-9 0-3 0,9 0-4 15,-7 2-11-15,7-2-6 0,-4 1-14 0,4-1-10 16,0 0-8-16,0 0-6 0,-7 1-4 0,7-1-6 16,0 0-4-16,0 0-8 0,-4 3-1 0,4-3-7 0,0 0-4 15,0 0 1-15,0 0-9 0,0 0-1 0,0 0-13 16,0 0-3 0,0 0-2-16,0 0-6 0,0 0-4 0,0 0-3 15,0 0-3-15,0 0 2 0,0 0 1 0,0 0-1 16,0 0-4-16,0 0-1 0,0 0-2 0,0 0-1 0,0 0-4 15,-3 3-3-15,3-3-3 0,0 0 3 16,0 0 0-16,0 0-5 0,0 0 7 0,0 0-3 16,0 0 2-16,0 0 8 0,0 0 0 0,19-3-3 15,-7-1 1-15,5 1-1 0,6 1-3 0,9-4-1 0,5 0-5 0,17-2 1 16,6-1 0-16,33-3-5 0,6-1 6 0,8 2 11 16,2-2 2-16,18 2 1 0,8 0-2 0,5 4 2 15,-1-4-7-15,3 5 3 0,-5-6-1 0,0 4-5 16,-6-1-2-16,-4 0 0 0,-17-1-2 0,-7 0-1 15,-8 1 1-15,-33 2 10 0,-2-3 13 0,-5 5 11 0,-15-2 4 16,-4-1 0-16,-2 2 13 0,-6 3 19 0,-9 0 22 16,-6 1 23-16,0-1 9 0,-3-1 5 0,-2 4 4 0,-3-1-7 15,0 0-13-15,0 0-13 0,-5 1-12 0,9-2-16 16,-9 2-23-16,7-1-32 0,-7 1-44 0,0 0-45 16,0 0-45-16,7 0-68 0,-7 0-43 0,0 0-54 15,3 3-13-15,-3-3-58 0,0 0-330 0,0 0-725 16,-12 3 320-1</inkml:trace>
  <inkml:trace contextRef="#ctx0" brushRef="#br0" timeOffset="-5235.17">15815 6720 19 0,'9'-3'143'0,"1"1"-5"16,3 2-11-16,0-4-14 0,1 2-20 0,4-1 5 0,-1 3-3 0,0 0-18 15,1 3-8-15,0-1 0 0,0 2-12 0,1 1-9 16,-1 3-1-16,-4-1-10 0,0 1 1 0,-1 1-1 16,-5 0-8-16,-2 7 2 0,3 0 5 0,-6-5-4 15,-1 7 4-15,-4-1 2 0,-1 0-4 0,-6 2 6 16,0-2 4-16,-1 1-5 0,-3-1 6 0,-4 4 6 16,4-8 2-16,0 0 3 15,1-1-3-15,-1-3 0 0,3-2 2 0,1 1-5 16,-2-2 0-16,6-1-10 0,-1-2 1 0,3 1 16 15,-4 1 6-15,5-4 16 0,-2 0 19 0,4-1 37 16,-3 4 3-16,3-4-3 0,0 0-21 0,0 0-6 16,6-14-9-16,2 5-14 0,4-4-15 0,4-8-2 15,4 1-2-15,0-2-9 0,-2 1-7 0,5-1-6 16,-4 0-5-16,-1 3-2 0,3 1-6 0,-8 4-3 0,2 1 0 0,-6 5-5 16,-1 0-6-16,0-1 3 0,-1 4-6 0,-2 1 0 15,-1-2-1-15,0 5-3 0,-2-3-5 0,2 2 0 16,-2-1-14-16,-2 3-11 0,0 0-7 0,0 0 6 15,0 0 0-15,0 0 4 0,-4 17-1 0,0-7 5 16,0 2 0-16,-3 3 2 16,3-1 1-16,2 3 3 0,-2-2-3 0,5 6 7 15,-1-5 0-15,1 0-2 0,2 1-1 0,2-2 6 16,3 1 0-16,3-4-17 0,-2-2-17 0,2-3-27 16,5 1-36-16,1-1-39 0,-1 0-41 0,5-5-46 15,-6-1-278-15,2-2-542 0,-4-1 240 0</inkml:trace>
  <inkml:trace contextRef="#ctx0" brushRef="#br0" timeOffset="-4934.59">16299 6626 290 0,'0'-5'297'0,"0"1"-17"0,0 4-31 0,2-8-11 16,-1 3-30-16,2 3-26 0,1 0-17 0,-1 0-19 0,5 1-13 15,-8 1-14-15,15 1-14 0,-6 3-10 0,1-2-10 0,-1 5-9 16,0-1-9-16,-1 1-4 0,0 2-9 0,-2 1-2 16,-1 0-5-16,-2 2-6 0,-1 2 2 0,-2 2-6 15,-1-3-1-15,0-3-7 0,-2 3-4 0,-2-1 2 16,3-1-5-16,-2-1 2 0,2-4-4 0,0 1-1 16,-1-3-3-1,2-1-1-15,0 2-3 0,1-1 5 0,0-4-6 0,3 7 5 16,5-4-1-16,4-3-26 0,8 0-26 15,3 0-39-15,5-4-43 0,2 3-52 0,2-4-67 0,-3 1-216 16,-1-2-493-16,3 2 218 0</inkml:trace>
  <inkml:trace contextRef="#ctx0" brushRef="#br0" timeOffset="-4650.29">16799 6875 121 0,'-5'3'211'0,"3"1"-11"0,2-4-3 16,-4 2 3-16,4-2-7 0,-2 3-15 0,2-3-11 15,0 0-12-15,0 0-12 0,0 0-14 0,0 0-12 16,0 0-14-16,18-3-8 0,-8 2-10 0,3-2-8 15,6 0 0-15,0-1-14 0,12 1-8 0,-5-2-9 16,2 1-11-16,1 1-14 0,-2-1-29 0,-6 2-23 16,0-1-27-16,-5 0-41 0,1 0-31 0,-4-1-34 0,-4 1-199 15,0 1-394-15,-4 0 174 0</inkml:trace>
  <inkml:trace contextRef="#ctx0" brushRef="#br0" timeOffset="-4380.84">16936 6762 267 0,'-1'-3'321'0,"-1"-2"0"0,2 5-8 0,0-4-7 16,0 4-19-16,0 0-23 0,0-5-23 0,0 5-26 15,0 0-33-15,0 0-16 0,0 0-20 0,-1-5-19 0,1 5-18 16,0 0-15-16,0 0-13 0,0 0-2 0,-4 16-10 0,4-5-9 15,0-1-6-15,0 1-3 0,-1 6-6 0,1 10 0 16,-3-7-6-16,3-1-4 0,0 5-8 16,0-4-20-16,0-2-25 0,0-1-27 0,4 0-25 15,-1-2-29-15,-1 2-32 0,2-7-34 0,0 2-40 0,1-5-53 16,-2 2-236-16,3-6-534 0,-1 2 236 0</inkml:trace>
  <inkml:trace contextRef="#ctx0" brushRef="#br0" timeOffset="-3802.53">17232 6706 148 0,'2'-3'318'0,"-2"3"-34"0,0-4-28 16,0 4-24-16,1-5-26 0,-1 5-26 0,0 0-19 15,2-2-15-15,-2 2-13 0,0 0-15 0,0 0-12 16,4 11-10-16,-1-4-10 0,-2-1-6 0,2 1-9 15,1 2 1-15,-2-3-17 0,3 4-12 0,0-4-8 16,0 4-7-16,3-3-1 0,-3 0-3 0,-1-2-4 0,2 0-3 0,-1 0 0 16,3-2 0-16,-3 0-3 0,4-2-2 0,-1-1 0 15,1-1-2-15,0 1 0 0,-2-3-2 16,4-2 3-16,-1 0-1 0,0 0 3 0,-1-2 1 0,0 0 7 16,1 1 4-16,-2-1 9 0,-2 1 0 0,2-2 8 0,-3 6 8 15,1-2 4-15,-2 1-5 0,0 0-1 0,0 0-4 31,-1 1-12-31,-3 2-3 0,5-3-6 0,-5 3-4 16,0 0-7-16,0 0 2 0,8 8 1 0,-5-2-1 16,0 0 3-16,0 6-11 0,0 6-1 0,-2-2-3 0,6 13 6 15,-5 0 0-15,-2 2-1 0,2 1-4 0,-2 0 2 16,0 0 0-16,0 0 0 0,-4-1 2 0,1 1-4 16,-3 0-5-16,1-5 9 0,-1-2-4 0,0-1 1 15,-1-6 2-15,1-3 10 0,-1-1-13 0,1-2 5 0,-2-5-2 16,0 2 4-16,-1-5 15 0,-1 0 3 0,1-3 7 15,-3-1-4-15,-3-2 9 0,2-1 17 0,-2-9 13 16,2 4 23-16,-1-4 5 0,5-2 7 0,0-1 4 16,3-2-1-16,0-1-7 0,4-7-12 0,4-4-8 15,4 0-17-15,4 3 1 0,-1-4-8 0,6 0-8 16,2 3-4-16,-2-2-4 0,2 4-7 0,2 2-6 0,0 4 1 0,-3 4-6 16,-3 2 1-16,-1 1-4 0,-3 4-5 0,-1 2 2 15,3-1-6-15,-7 3-1 0,1 2-13 0,-2-2-34 16,1 1-40-16,1 2-50 0,-2-1-23 0,-3 2-36 15,0 0-29-15,9 2-37 0,-6 1-34 0,-3-3-46 16,1 3-290-16,-1-3-673 0,0 0 298 0</inkml:trace>
  <inkml:trace contextRef="#ctx0" brushRef="#br0" timeOffset="-3402.38">17755 6595 175 0,'5'-2'342'0,"0"-2"-37"0,-1 2-24 16,5 0-27-16,-5 0-26 0,2 2-21 0,-6 0-25 15,9 0-19-15,0 4-15 0,0-1-17 0,-4 2-12 16,3 2-13-16,-3 1-11 0,1 2-7 0,-2 1-9 16,0 1-7-16,0 3-4 0,-4 1-6 0,0-2 4 15,-1 0-15-15,-3 0-3 0,1 2-2 0,0-5 7 16,0 0-13-1,-2-1-1-15,2 0 0 0,1-5-4 0,-1 2-3 16,-1 0-4-16,4-4 17 0,-2 1-18 0,0-1 16 0,0 1 20 16,-1 0 14-16,3-4 18 0,0 0 11 0,0 0 11 15,0 0-7-15,7 2-5 0,4-4-13 16,7-4-8-16,2 1-13 0,10-1-6 0,0-2 0 16,6 0-9-16,1 1-8 0,2 1-8 0,10-5-7 0,-10 5-1 15,17-2-2-15,-19 5-7 0,-1-2 5 0,0 1 0 0,-7 0-5 16,-10 0 4-16,-5 4-1 0,-2-2 2 0,-1 1 1 15,-2 0-8-15,-4 1 5 0,0 0-4 0,2-1-1 16,-7 1-4-16,10 0-2 0,-10 0-28 0,5-2-33 16,-5 2-65-16,0 0-47 0,0 0-59 0,0 0-52 15,0 0-85-15,0 0-338 0,0 0-750 0,0 0 331 16</inkml:trace>
  <inkml:trace contextRef="#ctx0" brushRef="#br0" timeOffset="2396.59">3262 8880 28 0,'-1'-4'247'0,"1"4"-12"0,-3-4-11 15,3 1-14-15,0 3-13 0,-1-5-20 16,1 5-18-16,-3-4-16 0,3 4-15 0,0 0-16 0,0 0-18 0,0 0-16 0,0 0-10 15,0 0-10-15,0 0-7 0,-1 19-6 0,1-4-4 16,-4 4-5-16,4 0-7 0,-4 13 4 0,-2-2-2 16,-2 2-6-1,3 14-2-15,0 0-4 0,1-10-2 0,-1-1-2 16,2 2 1-16,2-4-4 0,-3-2-1 0,4 1 0 0,-2-6 2 16,-1 2-5-16,2-10 0 0,1-1 3 15,0-2 0-15,0-4-6 0,-3-1 4 0,3-4-3 0,0-1 2 16,0 2 21-16,0-3 7 0,-1-1 23 0,1 1 6 15,0-4 17-15,0 0 11 0,0 7-1 0,0-7-2 16,0 3 0-16,0-3-11 0,0 0 7 16,-2 3-17-16,2-3-6 0,0 0 0 0,0 0-9 0,0 0-16 0,0 4 4 15,0-4-6-15,0 0 0 0,0 0-8 0,0 0-3 16,0 0-13-16,0 0-22 0,0 0-22 0,0 0-44 16,0 0-29-16,0 0-30 0,0 0-28 0,0 0-32 15,0 0-31-15,-2-14-56 0,2 7-168 0,2 6-486 0,0-4 215 16</inkml:trace>
  <inkml:trace contextRef="#ctx0" brushRef="#br0" timeOffset="3198.03">3700 9106 177 0,'0'0'181'0,"0"0"-7"0,0 0-33 16,0 0-12-16,0 0-10 0,0 0-15 0,0 0-6 0,-9 9-11 0,3-5-4 15,-6 5-5-15,2-1-10 0,-7 5-6 0,2-2-2 16,1 3-8-16,-1 0-3 0,-1-3-11 0,2 4 2 15,2-3-4-15,-1 0-8 0,4-3-2 16,0 1 0-16,0-2-4 0,5 1-3 0,-1 0 4 0,2-2-6 16,3 0-3-1,-1 1 3-15,2-1-1 0,3 0 0 0,1-2-5 16,4 2 3-16,5-2-2 0,2 0 5 0,3 0-5 16,1 0-1-16,2 0-4 0,-3 2 1 0,2 0-3 15,-2-1-1-15,-1 0-1 0,-3 2 7 0,-1 1-10 0,-1-2 4 16,-4 1 3-16,2-1-9 0,-4 4 7 15,-2-3-2-15,-3 2 5 0,0-2-2 0,-4 3 10 16,-1-1 8-16,-5 0 4 0,-5 1-1 0,-4-1 4 16,0 1 5-16,-1-1 3 0,-3-3 0 0,1 2-1 0,2-4 0 0,-4-1 3 15,7 0 5-15,-3 0-1 0,4-4 0 0,2 1 6 16,2 0 4-16,1-2 4 0,3 1 3 0,6 0-11 16,-9-4-18-16,9 2-20 0,0-5-27 0,6-1-24 15,3-1-15-15,5-3-12 0,3-1-16 0,5-1-13 0,3 0 7 16,2 1-5-16,1-3 19 0,1-2-4 0,0 3 3 15,-1 0-3-15,0-1 12 0,-2-2 6 0,3 3 8 0,-6-2-2 16,-4 0 7-16,4-2 7 0,-9 4 18 0,-1 0 20 16,0 2 27-16,-4-4 20 0,0 2 22 0,-3 5 22 15,2-4 14-15,-3 2 16 0,-3 1 16 0,0 1 1 16,0-1 11-16,-1 4 7 0,2 1 0 0,-3-1-1 16,0 2-3-16,0-2-3 0,1 3-6 0,-1 0-19 15,0 4-8 1,0-6-20-16,0 2-15 0,0 4-15 0,0 0-17 0,0 0-20 15,0 0-14-15,0 0 2 0,0 0-3 0,-1 25 0 16,1-8 1-16,-3 0 1 0,2 8-7 0,1 1 4 16,-2 1-5-16,2 0-1 0,-2-1-3 15,0 0 3-15,2 1 2 0,1-9-1 0,-1 0-3 0,-3 0 0 16,2-6 4-16,2 1-6 0,-1-2 8 0,0-2-9 16,0-3 4-16,0 2 0 0,2-3-2 0,-2 0 6 0,0-2-5 15,0 1 2-15,0-4 10 0,0 5-11 0,0-5-7 16,1 3-4-16,-1-3-9 0,0 3-15 0,0-3-32 0,0 0-46 15,0 0-42-15,0 0-45 0,0 0-42 0,-6-11-43 16,3 2-267-16,2 4-590 0,-1 0 261 0</inkml:trace>
  <inkml:trace contextRef="#ctx0" brushRef="#br0" timeOffset="3750.22">3928 9376 44 0,'-17'1'253'0,"3"2"-6"0,4-1-10 16,2 1-5-16,0-3-6 0,2 3-10 0,2-3-11 15,4 0-4-15,-9 1-12 0,4 0-9 0,5-1-11 16,0 0-10-16,0 0-10 0,0 0-6 0,-9 0-12 15,9 0-9-15,0 0-14 0,0 0-3 0,0 0-5 0,0 0-11 16,0 0-3-16,0 0 0 0,0 0 0 0,0 0-12 0,0 0 14 16,-8 0-12-16,8 0-14 0,0 0-3 0,0 0-10 15,0 0 11-15,0 0-20 0,0 0-6 0,0 0-6 16,0 0 3-16,0 0-9 0,0 0 7 16,0 0-13-16,0 0 4 0,0 0 0 0,0 0-9 15,0 0-2-15,0 0 0 0,0 0 3 16,0 0-4-16,0 0-2 0,0 0 1 0,0 0-8 15,0 0 4-15,0 0 1 0,0 0 2 16,0 0-6-16,0 0 4 0,0 0 0 0,0 0 1 16,0 0-2-16,0 0 3 0,0 0 4 0,-2 4-8 0,2-4 0 15,0 0-2-15,19-5 0 0,-10 1-1 0,10 0 2 16,2-1-5-16,8 0 3 0,8-2 3 16,1-1 0-16,17-2-7 0,-1 0 18 0,1-2-15 0,1 5 6 0,-1 0-2 15,-1 0-6-15,-17 3 4 0,-3-1-2 0,-2 1 7 16,-10 2-10-16,-3-1 5 0,-5 3 1 0,-1-2 1 15,-3 1-5-15,-2 0 15 0,-3 1-12 0,0 0 4 16,-5 0-4-16,8-3 5 0,-3 1 7 0,-5 2 1 16,0 0-5-16,5 0-14 0,-5 0-7 0,0 0-36 15,8-2-27-15,-8 2-40 16,0 0-36-16,0 0-50 0,-18 7-43 0,18-7-50 16,-13 1-286-16,8-1-630 0,1 1 278 0</inkml:trace>
  <inkml:trace contextRef="#ctx0" brushRef="#br0" timeOffset="5555.05">5654 9021 198 0,'-4'-2'218'16,"4"2"-7"-16,-5-3-8 0,5 3-13 0,-4-4-13 16,4 4-12-16,-1-4-19 0,1 4-12 0,0 0-17 15,-5-1-11-15,5 1-3 0,0 0-22 0,0 0-6 16,0 0-8-16,0 0-5 0,15 0-7 0,-2 1-8 0,0 1-3 16,0 0-5-16,3 3-6 0,-3-1-4 0,3 0 2 15,3 2-3-15,-6-1-6 0,0-3-2 0,-1 2-5 16,-1 1-2-16,-3-3-1 0,2 2-4 0,-5-1-4 15,0-1-2-15,2-1-3 0,-2 0 1 0,-5-1-4 16,6 3 3-16,-6-3-5 0,5 2 2 0,-5-2-5 16,3 3 5-16,-3-3-2 0,0 4 2 0,0-4 2 0,0 0 0 0,-4 5 0 15,0-2-1-15,0-1 2 0,4-2 0 0,-6 3 1 16,6-3-2-16,-4 4-1 0,4-4 0 0,-4 4 4 16,4-4-1-16,-1 1-4 0,1-1 6 0,0 0 0 15,0 0 0-15,0 0-2 0,0 0 0 0,0 0 12 16,-4 5-13-16,4-5 5 0,0 0-2 0,0 0-1 15,0 0 1-15,0 0 2 16,0 0 0-16,0 0-3 0,0 0 1 0,0 0 0 16,0 0 2-16,0 0 0 0,0 0 0 0,0 0 2 15,0 0-3-15,0 0 0 0,0 0 0 0,0 0 0 16,0 0 0-16,0 0 1 0,0 0 0 0,0 0 0 16,0 0-2-16,0 0 2 0,0 0 1 0,0 0-3 15,0 0 1-15,0 0 1 0,0 0-1 0,0 0-10 0,0 0-10 16,0 0-11-16,0 0-14 0,0 0-13 0,0 0-17 0,13-6-21 15,-13 6-26-15,0 0-24 0,0 0-212 0,1-4-383 16,-1 4 170-16</inkml:trace>
  <inkml:trace contextRef="#ctx0" brushRef="#br0" timeOffset="7274.36">5860 9034 29 0,'-3'-3'174'0,"2"-1"-13"0,1 4-12 15,-5-5-4-15,-2 2-6 0,2 1-16 0,-1-1-10 16,-3-1-9-16,-3 1-12 0,1 1-7 0,-2 0-14 16,-5 2 0-16,1 0-6 0,-2 0 3 0,-2 4-8 15,1-1 0-15,0 1-2 0,1 3-5 0,5-4-4 16,-5 5-4-16,-2 1-2 0,6 1-4 0,-3 0-5 16,3 2-3-16,-1 0-7 15,4 2-1-15,0 1-1 0,1-1 0 0,3 2-1 16,1-2-1-16,4-1-6 0,0 2 6 15,4-3 2-15,2 0 3 0,1-1 0 0,2 0-3 0,3-1 2 16,6-3 1-16,0 3 4 0,-2-8-1 0,6 2 3 16,2-1 2-16,1-3-1 0,-4-3 1 0,1 2 3 15,3-4 6-15,-3-3-1 0,1-1 6 0,-2-1 7 16,-1-2 5-16,-2 1 9 0,-2-1 4 0,-3-2-1 0,4 0 3 0,-5 0 6 16,-1 4 0-16,-1-3 7 0,0 0 4 0,-6 5-3 15,3-2 3-15,0 2 11 0,-3 1-15 0,-1 2-4 16,4 0-5-1,-4 1-18-15,1 0-8 0,2 1-3 0,-3 3-11 16,2-4-16-16,-2 4-25 0,3-2-19 0,-3 2 6 16,0 0-4-16,0 0 5 0,1 9 2 0,2 0 0 0,-2-1 3 15,0 1 1-15,3 1 6 0,0 1-4 0,1-1-2 16,5 3 0-16,-1 2-9 0,1-1-6 16,4-2-3-16,2 0-2 0,-1 0-6 0,2-6-6 0,-1 3-1 0,1-5-3 0,-3-1 0 0,4-1 4 15,0-2 3-15,-5-1 7 0,3-4 3 0,2-1 0 16,-1-1 7-16,-6 2 16 0,2-1 6 0,1-5 11 15,-4 2 18-15,-1 1 6 16,-1-1 17-16,-2-1 18 0,3 3 13 0,-4-1 4 0,0 1 14 16,-1 2 8-16,0 0 7 0,-3 1-8 0,2 0-8 15,1 1-11-15,-4 3-12 0,2-5-14 16,-2 5-8-16,4-3-7 0,-4 3-14 0,0 0-6 0,0 0-26 16,4-2 1-16,-4 2-2 0,0 0 2 0,3 14-3 15,-3-5-1-15,2 3 5 0,-2-2 1 0,0 2-6 16,0 3 1-16,0 2 5 0,0 0-3 0,0-2-1 0,4-3 11 0,-4 0-4 15,1-5-3-15,-1 0-5 0,2-2 3 0,0 0 0 16,-2 2 2-16,0-2 3 0,0-1 0 16,0-4 6-16,5 3 11 0,-5-3 14 0,0 0-1 15,0 0-3-15,0 0-3 0,14-9-2 0,-6 2-5 0,2-1-4 16,-1 0-2-16,3-3-3 0,-1-3-1 0,1 1-1 16,-1 1 2-1,0-2-9-15,-4 5 1 0,2 0 2 0,0 0-3 0,-4 1-2 16,0 4-2-16,-1-2-3 0,-2 2-7 0,2 2-12 15,-4 2-16-15,4-2-21 0,1-1-25 0,-5 3-12 16,0 0 14-16,0 0 0 0,7 7 13 0,-6-3 9 16,1 2 2-16,0 1 4 0,4 2 5 0,-2 0 11 0,2 2 0 15,7 1 4-15,0 3-2 0,6-3-3 0,5 1 1 16,7-2-2-16,1-1-12 0,2-4-5 0,1-2-6 16,2 1 4-16,1-1-2 0,2-4 3 0,-2-2 3 0,-2 0 3 15,2-1 3-15,-4-7 6 0,-4 3 5 0,1 0 3 16,-13 2 6-1,4-5 16-15,-6 4 19 0,-4 0 9 0,-3-4 6 16,-2 3 12-16,0 0 12 0,-4 0-3 0,-1-1-3 0,-4 3-3 16,1-2 4-16,-5-2-24 0,-4 3-2 15,-2 2-6-15,-6-2 0 0,-1 2-3 0,-4 1 2 16,-5 2-8-16,-1 1 2 0,8 1-5 0,-2 2 0 0,1 2 9 16,-4 3-17-16,6-3 8 0,4 4-2 0,-2-1-3 15,5 1-5-15,-1-2-12 0,5 0-3 0,4 1-2 16,-3 0-2-16,3 0 4 0,1 1-2 15,3-4 5-15,1 3 1 0,4-3 4 0,-3 0 4 0,7 0-1 16,2-3-1-16,-1 2 7 0,8-3-3 0,-2-2 0 0,4 0-2 16,0-3 7-16,-1-3-1 0,0-2 1 0,0 1 3 15,1-1 0-15,-5-3 16 0,4 0 13 0,-5-3 7 0,1-1 13 16,0-4 17-16,-4 3 13 0,3-7-5 0,-5 0-2 16,-2 5 9-16,2-6 8 0,-3-1-2 0,-3 7 16 15,0-9-14-15,-1 5 10 0,0 2 23 0,-2 3 2 16,0-1 2-16,2 1 1 0,-2 5-2 0,1 1-5 0,-2 1-7 15,0 2-11-15,1 2-12 0,-2 2-8 0,3 0-12 16,0-1-13-16,0 2-11 0,0 4-30 0,-1-2-38 16,1 2-37-16,0 0-37 0,0 0 0 0,0 0 9 0,-4 12 9 15,3-1 11-15,-3 7 2 0,-1 6 9 0,-3 4 8 16,4 0 1-16,-1 1 9 0,4 2 3 0,-2-2 4 16,-2 2 5-1,5-1 9-15,0-4 1 0,0 3 1 0,4 0 5 0,-3-10-2 16,2-1-3-16,-2 1 7 0,3-4 5 15,-3-3 1-15,2 0 3 0,-2-2-5 0,3-1 3 0,-4-1-2 16,4 0 1-16,-3-4 3 0,3 0 1 0,-3 1 6 16,-1-1 0-16,0 0-4 0,0-4 6 0,3 4 0 15,-2-1 2-15,-1-3 12 0,0 0 2 0,1 4 4 16,-1-4-5-16,1 2 2 0,-1-2-3 0,3 3-1 0,-3-3 3 16,13 0-3-16,2-4-15 0,7 1-64 0,10-4-62 0,6 1-95 15,13-7-115-15,6-5-428 0,-4 1-822 16,2-2 364-16</inkml:trace>
  <inkml:trace contextRef="#ctx0" brushRef="#br0" timeOffset="8128.99">7609 8840 102 0,'0'0'216'15,"0"0"-25"-15,0 0-19 0,0 0-17 0,0 0-17 16,0 0-12-16,0 0-11 0,31 3-9 0,-15-1-4 15,3 2-13-15,2 1-4 0,7 3-5 0,-4 4-12 16,3-2-6-16,-9-1-8 0,-1 2-6 0,-1 3-3 16,0 0-3-16,-1 1-6 15,-5 2-7-15,-2 0 1 0,-3 0-5 16,-3 4-7-16,-4-4 0 0,-7 10 1 0,-1-4 3 0,-3 5-6 16,-5-2 6-16,-5-2-1 0,4-4 3 0,-5-1 3 15,-1-2 0-15,1 1 5 0,1 0 2 16,-1-3 1-16,1 0-3 0,2-6 0 0,6 0-1 0,1-3-3 15,4 1-1-15,-2-2-4 0,7-1 1 0,-3-1-3 16,3 1-3-16,1-1-1 0,3-1 1 0,1-2 2 0,0 0 6 16,8 3 0-16,2-3-1 0,9-2 0 0,12-1 0 15,2 1-5-15,3-3-3 0,16-2-3 0,-12 4 0 0,11-4-5 16,-10 3 5-16,-2 1-6 0,-4 1 4 16,-2-1-4-16,-1 1-1 0,-11-2 8 0,-3 0-8 0,-3 2-2 15,-4 0 16-15,0 1 8 0,-3-1 16 16,-1 1 9-16,-1 0 3 0,0 1 7 15,-3-3-5-15,2 1 3 0,-5 2-12 16,5-2 4-16,-5 2-9 0,0 0-6 0,6-1-2 16,-6 1-4-16,0 0-10 0,0 0-10 0,3-3-6 15,-3 3-27-15,0 0-18 0,0 0-14 0,0 0-23 0,0 0-22 16,0 0-24-16,0 0-34 0,0 0-89 16,0 0-238-16,0 0-522 0,-7-5 231 0</inkml:trace>
  <inkml:trace contextRef="#ctx0" brushRef="#br0" timeOffset="9093.66">8299 9065 266 0,'1'-4'325'0,"-1"4"-24"15,8-2-32-15,-8 2-23 0,5-3-30 0,-5 3-20 16,0 0-21-16,0 0-19 0,5 0-22 0,-5 0-11 15,0 0-13-15,4 5-17 0,-1-1-10 0,-3-1 1 16,1 5-15-16,0-2-5 0,1 6-1 0,-2 4-13 16,0-5-4-16,0 5-4 15,-4 1-5-15,2 1-4 0,1-2-5 0,-3-1 1 16,4-4-5-16,-2-2-1 0,0 0-3 0,2-2 8 16,-1-2-12-16,1 0 6 0,1 2 8 0,1-2-11 15,-4-1 28-15,2-4 30 0,3 4 26 0,-3-4 36 16,0 0-3-16,0 0-2 0,0 0-14 0,0 0-2 15,9-9-16-15,-4 1-7 0,4 0-10 0,-4 0-10 16,1-1-6-16,2-3-14 0,2 0-2 0,-2 0-6 0,-2 2-5 0,2 3-2 16,-2-2-6-16,-2 4-4 0,0 0-3 0,-3 2-8 15,3-1 0-15,0 1-8 0,-4 3-15 0,1-5-24 16,2 2-21-16,-3 3-16 0,0 0-4 0,0 0 10 16,0 0 7-16,10 8-3 0,-6-3 12 0,0 2 1 15,2 1 6-15,2 1 3 0,6 3-15 0,0-1-12 16,5 1-13-16,8 1-3 15,1 0-7-15,3-4 7 0,4-2-1 0,4-1-6 16,14 1-9-16,0-5-8 0,-2 1 2 0,-1-4 2 16,-13-2 3-16,5-1 1 0,-4-1 8 0,-2-4 8 15,0-3 8-15,0 2 6 0,-7-1 10 0,-2 1 17 16,-9 0 23-16,-5 0 15 0,-3 0 17 0,-3 2 11 16,0-3 4-16,-5 1 2 0,1 0 1 0,-6-1-4 15,1 1-5-15,-3 0 2 0,-4 0-2 0,-6 2-5 0,-1 3-1 0,-7-1 0 16,4 0-5-16,-9 5-4 0,-1-2-1 0,-1 3 2 15,3 3-3-15,7 2-2 0,-6 4-4 0,6-4 8 16,2 7-10-16,0-4-2 0,4 1-1 16,-3 3 2-16,7 2 0 0,0-1-7 0,5-2 0 0,1-1 0 15,4 3-2-15,1 2-5 0,3-4 1 0,7 2-3 16,0-3 3-16,3 1-2 0,1-4-2 0,3-2-2 0,0-1-2 16,2-3-1-16,-2-1 3 0,4-2-1 0,-3-2 1 0,-1-4 1 15,1-2 2-15,4-5 4 0,-9 2 4 0,-1-3 16 16,1 1 1-16,0-8 4 0,-5 0 12 0,-1 5 0 15,0-7 7-15,-2 0 1 0,-1-1 5 16,-3 0 7-16,1-4-8 0,0 0-1 0,-2 0 6 0,-1 0 15 16,1-2 17-1,-2 2 24-15,0-2 18 0,1 7 9 0,-2 6 4 0,0 1 5 16,0 6-6-16,5 2-7 0,-6-1-11 0,3 6-17 16,0-1-9-16,-1 1-17 0,1 0-20 0,-1 1-34 15,1 4-31-15,0 0 1 0,0 0-1 0,-4 13 4 16,0 4-1-16,2 2 0 0,-2 9 4 0,1 2 9 15,-3 4-5-15,2-1 8 0,-1 0-10 0,1-1 2 16,-1 2-6-16,5-3-1 0,-1 1 6 0,0-3 4 0,1-4-5 16,1-1 0-16,0-6 7 0,-1 2-1 0,5-7 5 15,-5-1-4-15,3 0-4 0,-3-3 4 0,1-1 0 16,-1-1 0-16,4 0-1 0,-3-4 8 0,-1 2-6 0,4-1 3 16,-4-1-4-16,0-3 8 0,0 5 10 0,0-5-4 15,0 4 10-15,0-4-8 0,0 0 2 16,0 0 2-16,0 0-4 15,0 0 3-15,0 0-3 0,0 0-1 0,0 0 1 0,0 0-6 16,0 0 2-16,4 4 0 0,-4-4-2 16,14 0 1-16,-1 0-3 0,8-1-20 0,9-2-43 15,6-3-51-15,3-1-92 0,16-4-103 0,4-9-465 16,2 2-829-16,-1-4 367 0</inkml:trace>
  <inkml:trace contextRef="#ctx0" brushRef="#br0" timeOffset="10147.74">10515 8564 47 0,'-1'-6'259'0,"-1"0"-10"0,2-1-13 0,-1 2-13 16,-2 1-18-16,2-1-17 0,0 2-23 0,1 3-19 15,-3-3-13-15,3 3-18 0,0 0-11 16,-11 6-13-16,3 5-8 0,-2 5-5 0,0 8-13 0,-4 5-17 15,-1 7-6-15,-2 10-2 0,1 1-6 0,1 0-1 16,-2 1-4-16,3 1-1 0,4-2-8 0,1 0 2 0,-1-1 0 16,6-12-5-16,-2 2 3 0,2-2-3 0,1-4-3 15,3-2-1-15,2-3 0 0,-2-6-5 0,0-2 4 0,1-7-2 16,0 2 0-16,-1-5 1 0,0 0-1 16,0-3 29-16,0-1 29 0,0 4 39 0,0-7 27 15,-1 5 31-15,1-5-22 0,-8 0-10 0,8 0-14 16,-11-8-16-16,2 1-3 15,-4 2-11-15,0-6 7 0,-3 4-25 0,3-1-6 16,1-1-6-16,-3 0-12 0,2-1-7 0,2 5 5 16,2-3-8-16,1 6-7 0,-2-5 0 0,6 5-10 15,-1 1-1-15,-1-3-10 0,2 2 12 0,4 2-40 0,-6-4-30 16,6 4-24-16,-4-1-20 0,4 1-17 16,0 0-11-16,0 0-17 0,0 0-35 0,0 0-40 15,12 6-46-15,-12-6-309 0,11-1-613 0,-4 0 272 0</inkml:trace>
  <inkml:trace contextRef="#ctx0" brushRef="#br0" timeOffset="10479.82">10176 8999 182 0,'0'0'237'0,"0"0"-15"0,-9 1-17 16,9-1-21-16,0 0-12 0,0 0-14 0,0 0-15 15,-8-1-8-15,8 1-11 0,0 0-13 0,0 0-8 0,0 0-8 0,0 0-8 16,26-1-8-16,-8-2-9 0,1 1-7 0,13-3-6 16,1 2-4-16,3 0-5 0,0-1-3 0,-3-3-7 15,4 6-1-15,-5-3-6 0,-1 3-5 0,-11 0-3 16,-1 1-1-16,0 0-1 0,-7-3-3 0,1 0-3 15,-6 2 2-15,1 1-3 0,-4 0 5 0,-4 0 3 16,9-1 5-16,-4-1-2 0,-5 2 0 0,0 0-4 0,0 0-4 0,0 0-18 16,0 0-12-16,0 0-19 0,-23 3-18 0,13-3-21 15,0 4-28-15,-1-4-40 0,0 3-40 0,3-3-223 16,-1 0-434-16,4 1 192 0</inkml:trace>
  <inkml:trace contextRef="#ctx0" brushRef="#br0" timeOffset="11249.98">10834 8862 43 0,'0'0'268'0,"7"-2"-31"0,-7 2-28 15,0 0-20-15,6 0-18 0,-6 0-22 0,8 4-13 0,-6 1-14 16,2 0-13-16,0-2-4 0,-3 6-6 0,3-2-8 0,1 4-9 15,-2 0-9-15,-2 4-5 0,-1 2-6 0,-1 0-6 16,-1 0-8-16,2-1-2 0,-2-1-2 0,-2 0-5 16,3-3-4-16,-2 0-6 0,1 0 2 0,-2-3-5 15,1-1-4-15,1-3-1 0,-2-3 13 0,4 4 13 16,0-2 14 0,-1-2 27-16,1-2 18 0,-3 4 24 0,3-4 29 15,0 0 19-15,0 0-2 0,0 0-15 0,0 0-16 16,9-9-19-16,-1 1-13 0,3-3-24 0,4-3-17 0,3-3-27 15,4 0-27-15,1 0-6 0,3-3-16 16,-5 5-4-16,5-2-7 0,-2 2-1 0,-7 4 2 0,-2 1-2 16,-5 3 7-16,2 2-2 0,-3-1-1 0,-3 3 1 15,-2-2 11-15,2 2-3 0,-1 1-1 0,-2 0 2 0,-3 2-3 16,5-3-3-16,-5 3 1 0,0 0-1 0,0 0 0 16,0 0 5-16,0 0-8 0,-20 7 3 0,13-3 4 15,-3 2 0-15,-1-1 3 0,3 1-7 0,-1 0 2 16,-1 1-8-16,0-2 11 0,2 5 0 0,0-3 1 15,3-3-1-15,-1 4-1 0,-1-4-8 0,6 2-1 16,-3 1 2-16,3-3-2 0,-3-1 4 0,4 0 2 0,-3 1 5 0,3-4-1 16,0 6 5-16,0-6-1 0,4 2 5 0,-4-2 11 15,8 2 4-15,-8-2 6 0,0 0 7 0,10-4 5 16,-10 4-1-16,9-1 7 0,-9 1-7 0,3-3-4 16,-3 3 11-16,0 0-17 0,0 0-8 0,5-2 13 15,-5 2-12-15,0 0-5 0,0 0 0 0,0 0-4 16,4-2-6-16,-4 2 1 15,0 0 3-15,0 0-1 0,0 0-4 0,0 0 3 16,0 0-8-16,0 0 3 0,0 0-3 0,0 0 12 16,0 0-13-16,0 0-3 0,0 0-2 0,5-2 12 15,-5 2-4-15,0 0 14 0,0 0-18 0,0 0 4 16,0 0-6-16,0 0 6 0,0 0-2 0,0 0 2 16,0 0-5-16,0 0-6 0,0 0 3 0,0 0-4 15,0 0-14-15,0 0 17 0,0 0-4 0,0 0 0 0,0 0-2 0,0 0 10 16,0 0-4-16,0 0 2 0,0 0 4 0,0 0-10 15,0 0 1-15,0 0-1 0,0 0 4 0,0 0-9 16,0 0-2-16,0 0-10 0,0 0-8 0,0 0-7 0,0 0-8 16,0 0-7-16,0 0-13 0,0 0-10 0,0 0-18 15,0 0-20-15,0 0-23 0,0 0-25 16,0 0-28 0,0 0-58-16,0 0-265 0,0 0-561 0,-17 4 249 0</inkml:trace>
  <inkml:trace contextRef="#ctx0" brushRef="#br0" timeOffset="11882.41">11425 8880 104 0,'1'-6'233'0,"-1"1"-2"0,0 1-10 0,0 4-11 16,-1-5-7-16,-1 0-3 0,2 5-8 0,-1-5-14 16,1 5-16-16,-4-5-13 0,4 5-19 0,-2-2-12 15,-2-1-16-15,4 3-10 0,-9 2-13 0,9-2-10 0,-15 4-6 0,4 2-7 16,0 0-8-16,-2 5-4 0,-1-3-6 0,1 6-2 15,-1-1-4-15,0 1-4 0,0 0-3 0,1 1 8 16,3-1-15-16,1-2 0 0,3-2 0 0,-1-1-3 16,4 1-1-16,0-2 2 0,-1-1 2 0,4-2-2 15,-3-1 10-15,2 1-3 0,1 0 10 0,0-5 35 16,4 3 6-16,-4-3 7 16,9-1 7-16,-9 1 13 0,14-4-2 0,-6 0 1 15,2-1-5-15,0-1-7 0,-1 0-10 0,3 0-7 16,-2-1 4-16,0 0-22 0,0-1-6 0,0 4-2 15,-1-2 0-15,-2 1-10 0,-2 1-1 0,0 2-4 16,1-1-4-16,-2 0-13 0,-1 1 2 0,2 0-8 16,-5 2 3-16,5-2-8 0,-5 2-33 0,10 0-9 15,-10 0-19-15,10 2-18 0,-4 0-20 0,0 0-30 0,-1 4-42 0,4-5-43 16,0 2-69-16,-4 0-316 0,5 1-646 0,-1-1 286 16</inkml:trace>
  <inkml:trace contextRef="#ctx0" brushRef="#br0" timeOffset="12829.72">11721 8874 204 0,'0'0'270'0,"-1"-5"-21"0,1 5-17 15,0 0-25-15,0 0-19 0,0 0-16 0,-3-5-16 16,3 5-14-16,0 0-17 0,0 0-12 0,0 0-10 15,8-4-12-15,-3 4-5 0,5 0-12 0,0-2-9 0,2 1-5 16,3-1-10-16,-3-1-2 16,2-1-7-16,-1 0-2 0,1 0-5 0,0-3-2 0,0 2-3 15,-4-4-1-15,4 1-7 0,0-4 2 0,-5 3-2 16,0 0 1-16,1-2 3 0,-2 1 10 0,-3 1 5 16,2-2 10-16,-4 2 10 0,1 2 6 0,0-2 1 15,-3 4-7-15,2 0-7 0,-3 0-7 0,0 1-5 0,-3 1-7 0,1 0-9 0,-5 1-1 16,7 2-2-16,-14 4-4 0,4-1-3 0,-3 2-2 15,-1 3-3-15,1 1 0 0,-1 0 8 0,1 5-12 16,2-3 2-16,-1 3-5 0,0 2-4 0,2 0 6 0,2-2 1 16,1 1-2-16,2-3 0 0,2 4 9 15,0-3-13-15,4-1-1 0,1 1 5 0,4-1-1 16,0-3-1-16,6 1 4 16,6-1 5-16,-2-1-20 0,6-1-1 0,6-5-4 15,0 1-6-15,-1-4-3 0,4-1 3 0,1 0-2 16,-2-6 11-16,2 0-5 0,-4-4 1 0,3 1 0 15,-4-4 5-15,-4-3 1 0,3 0 6 0,-4-4 9 16,1 1 9-16,-5-8 3 0,2 0 4 0,-3 0 2 0,-3 2 18 16,-1-2 14-16,4 3 29 0,-12-1 26 0,3 10 17 15,-2 2 12-15,-2 0-3 0,0 4 5 0,-2 1-3 0,0 3-7 16,0 1-11-16,1 0-14 0,-3 3-17 0,0-1-14 16,1 0-10-16,2 0-31 0,-3 4-32 0,0 0-19 15,0 0-3-15,0 0 6 0,-3 17 2 0,2-5-3 16,-2 6 8-16,1 5-5 0,-2 2 6 0,1 3 0 15,-1-1-3-15,2 2-3 0,2-3 6 0,-4-1 3 0,4-1-7 16,0-3 8 0,4-1 12-16,-4-3-11 0,1 1 2 0,0-2-1 15,-1-4-3-15,4 0 0 0,-4-4 6 0,3-1-5 16,-3-2 3-16,1 2-1 0,0-5 3 0,-1 2 3 16,0-4 2-16,2 7-1 0,-2-7 3 0,-2 4 3 15,2-4 8-15,0 0-5 0,0 0 8 0,0 0-16 16,-19-11-6-16,10 6-8 0,-1-3-5 0,-7 0 0 15,7 1-1-15,-8-2 2 0,5 3-3 0,-1 1 1 0,3-1-5 0,1 1-4 16,-2 2 2-16,6 0 1 0,-1 1-4 0,2-1-10 16,-1 0-13-16,3 1-18 0,3 2 11 0,-3-2-8 15,3 2-4-15,0 0 14 0,12-7-9 0,0 5-2 16,9 0 14-16,9-1-9 0,3-4 9 0,3 4-2 16,17-4 0-16,-17 2-4 0,15-2 3 0,-14 5 8 15,3-5 1-15,-3 2 6 0,0-2 0 0,-1-1 16 0,-3 1-8 16,-5 2 4-16,-7 0 17 0,-5 1 21 0,-3 2 28 0,-1-1 18 15,-2 1 12-15,-5 1 3 0,3 0 0 16,-3 0-6-16,0 0-8 0,-5 1-11 0,5-2-9 16,-5 2-13-16,8 0-4 0,-8 0-6 0,0 0-3 15,2 5-9-15,0 0-2 0,0 0 13 0,-2 0-11 0,0 3-5 16,0 1 2 0,0 3-1-16,0 0 0 0,1-3-1 0,-1 3 2 15,-1 1 3-15,1-4-1 0,0 3-5 0,1-2 6 16,0-1-29-16,-1-3-25 0,0 1-17 0,-1 0-22 0,1-1-9 15,1-2-10-15,-2 1-7 0,1-2 1 16,0-3 1-16,0 5-10 0,0-5-58 0,0 0-63 16,0 0-56-16,-7-16-242 0,3 6-581 0,0-2 257 15</inkml:trace>
  <inkml:trace contextRef="#ctx0" brushRef="#br0" timeOffset="12983.19">12833 8564 143 0,'0'-10'305'0,"0"1"4"16,0 2 8-16,0 0-23 0,0 4-22 0,0-2-33 15,0 0-25-15,0 5-18 0,0-5-7 0,-3 0-34 16,3 5-21-16,0 0-42 16,0 0-11-16,0 0-27 0,0 0-32 0,0 0-38 15,13 15-41-15,-5-7-45 0,-2 1-50 0,2-2-31 16,-2 4-235-16,3 2-452 0,2 0 199 0</inkml:trace>
  <inkml:trace contextRef="#ctx0" brushRef="#br0" timeOffset="13352.03">13278 8690 62 0,'0'0'247'15,"0"0"-14"-15,-6-5-21 0,3 2-15 0,3 3-17 16,-11-1-17-16,5 1-13 0,-4 4-18 0,-2-4-12 16,3 3-12-16,-2 4-9 0,-1 0-13 0,-2 2-9 15,0 4-8-15,0-3-8 0,0 2-3 0,2 1-9 0,1-2-4 0,2 1-1 31,3 0-6-31,-1-3-2 0,4 3-2 0,0-1 0 16,0-2-3-16,6-1 2 0,0 1 5 0,3-1 6 16,3-1-3-16,1 0 1 0,8-2 2 0,1 0-5 15,0-3-5-15,0 1-3 0,2-2-2 0,-2-2 7 16,0-2-9-16,0 3 10 0,-1-5 18 0,-8 1 11 16,2 1 5-16,-3-4 6 0,2 0 7 0,-5-1-16 0,1-2-2 15,-4-1-9-15,3-6-8 0,-5 0-7 0,-1 2-1 0,0 3-10 16,-2 0-2-16,-1-4-7 0,-3 4 0 0,-2 2-5 15,2-2 6-15,-2 2-12 0,-1 5-9 0,-2-1-4 16,-1 0-9-16,1 1-13 0,1 3-16 16,-2 1-26-16,-2 1-20 0,1 0-28 0,4 2-23 0,-5 4-38 15,6-2-38-15,2 1-57 0,1 0-187 0,1 0-493 0,6 2 219 16</inkml:trace>
  <inkml:trace contextRef="#ctx0" brushRef="#br0" timeOffset="13699.97">13509 8724 270 0,'0'0'288'0,"0"0"-24"0,6-2-28 0,-6 2-27 16,0 0-21-16,0 0-20 0,0 0-20 0,5 3-7 15,-2 1-11-15,-1 1-14 0,-2 1-13 0,-2 0-7 16,4 4-11-16,-4-1-6 0,4 4-7 0,-4-2-8 0,-1-1-7 15,1 2-4-15,0-3-3 0,1 2-6 0,0-2-2 0,1-4-4 16,0 0-2-16,0 0 2 0,-1 0-4 0,1-5 10 16,0 4 30-16,0-4 20 0,2 3 6 0,-2-3 5 15,0 0 3-15,19-7-4 0,-11 2 6 0,-2 2 4 16,6-3 2-16,-6 3-2 0,1 0-12 0,-2-1-11 16,2 1-3-16,-2 1-13 0,3 2-12 0,-4-3-4 15,2 1-9-15,-6 2-5 16,13 2-11-16,-8 1-11 0,7-1-27 0,-1 5-38 15,1-1-48-15,3 5-52 0,-1-3-79 0,-1 2-115 16,-2-3-319-16,0 1-709 0,-2-4 314 0</inkml:trace>
  <inkml:trace contextRef="#ctx0" brushRef="#br0" timeOffset="18013.3">17225 8690 173 0,'0'0'198'0,"-2"-8"-4"16,1 4-5-16,-1-3-13 0,2 1-3 0,-2 2-15 15,0-3-4 1,-1 4-18-16,-1-1-12 0,-1-1-14 0,0 0-12 0,-5 0-9 16,1 3-12-16,-4 0-7 0,-5 1-5 0,-1 2-9 15,1-1-7-15,-10 4-3 0,-1 3-7 16,1 3-4-16,-1 0-6 0,0-1-1 0,2 4-4 16,-1 1-3-16,1-2-4 0,5 2 1 0,7-1-2 0,-1 0-3 15,2 1-1-15,1 0-1 0,1 0-4 0,3-1 1 16,4 1-1-16,1 1-1 0,3-4 0 0,2 1 3 0,3-1-3 15,3 3 4-15,2-3-3 0,6 0 0 0,4-3 1 0,0-2 1 16,12 1 0-16,-3-2 1 0,-1-4-1 0,2-1-3 16,-1-5 2-16,2 0 1 0,-2-2-4 15,-3-3 4-15,-1-1 11 0,-7 0 9 0,6-5 2 16,-7 2 8-16,3-4 6 0,-6 1 0 0,1-8 5 0,-3 1 2 16,-3-2-9-16,1-2 0 0,-4-1-3 0,-1-6-3 0,-2 2 3 15,0-1 9-15,-2-1 11 0,0 1 16 0,0 1-3 16,-2 2 19-16,0 3 2 0,-1 4-4 0,2 5-13 15,0 1 15-15,-2 6-8 0,2 1-6 0,-1 3-7 16,0 1-13-16,1 0 0 0,-1 2-16 0,2 0-14 16,0 5-34-16,-1-5-37 0,1 5-19 0,0 0-1 15,0 0 4-15,-5 16 11 16,2 0 0-16,0 11 13 0,-1 2 2 0,-1 2 4 16,1 5 2-16,0 10 2 0,2-9 8 0,3 9-1 15,-1-10 5-15,1-2 10 0,3-1-12 0,-2-4 7 16,1-2 0-16,-1-3-1 0,0-7 1 0,0 0 2 0,1-5 1 0,-2-2-3 15,0-3 5-15,1 0 2 0,-1 0 4 0,-1-4-2 16,1 2 4-16,1-1 15 0,-2-4 11 0,0 4 7 16,0-4 2-16,1 4 11 0,-1-4-21 0,0 0 5 15,0 5-7 1,0-5 11-16,0 0-36 0,0 0-20 0,0 0-21 16,0 0-76-16,0 0-63 0,0 0-73 0,0 0-60 15,7-13-225-15,-4 8-579 0,0-1 256 0</inkml:trace>
  <inkml:trace contextRef="#ctx0" brushRef="#br0" timeOffset="18446.74">17530 8568 56 0,'5'-3'251'0,"-5"3"-27"0,4-2-25 16,0 1-19-16,-4 1-16 0,0 0-5 0,14 3-16 0,-8 1-13 0,2 2-9 15,-3 3-11-15,0-1-10 0,3 3-12 0,-2 4-6 16,-1-1-9-16,-2 3-5 0,-2 2-7 0,-1 0-7 16,-4 1-9-16,2-3 3 0,-2 2-10 0,-2-3-4 15,-1 1-1-15,2-3-3 0,0-2-3 0,0 0-3 16,-3-2 3-16,3-1-3 0,1-2 4 0,0-2 6 16,3 2 5-16,-3-4 12 0,4 0 25 0,-1-1 24 0,1-2 28 15,-4 4 37-15,4-4 19 0,0 0-4 0,0 0-21 0,0 0-16 16,1-14-15-1,7 4-12-15,1-4-14 0,4-1-6 0,-3-10-12 16,7 3-8-16,-3 0-13 0,0 2-5 0,-1 3-11 16,-2 2-4-16,-1 0-2 0,-3 5-10 0,0-1 5 15,0 4-11-15,-3 4 4 0,-1-4-15 0,0 5-26 16,1-1-16-16,-4 3-25 0,4-2 4 0,-4 2-4 16,3 6 11-16,-1 3 6 0,-1 0-1 0,0 6 2 15,1 4 7-15,0 0-7 0,1 5 9 0,1-4-1 0,-1 5 3 16,4-7-24-16,-1 2-21 0,3-2-21 0,6 3-26 15,3-2-41-15,-1-5-55 0,7-4-75 16,-3-2-281-16,6-2-615 0,-6-1 272 0</inkml:trace>
  <inkml:trace contextRef="#ctx0" brushRef="#br0" timeOffset="19263.86">16752 9131 153 0,'-8'0'157'16,"8"0"-8"-16,-10 0-6 0,10 0-12 0,-9 0 0 0,5 1-12 0,4-1-9 16,0 0-6-16,-9-1-11 0,9 1-11 0,0 0-3 15,0 0-10-15,0 0-7 0,0 0-4 0,-7 1-6 16,7-1-7-16,0 0 0 0,0 0-6 0,0 0 4 15,0 0-2-15,0 0-7 0,0 0 1 0,0 0-5 16,0 0-7-16,-7 1-1 0,7-1 0 0,0 0 0 0,0 0-4 16,0 0-4-16,0 0 2 0,0 0-3 0,0 0 1 0,0 0-3 15,0 0-2-15,0 0-6 0,0 0 5 0,0 0-1 16,0 0 0-16,0 0-2 0,0 0 2 0,0 0 3 16,0 0 3-16,0 0 0 0,0 0 7 0,0 0 4 15,0 0-3-15,0 0 0 0,0 0-3 0,0 0 6 16,0 0 1-16,0 0 13 0,0 0 9 0,0 0 2 15,19 3-2 1,-7-4-3-16,6 1-3 0,4 0-1 0,13-2-5 0,19 0 0 16,5-6-2-16,33 4-4 0,7 0 7 0,6-5-7 15,10 2 1-15,5 2 7 0,8-2 3 0,-3 1 0 16,1-2 1-16,0 3-2 0,-3 2-2 0,-3-2-6 16,-9-1 2-16,-13 5-6 0,-6-6 0 0,-29 3-4 15,-2 1 0-15,-4 0-4 0,-5-3 1 0,-16 5 0 16,-4-3 4-16,-3 3 11 0,-10-1 12 0,-7 1 8 0,-1 1 7 0,-2-2 18 15,-2 2 7-15,-1 0 11 0,-1-2 4 0,-5 2-2 16,9-1-11-16,-9 1-7 0,5 0-6 0,-5 0-21 16,7-2-20-16,-7 2-27 0,0 0-36 15,0 0-40-15,0 0-39 0,0 0-16 0,2 7-20 0,-2-7-42 16,-9 4-55-16,4-2-97 0,-2 1-198 0,0-1-579 16,1 0 255-1</inkml:trace>
  <inkml:trace contextRef="#ctx0" brushRef="#br0" timeOffset="20565.49">17062 9514 69 0,'0'-4'221'0,"0"0"-16"16,2 1-20-16,0-4-15 0,2 3-14 0,0 0-22 16,3-1-10-16,1 1-9 0,3-3-10 0,1 6-8 0,1-1-10 15,6 0-12-15,-1 1-3 0,2 2-8 16,0 1-11-16,-4 1-5 0,-2 2-10 0,2 2-5 16,-4-2-3-16,1 7-3 15,-4-4-2-15,5 3-4 0,-10 1-3 0,2 3-2 16,-3-2 0-16,-3 3-5 0,-4 1-2 0,-1 0 4 15,-1-2 1-15,-4 1-2 0,-1 1 0 0,-2-2 1 16,-1-1-1-16,2-2 5 0,-1 0 4 0,0-2 0 16,3-3 3-16,-2 0-1 0,6-2 4 0,-2 2 3 15,3-2 6-15,0-3 16 0,1-1 21 0,2 4 25 16,2-5 43-16,-7 1 3 0,7-1 8 0,0 0-13 0,0 0-19 0,4-13-11 16,4 5-13-16,4-4-13 0,3-1-8 0,6-5-16 15,-2 1 0-15,3-2-8 0,1 1-14 0,0 0 4 16,0 3-2-16,-9 0-9 0,4 5 0 0,-1-3 3 15,-3 2-9-15,-5 5-6 0,-2 0-1 0,-1 1 1 16,1 1-5-16,-2 1-6 0,-1 1-4 0,0-1-6 16,-4 3-14-16,3-2-19 0,-3 2 2 0,0 0 1 0,0 0 2 0,-4 12 2 31,-1-3 5-31,-2 1-3 0,0-1 4 0,-5 6 1 0,6-2 4 0,-2 0 4 0,3-2-2 16,-3 3 0-16,6-4 3 0,-2 0 0 0,1 2 5 0,2-3 2 31,1 1 6-31,1-3 0 0,3-2 3 0,4 2-12 15,2-2-33-15,8 2-28 0,1-3-57 0,2-2-51 16,11-4-75-16,-4-4-281 0,1 4-578 0,0-3 256 0</inkml:trace>
  <inkml:trace contextRef="#ctx0" brushRef="#br0" timeOffset="20881.82">17779 9590 71 0,'0'0'216'0,"-4"3"-20"0,4-3-22 16,-6 1-18-16,6-1-9 0,0 0-19 16,-5 1-6-16,5-1-9 15,0 0-9-15,0 0-4 0,-3 4 4 0,3-4-5 0,0 0-2 16,14 3-10-16,-7-3-3 0,3-2-11 15,9 1-7-15,-1 0-5 0,4-3-10 0,6 3-4 16,4-2-2-16,-1-1-6 0,0 0-1 0,3-2-3 16,-1 2-6-16,-2-2-3 0,-3 4-4 0,-9-1-1 0,-2 2 1 15,-5-2-5-15,-3 2-2 0,0-1-6 0,-3 0-11 0,2 1-13 16,-7-1-11-16,-1 2-17 0,0 0-19 0,0 0-25 16,-15-5-37-16,6 4-31 0,-10 1-195 0,2-3-380 15,2 2 169-15</inkml:trace>
  <inkml:trace contextRef="#ctx0" brushRef="#br0" timeOffset="21151.23">17953 9424 250 0,'0'-5'323'0,"0"1"-7"0,0 0-14 0,0-1-14 16,0 5-21-16,-2-5-24 0,2 5-32 0,2-4-20 15,-2 4-20-15,0 0-26 0,0 0-19 0,0 0-11 16,0 0-14-16,-4 13-12 0,4-3-7 0,0 5 0 0,-4 2-19 0,3 2-7 16,-1 6-2-16,0 0-7 0,0 1-8 15,-1 0 0-15,3-1-7 0,0-7 4 0,0 2-5 0,1-3-1 16,1 0-20-16,-2-2-24 0,2-3-23 0,-2 0-28 16,2-3-25-16,-2 1-25 0,2-3-39 0,-2-2-31 15,1 0-29-15,3-2-264 0,-2-1-518 0,-2-2 230 16</inkml:trace>
  <inkml:trace contextRef="#ctx0" brushRef="#br0" timeOffset="21752.85">18183 9438 228 0,'1'-3'304'0,"-1"3"-31"0,3-3-26 0,-3 3-22 16,1-4-28-16,-1 4-22 0,0 0-22 0,0 0-14 15,0 0-15-15,0 0-10 0,9 8-13 0,-4-1-10 0,-1-1-8 16,1 2-6-16,0 0-14 0,3-1-16 16,2 3-16-16,-1-3-7 0,0 2-12 0,2-4-12 15,-2 2-6-15,0 0-5 0,3-4-5 0,-3-1-2 16,1-1-4-16,1-1 5 0,-1 0 1 0,-3-1 4 0,2-3-5 0,1 0 14 16,-1-4 9-1,-1 2 8-15,-2-2 12 0,-1 0 9 0,1-4 9 0,-3 6 6 0,1-3 8 0,0 4 7 0,0-7 4 16,1 7 8-16,-4 1 9 0,3-1-9 0,-3 0-9 0,2 2-8 15,-2 0-13-15,2-1-6 0,-3 4-16 16,0 0-8-16,0 0-6 0,0 0-1 0,2 9 0 16,2-1-5-1,-4 7 2-15,3 0-5 0,-2 6 6 0,5 6-5 16,-6 2 3-16,0 0 0 0,0 1-3 0,0 4 5 16,0-3-3-16,-2 0 5 0,-2 2-6 0,3-2 11 15,-3 1-12-15,-1-3 0 0,1-1 2 0,0-2 0 16,-5-2 1-16,4-7-3 0,0-1-1 0,1-1-2 15,-1-3 12-15,-1-2 4 0,4-2 15 0,-3-2 19 16,4-1 31-16,-5-2 0 0,0-3 9 0,6 0-11 0,-12-3 9 0,3 1-1 16,2-5 6-16,0 1 4 0,-1-5 9 0,0-4-4 15,3 0-9-15,1-1-12 0,4-5-26 0,6-7-18 16,3 0-20-16,3-4-16 0,11-9-8 0,5-1-23 16,3 0-3-16,5-1 19 0,-4 5-7 0,-7 11 1 15,8-9-2-15,-6 13 9 0,-1 2 6 0,-2 2 15 16,-1 2 7-16,3 0 13 0,-11 6-3 0,0 2 11 0,-3 3 9 0,-3-1 4 31,-3 4-3-31,-1-2-6 0,-1 3-3 0,1-1-3 0,-1 1-7 0,-1 0-6 0,2-1 1 0,-5 3-11 16,4-2 2-16,-4 2-26 0,3-3-28 0,-3 3-34 15,0 0-20-15,6-1-38 0,-6 1-35 0,0 0-27 32,0 0-24-32,0 0-33 0,0 0-43 0,0 0-318 15,0 0-664-15,0 0 294 0</inkml:trace>
  <inkml:trace contextRef="#ctx0" brushRef="#br0" timeOffset="22269.6">19545 8911 199 0,'0'0'203'0,"0"0"-8"0,0 0-7 0,0 0-7 0,0 0-7 16,0 0-5-16,0 0-5 0,-9 0-6 0,9 0 0 16,0 0-7-16,0 0-2 0,0 0 1 0,0 0-7 15,0 0-12-15,0 0-12 0,0 0-6 0,0 0-16 16,17-5-7-16,-12 3-5 15,9-1-11-15,4 0-20 0,0 1-5 0,3-2-5 16,6 1 3-16,2-2-14 0,0 1-1 0,-9 0-5 16,7 2-6-16,-7-1 2 0,-1 1-3 0,-6-2-2 15,-1 3-5-15,-2 0 0 0,-2 0-10 0,-2-1-13 16,1 2-12-16,-7 0-18 0,5-2-20 0,-5 2-25 16,0 0-24-16,0 0-24 0,0 0-20 0,0 0-40 15,-28 2-57-15,19 0-156 0,1 0-440 0,-2-1 196 0</inkml:trace>
  <inkml:trace contextRef="#ctx0" brushRef="#br0" timeOffset="22554.69">19616 9053 84 0,'-6'3'274'0,"1"-3"1"0,3 3-2 16,2-3-8-16,-6 4-14 0,6-4-10 0,0 0-18 15,0 0-21-15,0 0-20 0,22-3-17 16,-3 1-15-16,10-2-13 0,1 1-18 0,2-2-11 16,0 0-11-16,5 0-14 0,-1 1-4 15,-4 1-7-15,1-2-8 0,-6 2-3 16,-4-1-11-16,-4 3-3 0,-6-2 5 0,0 2-14 16,-3-1-6-16,-2 2-2 0,-2-2-5 0,0 1-4 15,-1 1-13-15,-5 0-25 0,0 0-27 0,11 0-21 0,-11 0-19 16,0 0-27-16,0 0-42 0,0 0-43 0,-11 9-59 15,6-8-210-15,3 3-502 0,-2-1 223 16</inkml:trace>
  <inkml:trace contextRef="#ctx0" brushRef="#br0" timeOffset="23857.25">21587 8429 33 0,'0'-5'225'16,"-2"-1"-13"-16,0 0-13 0,-2 1-20 0,1 0-17 0,-1 0-15 0,-4 3-15 0,2-3-12 0,-3 1-13 0,0 0-12 31,-4 1-8-31,-5 2-9 0,3 1-7 0,-4-2-9 16,1 4-7-16,-3 1-8 0,2-2-3 0,-3 3-5 0,2 2-8 15,-2-1 1-15,-3 5 0 0,-1 0-6 0,6-2 0 16,-2 0-3-16,4 1-3 0,0 0-1 0,4 1 0 16,0 3-7-16,3-5-1 0,2 1-2 0,0-1 4 0,2 1-6 15,2 1 1-15,0 0 1 0,2-1 2 16,3 0 2-16,3 2 13 0,0-4 8 0,3 1 11 0,3 0-2 15,2-2 7-15,1 0 3 0,3-1 0 0,-1-4 2 16,3 0 2-16,-4-1 9 0,6-3 6 0,-2-2 7 0,0-1 4 16,0-3 8-16,0 1 15 0,-4-5 9 0,0-2 11 15,0-1-5-15,5-7 0 0,-4 0-8 0,0 1 3 16,-1-2 0-16,-4-1-4 0,1 0-3 0,-2-1-9 0,-3-2-7 16,0 1-5-16,-1 0-2 0,2 1-3 0,-6 6-23 15,4-4 1-15,-1 6 5 0,-3 2-9 16,0 4-4-16,0 1 0 15,0 0 1-15,0 4-1 0,1 0-4 0,-1 2-6 0,0-1-5 16,0 2-6-16,0 4-13 0,0-6-19 16,0 2-23-16,0 4-33 0,0 0-30 0,0 0-32 15,0 0 15-15,0 0 9 0,0 0 8 0,-5 17 11 16,2-5 7-16,-3 2 7 0,2 4 6 0,0 1 4 0,3 0 9 16,-3 0 5-16,0 0 9 0,3-1 1 0,0 2 4 15,-2-3 4-15,3 0-1 0,0-8 8 0,-1 6-11 0,1-3 9 16,0 3-2-16,-3-2 5 0,3-2 4 0,0 0-1 0,3-1-17 15,-6-1-11-15,3-2-13 0,0 0-13 16,0-2-14-16,0 1-9 0,3-3-9 0,-2 0-12 16,2-1-19-16,-1 1-28 0,-2-3-40 0,9 0-41 15,-1-3-49-15,1 0-181 0,0-3-502 0,0 0 222 16</inkml:trace>
  <inkml:trace contextRef="#ctx0" brushRef="#br0" timeOffset="24474.65">21662 8257 37 0,'4'-5'247'0,"-4"1"-1"0,3 2-2 0,-3 2-5 16,1-4-15-16,-1 4-17 0,1-4-25 0,-1 4-15 15,3-4-21-15,-3 4-13 0,0 0-18 0,0 0-10 0,0 0-13 0,0 0-10 16,0 0-9-16,0 0-6 0,8 8-12 0,-8-4-3 16,1 2-2-16,0 0-3 0,2 1-8 0,-2 2-2 15,4 2-4-15,-1-3-2 0,0 2-2 0,0 2-4 16,1-2-10-16,0-3-8 0,-1 2 0 0,1-3 2 15,0 3 0-15,-2-7-5 0,-1 4 4 0,2-2 0 16,-1-1-2-16,-1 1 3 0,-2-4 4 0,8 0 1 0,-8 0 4 0,0 0 1 16,10-7 8-16,-6 2 3 0,1-1 6 0,-1-2 5 15,1 1-4-15,0-3-1 0,0 3 1 0,-2-3 4 16,2 2 1-16,-1-2 6 0,-2 3-6 0,2 3 6 16,-1-2-5-16,-1 1 1 0,-1 2-7 0,2 0-3 15,-3 3-4-15,2-6-11 0,-2 6-16 0,2-2-11 16,-2 2-6-1,0 0 3-15,0 0-1 0,0 0-2 0,0 15 13 16,0-5-9-16,-3 2 2 0,3 0-2 0,-1 8 3 0,-3 8-1 16,0 1 8-16,3 2-5 0,0-6-3 0,-1 2 0 0,2 2 5 0,0-3 0 15,0 1 3-15,0-7-1 0,-1-1-2 0,1-1 6 16,0 1-6-16,-1-6 2 0,1-3 5 0,0 0-1 16,-1 0-3-16,-1-3-3 0,2 0 7 15,0-2 0-15,-2 0 6 0,2-3 17 0,-2 3 21 16,2-5 28-16,0 0 14 0,-1 3-2 0,1-3-12 15,0 0 4-15,-6-9-9 0,3 5 0 0,1-3 3 16,-2-4-5-16,3 1-7 0,-1-7 3 0,2-2-9 16,0 0-7-16,3-8-3 0,3 2-3 0,2-6-12 15,0 2 0-15,3 0-1 0,-1 4-1 0,1 2-3 16,-1 7-2-16,1-1-3 16,-2 1 0-16,5 2-3 0,-1-1-4 0,2 4 1 15,-2 0-4-15,4 2-4 0,-7 1 2 0,2 2-2 16,-1 1 6-16,-2-1-12 0,-3 2 1 0,1 1-1 15,-2 0-23-15,-1 1-18 0,-1 2-23 0,4-4-25 16,-3 3-28-16,-4 1-21 0,0 0-28 0,5-2 1 16,-5 2 4-16,0 0-14 0,0 0-22 0,-12 10-31 15,7-7-39-15,-1-1-284 0,-2 2-595 0,0 2 264 0</inkml:trace>
  <inkml:trace contextRef="#ctx0" brushRef="#br0" timeOffset="25141.33">20959 8910 9 0,'-6'1'132'0,"4"1"-11"0,2-2-1 0,-5 2-6 16,5-2 3-16,0 0-2 0,-5 0-8 0,5 0-7 15,0 0-2-15,-6 3-9 0,6-3-5 0,0 0-9 16,0 0-9-16,0 0 6 0,0 0 2 0,0 0-2 16,0 0 2-16,0 0-4 0,0 0 1 0,-6 1-6 15,6-1-4-15,0 0-8 0,0 0-5 0,0 0-3 0,0 0-4 0,0 0-3 16,0 0-4-16,0 0-6 0,0 0-3 0,0 0 1 31,0 0-2-31,0 0-2 0,0 0 2 0,0 0-6 0,0 0 1 16,0 0-1-16,0 0-2 0,0 0 1 0,0 0-2 15,0 0 0-15,0 0-4 0,0 0-3 0,0 0 3 16,0 0-2-16,0 0-1 0,0 0 2 16,0 0-2-16,0 0 4 0,0 0 1 0,0 0 3 0,0 0 8 0,0 0 1 15,0 0-1-15,0 0 3 0,0 0 4 0,0 0 5 16,0 0 15-16,0 0-8 0,0 0-1 15,0 0 2-15,0 0-4 0,0 0-1 0,0 0-4 16,0 0-2-16,0 0-3 0,0 0-1 0,19-4-9 0,-10 4 5 16,1-2-5-16,3 0-4 0,10 0 8 0,5-1-11 15,8-2 2-15,18-2 1 0,1 4 0 0,10-6 2 0,31 2 2 16,6 1 5-16,4-3 6 0,9 2 10 0,1-3 4 0,3 2-5 16,0-1 5-16,-3-2-2 0,0 2-2 0,-2 0-8 15,-12-2 4-15,-6 3 7 0,-29 0-4 16,-5 1 2-16,1-5 0 0,-8 4-3 0,-4-1 5 15,-15 2-6-15,-3 2 6 0,-13 0 7 0,2 1 15 0,-9 2 16 16,-3-2 7 0,3 2 1-16,-5 1 10 0,-2 0-6 0,1-2-12 15,-1 3-12-15,-1-2-12 0,-5 2-11 0,5-1-30 16,-5 1-50-16,8-1-33 0,-8 1-37 0,0 0-43 0,0 0-2 16,0 0-18-16,-4 8-34 0,-4-4-48 0,-2 0-68 15,-4-2-256-15,-4 6-618 0,-4-5 273 0</inkml:trace>
  <inkml:trace contextRef="#ctx0" brushRef="#br0" timeOffset="25795.8">21363 9154 186 0,'-2'-4'301'0,"2"4"-26"16,0-3-27-16,0 3-30 0,0 0-23 0,6-4-19 15,-2 3-16-15,1-1-19 0,-5 2-14 0,18 3-16 0,-8-1-8 0,3 3-11 16,-3 2-11-16,6 3-9 0,-5-3-7 0,2 5-6 16,-4 1-3-16,0-2-8 0,-1 5-3 15,-3 0-6-15,-4 1-8 0,-2-2-1 0,-4 1-2 0,1 4-4 16,-4-4-2-1,-2 0-2-15,-2-2-3 0,2 1-2 0,-3-1 0 16,3-5-1-16,-2 0-4 0,1-1 4 0,3-1-3 16,-2-2 9-16,5 0 5 0,-2-1 12 0,3-1 12 0,-2 0 18 15,4-1 26-15,2-2 21 0,-5 3 27 16,5-3 0-16,0 0-11 0,0 0-21 0,2-12-5 16,3 2-13-16,3 0-10 0,4-2-4 0,2-2-15 15,1 0-3-15,4-4-6 0,0-2-8 0,3 3-1 0,-5 3-2 16,-2-1-11-16,0 4 1 0,-2 0 6 0,-1 3-15 15,-2 0-4-15,-2 3-5 0,-1 3 2 0,-2-4-8 0,-1 2-2 0,0 3 2 16,0-2-13-16,-2 1-26 0,-2 2-12 0,6-3-16 16,-6 3 10-16,0 0 2 0,2 8 3 15,-2-4 1-15,0 3 7 0,-2 0 8 0,0 3-6 16,0-1 4-16,0 1 5 0,1-1 3 0,0 3 0 0,1-1 5 16,0 0 0-16,4 1 3 0,-2-3 3 0,5 2 5 15,0-4-22-15,4 1-25 0,5 0-38 0,0-2-51 0,4 0-62 16,3-4-66-16,-4-2-307 0,9-1-623 0,-6 0 276 0</inkml:trace>
  <inkml:trace contextRef="#ctx0" brushRef="#br0" timeOffset="26231.17">21957 9290 225 0,'-7'0'213'0,"7"0"-12"16,-9 2-15-16,9-2-14 0,0 0-15 15,0 0-8-15,0 0-9 0,-6-2-14 0,6 2-9 0,0 0 1 16,0 0-7-16,0 0-6 0,0 0-2 0,0 0 1 16,0 0 5-16,0 0-5 0,0 0 4 0,0 0 3 15,0 0 2-15,0 0-3 0,0 0 1 0,0 0-7 16,-2 4-7-16,2-4-4 0,0 0-5 0,0 0-14 15,0 0-4-15,0 0-13 0,0 0 4 0,0 0-11 16,0 0 6-16,0 0-5 16,0 0 3-16,0 0-5 0,0 0-8 0,17-7-3 15,-4 5-2-15,0 2-9 0,8-3-1 0,6-1-3 16,0 0 5-16,1 1-9 0,0-2-3 0,-5 4 3 16,0-3-3-16,-3 2-4 0,-1-1-2 0,-2 0 2 15,-5 1 1-15,-2 0 0 0,0 2 5 0,-5-2 11 16,1 2 3-16,-1 0-7 0,-5 0 4 0,8-3 4 15,-5 2-16-15,-3 1-14 0,5-1-1 0,-5 1-28 0,0 0-33 0,0 0-25 16,0 0-23-16,-12-4-28 0,12 4-25 0,-15 1-28 16,8-1-21-16,-2 0-35 0,3 1-47 0,-1-2-198 15,7 1-529-15,-9 1 234 0</inkml:trace>
  <inkml:trace contextRef="#ctx0" brushRef="#br0" timeOffset="26810.33">22423 9149 298 0,'0'0'332'0,"2"-5"-28"0,-2 5-25 0,0-6-29 0,0 6-30 16,3-3-23-16,-3 3-25 0,0 0-14 0,0 0-16 15,0 0-15-15,0 0-16 0,8 12-10 0,-4-6-8 0,-2-1-9 16,1 2-11-16,2 2-7 0,0 0-18 0,1-3-12 0,-2 3-7 15,3-1-4-15,1 1-7 0,-4 1-3 0,1-4 0 16,-1-1-6-16,1 1 1 0,-1-4-2 16,1 3 2-16,0-5-2 0,0 3 0 0,1-3 1 15,-6 0-1-15,11-3 12 0,-2 1 5 0,-3-2 0 0,2-4 4 16,0 3 0-16,2-3 0 0,-4 1 1 0,2-2 8 0,0 0 1 16,1 1 6-16,-2 0 6 0,0 1 3 0,0-1 9 15,0 0 1-15,-2 3 0 0,-1 1-6 0,-2 0 1 0,2 1-9 31,-1-1-6-31,-1 2-1 0,-2 2-20 0,4-3-5 16,-4 3-15-16,0 0-9 0,0 0 1 0,8 9 5 16,-5 2-8-16,1 5 1 0,-1 1 4 0,-1 8-4 15,-2 2 6-15,-2 3-2 0,-1 1 4 0,1 3 2 0,-3 1-1 16,-3-1-4-16,-1 12-14 0,0-12-4 0,1-2 8 16,-3-2 2-16,-1-1-2 0,1-2 1 0,-2-3-1 15,4-7 4-15,-1-2 2 0,5-4 2 0,0-3 1 0,1-2 12 16,-3-2 31-16,5 1 39 0,-1-3 24 15,3-2-1-15,0 0 3 0,-10-7 4 0,10-3-10 16,0-2-3-16,4-5-6 0,2-4-5 0,6-2-17 0,2-6-9 0,5 0-14 16,2 2-13-16,9-16-3 0,0 5-8 0,2-1-4 15,-1 6-1-15,-4 7-6 0,5-10 2 0,-6 15 2 16,-3 1-1-16,-4 2 5 0,-5 7 11 0,-5 2 7 16,0 4-2-16,-4-2 0 0,2 0-7 0,-1 6-4 0,-4-4-4 15,2 4-10-15,-1-2 3 0,-1 1-17 0,2-1-36 16,-4 3-45-1,0 0-64-15,4-1-51 0,-4 1-6 0,0 0-38 16,0 0-79-16,-10 15-385 0,5-12-768 0,-1-1 341 16</inkml:trace>
  <inkml:trace contextRef="#ctx0" brushRef="#br0" timeOffset="47034.23">15735 11175 19 0,'0'0'200'0,"0"0"-6"15,0 0-11-15,-7-2-9 0,7 2-12 0,0 0-16 0,0 0-10 16,0 0-13-16,0 0-12 0,0 0-10 0,0 0-6 0,0 0-8 16,0 0-8-16,0 0-7 0,0 0-5 0,0 0-9 15,0 0-1-15,0 0-7 0,0 0-4 0,0 0-9 16,0 0 2-16,19-4-6 0,-7 3-3 16,5-3-4-16,3 2-18 0,2-2-27 0,6 1-36 0,0-1-48 31,0-1-28-31,-6 3-207 0,-2-2-366 0,7 0 162 0</inkml:trace>
  <inkml:trace contextRef="#ctx0" brushRef="#br0" timeOffset="47216.23">15787 11326 92 0,'-4'4'136'0,"4"-4"0"16,2 5 6-1,-2-5 1-15,11 2-9 0,-1-2-7 0,3 0-15 16,6-1-14-16,2 0-7 0,-1 1-10 0,2-5-23 16,-2 4-29-16,2-2-34 0,6-2-41 0,-5-1-54 0,-7 1-105 15,0 0-222-15,2-2 99 0</inkml:trace>
  <inkml:trace contextRef="#ctx0" brushRef="#br0" timeOffset="47650.99">16071 11025 18 0,'-1'-3'277'0,"1"3"-14"0,-3-7-15 0,3 7-16 16,-1-3-23-16,1 3-20 0,0 0-22 0,-3-4-19 16,3 4-16-16,0 0-14 0,0 0-16 0,0 0-10 15,0 0-11-15,0 0-11 0,0 0-5 0,0 0-7 16,13 7-4-16,-8-3-9 0,0 0-2 0,4 2-5 15,1 2-4-15,-2 1-5 16,1-3 0-16,1 4-5 0,2 3 1 0,0-2-7 16,4 3 3-16,-3 0-6 0,2 0 1 0,-4 1 5 15,2 0-7-15,-3 2-1 0,-1 0-4 0,-1 0 2 16,-2 3-3-16,-3-3-2 0,-6 2 2 0,3 1 2 16,-10 2-4-16,1-4-1 0,-9 4 0 0,-1-1 1 15,-3-3-2-15,-1 3 1 0,2-6 1 0,-4 2-2 16,-1-5 0-16,0 2 5 0,7-4 3 0,2 0 0 0,-2 1 10 0,7-5-9 15,-1 3-2-15,2-3 1 0,4-1-4 0,0-1 0 16,2 0 0-16,1-1 0 0,-1-1-3 0,1-1 2 16,4-1 0-16,-5 3 2 0,5-3 1 0,-1 4 14 15,1-4-2-15,0 0 17 0,6 4-12 0,-6-4 7 0,5 1-7 16,-5-1-5-16,10 0-2 0,-10 0-2 0,10 0 2 16,-3-1-10-16,-2 0-24 0,3-2-32 0,-2 2-40 0,2-3-54 15,2 1-69-15,0-3-280 0,2 0-530 0,-3 1 234 16</inkml:trace>
  <inkml:trace contextRef="#ctx0" brushRef="#br0" timeOffset="49186.44">17193 11030 218 0,'0'0'223'0,"1"-5"-14"16,0 2-20-16,2-1-10 0,-1-1-14 0,1 3-18 15,1-2-13-15,0 0-13 0,1 2-15 0,0-2-9 16,5 2-7-16,-2 1-9 0,-1 0-10 0,5 1-10 15,-2 1-4-15,2 1-6 16,0 3-6-16,1-1-9 0,-4 1 3 0,5 2-4 16,-5 4-5-16,0-4-2 0,1 5-2 0,-6 2-1 15,1 3-2-15,-2 1-6 0,-3-1 0 0,-4 1-2 16,0 2 2-16,-5-3-6 0,-5 4 2 0,1 1-3 16,-1-7 0-16,0 1 0 0,0-3-1 0,-1 1 2 0,0-1 8 15,2-1 3-15,-3-1 2 0,6-4-4 0,0 0 3 0,1-2-3 16,3 0 3-16,0-2 6 0,0 1 11 15,3-1 19-15,0-1 26 0,0 1 18 0,3-3 9 16,0 0-9-16,0 0-9 0,0 0-11 0,13-14-10 0,-4 5-5 16,6-2-12-16,1-2-4 0,7-7-4 0,1 0-7 15,3 1-1-15,-1-2-7 0,0 1 0 0,1 2-5 16,-4-1-7-16,0 1 3 0,-2 2 0 0,-6 5-7 16,-1-1-3-16,-3 5-3 0,-4 1 3 0,-1 0-5 0,-1 2 2 0,1 0-10 15,-2 1-2-15,-2 1-8 0,0-2-10 0,-2 4-12 16,0 0 3-16,0 0 4 0,0 0-3 15,0 0 1-15,-9 16 6 0,2-6 13 0,-4 2-1 16,0 0-10-16,1 1 2 0,1 0 1 0,0 1 6 0,0 1 7 16,2-5-11-16,5 4 6 0,-1-4-4 0,2 2 2 15,2 1 4 1,4-1 2-16,3-3-2 0,6 2 2 0,3-2-2 16,10-2-10-16,2 0-12 0,4-4-10 0,4 0-9 0,0-5 4 15,14 1-6-15,-1-4 0 0,-9 2 6 16,12-6 3-16,0-1 3 0,-1-2 4 0,-12 4 3 15,-4-3 2-15,1-1 2 0,-3-1 7 0,-4 1-1 0,-6-3 5 16,-6 5 13-16,-2-1 13 0,-4 4 8 0,-4-2 4 0,-3-1 2 16,0 1-2-16,-5 1 0 0,-1 0-4 0,-3 3 5 15,-5-1-9-15,-3-1-1 0,-3-1-1 0,-8 5-2 16,4 1-1-16,-10-2-3 0,0 4 0 0,0 3 0 16,6-2-4-16,-1 4 1 0,2-1-3 0,4 1 2 15,-1 3-1-15,0-1-2 0,4 0 2 0,2 0-8 16,1 0 6-16,3 2-3 0,2-1 1 0,0 0 3 15,1-2-1-15,5 5 2 16,1-6 2-16,1 4-1 0,4-2 1 0,3 1-4 16,1-4 5-16,3 4-2 0,4-3 4 0,2-2-5 15,0-2 1-15,1-1 0 0,1 0 0 0,-1-1 1 16,3-2 0-16,-3-2-3 0,-1-4 4 0,0 2 26 16,-5-3 41-16,2 0-16 0,-3-2-6 0,-2-3-7 15,0-1 23-15,-2-2-21 0,-1-6-1 0,-3-2-19 16,2-1 8-16,-3-1 0 0,0 0-15 0,-1 1 7 0,-2-2 7 0,0 3 1 15,0 0 3-15,-2 5 9 0,0-5 0 0,0 12 2 16,0 2 4-16,0 3-8 0,2 3-1 0,0-1-25 16,0 2 3-16,0 1-17 0,0 4-37 0,-2-6-26 15,2 6 0-15,0 0 7 16,0 0 7-16,-7 20-5 0,3-3 7 0,0 3 13 16,1 6-2-16,-3 4 3 0,1 1 10 15,2 0-7-15,0 2 14 0,2-1-2 0,-2-3 4 0,3 1 1 16,3-2-11-16,-3-2-22 0,2-8-20 0,0-2-21 15,0 0-26-15,-1-2-21 0,2-5-40 0,-2 1-31 16,3-5-32-16,-1 2-268 0,2-4-541 0,-1-1 241 16</inkml:trace>
  <inkml:trace contextRef="#ctx0" brushRef="#br0" timeOffset="49601.36">18267 10977 84 0,'7'-9'225'16,"0"2"-5"-16,4 1-16 0,-2 2-16 0,1-1-18 0,1 5-7 15,0-3-13-15,-1 3-8 0,2 3-13 16,0-2-13-16,0 5-10 0,0 1-7 0,1 2-12 16,1 3-6-16,-5 1-7 0,-1 1-9 0,-1 5-2 0,-3-4-9 0,0 2-7 15,-4 0-3-15,-1 3-2 0,-2-4-8 0,-4 2 2 16,0-2-6-16,-2 0 0 0,0 1-5 0,-1-4-2 16,1-4 6-16,-2 4 4 0,3-4-2 0,0-2 2 15,3 1 1-15,-1-4 0 0,1 0 12 0,2 0 9 16,-1-1 22-16,2-1 25 0,-1 0 38 0,3-2 42 15,0 0 7-15,-4 3-20 16,4-3-22-16,0 0-21 0,7-17-8 0,2 8-16 16,-2-2-20-16,4-4-23 0,6-6-6 0,1 2-16 15,0-2-20-15,1 2-3 0,-6 4-6 0,0 3-1 16,1-1 2-16,-4 3 9 0,-2 0-12 0,0 4-4 16,-5 1 3-16,3-2-19 0,-1 4-23 0,-1 0-17 15,-3 2-11-15,-1 1 8 0,0 0 1 0,0 0 13 16,0 15 0-16,-4-6 2 0,-1 3 2 0,1 2 6 0,-2 3 2 0,-1-4 5 15,5 6 4-15,-3-1 3 0,2 0 2 0,3 1-1 16,1-2 8-16,4-2-3 0,7-1 16 0,-1-2-16 16,6 0-32-16,2-4-52 0,11-1-58 0,4 0-80 15,4-6-352-15,-1-2-633 0,1-3 280 0</inkml:trace>
  <inkml:trace contextRef="#ctx0" brushRef="#br0" timeOffset="50074.83">19223 11096 10 0,'-9'0'188'0,"1"1"-7"0,0-1-6 16,1 1-7-16,1-1-7 0,6 0-8 16,-8 2-15-16,8-2-7 0,-6 0-7 0,6 0-9 15,-7 1-1-15,7-1 1 0,0 0-4 0,-6 1 1 16,6-1-1-16,0 0 1 0,0 0-1 0,0 0-9 0,0 0-10 15,0 0-9 1,0 0-6-16,22-5-11 0,-11 4-4 0,7-5-7 16,0 5-8-16,5-3-2 0,5-1-7 0,4 1 0 15,4 0 3-15,-2-1 11 0,5 2-4 0,-2-1 3 16,0 1-7-16,-4-4 0 0,-1 4-4 0,-10 2-3 16,-3-2-2-16,-2 2 6 0,-5-2-1 0,-3 1 10 15,-1 0-14-15,-2 2-6 0,1-2 1 0,-2 1-6 0,-5 1-4 0,7 0 4 16,-7 0-18-16,6-2-6 0,-6 2-15 0,0 0-21 15,0 0-29 1,0 0-37-16,0 0-41 0,0 0-47 0,0 0-57 0,0 0-245 0,0 0-531 0,0 0 235 0</inkml:trace>
  <inkml:trace contextRef="#ctx0" brushRef="#br0" timeOffset="51073.82">20003 10897 47 0,'-3'-3'229'0,"3"-1"-15"0,0 4-10 15,0-7-10-15,0 7-9 0,0-4-14 0,0 4-19 16,0 0-12-16,-1-5-18 0,1 5-14 16,0 0-10-16,0 0-14 0,0 0-7 0,0 0-8 15,0 0-9-15,0 0-6 0,9 15-3 0,-5-11-9 0,0 0-2 16,2 7-1-16,-1-2-6 0,-1 0 0 0,2 0-5 16,1-1-2-1,1 2-2-15,-1-3-3 0,2 1-1 0,-3-1 0 16,2-3 1-16,-2 1-3 0,1-3-2 0,0-2 3 0,1 3-7 15,0-6 1-15,3 1 17 0,-3-1 5 0,-2-1 12 16,4-1-1-16,1-2 6 0,-5-1 2 16,3-2-1-16,-4 1 1 0,0-1-2 0,3-1 2 15,-2 2 6-15,2 0-4 0,-4 1 1 0,-3 0-1 0,4 4 3 16,-2-3-8-16,-1 2-4 0,0 1-7 0,0 1-9 0,-2-1-12 16,3 1-14-16,-3 3-10 0,0 0-8 0,0 0 1 15,0 0 1-15,0 14-2 0,0-2 6 0,-5 3-1 0,2 3-2 16,-3 8 2-16,0 3-1 0,0 0 5 15,-3 2-12-15,0 0 3 0,3-1 2 0,-3 0 2 16,0-2-1-16,1 0 0 0,-1-2 3 0,1 0-2 16,1-6 2-16,-1-2 3 15,-1-1-2-15,1-3 5 0,2-3 2 0,1-2 0 16,-1 0-1-16,-1-3 9 0,0 0 6 0,0 2 5 16,0-5 6-16,2 0 4 0,-7-3 2 0,2 1 8 15,0-2 0-15,0-2 12 0,-1-2 9 0,3 0 7 0,1-2 13 16,-1 0-3-16,3-3-7 0,1-2-4 15,3 0-10-15,1-5 10 0,3-2-26 0,4-5-1 16,6-1 0-16,2 1-10 0,2 1-8 0,2 2-5 0,0 2 3 0,4-1 3 16,-3 2-12-16,6 1 7 0,0 2-1 0,-3 3-10 15,-3 4 3-15,-3-2-2 0,2 1 2 0,-4 2-10 16,-2 2 6-16,-1 1-5 0,-1-2 6 0,-2 4-3 16,-1-1-5-16,-2 0 5 0,-2 1 3 0,-1 0-7 0,2 0-5 15,-2-1-18-15,-3 3-11 0,8-1-19 0,-8 1-20 16,5-1-17-16,-5 1-27 0,0 0-8 0,0 0-7 0,9 1-13 15,-9-1-25-15,9 4-20 0,-1-2-40 0,-2-1-35 16,-2 1-227-16,10 0-531 0,0 0 236 0</inkml:trace>
  <inkml:trace contextRef="#ctx0" brushRef="#br0" timeOffset="51621.3">20999 10939 34 0,'-11'-6'215'15,"-1"-1"-16"-15,1 2-8 0,-6-2-15 0,6 3-16 16,-3 0-12-16,-3-2-13 0,-1 3-13 0,-1 3-13 0,0 0-11 16,0 0-7-16,-1 0-11 0,4 2-7 15,-4 0-7-15,4 3-7 0,0-2-4 0,3 0-10 0,0 2-1 16,3 0-10-16,-1-1 2 0,-1 3-8 0,5-1-3 15,1 1-7-15,1 0 2 0,1 0-1 0,3 1-3 16,1-1-3-16,0 2 2 0,3-1 2 0,4 1-2 16,1-2 5-16,2 0 3 15,4 3 2-15,0-5 5 0,3 2 0 0,-5-1 6 16,8-3-1-16,-3-2 6 0,-4-1 2 0,5 0 7 16,-4-3 9-16,-1 1 7 0,0-5 5 0,-3 1-4 0,4-6 8 0,-4 1 4 15,3-2 1-15,-7-4-3 0,2 1-7 0,-3-4 6 0,0-3-10 16,-2-9-5-16,2 8-7 0,-3-6-7 0,-2 0-1 15,2-2-4-15,-1 2 0 16,-1 1-1-16,-1 1 5 0,-1 7 5 0,1 3 3 16,1 1 2-16,-2 5-7 0,2 2-1 0,0 0-5 0,0 3-1 15,0-1-9-15,0 3-7 0,-3 1-19 0,2-1-34 16,1 5-24-16,-3-2 7 0,3 2 2 16,0 0 3-16,-5 14-3 0,3-6 10 0,-2 8 1 15,0 2 1-15,-1 8 4 0,2 3 4 0,0-2 2 0,0 2 3 16,3 2-2-16,1-3 5 0,-1-3 4 0,5 0 5 0,-4-4 5 15,3-3-6-15,-2-2 4 0,1 0-1 0,0-4 0 16,0-1 12-16,-1-1-9 0,1-1 0 0,-1-1 0 0,0-4-17 16,-1 1-12-16,3 1-13 0,-2-4-8 0,-1 0-24 15,-1-2-38-15,7 2-48 0,-7-2-41 16,10-6-66-16,-3 0-206 0,3-2-512 0,-1-1 227 16</inkml:trace>
  <inkml:trace contextRef="#ctx0" brushRef="#br0" timeOffset="52215.05">21196 10718 20 0,'0'0'205'0,"0"0"-24"0,0 0-12 16,0 0-15-16,0 0-16 0,0 0-13 0,0 0-15 0,-11 11-10 0,9-8-4 16,-2 6-12-16,3-3-8 0,-1 2-8 0,0-1-4 15,2 4-7-15,0-1-5 0,0 0-5 0,0-1-6 16,4 0 2-16,-4 2-7 0,3-5-5 0,-1 2-1 15,2-1-1-15,0-2-1 0,1 0-3 0,-1 0-1 16,2-3-4 0,-1 0-2-16,3-2-2 0,-3 0 4 0,3 0 4 15,-8 0 12-15,14-2 1 0,-9 0 3 0,3-3 2 0,2 3 5 16,-5-1 8-16,0 0 6 0,-1 1 8 0,1 1-8 16,-1-2 3-16,1 0-5 0,-5 3-6 0,4-4-7 15,-2 1-8-15,-2 3-6 0,0 0-5 0,0 0-3 16,0 0-3-16,0 0-2 0,11 10 0 0,-10-5-7 15,2 4-1-15,-2 2 0 0,3 5 0 0,-3 4 1 16,1 8-6-16,-2-1 1 0,-2 4 4 0,2-2-5 0,-3 3 2 0,0 2-1 16,-3-2-2-16,3-2 2 0,-3 0-5 0,0-1 4 15,-3 0 2-15,4-3-3 0,-1-1 3 0,-1-9-4 16,-3 1-1-16,5-3-1 0,-3-2 6 0,3-3 9 16,-5 2 6-16,2-5 4 0,-5 3 12 0,5-5 5 15,-3 1 7-15,6-4 17 0,-4 2 26 0,-1-2 20 16,4-1 21-1,6 0 15-15,-12-5 3 0,7 1 0 0,0-1-11 16,2-4-8-16,1-1-9 0,3-6-17 0,7-1-22 16,3-6-21-16,2-2-16 0,7-3-24 0,12-9-9 0,2-1-9 15,-1 1-2-15,1 3-3 0,3 0 11 0,-11 13-11 16,2-3 2-16,0 2 5 0,-1 0-3 16,0 4 2-16,-3 3 12 0,-7 3 8 0,-1 0 13 0,-5 4 2 15,0 3 14-15,-2-3 1 0,-1 4-8 0,-2 0-1 0,-2 1-8 0,2-2-2 0,-4 2-8 0,1 1-10 16,-3 2-14-16,4-1-33 0,-4 1-35 15,4-5-35-15,-4 5-40 0,3-3-33 0,-3 3-4 0,0 0-15 16,0 0-32-16,0 0-43 0,-13 8-65 0,13-8-312 16,-7 1-694-16,7-1 307 0</inkml:trace>
  <inkml:trace contextRef="#ctx0" brushRef="#br0" timeOffset="52730.34">22208 10909 216 0,'0'0'234'16,"-5"-3"-6"-16,5 3-16 0,0 0-16 0,0 0-19 15,1-6-16-15,-1 6-15 0,9-3-15 0,-4 2-15 0,3-1-5 16,3 0-15-16,1-1-7 0,2-1-8 16,5 1-8-16,4 1-6 0,4 0-7 0,1-2 2 15,5-2-9-15,-2 3 1 0,0 1-5 0,-4-1-4 0,-2 1 1 0,-3 0-7 16,-6-1-5-16,-4 3 0 0,2 0-3 0,-6 0-5 15,-2 0-3-15,1-2-4 0,-2 1-11 0,-5 1-4 16,0 0-5-16,0 0-8 0,0 0-8 0,0 0-15 16,-16 5-19-16,6-2-20 0,-3-1-11 0,3 1-26 15,-3-1-21-15,3 1-19 0,1 1-52 0,-1 1-146 16,2-3-375-16,1 1 167 0</inkml:trace>
  <inkml:trace contextRef="#ctx0" brushRef="#br0" timeOffset="53024.85">22290 11067 8 0,'-4'0'264'15,"0"0"-2"-15,4 0-2 0,-5 4-16 0,5-4-10 16,-4 1-11-16,4-1-16 0,0 0-20 0,0 0-17 15,28-1-16-15,-10 1-15 0,4-3-17 0,10 2-11 16,-1 1-10-16,1-3-12 0,2 1-9 0,-2 1-7 0,1-1-6 0,-2 0-1 16,0-3-8-16,-10 4 1 0,-2 0-8 0,-6-2-8 15,0 3 5-15,-5 0-7 0,3-1-4 0,-4-1 0 16,0 2-15-16,-7 0-15 0,4-1-16 0,-4 1-20 16,0 0-37-16,0 0-52 0,-24 3-61 0,12-2-73 15,0-1-217-15,3 3-508 0,-2-3 226 0</inkml:trace>
  <inkml:trace contextRef="#ctx0" brushRef="#br0" timeOffset="55200.55">23211 10756 137 0,'0'-4'243'0,"-5"-1"-21"0,5 2-22 0,0-2-17 0,0 1-23 15,5 1-16-15,2 0-14 0,-1 2-15 16,6 1-12-16,0 0-11 0,1 1-8 0,8-1-10 0,-2 3-4 15,1 3-7-15,-1 2-8 0,2 0-5 0,-2 2-7 16,0-1-7-16,-2 3-3 0,-2 0-4 0,-3 2-1 0,-1 1-2 16,-3 1-4-16,-4 2-1 0,-1-1-2 0,-4-1-3 0,-3-1 4 15,-1 3-4-15,-5-1-2 0,-4 4 2 0,1-4 0 16,-5 1-3-16,4-4-3 0,-2 1 6 0,-1-2 5 16,2-4 4-16,2 2 1 0,0-4 3 15,1 1 2-15,2-4 0 0,4 0-1 0,0 1 0 0,-1-4 9 16,3 5 10-1,-2-5 18-15,3 2 24 0,0-2 19 0,3-1 15 16,0 0-15-16,0 0-6 0,0 0-19 0,3-12-3 16,5 4-12-16,6-2-13 0,1-3 1 0,1 1-5 0,9-7-6 15,-2-1 4-15,-1 2-7 0,6-2-12 0,-2 3-8 16,-6 0 16-16,4 1-21 0,-9 3 5 16,1 1-3-16,-6 3-9 0,-1 3 7 0,1-2-5 15,-3 4 3-15,-1 0-6 0,-1 1 1 0,-1 1-8 0,0-3 3 0,-3 3-21 16,4 0-17-16,-5 2 1 0,0 0-8 0,0 0 1 15,0 0 2-15,-8 11 7 0,1-4 2 0,-2 3 3 16,0-2 3-16,-5 4-2 0,3 0 4 0,-2 1 4 16,3-1-2-16,2 0 11 0,0-3-12 0,2 3 6 0,2-1-3 15,3 0 6-15,1 1 0 0,1-2 5 16,6 1 18-16,5-1-15 16,5 1 0-16,3-4 0 0,12 2-10 0,2-4-11 15,4-2-3-15,3-3-10 0,9 4 2 0,3-8 4 16,6 1-2-16,1-3 4 0,0-5-2 0,0 6-3 15,0-7 0-15,-4 1 0 0,-2-1-3 0,-17 2-1 16,-1 2 3-16,-4-5 5 0,0 1 4 0,-8 0-1 16,-8 0 6-16,-2 3 9 0,-5 0 11 0,-3 1 4 0,0-1 5 15,-3 1 4-15,-2 0 3 0,-2-1-1 0,-5 3-3 0,0 0 0 16,-3-2 0-16,-1 3 1 0,-3 0-7 0,2 3 1 16,-4 0 1-16,-5 1-2 0,1 2 1 0,0 1-6 15,-1 3 1-15,0-2-2 0,2 3 0 0,2 0 4 16,-2 5-3-16,4-5-5 0,-1 6 13 0,6-5-12 15,-4 3 1-15,4-1 7 0,0-1-11 0,5 0 8 16,2-1-4-16,-1 0-2 16,-1 0 1-16,4 0 6 0,3-2-2 0,1 0 3 15,2 0 7-15,3-2-12 0,4-2 3 0,0-1 2 16,6 0-2-16,0-2-1 0,0-4-1 0,0 2 0 16,-1-3 4-16,3-3-2 0,-4 0 4 0,5-4 19 15,-5 3 4-15,-4-3-1 0,4-9-5 0,-5 6-2 16,2-5 6-16,-2-2-13 0,-3-4 0 0,1 1 1 15,-3-1-3-15,-1-1-6 0,-3-2 4 0,1 5 1 0,-4 1-1 0,3 4 9 16,-3 3 8-16,-3 1 10 0,3 3-4 0,0 1-9 16,-2 3 14-16,0 3-10 15,2 1-11-15,-1 2-4 0,0-2-4 0,-2 4-24 0,3 2-2 0,0 0-5 0,0 0-2 0,-11 9 8 16,5-1 2-16,-1 4-9 0,2 4 9 0,-3 1 2 16,0 8-4-16,1 2 1 0,0 4 8 0,5-3 4 15,2 3 1-15,0-1-7 0,2 0 6 0,0-2-3 31,2-4 7-31,-2-5 1 0,3-2-21 0,-1 0-18 16,0-5-23-16,1-3-27 0,-1 2-30 0,1-1-40 0,2-2-39 16,2-3-51-16,-3-3-262 0,1 0-547 0,3-2 242 15</inkml:trace>
  <inkml:trace contextRef="#ctx0" brushRef="#br0" timeOffset="55753.38">24613 10701 115 0,'0'-2'286'0,"1"-1"-20"16,-1 3-27-16,0 0-27 0,3-4-20 0,-3 4-21 16,0 0-20-16,0 0-18 0,0 0-7 0,0 0-13 15,6 7-13-15,-4-3-11 0,-1 6-7 0,1-1-9 0,1-2-7 16,3 2-5-16,-2 0-8 0,1-1-7 0,0 1-3 16,3-4-10-16,-2 4-4 0,-1-2-8 0,1-3-3 0,0 0 0 15,-1-1-6-15,-1 1-1 0,5-3-2 0,-3 0 3 16,-1-1-3-16,3-4 0 0,-4 2 0 0,2-4-2 15,3 0-3-15,-2 0 1 0,-3-3 4 16,3 1-3-16,0-1 5 0,-1 3 3 16,-3-1 6-16,3-2 1 0,-3 4 12 15,0-2-2-15,0 3 1 0,1 0-2 0,-3 2 6 16,1-3-14-16,-2 5-4 0,3-3-8 0,-3 3-9 16,0 0 0-16,0 0-5 0,0 0 8 0,1 13-7 0,-2 1 2 15,-3 3-1-15,2 1 0 0,0 9 2 0,-3-1 0 16,0 3 3-16,0 4 3 0,0-1-8 15,-1 2 3-15,-3-1 0 0,1-1-1 0,0 3 1 0,-2-3 1 0,1-4-1 16,1-1 1-16,3-2-3 0,1-6-1 0,3-1 6 16,-4-4-4-16,-2-3-6 0,5 1 5 0,-2-6 4 15,3 2 3-15,1-4 14 0,-4 2 16 0,4-2 26 16,-2-1 39-16,2-3-2 0,0 0-15 0,0 0 7 16,0 0 10-16,-11-10 4 0,6 2 6 0,4-4-5 0,-1-1-9 15,4-4-11-15,4-3-31 0,2-7-2 0,5 0-11 0,2 1-10 31,2-6-5-31,3 3-9 0,12-9-2 0,-8 11-4 16,2-1 0-16,-2 3-6 0,5 1-1 0,-3 1 13 0,0 2-14 0,-3 4 5 0,-8 5-1 0,-1 3-3 31,-2 1-1-31,-4 3-7 0,2 0 5 0,-5 1-1 16,0 1-18-16,-1 1-40 0,-2-1-41 0,2 1-41 16,-4 2 3-16,0 0-9 0,0 0-28 0,0 0-36 0,5 7-47 0,-5-7-299 15,0 0-599-15,-6 6 265 0</inkml:trace>
  <inkml:trace contextRef="#ctx0" brushRef="#br0" timeOffset="56286.41">25454 10863 164 0,'-8'0'199'0,"8"0"-6"0,0 0-13 16,-5 1-14-16,5-1-11 0,0 0-10 0,0 0-22 16,0 0-9-16,0 0-13 0,0 0-6 0,0 0-11 15,0 0-7-15,0 0-7 0,0 0-8 0,0 0-5 16,0 0-4-16,0 0 3 0,0 0-6 0,0 0 0 15,0 0-1-15,0 0-5 0,0 0-3 0,0 0-4 0,0 0-3 0,0 0-5 16,0 0-1-16,0 0-4 0,0 0-4 0,0 0-5 16,0 0 3-16,0 0-1 0,0 0-1 0,0 0-6 15,0 0 0-15,0 0 0 0,0 0-2 0,0 0 1 16,0 0-3-16,0 0 1 0,0 0-1 0,0 0 12 0,0 0 3 16,0 0 8-16,0 0 10 0,0 0 3 15,0 0 6-15,0 0-3 16,22-2-2-16,-17 1-6 0,3 0-7 0,3-1 0 15,2 2 1-15,7-3-3 0,0 1-4 0,10-3 3 16,6 3-8-16,1-1-1 0,1 0-3 0,15-1 3 16,-1-1-3-16,-15 3 1 0,1-3-1 0,-6 5-2 15,-2-2 0-15,-9-1 0 0,-4 2-4 0,-3 0 0 0,-5-1-2 16,-2 1-6-16,0-2-17 0,-2 2-20 0,-5-2-14 0,0 3-11 16,-10-5-15-16,1 3-13 0,-2-1-19 0,-3 2-19 15,1-2-22-15,-1 3-32 0,0-3-221 0,-4-1-436 16,5 2 193-16</inkml:trace>
  <inkml:trace contextRef="#ctx0" brushRef="#br0" timeOffset="56502.6">25725 10685 168 0,'-3'-7'324'15,"1"3"-6"-15,0-1-6 0,0 1-10 0,1 0-29 0,-1 0-22 16,2 4-32-16,0 0-27 0,-4-4-21 15,4 4-27-15,0 0-11 0,0 0-17 0,-5 12-9 16,3-3-15-16,0 9-9 16,-1 2-8-16,0 7-8 0,-2 1-3 0,4 2 2 15,-3-1-13-15,3 1-22 0,1-1-40 0,0 0-35 16,-2-3-47-16,4 2-58 0,-1-10-77 0,0 1-281 16,3-2-550-16,-1-9 243 0</inkml:trace>
  <inkml:trace contextRef="#ctx0" brushRef="#br0" timeOffset="58325.81">26452 10574 16 0,'-3'-3'211'16,"2"-1"-17"-16,1 4-17 0,0 0-12 0,-4-4-20 15,4 4-13-15,0 0-18 0,0 0-15 0,0 0-9 16,0 0-6-16,0 0-11 0,0 0-5 0,0 0-9 16,0 14-3-16,3-11-13 0,-3 2-1 15,1 4-7-15,-1-6-2 0,4 5 6 0,1-1-8 16,-4-1-6-16,3-1-1 0,0 1 0 0,0-1-3 0,-2-1-2 16,2 1 1-16,1-4 10 0,0 0 9 0,-1 2 7 15,3-3 10-15,-7 0 3 0,12-4-3 0,-2 0 0 16,-2-2 1-16,1-2 1 0,-1 1-6 15,1 0-3-15,-3-1 2 0,2 0 1 0,0 0-1 0,-2-1 5 0,0 1 3 16,-2 0-6-16,1 3-8 0,-1-2 3 0,-1 4-6 16,-1-1-3-16,3 2-6 0,-4-1-3 0,-1 3-7 15,4-5-18-15,-4 5-8 0,0 0-2 0,0 0 4 0,4 10-5 16,-6-3 3-16,2 4-3 0,-2 5 0 0,-2 0 1 31,3 4 3-31,-4 6 1 0,1 3 1 0,1 1-2 16,-1-1 3-16,0-1 1 0,1 1-6 0,1-3 11 0,0 2-5 15,0-5-3-15,-1-3 3 0,-2-1-2 0,3 1 1 16,-2-3 1-16,1-4-2 0,-1-1 1 0,-1-3 1 16,1 1 4-16,-3-2 3 0,2-1 2 0,0-1 4 15,-3-1-3-15,1-2 3 0,0-2 4 0,-1 0 3 0,2-2 7 16,-2 0 1-16,-2-2 13 0,2 0 4 16,3-1 4-16,0-2 9 0,-4 0 3 0,5-2 3 0,3-1-2 0,0-2-3 15,2 0-4-15,0-1-5 0,8-5-16 0,-1 1-16 16,5 0-17-16,5-5-9 0,2 2-14 0,4-2-10 15,2 3-18-15,6-2-9 0,12-3-1 0,1 2-7 16,8 3-10-16,-2 3-6 0,-1 3-18 0,-10 7-1 16,13-2-13-16,-2-1-10 0,-14 5-10 0,3 1-5 15,-1 0-8-15,-2 0-12 16,-1-1 6-16,-3 2-5 0,-2 1 13 0,-3 0 7 16,-7 0 9-16,-1 0 19 0,-5 0 14 0,-1 0 12 15,-1-1 26-15,-1 1 24 0,-1-3 15 0,-4 3 31 16,0 0 17-16,-2-2 18 0,0 1 15 0,-5 1 11 15,8-1 2-15,-4 1 3 0,-4 0-6 0,4-3-3 16,-4 3-12-16,0 0-1 0,0 0-7 0,-9-5-6 16,5 3-4-16,4 2 2 0,-15 0-9 0,6-2 1 0,-4 2-2 0,0 3-3 15,-6-2-1-15,2 2 2 0,-2-1 1 0,3 1-3 16,0-2-2-16,-2 2-2 0,-1 1-3 0,3 0-7 16,5 0 3-16,-1 1-3 0,-1 0-3 0,1 1 0 15,2-2 0-15,1 1-3 0,3 2 2 0,1-2-1 0,1 0-1 16,1 4-6-16,-2-4 7 0,9 4 2 0,-3-3-4 15,3 1 5-15,-1-1-6 0,4 1 3 0,4-1 0 0,1-3-2 16,5 2 3-16,1-2-3 0,-5-3 2 16,6-1-1-16,0 1 0 0,0-4 7 0,0-1 13 0,-5-2 16 15,4-1 8-15,0-4 7 0,-5-2-1 0,-3 3-4 16,4-5 3-16,-4-1 0 0,1 0-8 0,-1-8 2 16,-2 6-6-16,1-4-6 0,-4-3-5 0,1 2 3 15,-2-3-3 1,-2 1-4-16,0-2 1 0,-2 1 0 0,0 9 7 0,0-1-5 15,-2 0 2-15,2 2-2 0,-1 7 11 0,1-1-15 16,-1 1-1-16,-1 5-14 0,2 0 2 16,0 0-5-16,0 3-20 0,0 2-7 0,0 0 3 0,-10 7-4 15,7 0 3-15,-3 5 4 0,0 5 0 0,1 3-1 16,-4 2 2-16,3 5-1 0,0-1 4 0,3 0 2 16,0 2 0-16,-1-3 1 0,4 3 9 0,0-9-7 0,0 1 0 15,0-1 1-15,4 0-2 0,-1 1-12 0,-2-2-28 0,1-3-18 16,0-2-34-16,0-2-17 0,0-3-24 15,-1 3-24-15,0-6-24 0,3 0-46 0,0-4-217 16,-4-1-482-16,9-3 213 0</inkml:trace>
  <inkml:trace contextRef="#ctx0" brushRef="#br0" timeOffset="58906.18">27634 10511 98 0,'0'0'251'0,"3"-1"-23"0,-3 1-28 0,3-5-13 16,-3 5-23-16,0 0-17 0,0 0-17 0,0 0-11 16,0 0-11-16,4 11-10 0,-3-5-11 0,2-1-7 0,-1 3-8 0,2 2-1 15,1 1-14-15,1-2 1 0,2 1-9 0,-1 0-1 16,1-1-7-16,-1-1-4 0,3 0-3 0,-5 0-2 16,1-3-4-16,0-2-4 0,1 1 1 0,0-1-2 15,-2-2-7-15,0 0 11 0,-5-1 4 0,12-4-1 16,-5-1 8-16,0 1 1 0,-3-1 9 0,2-2-3 15,-1-2 8-15,0 4-2 16,-1-2 4-16,0-2-2 0,0 4 11 0,-2-2-10 16,1 1-4-16,-2 2-2 0,2-3 1 0,-2 5-9 15,2-3-6-15,-2 3 1 0,-1 2-10 0,4-3-16 16,-4 3-9-16,0 0-2 0,0 0 0 0,0 0 1 16,0 0-2-16,-3 17 4 0,1-8 0 0,-1 5-7 15,-1 3 4-15,0 1-1 0,-2 7 3 0,-2 4 0 16,2 1 3-16,-2 1 2 0,-1 0-5 0,-1-1-1 0,2 2 2 0,-2-5-3 15,1 3 2-15,-1-3 0 0,-3 0-1 0,3-3 2 16,2-6 2-16,3 0-1 0,-4-1-5 16,0-2 1-16,4-5 6 0,-1-1-4 0,1-2 0 15,1 1 11-15,0-3 10 0,0-2 9 0,1 2 30 0,-1-4 7 16,0 1 25-16,4-2 8 0,0 0 13 0,-9-8 6 16,6 2 10-16,3-5-17 0,-1 2-1 0,3-3 1 0,4-7-26 15,4-5-14-15,5-1-7 0,3-2-24 0,12-10-15 16,5 0-6-16,5-4-20 0,0 3-7 0,3 0-3 0,-5 3-3 15,5-1 1-15,-3 4 4 0,-8 9 7 16,-2 3-4-16,-6 2 25 0,-4 1 17 0,-3 6 14 16,-4 2 15-16,-4 0 5 0,2 3 0 0,-4 1-4 0,-1 2-9 15,-3 0-16 1,-1-1 5-16,4 2-12 0,-6 2-39 0,4-3-38 16,-4 3-50-16,0-2-50 0,0 2-15 0,0 0-23 15,0 0-38-15,-19 13-50 0,10-5-89 0,-3-1-280 16,-3 2-690-16,1-5 306 0</inkml:trace>
  <inkml:trace contextRef="#ctx0" brushRef="#br0" timeOffset="65457.37">21495 10693 143 0,'0'0'132'0,"-5"0"-6"0,5 0-9 16,-14 5-8-16,5 4-7 0,-5-1-6 15,-4 6 5-15,-5 6-11 0,1 5 4 0,-3 1-17 0,-11 13 11 0,8 1-10 16,1-1-7-16,-4 3-6 0,2-1-7 0,-2-1-4 15,3-1-6-15,9-9 1 0,2-4 5 0,0 0 7 16,2-1-2-16,0 0-6 0,1-3-5 0,5-5 0 0,0-3-3 16,3 1-1-16,2-6-7 0,0 0-1 0,0-2-2 15,2-1-1-15,-1-2 3 0,2 3 0 16,-3-5 6-16,4 3 6 16,0-5 17-16,-4 3 17 0,4-3 7 0,-1 3 8 15,1-3 3-15,-3 4-1 0,3-4 0 0,0 0-11 16,0 0-6-16,0 0-4 0,0 0-8 0,0 0-12 15,0 0-5-15,0 0-3 0,0 0-6 0,0 0-20 0,0 0-35 16,0 0-48-16,0 0-46 0,0 0-26 0,0 0-19 16,3-14-39-16,-3 8-39 0,1 0-226 0,-1-1-490 15,3 2 217-15</inkml:trace>
  <inkml:trace contextRef="#ctx0" brushRef="#br0" timeOffset="66736.86">21794 10747 76 0,'0'0'168'0,"0"0"-16"0,7-3-17 16,-4 2-12-16,-3 1-16 0,12 0-12 0,-6 1-5 16,1 1-7-16,-1-1-2 0,-1 3-6 0,4 4-11 15,-2 0 0-15,-1-1-4 0,-1 3-4 0,0 0-7 0,-4 1-3 16,3 3-3-16,1 3-3 0,-5-2-4 0,0 2-2 15,-1 0 1-15,-3-1 0 0,-1 1-3 0,-4 0 4 0,0 0 3 16,4-2 4-16,-8-1 2 0,3 0 2 0,-1-3-1 16,-2 1-1-16,4-1-8 0,1-5 0 0,-2 5-4 15,4-6-4-15,-2 3 1 0,3-3 1 0,0-2-2 16,0-2 6 0,1 4 6-16,1-2 13 0,1-1 12 0,2-2 21 15,-4 3 22-15,4-3 14 0,-3 4 24 0,3-4 24 16,0 0 0-16,0 0-7 0,0 0-14 0,0 0-18 15,7-14-13-15,-1 4-11 0,4-4-15 0,3 0-11 16,0 0-5-16,7-8-4 0,1 3-12 0,-1-2-7 16,-2 3 0-16,-3 3-15 0,3-4 0 0,0 6-3 15,-4-1-4-15,0-2-6 0,2 3 1 0,-9 3-5 0,2 2-3 0,-1-1-3 16,1 1 2-16,-4-1-2 0,-1 7-2 0,0-4 2 16,-1 2-13-16,-1 1-1 0,-2 3-8 0,5-4-18 15,-5 4-25-15,0 0-3 0,0 0-1 0,0 0 7 0,-5 12 4 16,-2-3 3-16,-1 6 19 0,-3-1-10 0,-2 10 0 15,2-7 7-15,-2 3-8 0,5 0 7 0,-3 2 7 16,3-6 0-16,-1 1 0 0,3 0 0 0,2-3 5 0,0 0 2 16,3-2 6-16,1-2-6 0,0-2-1 0,4 4 15 15,1-4 8-15,1 1 27 0,6-2-16 0,-2-1 6 16,11-2 13-16,-2 3-11 0,0-4-3 0,9-1 2 16,-8-2-3-16,1 2 3 0,-10-2-3 0,2-2 0 15,1 2-2-15,-5 0 4 0,0 0 0 0,0 0-6 16,-9 0 4-16,10 0-7 15,-6 0 0-15,-4 0-5 0,0 0-2 0,9 0 1 16,-9 0-15-16,0 0 0 0,8 0-15 0,-8 0-26 16,0 0-23-16,6-2-31 0,-6 2-40 0,0 0-40 15,0 0-51-15,0 0-58 0,0 0-60 0,0 0-221 16,0 0-612-16,8 0 271 0</inkml:trace>
  <inkml:trace contextRef="#ctx0" brushRef="#br0" timeOffset="84199.95">15930 12603 77 0,'-2'-5'108'15,"2"5"-4"-15,0 0-11 0,0 0-5 0,0 0-12 16,-2-5 3-16,2 5-15 0,0 0-5 0,0 0-12 16,0 0-3-16,0 0-2 15,-2-2 10-15,2 2 6 0,0 0-4 0,0 0 6 16,0 0-4-16,0 0-1 0,0 0 1 0,0 0-2 15,0 0 2-15,0 0-1 0,0 0 0 0,0 0-4 16,0 0 2-16,-6-2-8 0,6 2-5 0,0 0-1 16,0 0-7-16,0 0-2 0,0 0 3 0,0 0-12 15,0 0 0-15,0 0 0 0,0 0-2 0,0 0-4 16,0 0 1-16,0 0-1 0,0 0-2 0,0 0 6 0,0 0 2 0,0 0 2 16,0 0 4-16,0 0 0 0,0 0-3 0,0 0-6 15,0 0 0-15,19-2 2 0,-9-1-5 0,10 2-4 16,-2-1 3-16,5 0-3 0,-1-1-16 0,6 1-4 15,-1-1-19-15,-6 1-26 0,8-1-9 0,-9 1-27 16,1 0-16-16,-3 0-29 0,-1-3-151 0,-4 4-309 16,0 0 136-16</inkml:trace>
  <inkml:trace contextRef="#ctx0" brushRef="#br0" timeOffset="84515.82">15999 12709 42 0,'0'0'186'0,"0"0"-15"0,0 0-4 0,0 0-13 0,-8 0-10 16,8 0-15-16,0 0-9 0,0 0-6 0,0 0-8 16,0 0-12-16,0 0-11 0,26-6-8 0,-16 5-2 15,8-1-9-15,0 0-8 0,5 1-5 0,-3-1-6 16,1 1-24-16,1-1-33 0,-2 0-37 0,-1 0-15 16,0 0-42-16,-2 1-172 15,-3-1-300-15,-1-1 133 0</inkml:trace>
  <inkml:trace contextRef="#ctx0" brushRef="#br0" timeOffset="85069.27">16206 12419 105 0,'0'0'216'0,"-4"-5"-18"16,4 5-22-16,0 0-13 0,0 0-19 0,0 0-17 15,-1-4-15-15,1 4-13 0,0 0-12 0,0 0-10 16,0 0-8-16,0 0-7 0,0 0-5 0,0 0-4 15,6 10-8-15,-3-6 0 0,2 2-8 0,-1-2 0 16,4 3-9-16,-1 2-2 0,1-1 1 0,1-2-3 0,1 2-8 16,3-1 3-16,2 3 2 0,-3-5-10 0,-2 2 9 0,3-3-7 15,0 0 1-15,-4 0-2 0,3-2 1 0,-1-1-5 16,-4-1 4-16,1 0-1 0,0 2 16 0,-3-5 9 16,1 4 9-16,0 1 6 0,-6-2-1 15,0 0-5-15,9 0-8 0,-9 0-8 0,4 0-2 0,-4 0-4 16,0 5-4-16,-9 0-2 0,0 2-3 0,-2 6-3 0,-3 0 1 0,-5 7-2 15,-3 2-4-15,3 0 3 0,-4 4-5 16,2-1 0-16,1-1-1 0,2 0 0 0,0-2-2 0,1 4 1 16,3-5-1-16,4-3-2 0,4-2 4 0,0-5-1 15,-1-2-4-15,3 1 4 0,2-3 0 0,-1-2 0 16,3 2 6-16,-3-4 15 0,2 0 14 0,0 1 21 16,1-4 17-1,-3 3 10-15,3-3 4 0,0 0-6 0,0 0-9 0,5 4-1 16,-5-4-14-16,0 0-5 0,0 0-20 15,9-9-32-15,-9 9-43 0,4-5-48 0,-4 5-51 0,4-3-69 0,-2-2-284 16,1 3-532-16,-3 2 235 0</inkml:trace>
  <inkml:trace contextRef="#ctx0" brushRef="#br0" timeOffset="86451.56">17313 12403 20 0,'0'0'205'0,"1"-6"-12"15,-1 3-18-15,2-1-18 0,1 1-15 0,2 1-10 0,-1-1-11 16,1-1-15-16,3 2-10 0,2-1-12 0,2 1-9 15,-1 2-6-15,3 0-7 0,-2-2-4 0,2 4-11 16,2 3 0-16,0-1-7 0,-1 2-3 0,-2 1 0 16,2 2-4-16,-1 1-1 0,-1 2-7 0,-3 1 0 0,-1 3-2 15,0-1-1-15,-5 2-5 0,0-1 1 0,-4 4-2 16,-3-3-4-16,-6 9 0 0,4-8-3 0,-5-1 2 0,-3 6-1 16,-5-3-1-16,4-6-2 0,0 1 2 0,0-4 2 15,0 0 0-15,4-4 9 0,0 2 2 0,0-4 2 16,0 0 2-16,4 0 7 0,1-1 9 0,0-2 11 15,0 0 12-15,1 0 16 0,4-2 21 0,-8 4 16 16,8-4 20-16,0 0-7 0,0 0-17 0,0 0-13 16,4-12-14-16,5 3-10 15,1 1-4-15,3-6-10 0,2-1-10 0,6-2 6 16,-1-3-10-16,-1 3-6 0,-5 3-8 0,8-2 1 16,-9 2 8-16,5-1-19 0,-4 3-1 0,0 0-2 15,-4-1-4-15,4 2-2 0,-5 3 4 0,-1 1 0 16,0-3-8-16,-1 5 0 0,-2-2 5 0,-1 2-2 15,1 0 2-15,-2 4-4 0,-2-2-2 0,2-1-4 16,-3 4 1-16,1-4 6 0,-1 4-16 0,0 0-7 0,0 0 3 0,0 0-4 16,0 0-5-16,0 0 4 0,-15 12 5 0,7-5-5 15,-1 3-3-15,0-1 5 0,-1 4-1 0,-3 1-2 16,4-2 3-16,4-1 1 0,0 5-1 0,-3-2-5 16,3-4 4-16,1 2 3 0,4-2-4 0,0 2 6 15,3-4 1-15,-2 3 2 0,8-1-2 0,4-1 1 16,6-1 8-16,0 0-3 15,11-4-9-15,5 1-18 0,2-2-29 0,0-2-32 16,3-1-33-16,-2-3-32 0,3 3-35 0,-2-3-42 16,-1-3-45-16,-5 1-203 0,-1 1-514 0,-1-1 227 15</inkml:trace>
  <inkml:trace contextRef="#ctx0" brushRef="#br0" timeOffset="87036.96">18399 12527 161 0,'0'-2'205'0,"5"-1"-1"0,-5 3-10 0,4-4-7 16,-4 0-15-16,0 4-8 0,0-5-17 0,1 1-16 0,-1 4-13 0,-5-6-11 16,4 3-16-16,-6-1-8 0,1 3-9 15,-5-1-4-15,-2 0-12 0,-1 0-3 0,-4-1-9 0,-3 1-10 16,0 1 6-16,-6 1-6 0,0 3-7 0,-1-3-2 15,6 3 0-15,1-1-2 0,2 3-4 0,0-3 0 16,4 5-6-16,1-3-3 0,4 1-1 0,1 0-2 16,-1-1-3-16,5 2-4 15,-1-1 4-15,2 0-2 0,3 3 0 0,2-3 6 16,2 1-5-16,4 4 3 0,2-5 0 16,6 4-4-16,1-4 2 0,5 0-4 0,0-2 6 15,1-1 0-15,5 1-2 0,0-1 1 0,-5-4 1 0,-1-1 1 16,-3-2 4-16,3 0 13 0,-5-2 16 0,0-2 9 15,0 1 11-15,-3-3 9 0,2-1 2 0,-7-2 11 16,1-3-5-16,-4 1-4 0,4-3 2 0,-4-8-12 0,0-1-2 16,-2-1-8-16,-2 2 4 0,-1-5-4 0,1 2-5 15,-1 2 0-15,0 2-2 0,-1 6-9 0,1 1 12 16,0 2-1-16,-1 5-7 0,1-1 1 0,-3 6-12 16,3-2 3-16,-1 4-8 0,1 0-5 0,0-1-41 15,-3 5-27-15,3 1 4 0,0 0 0 0,0 0 5 0,-2 12 8 16,-2 1-1-1,0 4 2-15,0 1 3 0,3 11 6 0,-3 0 1 16,3 3 4-16,-2-1-3 0,2 1 14 0,2 1-8 16,-1-4-2-16,3 0 5 0,-2-2 1 0,3 0 1 15,-4-9-1-15,4 2 1 0,-3-5 2 0,3-3 0 16,-3 0 3-16,2-2 3 0,-3-4-4 0,1 1-1 16,0-1 5-16,2-3 1 0,-3 2-8 0,0-1 2 15,0-4 4-15,0 4-20 0,0-4-15 0,0 4-15 0,0-4-31 0,0 0-47 16,0 0-77-16,0 0-95 0,0 0-181 0,4-14-519 15,-2 8 229-15</inkml:trace>
  <inkml:trace contextRef="#ctx0" brushRef="#br0" timeOffset="87568.53">18671 12351 102 0,'8'-4'229'0,"2"-1"-21"16,-1 2-13-16,3 1-17 0,-2 0-18 0,0 1-22 15,0 2-11-15,2 1-15 0,-3 3-15 0,0 0-9 16,1 2-7-16,-1 3-9 0,-3-1-9 0,-2 3-2 16,1 0-7-1,-3 5-3-15,-2-1-12 0,-4 0 0 0,0 2-5 0,-3 2 0 16,-2-3-3-16,-5 4 0 0,4-6-9 0,-4 1 3 16,4-2 8-16,-3 1-3 0,2-4 2 0,0-1 6 15,4-3 6-15,0 0-1 0,2-2 11 16,0-1 7-16,1-1 13 0,-1 1 20 0,4-3 29 0,-2 2 21 15,3-3 20-15,-4 2 10 0,4-2-6 0,0 0-12 16,0 0-23-16,11-17-15 0,-2 8-13 0,3-4-6 0,1 0-13 16,6-4-14-16,3-3-3 0,0 2-10 0,1-4-3 0,2 1-8 15,-1 3-4-15,-3-3-6 0,1 4-12 0,-7 4 9 16,-1 1-7-16,-1 1-4 0,-3 4 2 16,-2 0-12-16,-3 2 3 0,0 0-7 0,-1 1-3 15,0 3-20-15,-2-1-28 0,-2 2-10 0,0 0 3 0,0 0 7 16,-6 14 5-1,-3-4 3-15,-1 4 3 0,-3 2-4 0,0 5 8 16,-3-2-1-16,0 5 7 0,2-3 1 0,4 2-2 16,2-4 2-16,0-2 4 0,2 0-2 0,5 0 2 0,-2-6 5 15,6 2 0-15,-2-2 6 0,4-2 2 0,3 3 4 16,6-6 2-16,5 2 0 0,8-3 4 16,4-1 5-16,1-1-8 0,1-3 1 0,0-3 0 15,-1 1-4-15,-1-2 2 0,-4 1 0 0,-7 0-2 0,-1-1 1 0,-2 1 1 16,-4 0 5-16,-2 2-6 0,-3-2-26 0,-2 3-22 15,1-2-36-15,-1 2-44 0,-6 0-52 0,0 0-61 16,0 0-61-16,0 0-264 0,0 0-610 0,0 0 271 16</inkml:trace>
  <inkml:trace contextRef="#ctx0" brushRef="#br0" timeOffset="89759.21">19757 12622 149 0,'0'0'160'0,"0"0"-13"0,-9 0-12 0,9 0-13 0,0 0-8 16,0 0 2-16,0 0-7 0,0 0-9 0,0 0 2 16,0 0-8-16,0-2-9 0,0 2-3 0,0 0 5 0,0 0-1 15,0 0-3-15,0 0-5 0,0 0-3 16,0 0-3-16,7-7-6 0,-7 7-7 0,0 0-2 15,0 0-11-15,0 0-7 0,0 0 1 0,0 0-4 16,0 0-5-16,0 0-6 16,0 0-1-16,4-3-1 0,-4 3-3 0,0 0-2 15,0 0-2-15,0 0 2 0,0 0-2 0,0 0-2 16,0 0 1-16,0 0-5 0,0 0 5 0,0 0 6 16,0 0-2-16,0 0-2 0,0 0 2 0,0 0 1 15,0 0-2-15,0 0 4 0,0 0 1 0,0 0 1 0,0 0-2 16,0 0-1-16,0 0 3 0,0 0-5 15,0 0-2-15,0 0-2 0,0 0-1 0,0 0-4 0,0 0 1 0,0 0 0 16,0 0 0-16,0 0 0 0,0 0-6 0,0 0 0 16,0 0 2-16,0 0-1 0,0 0 0 0,0 0-1 15,0 0-2-15,0 0 2 0,0 0 5 0,0 0-7 16,0 0-1-16,0 0 0 0,0 0 2 0,0 0-3 16,0 0 0-16,0 0 1 0,0 0 7 0,0 0-9 15,0 0 0-15,0 0-3 0,0 0 6 0,0 0-5 0,0 0 1 0,0 0 2 16,0 0-2-16,0 0 1 0,0 0 1 0,0 0-2 15,0 0 1-15,0 0-1 0,0 0 0 0,0 0-2 16,0 0 0-16,0 0 2 0,0 0 2 0,0 0-1 16,0 0 0-16,0 0 1 0,0 0-1 0,0 0-1 15,0 0 2-15,0 0 1 0,0 0-3 0,0 0 2 16,7 0 2-16,1-1 0 16,7-3-1-16,2 2-1 0,14-3 2 0,4 0 0 15,4 1-2-15,13-4 5 0,-1 3 1 0,-11 0 1 16,-2 0-1-16,0 1 1 0,-3-1 1 0,0 1-5 15,-5 1 0-15,-2 0 3 0,-9 0-3 0,-6 1 0 16,-1 0 5-16,-5 0-1 0,1 1 2 0,0 1 2 16,-3-1 2-16,-5 1 8 0,10 0-7 0,-10 0-3 15,0 0-3-15,5-1-3 0,-5 1-10 0,0 0-13 0,0 0-11 0,0 0-14 16,0 0-16-16,0 0-19 0,0 0-20 0,-23 1-14 16,23-1-33-16,-5 2-35 0,5-2-59 0,0 0-134 15,0 0-402-15,0 0 179 0</inkml:trace>
  <inkml:trace contextRef="#ctx0" brushRef="#br0" timeOffset="90946.82">20553 12371 136 0,'0'-3'245'0,"3"0"-18"16,-3 3-19-16,1-5-14 0,-1 5-21 0,0-4-16 16,0 4-14-16,2-3-22 0,-2 3-11 0,0 0-11 0,2-5-15 15,-2 5-5-15,0 0-8 0,0 0-6 0,10 10-8 16,-6-7-5-16,1 2-7 0,0-2-5 0,3 5-9 16,1 0-3-16,-3-3-9 0,5 3-7 15,-5 1-9-15,7-2-2 16,-6 0-8-16,4 1-1 0,-1-4-3 0,0 2-3 0,-1-2 0 15,1-1-1-15,-1 1 6 0,-2 0-4 16,1-3 4-16,0-1-2 0,0-1 2 0,-2-3 2 16,4 0 2-16,-2 1 3 0,-3-2-5 0,-1-1 14 15,1-2 4-15,-1 3 9 0,2 0 6 0,-3-2 8 0,-1 1 4 16,1 0 4-16,-3 1 1 0,1 0-1 0,3 2-3 0,-4-1-5 16,0 4-3-16,2-5-9 0,-2 5-13 0,2-2-9 15,-2 2-2-15,0 0 0 0,5 7-5 0,0 0 4 16,-4 2-1-16,3 0 3 0,4 5-1 0,-3 3 0 15,2 3 2-15,-1-2-1 0,0 6 3 0,1 1-2 16,-1 1 0-16,-1-2 0 0,-1 1 3 0,1-5-5 16,-2 1 2-16,-1-3 3 0,-2 0-4 0,0 1 1 0,-1-4-4 15,-3-2 5-15,3-2 1 0,-4-1-2 0,1-2 7 0,-2 1 0 16,-2-2-3-16,-1 0 7 0,-4-4 0 0,3 1 3 16,-3-1 3-16,-1-3 7 0,0 0 3 0,1-2 6 15,2 1 4-15,-1-2 8 0,1-1 15 0,0 0 11 16,1-1 10-1,4 0 12-15,-1-4-20 0,5-1-4 0,-1 0-6 16,6-5-6-16,1-2-4 0,5 0-9 0,1 0-6 16,8-5-5-16,2 2 0 0,3-2-2 0,4 4-5 0,0 1-4 15,1 0 10-15,4 0-18 0,-3 3 5 0,0 2-6 16,-4 0 0-16,-5 4-3 0,-2-1-6 0,0 2 5 16,-5 1-1-16,1 2 0 0,-5 0-2 0,0-1 2 0,-1 2-5 0,-3 0 4 15,0 3-6-15,-1-2-2 0,-4 2-6 0,5-3-7 0,-5 3-4 16,4-1-1-16,-4 1 0 0,0 0-6 15,0 0-1-15,0 0-6 0,0 0-7 0,0 0-11 16,-18 4-6-16,18-4-10 0,-8 0-17 0,8 0-9 16,-5 2-13-16,5-2 1 0,-1 5 2 0,1-5 6 15,0 0-11-15,11 6 0 0,-4-5 4 0,3-1 3 16,4 3-7-16,5-3-4 0,0 0 5 0,4 2 8 16,7-2-4-16,0-2 21 0,1 2-4 0,-2-3 11 15,1 3 12 1,-2-2 4-16,-1-3-3 0,-7 0 21 0,1 1 17 0,-5-2 18 15,-2 2 23-15,-5-1 23 0,0 1 11 0,1-2 6 16,-3 2 9-16,-3-2 4 0,-3 0-6 0,0 1-1 16,-1-1-1-16,-1 1-8 0,-2 0-4 0,-2-1-3 15,-1 3-6-15,-6-1-8 0,2-1 3 0,-3 1-8 16,-1 0-5-16,-5 0 1 0,4 4-6 0,-2-1 0 16,-1 2-2-16,4 0-3 0,0 2-1 0,0 1-3 0,-3 1 0 15,4 0 0-15,2 1-3 0,-2 1-4 0,3 0 3 0,1 2-4 16,0-1-2-16,3 2 2 0,1-1-1 0,2 2 2 15,2 0 0-15,1 0-1 0,1-3 5 0,-1 2-1 16,5 2-1-16,4-4 3 0,-4-1-2 16,6-1-1-16,0-1 3 0,-2 0-2 0,4-1 0 0,1-2 2 15,-1-1 15-15,2-1 12 0,-2-3 11 0,-2 0 2 0,7-4 9 16,-4-1 5-16,0-1 8 0,-1-3 2 0,-1 3 4 16,-3-7-5-16,1 0-2 0,-3-1 1 0,1-1-3 15,0 0-4-15,-3-8-3 0,4 3-4 0,-4-6-4 0,0 3 8 16,-1 1-5-16,-3 4-6 0,3 3 13 15,-4-2-7-15,3 6 2 0,-2 2-3 0,-5 0-1 16,4 3-2-16,0 1-3 16,3 1-17-16,-3 1-1 0,0 2-7 0,1 1-34 15,-1 3-26-15,0 0 1 0,0 0 1 0,0 0-1 16,0 0 10-16,-5 20-2 0,2-8 2 0,1 5 8 16,-1 3-2-16,-1 6 6 0,3 0 0 0,-2 1 1 15,2-1 9-15,0 2-9 0,1-2-21 0,1 1-9 0,0-3-8 16,3-6-15-16,-1 0-8 0,-1-1-9 15,1-8-15-15,2 3-11 0,0 1-13 0,0-6-24 0,4 1-27 0,0-4-46 16,2-4-218-16,-1-3-472 0,0-1 209 0</inkml:trace>
  <inkml:trace contextRef="#ctx0" brushRef="#br0" timeOffset="91563.47">21688 12332 104 0,'8'-14'209'0,"-6"1"2"0,2 4 19 0,0 0 12 15,-1 3-8-15,-2 0-10 16,0 1-22-16,2 0-22 0,-2 2-18 0,-1-1-21 15,0 4-16-15,6-6-19 0,-4 5-22 0,-2 1-10 16,0 0-2-16,0 0-11 0,6 13-6 0,-3-8-6 16,-1 2-5-16,1 3-7 0,-1 0-3 0,2 2-3 0,0 2-6 15,3 1-3-15,-1-4-6 0,0 4 0 0,-1-3-7 16,0-2-1-16,3-1 5 0,-2-1-7 0,-1 1 1 16,-1-4-4-16,0 0 2 0,0-1 0 0,1-3 1 0,1 2 1 15,-2-2-1-15,-4-1 2 0,9-4 7 0,-2 0-1 16,0-1 13-16,-2-5-4 0,1 3 3 0,1-1 1 15,-2-2 2-15,0-1 8 0,3 3 2 0,-2-4 0 16,-2 3 5-16,3 1-1 0,-5-1 3 0,3 4 1 16,-2-3 2-16,-2 4-5 0,3 0-7 0,-3 1-5 15,3-2-3-15,-4 5-10 16,3-5-14-16,-3 5-22 0,0 0 3 0,0 0 1 16,0 0-4-16,6 14 8 0,0-1-5 0,-2 4 5 15,3 2-3-15,-2 7 0 0,-1 1 3 0,1 3-2 16,0 4 2-16,-1-1 3 0,-2 0-2 0,1 1-4 15,-3 0 5-15,1 2 1 0,-2-2 3 0,-2-5-2 0,-1 0 3 0,2 0-4 16,-4-4 1-16,-1-1 2 0,3-5 2 16,-1-5-5-16,0 3 7 0,-1-6-5 0,1-1 1 15,-2 2 3-15,2-3-1 0,-3-3-1 0,2 1 10 0,-2-2-2 16,3-1 2-16,-4 0 23 0,0-1-8 0,3-2 11 16,-2-1 15-16,3 1 28 0,5-1 14 0,-14-4 1 15,10-1-3-15,-2 0 11 0,3-2-4 0,1-5-4 16,4 0-14-16,1-5-10 0,10-7-8 0,3-2-10 15,5-4-12-15,13-11-18 0,1 1-18 0,3-3-2 0,-2 1 0 16,3 4-2-16,2 2 7 0,-1 3-5 0,-4 1 0 16,-8 8 14-16,-1 2-12 0,-2 3-2 0,-2 1 4 0,-7 7 8 15,-4 1-2-15,0 3 7 0,-6 0 6 0,3 1-9 16,-4 2-1-16,-1 1-2 0,1 0-1 16,-1 1-15-16,-1-1-30 0,-3 3-40 0,2-5-25 15,-2 5-1-15,0 0 6 0,0 0-7 16,0 0-21-16,-10 15-18 0,5-10-28 15,-3 1-31-15,-1 2-49 0,3 0-313 0,-4-5-609 16,4 2 271-16</inkml:trace>
  <inkml:trace contextRef="#ctx0" brushRef="#br0" timeOffset="92323.42">22985 12421 19 0,'0'0'151'0,"-4"-2"0"16,4 2-9-16,0 0-2 0,0 0 1 0,0 0 2 15,0 0 1-15,0 0 4 0,0 0 2 0,0 0 0 16,0 0 0-16,0 0-3 0,0 0-2 0,0 0-5 15,0 0-6-15,0 0-8 0,0 0-11 0,0 0-7 16,0 0-13-16,0 0-11 0,0 0-6 0,18-5-7 16,-4 3-10-16,5 0-6 0,1 0-6 0,9-2-4 15,4 1-5-15,0 2-5 0,1-2-2 0,0 0-6 16,2 2-1-16,-3-2-1 0,-2 1-2 0,-10 2-3 16,0-1-2-16,-2-1-2 0,-5 2-3 0,-1-2-1 15,-7 2-1-15,2-1 3 0,1-1-8 0,-3 2-7 16,-6 0-14-16,8 0-11 0,-8 0-11 0,0 0-13 15,0 0-19-15,0 0-16 0,0 0-23 0,-23 5-16 16,13-3-16-16,0-1-40 0,-2 3-55 0,3-3-154 16,0 0-421-16,0 2 187 0</inkml:trace>
  <inkml:trace contextRef="#ctx0" brushRef="#br0" timeOffset="92632.64">23078 12605 292 0,'-5'3'291'0,"5"-3"-9"0,-5 0-10 0,5 0-11 16,-5 2-24-16,5-2-11 0,0 0-25 0,0 0-18 15,0 0-22-15,28-5-15 0,-7 0-15 0,8 1-14 16,3 1-11-16,1-2 3 0,7-1-16 0,-2 0-6 15,14 0-2-15,-18 0-6 0,0 3-2 0,-6-3 9 16,-6 4-10-16,-3-1-10 0,-5 1 6 0,-1 1-5 16,-3-2-5-16,-1 3-5 0,-2-2-9 0,-2 0 0 15,0 0-17-15,-5 2-22 0,9-1-21 0,-9 1-22 16,0 0-11-16,0 0-31 0,0 0-35 0,0 0-44 16,-27 10-54-16,18-7-70 0,0 0-245 0,1-1-565 15,2 2 250-15</inkml:trace>
  <inkml:trace contextRef="#ctx0" brushRef="#br0" timeOffset="96454.85">23970 12308 183 0,'2'-3'208'0,"-1"-1"-21"16,1-1-17-16,2 2-15 0,1-1-18 0,2 1-15 0,4-1-14 15,-1-2-8-15,2 3-8 0,3 1-10 0,2 1-7 16,2 2-11-16,0 1-5 0,-1 1-9 0,0 2-1 16,-2 1-8-16,-4 0-6 0,1 4-8 0,-2-3 2 15,-2 4-6-15,-1-1-1 0,1 5-4 0,-3-3-4 16,-2 1 2-16,-4 1-4 0,-2 2 4 0,0-2-7 0,-6 1-3 16,0-2 7-16,3-1 5 0,-6 4 2 0,3-8 2 15,-1 2 2-15,2-3 5 0,-1 2 1 0,0-1 2 0,2-3-1 16,3-1-3-16,-3 0 9 0,4-2 2 0,-2 0 9 15,-1 1 11-15,5-3 20 0,-1 3 20 16,1-3 19-16,-3 2 12 0,3-2 7 0,0 0-18 16,0 0-14-16,4-10-11 0,9 1-12 0,0-1-3 0,4-3-7 0,5-4-11 15,1 1-8-15,3-1-5 0,1 0-6 0,3-1-5 16,0 0-9-16,0 1 2 0,-3 2-7 0,0 0-4 16,-3 1-1-16,-6 4-4 0,-3 1 0 0,2 0-5 0,-7-2 7 15,-1 6-4-15,0-1-12 0,-4 3 15 0,3 0-13 16,-3-1-5-16,0 2-3 0,-2-1-10 15,-1 1-14-15,-2 2 5 16,0 0-3-16,0 0 1 0,-5 11 3 0,-1-4 1 0,-1 3 7 16,-3 1 0-16,1 5-1 0,0-7 0 0,-1 5-1 15,1 3 5-15,0-2 4 0,0 0-2 16,4-3 2-16,1 3 1 0,2-2 0 0,2-2 2 16,4 2 5-16,1-3-1 0,6 2 0 0,3-1-3 0,5-4 4 15,8 3 1-15,3-4-3 0,3-2-5 0,1-4 5 16,3 0-11-16,17-4-4 0,-17 0 0 0,14-4 2 0,-15 1-1 15,2-4 4-15,0 3 2 0,-3-6-2 0,-8 5 1 16,-1-3 3-16,-9 4 3 0,-1-4 9 0,-1 3 0 16,-2-2 9-16,-4 2 10 0,-2 3-1 0,-3-5 2 15,0 3 2-15,-2-2-1 0,-4 4-8 0,-2-2-2 16,-2-2 4-16,-4 6-13 0,-2-1 3 0,-4-2 12 16,-2 4-17-16,-1 1 3 15,-1 2-6-15,0 0 1 0,-2 2 1 0,4 0-1 16,-1 6-5-16,0-6-1 0,4 7 1 0,-2-1-1 15,3 1 3-15,5-1-1 0,0 2-2 0,3-1 10 16,1 1-12-16,2 0 7 0,2-1-5 0,1 1 5 16,4-2 2-16,1 1-1 0,1-2 1 0,6 1 1 15,3 0-1-15,2-4 2 0,1 1-2 0,3-2 2 16,-2-1-5-16,2-4 2 0,-1-2 7 0,2 0-14 0,-5-1 9 0,2-5 2 16,-1 0-4-16,-3 1 5 0,0-5 2 0,-5 1 3 15,7-8 13-15,-5-4 1 0,-1-1-3 0,-1-3 0 16,-5 2-2-16,1-1-6 0,-3-3 19 0,1 1-10 15,-4-4 3-15,-1 5 4 0,-2 0 9 0,3 1 1 16,-1 7 0-16,-3 4 25 0,4 0-9 0,-4 3-4 16,3 6-2-16,1-3-11 0,-2 5-3 0,0 0-11 0,2 0-43 0,0 4-34 15,0 2 2-15,0 0 6 0,0 0 1 0,-10 14 8 32,6-4-2-32,-1 7 22 0,1 4-10 0,-1 4-2 0,-2 4 5 0,2-3 5 0,3 5 0 15,-2-1 6-15,4 4 2 0,0-2-24 0,2-1-12 16,0-2-18-16,1-2-17 0,1-8-15 0,1 1-17 15,0-3-21-15,-1-1-26 0,2-6-22 16,-1 0-25-16,2-2-58 0,0-2-191 0,0-5-493 16,4 0 219-16</inkml:trace>
  <inkml:trace contextRef="#ctx0" brushRef="#br0" timeOffset="96940.65">25315 12214 38 0,'2'-6'275'16,"1"-1"-6"-16,-1 2-12 0,-2 0-19 0,4 1-26 0,-4 2-23 15,0 2-26-15,1-4-15 0,-1 4-20 0,0 0-11 0,0 0-12 16,0 0-10-16,0 0-9 0,7 15-7 0,-5-10-10 16,0 0-6-16,4 5-7 0,-3 0-5 0,3-1-5 15,-2 0-2-15,3-1-10 0,-3-1 0 16,1-2-5-16,2 1-1 0,-1-3-4 0,3 0 5 0,-4 0-8 16,4-2-1-1,1-1-3-15,2-4-3 0,-1 3 0 0,1-4 0 16,-2 0 4-16,0-1-2 0,7-3-2 0,-6 2 1 15,-1-3-1-15,3-1-2 0,0 2 2 0,-1-1 0 0,-2 4 4 16,-1-2 1-16,-4 3 11 0,1 0-5 0,-1 1-5 16,-1 1 0-16,0-1-10 0,1 3-6 15,-1-1-7-15,-4 2 6 0,0 0-10 0,9 7 0 16,-8 3 1-16,-1 0 0 0,3 8 0 0,-3 7 1 0,1 4-1 0,-2 0 3 16,-2 3 1-16,-2 1-3 0,0 3 1 0,0-1 4 15,-3 11-1-15,3-11-2 0,-5 0 1 0,2-1 1 16,3-3-3-16,-4 1 1 0,-1-6 3 0,2-2 1 15,3-7-5-15,-4-2 2 0,4-3-6 0,0-2 3 16,1-2 3-16,-2-4 10 0,1 1 10 0,0-2 11 16,-2-2 7-16,1-1 21 0,6 0 12 0,-13-8 13 0,7 3 22 0,-2-5-20 15,4-2-11-15,2-5-2 0,-1-1-4 0,6-8-10 16,2-3-5-16,5-4 15 0,2 2-24 0,4 0-8 16,1-2-7-16,6-9-5 0,3 2 1 0,-5 13-6 15,2 2-15-15,-1 0 8 0,-1 2-25 0,-3 1-22 16,-2 8-15-16,-5 4-33 0,1 0-36 0,-3 3-51 15,1 3-52-15,-1-1-69 16,-2 2-249-16,0 1-587 0,1 1 260 0</inkml:trace>
  <inkml:trace contextRef="#ctx0" brushRef="#br0" timeOffset="97225.63">25982 12388 183 0,'0'0'247'0,"-6"2"-17"0,6-2-16 16,0 0-21-1,0 0-22-15,0 0-10 0,0 0-20 0,31-5-15 16,-13 0-12-16,10 1-14 0,3-1-7 0,3 2-11 15,1-4-8-15,3 1-7 0,-2-1-11 0,-3 2-2 0,-2-1-13 16,-4 1-18-16,-10 0-13 0,2 0-20 0,-7 4-24 16,-3-2-27-16,0-3-29 0,-4 2-43 0,-1 0-46 15,-4-3-134-15,-2 1-337 0,-5 3 149 0</inkml:trace>
  <inkml:trace contextRef="#ctx0" brushRef="#br0" timeOffset="97442.04">26183 12182 102 0,'-2'-6'249'0,"2"2"-1"16,0 4-8-16,-2-2-15 15,2 2-23-15,-2-5-22 0,2 5-19 0,0 0-22 16,0 0-16-16,0 0-9 0,-9 7-17 0,5 3-8 16,0 0-12-16,-3 4-10 0,-3 6-6 0,1 4-3 15,0 2-5-15,-1 3-8 0,3 0-3 0,1 0-14 16,1 1-1-16,1-3-6 0,0 2 1 0,4-2-2 15,-1 1-2-15,2-4-21 0,0-5-33 0,3 0-34 16,-1-2-43-16,-1-4-56 0,2-4-218 0,0 1-418 0,1-3 186 0</inkml:trace>
  <inkml:trace contextRef="#ctx0" brushRef="#br0" timeOffset="98529.81">26567 12141 87 0,'3'-4'243'0,"-2"1"-9"0,1-2-15 0,0 2-17 0,1 0-20 15,-3 3-23-15,2-4-16 0,-2 4-15 0,0 0-15 16,0 0-12-16,0 0-11 0,0 0-9 0,9 10-6 0,-7-3-9 0,1 0-4 16,-1 3-10-16,2-1 1 0,1 1-12 0,-2 2-12 15,2 0-12-15,-1-2-8 0,2 2-7 16,-1 0 0-16,0-4-10 0,4 4 5 0,-4-8-1 0,-1 6 2 15,1-8-1-15,-1 2 0 0,5-2 2 0,-4-2 0 16,3 0-2-16,-2-2 4 0,6-3 1 0,-3-1 2 16,0-2-5-1,-2 0 3-15,2-2 9 0,-1 0 7 0,-3 2 6 0,0-2 7 16,0 1 5-16,2-1 8 0,-4 4 3 16,1-2 3-16,-1 4-10 0,-1-2-6 0,1 2-4 0,-2 1-5 15,1 2-10-15,-2 1-12 0,3-4-2 16,-3 4-4-16,0 0 0 0,0 0 0 0,0 18-2 0,0-7 2 15,-1 6-4-15,0 2 5 0,0 6 1 0,1 2 0 16,-2 2 3-16,-2 2-3 0,2 3 0 0,-2-2 2 0,-1-1 0 16,-3 0-1-16,3 1-1 0,0-1 2 0,-1-5-1 0,0 0 0 15,1-7-1-15,0 0 3 0,-1-2-3 0,1-3 4 16,1-4-3-16,-4-1 4 0,3-1 2 16,0-2 4-16,0-1 9 0,0-2 3 0,-3-3 0 15,-1 0 2-15,9 0 2 0,-15-5 2 0,3-2-2 16,2 0 1-16,1 0-2 15,1-4 0-15,2 2 6 0,0-3-4 0,3-5 0 16,3 1-2-16,2-1-10 0,5-1-5 0,7-3-4 16,5 1-13-16,3-1-8 0,6 1-5 0,4 3-4 15,19-4 3-15,0 2-4 0,3 4 0 0,1 1-1 16,4 3 1-16,-2-1 0 0,-2 3 4 0,0 2 2 16,-16 1 2-16,0 2 0 0,-2-6 1 0,1 5 7 15,-3 0-2-15,-7-2 2 0,-6 2 2 0,-2-1-2 0,-6 0 10 0,-3 4 11 16,-2-3 3-16,-3 2 1 0,0-1 0 0,-4 0-1 15,-2-2-1-15,-2 1-2 0,-5 0-4 0,0 1 4 16,-3 0-5-16,-4 0 0 0,3 0-3 0,-9-1 1 16,1 4-3-16,0 1 3 0,-4 0-2 0,5 1 1 15,-4 5-2-15,-1-3-2 0,5 1-2 0,-1 3 1 16,3-1-2-16,2 0 2 0,3 0-2 0,1 4 0 0,1-3-2 0,2 3 4 16,0-3 0-16,2 4-2 0,0-6 3 0,5 4 0 15,-1-2 0-15,5 2 0 0,-2-1 3 0,6-1 1 16,-1 0 0-16,4 0 2 0,-1-2-3 0,4-2 3 31,-1-1-3-31,-1 0 2 0,1-6-1 0,3 2 9 0,-2-4 6 16,4-1 13-16,-7-3-3 0,4-2 4 0,-2 0 7 15,-3-5 4-15,-1 0 2 0,0-1-2 0,-1-5-2 16,2-4-2-16,-3 3-3 0,-5-4-8 0,2-2 2 16,0 0-4-16,0-3 2 0,-3 4-4 0,1-2 0 0,-2 3 13 15,2-1 3-15,-4 9 9 0,2 3-2 0,0 5 3 16,0 2 0-16,-2-1-8 0,1 4-7 0,1 2-3 15,0-1-9-15,1 1-30 0,-1 5-18 0,0 0-2 16,0 0-1-16,0 0 5 0,-9 19 1 0,6-2 1 0,0 1 12 0,-1 8-7 16,0 3 1-16,3 1 4 0,-1 0-3 15,2 2 5-15,3-1 1 0,-4 3-1 0,3-3 9 16,1 0-19-16,-1-3-22 0,1-2-17 0,-3-7-32 16,1 2-18-16,-1-4-30 0,1-6-18 0,-2-1-41 0,2 1-54 15,-1-6-203-15,0-2-489 0,0-3 218 0</inkml:trace>
  <inkml:trace contextRef="#ctx0" brushRef="#br0" timeOffset="98930.51">27524 12114 119 0,'6'-9'240'0,"3"4"-14"0,-1-2-15 0,1 4-19 15,1 0-18-15,-1 1-19 0,3 2-14 0,-2 1-16 0,1 3-12 0,1 0-13 16,-1 3-13-16,1 2-6 0,-1 3-8 0,-2 0-10 15,-4 0-6-15,3 6-9 0,-5 0 1 0,-2-2-4 16,-2 4-2-16,-3-2-9 0,-3-1-2 0,2 1-1 16,-4 2-8-16,0-3 2 0,1-3-1 0,-3 1 0 15,5-5 0-15,-2 1 2 0,1-3 4 0,3-3 4 16,0 1 8-16,0 0 10 0,0-3 26 0,2-1 29 0,-1 3 36 0,3-5 28 16,-4 2 31-16,4-2-6 0,0 0-22 0,0 0-18 15,7-15-16-15,-1 6-18 0,2-1-2 0,6-4-16 16,-1-1-12-16,7-7-7 0,3 1-8 0,-4-2-11 15,5 1-10-15,-5 0-10 0,-1 3-9 0,-4 5-2 16,-1 0-5-16,-4 4-7 0,0 0 8 0,-1 6-10 16,-4-1-16-16,0 0-38 15,-2 2-30-15,2 1-34 0,-4 2 1 0,0 0 10 16,0 0 10-16,0 0 5 0,-5 19 10 0,0-10 1 0,-2 6 10 16,-2 0 3-16,3 2 1 0,-2 0-9 0,3 2-4 15,1 0 4-15,0-2-22 0,2 3-7 0,-2-3-14 16,8 0-9-16,-2-6-14 0,5 1-35 0,3-1-60 15,0-2-102-15,4-6-170 0,-1-1-529 0,6-2 233 16</inkml:trace>
  <inkml:trace contextRef="#ctx0" brushRef="#br0" timeOffset="99178.27">28173 12125 247 0,'0'0'350'0,"0"0"-34"0,0 0-31 0,0 0-29 0,0 0-30 15,19-6-7-15,-6 2-32 0,6 3-27 0,1-3-30 0,0 1-34 16,3 0-38-16,4 0-49 0,-7 0-52 0,1 2-49 15,0-5-59-15,-4 2-225 0,1 2-407 0,-7-1 180 16</inkml:trace>
  <inkml:trace contextRef="#ctx0" brushRef="#br0" timeOffset="99325.5">28233 12201 93 0,'-5'8'140'0,"0"-4"4"16,0-1 11-16,1 3 18 0,3-2 9 0,1 0 4 15,6 1-14-15,2 0-18 0,3-2-17 0,8-1-12 16,9 1-22-16,2 0-46 0,1-2-77 0,4-3-95 16,-4-1-166-16,1-4-305 0,-3 0 134 0</inkml:trace>
  <inkml:trace contextRef="#ctx0" brushRef="#br0" timeOffset="100380.4">29462 12120 130 0,'13'-5'154'16,"-1"2"4"-16,-1-4-12 0,2 3 12 0,-4 0 7 16,-3-1 5-16,2 1 2 0,-3 1-11 0,-1 0-6 15,1 1-16-15,0-2-6 0,-4 0-18 0,-1 4-12 16,-2-6-8-16,-6 4-13 0,-3-1-11 0,-3 3-8 15,-7 0-12-15,-7 0-5 0,-5 3-3 0,0 1-5 16,2 0-2-16,0 2-5 0,-1 1-4 0,-1-1-3 0,10 3-1 0,-4 0-5 16,8-3-4-16,1 2-1 0,2 1-3 0,3 0-5 15,1 0 2-15,5-1-1 0,-2 2-3 0,6-3 2 16,2 4 1-16,2 0-4 0,3 1 4 0,2-3 2 16,7 3-1-16,4-2-2 0,3-2 3 0,8 3-3 15,4-4 1-15,-1-2 0 0,1-3 1 0,-2-2 9 16,1-2 15-1,-1-3-1-15,-10 1 3 0,8-4 12 0,-4 1 8 16,-3-5 5-16,-6 0 7 0,2 2 6 0,-4-6 13 0,-1-1-18 16,0-8 3-16,-2 2-7 0,-2-2 1 0,-2-2-9 15,-3-2-2-15,-2-1-2 0,-1-3-1 0,-3 0-8 16,2-1-4-16,-1 0-3 0,-1-1 8 0,3 1-8 16,-1 1-2-16,-3 4 4 0,4 2 9 0,4 8 17 15,-7 1-12-15,3 6 6 0,0 1 0 0,0 1-7 0,-1 4-4 16,1 0-14-16,0 0 0 0,0 2-3 0,1 0-10 15,-1 0-12-15,0 4-23 0,0 0-30 0,0 0 4 16,0 0 3-16,0 0 8 0,3 15-7 0,-3-2 9 0,0 3 3 16,1 4 3-16,-1 6-5 0,-1 3 9 0,2 1-3 15,0 0 1-15,-3 2 7 0,-2 0-1 16,0 2 7-16,3-3 1 16,-2 2-6-16,1-3 0 0,-2 0 6 0,3-2-1 15,-3-1-1-15,2-4-2 0,1-2 6 0,0-4 3 16,0 2-2-16,1-2 3 0,0-1 9 0,0 0-11 15,0-4-2-15,0-3 2 0,1 1 4 0,-1-1-3 16,1-3 13-16,-1 1-6 0,1-1 3 0,-1 0-4 16,0-2-4-16,3 0 7 0,0 0-1 0,-2 1 10 15,3-2 9-15,1 2 5 0,5-4-7 0,2-1 15 0,7 0-15 0,11 0-9 16,6-2-20-16,1-4-44 0,17-4-76 0,-3-1-103 16,0-6-399-16,5-1-679 0,1-5 301 0</inkml:trace>
  <inkml:trace contextRef="#ctx0" brushRef="#br0" timeOffset="100781.06">30363 11611 101 0,'0'-4'211'16,"0"4"-22"-16,-5-2-19 0,5 2-28 0,-13 2-5 15,2 4-16-15,-6 3-11 0,1 4-8 0,-4 6-14 16,-1 6-9-16,0 1-6 0,0 5-6 0,-6 11-6 16,5 0-5-16,-1 0-1 0,10-8-8 0,1 0-5 15,3 11 0-15,7-12-6 0,2 0 4 0,4 0-2 16,5-3-7-16,6 4 3 16,2-4-6-16,5-2 0 0,1-6-2 0,1 0-33 15,0-3-51-15,6-5-66 0,-5-1-204 0,-6-6-355 16,-1-3 157-16</inkml:trace>
  <inkml:trace contextRef="#ctx0" brushRef="#br0" timeOffset="101235.65">30430 11947 104 0,'0'-6'284'0,"3"1"-28"0,1 1-22 0,0 0-29 15,1 1-19-15,1 0-18 0,1 2-18 0,2 1-17 16,1 1-13-16,1 0-12 16,-1 1-15-16,1 3-8 0,0 1-13 15,1 2-10-15,-5 1-8 0,0 0-8 0,-3 4-3 16,1 1-7-16,-1 1-5 0,-4-4-3 0,0 6-6 0,-4-1-3 16,-2 0 3-16,-2 0-1 0,3-3-5 0,-5 1-2 15,0-1 1-15,-2-1-2 0,4-1-1 0,-2 1 3 16,3-5-6-16,0 1 1 0,2-6 9 0,1 2 11 15,-1 2 14-15,1-3 29 0,2-1 30 0,2-2 36 0,-4 2 28 0,4-2 29 16,0 0-7-16,0 0-23 0,0 0-17 16,4-17-15-16,1 9-17 0,2-2 2 0,5-5-25 15,0 2-11-15,3-3-4 0,0-6-12 0,4 3-11 16,3-2-10-16,-7 2-4 0,-1 4-4 0,-1-1-1 16,1 4-8-16,-6 2-1 0,-2 2-4 0,1 0-9 15,-2 3 2-15,0 1-2 0,-3 0-31 0,1 0-35 0,-2 2-32 0,-1 2-23 16,5-1 7-1,-5 1 11-15,0 0 5 0,-1 12 11 0,0-5 8 16,-2 4 13-16,-1 0-5 0,-3 5 9 0,2 1-1 16,2 0-15-16,-1 0-3 0,3 3-11 0,-1-3-10 15,0 0-21-15,2 0-19 0,3 0-25 0,-2-7-31 16,3 2-56-16,-1-6-268 0,3 0-547 0,3-4 242 16</inkml:trace>
  <inkml:trace contextRef="#ctx0" brushRef="#br0" timeOffset="101751.75">30881 11941 279 0,'0'-6'310'15,"1"1"-17"-15,-1-2-18 0,0 3-30 0,0 0-26 0,1 0-10 0,-1 4-31 16,3-5-38-16,-3 5-22 0,0 0-11 0,0 0-12 16,0 0-14-16,9 10-17 0,-7-5-19 0,2 0-7 15,1 4-12-15,1-2-10 0,-4-1-7 0,4 3-2 16,1-2-5-16,-3-1-6 0,0-1-3 0,-1-1 4 15,1 1 4-15,-1-2 1 0,-1-2-3 0,3 0 2 16,-5-1 3-16,9 0-3 16,-9 0 7-16,9-3 4 0,-5-4 2 0,2 3 11 15,-2-1 0-15,1-1 3 0,-1 0-2 0,0-2 0 16,1-1 5-16,-1 3 13 0,2-3 5 0,-2 4-1 16,-4-1-8-16,4 0 1 0,-3 2-3 15,2 0-3-15,-2 1-7 0,2 1-4 0,-2-2-14 0,-1 4-13 16,3-3-11-16,-3 3 17 0,0 0 3 0,5 9 0 15,-5-2-4-15,1 3 0 0,3 3 0 0,-4 2 1 0,-4 10 1 16,0 0-6-16,-1 3 2 0,-3-2 4 0,-2 3-6 16,-4 2 0-16,1-2 4 0,-1 0-3 0,0-2 1 15,-2-1 2-15,1-3-5 0,2 0 0 0,2-11 2 16,2 0-2-16,-1-4 4 0,1 1 5 0,0-4 10 16,0-2 12-16,2 1 19 0,2-3 37 0,-2-2 27 15,7 1 11-15,-9-9-9 0,4 4-6 0,4-7 5 0,1 3-6 0,1-3-9 16,4-4-10-16,0-1-6 0,9-5-18 0,3-1 0 15,0 1-7-15,4-2-10 0,2-2 0 0,3 3-4 16,0-3-23-16,0 1-17 0,10-7-17 0,-8 11-18 16,-1 0-18-16,-3 2-42 0,-2 2-18 0,-3 0-29 15,-4 5-23-15,-6 3-46 0,5 2-53 0,-5 0-67 16,-1-2-231-16,2 1-604 16,-5-1 267-16</inkml:trace>
  <inkml:trace contextRef="#ctx0" brushRef="#br0" timeOffset="101983.45">31384 11497 236 0,'3'0'234'16,"3"0"-26"-16,-6 0-19 0,19 6-16 0,-6 8-14 15,10 5-6-15,0 9-8 0,6 16-8 0,-2 6-9 16,3 28-8-16,-16-22-3 0,2 27-8 15,-12-23-8-15,-8 23-11 0,-4-25-6 0,-10 21-9 0,1-21-2 16,-5-2-4-16,-7-3-10 16,-4-4 2-16,-6 0-11 0,-2-5-5 15,-29 13-8-15,20-25-31 0,-8-2-48 0,-34 7-71 16,2-15-338-16,26-8-488 0,-2-9 216 0</inkml:trace>
  <inkml:trace contextRef="#ctx0" brushRef="#br0" timeOffset="108126.16">16119 14108 135 0,'0'0'194'0,"0"0"-21"0,0 0-17 0,0 0-12 16,0 0-13-16,0 0-9 0,0 0-9 0,17-3-10 15,-4 0-17-15,6 1 0 0,10-2-8 0,-11 1-11 16,10 1-31-16,2 0-41 0,-4-1-52 0,-4 2-73 16,-1-1-109-16,-2 3-259 0,-1-1 115 0</inkml:trace>
  <inkml:trace contextRef="#ctx0" brushRef="#br0" timeOffset="108279.84">16190 14290 142 0,'-3'2'153'16,"3"-2"1"-16,0 0-13 0,11 2-12 15,-2-4-16-15,4 2-13 0,6-2-21 16,3-1-46-16,6 0-53 0,-8 1-151 0,8-5-185 15,-7 4 82-15</inkml:trace>
  <inkml:trace contextRef="#ctx0" brushRef="#br0" timeOffset="108748.92">16435 13946 234 0,'-3'-3'331'16,"2"-1"-29"-16,-3 1-33 0,4 3-30 0,-1-3-29 15,1 3-22-15,-3-4-29 0,3 4-20 0,0 0-29 16,0 0-23-16,0 0-13 0,0 0-7 0,0 0-5 16,4 12-5-16,1-2-5 0,3-3-6 0,-2 3-5 0,2 0 0 0,5 3-2 31,2 0-7-31,3-1 1 0,0-2-7 0,5 3-1 16,-4-2-5-16,-1-6-6 0,2 2-6 0,-1-2 1 15,2-1-12-15,-2-2 1 0,-1-1 1 0,0-1 1 16,-5-2 0-16,0 2 2 0,-3-3 2 0,-2 3 12 15,-2-1 15-15,-1 0 12 0,0 1 8 0,-5 0-1 16,8-1-6-16,-8 1-2 0,6-2-9 0,-6 2-5 0,0 0-11 16,0 0-3-16,0 0-3 0,-4 8-5 0,-1 3-2 15,-6 4-1-15,-6 7 0 0,-1 4-5 0,-2 3-1 16,-1 0 2-16,2 2-1 0,-12 7 2 0,11-9-1 16,1-1 0-16,5 1 0 0,-1 0 2 0,4-4-2 15,2-1-2-15,2-7 1 0,-1 2 3 0,4-4 0 16,3-3 2-16,-3 0 12 0,4-3 0 0,0-1-4 0,0-1 9 0,0-4 11 15,0 1 16-15,0 1 17 0,0-5 20 0,0 5 11 16,0-5 11-16,0 0-3 0,0 4-10 0,0-4-5 16,0 0-14-16,0 0-4 0,0 0-22 0,0 0-53 15,0 0-62-15,0 0-53 0,6-9-85 0,0 0-83 16,0 3-309-16,3-4-646 0,4-1 286 0</inkml:trace>
  <inkml:trace contextRef="#ctx0" brushRef="#br0" timeOffset="109466.51">17656 13960 165 0,'0'-3'253'0,"0"-3"-25"0,3 1-18 16,0 0-22-16,2 0-21 0,1 2-18 0,4-4-17 16,1 3-11-16,1 1-11 0,2 2-18 0,4 1-7 15,2 3-7-15,-3 2-8 0,0 0-9 0,1 0-8 16,-4 5-5-16,0 2-6 0,-2 0-5 0,-2 1 2 0,0 4-8 0,-6-1-3 15,-2 5-3-15,-2-2-2 0,-1 8-6 0,-4-2-3 16,-5-1 2-16,1 0-4 0,-3-1-3 16,-3-2 1-16,5-4-1 0,-4-1 0 0,1-2-1 0,1-3 4 15,2 0 9-15,1-3 5 0,1-1 5 0,1-1 12 16,1-1 13-16,3-1 22 0,-1-3 32 0,4 3 42 16,0-4 40-1,-4 0 17-15,4 0-15 0,0 0-19 0,0-12-21 16,2 4-10-16,1-6-21 0,6-1-11 0,8-6-19 0,-3-4-7 15,5 1-7-15,-1 0-10 0,0-1-8 16,0-3-9-16,-1 4-6 0,-1-1-7 0,-4 11-3 16,-1-1-3-16,-1 1-3 0,-5 6 0 0,1 1-7 15,-3 2-5-15,2 0-8 0,-1 1-7 0,0 1-24 0,-3 3-22 0,-1 0 9 16,0 0-4-16,4 11-3 0,-2-2 10 0,-4 3-2 16,2 5 3-16,-4 0 3 0,3 2-3 0,-3 8 16 15,2-6 3-15,2-2-5 0,2 1 15 0,-2-2-12 16,1 0 1-16,2-1 7 0,-2-5-18 0,5 1-14 15,-4-3-11-15,3 0-17 0,-1-4-11 0,1 2-22 16,1-4-21-16,2-1-21 0,0-1-42 0,-1-2-47 16,5-5-60-16,-3 2-274 15,1-5-609-15,-5 1 270 0</inkml:trace>
  <inkml:trace contextRef="#ctx0" brushRef="#br0" timeOffset="109751.18">18090 13764 182 0,'0'-8'338'0,"1"2"-18"16,0 0-23-16,2 0-20 0,-2 1-29 0,3 1-24 15,-1 0-24-15,0 1-25 0,4 2-15 0,-2 1-19 16,-5 0-15-16,13 2-5 0,-3 4-11 0,0-2-6 16,-3 7-5-16,0-1-14 0,-1 4-7 0,0 7 0 15,-3-2-11-15,1 6-6 0,-4 1-5 0,-1-1 4 16,-5 2-14-16,0-3-5 0,0-4-7 0,-1-3-1 0,0 0-7 15,1-2 5-15,0-3-9 0,4-3 2 0,-2-1-5 16,0-1 1-16,3 0-1 0,-1-3 6 0,0 0 8 16,2-4 8-16,9 4-25 0,3-4 7 0,8-2 6 0,12-1-7 15,5-1-39-15,1-3-57 0,13-3-72 0,-11 5-98 16,10-2-361-16,-13-2-656 0,17 1 290 0</inkml:trace>
  <inkml:trace contextRef="#ctx0" brushRef="#br0" timeOffset="110545.83">18767 14133 21 0,'-18'3'214'0,"-1"-2"-5"0,1 3-12 0,5-3-11 15,3 1-11-15,-1 0-12 0,3-1-11 0,0 1-12 16,4-2-5-16,4 0-2 0,-7 1-11 0,7-1-4 16,-7 1-5-1,7-1-9-15,-1 3 0 0,1-3 3 0,0 0-1 0,0 0-4 16,0 0-3-16,0 0-10 0,0 0 2 0,0 0-8 15,0 0-1-15,0 0-5 0,19-4-9 0,-19 4-4 16,0 0-2-16,4-1-12 0,-4 1 1 0,0 0-7 16,0 0 6-16,0 0-20 0,0 0-2 0,0 0 0 15,0 0-4-15,0 0-4 0,0 0-1 0,0 0-3 16,8-2-1-16,-8 2-1 0,0 0 0 0,0 0-3 0,0 0 0 16,0 0 1-16,0 0-4 0,0 0-2 0,0 0 1 0,0 0-1 15,0 0-2-15,11-1 0 0,-1 1 3 0,3-2-4 16,8-1 0-16,5 1 2 0,3-1-4 15,1 0 1-15,2 0 3 0,3-2 0 0,-1 2-1 16,3-1-1-16,2 1-3 0,-4-1 1 0,-3 1 4 16,-5 0-6-16,-9 1 2 15,-4 1 2-15,-1-1 11 0,-2 2 9 0,-4-2 8 16,-1 0 1-16,1 0 0 0,-2 2 5 0,-5 0-3 16,9-1-4-16,-9 1-27 0,0 0-16 0,0 0-23 15,0 0-16-15,0 0-22 0,-21-5-30 0,13 6-36 16,-2 0-29-16,3 0-48 0,-1-1-26 0,0 0-262 15,1 2-545-15,3-1 242 0</inkml:trace>
  <inkml:trace contextRef="#ctx0" brushRef="#br0" timeOffset="111100.26">19301 13876 53 0,'-1'-5'315'31,"1"2"-21"-31,0 3-28 0,0-5-29 0,0 5-27 16,0 0-23-16,0-6-19 0,0 6-19 0,0 0-13 15,0 0-14-15,0 0-14 0,18 11-8 0,-12-7-7 16,2 4-12-16,-1-3-9 0,3 3-5 0,2 0-8 16,-2 2-5-16,2-4-4 0,-2 0-6 0,2 0 0 15,-2 1-17-15,-1-2-7 0,1-2 0 0,0 1-3 0,-1-1 1 0,-2-2 0 16,-1-1-4-16,-6 0-1 0,15-2 8 15,-11-2-1-15,1 1 0 0,-1-2 6 0,1 1 2 0,1-1 7 16,-2 2 7-16,0-2 4 0,0 2 5 0,0 1 0 16,-4 2 2-16,1-7-8 0,3 5-6 0,-1 0-3 15,-3 2-9-15,0 0-12 0,0 0 0 16,0 0-6-16,7 7-4 0,-7 0 3 0,0 5-6 0,0 3 3 0,-1 4-3 0,-3 0-1 16,4 6 4-16,0 3-4 0,-5-1 3 15,1 0-1-15,-1 2-1 0,-3 2-2 0,-2-3-2 16,0-1 4-16,-3 1 1 0,0-7 0 0,3 3-3 15,-1-7 3-15,1-1-2 0,0-3-1 0,3-4-1 0,-1 0 3 16,2-2 2-16,-1-2 10 0,4-1 20 16,0-1 31-16,-1-1 33 15,-1 0 17-15,5-2 0 0,-6-7-10 0,3 3 16 16,1-4 7-16,3-2-11 0,-1-2-12 0,2-6-14 16,5-2-17-16,3-6-4 0,2-2-7 0,3-4-10 15,11-7-5-15,-11 10-3 0,6 1-5 0,1-3-2 16,-3 7-3-16,6-5-6 0,-7 8-5 0,-2 0 6 15,-3 7-9-15,-2 2-4 0,-3 2 3 0,0 3-4 16,-3 2-6-16,0 0-2 0,1 0 0 0,-4 1-44 0,0 1-39 0,1 1-43 16,-3 2-47-16,4-3-39 0,-4 3-6 0,0 0-24 15,0 0-30-15,0 0-48 0,0 0-327 0,-7 10-690 16,5-7 305-16</inkml:trace>
  <inkml:trace contextRef="#ctx0" brushRef="#br0" timeOffset="111416.31">19774 13716 154 0,'6'-5'306'0,"-3"2"-29"0,1-1-26 16,0 1-20-16,-4 3-27 0,9 0-22 0,-4 0-18 15,-5 0-15-15,11 4-13 0,-6 2-16 0,-2-1-1 0,2 4-14 0,-2 3-10 16,-2 5-5-16,-1 0-6 0,-4 3-7 0,-3 4-6 15,0 0-4-15,-2 0-8 0,1-7-7 16,1 0-6-16,-1 0-2 0,3-2-10 0,0-5-1 16,0-1-4-16,-2 0-4 0,6-4 2 0,0 2 2 0,-2-4 27 15,3 2 31-15,0-5 21 0,10 3-7 0,3-1 0 16,8-4-9-16,9 0-9 0,5-1-9 0,4-2-10 0,2 0-7 16,11-2-37-16,-1 0-49 0,-11 2-43 0,-4 0-50 15,1 3-64-15,-5-1-58 0,-3 1-73 0,-6 1-206 0,-4 1-565 16,0 1 250-16</inkml:trace>
  <inkml:trace contextRef="#ctx0" brushRef="#br0" timeOffset="112250.53">17623 14647 67 0,'-6'0'237'0,"6"0"4"0,0 0-9 0,-9 0-10 0,5-2-14 15,4 2-10-15,0 0-14 0,0 0-11 0,-5-2-16 16,5 2-16-16,0 0-11 0,0 0-14 0,0 0-12 0,0 0-8 16,0 0-8-16,0 0-9 0,0 0-3 0,0 0-7 0,0 0-8 15,0 0-4-15,0 0 0 0,0 0-11 0,0 0-7 16,0 0-2-16,0 0-6 0,0 0-1 0,0 0-4 15,0 0-7-15,0 0 3 0,0 0-8 16,0 0-1-16,0 0 0 0,0 0 0 0,0 0-1 16,0 0-3-16,0 0-1 15,0 0-2-15,0 0-1 0,0 0 5 0,0 0-2 16,0 0-3-16,0 0 0 0,0 0-1 0,0 0 0 16,0 0-3-16,0 0 2 0,0 0-1 0,0 0 2 15,0 0-2-15,0 0 2 0,0 0-2 0,0 0 4 16,0 0 2-16,18-1-1 0,-8 0-2 0,3-2 5 15,14 1 0-15,3-4 8 0,10 1 1 0,24-4 0 16,33-3 11-16,5 3 0 0,7 1 0 0,6-4 4 0,8 7-1 0,7-4 2 16,0 2 6-16,7-4 9 0,2 6 0 0,0-7-2 15,-7 0-5-15,-8 3-1 0,-5 1 2 0,-13-2-2 16,-6-1 2-16,-10 3-4 0,-31 1 1 0,-5 0 2 16,-3 0-1-16,-18 2 17 0,-5 0 17 0,-6 2 26 15,-5-3 22-15,-6 3 22 0,1 0 22 0,-6 1 4 16,2 2-5-16,-2-1-11 15,-1-1-12-15,-5 2-16 0,7-2-18 0,-7 2-26 16,5-1-30-16,-5 1-30 0,0 0-40 0,7-1-42 16,-7 1-50-16,0 0-55 0,0 0-51 0,0 0-35 15,0 0-8-15,-1 7 14 0,-9-4-31 0,0 1-61 16,-7 1-341-16,6 0-731 0,-6-1 324 0</inkml:trace>
  <inkml:trace contextRef="#ctx0" brushRef="#br0" timeOffset="112820.45">19099 14736 56 0,'-2'-3'291'0,"2"3"-27"0,0 0-27 16,0 0-25-16,0 0-21 0,14-6-19 0,-8 4-18 16,3 4-15-16,5 1-14 0,4-3-16 0,-1 2-10 15,1 0-9-15,-1 4-11 0,1 1-6 0,-2 0-15 16,-5-2-1-16,4 5-10 0,-2 1 11 0,-6-1-4 15,0 1-8-15,-7 2-5 0,0 2 0 0,-1 1-8 16,-8 1 0-16,0 1-4 0,0 0-4 0,-5-4 0 0,1 2-2 0,-2-3-4 16,2-1-1-16,-3-3 0 0,2 1-4 0,-2-2 1 15,6-2 2-15,2 1-1 0,1-4-4 0,2 2 4 16,0-2-7-16,1-2 0 0,-1 2 2 0,2 0 12 16,-1-1 10-16,4-2 7 0,-4 2 7 0,4-2 5 15,-1 4 5-15,1-4 3 0,0 0-1 0,0 0 6 16,-5 1-3-1,5-1 0-15,0 0-5 0,0 0 6 0,0 0 9 0,0 0 0 16,0 0 1-16,0 0 5 0,0 0-13 0,26-4 0 16,-6 2-7-16,8-4 0 0,5 2-4 15,6-4-8-15,14 0-1 0,7 0-12 0,-2 0 22 16,1 1 11-16,-3 1 0 0,-5 1-4 0,-14 1 5 0,-1-1-14 16,-6 2 10-16,-2-2-19 0,-7 4 9 0,-7 1 2 15,-2-3-2-15,-2 0 1 0,-4 2-2 0,-2 1 1 0,1-1 3 16,-5 1-5-16,8-2-6 0,-4 1-18 0,-4 1-22 15,0 0-41-15,10 0-49 0,-10 0-71 0,0 0-55 0,0 0-129 16,0 0-425-16,0 0-828 0,-22-4 367 16</inkml:trace>
  <inkml:trace contextRef="#ctx0" brushRef="#br0" timeOffset="115657.86">20805 14391 5 0,'-7'0'214'0,"7"0"-10"0,-11 0-15 0,7 0-13 16,4 0-14-16,-10 0-17 0,10 0-15 0,0 0-4 16,-5-1-5-16,5 1 4 0,0 0-12 0,0 0-10 0,-9 0-8 0,9 0-7 15,0 0-11-15,0 0-5 0,-4-2-10 0,4 2-4 16,0 0-2-16,0 0-8 0,0 0-6 0,0 0-2 15,0 0-5-15,0 0-5 0,0 0-4 16,0 0-3-16,0 0-1 0,0 0-5 0,0 0 1 16,0 0-3-16,0 0-5 0,0 0 1 0,0 0 0 0,-9 2 4 15,9-2-2-15,0 0 4 0,0 0-4 0,0 0-1 0,0 0 2 16,0 0 0-16,0 0 6 0,0 0 6 0,0 0 2 16,0 0 7-16,20 1 0 0,-3-1-3 0,5-1-5 15,8-3-2-15,3 3-2 0,4-1-1 0,1-2-2 0,13-2 0 16,-1 2-5-16,-9 2 2 0,-3-3-2 15,-2 2-1-15,-3 0-3 0,-2-1-3 0,-11 2 0 16,-3-1 1-16,0 3-2 16,-7-2 1-16,0 2-1 0,-2 0 3 0,-2 0 7 15,-6 0 3-15,10 0 6 0,-10 0-7 0,7-2-1 16,-7 2-8-16,0 0-8 0,0 0-12 0,0 0-13 16,0 0-12-16,0 0-14 0,-26 2-27 0,21 0-30 15,5-2-35-15,-11 0-43 0,11 0-47 0,-12 0-180 16,12 0-446-16,0 0 197 0</inkml:trace>
  <inkml:trace contextRef="#ctx0" brushRef="#br0" timeOffset="116228.36">21655 14118 183 0,'6'-6'246'0,"-2"-1"-14"0,1 4-16 0,0-3-19 16,3 3-15-16,2-2-18 0,-1 2-16 0,4 1-15 16,1 0-9-16,-2 2-14 0,0 0-5 0,1 2-8 0,-1 0-10 15,2 1-8-15,-4 2-7 0,5 3-8 0,-5-1-4 16,-1 4-8-16,0-2-5 0,-2 3-4 0,-1 2-7 15,-1 2 0-15,-5 1-4 0,-4 1-4 0,1-1-3 16,-4 1 0-16,-7 4-4 0,1 0-2 0,-2-2 0 0,-3 0-1 0,3-6-4 16,-1 0 3-16,0 0-4 0,2-4-1 0,0 0-1 15,2-3 1-15,3 2 6 0,3-6 7 0,-2 3 10 16,3-2 16-16,1-1 27 0,0-1 44 0,4-2 44 16,-5 2 8-16,5-2-4 0,0 0-17 0,0 0-16 15,9-14-16-15,0 8-14 0,4-3-9 0,4 0-21 16,4-8 2-16,1 0-1 0,-1-3-12 0,1 2-8 15,1-3 2-15,-1 2-28 0,1 0 18 0,0 1-13 16,-1-1 1-16,-8 3-8 16,-1 4 2-16,-4 4-4 0,-3-2-2 0,2 3 7 15,-2 1 1-15,-2 0-9 0,1 5 1 0,-2-4-7 16,-1 2-14-16,-2 3-13 0,4-2-8 0,-4 2-3 16,0 0 5-16,-6 11-2 0,0 0-14 0,0 0 18 15,-5 1-2-15,2 4 3 0,0 0 0 0,-1 2 3 16,-1-1-15-16,6 1 15 0,0-1-2 0,-1-2 6 15,3 1 3-15,3-4 8 0,4 1-20 0,2-1 16 0,3 1 0 0,7-2 0 16,9 1-15-16,5-1-33 0,5-6-65 0,2 1-69 16,0-2-84-16,3-3-102 0,-1-1-318 0,-3-4-737 15,-1-5 326-15</inkml:trace>
  <inkml:trace contextRef="#ctx0" brushRef="#br0" timeOffset="117115.65">22354 14086 2 0,'5'-9'248'0,"-4"1"-6"0,4 5 0 16,-2-4-14-16,-2 0-12 0,3 2-15 0,-3 3-20 0,2-3-14 0,-2 2-19 15,2 0-16-15,-3 3-17 0,0 0-12 0,0 0-11 16,0 0-8-16,10 5-11 0,-8 3 1 0,0-3-14 16,2 7-6-16,-1-2-8 0,3 5 0 0,-1 1-3 15,1-1-10-15,-1 2 19 0,2-3-5 0,-2-1-4 16,1 2-4-16,-1-5-1 0,3 1 0 0,-1-2-9 15,1-1 0-15,-4-2-3 0,2 0-2 0,-1-2 1 0,3-2 0 0,1-1-5 16,1-1 1-16,-1-3-2 0,0-1 1 0,4-4 14 16,-3 1 0-16,3-6 6 0,-3 1-3 0,3 1 1 15,0-4 7-15,-2 1 0 0,0-2 4 0,1 3-2 16,-2-2 6-16,1 1-2 0,-2 6-2 16,-4-2 12-16,0 4-8 0,-1 3-1 0,0-4-13 0,-2 2-2 15,1 3-12-15,0 2-24 16,-3 0 3-16,0 0-1 0,0 0-8 15,8 9 1-15,-5 4-4 0,-1 0 2 0,-2 12 2 16,4 2-4-16,-4 2 0 0,0 5 6 0,0-1-5 16,0 2 5-16,-4-2-3 0,-3 13 0 0,1-11 1 0,0 0 6 15,-2-1-8-15,-1 10 2 0,3-13 10 0,-1-2-7 0,0-2-3 0,2-8 4 16,-2 5-1-16,1-7 0 0,1-5 7 16,0-2-7-16,1 0 2 0,0-4 0 0,2 0 12 15,0-1 19-15,-1-1 17 0,0 1 5 0,-2-4 7 16,5-1-10-16,-10-6-3 0,2 0-7 0,0-1 18 15,1-1 10-15,0-4-3 0,2-3 3 0,4-2-23 16,1 0 11-16,1-4-4 0,8-4-11 0,5-4-11 16,2 3-1-16,7-1-14 0,1 0-16 0,13-8-4 15,1 3-6-15,3 3-3 16,-1 0 6-16,2 4-3 0,4 3 2 0,-13 5 1 16,2 1 1-16,-1 2 9 0,2 0-9 0,-4 5 3 15,-4-3 1-15,-9 5 0 0,0 2 17 0,-6 0 5 16,-3 1-3-16,-1 1-1 0,-2 2-1 0,-1-3 8 15,-1 3-15-15,-1-2-1 0,2 2-4 0,-6 1-7 16,4-2-7-16,-4 2-11 0,0 0-15 0,0 0 14 16,0 0 2-16,0 0-27 0,0 0-11 0,0 8-23 0,0-8-18 0,-5 7-22 15,0-5-26-15,2 2-22 0,2 0-29 0,-1 0-24 16,2-1-39-16,-2 1-315 0,2-4-623 0,0 0 276 16</inkml:trace>
  <inkml:trace contextRef="#ctx0" brushRef="#br0" timeOffset="117398.95">23561 14212 13 0,'0'0'331'0,"-5"-3"-8"0,5 3-12 16,0 0-20-16,0 0-23 0,2-4-36 0,-2 4-21 15,7-4-22-15,1 3-16 0,2-4-12 0,3 2-18 16,2-1-21-16,7 0-9 0,-3 0-12 0,9-2-17 16,0 2-29-16,-6 0-38 0,-1 2-33 0,0 0-28 0,-3-1-37 0,0 1-37 15,-3 1-41-15,2-1-53 0,-7 2-206 0,-1-3-454 16,-4 3 201-16</inkml:trace>
  <inkml:trace contextRef="#ctx0" brushRef="#br0" timeOffset="117567.66">23666 14279 49 0,'-15'10'184'0,"2"-4"2"0,3 1 1 0,2-1-22 16,0-1 6-16,3 0 3 0,1-2 6 0,2 1 10 15,2 1 4-15,0-5 1 0,6 4-10 0,2-1-13 16,5-2-17-16,-2 2-12 0,2-2-18 0,8-1-10 15,1 0-13-15,-1-1-12 0,7-2-38 0,0-1-48 16,-1 3-42-16,1-3-51 0,-5 0-67 0,4-3-79 16,-6 5-182-16,4-7-452 0,-6-1 200 0</inkml:trace>
  <inkml:trace contextRef="#ctx0" brushRef="#br0" timeOffset="118348.02">24471 14062 133 0,'0'0'249'0,"0"0"-15"16,-4-3-13-16,4 3-11 0,0 0-16 0,0 0-15 15,0 0-15-15,0 0-11 16,0 0-11-16,0 0-8 0,0 0-10 0,0 0-9 15,0 0-11-15,0 0-11 0,8-4-12 0,-8 4-4 16,11-1-7-16,0-2-9 0,-1 2-2 0,5 1-10 16,-2-5-4-16,6 0-4 0,2 2-3 0,-3-4-4 15,-1 3-5-15,1-1-1 0,0 0-5 0,-2 1-2 16,-4-1-1-16,1-1 0 0,-3 4-2 0,-1-3-1 16,-4 1 2-16,-1 1 3 0,0 0-2 0,0 2 3 0,-4-3-7 15,0 4-5-15,-4-6 0 0,-1 5 1 0,-7 1-4 0,-1 0-2 16,-6 3-1-16,-7 1 0 0,-1 4-1 0,-2 0-2 15,-3 4-3-15,1 2 0 0,3 0-4 0,2 5 2 16,-2-1-1-16,1 0-4 0,5 3 1 0,3-2-1 16,2 2 3-16,5 1 2 0,6-4 2 15,3 0-1-15,3 2 5 0,4-2-1 16,4-2 3-16,5 1 10 0,6 0 3 16,3-1 2-16,5-1-1 0,3-5 2 0,3-1-5 15,0-2-3-15,0-2 0 0,2-2 3 0,-2-3-2 16,-1 0 8-16,-4-3-5 0,-5 2 14 0,-4-3 23 0,1 0 24 15,-4-1 16-15,-4-2-3 0,0 2 15 0,-3-4 4 16,0 1 8-16,-2-1-16 0,0 1 14 0,-3-2-2 16,1 0-8-16,-1 1-15 0,0 0 4 0,-3 1-8 0,2 2-1 15,-2-1-12-15,0 1 0 0,2 2-6 0,-1-2 0 0,-2 1-10 16,0 3-9-16,0-3-4 0,0 5-5 16,0 0-11-16,2-5-3 0,-2 5-5 0,0 0-4 15,0 0-12-15,0 0-1 0,0 0-1 0,0 0-1 16,0 0-3-16,0 0-1 0,-2 16-1 0,0-3 0 0,-1-1 2 15,1 7-6 1,-1 0-2-16,-1 4 7 0,2-2-1 0,-1 4-2 16,2 2 2-16,1-4-2 0,-1-3 0 0,1 0 0 15,0-2 3-15,1-2-8 0,2 0 6 0,-2-6 1 16,-1 1 5-16,0-4-4 0,0 0 0 0,1-1 8 16,0-2 0-16,-1 1-3 0,0 0 6 0,2-2 3 15,-2-3 25-15,1 4 14 0,-1-4 4 0,0 4 4 16,0-4 0-16,1 3 0 0,-1-3-6 0,0 0 1 0,0 0-6 0,0 0-4 15,4 4-3-15,-4-4-5 0,0 0-3 0,0 0-11 16,0 0-26-16,0 0-28 0,0 0-34 0,0 0-39 16,0 0-41-16,0 0-59 0,0 0-61 0,0 0-76 15,0 0-112-15,6-10-307 0,-6 10-825 0,2-5 366 16</inkml:trace>
  <inkml:trace contextRef="#ctx0" brushRef="#br0" timeOffset="124414.64">24379 13491 7 0,'-2'-5'106'0,"-1"2"0"0,3 3-16 0,-2-4-1 0,-1 1-18 0,3 3-3 15,-7-3-8-15,4 1-6 0,0-2 7 16,-1 1-15-16,-1 1 4 0,-1-1-17 0,-2-1 1 16,-2 0 1-16,1 3-6 0,-4-2-8 0,-1 3 6 15,1-2-7-15,-6-1-11 0,0 0 10 0,1-1 1 0,-1 3-11 16,1 0-3-16,-2 1 14 0,-2-3-11 0,3 3-2 16,-2 0 3-1,2 0-3-15,0 0-11 0,-1-2 10 0,1 1 6 16,2 1-3-16,0-2 1 0,-2 3-8 0,1-1-1 15,2 0 9-15,-1-1-12 0,2 1 9 0,3 0-2 16,-1-3-3-16,-7 3-2 0,6 0 2 0,-3-1-3 16,-2 2-2-16,1-2 4 0,0 1 1 0,-2 0-8 0,2 0 2 0,-2-3-8 15,0 1 3-15,1 0-3 0,-1 2-1 0,0-1 1 16,0 0-3-16,-2 1 4 0,2-3-2 0,-1-1-2 16,0 0 2-16,-2 3 0 0,4-2 3 0,-3 1-1 15,0-2 4-15,4 0-4 0,-2 1 0 0,-1 1 1 16,2-2-1-16,0 1 13 0,2 0-7 0,-2 1 2 15,1-1-6-15,0 1 4 0,-1-1 2 0,4 2 3 16,-7-2-2-16,8-1 2 0,-1 3 1 0,-2-1-3 16,3-3 0-16,1 5 1 15,-1-3-1-15,1 1 4 0,1 1-1 0,2-1 0 16,-1 2-1-16,0 0 0 0,1-4-3 0,2 4-7 16,-1 0 7-16,-1 0 2 0,2 0 5 0,-2 0-3 15,0-1 2-15,-2 2-2 0,2-1-3 0,-3-1 3 16,-1 1-1-16,1 0-4 0,-4-1 7 0,2 0 2 15,-2-1-4-15,2 1-3 0,-2-1-1 16,4 2-7-16,-5-3 16 0,1 3-4 0,3-1-1 16,-4-2-2-16,3 0-1 0,1 1 1 0,-6 0 2 0,4 2-2 15,-2-1-7-15,0-1 7 0,2 2-1 0,2-2 8 0,-6 1-7 0,0 0 2 16,1 1-1-16,0 1-2 0,-2-2-3 0,3 0 5 16,-1 1 2-16,-2 0-2 0,3 0 2 0,-4 0 1 15,2 0 1-15,-1 1-1 0,2-1-10 0,0 2 5 16,6-2 1-1,-9 2 4-15,4-2 0 0,3 0-4 0,-3 2 2 16,5-1-4-16,-6-1 3 0,1 0 3 0,6 2 0 16,-6 0-5-16,4-1 2 0,-4-1 7 0,0 4-14 0,4-4 3 15,-7 1 7-15,2 0-3 0,2 0-2 0,-2-1 2 16,3 2 2-16,-3-2-5 0,1-2 9 16,0 2-8-16,4 0 4 0,-6 0 0 0,4-1-5 0,-1 1 0 15,-2-1 6-15,6 1 3 0,-5 0-8 0,3-1 8 0,-5-1-7 16,3 2-2-16,2-2 7 0,1 1 1 0,-4 1-9 15,0 0 1-15,2-1 6 0,-4 1-1 0,1 0-3 16,2-1 9-16,-3 1-7 0,3 0-6 0,-2-2 7 16,-1 1 5-16,2 1-8 0,-3 1-3 0,2-2 2 15,1 2 2-15,0-1 2 0,-1 0-3 0,0 0 1 16,-3 2 6-16,3-1-4 0,-4-1-4 0,1 1 5 0,1 0-4 0,-6 1 3 16,5 0-7-16,0-1 4 0,2-1-4 0,-2 0 8 15,2 1 1-15,-2-1-4 0,4 0 2 0,-4 0-5 16,2 0 4-16,3 0 0 0,-2 0-5 0,3 0 5 15,-4 0 5-15,3-1-6 0,-4 1 4 0,3 1-8 16,0-1 8-16,0 1-11 0,-2-1 16 0,3 0-6 16,0 0 2-16,0 0-7 15,-2 0 1-15,-2 2-1 0,5-2-1 0,-3 0 1 16,-2 0-4-16,3-2 8 0,3 2-7 0,-2-1 8 16,-2 2-7-16,6-1 0 0,-7-2 5 0,2 2-3 15,5-1 5-15,0-1-2 0,-6 0-2 0,5 2-2 16,3-1 3-16,-2 0-12 0,0 0 13 0,0-1-4 15,3 2-3-15,-4-1 12 0,1-1 0 0,1 0-4 16,1 1-6-16,-4 0 14 0,2 0-17 0,0-1 10 0,-1 2-4 0,-2 0-3 16,-3-2 2-16,-1 0 6 0,4 2-8 0,-3 0 4 15,-2 0 2-15,6 0-6 0,-6-1 0 0,2 1 0 16,0-2 6-16,-1 1 3 0,0-1 1 0,0-1-9 16,0-1 6-16,-1 2-6 0,1 2 6 0,-2-3-3 15,0 3-1-15,0 0 1 0,2 0 6 0,-3 0-9 16,-4-3 5-1,5 2-6-15,1 0-3 0,-1 1 6 0,3 0-3 16,-8-2 3-16,5 1-3 0,4 2 1 0,-5-2 1 0,4 0 0 16,0 2 3-16,-1-1 0 0,1-1-4 15,-1 2 16-15,1-1-20 0,-1-4 9 0,0 7 2 16,0-3-11-16,1 1 1 0,2-1 4 0,-3 0-6 16,1-1-2-16,1-2 3 0,-5 3 4 0,4 0-4 0,-2-2-4 15,2-1 5-15,1-1 2 0,-1 0 1 0,-3 3 0 0,4 1 5 16,-1-3-2-16,-1 3-5 0,2 0 5 0,-1-2-6 15,1 0 6-15,-4 1 3 0,4 0 0 0,-1-1-8 16,0 1 5-16,-3 1-2 0,4-3-3 0,-3 3 6 16,-1-2 0-16,1 2-6 0,1 0 7 0,-2 0-5 15,2 0-3-15,-2-3-1 0,-1 3 5 0,4 0 0 16,-2 0-1-16,2 0 4 0,-1-1 0 0,2 1 3 0,-1-1-2 0,2-1-3 16,-1 2-1-16,-1 0 6 0,1-1-6 0,-1 1 2 15,2 0 0-15,-2 1 4 0,0-1-2 0,-1 0 18 16,2 0-18-16,0 2-1 0,-4-2-5 0,0 1 2 15,3 0-6-15,-1-1 9 0,-2 3-8 0,0-1 6 16,3-2 2-16,-1 3-7 0,-1-3 6 0,2 1-5 16,-1 1 6-16,-1-1 3 15,2 0-6-15,-1-2 2 0,0 1 1 0,1 1 0 16,0-1-4-16,1 2 4 0,-2-1-4 0,3-1 13 16,2 0-6-16,-3 0-5 0,0 1 1 0,0-1 4 15,3 3-13-15,1-2 13 0,0 3 1 0,0-2-5 16,-3-2 0-16,0 5-3 0,5-3 6 0,-2-2-5 15,2 4 0-15,-2 0 4 0,1 0 0 0,0-4-5 16,-1 4 6-16,2 0-3 0,-1 0-3 0,-1 1 0 0,1-4 3 16,-1 5 0-16,-4-3 5 0,5 1-17 0,0 0 18 15,-3 0-9-15,3 1 3 0,-1 0 4 0,2-2 2 0,1-1-1 16,0 3 2-16,-1-1-5 0,-1-1-2 0,4 0 6 16,-1 1-6-16,-4 1 7 0,1-1-9 0,1 1 2 15,-1-1 5-15,-1 2-2 0,-3-1-11 16,3 0 8-16,1-3 11 15,3 4-14-15,-3-1 10 0,2-1-11 0,1-2 7 16,1 2 1-16,-2-1 3 0,4 0-10 0,-3-1-1 16,3 1 4-16,-1 1 2 0,2-1-7 0,-3-1 4 15,3 1-2-15,-2 3 9 0,-2-2-6 0,3 0 13 16,1-1-10-16,-3 3-3 0,0 0 3 0,3-4-5 0,-2 5 6 16,0-2 2-16,3-2-15 0,-4 1 10 0,4 4 4 0,-4-3 1 15,4 0-4-15,-5 1-2 0,6-2 0 0,-4 2-7 16,-1 0 6-16,1 0 3 0,1-1 4 0,-1 2 4 15,1-1-2-15,-1 1-1 0,-1 1 6 0,2-4-7 16,0 3 2-16,-2 0-4 0,2 1 4 0,0-1 2 16,1-1-6-16,-2 4 5 0,2-4-8 0,1 3-3 15,1 1-1-15,-1-2 8 0,1 3-2 0,-2-3 0 0,2 2 3 0,0 1 3 32,-4 4 4-32,4-3-7 0,-1 3 3 0,0-4-4 15,1 2 4-15,2 3 1 0,-1-3 5 0,-1 4-2 16,-1-5 1-16,4 5-8 0,-3 0 5 0,0-4-11 15,-1 3 10-15,1-4-7 0,3 5 11 0,1-3-2 16,-4 1 1-16,4 2-5 0,-4-2 1 0,3-3-12 16,1 5 6-16,-3-1 7 0,2-4-9 0,1 4 9 15,-4 1-4-15,4-1-6 0,-2 1 9 0,-1 0-9 0,2-1 0 0,1 0 2 16,-2 1-6-16,0-4 11 0,0 2-1 0,2 2-4 16,-2-3-10-16,1 2 9 0,-1 0 4 15,0-2-2-15,2-1 2 0,-2 3-7 0,2-4 4 0,-2 0 4 16,2 1-12-16,0-1-1 0,0 2 9 0,2-2 9 15,0 0-5-15,0 1-5 0,1 1-3 0,-1-4-4 16,0 7 13-16,2-5-7 0,0 1-1 0,0 3 1 0,-1 1-1 16,0-3 4-16,0-2 8 0,-1 5-13 0,2-3 1 0,-4 3 3 15,1-1-1-15,2 2-4 0,-3-1 6 16,1-1 6-16,1-4-10 0,1 6 2 0,-3-6-8 16,0 1 9-16,4 4-2 0,-3-6-3 0,-1 5 2 15,4-3 6-15,-4-1-2 0,1-1-3 0,3 4 5 16,0-3-5-16,-1-1 2 15,-2 1 2-15,0 3 1 0,2-3-8 0,-2-1 4 16,4 1 7-16,-4-1-10 0,3 2 2 0,-1-4-1 16,1 3 0-16,-2 0 5 0,2 0-6 0,0-2 5 15,0 2-5-15,2 0-3 0,-2-2 5 0,1 2-2 16,1-1 2-16,0 2 6 0,1-1-10 0,0 4 5 16,0-2 4-16,0 1-8 0,1 0 1 0,-1 0 9 15,-1 2-6-15,2-3-1 0,-1 4-1 0,1-1-1 0,-1-2-3 0,-1 2 3 16,1 1 4-16,1-1 1 0,0-3 3 0,1 2-3 15,2-2-4-15,-3 2-2 0,4-4 4 0,-2-3 1 16,0 5-7-16,-1-6 2 0,5 5 5 0,-5-5 0 16,1 1-4-16,1 0 3 0,-2 0 0 0,-2-1 0 15,5 3 2-15,-3-4 1 0,-2 3-7 0,7-3-3 16,-2 4 8-16,-2-3-5 16,4-2 6-16,-1 5-4 0,6-5-5 15,-2 2 7-15,-1 0 1 0,5-1-6 0,-3 1 7 0,2-1-6 16,-1 2 8-16,7 0-7 0,-6-2 5 0,1-1-9 15,-1 1-6-15,2-2 0 0,-2 2 8 0,7 0 1 16,-9-1-4-16,5-1 3 0,-3 1-6 0,1-2 7 16,3 0 2-16,-3 0-6 0,-1-1 10 15,3 1-11-15,-1-3 8 0,-2 0 3 0,7 5-5 0,-6-1 0 0,0-5 3 16,1 1-9-16,-3 3 3 0,4-2-2 0,-4 3 0 16,-1-2 6-16,4 0-13 0,-4-2 5 0,1 3 2 15,1-3-6-15,0 0 4 0,0 2-1 0,-6-1 10 16,5 0-3-16,0-2-9 0,2 2 4 0,-2-1 4 15,0-1 6-15,-1 0-6 0,3 0-1 0,-2 1-6 16,0-1-6-16,1 1 0 0,1-1-2 0,-2 3-6 0,0-1-2 0,1 2-5 16,-1 2-3-16,2-5 2 0,-3 1-2 0,1 1 0 15,2 2 6-15,-2 0 2 0,0-2 7 0,0-1 0 16,0 3 0-16,2-3 3 0,-3 1 1 0,0 1 4 16,2-1 0-16,-2-1-2 0,1-2 9 0,0 3-13 15,-2-3 9-15,1 2 5 0,1 2-5 0,0-1 11 16,0 0-4-16,1-3-5 15,1 2 8-15,-2 0-3 0,2-1-5 16,-1 1 5-16,2 1 0 0,-1-3-4 0,8 2 3 0,-1 0 6 0,0 0-3 0,-6-1 3 16,-1 0-4-16,10-1-1 0,-3 3 2 15,3-3 3-15,-2 2-8 0,1-2 6 0,0 0 5 16,2 0-6 0,-5 3 2-16,4-3-3 0,2 2 2 0,-2-2-3 0,2 2 4 0,-2-1-3 15,-1 2-6-15,1-2-13 16,1-1-11-16,-2 0-10 0,1 0-4 0,0 3-26 0,1-3-74 0,1-2 32 0</inkml:trace>
  <inkml:trace contextRef="#ctx0" brushRef="#br0" timeOffset="126177.53">22284 15652 14 0,'30'-3'91'16,"1"1"-12"-16,-4-1-13 0,1 2 1 0,-5-2-8 0,5 0-9 0,-6 2-7 16,-2 1 12-16,3-3-18 0,-4 1-2 15,3 2-9-15,-3-2-5 0,3 2 9 0,0-2-6 16,-1 1-5-16,0 0-9 0,-1 1 7 0,3-2 4 16,4-1-12-16,-8 3 9 0,3-4-4 0,5 0 1 0,-8 1 4 15,0 2 4-15,3-4-1 0,-2 2-2 0,-2 1 3 16,0 2-5-1,2-2 2-15,-3 2-1 0,2-2-8 0,2-1 3 16,-1 3 4-16,-1-4 5 0,-1 1-3 0,3 2-1 16,-1-2 7-16,1 2 0 0,-1 1 9 0,4-3-7 15,-6-1 5-15,5 3-3 0,0-4-4 0,4 1-1 16,-5 1 5-16,5 1-5 0,-6-3 1 0,6 3-2 16,-4 0-3-16,4-3 5 0,0 0-4 0,-5 3-5 15,4-2 1-15,-4 2 3 0,-3 0-4 0,3 0-7 0,-3-1 6 0,0 0-4 16,3-1 0-16,-3 3 2 0,12-2-7 15,-12 1 0-15,8 0-3 0,-5 2 9 0,-2-1-9 16,-1-4 4-16,4 3-2 0,-6 0-4 0,2-1 4 0,0 3 0 16,0-2-1-16,-6 1 3 0,5-1 6 0,-1-2 8 15,-3 1 5-15,4 2-3 0,-1-1-5 0,3-3 3 16,0 0 3 0,2 0 2-16,5 2-6 0,-1-4-5 0,-4 3 4 15,5-1-1-15,-5 2-5 0,-4-2 3 0,3 1-8 16,0 0 3-16,0 0-1 0,-1 2-5 0,0-2 3 15,-2 0-2-15,1 0 1 0,-1 0 0 0,-1-1 4 16,1 0 0-16,-7 2-1 0,3 1 1 0,-1 0 4 16,1-1-2-16,-3 1 4 0,2-1-2 0,1 0-3 15,-1 1 3-15,1-1-2 0,-1-1 5 0,-3 2-2 0,0-1-6 0,3-1 5 16,1 1-4-16,-1-2 1 0,-1 1-3 0,5-2 1 16,-1 4 3-16,-1-4 0 0,-1 2-3 0,3-1 4 15,-3 1 0-15,-1-1 0 0,-2 0-1 0,8 0 0 16,-1-2-2-16,-3 3 2 0,3-2-3 0,-1 3 1 15,-3-2-2-15,0-2-1 0,4 5-3 0,-5-3 3 16,1 1-1-16,-1 1-1 0,-1-1 3 0,6-2 1 0,-4 1 0 0,6 0 6 16,-3 0 1-16,1-2 7 0,-1 2 4 15,-2-1 4-15,3 0 2 0,-6 2-5 0,5-1 5 16,-2-1-2-16,2 1 2 0,-1-1 1 0,0-1-4 16,-3 2 5-16,1 0-5 0,-1-1 0 0,4 0-6 15,-6 0 10-15,4 0-6 0,-3 1-12 0,3-4-3 16,1 2 3-16,0-1-4 15,-4 3 1-15,4-4-2 0,-4 3-4 0,2-3 4 16,-1 3-4-16,-2-2 1 0,3 3 0 0,-4-2-2 16,2-1-1-16,-2 0-2 0,-1 2-2 0,0-4 4 15,1 2-4-15,3-2 2 0,-4 1 0 0,1 0-5 16,2-1 8-16,-5 1-3 0,4-3-2 0,0 1 1 16,2 0-4-16,-3-1 4 0,0-1 3 0,2 1-4 15,-1-1-3-15,0-3 0 0,1 4 1 0,-3 2 5 0,0-4-5 0,3 0-5 16,-1 1 2-16,2-4 1 0,-3 2-1 0,-1 1 0 15,4 0 0-15,-4-1 2 0,-3 5-3 16,1 0 1-16,3-4-3 0,-4 2 5 0,-2 1 0 16,1 0-4-16,-1 1 3 0,0 1 0 0,0 0 2 0,1 1 0 15,-4-2-2-15,3 1 3 0,-2-1 5 0,0 1-9 16,-1 1 1 0,-1-4-3-16,1 5 4 0,-1-6-3 0,2 6-1 15,-1-3 2-15,0 1 1 0,0-2 6 0,-1 2-10 16,0-3 1-16,2 3 2 0,-2 0-1 0,-2-4 1 15,1 4-1-15,1-2-2 0,-1 1-5 0,1-1-1 0,-3 1 0 16,1-1-1-16,-1-2-7 0,1 5 2 0,-2-4-4 16,-1 0-3-16,0 0 2 0,0 0 2 15,-2 1-2-15,3 0 4 0,0 0-4 0,-2-1-1 0,1 1 1 0,1 2 5 16,0-1-3-16,2 1-3 0,-5-1-2 0,5 2 1 16,-6-2 1-16,3 3 3 0,0-3 1 0,-2 4-1 15,2-5 5-15,-1 2 1 0,-2-1 0 0,2 2 2 16,-2-3 3-16,-1 2-1 0,2 0-1 0,-2-1 0 15,2 2 2-15,-5-4 0 0,3 2 1 0,0 0 0 16,-1 1 2-16,1 2 0 0,-1-3 1 0,0 3 0 0,3-3 1 16,-2 3 2-16,-2-1-3 0,1-1 2 0,1 0-1 15,-2-2 0-15,-2 2 0 0,5 1 1 0,-6 0 3 16,8-1 2-16,-6 0 0 0,2 0-6 0,1 1 2 16,0 1 0-16,0-4-1 0,-1 4 2 0,0-3-1 15,2 1 1-15,-4-3-1 0,4 3-2 0,-1 2 8 16,0 0-2-16,0-3-3 15,0 4-4-15,3-2 4 0,-3 0 1 0,0 0-2 16,0 1 3-16,-1 0 2 0,2 0-4 0,-1 1-1 16,-4-1 2-16,7 0-1 0,-2 2-1 0,-1 1 1 15,-1-1-1-15,4 2 1 0,-1-2-2 0,-2 1 7 16,0 1-5-16,4-1 2 0,-3 0-4 0,1 2 0 16,-1-2 1-16,2 1-1 0,1 2 3 0,-2-3 0 15,1 0-3-15,0 1 4 0,-1-1-1 0,7 4-1 0,-11-3-2 16,7 0 3-16,4 3 2 0,-13-3-6 0,8 2 5 0,-3-2-2 15,8 3 3-15,-12-4-5 0,5 2 3 0,1 1 1 16,-2-2-2-16,-1 1 1 0,1 0 0 16,2-1 0-16,-2 2-1 0,8 1 1 0,-17-4 0 15,11 3 0-15,-3-2 1 0,1 3-4 0,1-3 1 16,1 1 2-16,6 2 1 16,-11-4-1-16,4 1 5 0,0 1-5 0,7 2-2 15,-12-1 3-15,12 1-1 0,-10-2 1 0,4-1-2 16,6 3 1-16,-10-2 6 0,5-1-7 0,5 3 2 15,-14-2-4-15,10 0 4 0,4 2-2 0,-10-3 1 16,10 3-3-16,-10-3 1 0,10 3 2 0,-9-5 0 16,2 5 0-16,7 0 7 0,-10-6-9 0,4 6-1 15,-1-3 1-15,7 3 0 0,-14-4-2 0,2 0 5 0,1 3 3 0,0-2-6 16,-1 0 4-16,-7-2-2 0,0-1 2 0,-1 3 0 16,-9-2-1-16,-1-2-1 0,-5 2 3 15,-2 1-5-15,-13-4 1 0,-1 4-12 0,-5-1-21 16,-2 0-35-16,1 2-43 0,5-1-81 0,2-2-171 15,14 2-394-15,4-1 175 0</inkml:trace>
  <inkml:trace contextRef="#ctx0" brushRef="#br0" timeOffset="129089.24">19820 15781 95 0,'0'0'97'0,"0"0"-6"0,0 0-6 0,0 0-11 0,0 0-6 31,0 0-7-31,0 0-13 0,0 0 1 0,0 0-3 0,0 0-7 0,0 0-1 0,0 0-3 0,9 3-13 16,-5 0 5-16,2-2 7 15,0-1-7-15,5 0-4 0,0 2 3 0,3-2-3 16,5 1-7-16,-1 1 4 0,1-2-4 0,2 1 13 16,1-1-18-16,6 1-14 0,0 1 6 0,1 1 1 15,-2 1 6-15,2-3-4 0,1-1-4 0,-7 1 10 16,6-1-3-16,3 3 3 0,0-3-12 0,-1-3 6 16,-1 3-5-16,5-1-1 0,-3-2 2 0,2 3 0 15,-2-3-2-15,2 3 4 0,0-1-6 0,-2-2 2 0,0 3 6 16,0-2 5-16,-1 2-3 0,-2 0-2 0,-2 0-2 15,-5-2-2-15,-1 4 0 0,-1-2-2 0,0-2 0 0,-4 4 9 16,4-2-2-16,-2 0-3 0,-7 0-4 0,3 0 6 16,0 0 2-16,1 0 2 0,-3 0 5 0,1 0 7 15,1-2-10-15,-1 4 4 0,1-4 2 16,-1 2 14-16,0 0-20 16,0 0 0-16,1-1 0 0,-1-1 5 0,1 2-6 15,-1-1-8-15,0 1 12 0,2 0 0 0,-1 0-8 16,5-3 1-16,-2 2-5 0,0 0 5 0,4 1-4 15,-5 0-2-15,1 0 9 0,1-1-7 0,0 0-2 16,-5-1 4-16,1 2 0 0,2-1 1 0,-3 1 7 16,4-1-8-16,-3 0 0 0,3 1 4 0,-5 0-5 15,1 0 0-15,1 0-5 0,-3-2-2 0,0 2 10 0,-1 0-1 0,-1 0 4 16,0 2 2-16,4-2-5 0,-7 0 3 0,6 0 2 16,-1 0 2-16,0 0-1 0,0 0-4 0,1 0-3 15,0-2 5-15,0 2-3 0,-1-1-5 0,1-1 7 16,-1 0-8-16,1 1 5 0,-2-1 1 0,2 2-1 15,-5-1-3-15,4 1 4 0,1-1-4 0,-3 0 5 16,4 1-8-16,-7-3 1 16,2 3 1-16,2 0 0 0,2 0 3 0,-2-1-3 15,-1 1 0-15,1 0-6 0,2 0 3 0,-2 0-3 16,1 0 8-16,0 0-4 0,-1 0 1 0,0 0 3 16,-4 0-2-16,2 0-2 0,1 0 2 15,-1 0-3-15,-8 0-3 0,13 0 13 0,-8-2-17 16,2 2 6-16,-7 0-3 0,13 0 5 0,-8-1-3 0,-5 1 2 15,14 0 3-15,-6 0-4 0,-3-1 0 0,-5 1-1 0,15 0 2 16,-8 1-2-16,2-3 2 0,-3 2-3 0,3 1 2 16,-1-1-2-16,-2 0 6 0,2 1-5 0,1-1-7 15,-2 0 7-15,0 0 0 0,1 1 1 0,-1-1-4 16,3 2 0-16,-3-2 6 0,-7 0 1 0,12 0-5 16,-4-2 7-16,0 2-8 0,-2-1 6 0,-6 1 2 15,14-1-1-15,-7 1-2 0,0-1-2 0,1-1 3 0,-2 2-1 0,-6 0-1 16,14 0-4-16,-6 0 5 0,-2-1 7 0,-6 1-12 15,12 0 0-15,-7 0 0 0,-5 0 0 0,13 0 4 16,-8 0 4-16,-5 0-5 0,8 0-3 16,-8 0 3-16,6 0 0 0,-6 0-2 0,11-1 1 0,-5 1 2 15,-6 0-2-15,10 0 2 0,-10 0-4 0,9-2 5 16,-2 2-3 0,-3-1 4-16,-4 1 0 0,11 0-4 0,-8 1 3 15,-3-1-7-15,8-1 15 0,-8 1-16 0,10 0 3 16,-10 0-1-16,0 0 2 0,11 0-1 0,-11 0 5 15,7 0-7-15,-7 0 2 0,0 0 5 0,10 0-4 16,-10 0 4-16,0 0-5 0,7 1 2 0,-7-1 1 16,6 2 0-16,-6-2-2 0,0 0 3 0,12-2 1 15,-12 2 1-15,7 0 2 0,-3-1-10 0,-4 1 6 0,0 0-2 0,8 0-1 16,-8 0 2-16,0 0 2 0,6-1 4 0,-6 1-6 16,0 0 0-16,0 0 3 0,9-1-3 0,-9 1 2 15,5-1-4-15,-5 1 1 0,0 0 0 0,0 0-2 16,0 0 0-16,8 1 1 0,-8-1 5 0,0 0-3 15,0 0 4-15,0 0 0 0,0 0-2 0,8-1 3 16,-8 1-5 0,0 0-1-16,0 0-1 0,7 0-1 0,-7 0 3 15,0 0-3-15,9-2 5 0,-9 2 0 0,7 0-2 16,-7 0 0-16,9 0 2 0,-4-3-4 0,-5 3 2 16,6 0-1-16,-6 0 3 0,6 0 1 0,-6 0-5 0,8-1 1 15,-8 1 3-15,7-1-5 0,-7 1 8 16,0 0 0-16,10 0-7 0,-10 0-4 0,6-2 5 15,-6 2-3-15,0 0 4 0,7-1-1 0,-7 1-1 0,0 0 5 0,7-1-3 16,-7 1 0-16,0 0-7 0,8 0 12 0,-8 0-6 16,5-1-2-16,-5 1 5 0,0 0 2 0,8-2-2 15,-8 2-1-15,0 0 1 0,9 0-7 0,-9 0 7 16,10-2-5-16,-10 2 3 0,7 0-2 0,-3-1 2 16,-4 1-2-16,9-1 2 0,-4 0 5 0,-5 1 0 15,9 0-4-15,-9 0-3 0,8-2 1 0,-8 2-2 0,0 0 5 16,9 0-4-16,-9 0 0 0,0 0-4 0,6 0 1 15,-6 0 6-15,0 0-3 0,0 0 5 0,5-1-3 0,-5 1 0 32,0 0-1-32,0 0-1 0,0 0 4 0,0 0-2 15,0 0 0-15,8 0 1 0,-8 0-1 0,0 0 0 16,4-2-6-16,-4 2 8 0,0 0-5 0,0 0 6 16,5-2-2-16,-5 2-1 0,6-2-5 0,-6 2 8 0,7 0-1 15,-7 0 1-15,0 0-6 0,6-3 4 0,-2 0-2 16,-4 3-2-16,6-1 0 0,-6 1 3 0,7-1 0 15,-3-2 2-15,-4 3 1 0,6-1-6 0,-6 1 4 16,8-3-2-16,-8 3-2 0,6-2 1 0,-3 2 2 16,-3 0 0-16,8-3-3 0,-8 3 3 0,9-1-2 15,-3-1 5-15,-1 1 2 0,-5 1-5 0,10-3-4 0,-6 3 2 0,0-2 5 16,-4 2 0-16,5-3 2 0,-5 3-3 0,7-2 13 16,-2 1-5-16,-5 1 3 0,7-1 3 0,-3 0-2 15,-4 1 4-15,6-2-6 0,-3-1-8 0,-3 3 5 16,6-4-2-16,-1 4 0 0,-5 0-2 0,5-3 10 15,-5 3-12-15,9-1-3 0,-5-1 2 0,-4 2 1 16,7-1 3-16,-4 1-4 16,-3 0 5-16,9-1-7 0,-9 1 4 15,8-2-4-15,-4 1 4 0,-4 1-1 0,6-4 0 0,-6 4 0 16,8-2-2-16,-6 0 3 0,-2 2-4 0,7-1 5 16,-7 1-4-16,6-1-2 0,-6 1 2 0,5-1-2 15,-5 1-3-15,9-2 3 0,-5 1 4 0,-4 1-3 16,0 0-2-16,5-1 6 0,-5 1-3 15,7-1 2-15,-7 1-6 0,6 0 2 0,-6 0 1 0,7-2 4 0,-7 2-7 0,6-2 3 16,-6 2-2-16,0 0-3 0,7 0-1 16,-7 0 11-16,5-1 0 15,-5 1-5-15,0 0 5 0,10 0-10 0,-10 0 1 16,6-1 3-16,-6 1 0 0,6-2 3 0,-6 2 0 16,0 0 2-16,10 0-1 0,-10 0-4 0,0 0 0 15,7 0 5-15,-7 0-2 0,7-2 0 16,-7 2-4-16,7 0 10 0,-7 0-9 0,6-1-1 0,-6 1 1 15,7 0 2-15,-7 0-1 0,0 0 6 0,8-1-6 16,-8 1-1-16,6-1 2 0,-6 1-3 0,0 0 7 16,6-2-8-16,-6 2 1 0,0 0-2 0,0 0 8 15,5-2-7-15,-5 2 2 0,5 0 4 0,-5 0-12 16,9-2 11-16,-9 2-5 0,9 0 7 0,-5-1-6 16,-4 1 5-16,9 0-14 0,-9 0-1 0,10 0-2 0,-5-2 4 0,-5 2 1 15,8 0-6-15,-3 0 3 0,-5 0 2 0,9-2 6 16,-9 2-3-16,9-2 3 0,-9 2 0 15,8-1 3-15,-8 1-8 0,7-1 8 0,0 1-2 16,-7 0 2-16,9-2-22 16,-9 2-5-16,9-1-24 0,-6-1-27 0,3 1-42 15,-1-3-147-15,2-2-290 0,-2 3 129 0</inkml:trace>
  <inkml:trace contextRef="#ctx0" brushRef="#br0" timeOffset="142207.51">19449 5999 68 0,'0'0'191'0,"0"-2"-3"0,0 2-14 0,0 0-11 16,-5-2-14-16,5 2-13 0,0 0-10 0,0 0-9 16,0 0-13-16,0 0-6 0,0 0-4 0,0 0-8 0,0 0-9 15,0 0-10-15,-5-3-3 0,5 3-7 0,0 0-8 16,0 0-5-16,0 0-2 0,0 0-6 0,0 0 0 16,0 0-8-16,0 0-3 0,0 0-2 0,0 0-4 0,0 0 0 0,0 0-1 15,0 0-5-15,0 0 15 0,0 0-14 16,0 0-2-16,0 0 2 0,0 0-1 0,0 0-1 15,0 0-2-15,0 0 1 0,0 0 2 0,0 0 1 16,0 0-6-16,0 0-1 0,0 0 1 0,23-1-3 0,-4-2 4 16,9-2-4-16,4 3-5 0,0 1-3 15,1-1 3-15,1-1-2 16,0-2 2-16,-2 4 4 0,0-4 1 0,0 5-3 16,-4-3 0-16,-6 2-1 0,-2-1 2 0,-3 2-1 15,-2 0 1-15,-6 0-3 0,-2 0 0 0,0-2 6 0,0 2-5 16,-1-1-2-16,-6 1 1 0,6-2-3 0,-6 2-5 15,0 0-1-15,0 0-11 0,0 0-5 16,0 0-15-16,0 0-16 0,0 0-17 0,0 0-29 16,-20 3-31-16,20-3-58 0,-17-5-119 0,10 3-336 0,0-1 150 0</inkml:trace>
  <inkml:trace contextRef="#ctx0" brushRef="#br0" timeOffset="142539.09">19863 5745 53 0,'0'0'228'15,"0"0"-20"-15,-3-4-19 0,3 4-13 0,0 0-23 16,-2-3-17-16,2 3-13 0,0 0-17 0,0 0-9 16,14 8-1-16,-5-4-10 0,4 4-11 0,1 1-3 15,2 3-6 1,5 5-7-16,-2-5-5 0,1 5-6 0,-4-2-6 0,3 2-1 15,-5-3-4-15,-3 1-3 0,0-1-6 0,-2 1-3 16,-4-1-5-16,0 0 1 0,-7-4-9 0,-1 3 0 16,-1-1-3-16,-3-2 4 0,-7 0-4 0,-1 1-3 15,0 0 2-15,-3-2 1 0,-1-2-2 0,0-1 1 16,2 0-3-16,-2-1 6 0,8-4-7 0,0 3-1 16,1-2 2-16,1 0-3 0,3 0-7 0,1-1-20 0,0 1-22 15,5-2-49-15,0 0-54 0,0 0-196 0,16-9-375 16,2 4 167-16</inkml:trace>
  <inkml:trace contextRef="#ctx0" brushRef="#br0" timeOffset="142824.87">21026 5736 59 0,'5'-4'276'0,"-5"0"-9"0,4 0-14 16,-4 1-16-16,0 3-21 0,4-4-16 0,-4 4-21 0,1-2-26 15,-1 2-23-15,0 0-14 0,0 0-1 0,0 0-22 16,-9 14-10-16,4-5-8 0,-5 0-8 0,-3 6-6 16,-1 0-4-16,1 0-7 0,-1 1-5 0,-4 4-4 15,3-5-4-15,-2 3-2 0,6-3-6 0,-3 0-13 0,1 2-4 0,-1-5-14 31,4 0-12-31,1 0-16 0,0-3-19 0,0-1-17 0,1 0-16 0,1-2-20 0,0-3-7 0,2 1-47 32,1-3-226-32,-1-1-415 0,5 0 184 0</inkml:trace>
  <inkml:trace contextRef="#ctx0" brushRef="#br0" timeOffset="143040.81">20787 5804 186 0,'4'-8'241'15,"-4"4"10"-15,1-4-12 16,3 3-2-16,-4 2-13 0,2-2-15 0,0 1-18 15,-2 4-21-15,0-5-18 0,0 5-15 0,4-3-18 16,-4 3-14-16,0 0-14 0,0 0-6 0,15 6-11 16,-10 0-5-16,6 0-3 0,-1 3-9 0,4 2 9 15,0 5-14-15,-1-4-6 0,2 3-4 0,-1-1-3 16,0 1-2-16,0 0-2 0,2 4-3 0,-4-5-6 16,-1 0-23-16,-4-2-18 0,3-4-22 0,-2 2-16 0,-4 0-28 15,1-1-14-15,-4-3-26 0,4 1-16 0,-2-2-29 0,-2 0-91 16,-1-5-130-16,0 0-418 0,0 0 184 0</inkml:trace>
  <inkml:trace contextRef="#ctx0" brushRef="#br0" timeOffset="143472.09">20638 5941 45 0,'-7'0'236'0,"0"-2"-11"0,7 2-11 16,-9 2-18-16,9-2-10 0,-7-2-10 0,7 2-15 16,0 0-12-16,0 0-17 0,0 0-13 0,-9 0-10 15,9 0-11-15,0 0-12 0,0 0-4 0,0 0-9 16,0 0-8-16,0 0-7 0,0 0-2 0,0 0 3 15,0 0-5 1,-6-1 2-16,6 1 1 0,0 0 4 0,0 0 2 0,0 0 5 16,0 0-4-16,0 0 3 0,0 0 12 0,0 0-20 15,0 0-6-15,14-6-5 0,-2 3-6 0,4 1-7 16,12-4-4-16,4 2 8 0,-1 0-10 16,3-1-3-16,2 0-4 0,0 1-1 0,3-2-6 0,-1 1-3 15,-3 0 4-15,3 1 3 0,-4 0-5 0,-6 0 8 16,0 3-10-16,-9 0-2 0,-6-1-2 0,0 0 0 0,-3 2 3 15,-3-1 3-15,-2-1 4 0,2 2-10 0,-2-1-1 16,-5 1-1-16,8-2-7 0,-8 2-6 0,7 0-26 0,-7 0-32 16,0 0-32-16,0 0-44 0,8 0-41 15,-8 0-66-15,0 0-240 0,0 0-528 0,0-7 234 16</inkml:trace>
  <inkml:trace contextRef="#ctx0" brushRef="#br0" timeOffset="144795.44">20928 5542 104 0,'-1'-1'169'0,"-2"-3"-8"0,3 4-17 16,-4-5-9-16,0 1-21 0,0 4-9 0,-1-3-7 16,-3 1-11-16,0 0-11 0,-4 1-4 0,-2 0-6 0,0 1-9 0,-5 1-6 15,1 2-3-15,-4-1-7 0,2 4 2 0,-2 0-7 16,-5 2-1-16,0 1-5 0,1 6 0 0,1-1-3 15,1 3 1-15,1 4-6 0,-3 0 3 0,2 1-8 16,1 2 3-16,2 3-2 0,1-1-7 0,1 0 1 16,5 3-5-16,-2 0 8 0,3 0-5 0,4-1-1 15,1 0 1 1,3 1-1-16,5-4-2 0,0 3 1 0,4-3 8 0,4-1 10 16,3 2-1-16,1-1 9 0,4-4 11 0,5 2 17 15,4-2 7-15,7-3 10 0,1 0 2 16,17 2 4-16,1-6 1 0,3-4 1 0,1-1 6 15,1-4 7-15,4-3 1 0,-6-6 9 0,-1 1 0 0,1-9 4 16,-4 0 1-16,-14 0-3 0,10-7 2 0,-10 2-2 16,-3-5-11-16,4-7 1 0,-9 2-1 0,-5 1-19 0,-1-3-8 15,-6-1-2-15,-4-3-13 0,-6 1-18 0,-6-2-11 0,-4-12-8 16,-6 13-13-16,-7 1-4 0,-11-10-16 16,-9 4-22-16,-6 5-17 0,-9 8-26 0,-10-1-25 15,-25 4-28-15,-10 7-35 0,4 10-40 0,2 1-83 16,26 4-276-16,2 0-610 0,-2 0 271 0</inkml:trace>
  <inkml:trace contextRef="#ctx0" brushRef="#br0" timeOffset="-170102.72">3795 16543 60 0,'0'0'90'0,"0"0"-18"0,0 0-16 0,0 0-24 15,0 0-23-15,-5-5-28 0,5 5-31 0,0 0-55 0,0 0 25 16</inkml:trace>
  <inkml:trace contextRef="#ctx0" brushRef="#br0" timeOffset="-168182.6">4100 16397 2 0,'0'0'136'0,"-19"0"-47"0,19 0 24 16,-13 0-6-16,4-2 5 0,9 2-13 0,-14 0-9 15,14 0-11-15,-11-1-1 0,5-1-6 0,6 2-10 16,0 0-3-16,-11 0-17 0,11 0 4 0,0 0-5 0,0 0-1 15,0 0-4-15,-10 0-7 0,10 0-3 16,0 0-2-16,0 0 2 0,0 0-21 0,0 0 15 16,0 0 6-16,-9-2-3 0,9 2 4 0,0 0-2 15,0 0 4-15,0 0-4 0,0 0-5 0,0 0 11 16,0 0-9-16,0 0 3 16,0 0-2-16,0 0-13 0,0 0 17 0,0 0-13 15,0 0 5-15,0 0-6 0,0 0-1 0,0 0 5 16,0 0 0-16,0 0 1 0,0 0-5 15,0 0 3-15,0 0 2 0,0 0 2 0,0 0 0 0,0 0-4 16,0 0-1-16,0 0 4 0,0 0-7 0,0 0 2 16,0 0-3-16,0 0 0 0,0 0 0 0,0 0-2 15,0 0 3-15,0 0-10 0,0 0 4 0,0 0-3 0,0 0 3 16,0 0-1-16,0 0-3 0,0 0 4 0,0 0-9 16,0 0 5-16,0 0 2 0,0 0 2 0,0 0 2 15,30-2 0-15,-9 1-8 0,7-4 7 0,4 2-1 16,8-1-3-16,10-5 4 0,6 1-2 0,0 1-2 15,4 2 3-15,-1 0-1 0,-4-4-3 0,1 4 6 0,-19-1-3 16,1 2 3-16,-4-1 1 0,-2 0 4 0,-3 0 1 0,-4 1 0 16,-7 1 2-16,-2-1-3 0,-6 3 5 0,0-1 3 15,-4 0-7-15,1 2-4 0,-7 0 0 0,10-3-2 16,-10 3-5-16,0 0 5 0,0 0-4 0,0 0 1 16,0 0-1-16,0 0-4 0,-17 15-12 0,10-13-9 15,-6 3-11-15,3 1-14 0,-2-2-19 16,1 2-13-16,-5 2-22 15,2 0-18-15,0-1-14 0,-1 2-27 0,-2-3-110 16,2 2-292-16,0-2 129 0</inkml:trace>
  <inkml:trace contextRef="#ctx0" brushRef="#br0" timeOffset="-167790.88">4436 16420 65 0,'-2'-5'222'0,"3"1"-9"0,-1 4 2 0,0-5-13 15,0 5-11-15,1-5-15 0,-1 5-9 0,0-6-13 16,0 6-14-16,0 0-14 0,0 0-15 16,1-3-15-16,-1 3-14 0,0 0-11 0,0 0-8 15,0 0-11-15,-3 12-4 0,0-2-6 0,-2 7-7 0,-3 1-1 16,-2 7-8 0,2 4-3-16,-2-2 0 0,0 2-3 0,1 0-1 15,3 0-3-15,-7-1-2 0,8-3-2 0,-3 2-4 0,4-6-1 0,0-3 1 0,3-1 0 16,-4-1-6-16,4-2 4 0,-2-3-1 0,3-1 1 15,-1-3 0-15,1-2-2 0,0 1 7 16,0-1 13-16,0 1 16 0,0-4 15 0,0-2 23 16,0 5 9-16,0-5 19 0,0 4 4 15,0-4-5-15,0 0 1 0,0 0-13 0,0 0-8 16,4 2-10-16,-4-2-6 0,0 0-7 0,0 0-3 0,0 0-12 16,0 0-3-16,11-6 3 0,-11 6-8 0,4-3-9 15,-4 3-18-15,0 0-20 0,8 0-23 16,-8 0-23-16,5-2-16 0,1 0-25 0,-6 2-17 15,8 0-24-15,-3-1-22 0,-5 1-20 0,13 1-27 16,-2-2-39-16,0 1-225 16,-5-2-508-16,8 2 226 0</inkml:trace>
  <inkml:trace contextRef="#ctx0" brushRef="#br0" timeOffset="-167379.94">5012 16690 174 0,'0'-3'268'15,"0"-1"-17"-15,-1-1-23 0,1 5-22 0,-2-8-25 16,-1 4-16-16,-2 0-19 0,0 3-15 0,-4-2-16 16,0 3-10-16,1 3-14 0,-7-2-8 0,2 3-11 15,-5 3-7-15,4 0-9 0,-4 3-4 0,3 1-8 0,-2 2-4 0,3 0-7 16,-1 1 0-16,3 2-1 0,-1-1-5 0,1 0-3 15,4 1-5-15,2-4 2 0,1 2-8 0,1-5 4 16,0-2-3-16,4 0 2 0,-1-2 0 0,1 0 6 16,1-1-1-16,2-1 12 0,-3-3 8 0,15 2 2 15,-15-2 0-15,22-5 6 0,-8 2-1 0,-3-3 20 16,6 0-14 0,-2-3 2-16,2 0-6 0,0 0 2 0,-1 0 0 15,-3 0 7-15,-2 2-12 0,1-1 2 0,-2 4 1 16,-4 0-6-16,5-2 8 0,-6 2-11 0,3 1-5 15,-2 2-7-15,-2-2-1 0,-2 2-9 0,5-2-6 16,-7 3-4-16,9 0-4 0,-4 0-8 0,1 3-5 16,2-1-4-16,-1 3-23 0,2-3-13 0,4 5-23 0,-3-2-24 0,7 0-28 15,-6-1-25-15,3 1-29 0,-1 0-24 0,5 1-31 16,-5-6-218-16,0 1-487 0,-2-2 215 0</inkml:trace>
  <inkml:trace contextRef="#ctx0" brushRef="#br0" timeOffset="-166510.12">5351 16526 171 0,'1'-10'231'0,"2"-2"-8"16,1 2-9-16,-2 2-20 0,2 1-10 0,-4 1-18 16,1 2-16-16,2 0-18 0,-3 1-16 0,0-2-17 15,0 5-9-15,2-4-15 0,-2 4-7 0,0 0-8 16,4 12-10-16,-1-7-5 0,-3 7-1 0,-4 1-8 15,4 5-1-15,-5 6-8 0,-3 3 3 0,-2-2-6 0,1 3 1 16,-1 0-6-16,-2 0 1 0,5-2-4 0,-1-2-2 0,-1-2-1 16,3-2-3-16,3-4 2 0,-2-6-3 0,1 2-1 15,-1-2 0-15,1-1 0 0,1-3 0 16,1 0 2-16,1-3 4 0,0 2 38 0,1-1 35 16,-3-1 32-16,3-3 31 15,0 0 31-15,0 5 9 0,0-5-13 0,0 0-16 0,0 0-18 0,10-14-13 0,-3 7-14 0,0-3-17 16,6-2-6-16,2 0-7 0,0-1-13 0,1-3-8 15,3-2-5-15,3 2-9 0,-7 3-5 0,7-4-5 16,-4 6-2-16,-2-1-5 0,0 2-13 0,2-1 3 16,-7 4-1-16,1 0-1 0,-5 0-4 0,1 3 4 15,-1 0-10-15,-1 0-2 0,-1-1-1 0,-1 4-4 16,1-2-16 0,-5 3-16-16,6-1-14 0,-6 1-21 0,0 0-2 15,0 0 10-15,0 0 3 0,-1 10 6 0,-5-5 5 16,-1 5 2-16,-2-1 9 0,-2 1-2 0,-3 4 16 0,0-4-12 15,-3 2 3-15,2 2 1 0,-3-4 5 0,5 1 1 16,4-2 2-16,-1-1-1 0,1-1 1 0,4-3 8 16,0 1-1-16,-2-3-4 0,2 2 4 0,4-3 2 15,-3 2 3-15,3 1 6 0,1-4-5 0,-4 3 4 0,4-3 0 16,-4 3-3-16,4-3 7 0,0 0-4 0,0 0-2 16,-1 3-4-16,1-3 3 0,0 0 0 0,9 5 1 15,-4-2 2-15,5 0-4 0,-1 1 13 0,3-3-15 16,2 4 3-16,2 0 5 0,1 1-8 0,5-1-17 15,-2 0 2-15,7 0-37 0,2-2-17 0,-2-1-15 16,1 5-19 0,3-7-22-16,-9 3-18 0,0-3-17 0,-3 0 2 15,7-1 1-15,1-1 1 0,-4 2 11 0,-5-4 11 16,1-1 11-16,-1-1 20 0,0 0 13 0,-5-2 23 16,0 3 41-16,-4-4 33 0,-2 3 40 0,-4 0 26 0,3-1 21 0,-2 3 13 15,0-5 18-15,-2 5 4 0,0-4 6 0,2 4 13 16,-3-2-9-16,1 2 3 0,-2 4-3 15,2-8-11-15,-1 4-12 0,-1 1-3 0,0 3-18 0,3-5-7 16,-3 5-18-16,0 0 0 0,0 0-12 0,3-4-13 16,-3 4 0-16,0 0-15 0,0 0-4 0,0 0-5 15,0 0-14-15,0 0 16 0,0 0-8 0,0 0-6 16,3 14 2-16,-5-9 1 0,4 2 4 16,-4 0-6-16,1 3-2 0,1-3 6 0,1 5 2 15,-1-7-8-15,-1 5 2 0,1-5-14 0,-2 5-18 0,1-4 0 0,1 0 0 16,0-1-3-16,0-1-4 0,0-4-5 0,-2 9-3 15,2-9 4-15,0 5 7 0,0-5 4 0,0 0 0 16,-1 5 4-16,1-5-7 0,0 0-19 0,0 0-46 16,0 0-38-16,0 0-32 0,-12-11-28 0,11 3-51 15,-3-1-75-15,-2-1-170 0,0-2-529 0,0 4 233 16</inkml:trace>
  <inkml:trace contextRef="#ctx0" brushRef="#br0" timeOffset="-166362.75">5853 16569 190 0,'0'-5'279'0,"0"-2"-9"16,0 7-13-16,3-8-15 0,-3 2-20 0,1 1-24 0,-1 5-22 15,3-5-15-15,-2 1-19 0,2 3-13 0,-1-2-32 0,-2 3-30 16,9-2-37-16,-9 2-39 0,0 0-50 0,14 7-39 16,-6-4-54-16,1 2-205 0,-4-1-387 0,1 1 171 15</inkml:trace>
  <inkml:trace contextRef="#ctx0" brushRef="#br0" timeOffset="-165792.86">6069 16678 87 0,'0'0'257'0,"0"0"-13"15,0 0-13-15,0 0-20 0,0 0-25 0,0 0-18 16,0 0-15-16,8-1-18 0,-3 2-14 0,-5-1-17 15,8 4-4-15,-3-3-15 0,0 3-5 0,5-1-10 0,-1 0-6 16,1 3-7-16,-1-4-6 0,-1 1-5 0,5 2-5 16,-3-3-1-16,4 1-2 0,-4-1-8 0,0 1-3 15,1-3-3-15,0 2-1 0,-4-2 1 0,0 0-4 0,2 0-2 16,-4 0-1-16,3-2 2 0,-3-1 13 0,1 1 8 16,1-1 11-16,-5 1 2 0,2-1 8 0,0 1 0 15,1 0-5 1,-1 1 3-16,-4 1-11 0,5-2 0 0,-1-1-8 15,-4 3-10-15,0 0-2 0,0 0 3 0,8-1-9 16,-8 1-7-16,0 0-4 0,6 4-5 0,-3-2-2 16,-3-2-1-16,6 8 1 0,-2-1-2 0,-1 0-2 15,1 3 1-15,-1 2 0 0,2 1-2 0,-1 6-1 16,-1-1 5-16,-2 3 7 0,-1 3-10 0,0 5 2 16,-4 0 2-16,0 0-7 0,-2-5 6 0,0 3 0 0,-4-3-4 0,1-2 3 15,-1-6-3-15,-1 0 5 0,2-3-4 0,-4-1 1 16,-4-3 2-16,7-3 6 0,1 2 15 0,-1-6 36 15,4 3 44-15,-1-5 10 0,7 0 7 0,-9-5-1 16,8 2-7-16,1-6-14 0,5-4-7 16,5-3-7-16,8-6-11 0,5-5-8 0,17-9-11 0,1 0-2 15,0 4-6-15,4-3-8 0,-5 2 1 0,6 0-3 0,1-1-4 16,-2 2-6-16,-13 11 1 0,0 2-8 0,-4 1-1 16,0 3-7-16,-6-1 6 0,-5 9-9 0,-6 2 7 15,1-2-1-15,-6 3-6 0,-1 0-2 0,2 2 3 16,-4-1-27-16,4 1-37 0,-7 2-42 0,0 0-8 15,0 0-3-15,0 0-22 0,0 0-20 0,-16 14-50 16,5-6-46 0,-1-2-58-16,0 0-311 0,3 1-663 0,-4 0 294 15</inkml:trace>
  <inkml:trace contextRef="#ctx0" brushRef="#br0" timeOffset="-164490.72">8046 16445 117 0,'0'0'174'0,"4"-7"-17"0,-3 2-10 16,2 1-21-16,1 2-7 0,2-1-13 0,-1 1-13 15,5 0-7-15,4 1-7 0,-1 2-14 0,6 1-4 0,-1 2-7 16,9 3-2-16,-7 1-5 0,-2 1-7 0,8 6-7 16,-8-3 4-1,1 7-9-15,-5-3 1 0,-2 1-7 0,-1 0-5 16,0 7 5-16,-3-1-5 0,-6-4 0 0,-1 1-3 0,-4-1-1 15,-3 0-2-15,1-1 5 0,-11 5 3 0,5-8-3 16,-7 4 15-16,3-6 1 0,2 1 9 0,-4-3 10 16,3-3 2-16,-2 4 5 0,5-7 4 0,-1 2 11 15,3-4 10-15,0 2 20 0,1-3 24 0,2 1 26 16,6-3 13-16,-9-1 0 0,9 1-19 0,-4-7-11 16,4 7-15-16,5-12-14 0,1 2-14 15,8-5-9-15,0 1-7 0,2-3-15 0,4-2 3 0,7 0-10 16,-1-2-4-16,-2 2-9 0,0 0 2 0,-1 1-1 15,0-2-13-15,-6 5-2 0,3-1 14 0,-2 4-20 0,-4-1-2 16,3 6-3-16,-6-4-3 0,1 5-1 0,-6 1-1 16,-2-1-3-16,1 3-1 0,-1 0-2 0,-4 3-1 15,9-4-2-15,-9 4-22 0,4-4-14 0,-4 4 4 16,0 0 1-16,0 0 5 0,-8 16 2 0,-1-7 0 16,0 1 1-1,0 2 2-15,-2 2 10 0,3 2-7 0,-4-2 0 16,6 3 3-16,-2-1 4 0,2-2-3 0,2-2-1 0,2 0 6 15,-1 1-2-15,6-3 5 0,-1 2-1 0,2-3 1 16,1-1 6-16,3-1 1 0,6-1 0 0,0 0-3 16,5-1 3-16,3 0 3 0,-2-2-2 0,2-3 3 15,0 2-6-15,0-1 1 0,-1-1-29 0,0-1-32 16,-2-1-12-16,0 1-53 0,-9 0-58 0,4 1-62 16,-6-1-326-16,-3-1-617 0,-5 2 274 0</inkml:trace>
  <inkml:trace contextRef="#ctx0" brushRef="#br0" timeOffset="-164205.72">9053 16769 232 0,'0'0'315'0,"0"0"-12"16,5-4-16-16,-5 4-14 0,0 0-30 0,5-3-24 0,-5 3-20 15,0 0-26-15,0 0-21 0,0 0-10 0,0 0-18 16,0 0-18-16,0 0-12 0,-14 12-8 0,5-3-9 16,-4 3-17-16,1-2 7 0,0 2-6 0,-3 0-5 15,1 4-31-15,-2-2-24 0,-3 3-37 0,4-3-52 16,1 1-55-16,0-1-83 0,-2 0-241 0,5-3-507 15,2-6 225-15</inkml:trace>
  <inkml:trace contextRef="#ctx0" brushRef="#br0" timeOffset="-163388.5">9606 16678 59 0,'-6'-1'205'0,"6"1"-5"0,-9 0-11 0,9 0-12 16,0 0-9-16,-8 0-12 0,8 0-12 0,0 0-6 15,0 0-9-15,0 0-5 0,-9 0-9 0,9 0-2 0,0 0-13 0,0 0-4 16,0 0-3-16,0 0-4 0,0 0-6 0,0 0-3 16,-6-2-1-16,6 2-4 0,0 0-4 0,0 0-4 15,0 0-7-15,0 0-8 0,-4-2-2 0,4 2-2 16,0 0-6-16,0 0-2 0,0 0-6 0,0 0-5 16,0 0 2-16,0 0-3 0,0 0 2 0,0 0 1 15,0 0-4 1,0 0 6-16,0 0-10 0,0 0 5 0,0 0 0 15,0 0-2-15,0 0 2 0,0 0-6 0,0 0 1 16,0 0-2-16,0 0-2 0,0 0 0 0,0 0 0 16,0 0-1-16,0 0-2 0,0 0 6 0,0 0-10 15,28-1 0-15,-10-1-15 0,4 0 11 0,7 0 2 16,3-2 0-16,0 0-1 0,0 2-1 0,5 0 0 16,-2-2 0-16,-2 0 4 0,-4 2-1 0,1-5 4 0,-10 6-2 0,-1-2 3 15,-1 1 2-15,-9 0 1 0,3 0-1 0,-5-1-4 16,0 2 2-16,-7 1-2 0,10-1-16 0,-10 1 13 15,8-3-7-15,-8 3-7 0,0 0-12 0,0 0-16 16,0 0-17-16,0 0-12 0,0 0-25 16,-27 5-20-16,19 0-28 0,-2-2-27 0,2 1-46 15,3-2-41-15,-4 1-215 0,5 0-499 16,0 1 222-16</inkml:trace>
  <inkml:trace contextRef="#ctx0" brushRef="#br0" timeOffset="-162772.29">10166 16518 242 0,'0'-7'255'0,"0"7"-13"16,1-6-21-16,-1 6-23 0,0 0-22 0,0 0-17 15,0-5-18-15,0 5-16 0,0 0-9 0,4-1-11 16,-4 1-14-16,0 0-8 0,8 7-9 0,-7-2-8 15,4-3-6-15,0 7-7 0,-1-5-16 0,0 3-12 0,1-2-16 16,-1 1-4-16,1-1-5 0,4 1-1 0,-3-2-4 16,1-1-1-16,-2 1-2 0,2-1 0 0,0-3-1 15,0 0 1-15,1-1-1 0,1-1 4 0,-1 0 1 16,-1-2-1-16,2-1 9 0,2 1 4 0,-2-1 8 16,-2-1 9-16,2-1 6 0,0 2 5 0,-3 1 6 15,1 0 3-15,-2 0 2 16,0 0 5-16,-1 3-4 0,-2-4-8 0,2 3-3 15,-4 2-8-15,7 0-7 0,-7 0 5 16,6 4-11-16,-2 3-2 0,5 0 5 0,-4 4-3 16,3-1-1-16,-3 7-4 0,4 2 0 0,-3 4 3 15,1 6 1-15,-5-4-7 0,-1 6 5 0,-2 0-3 0,-4-1 1 16,0 1-3-16,-3 1 3 0,1-5-4 0,-5 4 1 16,0-5 0-16,0 1 1 0,-1-3-7 0,-5-4 3 0,6-4 1 15,1-4 0 1,-3-2 13-16,4-1 9 0,-2-3 13 0,2-1 9 15,-3 1 14-15,3-5 16 0,-2 1 21 0,1-2 17 16,2-3 16-16,3-1 11 0,0-1-13 0,-2-3-4 16,4-3-2-16,0-3-8 0,7 0-14 0,2-4-21 0,6-9 4 15,8 0-9-15,6-1-14 0,12-4-11 16,3-2-14-16,4 0-12 0,-2 4-9 0,3 2-1 16,2 0-7-16,-1 6 1 0,0 1-6 0,-11 5-3 15,-3 3 4-15,-2-1-2 0,-2 2-4 0,-10 5 8 16,0 0 4-16,-5 2 11 0,-3 0 2 0,-1 1-5 15,-4 1 2-15,3 1-19 0,-3 0 11 0,-5 2 2 0,6-3-7 16,-6 3-14-16,4-3-18 0,-4 3-33 0,0 0-34 16,0 0-40-16,-23 3-47 0,13 0-47 0,-4 1-51 0,1-1-85 15,-5 1-286-15,9-1-698 0,3 0 309 0</inkml:trace>
  <inkml:trace contextRef="#ctx0" brushRef="#br0" timeOffset="-162062.38">11059 16830 253 0,'0'0'267'0,"0"0"-9"0,3-3-20 16,-3 3-24-16,0 0-21 0,0 0-21 0,-3-4-22 16,3 4-17-16,0 0-13 0,0 0-14 0,-13 9-9 0,7-4-8 0,-4 4-5 0,-3 5-9 15,-5 5-13-15,0 7-1 0,-5-7-6 16,2 5-27-16,1-2-30 0,-1-2-48 0,1-1-39 15,8-5-43-15,-1 1-51 0,-4-3-184 0,8-2-397 0,4-3 176 0</inkml:trace>
  <inkml:trace contextRef="#ctx0" brushRef="#br0" timeOffset="-161269.43">11549 16683 27 0,'-2'-1'200'0,"2"1"-14"0,0 0-3 0,-3-3-4 15,3 3-11-15,0 0-10 0,0 0-7 0,-7-1-12 16,7 1-7-16,0 0-14 0,0 0-8 0,-6-3-14 16,6 3-4-16,0 0-12 0,0 0-5 0,0 0-9 0,0 0-2 15,0 0-11-15,0 0-6 0,0 0-6 0,0 0-3 16,0 0-3-16,-3-2-6 0,3 2-2 0,0 0-2 15,0 0 0-15,0 0-6 0,0 0 2 0,0 0-4 16,0 0 6-16,0 0 0 0,0 0 1 0,0 0 0 16,0 0 2-16,0 0 0 0,0 0 1 0,19 0-1 15,-5-1-1-15,-1-1-1 16,10 2-1-16,5-4-4 0,2 3 0 0,0-3 0 16,1 1 2-16,2 0-1 0,-2 2 5 0,-3-4 2 15,-10 2 2-15,1 1-4 0,0-1 1 0,-6 2 6 16,-3-1 4-16,0 1 6 0,-2 1-1 15,-4-1 3-15,1 1 1 0,1-2-12 0,-6 2-4 16,0 0-18-16,0 0-11 0,0 0-22 0,0 0-15 0,0 0-19 16,-27 3-17-16,16-3-23 0,0 0-25 0,0 4-29 0,-1-1-54 15,6-1-239-15,6-2-480 0,-11 0 213 0</inkml:trace>
  <inkml:trace contextRef="#ctx0" brushRef="#br0" timeOffset="-160821.31">12067 16482 166 0,'-5'-3'271'0,"5"3"-21"0,-2-5-18 0,-1 2-25 15,3 3-22-15,0 0-19 0,0 0-19 16,0 0-17-16,0 0-9 0,0 0-18 0,0 0-4 0,0 0-13 0,28 10-8 15,-14-7 0-15,0 2-7 0,7 2-6 0,4 2-10 16,-4-2-3-16,6 4-5 0,-3-1-3 0,-4-1-4 16,-4 0-8-16,1-1 0 0,0 2-5 0,-3-3-3 15,-1 3-5-15,-4-2-3 0,0 0-2 0,-4 1-2 16,-4-3-1-16,2 4-2 0,-7 0-1 0,0 1-4 16,-6 2 6-16,-3-1-5 15,-6 5-1-15,6-3 1 0,-6 0-2 16,-1 1-1-16,-2 2 2 0,4-6-1 0,3 1 0 15,-3-2 5-15,6 2-10 0,-3-2 4 0,6 0 0 16,0-3-4-16,0 0 2 0,4-2 0 0,1 1 1 16,0-1-2-16,0-1 3 0,3 1 3 0,0-3 0 0,2 2 11 15,-1-4 15-15,4 6 9 0,1-4 1 16,4-1 3-16,0-1-6 0,4 2 1 0,-2-2-8 0,2 0-1 0,0-2-3 16,0 2-5-16,0-3 4 0,4 3-4 0,-5-3-13 15,1 0-25-15,-3 0-29 0,1 1-34 0,2-1-38 16,-4 0-56-16,0-1-89 0,-3-1-186 0,2 0-484 15,-2 0 214-15</inkml:trace>
  <inkml:trace contextRef="#ctx0" brushRef="#br0" timeOffset="-160482.75">12159 16724 307 0,'-11'0'299'16,"11"0"-4"-16,-8-1-5 0,8 1-14 0,-5-1-7 16,5 1-22-16,0 0-15 0,0 0-24 0,0 0-21 15,0 0-19-15,21-8-21 0,-1 5-11 0,8 1-11 16,3-3-19-16,-1 0-14 0,4 3-5 0,3-3-11 0,2 0-13 15,-3 3 9-15,0-3-15 0,-3 3-9 0,-1-2-2 16,-12 2-6-16,1 0-2 0,-6-2 5 0,-3 3 4 16,-3-1 12-16,-3 2-3 0,-6 0 13 0,13-1 1 15,-13 1-11-15,6-1-3 0,-6 1-10 0,0 0-16 0,0 0-33 16,0 0-23-16,0 0-37 0,-16-6-48 0,16 6-46 16,-17 1-57-1,17-1-88-15,-18 5-293 0,14-5-646 0,4 0 286 16</inkml:trace>
  <inkml:trace contextRef="#ctx0" brushRef="#br0" timeOffset="-159380.02">13713 16564 45 0,'0'-4'212'15,"0"4"-16"-15,-2-6-16 0,-1 3-12 0,-2 1-21 16,5 2-18-16,-6-2-13 0,6 2-9 0,-13 2-13 16,0 1-8-16,0 0-6 0,-5 6-5 0,3-1-7 15,-5 3 5-15,-5 4-14 0,2 2-6 0,0 0-6 16,3 0 2-16,6-3-10 0,-1 1-4 0,2 0-5 0,0-1-1 15,3 2-3-15,-1-1-4 0,6-3 0 0,-1-2-3 16,5-1-1-16,-2-4 4 0,3 4 32 0,0-5 26 0,4 0 21 16,2-1 4-16,3-2 7 0,4-2 2 0,1-3-6 15,3 1-10-15,-3-1 4 0,2-5-5 0,2 2-6 16,-1-2 1-16,-1 1-26 0,-1-3 14 16,1 0-1-16,-7 4 1 15,3 0-8-15,-2-1 2 0,-4 3-2 0,-1 0-7 16,-1 1 1-16,1 2-15 0,-1-1-9 0,1 0-8 15,-2 2-3-15,-3 1-6 0,4-4-4 0,-4 4-4 16,0 0 2-16,9 1-3 0,-9-1-4 0,7 7-1 16,-3-2-4-16,1 0-3 0,4 2 9 0,1 2-6 15,4 0-21-15,2 2-30 0,0-1-26 0,3-2-49 16,-2 1-40-16,2-2-59 0,0-2-73 0,-1 0-285 0,3-1-622 0,-3-2 276 16</inkml:trace>
  <inkml:trace contextRef="#ctx0" brushRef="#br0" timeOffset="-158963.36">14254 16551 228 0,'3'-4'294'16,"0"3"-19"-16,-3 1-25 0,0 0-23 0,1-6-23 0,-1 6-21 16,0 0-26-16,0-3-14 0,0 3-15 0,0 0-15 15,0 0-11-15,-17 5-10 0,8-3-9 0,-2 3-11 0,1 0-9 16,0 0-8-16,0 2-4 0,-1-1-4 16,2 0-4-16,4-1-7 0,-2 5-3 0,-1-4-7 15,2 3-2-15,2 0 0 0,0-2-1 0,3 5-4 16,3-3-2-16,3 1-2 0,8 2 0 0,-1 0-3 0,-1-1 3 0,3 1-2 15,0-3-3-15,4 3-1 0,0-1-2 0,-3-1 1 16,-2-1-4-16,-3-1 1 0,-1 0-2 0,-1-3 2 16,0 0 0-16,-6-1 0 0,3 0 1 0,-1 0 4 15,-5 1 5-15,-3-1 6 0,-2 0-4 0,-6-2-1 16,-6 3-4-16,0-4 3 0,-1 3-4 0,-4-2-20 16,-2 0-33-1,-4 0-48-15,6 0-74 0,-3-2-102 0,4-2-184 16,4 2-486-16,4-2 215 0</inkml:trace>
  <inkml:trace contextRef="#ctx0" brushRef="#br0" timeOffset="-157776.66">15226 16566 163 0,'0'0'245'0,"4"-5"-25"0,-4 5-20 0,4-4-21 16,-4 4-21-16,0 0-17 0,0 0-15 0,0 0-13 15,0 0-11-15,0 0-14 0,4 13 20 0,-4-6-11 16,1 0-11-16,-2 4-8 0,-1 0-9 0,2 5-7 0,-2-1-7 0,2 3-3 16,-4-3-8-16,0 2-1 0,-1 0-6 0,4-3-3 15,-2 1-3-15,1-4-6 0,-1 0 0 0,6-4-2 16,-6 0 0-16,3-3 2 0,0 2 18 0,-2-2 32 16,2-4 34-16,-2 4 36 0,2-4 11 0,0 0-11 15,0 0-10-15,12-8-20 0,-6 3-3 0,2-3-7 16,1-2-11-1,3-1-1-15,0-1-18 0,0 0 1 0,0 0-12 16,0-1 1-16,-1 1-11 0,1 5 1 0,-2-2-12 0,-5 2-6 16,1 1-6-16,0 1-3 0,0 0 5 0,-1 4-17 15,-1-3-5-15,1 2-4 0,-5 2 5 16,10 3-5-16,-6 0-2 0,4 2-4 0,-3 0-5 16,4 2 8-16,-3 0-3 0,2 3-3 0,-3-1-3 15,5 3 10-15,-6-2-10 0,6 3 12 0,-3-2-4 0,-1-1-7 0,0 0 6 0,0-1-1 16,-3-2-4-16,1-2 6 0,-1 2-2 0,1-2 5 15,-2-2 3-15,1-1 2 0,2-2-1 0,-5 0-3 16,10 0-16-16,-2-4 22 0,2-1-7 0,0-3 0 16,0 1-17-16,8-3 25 0,-5-2 3 0,1 1-5 15,3-1-5-15,-2 0 6 0,2 3-3 0,-2-2-1 16,-6 4-5-16,1-1 7 0,0 3-5 0,-1 0-1 16,-5 1-3-16,3-1-5 0,-1 3 3 0,-2-1 0 0,1 2-3 15,0-1-5-15,-5 2-3 0,0 0-2 0,13 2 1 16,-9 2 7-16,-1-2-20 0,1 3-14 0,1 2-19 15,3 0-29-15,-4 1-32 0,4-1-38 0,-1 5-30 16,-2-4-37-16,-1 3-42 0,5-3-46 16,-8-1-227-16,3 0-584 15,0-2 259-15</inkml:trace>
  <inkml:trace contextRef="#ctx0" brushRef="#br0" timeOffset="-156573.4">15981 16615 278 0,'4'-4'324'0,"-1"0"-13"0,-3 0-31 0,2 0-34 0,-2 4-24 16,4-4-22-16,-4 4-29 0,3-1-16 15,-3 1-16-15,0 0-14 0,0 0-14 0,4 11-15 16,-4-5-12-16,2 2-8 0,-2 2-7 0,-2-1-4 16,0 4-5-16,0-1-7 0,2 2-6 0,0-4-3 15,0 4-13-15,0-5 5 0,2 0-5 0,0 0 1 16,-4-1-2-16,4-4-3 15,-4 0 0-15,2 0 3 0,0-1 40 0,0-3 5 16,0 0 6-16,11-1-9 0,-11 1-22 0,16-7 25 16,-7 0 3-16,5-1-4 0,-1-1-2 0,1-3-8 15,0 1-5-15,1-1-11 0,-3 0-3 0,1 1 7 16,-1-1-10-16,-4 3-13 0,0 3 8 0,2-1-3 0,-4 2-4 0,-2 2-29 16,-1-1 29-16,1 0-11 0,-1 1-8 15,0 1-32-15,-3 2-4 0,0 0-9 0,0 0 7 0,0 0 5 16,9 9 1-16,-7-7-3 0,2 4 11 0,-3 0-1 15,2 1 6-15,2 1-11 0,-1-1 4 16,1 3 6-16,4-1 5 0,-4-1-5 0,4-1-4 16,1 0-3-16,-1 0-1 0,3-2 0 0,-1-3-3 0,-1 1 0 0,3-2 4 15,1-2 2-15,3-2-1 0,1-1 2 0,0-1 1 16,-3-5-9-16,4 1 19 0,-5-2-5 0,2-1 9 16,-1-3-1-16,3-5 4 0,-8 5 14 0,4-7-14 15,-1 0 8-15,-1-1 0 0,-2 1 7 0,0 0-5 16,-4 1 10-16,-1 3 2 0,2 1 5 0,-4 0-4 15,1 0 12-15,-1 1-4 0,-2 4 3 0,1 2-2 16,-4-1-5-16,4 0 1 0,-2 3 6 0,1-1-34 31,-1 1 36-31,0 1-5 0,1 1 3 0,0 2-3 16,-1 4-1-16,0-7-4 0,2 2-8 0,-2 5 5 16,0 0-6-16,0-7-3 0,0 7-1 0,0 0-7 0,0-4 4 15,0 4 1-15,0 0-10 0,0 0-1 0,0 0-2 16,2-6-1-16,-2 6 4 0,0 0-17 0,0 0 14 15,0 0-8-15,4-3 7 0,-4 3 5 0,0 0-1 16,0 0-4-16,0 0-3 0,0 0 1 0,0 0-2 0,0 0 5 0,0 0-7 16,0 0-2-16,0 0-10 0,0 0 2 0,0 0 0 15,0 0 7-15,0 0-9 0,0 0 6 0,0 0-8 16,0 0 4-16,0 0 5 0,0 0 1 0,0 0 2 16,0 0-2-16,0 0 2 0,0 0 1 0,0 0-1 15,0 0-2-15,0 0-5 0,0 0-11 0,0 0-10 16,0 0 0-1,0 0-23-15,0 0 27 0,0 0 4 0,-4 20 1 16,3-10-4-16,-2 2 2 0,2 5-7 0,-1-1 20 16,-1 9-4-16,-1-1 0 0,1 3 10 0,-2 0 0 0,2 2-7 15,-1-2 2-15,3 1 4 0,-1-4 4 16,1 1 1-16,1-6 5 0,0 0-9 0,1-1 1 16,3 0 2-16,-1-3 8 0,0-3-5 0,1-2 6 0,-1-1-4 0,2-1-3 15,-1-1 8-15,1-4 6 0,0 2-2 0,3-2 4 16,1-1-16-16,-3-2 31 0,5 0-1 0,-2-2 1 15,3-2 6-15,-2 0 11 0,-1 1-10 0,1-6-1 16,-2 1-3-16,5-1-2 0,-3-3-15 0,4-1 17 16,0-2-8-16,-4-3-26 0,1 1 26 0,-4-3-7 15,6-4-4-15,-2-1 0 0,-1-1-7 0,-4 2 8 16,0-2-10 0,-1 4 5-16,0 2-1 0,-1 1 4 0,0 0-5 15,0 4 3-15,-1-5-7 0,-1 2 3 0,2 0-2 16,-3 2-5-16,0 4 2 0,-1 2 7 0,0-5-6 15,2 5 3-15,0 1-1 0,-4-1-1 0,2 0 1 0,0 3-3 16,2-1 2-16,-4 1 3 0,4 0-5 0,-2 7-1 16,0-10 5-16,0 10 1 0,0-9-4 0,0 9-15 15,2-7 17-15,-2 7 5 0,0 0-8 0,0-6 0 0,0 6-4 16,0 0-18-16,0 0-5 0,0 0-22 0,0 0 8 16,0 0 3-16,0 0 11 0,0 0-15 0,0 30 9 15,-2-13-1-15,-2 3 6 0,-2 6 1 0,1 3 5 16,-1 2 2-16,0 3-3 0,-1 0 5 0,1-1-1 15,-1-1 3-15,5 0 2 0,-2-1 1 0,0-4 4 16,4-3 2-16,-2-4-3 0,4-3 1 0,-1 0 5 0,0-4-3 0,1-1 5 16,0-2 1-16,1-2 0 0,-3-1 5 15,4 0 6-15,-2-2 6 0,3 0 13 0,2-4 2 16,-2 1-11-16,2 1 15 0,-7-3-2 0,16 2-2 16,-5-2-2-16,3 0-9 0,-5-3-12 0,2-1-34 15,1 3-32-15,-3-3-43 0,3-1-46 0,-2 0-53 0,-1-2-56 16,-1 2-72-1,-3-5-247-15,-1 4-622 0,-1-1 276 0</inkml:trace>
  <inkml:trace contextRef="#ctx0" brushRef="#br0" timeOffset="-156288.87">16797 16537 33 0,'-5'1'235'0,"5"-1"-14"0,0 0-11 15,0 0-13-15,0 0-11 0,0 0-9 0,0 0-16 16,0 0-17-16,0 0-10 0,0 0-13 0,0 0-7 15,0 0-12-15,22-3-6 0,-9 2-10 0,8-3-8 16,-1 2-10-16,-1 0-2 0,12-2-15 0,0 2-27 16,-1-1-39-16,2 1-53 0,-2-2-88 0,-9-1-222 15,1 3-409-15,-4-3 182 0</inkml:trace>
  <inkml:trace contextRef="#ctx0" brushRef="#br0" timeOffset="-155908.04">17234 16532 95 0,'2'-3'323'0,"-2"3"-9"0,0-6-12 15,0 6-14-15,3-3-36 0,-3 3-7 0,2-4-19 16,-2 4-19-16,0 0-25 0,0 0-21 0,2-4-17 16,-2 4-14-16,0 0-20 0,0 0-8 0,0 0-17 15,0 0-11-15,0 0-9 0,1 13-3 0,0-6-8 16,-1-1-6-16,-1 5-6 0,2 0-6 0,-2 1-3 16,0 0-7-16,1 2-4 0,-2-2-14 0,2 0 19 15,-1 0-1-15,1-1-21 0,-1 0 20 0,-1 0-7 0,1-3 1 16,1 0-3-16,-1-1-18 0,1-1-16 0,-1-1-20 15,1-1-2-15,0 0-11 0,-2 0-3 0,2-4 4 16,-2 5-28-16,2-5-62 0,0 0-42 0,0 0-51 0,-12-13-52 16,8 5-149-16,1-2-470 0,0 1 208 0</inkml:trace>
  <inkml:trace contextRef="#ctx0" brushRef="#br0" timeOffset="-155772.51">17207 16358 228 0,'4'-9'237'15,"-2"1"-15"-15,1 0-14 0,-1 2-14 0,1-1-19 16,-1 3-19-16,3 0-14 0,-1-1-17 0,-4 5-13 16,9-4-37-16,-4 1-38 0,-5 3-38 0,0 0-45 15,18 7-42-15,-14-2-63 0,1 0-121 0,-1-1-292 0,3 4 129 16</inkml:trace>
  <inkml:trace contextRef="#ctx0" brushRef="#br0" timeOffset="-155440.46">17506 16329 6 0,'0'-8'296'16,"2"6"-16"-16,-2 2-18 0,2-7-24 0,-2 7-25 16,2-7-26-16,-2 7-19 0,0 0-19 0,0 0-19 15,0 0-14-15,0 0-13 0,0 0-10 0,1 14-11 0,-1-4-11 16,0 2-7-1,0 6-5-15,-1 8-10 0,-3 1-2 0,0 5-2 16,1 1 1-16,-4-2-11 0,2-1 9 0,0 2-16 16,1-2 2-16,-2 2-6 0,0-6-3 0,4 1 3 15,-2-2-11-15,2 1 3 0,-1-10-2 0,2 1-1 16,-2 0-4-16,3-5 6 0,-2-2-4 0,-1-2 2 16,3-1-1-16,-1 0-1 0,0 0 1 15,-1-2-3-15,1 0 3 0,0-1-11 0,1-1-4 0,0-3-15 0,0 6-8 0,0-6-22 16,-2 6-15-16,2-6-75 0,0 0-82 0,0 0-207 15,0 0-460-15,4-17 204 0</inkml:trace>
  <inkml:trace contextRef="#ctx0" brushRef="#br0" timeOffset="-154624.38">17558 16508 110 0,'-1'-5'214'0,"1"5"-25"0,0-4-24 0,0 4-16 16,0 0-12-16,11 1-12 0,-3 2-4 16,1 0-8-16,5 2-9 0,1 2-5 0,3 0-10 0,-2 3-11 15,-1 1-1-15,0-3-9 0,-1 4-8 0,-5-5-7 0,-1 3-4 16,0 0-8-16,-3-1-4 0,-3-1-6 0,2 1 4 16,-8 1-6-16,-1-2 3 0,-2 0-4 0,-4-3 2 15,0 1-1-15,-7 4 6 0,1-4-7 0,-1 1 2 16,-2-2 0-16,5-2-2 0,-6 0 1 0,6 2-8 15,-3-1 0-15,5-2-4 0,0 1 0 0,7-3-3 16,-2 2 2 0,3-1-4-16,0 2 1 0,-1-3-1 0,6 0-1 15,-5 3 3-15,5-3-3 0,0 0 1 0,0 0-3 0,30-4-12 16,-17 0-3-16,9 1-3 0,-2-2-8 0,8-2 7 16,-1 1-2-16,4-1 2 0,1-4 3 15,0 1-1-15,-2-1-3 0,1-2-4 0,-3-2 2 16,0-3-2-16,-2 2 8 0,-4-3-3 0,-1 1 0 15,-3-2 3-15,-2 0 10 0,-7 3 10 0,1 1 8 0,-4-2 17 0,-1 2 14 16,-1-1 13-16,1 0 20 0,-2-1 8 0,-2 6 19 16,1-1 4-16,1 2 5 0,-3-1 17 15,1 0-24-15,-1 2 3 0,3 3-12 0,-2-3 1 16,-1 5-15-16,3-2-11 0,-3 7-5 0,1-12-2 0,-1 12-8 16,-1-6-3-16,1 6-12 0,1-6-10 0,-1 6 4 15,0 0-18-15,0 0 1 0,0 0-11 0,1-9-14 0,-1 9-17 16,0 0-21-16,0 0-3 0,0 0 9 0,0 0 0 15,0 0-1-15,-2 28 8 0,-1-16 2 0,-1 8-3 16,4-1 7-16,-7 9 0 0,0-2 1 0,2 4-1 16,5 0 6-16,-4 1 1 0,0-2-3 0,3-2 5 15,-1-1 2-15,0-8 9 0,4 2-14 0,-4-4 12 16,2-4-8 0,4-2-2-16,-4 1 12 0,0-3-3 0,4-2 0 0,-3 0 4 15,4-1 5-15,-1-1-2 0,4-1 10 0,2-3 1 16,-1 0 0-16,4 0-7 0,-3-2 1 15,3-2-3-15,1 0 5 0,3-1 11 0,0-4-14 16,-2 3-1-16,0-3 3 0,-4 2-9 0,1 0 2 16,-1 0 2-16,-3 2 16 0,2-3 1 0,-5 3-11 15,0 2 6-15,-1-1 5 0,1 2-11 0,-5 2 0 0,4-4-11 0,0 1-2 16,-4 3-5-16,5 0-4 0,-5 0 0 0,0 0-1 16,4 7-1-16,-4-2 12 0,0 0-12 0,0 2 2 15,0 0 2-15,0 0-3 0,0 1 5 0,-3-2-1 16,6 5 0-16,-6-4 2 0,6-2 8 0,-3 1-20 15,0 0-13-15,0 0-3 0,0-2-10 0,1 0-5 16,-1-1-13 0,0-3-5-16,0 7-10 0,0-7-7 0,0 4-1 15,0-4 6-15,0 3-17 0,0-3-32 0,0 0-43 16,0 0-42-16,0 0-46 0,0 0-224 0,7-17-518 16,-6 12 230-16</inkml:trace>
  <inkml:trace contextRef="#ctx0" brushRef="#br0" timeOffset="-154470.99">18239 16420 190 0,'-1'-8'323'0,"1"2"-11"0,0 1-18 0,0-1-26 0,0 6-24 15,1-8-26-15,2 4-25 0,-3 4-22 0,1-7-16 16,-1 7-19-16,8-3-37 0,-3 2-40 0,-5 1-47 16,14 1-43-16,-8 2-45 0,1 0-49 15,0 0-65-15,0 0-186 0,2 0-406 0,0 2 179 0</inkml:trace>
  <inkml:trace contextRef="#ctx0" brushRef="#br0" timeOffset="-154123.52">18458 16617 181 0,'0'0'221'0,"-3"2"10"0,3-2 0 0,0 0-1 15,0 0-22-15,0 0-19 0,0 0-15 0,19-4-21 0,-7 1-14 16,-2-1-15-16,9 1-7 0,-1-3-16 0,0 0-11 16,1-1-5-16,0-3-3 0,3 2-17 15,-3-5-4-15,-2 2-7 0,2 1-5 0,-5-1-4 0,0 1-4 16,-5 1 0-16,-1 0-13 0,-1 1 3 0,-2 2-1 16,-1-1-2-16,-1 2-9 0,-2 1-3 0,-1 4-2 0,-4-8-4 15,-1 6 3-15,5 2-9 0,-18 2 3 0,8 1-3 16,-6 2-1-16,3 0-5 0,-4 4 2 0,0 0 0 15,2 3 1-15,1 1-1 0,1 0-1 16,3 1-2-16,-1 1 2 16,-1 0 1-16,3 1-1 0,5-3-9 0,2 3-10 15,0-7-23-15,4 4-23 0,0-1-28 0,2-3-27 16,3 0-60-16,-1-2-249 0,0-3-466 0,3 0 207 16</inkml:trace>
  <inkml:trace contextRef="#ctx0" brushRef="#br0" timeOffset="-153869.32">18818 16501 186 0,'5'-3'241'0,"-1"-1"-21"0,3 1-19 0,0 0-24 16,-2 3-15-16,-5 0-16 0,9 3-10 0,-4 1-15 16,3 0-8-16,-2 2-6 0,1 1-14 0,-1 3-8 15,-2 1-9-15,1-1-9 0,-1 2-5 0,-3 1-8 0,-1 2-4 0,-1-3-2 16,1-1-6-16,-2 0-2 0,-1 1-3 15,-1-3-5-15,0-1-3 0,3-1 0 0,-2-4-1 16,1 3 18-16,-1-2 21 0,2 0 32 0,1-4 26 16,-4 3 27-16,4-3-28 0,0 0-14 0,0 0-26 0,5-12-5 15,2 1-25-15,2 2-31 0,7-5-37 0,4-3-41 16,2-3-44 0,3 0-57-16,1-1-69 0,1 1-275 0,1-3-540 15,-5 1 239-15</inkml:trace>
  <inkml:trace contextRef="#ctx0" brushRef="#br0" timeOffset="-152518.46">20488 16573 117 0,'3'-5'171'15,"-1"3"5"-15,-2 2-12 0,4-6-4 0,-4 2-4 16,3 2-3 0,-3 2-6-16,1-5-14 0,-1 5-11 0,0 0-15 15,0 0-10-15,0 0-10 0,-1-6-11 0,1 6-9 0,0 0-6 0,-16 6-8 0,9-1-6 0,-3 1-3 0,-2 2-7 16,-3 1-7-16,-1 0-4 0,1 4-2 16,-2 0-2-1,2 2-1-15,1-2-3 0,0 3-2 0,-1-2-6 16,3 1 1-16,3-1-6 0,3 0 3 0,-1-4-1 15,6 1 7-15,-2 0-6 0,2-1-3 0,2-4 5 0,2 2 7 16,6-3 15-16,1 0 14 0,2-1 2 0,3-3 0 16,3-3 0-16,1-1 2 0,2-2-1 0,-1 0 0 15,7-6 0-15,-9 3 3 0,2-3 5 0,2-4 1 16,-2-2 1-16,-4 3-7 0,-5 1-2 0,2-2-3 16,-4-1-7-16,-4-1 0 0,3 1-5 0,-7 0-7 15,0 4-2-15,-1 0-4 0,-2-4 3 0,-2 7-8 16,-4-2-5-16,3 4-15 0,-5-1 7 0,-3 3-3 15,4 1-4-15,-5 0-9 0,1 3-9 0,-1 2-10 0,3-1-14 16,-2 4-17-16,2-2-16 0,3 3-24 0,-1-2-25 0,5 3-11 16,-2-1-22-16,7 0-19 0,0 0-24 0,4 0-182 15,2-2-417-15,3 1 186 0</inkml:trace>
  <inkml:trace contextRef="#ctx0" brushRef="#br0" timeOffset="-152163.41">20999 16351 209 0,'5'-10'272'0,"-1"-4"-7"0,0 3-11 0,0 1-7 16,0 2-15-16,-2-1-16 0,2 3-25 0,-4 0-2 16,4 1-22-16,-4 5-16 0,1-7-19 0,-1 3-13 0,0 4-14 15,3-6-19-15,-3 6-12 0,0 0-27 0,0 0-7 16,0 0-4-16,0 0-4 0,5 24-1 0,-6-13-10 0,-2 11 2 15,3 5-6-15,-4 6 1 0,0 1-4 0,3 13-3 16,-3-11 1-16,-1 13 2 0,4-14-6 16,2 11 1-16,2-14-1 0,-1 1-1 0,1-3-1 0,-1-1 0 15,1-3-1 1,-2-4-2-16,2-5 0 0,-2-3 4 0,-1-4 3 16,0 0 4-16,0-1 0 0,3-1 8 0,-6-1 9 15,3-2 9-15,0-3 10 0,-4 2 1 0,-1-2-2 16,-1 0-2-16,-2-2-3 0,-1 0-4 0,-2-3-19 15,-1 2 13-15,-1-2-1 0,1 0-9 0,1 0-20 0,1-2-24 16,0-1-35-16,0 3-33 0,2-2-38 0,1 1-50 16,1-3-55-16,4 2-290 0,1-1-562 0,3-4 249 0</inkml:trace>
  <inkml:trace contextRef="#ctx0" brushRef="#br0" timeOffset="-151800.49">20957 16641 147 0,'0'0'202'0,"-7"3"-16"16,7-3-13-16,-7 0-15 0,7 0-12 0,0 0-9 16,0 0 7-16,0 0 7 0,0 0 1 0,19 1-4 15,-1-2-9-15,5-3-14 0,8 1-5 0,7-1-12 16,15-5 3-16,1 4 2 0,5-4-3 0,5 1-5 16,-3 0-6-16,-6 0-5 0,-1 3-11 0,-18 2-10 0,-3-2-3 0,-4 4-6 15,-9-1-11-15,-6 1-4 0,-1-2-5 0,-2 3-7 16,-5-2-24-16,2 2-30 0,-8 0-40 0,0 0-33 15,0 0-72-15,0 0-79 0,-31 5-224 16,16-3-503-16,-4-2 222 0</inkml:trace>
  <inkml:trace contextRef="#ctx0" brushRef="#br0" timeOffset="-149827.72">22957 16404 143 0,'0'0'137'0,"-13"3"-15"0,4 2-6 0,-1 3-12 16,0 0-7-16,-1 4-7 0,-4 0-10 0,1 3-1 16,0-1-9-16,-3 4 1 0,5-4 18 15,0-1 1-15,1 1-13 0,-2 0-5 0,0 0 0 0,3-1-13 16,-3 0-6-16,3-1 1 0,1-2-9 0,-3 3-2 16,2-5-4-1,1 1-1-15,2 0-6 0,-4-3 2 0,1 0-9 16,3-1-14-16,1-2-18 0,0 0-15 0,0-2-30 15,6-1-55-15,-9-1-65 0,9 1-92 0,-9-8-286 16,6 3 127-16</inkml:trace>
  <inkml:trace contextRef="#ctx0" brushRef="#br0" timeOffset="-149595.96">22668 16441 247 0,'1'-10'293'0,"-1"1"-1"0,0-2 6 0,2 4-24 15,-4 0-9-15,4 0-21 0,0 4-32 0,-2 3-13 16,0-8-16-16,2 4-31 0,-2 4-17 15,0 0-13-15,1-5-16 0,-1 5-20 0,0 0-18 16,0 0-6-16,10 10-9 0,-4-2-9 0,0 4-3 16,3 2-7-16,2 3-1 0,-1 0-5 0,-1 4-1 0,4 4-3 0,-3-2-4 0,2-2 2 15,-3-3-4-15,-2 0-21 0,4 1-18 0,-4-1-16 16,3-2-21-16,-2 1-15 0,-3-6-19 0,-1 1-14 16,1-2-29-16,-2 0-6 0,-2-2-2 0,-1-2-9 15,2-3-11-15,-2 2-27 0,0-5-188 0,-8 2-410 16,8-2 181-16</inkml:trace>
  <inkml:trace contextRef="#ctx0" brushRef="#br0" timeOffset="-149195.08">22572 16554 184 0,'0'0'242'0,"0"0"-22"15,-1-3-13-15,1 3-19 0,0 0-19 16,0 0-18-16,0 0-15 0,14-4-12 0,-1 1-14 16,5 1-10-16,2 0-8 0,10-4-4 0,2-2-7 15,3 4-8-15,5-3-3 0,-3-2-2 0,4 4-5 16,-5-1-10-16,-4 0-1 0,-3 4-8 0,-9 1-3 0,-7-1-6 0,0 0 0 16,-3 1-19-16,-2 1-9 0,0-2-13 15,-4 2-15-15,-4 0-16 0,0 0 5 0,0 0-4 0,0 0-1 16,0 0-19-16,0 0-7 0,0 0-35 0,-16 9-11 15,11-6-23-15,-5 0-26 0,2-3-153 0,8 0-337 16,-14 0 150-16</inkml:trace>
  <inkml:trace contextRef="#ctx0" brushRef="#br0" timeOffset="-148726.12">22887 16200 81 0,'0'0'147'0,"-19"1"-12"0,7 1-11 0,2-1 2 16,-3 1-15-16,0 0-6 0,-6 5-9 0,1-2 1 0,-4 1-14 0,3 5 0 15,0-5-8-15,-6 7-2 0,0 2-7 0,0 3 1 16,1 0-6-16,-2 4 1 0,4 0-5 0,-1 6-10 16,3-1 2-16,0 3-2 0,3 1-4 0,4 1-2 15,-2-1 4-15,6 0-1 0,2 1-2 0,1-3-2 16,1 2 7-16,7-2-1 0,5-2 5 0,2 0 0 16,5-2-2-1,6-4 9-15,4-2 5 0,4-2-1 0,7-2 1 16,14-2-2-16,2-2 0 0,5-6-6 0,-1-3 2 15,5-7 5-15,-1-3 5 0,-2-3-1 0,-3-4 2 16,0 1-2-16,-3-8-8 0,-19 5 7 0,2-3-14 16,-3 1-3-16,-7-7-3 0,-2 1-8 0,-8-4-13 15,-5-5-12-15,-5-13-10 0,-8 13-12 0,-5 1-4 16,-13-15-6-16,-10 6-2 0,-1 2-10 0,-9 6-22 0,-7 5-35 0,-6 0-40 16,-5 11-47-16,-5 7-68 0,-32 0-198 0,30 11-480 15,-26 4 213-15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6:34:15.49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3763 3260 5 0,'-7'0'133'0,"7"0"1"0,-5 3-2 15,5-3-4-15,-7 0-15 0,4 4 4 0,3-4-7 0,0 0-9 16,-9 0-7-16,9 0-3 0,-5 1-4 0,5-1-3 16,0 0-4-16,0 0-7 0,-4 3 2 0,4-3-2 15,0 0 0-15,0 0-2 0,-5 2 3 0,5-2-2 16,0 0 1-16,0 0-6 0,0 0-4 0,0 0-4 16,0 0-3-16,0 0 0 0,0 0-2 0,28-5-6 15,-14 3-3-15,9-4-2 16,5 1-7-16,4 1 0 0,-4-3-3 0,8 2-4 15,-5 0-1-15,-2 1-1 0,-10 2-4 0,10-2-8 16,-8 1 2-16,-2-1-1 0,-6 3-1 0,1-1-4 16,-1 1 0-16,-3 0-3 0,-1 0-5 0,-4 0-13 15,3-1-11-15,-3 1-23 0,-5 1-11 0,0 0-11 16,0 0-33-16,0 0-39 0,0 0-42 16,-13 7-184-16,-1-4-393 0,4 1 174 0</inkml:trace>
  <inkml:trace contextRef="#ctx0" brushRef="#br0" timeOffset="1151.08">4077 3089 111 0,'-5'-2'220'0,"-1"-4"-22"16,0 4-20-16,-2-1-16 0,-3 3-19 0,-2 0-15 16,-6 3-13-16,-1 2-3 0,1 4-19 0,-7 2-8 15,1 2-9-15,-1 1-5 0,4 3-10 0,1 0-6 16,0 1-6-16,8-2-6 0,-4 2-1 0,6-1-2 16,3 0-4-16,2-2-5 0,2 0-3 0,2-2-1 0,3-1 5 0,3-2-7 31,3 1 7-31,9-1-3 0,2-4-4 0,1-4 3 0,9-3-2 15,3-5-1-15,2 0-3 0,-2-3-1 0,-1-1-4 16,0-4-2-16,-5-3-1 0,0 2 0 0,-10 3 15 16,-1-4 13-16,0 3 8 0,-4-1 6 15,-6 4 9-15,0-1 8 0,-3 1-2 0,-3 0-16 16,-2 5 5-16,-4-2-7 0,-2-1-12 0,-7 3 1 0,-2 1-8 16,-9 4-4-16,6 0-1 0,-7 4-27 0,2 2-33 15,1 1-38-15,5 0-61 0,3 2-81 0,-3-2-243 16,7 3-491-16,4-4 218 0</inkml:trace>
  <inkml:trace contextRef="#ctx0" brushRef="#br0" timeOffset="2490.39">4496 1931 202 0,'0'0'219'0,"-1"-8"-3"16,1 8 0-16,0-8-3 0,0 8-7 0,0-5-6 0,0 1 2 15,0 4-11-15,0-5 2 0,0 5-16 0,0-5-11 16,0 5-13-16,0 0-16 0,-3-5-19 16,3 5-16-16,0 0-15 0,0 0-29 0,0 0-23 15,0 0-1-15,0 0-9 0,0 14 2 0,-1-6-6 16,-3 4 0-16,2 5 0 0,-1 2-4 0,-1 7-3 0,-1-3 3 0,1 2-3 16,1 0-1-16,-1 1 0 0,2-6 1 0,2-3-1 15,0-3-1-15,2-3-2 0,-2 0-7 0,0-1-4 16,0-2 2-16,1-4-1 0,0 3 6 0,-1-7 14 15,4 6 18-15,-4-6 12 0,0 0 3 0,0 0 5 16,11-10-17-16,-3 1 0 0,1-2-2 0,4 0 1 16,-3-4-7-16,2 1 11 0,-1-1-16 0,-2 3 1 0,0-4-11 15,1 8 2-15,-3-2-6 0,0 2 1 0,0-1-5 16,-2 6 1-16,2-4-7 0,-1 5 3 0,-1-1-3 16,1 2-7-16,-6 1 0 0,18 1-2 0,-9 2 5 15,1 1-5 1,2 2-1-16,-1 1 0 0,3 5 4 15,0-3 0-15,3 3 1 0,-3 2 1 0,0-3 2 16,0 0 1-16,-1 0 11 0,1-2-16 0,-2-1 2 0,-2-1 6 0,-5 0-1 16,0-2-6-16,0-2 8 0,0-1 1 0,-5-2 38 15,9 5 37-15,-9-5 12 0,0 0 6 0,0 0-2 16,18-10-9-16,-10 0 2 0,-1 0 0 0,0-2-2 16,-2-2-7-16,3-1 1 0,-5-2-12 0,4 1 2 15,-1-2 11-15,-1 2 4 0,-1-1 2 0,-1 0 1 16,-1 5 4-16,2 0 0 0,-2 4-2 0,1-2-5 0,-2 3-9 15,3 2-14-15,-4 2-8 0,1-3-6 0,-1 6-10 16,4-7-19-16,-4 7-31 0,0 0-40 0,0 0-46 16,3-5-53-16,-3 5-37 0,0 0 8 0,0 0-9 15,0 0-15-15,0 0-19 0,10 12-25 0,-5-5-25 16,-5-2-28-16,4 3-26 0,0-1-306 0,-3-3-682 16,3 4 303-16</inkml:trace>
  <inkml:trace contextRef="#ctx0" brushRef="#br0" timeOffset="2905.99">5146 2142 124 0,'0'0'215'0,"0"0"-8"0,0 0-7 0,0 0-12 15,0 0-7-15,0 0-7 0,0 0-21 0,0 0-11 16,0 0-13-16,0 0-12 0,0 0-11 0,21-9-7 16,-11 0-14-16,-1 5-4 0,3-3-9 0,2-3-2 0,-5 1-5 0,1 2 0 15,0-3-1-15,3 0-3 0,-4 0-8 16,5-1 0-16,-5 3-1 0,0-1 4 0,0-1 9 16,-3 3-3-16,3-2 9 0,-5 2 2 0,1 2 8 15,-3-2-10-15,1 2 8 0,-2-1 4 0,2 3-3 16,-3 3-1-16,1-6-20 0,-1 6-7 0,0 0-11 0,-10-3-7 15,10 3 2 1,-20 1-9-16,6 5-5 0,-1-3 1 0,0 6-1 16,1-1-11-16,-2 2 5 0,0 1-4 0,1-1-2 15,6 2-1-15,1-1-6 0,2-1 5 0,-2 1-5 16,7-1 3-16,1 2-6 0,1 1 3 0,7-4 2 16,1 3 7-16,5-5-4 0,17 5 6 0,1-8-22 15,6 0-32-15,13-5-35 0,0 1-35 0,4-7-62 16,-3 4-68-16,-15-4-319 0,0-1-603 0,3-3 267 0</inkml:trace>
  <inkml:trace contextRef="#ctx0" brushRef="#br0" timeOffset="3606.53">6265 1905 255 0,'-3'-4'261'0,"2"-1"-28"16,-3-1-14-16,0 1-21 0,-1 1-17 0,-3 0-14 16,-2 1-16-16,3 0-18 0,0 1-18 0,-3 2-7 0,-2 2-15 0,1-1-6 15,-2 3-12-15,2-1-1 0,2 2-14 16,-3 1-9-16,5 0-15 0,0 0-13 0,1 2-5 0,1-1-10 16,1 0-1-16,3 0-7 0,1-1 1 0,1 1-2 15,3 0-1-15,2-5 2 0,-1 2 3 0,4 0-7 16,0-1 1-16,4-1-1 0,-2-2 4 0,3 0-4 15,-1-3 4 1,0-1-2-16,1 1 1 0,-2-1 2 0,0 1 1 16,0-4 9-16,-3 4 8 0,-2-4 8 0,0 6 7 15,-2-3 8-15,-1 4 2 0,1-3-7 0,-5 3-4 0,5-1-3 16,-5 1-7-16,8-3-17 0,-8 3-3 16,0 0 0-16,5 11-2 0,-5-5 2 0,-3 5-4 15,1 4 2-15,-1 2-1 0,-3 8 2 0,3 1-2 16,-2 1 4-16,1 4-1 0,0-1 2 0,2 1 2 0,-2 0 5 0,-1-2-5 15,1 0 1-15,4-3-3 0,-4-8-1 0,3 0 3 16,1-7-3-16,0 1 4 0,-3-5-2 16,2-2 1-16,1 2 27 0,-1-4 32 0,-3 2 20 0,4-5-11 15,0 0-13-15,0 0 1 0,-4-13-8 0,0 6 8 0,3-4-7 16,-2-2 5-16,2-4-7 0,1-2 1 0,0-1-11 31,1-7-3-31,2 8-2 0,-2-6-5 0,4 0 10 16,2 7 6-16,-5 0 4 0,6 0-4 0,-2 1 2 15,2 2-16-15,-3 4-1 0,8-3-10 0,-4 5 3 16,1 1-2-16,-1 0-5 0,2 2-7 0,-1 0-10 16,1 0-37-16,2 1-34 0,0 1-41 0,1 3-46 15,-2 0-47-15,2-1-50 0,-1 2-61 0,-4 0-213 16,5 0-567-16,-2-1 251 0</inkml:trace>
  <inkml:trace contextRef="#ctx0" brushRef="#br0" timeOffset="4153.79">6616 2003 37 0,'0'0'221'0,"0"0"-25"16,0 0-9-16,0 0-21 0,0 0-16 0,0 0-13 16,0 0-16-16,26-5-8 0,-15 0-15 0,7 3-8 15,0-4-13-15,1 1-2 0,0-2-9 0,-2 0-5 16,6-3-10-16,-4 2-4 0,3-8-8 0,-4 6 0 15,5-6-11 1,-8 6 5-16,-1-2-10 0,-5-3 5 0,0 3-8 16,-3 2 0-16,-1 0 2 0,-1-1 3 0,-1 2-5 0,-6 1 0 15,2 2 0-15,-4 0-7 0,-4 1 6 0,0 2-3 16,-5 0 1-16,-4 4 1 0,-1 1-3 16,1 5-4-16,0 3 2 0,0-2-3 0,3 4 1 15,-3 0-3-15,0 5-1 0,4-5-4 0,4 5 6 16,1-3 0-16,0 5 0 0,4-4 0 0,1 4 5 0,5-4-7 0,7-1 5 15,2-1 5-15,3-1-6 0,6-3 1 0,10 3-1 16,0-7 0-16,1-2-1 0,2-1-2 0,0-4-2 16,0-2 2-16,0-5 3 0,0 0 5 0,-3-3 6 15,-1-1 14-15,-5-3 11 0,-2 1 15 0,2-2 10 16,-9 2 2-16,1-4 0 0,-2-5 4 0,-3 2 4 16,1-2 5-1,-6 0-5-15,-1 4 11 0,-3 2 22 0,0 1 13 16,-1 5 17-16,4-1 4 0,-4 3-1 0,-3 1-5 15,2 4-29-15,1 0-12 0,-1 0-14 0,1 1-12 0,0 4-43 16,0 0-36-16,0 0-5 0,0 0-3 16,-5 9 4-16,2 6-3 0,-2 2 9 0,-3 6-1 15,6 5 8-15,-6 0-8 0,6 0 10 0,-1 0-16 16,3-3-17-16,3-1-14 0,-3-5-13 0,1 0-10 0,0-4-20 0,4-2-14 16,-2-1-24-16,-2-1-27 0,0-1-30 0,2-5-26 15,-2 0-26-15,-1-1-35 0,3-4-253 0,-3 0-558 16,0 0 247-16</inkml:trace>
  <inkml:trace contextRef="#ctx0" brushRef="#br0" timeOffset="4369.24">7145 1855 84 0,'0'0'256'0,"-6"0"-8"0,6 0-1 0,0 0-14 0,0 0 3 0,0 0 11 0,0 0-5 0,24-4-10 16,-2 1-11-16,11-2-21 0,4 3-12 0,1-5-15 31,16-1-1-31,4 2-12 0,-7-3-7 0,-16 2-13 0,-3 2-11 0,-4 1-14 16,-8-2-10-16,-1 3-20 0,-9 1 10 0,1 0-14 15,-4 2-2-15,-2-1-14 0,-1 0-20 0,1-1-28 16,-5 2-45-16,0 0-39 0,0 0-50 16,-19 3-48-16,1 1-66 0,-4 0-76 0,4 3-249 0,-9-2-602 15,7 0 266-15</inkml:trace>
  <inkml:trace contextRef="#ctx0" brushRef="#br0" timeOffset="4955.06">5035 3563 92 0,'3'-4'290'0,"-2"0"-4"0,2-1-11 0,-2 1-8 15,0 3-20-15,-1 1-8 0,2-8-35 0,-2 8-18 16,0 0-19-16,0-3-20 0,0 3-22 0,0 0-21 16,0 0-11-16,0 0-12 0,0 0-5 0,-8 17-11 15,2-5-5-15,-5 2-5 0,2 2-3 0,-1 1-7 16,-5 6-22-16,1 0-16 0,-4 1-14 0,5-1-24 0,-3 1-20 0,7-8-19 15,-3 0-15-15,-1-2-15 0,7-4-11 0,-1 0-3 16,1-3-12-16,-1-1-9 0,3-5-17 0,0 2-28 16,4-3-158-16,0 0-365 0,-10-10 161 0</inkml:trace>
  <inkml:trace contextRef="#ctx0" brushRef="#br0" timeOffset="5139.71">4849 3738 411 0,'0'-17'73'0,"4"-1"22"0,0 2 18 0,-3 0 25 16,1 1 6-1,0 3 16-15,2 0 7 0,-3 3 5 0,0-1 7 16,2 3-7-16,-1 2-11 0,-1 0-18 0,2 1-11 15,-2 0-19-15,-1 0-13 0,0 4-11 0,5-2-10 16,-5 2-9-16,0 0-5 0,13 6-9 0,-4-1-5 16,0 3-1-16,0 1-7 0,5 4-2 0,-5 2 0 15,5-3-5-15,5 11-3 0,-1-1-5 0,-3 0-24 16,-2-6-24-16,-1 2-19 0,-2-3-22 0,0-5-18 0,-4-1-38 0,1 4-36 16,-3-6-37-16,1 0-50 0,-5-2-137 0,0 2-409 15,-1-3 182-15</inkml:trace>
  <inkml:trace contextRef="#ctx0" brushRef="#br0" timeOffset="5324.5">4831 3725 63 0,'-9'0'235'0,"9"0"-11"0,0 0-10 15,-9 0-6-15,9 0-12 0,0 0-13 16,-6 0-10-16,6 0-19 0,0 0-11 0,0 0-8 15,0 0 1-15,18 2-13 0,-2-2-6 0,14-2-14 16,7-2-6-16,19-4-24 0,-1 3-57 0,-3-2-59 0,6 2-89 0,-6 2-87 16,-12-6-148-16,9 4-397 0,-10 0 176 0</inkml:trace>
  <inkml:trace contextRef="#ctx0" brushRef="#br0" timeOffset="5740.46">6110 3584 132 0,'0'0'208'0,"0"0"-18"0,0 0-14 16,0 0-4-16,0 0-9 0,0 0-14 0,22-1-12 16,-9 1-15-1,4-3-11-15,4 3-11 0,-1-3-13 0,9 3-34 16,0 0-35-16,-6-2-53 0,-1-1-65 0,6-3-181 16,-10 3-304-16,2 0 135 0</inkml:trace>
  <inkml:trace contextRef="#ctx0" brushRef="#br0" timeOffset="5940.81">6073 3755 244 0,'-4'1'282'0,"2"2"-12"0,2-3-18 0,-7 1-8 16,7-1-32-16,0 0-22 0,0 0-18 0,30-4-17 0,-10 0-17 0,13 1-15 15,4-4-23-15,3 3-41 0,-3-4-53 0,4 3-60 16,11-2-90-16,-17 5-232 0,-2-2-405 0,4-4 180 16</inkml:trace>
  <inkml:trace contextRef="#ctx0" brushRef="#br0" timeOffset="11599.63">8685 2982 142 0,'0'-5'167'0,"0"5"3"0,0-4 2 15,0 4-3-15,0 0-1 16,0 0-8-16,0-8-2 0,3 6-6 0,-3-3-1 15,0 5-3-15,1-8-12 0,0 4-7 0,-1 1-13 16,4-1-10-16,-4 2-5 0,5-3-7 0,-3 0-16 16,1 2-5-16,2-1-9 0,-1 1-6 0,1-2-9 15,0 2-6-15,8 2-2 0,-7 0-9 0,6 1-4 16,-1 2-5-16,0-1-7 0,-1 3-2 0,6 4 0 16,-3 4-6-16,3 0 3 0,-4 5-7 0,2-3 4 0,2 8 3 0,-2 4-2 15,-4-2-5-15,-1 3 5 0,1 1-2 0,-6-5 8 16,-1 5-11-16,-3-1 0 0,-4-2 3 0,1-6 0 15,-2-1-2-15,-5 6-2 0,2-8 4 16,-1-1-1-16,-2-1 5 0,-1-2 5 0,3-3-1 16,0-2 11-16,3 1 3 0,0-4 8 0,0 2 16 15,1-3 29-15,2-1 9 0,3-2 25 0,-5 6 24 0,3-6 3 0,2 0-17 16,0 0-13-16,-5-10-15 0,6 3-4 0,3-3-11 16,1-5-18-16,4-1-3 0,1-7-7 0,-1 6-1 15,8-7-10-15,-7 2-8 0,8 3 5 0,-5-6-11 31,2 9-2-31,-3-1-2 0,2 2-6 0,0-1 2 16,-3 1-5-16,1-1-4 0,-2 3-1 0,-1 2-1 16,-1 3 0-16,-2 1-5 0,-1 0 4 0,-1-2-2 0,1 3-1 0,-4 1-4 15,2 3 0-15,-3 2-2 0,6-4 7 0,-6 4-24 16,4-2-3-16,-4 2-17 0,0 0-18 0,0 0 0 16,0 0 8-16,0 0 3 0,-5 17 9 0,0-7-1 15,-3 3 1-15,1 3 7 0,-1-1 3 0,0 4-1 16,1-2 0-16,0 2 15 0,3 1-7 15,-1-4 0-15,1 1 1 0,3-2 10 0,-3-2-7 0,4-2 6 0,2 0 4 16,0 0 0-16,-1-4 3 0,4 1 5 0,1-1-2 16,1 0 3-16,5-2 9 0,4 0-2 0,4-3-2 15,0-2 2-15,3 0-2 0,5 0 1 0,-7-2-2 16,-1-1-4-16,1 3 3 0,-2-2 0 0,-1-1-2 16,-4 1-3-16,-3 0-1 0,0 2 0 0,-3-3-1 15,-8 3-3 1,13 0 6-16,-9-2-7 0,-4 2 6 0,0 0-6 0,10-2-10 15,-10 2 5-15,0 0-11 0,5-1-3 0,-5 1-7 16,0 0-14-16,0 0-24 0,0 0-15 0,0 0-18 16,0 0-15-16,0 0-20 0,0 0-24 0,0 0-20 15,0 0-37-15,0 0-22 0,0 0-31 0,0 0-211 16,0 0-518-16,0 0 229 0</inkml:trace>
  <inkml:trace contextRef="#ctx0" brushRef="#br0" timeOffset="12238.41">9978 3094 20 0,'0'-5'223'0,"0"5"-13"16,0-9-3 0,3 5-3-16,-3 4-11 0,-3-10-14 0,-1 3-10 15,4 5-13-15,-5-5-14 0,5 7-11 0,-9-5-17 16,4 3-10-16,-3 0-9 0,-6 1-10 0,2-1-8 16,-5-1-8-16,0 6-7 0,-2-1-5 0,0 3-7 15,1 0-7-15,-1 4-2 0,1-2-5 0,-1 3-5 16,-3-2 5-16,7 4-11 0,-3 1-3 0,5 0-5 15,-5 0 0-15,5-1-3 0,0 3 2 0,4-2-3 0,1 0-1 0,4-1 0 16,1 0 0-16,1 1-1 0,6-1 1 0,-1-5 2 16,3 4 0-16,1-3 12 0,6-1-3 15,-1-2 0-15,8-3 1 0,-5-2-2 0,7 0 5 16,0-2 1-16,-4-2 1 0,2-1 7 0,-1-3 3 0,2-4 3 16,2-3 10-16,-6 1 5 0,4-3 2 0,-11 0 8 15,7-4 1 1,-7-3-8-16,-1-4-5 0,0-1 0 0,-4-2-8 15,-1-1 0-15,0-1-1 0,-4-2 0 0,-4 4-5 0,3-1 14 0,-7 1 1 16,7 5 27-16,-6 1 2 0,3 7-9 0,1 2 6 16,-1 4 6-16,0 3-3 0,2 0-11 0,0 5 1 15,1-2-21-15,1 0-7 0,0 2-35 0,-4 3-48 16,4 1-21-16,0 0 11 0,0 0 0 0,-4 18 3 16,3-3 5-16,1 4 6 0,0 7 4 0,-3 3 7 15,3 3-1-15,-1 3-1 0,5-2 10 16,-3 3-1-16,3-1 3 0,0-1 1 0,-3-4 18 15,3 1-20-15,0-4 5 0,1-3 3 0,-3-6 0 16,2 0 0-16,-1-6 3 0,-2-2-11 0,2 0-23 0,-2-2 4 16,-1-2-13-16,1-1-5 0,2 1 4 0,-3-6-9 15,1 5-8 1,-2-3-9-16,1-2-16 0,0 0-78 0,0 0-72 16,0 0-70-16,0 0-223 0,-13-12-572 0,13 6 254 15</inkml:trace>
  <inkml:trace contextRef="#ctx0" brushRef="#br0" timeOffset="12686.16">10112 2963 83 0,'11'-7'260'0,"1"0"-17"0,1 1-11 0,-2 1-20 16,2 4-18-16,1-2-19 0,2-1-15 15,-2 4-8-15,0 2-14 0,5 3-10 0,-4 2-11 0,3 0-8 16,-2 5-12-16,-2 2-7 0,-2 3-9 0,1-2-1 15,-1 8-13-15,-6-5-4 0,-1 3-6 0,-3-1-7 0,-2 5 0 16,0-7-8-16,-6 3-4 0,1-5-1 0,1 0-1 16,-3 0-3-16,-1-2-5 0,-1 0 2 0,0-4 2 15,0-3 2-15,2 0 4 0,1-2 16 0,1 1 9 16,0-1 22-16,1-3 22 0,2 0 30 0,-2 0 24 16,4-2-12-16,0 0-6 0,0 0-17 0,-2-11-15 15,4 0-8-15,4 0-23 16,1-7-1-16,2 0-7 0,9-6-12 0,0 0-15 15,3-5 0-15,-2 7-11 0,-1 1-5 0,-1 5-2 16,1-3-5-16,-6 1 1 0,-2 9-11 0,-4-1 2 16,0 3-1-16,1 1-7 0,-5 1-38 0,1 1-32 15,-3 4-3-15,0 0 3 0,0 0 15 0,6 20-3 16,-7-8 19-16,-2 3-11 0,1 3 1 16,-3 10 10-16,1-9 2 0,0 7 8 0,-1 1 1 0,5-3-1 0,-1-5 2 15,2 3 5-15,2-4 5 0,0-1 0 0,5-1-4 16,1-2-15-16,7-4-24 0,11 0-36 0,0-2-50 15,7-4-64-15,1-4-58 0,5-2-85 0,-2-4-188 16,14-5-578-16,-14 1 256 0</inkml:trace>
  <inkml:trace contextRef="#ctx0" brushRef="#br0" timeOffset="13287.69">11217 3113 22 0,'-8'3'222'0,"1"-3"-9"15,2 1-11 1,-1 0-11-16,6-1-10 0,-8 2-13 0,4-1-11 15,4-1-9-15,-5 1-9 0,5-1-9 0,0 0-7 16,-5 1-10-16,5-1-11 0,-3 2-8 0,3-2-10 16,0 0-4-16,-2 2-9 0,2-2-6 0,0 0 3 15,0 0-3-15,0 0 1 0,0 0 0 0,0 0-1 16,0 0-3-16,0 0 3 0,0 0 1 0,0 0 0 0,0 0 7 16,0 0 5-16,0 0 2 0,0 0 16 0,0 0-5 0,0 0 2 15,0 0-11-15,0 0-5 0,0 0-6 0,0 0-4 16,19-5-12-16,0 0-1 0,12 2-11 0,2-1 3 15,7-1-9-15,15-4 1 0,0 2-10 0,2-1-7 16,-2 3 3-16,-4 1-7 0,-11 1 2 16,-4-3 1-16,-2 4-3 0,-6-2-13 0,-5 2 7 0,-6 0-1 15,-4-1 1 1,-3 1-3-16,-2 2 10 0,-1-1-9 0,-2-2 1 16,-5 3 0-16,9-3 2 0,-9 3-2 0,0 0 9 15,9 0-13-15,-9 0 0 0,0 0-25 0,0 0-18 16,0 0-12-16,0 0-26 0,4 6-33 0,-4-6-33 15,0 0-41-15,0 0-32 0,-11 8-61 0,11-8-287 16,-7 3-607-16,7-3 269 0</inkml:trace>
  <inkml:trace contextRef="#ctx0" brushRef="#br0" timeOffset="14388.92">12113 2900 242 0,'0'-6'298'0,"0"0"-8"0,-1 2-15 0,2 1-6 0,-2-2-19 0,1 5-6 15,1-7-21-15,-1 7-20 0,-1-5-17 0,1 5-22 16,0-4-15-16,0 4-16 0,0 0-18 0,0 0-13 16,0 0-14-16,0 0-6 0,0 0-12 0,0 0-13 15,0 0-1-15,8 10-12 0,-7-4-2 0,0 1-3 16,8 1-3-16,-4 4-5 0,3 2 11 0,1 1-11 15,1-1-9-15,-1 0-17 0,4 1 2 0,-2-1-8 0,1-2-9 16,-1-4 2-16,-2 1-1 0,0-2 3 0,2-2 0 31,-1-2 0-31,-1-1 3 0,1-2-1 0,1-1 2 16,-2-2 1-16,4-1 1 0,-4-3 3 0,0 0 13 0,0-2 13 0,1-1 1 0,-5 0 11 0,3 1 6 0,-3-3 15 16,-1 0 5-16,2 2 0 0,-3-1 19 15,-2 2-1-15,3 2-1 16,-1 0 1-16,-2 2-8 0,0 1-8 0,-1-2-9 15,3 2-5-15,-3 3-15 0,0 1-22 0,1-5-25 16,-1 5-25-16,0 0-8 0,0 0 14 0,0 0 6 16,3 20-6-16,-3-10 8 0,0 8-1 0,0 1 2 15,0 7 2-15,0 8 3 0,0-3 4 0,0 5 4 16,1 10 1-16,0-12 1 0,0-2-3 0,-1 6 8 16,3-4 7-16,-2 0-14 0,-1-1 3 0,-1-1 0 0,-2-4 3 0,2-2-8 15,1 0 2-15,-5-6-8 0,1-4 2 16,2-2 6-16,-5-3-1 0,2 0 0 0,-4-1 3 15,3-1 1-15,-6-2 16 0,2-1-3 0,-3-3 10 0,2-1 4 16,-6-1 7-16,2-2 13 0,1-1 10 0,1-1 6 16,-1-3 7-16,2 0 18 0,3-1-3 0,-2-6 7 15,2-2-2 1,2-1-7-16,5-4-11 0,1-8-11 0,4-5-13 16,9 1-6-16,5-1-8 0,-1 1-6 0,12-7-5 15,-3 8-2-15,0 2-3 0,11-3 2 0,-8 10-6 16,0 3-3-16,2-2-4 0,-5 4-4 0,-2 1 7 15,-4 7-2-15,-2-1-4 0,-7 2-1 0,-1 4 1 16,0 0 0-16,-3 1 4 0,1 0-7 0,-5 1 1 16,-2 2-7-16,8-2-16 0,-8 2-25 0,4-4-29 0,-4 4-36 0,5-2-25 15,-5 2 4-15,0 0 8 0,0 0-11 0,0 0-13 16,-6 13-12-16,3-6-21 0,-2-2-26 0,0 3-18 16,-2 0-23-16,5 0-33 0,-3-3-41 0,1 3-193 15,0-3-557-15,4-3 248 0</inkml:trace>
  <inkml:trace contextRef="#ctx0" brushRef="#br0" timeOffset="15044.32">13243 3021 206 0,'-4'-5'235'16,"-1"-1"-10"-16,0-2-23 0,-3 0-16 0,-2 1-11 15,1 0-16-15,0 2-10 0,-5 1-7 0,1 0-20 16,-1 1-14-16,-2 2-12 0,-4 1-9 0,4 0-11 16,-5 0-6-16,1 2-9 0,1 3-3 0,1 2-8 0,-1 3-4 0,-1-1-5 15,5 1-6-15,1-2-5 0,0 3-1 16,-1 2-3-16,5-4-4 0,2 1-1 0,0 4 0 15,4-1-3-15,0-3 0 0,4 4-2 0,2-4-1 16,2 2-1-16,2-3 2 0,4 3-1 0,2-4 0 16,3-1-4-16,4-2 0 0,0 0 2 0,2-1-3 15,-2-4-1-15,3-3 0 16,-3 2 3-16,1-4-1 0,-3-2 9 0,0-1 2 16,0-2 7-16,-2-2 2 0,-3-1 12 0,1-3-3 15,-4-1 6-15,5-5 0 0,-8-6 3 0,-2 4-3 16,0-1 5-16,-5-1-5 0,1 0-1 0,-3-3-4 15,-1 2 12-15,-1 0 2 0,-1 3 14 0,-2 4 12 16,3 3 10-16,0-1 5 0,-3 1 9 0,2 7 3 16,2 0 30-16,-1-1-16 0,3 5-9 0,-1 0-10 0,0 1-16 0,1 1-23 15,-1 1-2-15,3 1-32 0,0 2-26 0,0 0 3 16,0 0-10-16,-6 12 12 0,5-4-8 16,-1 9 9-16,1 0-9 0,0 3 2 0,2 6-5 15,2 3 0-15,0-3 12 0,1 5-1 0,0 1-3 16,0-2 1-16,2 1-2 0,0-5-7 0,1-1 4 0,-6-7 0 15,3-3 6 1,0-3-10-16,-3-1 9 0,1-4-3 0,0 0 1 16,-2 0 2-16,2-2-2 0,0-1 10 0,-2 0 12 15,4-2 7-15,-4-2 11 0,1 4 11 0,-1-4 1 16,-1 4-1-16,1-4-2 0,1 4-10 0,-1-4-3 16,0 0 0-16,0 0 0 0,0 0-6 0,0 0-19 15,0 0-19-15,0 0-23 0,0 0-31 0,0 0-36 16,0 0-34-16,0 0-37 0,0 0-33 0,0 0-70 0,0 0-76 0,0 0-68 15,0 0-222-15,18-12-686 0,-13 9 303 0</inkml:trace>
  <inkml:trace contextRef="#ctx0" brushRef="#br0" timeOffset="15678.42">13406 2897 112 0,'0'-6'352'0,"3"3"-2"15,-3-1-8-15,0 4-20 0,1-6-29 0,-1 2-32 16,0 4-25-16,3-3-27 0,-3 3-17 0,1-2-32 16,-1 2-13-16,0 0-19 0,0 0-9 0,0 0-18 15,0 0-5-15,9 9-13 0,-5 0-13 0,0-5-6 16,-2 3-13-16,2 2-18 0,0-2-5 0,0 3-11 0,1 0-4 16,-1-1-8-16,0 1-2 0,-3-3 0 0,4 0-13 0,0 1-5 15,-2-3-3-15,-2 0-1 0,1 2 4 0,0-3 4 16,-2-4 1-16,0 0 1 0,1 5 13 0,-1-5 11 15,0 0-1-15,0 0 0 0,0 0-2 0,17-13-4 0,-15 6 4 16,2 1-3-16,1 2 8 0,-2-4 4 0,2 1 7 16,0 0 5-16,-2 0-3 0,1 2 5 0,0-2 16 15,-1 3-4-15,-3 4-3 0,4-5 4 0,-4 5-9 16,4-4-11-16,-4 4-3 0,0 0-13 0,4-3 5 16,-4 3-9-16,0 0-3 0,0 0 1 0,7 12-6 15,-2-1-4-15,-2 3 6 0,3 5-5 0,-2 5 3 16,1 3 5-16,-2 1-7 0,1 4 1 0,-1 3 7 15,-3 0-11 1,-3 12 6-16,1-11 0 0,0 10-3 0,-1-13 18 16,-2-1-16-16,1 1 5 0,-4-1-1 0,1-4 1 15,-1-3-3-15,-1-1 5 0,1-9-6 0,1-3 9 0,2 1-10 16,-4-6 12-16,2 2 22 0,-1-3 13 0,-4-1 12 16,3-4 12-16,-5-2 10 0,5-4 10 15,0 1 13-15,0-4 4 0,4-2 6 0,-4-5-2 16,8-2-9-16,1-1-11 0,2-10-15 0,10-1-4 0,2-4-10 0,10-13-7 15,6-1-19-15,1-3-10 0,5 1-13 0,0 2 2 16,5 5-4-16,-4 2-1 0,1 5-8 0,-11 13-4 16,-1 0 8-16,-2 5 1 0,-1 0-2 0,-9 7 4 15,0 1 4-15,-6 1 6 0,2 3-6 0,-5 1-1 16,-1 1 0-16,1-1-5 0,-1 2-16 0,0 1-15 16,-4 1-30-16,5-2 0 15,-5 2 5-15,0 0-3 0,0 0-9 16,-6 15-15-16,2-9-32 0,-3 2-37 0,5 2-33 0,-6-1-35 15,3-2-37-15,0 3-32 0,1 0-53 0,2-3-328 16,0-2-716-16,2-5 317 0</inkml:trace>
  <inkml:trace contextRef="#ctx0" brushRef="#br0" timeOffset="16130.88">14396 3023 178 0,'-7'0'241'0,"-1"2"-8"0,8-2-19 15,-11 1-13-15,6-1-17 0,5 0-11 0,-8 0-19 0,8 0-7 16,-5 1-7-16,5-1-3 0,0 0-11 0,0 0-5 15,0 0-10 1,-5 3 4-16,5-3-4 0,0 0-4 0,0 0-2 16,0 0 5-16,0 0-3 0,0 0 0 0,0 0-5 15,0 0 2-15,0 0-10 0,0 0 3 0,0 0 5 16,0 0-4-16,0 0-5 0,0 0-9 0,0 0-17 16,22-9-2-16,-4 8-9 0,1-5-6 0,8-4 7 15,3 3-20-15,6 2 6 0,1-2-9 0,0 2 4 16,2-3 8-16,0 3 4 0,2 1-7 0,-5-1 5 0,-4 2 0 0,-5 2 8 15,-8-2 8-15,-8 2 2 0,2-1 1 0,-4 2 4 16,-3-4 3-16,1 4-1 0,-3 0-3 16,-4 0 2-16,8-1-7 0,-8 1-14 0,8-1-17 0,-8 1-18 15,0 0-29-15,0 0-44 0,0 0-58 0,0 0-34 16,-24 2-36-16,14 0-53 0,-2 2-40 0,5-3-82 16,-2 1-301-1,9-2-715-15,-13 1 317 0</inkml:trace>
  <inkml:trace contextRef="#ctx0" brushRef="#br0" timeOffset="17178.62">15235 2704 84 0,'0'0'208'16,"0"0"-15"-16,-9 0-17 0,9 0-13 0,-5 1-13 16,5-1-21-16,0 0-11 0,-4 2-10 0,4-2-11 0,-1 4-11 15,1-4-6-15,1 9-12 0,1-8-7 0,0 5-2 16,2 2-4 0,3-5 2-16,1 6-9 0,3-1 1 0,6-1 6 0,1 2-3 0,5 1-7 15,-2-2-1-15,4 4 2 0,2-3-11 0,-9 2-1 0,1-5-3 16,0 2-3-16,-3-1-1 0,-1 3-3 15,-5-3-5-15,-1-2 0 0,-1 2-4 16,-3 0 0-16,-3 3 1 0,0-3 2 0,-2 5-2 16,-3 0 8-16,-6 3-8 0,-1 2-2 0,-8 4 1 15,4-6-2-15,-6 4 1 0,-1-2-7 0,-3 3 5 16,-2-2-2-16,3-3 1 0,0 2-3 0,9-6 3 16,-5-1-1-16,4 1 2 0,0-2-1 0,3-1-4 15,2-3 3-15,0 0-5 0,3 2 6 0,3-4-7 16,-1-1 9-16,1 2 5 0,4-2 14 0,0-2 14 0,0 0 14 15,9 5 2-15,2-3-3 0,6-3-5 0,5 1-1 16,10-3-5-16,4 0-9 0,2-2-1 0,2 3-5 16,-2-2-3-16,0 1-3 0,-2-1-5 0,0 1 1 15,-7 0-1-15,-7 1-3 0,0 0-2 0,-5-1-2 16,-6 3 0-16,-1-1 1 0,-3 0 3 0,-1-1-8 16,-6 2 0-16,9 0 3 15,-9 0-7-15,0 0-7 0,0 0-15 0,0 0-19 16,0 0-20-16,0 0-21 0,-24-4-14 0,13 4-25 15,-1-1-16-15,0 1-44 0,2-3-51 0,1 1-220 16,-4-3-481-16,4-1 213 0</inkml:trace>
  <inkml:trace contextRef="#ctx0" brushRef="#br0" timeOffset="17600.3">15206 3033 53 0,'-7'2'224'0,"7"-2"-17"0,-10 3-14 15,10-3-12-15,-6 0-11 0,6 0-7 0,0 0-14 16,0 0-10-16,-9 0-7 0,9 0-12 0,0 0-7 15,0 0-7-15,0 0-7 0,-7 3-1 0,7-3-5 16,0 0-3-16,0 0 1 0,0 0-2 0,0 0-4 0,0 0 1 0,0 0-11 16,0 0-7-16,0 0-5 0,0 0-10 0,0 0-3 15,27-7-3-15,-9 6-5 0,2-1-8 0,9-3 1 16,-3 0-6-16,6 2 0 0,4-3-8 16,14-8 4-16,-13 5-8 0,0 4 3 0,0-2-1 15,-1 5-2-15,-7-3 0 0,1-2-3 0,-11 4 9 16,0 1 2-16,-9 0 6 0,-2 0 2 0,1 1 9 0,0-2 1 0,-4 2 4 15,-5 1-4-15,9-3 15 0,-9 3-23 0,6-2-4 16,-3 1-14 0,-3 1-23-16,0 0-19 0,0 0-37 0,0 0-24 15,0 0-31-15,-19 5-21 0,12-3-27 0,1 1-32 16,2-2-48-16,-2 0-213 0,6-1-495 0,0 0 220 16</inkml:trace>
  <inkml:trace contextRef="#ctx0" brushRef="#br0" timeOffset="18219.3">16335 2899 246 0,'-1'-4'237'0,"0"-3"-20"0,-3 3-19 0,-1 1-18 0,-4-4-17 16,-1 4-15-16,-2 1-15 0,-2-1-14 16,-4 1-10-16,-4 1-9 15,2 0-12-15,-1 1 0 0,-7 2-10 0,0 2-3 16,1-2-5-16,-2 5-5 0,10-3-4 16,-3 3-7-16,3-1-6 0,1 2-4 0,0 0-4 0,2 2 0 0,4 0-14 15,1-1 1-15,3 1-2 0,2 4-2 0,0-2-1 16,6 0 2-16,0-2 4 0,6 2-5 0,1-3 3 15,3-1 4-15,7 1-2 0,2-3-6 0,1 1 1 16,1-5-3-16,9 3 3 0,-2-5-4 0,0-5-2 16,-1 0 4-16,-7-2 3 0,1 2 12 0,4-9 5 15,-2-1 0-15,-5-2 8 0,-3 2-5 0,1-7-1 16,-5 6 3-16,-3-1 5 0,-2-3 4 0,-2-6 2 16,-1 1-2-16,-2 0 1 0,-2-2-2 0,-3-1 7 0,0-3 11 0,-1 0 2 15,-3 2 0-15,2 5 16 0,-2 4 17 0,4 2 6 16,-1 3 5-16,4 4 30 0,-3 0-9 0,0 5-17 15,4-1-21-15,-1 3-6 0,1-1-19 0,-3 3-30 16,3 2-39-16,-2-4-26 0,2 4-16 0,0 0 26 16,-4 21-8-16,4-10 2 0,0 7 4 0,-1 1-21 15,1 6 23-15,0 1 11 0,1 0-8 0,0 1-1 16,7 0 3-16,-4 1 1 0,-2-4 0 0,2-4-2 16,4-1 4-1,-3-5 5-15,1 2 1 0,-3-5-3 0,-2-3 0 16,2 1 1-16,-2-1-1 0,0-5 2 0,-1 3 2 15,1-1 4-15,-1-5-2 0,2 7 9 0,-2-7 0 0,1 3-2 16,-1-3-2-16,0 0-1 0,0 0-9 16,3 5-20-16,-3-5-47 0,0 0-84 0,0 0-71 0,0 0-59 15,6-13-94-15,-2 6-291 0,2-2-718 0,3-6 319 16</inkml:trace>
  <inkml:trace contextRef="#ctx0" brushRef="#br0" timeOffset="18697.8">16591 2563 106 0,'0'0'270'0,"0"0"-32"0,0 0-23 0,0 0-22 16,0 0-10-16,0 0-17 0,7 11-10 0,-1-5-11 15,3 2-14-15,1 2-12 0,3-1-8 0,-1 4-14 16,2-2-5-16,-1 4-11 0,0-2-10 0,-3-2-5 15,2 4-6-15,-2-1-4 0,-5 1-4 0,3-6-5 16,-3 3-2-16,0-2 4 0,-4 2-6 0,-1 0 3 0,0-1 1 0,-6 0-7 16,-1 1 2-16,-3-1-3 0,-4 2-1 0,0-1-2 15,-4 0-1-15,2 1-5 0,-9-1-5 0,8 0 1 16,0-3 0-16,-1-1-5 0,2 1-4 0,5-3 2 16,1 0-4-16,2-2-4 0,2 0-1 15,0 0 2-15,2-1-1 0,4-3 2 0,-8 3 14 16,4 1 13-16,4-4 5 15,0 0 8-15,0 0 18 0,0 0 1 0,16 3-2 16,-4-4-3-16,6 0-10 0,5-4-2 0,5 4-5 16,0-5-8-16,4 3-7 0,0-4 5 0,0 5-1 15,0-1 3-15,-4 0-28 0,-6 1 21 0,0-1 0 16,-2 3 12-16,-6-4-4 0,-5 3 12 0,4 0 12 16,-13 1-2-16,10 0-1 0,-2-1-3 0,-8 1 6 15,0 0-1-15,10-2-10 0,-10 2-2 0,0 0-4 0,0 0-12 0,0 0-13 16,0 0-6-16,0 0-24 0,0 0-28 0,0 0-25 15,0 0-31-15,0 0-35 0,0 0-33 0,0 0-35 16,0 0-36-16,-45 2-52 0,37-2-82 0,-2-2-220 16,10 2-630-16,-14-6 279 0</inkml:trace>
  <inkml:trace contextRef="#ctx0" brushRef="#br0" timeOffset="19003.3">16652 2839 163 0,'0'0'349'0,"-10"3"-5"0,10-3-1 16,-4 0-1-16,4 0-12 0,0 0-13 16,0 0-25-16,0 0-22 0,0 0-20 0,0 0-30 15,0 0-22-15,32-7-22 0,-9 4-27 0,9-2-3 16,3-1-16-16,2 0-12 0,1 0-14 0,0 1-9 15,3-1-11-15,-5 0-11 0,1 1-1 0,-6 0-2 16,-11 3 2-16,1-2 10 0,-9 3-1 0,1 0 7 0,-4-2 3 0,-2 2 0 16,0-2-3-16,-2 3-1 0,0 0-8 0,-5 0-8 15,8 0-9-15,-8 0-13 0,0 0-19 0,5-1-24 16,-5 1-43-16,0 0-44 0,0 0-41 0,0 0-58 16,0 0-48-16,0 0-62 0,0 0-112 0,-13 9-310 0,13-9-772 15,0 0 342-15</inkml:trace>
  <inkml:trace contextRef="#ctx0" brushRef="#br0" timeOffset="22243.48">8137 3931 101 0,'0'0'149'0,"0"0"-11"0,0 0-11 0,0 0-10 0,0 0-16 16,0 0-3-16,0 0-8 0,0 0-6 0,0 0-8 16,0 0-12-16,0 0 5 0,0 0-13 0,10-8-1 15,-10 8-4-15,10-2-4 0,-7-3 0 16,1 2-6-16,1 2-1 0,1-2-3 0,-1 0-4 15,4 2-2-15,0-3-3 0,1 3-1 0,3-2-4 0,-4 1 1 16,0-1-5-16,4 0 0 0,-3 2-1 0,4-2 2 16,-2 1-6-16,0 2 0 0,1-1-2 0,5-1-3 0,0 0 3 15,2-1 3-15,-2-1-7 0,4 3 4 0,-3 1-4 16,9-4-2-16,-1 1 1 0,3 3-2 0,-1-3 5 16,3 1-3-16,-1-2-3 0,3 1 2 0,-1 2 0 0,-1 0 2 15,1-3-4-15,-1 4-2 0,1-2-3 16,-1 0 4-16,3 1-1 0,-4-2-2 0,2 3 0 15,0-3 7-15,0 3-6 0,2-2-3 0,-2 2 4 16,3-1-2-16,-3 1 4 0,2 0-4 0,-1 0-1 0,3 1 3 0,-3-2-2 16,1 0 0-16,-3 1 2 0,4 0 2 0,0 0-4 15,-2-2 3-15,-1 2 1 0,4-3-3 0,-5 6 1 16,1-4 0-16,1-1-2 0,-4 4-2 0,1-5 0 16,1 2 6-16,-4-2-3 0,0 3 3 0,-1 0-9 15,5-3 3-15,-4 3 2 0,0 0 1 0,0 0-2 16,2-3 1-1,-10 2 3-15,10 0-8 0,-1 1 3 0,-2 2 4 16,0-2 0-16,1 0 1 0,-2-1-3 16,-5 1-1-16,11 0-1 0,-5 0 5 0,-5 1 0 15,7-2-5-15,-2 0 5 0,-4 1-4 0,6 0 3 16,-2 1-1-16,1-1 3 0,2 0-3 0,-2-2-1 16,1 2-1-16,0-2 2 0,0 0-2 0,1 0-3 15,-3-1 8-15,4 1-2 0,-5 1-3 0,-4 0-4 0,-1-1 1 0,7 0 5 0,-7 1-3 16,2-1 1-16,5 2 2 0,2-3-2 0,-3 3 6 15,-4 0-7-15,-1 0-6 0,6-3 7 0,-2 3 2 16,-5 0-1-16,8 0 1 0,1 3-1 0,-10-3 1 16,3 0-1-16,4-3 3 0,-5 6-2 0,5-3-11 15,-4 0 10-15,-2 0 1 0,9-3-1 0,-1 6 0 16,-1-6 4 0,3 1-3-16,-1 2-1 0,1 0 0 0,0 0-4 0,-1-2 3 15,1 3-5-15,1-5 12 0,0 4-6 0,3-2 0 16,-5 1-4-16,2 0 7 0,0 1-2 0,0-1 1 15,0-1-5-15,4 2 2 0,-4-3 0 0,1 3 4 16,3 3-4-16,-2-3-1 0,1 0 3 0,1-3 3 16,-1 6-1-16,0-3-5 0,3-3 2 0,-1 1 2 0,-1 0-2 15,1 2 2-15,3-1-6 0,-5 4 6 0,1-3-1 16,0-2 1-16,-4 2-3 0,3-1 1 0,-3 2-2 16,3 1 0-16,-2-1-9 0,1-2 10 0,-1-1 2 15,-1 1 1-15,1 0-10 0,2 1 8 0,-2 0 3 16,0-3 0-16,0 3-2 0,4-3 1 0,-2 2-1 15,2 1 2-15,-3-1-2 0,6-2 0 0,-3 2-1 16,0-3-1-16,1 4 7 16,-3-1-9-16,2-1 2 0,1 1 0 0,-2-2-2 15,1 3 7-15,-1 0 0 0,2 0 1 0,1-2 4 16,0-1 3-16,-2 2-3 0,4 0 3 0,-3-1-2 16,1 2-3-16,2 0 2 0,-2-3-1 0,15-1-4 15,-4 3 5-15,-11-4-4 0,13 1-1 0,0 4-4 16,-15 0 1-16,15-3 1 0,-13 1 6 0,13 0-4 15,-12-1 1-15,11 0-2 0,-13 2 2 0,15 1-1 0,0-3 3 16,-16 2 1-16,16-2 2 0,-5-2-4 0,-6 5 2 16,7-3-8-16,2 1 11 0,1 1-5 0,-2 0-2 15,1 1 0-15,3 1-1 0,-4-3-3 0,-9 0 0 0,14-1 0 16,-4 2 1-16,3-1 1 0,-16-2-3 0,16 1 4 16,-1 1-5-16,-3 1 5 0,-9-1 0 15,10-2 5-15,4 4-5 0,-4-3 3 0,4 1 2 0,-4-2-3 0,-1 1 1 16,5-1 0-1,-3 3-3-15,-2-3 5 0,5 1-4 0,-5 0 2 0,6 2-1 16,-3-2 0-16,0 0 3 0,5 0-3 0,-1 1 2 16,1 0-1-16,4 0-3 0,-4 0 7 15,2-2-4-15,1 3 0 0,-2-3-4 0,1 0 1 16,1 3-1-16,-2-2 6 0,-4-1-2 0,3 2-1 16,-1-3 8-16,-1 3-9 0,3-1 0 0,-3-1 8 0,0 4-10 15,3-3 3-15,-2 5-1 0,4-4-9 0,-1-2 9 16,0 1-6-16,4 0 3 0,-3 5 4 0,3-5-5 15,-1 2 0-15,-2-1 1 0,2 0 2 0,-1-1 1 16,0 1-1-16,3-1 7 0,-3 2 2 0,1-1 3 16,2-2-3-16,-1-1 4 0,1 3-3 0,-1 0-3 15,-1 0 3-15,2 2-1 0,-1-1-5 0,0 0 1 0,-2-1-1 0,4-2 5 16,-4 4-4-16,4-4 0 0,-3 2 1 0,29 0-1 16,-32 1 1-16,3-1 1 0,-1-1 5 15,0 3-1-15,0 0-1 0,5-3 7 0,-7 0-8 16,1 3-1-16,3 0-6 0,-4-1 6 0,4-3-4 15,-4 1-1-15,3-1 2 0,1 3-5 0,-2-2 5 0,5 3 0 16,-6-1-4 0,0-2 4-16,2-2-1 0,-2 1 3 0,2-1 2 15,-2 2-3-15,-1-1 2 0,2 1-1 0,0 1 1 16,-3-1-5-16,5-1 3 0,-1 2 0 0,-5-1-3 16,6 0 4-16,-2 2-3 0,-2-3 0 0,-3 0-1 15,3-1 3-15,-1 3 10 0,0 2-10 0,1-3 1 16,-1-1 1-16,-1 1-1 0,4-2 0 0,0 0-1 15,-2-2-1-15,2 2-2 0,-1-2 2 0,-2 3-1 0,-5 1 1 0,4-7 0 0,1 5-2 16,-1 0 2 0,0 0 7-16,-3-3-9 0,4 2-1 0,-3 0-1 0,0 1-1 0,0 1 1 0,1-3 1 15,1 3-3-15,-4-2-1 0,4 1 2 0,-7-2-3 0,-13 5 2 16,16-2-2-16,-5-3 2 0,-11 3 3 0,-1 0 2 16,0 1 4-16,-1-1 0 0,0-2 1 15,-2 2 0-15,3-1 1 0,-5 2-1 0,1-1 11 16,-3 3-11-16,-2-4-1 0,-11 1 4 0,4 0 11 15,-2 0 1-15,-2 2 4 0,-8-1 8 0,5-1 13 16,-9 3 1-16,4-1 6 0,-4 1-2 0,0-1-3 0,2 2-5 16,-7 0-2-16,6-1-9 0,-6 1-2 15,0 0-18-15,8-3-22 0,-8 3-25 0,4 0-36 16,-4 0-29-16,0 0-44 16,0 0-52-16,0 0-72 0,0 0-252 0,0 0-556 15,0 0 247-15</inkml:trace>
  <inkml:trace contextRef="#ctx0" brushRef="#br0" timeOffset="37838.01">8796 4521 148 0,'0'0'220'0,"-5"0"-4"15,5 0-1-15,-4-5 5 0,4 5-14 0,-2-4-10 16,0 1-10-16,2 3-14 0,0 0-11 0,0 0-14 15,-3-3-10 1,3 3-14-16,0 0-10 0,0 0-16 0,-4-4-11 0,4 4-9 0,0 0-12 0,0 0-10 0,0 0-12 31,0 0-7-31,0 0-10 0,0 0-9 0,0 0 0 16,0 0-3-16,0 0 1 0,-2 12-3 0,2-12-2 16,3 7 2-16,-2 0-3 0,2-2 0 0,2 0 2 0,1 0-3 15,3 2 1-15,0 0-2 0,3 0 4 0,-1-1-5 16,8 1 1-16,-5 0-1 0,4 1 0 15,-1-1-1-15,-4-2-2 0,1 2 1 0,-3-2 1 16,1 0-3-16,-2-1 3 0,0 4-2 0,-1-1 0 0,-1-2-2 16,-3 1 3-16,0 2-5 0,1 1 5 0,-3 2 0 0,-4-2-1 15,-2 5 0-15,-2-2 3 16,-4 3 1-16,-6 7-1 0,-6-3 0 0,-3 2-1 16,0-1 2-16,-3 2-1 0,1-2-4 0,-4-1 2 15,3 0 0-15,0 1-2 0,1-3 0 0,3 0 2 0,7-5-1 16,-2-1-3-16,4-1 3 0,1-2-1 0,5-2-2 15,-1 2 1-15,3-4 2 0,1-1-4 0,1 4 0 0,-1-4-3 0,1 0 1 0,4 0 6 16,0-3 2-16,5 6 5 0,3-4 0 0,6-1 0 16,4-1 0-16,10-1 1 0,1-1-5 0,2-3 5 15,5 4-2-15,0-2 2 0,-2 0-3 0,2-1-2 16,-4-2-2-16,-4 4 2 0,0-3-2 0,-9 3-2 16,-3 1 2-16,-4-3 4 0,1 2 3 0,-4 2 7 15,0 0 1 1,-4 0 5-16,-5 0 5 0,9-3 8 0,-4 1 5 15,-1 1-5-15,-4 1-3 0,0 0-10 0,0 0-9 0,0 0-17 16,0 0-16-16,0 0-19 0,0 0-17 0,0 0-19 16,-25 3-27-16,19-3-32 0,6 0-49 0,-10-2-73 15,4 1-216-15,-1-1-510 0,7 2 226 0</inkml:trace>
  <inkml:trace contextRef="#ctx0" brushRef="#br0" timeOffset="38239.15">8777 4819 199 0,'0'0'242'0,"-9"0"-4"0,9 0-8 0,0 0-10 16,-9 0-9-16,9 0-17 0,0 0-11 0,-6 2-20 0,6-2-8 0,0 0-5 15,0 0-13-15,0 0-9 0,0 0-13 0,0 0-10 16,0 0-10-16,0 0-9 0,27-4-9 16,-8 1-7-16,11-2-4 0,5 3-8 0,1-4-4 0,2 5-4 15,14-7-2-15,-1 4-9 0,-11 3 1 0,-3-4 1 16,3 1-2-16,-7 1-9 0,-2 1-3 0,-11 0 6 15,1 1-12 1,-4 0-1-16,-4 0-2 0,-4 1-2 0,0-2-2 16,-4 2 0-16,3-3 0 0,-3 3-3 0,-5 0-5 15,9 0-11-15,-9 0 0 0,0 0-27 0,0 0-17 0,0 0-22 16,0 0-20-16,-22 3-23 0,13-1-21 16,-2 0-33-16,3-1-45 0,0 1-250 0,0-1-501 15,8-1 222-15</inkml:trace>
  <inkml:trace contextRef="#ctx0" brushRef="#br0" timeOffset="38762.3">9464 4683 233 0,'4'-4'269'0,"-3"0"-21"0,-1 4-23 0,10-2-18 31,-4 0-16-31,4 2-18 0,3 0-20 0,1 0-14 0,0 3-14 0,5 2-14 0,-1 0-12 16,-1 4-6-16,-1-2-9 0,1 1-11 0,-3 4-7 0,-3 0-4 15,0 1-9 1,-4 1-5-16,0 2-3 0,-4 1-5 0,-3 0-4 16,-1 0-7-16,-5-1 6 0,-3 2-10 0,-1-3-3 15,-3 0 0-15,-1-2-4 0,0 0 3 0,-3-1-6 16,3-2 3-16,0-1-1 0,5-2 9 0,-1-2 0 15,1-1 18-15,4 1 15 0,-2-2 12 0,5-3 27 0,-2 3 43 16,4-3 11-16,0 0-31 0,0 0-1 16,-4-11-10-16,12 2-19 0,-3-3-4 0,4-2-11 0,5-1-7 0,7-8-5 15,-5 1-8-15,7 0-10 0,-6 0-2 0,4-1-2 16,-3 4-3-16,0 5-6 0,-5 0-2 0,1 1-4 16,-5 6 10-16,-3-3 3 0,2 4-2 0,-4 2-5 15,-3-2 2-15,3 3-7 0,0 1-12 0,-3-1-7 16,2 1-17-16,-3 2-14 0,0 0-9 0,0 0 5 15,2 8 6-15,-4 3-4 16,-1-3 15-16,-2 4-8 0,0 7-4 0,-2-1 5 16,2-1 18-16,3 3-14 0,-2-3-5 0,1 3 0 15,3-3 22-15,3-1-12 0,2 1-5 0,5-4 13 0,-2 1-6 0,1-3-6 16,6-1-6-16,-2-2-37 0,6-1-57 0,0-4-44 16,1 0-55-16,8-6-75 0,-3-2-350 15,-6 0-687-15,-1-3 305 0</inkml:trace>
  <inkml:trace contextRef="#ctx0" brushRef="#br0" timeOffset="39279.65">9894 4413 116 0,'0'-5'343'0,"1"2"-12"0,-1 3-12 0,5-3-21 16,-1 1-25-16,-4 2-30 0,5-5-27 0,4 3-19 15,-3 1-27-15,3 0-16 0,4-1-15 0,0 2-13 16,-3 3-12-16,11-1-13 0,-7 2-11 0,1 0-13 15,-3 0-8-15,0 3-6 0,0 1 1 0,-2 0-11 16,-1 2-7-16,-4 0-8 0,1 2 1 0,0 2-6 16,-3-1 6-16,-3 0-9 0,0 4-2 0,-5-2-8 0,1-3 0 15,-1-1 2 1,-1 1-5-16,1-3-10 0,1 0 9 0,-2 0-7 16,2-3 15-16,0 0-12 0,0-2 7 0,1 1-10 0,2-1 0 15,-1 0 15-15,2-4-6 0,0 0 8 16,-3 4 16-16,3-4 7 0,0 0 7 0,14 2-5 15,-1-2 4-15,4-5-10 0,4 4 0 0,7-2-7 16,3-2-5-16,-7 0 5 0,-2 2-7 0,8-4-2 0,-1 2-7 16,-1 1-1-16,-6 3-2 0,-2-1-15 0,-6-1 14 15,-3 2 1-15,1 0 9 0,-3 1 9 0,-1 0 1 16,-7-2 3-16,-1 2 1 0,13-2 5 0,-13 2 8 16,5-1-12-16,-5 1-9 0,0 0-11 0,5-1-34 15,-5 1-28-15,0 0-73 0,0 0-62 0,0 0-56 16,0 0-66-16,-28 4-97 0,19-4-243 0,0 2-687 0,9-2 305 0</inkml:trace>
  <inkml:trace contextRef="#ctx0" brushRef="#br0" timeOffset="41283.14">10788 4877 4 0,'-14'0'184'0,"0"3"-4"16,1-1-2-16,3-2 4 0,-3 0-3 15,7 2-9-15,-2-2-11 0,0 0-10 0,2 0-4 16,6 0-17-16,-7 1-5 0,7-1-1 0,-6 1-2 0,6-1-5 0,0 0-7 16,-6 0-7-16,6 0-6 0,0 0-6 0,0 0-2 15,0 0-5-15,0 0-1 0,0 0-3 0,0 0 2 16,0 0-8-16,0 0-9 0,0 0-1 0,0 0-2 15,0 0-7-15,0 0-6 0,0 0 2 0,12-5-6 16,-12 5 2-16,0 0-10 0,0 0-4 0,0 0 0 16,0 0-4-16,0 0 0 15,6-1-7-15,-6 1-1 0,0 0 1 0,0 0-8 16,0 0 1-16,0 0-4 0,0 0 2 0,0 0 0 16,0 0-1-16,0 0-3 0,0 0 5 0,0 0-9 15,0 0 4-15,0 0-6 0,0 0 2 16,0 0 2-16,0 0-3 0,0 0 4 0,0 0-2 0,0 0 0 15,0 0-2-15,9-3 1 0,-4 3 0 0,5 0 1 16,4-3-6-16,4 2 10 0,5 0-9 0,5-1 8 0,4-1-7 16,0 0 0-16,7 1 5 0,-2-5-4 0,2 5 0 15,2-1-2-15,-4-2-2 0,-2-1 2 0,-1 5 1 16,-7-2-2-16,-5-1 4 0,-2-1-7 0,-2 3-10 16,-8 2-14-16,-1-3-15 0,-1 3-15 0,-2-2-25 15,-2 1-36-15,-4 1-25 0,0 0-26 0,0 0-12 16,-18-9-20-16,7 9-20 0,-5 0-195 0,0 0-454 0,-2 0 201 0</inkml:trace>
  <inkml:trace contextRef="#ctx0" brushRef="#br0" timeOffset="41530.25">10954 4774 138 0,'-1'-6'340'0,"-2"1"1"0,2 0 9 16,1 5 2-16,-4-12-13 0,4 9-2 0,-1 0-27 0,1 3-7 15,-2-5-45-15,2 5-14 0,-2-4-30 0,2 4-25 16,0 0-21-16,0 0-29 0,0 0-15 0,0 0-16 16,0 0-9-16,-1 15-13 0,0-3-8 15,0 5-9-15,-1 9-7 0,2-6-4 0,-1 6-1 16,2-2-11-16,-2-4-12 0,1 0 9 0,0-1-3 0,1 0-4 0,-2 0-29 16,2-3-28-16,1-5-31 0,-1 1-30 0,-1 1-25 15,1-1-39-15,0-5-34 0,3 2-43 0,-3-4-51 16,3 0-75-16,-1-2-241 0,-3-3-638 0,9 0 283 15</inkml:trace>
  <inkml:trace contextRef="#ctx0" brushRef="#br0" timeOffset="42107.33">11564 4556 59 0,'0'0'273'0,"0"0"-14"0,-4-1-17 15,4 1-15-15,0 0-20 0,0 0-19 16,0 0-19-16,0 0-14 0,0 0-20 0,0 0-8 0,0 0-21 0,0 0-10 15,0 0-6-15,0 0-10 0,0 0-12 0,0 0-7 16,13 7-7-16,-9-2-3 0,2-1-2 0,2 2-9 16,2 1-1-16,-1-4-7 0,6 6-1 0,2-1 0 15,-2-1-2-15,-2-1 1 0,2 1-4 0,3-1-1 16,-9 2-1-16,7 1-4 0,-6-2-2 0,0 0-4 0,-1 3-3 16,0-2-2-1,-4 1-1-15,0 0-2 0,-4 1-4 0,-1 1 1 16,-5 0 4-16,1 1-5 0,-3 4 3 0,-5-2-2 15,-2 2 1-15,0-1 1 0,0 1-1 0,-4 2 0 16,4-4-3-16,0-1 4 0,-3-1-3 0,2-1-2 16,2 2 4-16,2-5 0 0,2-2-5 0,1 4 3 15,2-5 1-15,-1 0-1 0,4 0-2 0,-1-1 1 16,1-1 5-16,2-1 1 0,0 2 10 0,1-4 13 0,7 6-1 16,1-6-1-16,3 2-2 0,2-2 1 0,2 0-6 15,2 0-2-15,11 0 1 0,-5-2 3 0,4-1-2 0,2 0-6 16,-9-1-3-16,1 2 2 0,1-1-2 0,-4-1-2 15,1 2 4-15,-5-1-6 0,-5 0 2 0,1 3 0 16,-2 0-4-16,-2 0 6 0,-1-2-6 0,-5 2 3 16,8-3-38-1,-8-1-37-15,0 4-35 0,0 0-27 0,-13-5-45 0,7 2-47 0,-7 1-255 16,2-1-514-16,-1-1 228 0</inkml:trace>
  <inkml:trace contextRef="#ctx0" brushRef="#br0" timeOffset="42469.25">11598 4805 86 0,'0'0'265'0,"0"0"-6"0,-5 2-10 0,5-2-2 16,0 0-5-16,0 0-11 0,-4 2-16 15,4-2-18-15,0 0-17 0,0 0-16 0,0 0-19 16,0 0-15-16,17-5-11 0,-4 2-7 0,4-1-14 0,4 2-12 16,7-5-9-1,-1 1-9-15,4 2-7 0,-1 1-8 0,2-3 1 16,-4 3-12-16,-1-2 2 0,-5 3-6 0,-4-1-4 15,-5 1-1-15,-2 1-5 0,1-1 2 0,-6 1-8 16,2 0 1-16,-2-2-1 0,-2 3-10 0,0-3 0 16,-4 3-17-16,5-1-19 0,-5 1-27 0,0 0-28 15,0 0-31-15,0 0-34 0,0 0-39 0,0 0-41 16,-22 4-253-16,17-1-516 0,5-3 229 0</inkml:trace>
  <inkml:trace contextRef="#ctx0" brushRef="#br0" timeOffset="43032.77">12125 4675 259 0,'5'-4'247'16,"0"4"-17"-16,3-3-22 0,2 2-15 0,3-2-13 0,2-2-16 0,3 5-15 16,0 2-11-16,1-2-12 0,1 3-13 0,0 0-14 15,0-2-7-15,-1 5-8 0,-5 1-14 0,0-2-4 16,-2 0-7-16,-2 4-8 0,0-2 5 0,-3 3-13 16,-3 0-3-16,-2 0-4 0,-2 3-3 0,-5 3-1 15,0-2-4-15,-8 1-3 0,4-1-1 0,-4 2-3 16,-5-3-1-1,6 1-1-15,-5-3-1 0,4-1 6 0,3-1 0 0,-1-2 2 16,2-1 4-16,-2 0-3 0,5-3 1 0,1 1-2 16,1-1 11-16,-1-1 11 0,0 1 20 0,5-3 20 15,-4 2 23-15,4-2 13 0,0 0-11 0,0 0-25 16,0 0 1-16,15-12-4 0,-6 6-8 0,8-3-10 16,0-1-9-16,4-6 1 0,2 3-12 0,0-4-7 15,0 1-3-15,2-2-6 0,-4 0-3 0,1 1-14 0,-5 5 9 16,-1 1-1-16,-2 2-1 0,-5 0 11 0,0 2 9 15,-3 3 6-15,-2 0 2 0,1-1-4 0,1 2-5 16,-4 1-2-16,2-1-4 0,-4 3-18 0,5-2-16 0,-5 2 7 16,0 0-8-16,0 0-6 0,-17 13 7 15,8-4-1-15,-3 3 1 0,2 1 3 0,-2 2 3 16,1 1-9-16,3 1 1 0,-1 0-11 0,0 0-19 0,4 0-8 0,1-1-14 16,3-2-5-16,2-1-9 0,-1-5-16 0,5 4-21 15,0-3-25-15,4-1-47 0,1 1-62 0,4-4-88 16,-1-4-257-16,8-1-632 0,-3-1 280 0</inkml:trace>
  <inkml:trace contextRef="#ctx0" brushRef="#br0" timeOffset="43687.92">12697 4659 35 0,'-2'-5'352'0,"2"5"-13"0,-4-3-17 0,3-1-25 16,1 4-21-16,0 0-31 0,0-5-20 0,0 5-27 0,0 0-22 0,0 0-17 16,0 0-21-16,0 0-12 0,0 0-13 0,0 0-9 15,17 7-8-15,-13-4-19 0,1 2-24 0,3 4-17 16,-1-4-19-16,4 4-9 0,-2-1-18 16,-3 0-11-16,3-2-9 0,0 0-8 0,-4 3-7 15,3-4-4-15,-3 0-3 0,3-1 1 0,-3 0 9 0,-1-2 3 16,1 1 3-1,0-3 2-15,-5 0 3 0,10-3 4 0,-6 1 4 16,1-1 8-16,-1-2 9 0,0-1 12 0,0 0 14 0,2-2 3 16,-4-1 10-16,4-1 6 0,-2 2 9 0,-1-1 16 15,1-1 14-15,-1 3 11 0,1 2 7 0,-3-2 9 0,3 2 15 16,-2 1-21-16,-1 1-19 0,-1-2-3 16,0 5-10-16,3-4-12 0,-2 2-6 0,-1 2-11 15,0 0-19-15,0 0-8 0,0 0 4 0,0 0-3 0,7 14 2 16,-6-5-5-16,0 3 12 0,-1 5-19 0,3 1 1 15,-3 10 1-15,0-2-3 0,1 5 0 0,-3-4-3 16,2 6 6-16,-2 0 1 0,0-4 2 0,-2 3-4 16,-1-3 0-16,-3-1 2 0,2-3-2 0,-1 2 0 15,0-3-3-15,1-5-1 0,-2-2-3 0,-1 2-2 16,1-4 9-16,-6 1-4 0,4-4 1 0,-2-1-1 0,-6 3 4 0,4-9-3 16,-4 2-1-16,1-1 16 0,5-4 9 0,0 0 10 15,0-2 21-15,1-2 11 0,4 0 0 0,-3-2 11 16,3-2 3-16,1-2 14 0,2-2 4 0,4-2-13 15,1-5-4-15,7-2-8 0,5-4-8 16,7-5-7-16,3-1-13 0,13-10-11 0,0 0-6 0,3-1-14 16,1 3-2-1,-3 3-6-15,-9 10-1 0,2 0 3 0,0 2-2 16,-3 5 1-16,-1 0 7 0,-6 3-8 0,-2 4 7 16,-9 4 14-16,1 0 2 0,-4 2 5 15,0-1-8-15,-1 2-1 0,-1 1-4 0,-1-1-9 0,-3 3-17 16,3-3-17-16,-3 3-35 0,4-2-31 0,-4 2-18 15,0 0-34-15,0 0-49 0,-23 7-46 0,6-1-52 0,7 0-99 16,-2-2-280-16,1 0-721 0,2-1 319 0</inkml:trace>
  <inkml:trace contextRef="#ctx0" brushRef="#br0" timeOffset="47461.01">13828 4783 36 0,'-19'1'200'15,"5"1"-8"-15,1-1-8 0,3 2 0 0,-1-2-3 16,4-1-5-16,2 0-6 0,5 0-12 0,-9 1-6 0,4-1-6 15,5 0-13-15,-5 3-7 0,5-3-12 0,0 0-11 16,0 0-10 0,-7 0-3-16,7 0-9 0,0 0-4 0,0 0-6 15,0 0 3-15,0 0-1 0,0 0-5 0,0 0-3 16,0 0 3-16,-7-3-10 0,7 3-3 0,0 0-7 16,0 0-5-16,0 0 0 0,0 0-10 0,0 0 1 15,0 0-3-15,0 0-3 0,0 0-5 0,0 0-4 16,0 0-2-16,0 0 0 0,0 0-1 0,0 0 0 15,0 0-5-15,0 0-2 0,0 0 0 0,0 0-1 0,0 0-1 0,0 0 0 16,0 0-1-16,0 0 1 0,0 0 14 0,0 0 2 16,0 0 1-16,24 0-3 0,-6-1 1 0,9-2 4 0,6-1-8 15,0 0 1-15,3 2-4 0,4-2 0 0,11-1-4 16,-12 4-3-16,-3-1 3 0,1-3-2 0,-1 2 0 31,-5 1-1-31,-5-2 5 0,-5 2-11 0,-4 1 1 16,-5-2 4-16,-1 3 1 0,-4-3 9 0,-1 3 9 0,0-2 5 0,0 1 3 15,-6 1 3-15,5-1-11 0,-1-1-1 0,-4 2-34 16,0 0-25-16,0 0-23 0,0 0-24 16,0 0-18-16,-17-3-28 0,17 3-34 0,-10 1-37 15,10-1-39-15,0 0-271 0,-9 0-550 0,9 0 244 16</inkml:trace>
  <inkml:trace contextRef="#ctx0" brushRef="#br0" timeOffset="47995.77">14544 4463 138 0,'0'0'307'0,"-3"-4"-32"0,3 4-23 15,0 0-27-15,0 0-25 0,0-5-21 16,0 5-20-16,0 0-18 0,0 0-10 0,0 0-15 0,8-1-12 15,-8 1-11-15,16 4-9 0,-5 0-7 0,3-2-10 16,-3 2-4 0,6 2-1-16,0-4-6 0,-1 6-5 0,2-4-6 15,-1 1-3-15,-2 0 2 0,0-1-10 0,2 1 0 16,-3 1-6-16,-4 0-2 0,2-3-3 0,-1 4-7 0,-2 0 2 16,-1-1-8-16,-3 0-5 0,-1 2 2 0,0-1-4 15,-3 3-2-15,-2 0 0 0,-5 1 0 0,1 0 2 0,-4 5-1 16,-1 1 2-16,-5 3-4 0,-2 1 0 15,3-8 1-15,-2 9 0 0,0-10 1 0,3 3 0 0,0-1 0 16,0 1 0-16,2-1 4 0,-1-2-4 0,5 0-2 16,1-5-3-16,-1 0 4 0,1 3-4 0,2-5 2 15,0-2 1-15,2 3 3 0,-1-3-3 0,2-1 3 16,-2 3 6-16,3-5 1 0,-1 2 6 0,1-2 18 16,4 6 8-16,-4-6-1 0,13 0-1 0,-1 0-3 15,1 0 2-15,6 0-9 16,4-3-7-16,5 0 5 0,1 2-6 0,3 0-1 15,-2-1 0-15,-4-1-9 0,2 1-2 0,-6 1 4 16,-2-1-3-16,-1-1 2 0,-6 2 0 0,-3-1-3 16,2 2 11-16,-6-1 1 0,2 1 3 0,-3-2 1 15,0 1 1-15,-5 1-2 0,7-2 1 0,-7 2-41 0,0 0-32 0,-3-7-35 16,3 7-28-16,-9-2-31 0,0-1-27 0,-1 0-65 16,-2 2-271-16,2-4-544 0,1 4 242 15</inkml:trace>
  <inkml:trace contextRef="#ctx0" brushRef="#br0" timeOffset="48381.17">14592 4668 73 0,'-7'0'276'0,"7"0"-12"15,-8 0-15-15,4 3-6 0,4-3-12 0,-6 0-4 16,6 0-25-16,0 0-19 0,-4 2-16 0,4-2-15 16,0 0-13-16,19-2-11 0,-1 2-14 0,2 0-12 15,8-3-10-15,6 1-10 0,0-3-2 0,1 3-12 16,2 0-6-16,-3-1-3 0,0 0-6 0,-2 1 0 15,-3-2-5-15,-2 1 0 0,-11 3-1 0,-4 0 2 0,-1-1 7 16,-4 1 15-16,-2-1-2 0,0-1-1 0,1 2-1 0,-6 0 3 16,8-3-28-16,-8 3 4 0,4-1-21 0,-4 1-43 15,0 0-22-15,0 0-19 0,-18-1-17 16,18 1-25-16,-17 0-29 0,10 2-22 0,-2 0-49 16,2-2-60-16,1 1-234 0,6-1-535 0,-10 3 236 15</inkml:trace>
  <inkml:trace contextRef="#ctx0" brushRef="#br0" timeOffset="48913.85">15216 4552 250 0,'6'-2'233'0,"6"2"-18"0,-1 0-20 0,1 0-18 0,-1 0-18 16,1 3-15-16,1-1-15 0,-4 3-12 0,2-1-13 15,0 0-9-15,1 3-11 0,-2 2-7 0,-1 0-8 0,-5 2-7 16,1 1-3-16,-1-3-1 0,-4 6-3 0,-4-1-3 16,0 3-7-16,-5-2 0 0,-1 1-1 0,-3-1-4 0,-2 3-4 15,0-4-1-15,2-2-4 0,-1-2 0 0,1 1-1 16,2-3 2-16,3-3-1 0,-1 1 3 15,4-2 5-15,0 0 9 0,1 1 6 0,0-3 18 16,2 1 23-16,2-3 17 16,-4 2 14-16,4-2 7 0,0 0-5 0,0 0-18 15,9-9-12-15,2 1-11 0,2-1-12 0,1-2-12 16,4 1 2-16,4-6-10 0,-2 0 0 0,3 1-11 16,0-2-6-16,1 0-18 0,-6-1 8 0,5 2 3 15,-6 4-1-15,-6-1-8 0,-2 4 11 0,1 1 14 16,-3 0 14-16,-2 2 2 0,-1 2 2 0,0 1 1 15,0-1-2-15,-1 1-9 0,-2 0-10 0,2 1-24 0,-3 2-3 0,0 0-25 16,0 0-4-16,0 0 5 0,0 0 10 0,-13 15-2 16,6-6-7-16,-1 2-4 0,-1 3 6 0,3 0-3 15,-1 0 0-15,1 4-2 0,2-2 5 0,1-1-16 16,3 0 2-16,0-1 8 0,3 0-27 0,3-1-12 16,0-1-8-16,0-3-39 0,7 5-21 0,-6-6-36 15,2 0-31-15,4-1-47 16,4-6-58-16,-5 2-317 0,0-3-655 0,3-2 290 15</inkml:trace>
  <inkml:trace contextRef="#ctx0" brushRef="#br0" timeOffset="49513.94">15676 4557 198 0,'-1'-2'329'0,"1"2"-14"0,-2-7-18 0,2 7-23 0,0-5-23 16,0 5-30-16,0 0-20 0,-1-5-25 0,1 5-21 15,0 0-3-15,0 0-29 0,0 0-11 16,11 9-4-16,-5-6-8 0,1 3-17 0,0-2-5 16,4 3-12-16,-2 0-9 0,0-1-9 0,1 0-13 15,-1 0-10-15,0 1-11 16,0-2-9-16,1 0-5 0,-2-1-2 0,-3 0-3 16,0-1 3-16,4 0 2 0,-5-2 1 0,0 0-2 15,-4-1-1-15,9-4 3 0,-9 4 0 0,9-5 0 16,-7 0 5-16,2 0 6 0,0-2 8 0,-1 1 4 15,-2 0 2-15,0-1 7 0,2 1 11 0,-2 0 5 16,2-1 9-16,-2 2 5 0,0 1 20 0,0-1 1 16,-1 1 4-16,3-1-30 0,-3 5 26 0,0-4-20 0,4 1-8 0,-4 3 0 15,0 0-13-15,2-5-11 0,-2 5-20 0,0 0-11 16,0 0 6-16,0 0-8 0,8 12-1 16,-4 0-6-16,0 2 2 0,0 4-3 0,2 1-5 0,-1 5 14 15,-3 6-15-15,1 0 13 0,2 3 3 0,-3 0-12 16,-2 2 0-16,-2 0 4 0,0 1-10 0,-5 2 11 15,1-8-5-15,0 4 1 0,-2-5-16 0,0-2 9 0,-2-3-3 16,-3-2 2-16,3-5 6 0,-3-4-1 0,0-2 8 16,-2-1 0-16,1-1 10 0,-4-4 0 0,4-1 9 15,-4-3 21-15,0 2 11 0,2-7 11 0,3-1 15 16,0 1 19-16,4-4 0 0,0-1 1 0,2 0 12 16,3-3-4-16,3-5-6 0,3 0-9 0,8-8-12 15,3 1-9-15,10-5-10 16,10-7-16-16,6-1-20 0,5 1-11 0,-3-2-14 15,1 4-2-15,3 1-6 0,-17 10 10 0,13-6-4 16,-13 12 0-16,-1-3 7 0,-3 6-6 0,-7 5 13 16,-2-3-2-16,-3 7 16 0,-2 0 11 0,-4-1 5 15,-1 2 2-15,2 2 4 0,-5-1-2 0,2 1-9 0,-4 2-3 16,6-4-28-16,-6 4-31 0,0 0-52 0,0 0-49 16,-10-3-46-16,0 3-45 0,0 3-53 0,-2-2-87 0,0 3-341 15,-2-3-763-15,2-1 338 0</inkml:trace>
  <inkml:trace contextRef="#ctx0" brushRef="#br0" timeOffset="53049.83">16586 4714 67 0,'-7'0'193'0,"7"0"-6"15,-10 0-7-15,5-1-13 0,5 1 0 16,-8-2-17-16,8 2-7 0,0 0-5 0,-9 0-4 16,9 0-3-16,0 0-2 0,0 0 0 0,0 0-1 15,-5 2-4-15,5-2-5 0,0 0-7 0,0 0 4 0,0 0-9 16,0 0-7-16,0 0-3 0,0 0-9 0,0 0 0 15,0 0-8 1,0 0-2-16,0 0-9 0,0 0 2 0,0 0-4 16,-2 4 0-16,2-4-7 0,0 0-6 0,0 0-4 15,0 0-5-15,0 0-5 0,0 0-3 0,0 0-2 0,0 0-7 16,0 0-4-16,0 0-3 0,0 0 0 16,0 0 2-16,0 0 1 0,0 0-4 0,0 0-12 15,0 0 1-15,0 0-4 0,0 0 2 0,0 0 2 16,0 0 0-16,0 0-3 0,0 0-6 0,0 0 4 0,0 0 1 0,0 0-2 15,0 0 0-15,0 0 0 0,0 0-6 0,0 0 2 16,0 0 1-16,15 0 0 0,-4 0 5 0,9-2-2 16,1 1 1-16,10-3-4 0,0 2-1 0,1 1 5 15,-4-1-3-15,8-1-3 0,-6 1 9 0,2 0-5 16,2 0-2-16,-4-3-2 0,-7 2-10 0,-2 3-16 16,-6-2-6-16,-1 2-6 0,-4-2-13 0,-1 1-15 0,-3-1-30 0,-2 0-38 15,-1-2-37-15,-3 4-23 0,0 0-23 0,-10-4-45 16,-2 1-183-16,1-2-482 0,-6 1 213 0</inkml:trace>
  <inkml:trace contextRef="#ctx0" brushRef="#br0" timeOffset="53287.64">16770 4587 150 0,'0'-7'320'0,"0"-1"-5"0,-1-3-5 0,-1 3 5 16,2 1-9-16,2-1 5 0,-2 1-6 0,1 2-30 0,-2 0-11 15,2 2-24-15,-1 3-20 0,0-7-26 16,0 3-26-16,0 4-18 0,0 0-9 0,0 0-47 16,-1-5-41-16,1 5-9 0,0 0-8 0,1 15 0 0,-1-3-3 0,-3 4-2 15,5 0 3 1,-1 3-9-16,-2 7 3 0,-1-8-3 0,2 8-1 16,2-5-5-16,-4-4 3 0,2 3-36 0,2 0-26 15,-1-3-19-15,-1-1-26 0,1-2-21 0,-1-2-24 16,2-3-25-16,0 2-30 0,-2 0-33 0,2-5-32 15,0-2-71-15,0-2-167 0,3-1-528 0,-5-1 234 16</inkml:trace>
  <inkml:trace contextRef="#ctx0" brushRef="#br0" timeOffset="53767.21">17359 4351 155 0,'-3'-2'292'0,"3"2"-28"16,0 0-27-16,0 0-20 0,0 0-27 16,7-4-21-16,-7 4-15 15,9 1-15-15,-3-1-15 0,5 1-14 0,1 3-10 16,-1-3-11-16,1 6-9 0,1-3-8 0,2 4-6 15,1 0-8-15,0 1-3 0,-2 0-6 0,1 0-6 16,-3 2-5-16,2 2-5 0,-4-1-5 0,-1-2-1 16,-4 1 0-16,3 4-8 0,-7 3 0 0,-1-1-4 15,-4 1 6-15,-1 1 0 0,0-4-4 0,-8 2 3 16,3-3-4-16,-9 6 4 0,4-3-3 0,-1-5 0 0,0 2 1 0,3-2-2 16,-1 0 1-16,4-4-3 0,1 1-3 0,1-4-1 15,3 1 0-15,-3 0-5 0,4-3 2 0,1 0 3 16,0-1 2-16,-1 1 4 0,4-3 6 0,-4 4 0 15,4-4 5-15,0 0 16 0,0 0 11 0,11 4 2 16,-2-4-1-16,3 0-7 0,4-1-9 0,3 0 4 16,-2 1-6-16,4-3-3 0,-2 1-4 0,-1-2-1 0,1 1-8 0,2 1-1 15,-6 0 6-15,-1 1-9 0,-4-1-3 0,-2 0 3 16,-1-1-3-16,0 3-10 0,-2-4-24 0,-1 3-37 16,-4 1-25-16,5-3-29 0,-5 3-41 15,0 0-36-15,-1-11-56 0,-3 8-253 0,0 0-539 16,-1-1 238-16</inkml:trace>
  <inkml:trace contextRef="#ctx0" brushRef="#br0" timeOffset="54121.43">17341 4572 90 0,'-5'0'270'0,"-3"0"-9"15,8 0-12-15,-8 1-4 0,8-1-14 0,0 0-20 16,0 0-18-16,0 0-22 0,0 0-15 0,0 0-16 16,17-3-12-1,2 0-16-15,3 0-10 0,8 0-9 0,2 0-13 16,3 1-6-16,2-2-9 0,-1 0-7 0,0 1-6 15,-6 1-3-15,2-3-6 0,-3 5 0 0,-8-4-7 0,-2 3 0 16,-1-2 1-16,-5 2 1 0,-8 1 1 0,4-1 4 16,-4-3 2-16,-5 4 5 0,9-1-6 0,-5-1-1 15,-4 2-9-15,0 0-14 0,5 0-22 0,-5 0-16 16,0 0-27-16,0 0-18 0,0 0-21 0,0 0-25 0,-31 3-40 16,26-3-47-16,-1 2-55 0,6-2-193 0,-13 0-481 0,13 0 212 15</inkml:trace>
  <inkml:trace contextRef="#ctx0" brushRef="#br0" timeOffset="54823.01">17963 4420 92 0,'0'0'321'0,"0"-3"-16"0,0 3-21 16,0 0-20-16,0 0-27 0,0 0-19 0,0-6-21 15,0 6-18-15,0 0-23 0,0 0-19 16,0 0-18-16,0 0-14 0,0 0-11 0,0 0-8 16,0 0-7-16,0 0-10 0,5 11-7 0,-1-6-3 0,0 0-7 15,0 0-14-15,1 4-15 0,1-1-9 0,1 1-11 16,-1-1-4-16,3 1-10 0,-1-2 0 0,1 2-2 0,-3-3 1 15,4-1 0-15,-2 0 2 0,-2 0 1 0,0-4 1 16,-1 2 2-16,2-3 0 0,-7 0 0 0,13-5 3 16,-8 1 6-16,0-2 9 0,3 2 6 0,-2-3 4 15,1-1 15-15,-2-1 7 0,1 2 6 0,0-1 10 16,0 1 10-16,-4 0 10 0,2 1 4 0,-1 3 8 16,1-2-2-16,-2 2 3 15,-1-1-28-15,3 1-3 0,-4 3-9 0,2-3 2 16,-2 3-34-16,3-2-12 0,-3 2-15 0,0 0-8 15,0 0 3-15,7 10 5 0,-4-5-3 0,1 6-4 16,0 2 1-16,1 2 0 0,-1 3 6 0,2 11-4 16,-2 0 2-16,-1-5 0 0,-2 5 0 0,-1 1 10 15,-4 0-8-15,4 0 4 0,-5 0-1 0,-1-2-2 16,-2-1 4-16,-1-3-1 0,0 0 5 0,-1-5-4 0,1-4 0 0,-1-1 2 16,0-2 1-16,1-2 4 0,0-2 2 0,-1-1-1 15,-1-2 1-15,1-1 10 0,0 0 6 0,0-3 21 16,2-1 20-16,-1 0-5 0,3-2 12 0,-1-2 14 15,1-2-1-15,1-3 3 0,1 1-1 0,0-4-2 16,-1-4-9-16,9 0-10 0,2-11-4 0,3 4-10 16,8-4-14-1,1-2-8-15,3 0-9 0,-1 0-6 0,10-10-2 16,-7 11 0-16,1 3 1 0,-1 2-3 0,-1 5 0 0,-5 1-8 16,-4 5 1-16,-1 0 6 0,-3 3 14 0,-2 3 9 15,0-2 3-15,-3 2-2 0,0 3 0 0,0-1 0 16,-2 0-21-16,0 1 7 0,0 0-3 0,-2 3-19 15,5-2-20-15,-3-1-24 0,-2 3-29 0,0 0-40 16,0 0-30-16,0 0-30 0,0 0-25 0,0 0 6 0,0 0-21 16,0 0-29-16,0 0-68 0,0 0-297 0,0 0-660 15,0 0 292-15</inkml:trace>
  <inkml:trace contextRef="#ctx0" brushRef="#br0" timeOffset="55292.54">18439 4174 40 0,'7'-3'294'0,"1"0"-6"0,2 1-20 0,0-1-22 16,1 3-21-16,0-1-27 15,2 2-17-15,-3-1-22 0,0 3-15 16,2 1-13-16,-1 4-16 0,-2-3-11 0,0 1-13 15,0 5-9-15,-5-4-5 0,1 4-9 0,-4-1-8 16,2 3-3-16,-3-1-6 0,-4-1-4 0,4 0 0 0,-5 0-3 16,1-1-3-16,-2 0-1 0,-1 0-3 0,1-2-3 15,2-2 1-15,-2 2-10 0,3-1 1 16,1-5 1-16,-1 2 1 0,0-3 2 0,2 3 10 0,1-4 9 0,-2 3 16 16,2-3 13-16,0 0 13 0,-3 3 17 0,3-3-3 15,0 0-3-15,0 0 14 0,0 0-4 0,0 0 6 16,8 2-11-16,2-4-8 0,8-3-11 0,2 2-7 15,10-1-16-15,-1 0-3 0,3 0-11 0,4 0-2 16,2-1-9-16,-1 2 0 0,3-2-9 0,-3 3 0 16,-4-1 4-16,-12 1 8 15,7-3 6-15,-10 5 7 0,-6 0 6 0,0-2 4 16,-2 0 4-16,-5 2 2 0,2-1-7 0,0 0-6 16,-7 1-6-16,7 0-4 0,-7 0-7 0,0 0-15 15,7-1-24-15,-7 1-33 0,0 0-46 0,0 0-58 16,0 0-65-16,0 0-49 0,0 0-34 0,-1 5-57 15,1-5-102-15,-12 6-238 0,9-5-735 0,-2 1 326 16</inkml:trace>
  <inkml:trace contextRef="#ctx0" brushRef="#br0" timeOffset="57796.61">19441 4543 17 0,'-4'4'185'0,"4"-4"-6"0,0 0-9 0,-5 1-2 0,5-1-9 15,0 0-6-15,0 0-2 0,0 0-4 0,0 0-2 0,0 0 0 16,0 0 1-16,0 0 0 0,0 0 1 16,0 0-5-16,0 0 2 0,0 0-8 0,0 0-7 0,0 0-16 15,0 0-9-15,0 0-10 0,0 0-11 0,30-7-9 16,-2 2-16-16,0 2-34 0,8 0-39 0,1-1-62 15,13-1-78-15,1-3-80 0,-14 1-212 16,0 2-483-16,-1-4 215 0</inkml:trace>
  <inkml:trace contextRef="#ctx0" brushRef="#br0" timeOffset="58344.92">20121 4212 186 0,'0'0'293'0,"-1"-3"-12"0,1 3-25 0,-4-5-13 0,4 5-24 0,0 0-21 16,-2-3-22-16,2 3-18 0,0 0-18 0,0 0-12 15,0 0-18-15,0 0-10 0,0 0-8 0,16 0-12 16,-3 1-9-16,-3 2-7 0,3 1-8 0,5 0-5 16,1 1-5-16,2 0-1 0,-2 2-12 0,-1 1-2 15,2 0-2-15,-3 2-7 0,7 2-3 0,-10-2-10 16,-1 3 0-16,1-3-9 0,-9 2 5 0,0 0-6 0,-1 4-2 16,-4-1-3-16,-1 4 3 0,-7-2-1 0,-1-2 0 0,-5 6 3 15,-4-3-2-15,-4 2 1 0,0-4-1 16,0 3 2-16,1-2 2 0,0 0-1 0,3-5-1 15,1-1 0-15,2 1 0 0,2-3 2 0,1-2-2 16,2 0 1-16,3-1 0 0,1-1-4 0,1-1 2 16,-1 1 2-16,4-2 0 15,0-2 2-15,-3 3-3 0,5-4 6 0,0 4 11 16,0-4 12-16,7 5 4 0,5-5 1 0,1 3-4 16,2-3-6-16,2 0 4 0,5 0-8 0,-1 2 2 0,9-4-2 15,-12 2-5-15,3 0 0 0,9 0-2 0,-7-3-1 16,-4 3-1-16,-8 0 0 0,2-2 2 15,-4 2-2-15,1-3-1 0,-2 3-1 0,-8 0 5 0,5 0 2 16,-5 0 0-16,8-1-13 0,-8 1-24 0,0-4-28 0,0 4-28 16,0 0-27-16,-14-9-36 0,6 7-23 0,3-3-53 15,-8 3-240-15,7-1-496 0,-6-3 220 0</inkml:trace>
  <inkml:trace contextRef="#ctx0" brushRef="#br0" timeOffset="58698.33">20249 4397 42 0,'-5'-2'300'0,"5"2"-11"15,-6-1-8-15,6 1-14 0,0 0-5 0,0 0-5 16,-9-1-23-16,9 1-21 0,0 0-23 0,0 0-17 16,0 0-20-16,0 0-16 0,24-4-12 0,-6 3-10 15,3 1-11-15,9 0-11 0,-2-2-11 0,4 2-5 16,4-2-13-16,-5 2-7 16,2-1-3-16,-5-1-5 0,1 2-4 0,-11 0-5 15,0-1-7-15,-5 1-2 0,-7-1-2 0,3 1 1 16,-1 0-4-16,-8 0-3 0,10 0-3 0,-6-1-10 15,-4 1-4-15,6-2-15 0,-6 2-21 0,0 0-36 16,0 0-21-16,0 0-23 0,-25-1-19 0,12 1-28 16,0 1-33-16,3-1-58 0,-1 0-234 0,0-1-520 15,6 1 231-15</inkml:trace>
  <inkml:trace contextRef="#ctx0" brushRef="#br0" timeOffset="59192.94">20796 4321 101 0,'4'-4'273'0,"1"3"-16"0,4-2-20 0,-4 1-16 0,0 0-21 0,3 1-20 15,2 1-18-15,-1-1-15 0,0 2-21 0,2 2-10 16,-2-1-11-16,1 2-15 0,-3 3-3 15,2-1-13-15,-3 3-6 0,1-1-4 0,-2 1-10 16,-2 2-1-16,-2 1-5 0,0-2-2 16,-5 6-7-16,2-1-2 0,-2-3 1 0,-1 2-7 0,-2-2-3 15,-1 4 3-15,-3-2-5 0,0 0 2 16,1 2 3-16,2-5-5 0,0-4 2 0,3 2 0 0,0-4 2 16,-1-2 5-16,3 1 10 0,-1 0 19 0,0-1 31 15,4-3 47-15,-2 3 24 0,2-3 40 0,-3 3 26 0,3-3 7 16,0 0-26-16,8-13-22 0,2 6-20 0,0-5-19 15,3 0-16-15,1-1-13 0,2 0-15 0,4-5-7 0,-1 2-16 16,0 2-12-16,-4 1-3 0,2 3-7 0,-3 1-11 16,-1 0-3-16,-4 3-7 0,1-1-6 15,-5 3-3-15,2 1-6 0,-5 0-23 0,2 3-29 16,3-3-27-16,-7 3-13 16,0 0 4-16,10 3 7 0,-8 1 1 0,-2 2-6 15,3 1 7-15,-2 2 4 0,-1 2 1 0,3 1 5 16,-3 4-4-16,0 2 5 0,1 0-22 0,-1-1-4 15,5-2-37-15,-5 2-26 0,4-5-9 0,-3-1-27 16,2-1-28-16,-2-3-28 0,0 0-25 0,-1-1-33 16,1-1-41-16,-1-5-261 0,0 0-629 0,3 3 280 15</inkml:trace>
  <inkml:trace contextRef="#ctx0" brushRef="#br0" timeOffset="59649.48">21153 4068 72 0,'0'-9'370'0,"0"1"-24"0,-2 2-1 0,4-2-16 16,-2 3-7-16,1 1-23 0,-1 1-20 0,1-2-42 16,-1 5-24-16,0-4-24 0,0 4-23 0,4-3-14 0,-4 3-14 15,0 0-21-15,0 0-9 0,15 4-25 16,-11 0 1-16,1 3-15 15,-1-2-10-15,0 0 1 0,-1 2-6 0,-1 2-11 16,0 1-1-16,-2 1-3 0,2-1-7 0,-2 0-4 16,0 1-4-16,-2 0-7 0,-2 0 11 0,1 0-14 15,-1-4 3-15,0 4 4 0,0-5-8 0,3 2 1 16,-1-1-1-16,0-3 0 0,2-1-6 0,-6 1 10 16,5 2-8-16,1-6 2 0,0 5 2 0,0-5 4 15,0 4 8-15,4-1 14 0,3-1 24 0,6-2 9 0,7 0-13 16,7 0-2-16,5 0-7 0,-1-2-7 0,0-3-4 0,2 4-2 15,1-1-5-15,0-2-2 0,0 1 0 0,-2-1-8 16,-4 1 5-16,-7 2 5 0,-5 0 5 0,-2 1 1 16,-4-1 7-16,-2-1 4 0,0 2-1 0,-2 0 1 15,-6 0-4-15,10 0 3 0,-10 0-4 16,0 0-11-16,6-2-17 0,-6 2-28 16,0 0-36-16,0 0-41 0,0 0-39 0,0 0-38 15,0 0-41-15,0 0-50 0,-17 10-57 16,8-6-75-16,-3 0-282 0,5 1-726 0,0-4 321 15</inkml:trace>
  <inkml:trace contextRef="#ctx0" brushRef="#br0" timeOffset="61497.75">21873 4482 1 0,'-8'0'201'0,"1"0"-7"0,3 1-6 0,4-1-14 0,-9-1-6 16,9 1-10-16,-10 0-9 0,10 0-5 0,0 0-7 15,-6-2-7-15,6 2-1 0,0 0-5 0,-4-2-5 16,4 2-7-16,0 0-5 0,0 0-10 16,0 0-3-16,0 0-7 0,0 0-3 0,0 0-7 0,0 0 14 15,0 0-10-15,0 0-9 0,0 0 5 0,0 0-9 0,0 0 0 16,0 0-3-16,0 0-2 0,0 0 5 0,0 0-5 16,0 0-4-16,0 0 4 0,0 0-5 0,0 0-12 15,0 0 4-15,0 0-5 0,0 0-6 0,0 0-3 0,0 0-3 16,0 0-8-16,0 0 2 0,0 0-4 15,0 0 3-15,0 0-5 0,0 0-4 0,0 0-2 16,0 0 3-16,0 0-7 16,0 0 0-16,0 0-1 0,0 0 3 0,0 0-8 15,0 0-1-15,0 0 5 0,0 0-3 0,0 0-1 0,0 0 4 0,0 0-10 0,24 4 8 16,-8-6 12-16,5 0-16 0,7 2 0 0,2-3 2 16,0 1-2-16,4 0 2 0,-2-2-10 0,2 0 17 15,-1 4-12-15,-1-4 2 0,-5 3 1 0,-7 0 0 16,-3-2 3-16,-3 2-2 0,-4 0 0 15,-2-2 9-15,0 3 4 0,-3 0 9 0,1-3-2 16,-6 3 3-16,9 0-3 0,-9 0-3 0,0 0-5 16,8 0-15-16,-8 0-7 0,4-1-21 0,-4 1-50 15,0 0-12-15,0 0-37 0,0 0-37 0,-21-3-28 16,13 3-28-16,3-2-62 0,-1-1-243 0,1 2-565 16,5 1 250-16</inkml:trace>
  <inkml:trace contextRef="#ctx0" brushRef="#br0" timeOffset="62021.34">22566 4091 181 0,'0'-6'274'0,"0"6"-23"0,0-4-23 0,3 1-17 0,-3 3-27 0,0 0-20 16,0 0-17-16,0 0-13 0,0 0-12 0,6-1-14 16,-6 1-14-16,13 4-6 0,-4-1-11 0,3 1-5 15,1 0-8-15,5 2-10 0,1 1-4 0,-1 0-2 16,3 1-2-16,-1 0-7 0,-1-2-3 0,0 5-1 16,-3-3 0-16,-1 2-10 0,-2-3-5 0,-4 3 1 15,2-3-5-15,-4 3-2 0,-2 0 5 0,-4 0-9 16,0 1-1-1,-1 0 0-15,-3 2-2 0,-7 3 3 0,0-2 0 16,-2 0-1-16,-4 1-2 0,-3 4 1 0,-4-2 1 0,1-1 2 16,2 0-3-16,3-6-2 0,2 3 2 0,0-5-6 15,4 0 5-15,1 1-3 0,1-4-2 0,3 0 0 16,-1 1 1-16,2-3-4 0,-1 1 3 16,2 0 3-16,2 0 5 0,-1-1 3 0,2-1 13 15,1-2 19-15,5 5 3 0,0-2 4 0,8-4-6 0,0 2-2 16,7-1-7-16,2 0 2 0,6 0-5 0,-8-1-7 15,7-3-3-15,0 1 12 0,1 1-17 0,-8 2-1 0,-2-3 0 16,1 1-2-16,-2-1 12 0,-5 2 5 0,-1-2 16 16,-3 3 8-16,-1-3 7 0,0 3-9 0,-3-3 11 15,-4 3-7-15,7-1 0 16,-7 1-8-16,9-2-12 0,-9 2-43 0,0-4-34 16,0 4-33-16,0 0-20 0,-14-4-28 0,7 2-28 15,-1 1-42-15,8 1-42 0,-17-2-76 16,8-1-180-16,-2 0-527 0,2-1 233 0</inkml:trace>
  <inkml:trace contextRef="#ctx0" brushRef="#br0" timeOffset="62383.64">22566 4316 206 0,'-4'0'275'0,"4"0"-5"0,-9 0-2 0,9 0-7 0,0 0-15 16,0 0-6-16,-8 0-40 0,8 0-13 0,0 0-12 16,0 0-27-16,27 0-12 0,-7-3-15 0,10 3 0 15,4-2-29-15,2 0-5 0,4 0-10 0,11-2-7 16,-1 1-3-16,-13 2-6 0,1-2-5 0,-2 0-8 15,-5 0 8-15,-3 1 1 0,-10 0-1 0,-4 1 6 16,-2 0 1 0,-2-1 4-16,-4 0-2 0,0 1 7 0,0 0-7 0,-6 1 0 15,7-1-5-15,-7 1-24 0,3-3-29 0,-3 3-24 16,0 0-22-16,0 0-26 0,-16-4-24 0,9 4-20 16,-2 0-26-16,0 0-24 0,1 1-45 0,-1-1-14 15,-1 1-72-15,4-1-180 0,6 0-509 16,-12 1 225-16</inkml:trace>
  <inkml:trace contextRef="#ctx0" brushRef="#br0" timeOffset="63054.78">23174 4163 50 0,'0'0'335'0,"-1"-6"-18"0,1 6-26 16,0-4-25-16,0 4-29 0,0-4-25 0,0 4-25 16,0 0-17-16,0 0-18 0,8-3-16 0,-8 3-12 15,11 5-18-15,-6 0-13 0,8 1-18 0,-5-1-22 0,1 2-16 0,0 2-18 0,2-3-13 16,-2 1-9-16,0-1-13 0,2 1-5 16,-2 1-3-16,0-2-5 0,1-1 0 0,-4 0 2 15,0-3 0-15,-1 1 6 0,0-2 1 0,2 1 4 16,0-2-2-16,-7 0 5 0,8-3 1 0,-3 0 2 15,0-2 12-15,0 0 8 0,-1-2 13 0,3 0 11 16,-1-3 8-16,-5 4 6 0,4-6 10 0,0 3 7 16,-1-2 9-16,1 5 5 0,-1-2 3 0,0 4 4 15,-3-2 1 1,3-1 2-16,-1 4-4 0,-2-1-7 0,3 1-10 16,-4 3-12-16,2-5-13 0,-2 2-6 0,0 3-16 0,0 0-4 15,0 0 0-15,0 0-8 0,13 11-4 0,-9-2 0 16,1 3 0-16,4 5 1 0,-4 3-2 15,3 6-1-15,-2 3 5 0,2-1-7 0,-4 1 8 16,-2 4-3-16,1 1 3 0,-4-1-4 0,-1 1 7 16,-2 12-4-16,-2-12 0 0,0 0 0 0,-2-3-3 0,-1-3-1 0,-1-2 3 15,2-7-2-15,-1-5 1 0,-1 0 2 0,1-3 1 16,0-1 5-16,0-3-2 0,-5 0 3 0,5-2 3 16,-5-3 3-16,1-1 9 0,-1-2 1 0,0-3 17 15,-1-4 13-15,3 1 13 0,1-3-2 0,2 0 0 16,3-1 4-16,-1-6 5 0,3 0 2 0,3-3-11 15,9-7-3-15,-1-2-8 0,9 0-8 0,3-2-7 0,9-8-5 0,0 1-5 16,-5 11-6-16,1 0-2 0,-1 3-13 0,-1 0 10 16,1 2-4-16,-2 1 3 0,-2 3-6 0,-4 4-1 15,2 2-4-15,-3 2 1 0,-5 2 1 0,-2 0-1 16,4 3 3-16,-6 0 3 0,-1-1-3 0,2 4-1 16,-5-1-2-16,-1 3-2 0,4-4-24 0,1 2-25 15,-4-1-38 1,-1 3-41-16,0 0-27 0,4-3-33 0,-4 3 5 15,0 0-11-15,0 0-22 0,0 0-31 0,-10 10-46 0,5-9-78 16,5-1-202-16,-8 0-606 0,8 0 268 0</inkml:trace>
  <inkml:trace contextRef="#ctx0" brushRef="#br0" timeOffset="63525.16">23772 3914 90 0,'5'-4'290'15,"5"0"-20"-15,0 3-17 16,1-3-22-16,0 4-10 0,2 3-31 0,1-2-18 16,2 3-17-16,-1 4-12 0,-3-1-13 0,2 3-11 15,-2 1-13-15,-1 3-10 0,-2 0-10 0,-2 3-7 16,-2 0-6-16,-3 4-7 0,0-4-8 0,-3 0-6 15,-2 0 4-15,-1-1-1 0,-4 0-3 0,3-5-1 16,-5 4 1-16,3-6-6 0,-2 2 1 0,1-2-2 16,1-3-2-16,0 2 1 0,2-4-3 0,0 1-2 0,1 1 12 0,0-4 0 15,2 1 3-15,-2-2 4 0,1 2 16 0,3-3 9 16,-4 5 7-16,4-5 13 0,0 0 9 16,0 0 12-16,0 0 6 0,-2 2 7 0,2-2 4 15,0 0-5-15,0 0 7 0,0 0-10 0,0 0-16 0,19-6-9 16,2 2-9-16,7-2-16 0,5-2-3 0,1 3-13 15,6-2-8-15,-2 0-5 0,14 2-7 0,-1-2-6 0,0 1-5 16,-13 5 3-16,-5-6 6 0,2 5 0 0,-7-1-8 16,-9-2 11-16,-2 3 14 0,-3 1 17 0,-4 0 8 0,-2 1-6 15,-1-1-4-15,-2-1-5 0,-5 2-9 16,11-2-9-16,-9 1-15 0,-2 1-22 0,0 0-37 16,10 0-53-16,-10 0-68 0,9 0-77 0,-9 0-74 15,0 0-48-15,-4 7-67 16,-1-4-463-16,5-3-942 0,-14 5 417 0</inkml:trace>
  <inkml:trace contextRef="#ctx0" brushRef="#br0" timeOffset="77035.81">24957 3117 12 0,'0'0'119'0,"0"0"18"0,0 0-4 0,0 0 0 16,0 0 0-16,0 0-7 0,0 0 2 0,0 0-6 0,0 0-5 15,0 0-3-15,0 0-5 0,0 0-4 0,0 0-7 16,0 0 1-16,0 0-1 0,0 0-3 0,0 0-8 15,0 0 0-15,0 0-1 0,0 0-3 0,0 0-7 16,0 0-8-16,0 0-8 0,15-7-8 0,-5 7-7 16,8-5-2-16,3 3-10 0,6-1-3 0,5-1-4 0,-1 0-8 15,5 1 1 1,0 1-4-16,-3-4-1 0,2 5-3 0,-3-2-3 16,-6 1-4-16,-4 1-1 0,-8-1-7 0,-1 2-5 15,-3-1-17-15,-2 0-24 0,-3 2-17 0,0-1-19 16,-5 0 6-16,9 1-5 0,-9-1-15 0,-5 5-35 15,-3-1-18-15,-1-1-35 0,-6 2-107 0,4-1-317 16,0-1 141-16</inkml:trace>
  <inkml:trace contextRef="#ctx0" brushRef="#br0" timeOffset="77358.72">25101 3285 64 0,'0'0'245'0,"-4"2"-17"0,0 0-10 16,4-2-19-16,0 0-18 0,0 0-18 0,0 0-15 16,24-2-17-16,-3-1-11 0,6 0-15 0,4-1-7 15,3 2-12-15,0-1-11 16,1-1-6-16,2-1-6 0,0 2-8 0,-3 1-2 15,-5-2-8-15,-2 1-3 0,-9 3-4 0,-4 0-6 16,-3-1-1-16,-1-3 0 0,-3 4-4 0,-1 0 1 16,-1 0 0-16,-5 0-4 0,8-2-2 0,-8 2-8 15,0 0-13-15,8 0-5 0,-8 0-13 0,0 0-27 16,0 0-41-16,-23 7-59 0,11-4-72 0,3-3-143 16,9 0-390-16,-11-1 173 0</inkml:trace>
  <inkml:trace contextRef="#ctx0" brushRef="#br0" timeOffset="78739.92">26750 2462 42 0,'0'0'205'0,"-2"-5"-6"0,2 5-11 0,0 0-7 15,0-5-4-15,0 5-6 16,0 0-7-16,3-6-16 0,-2 2-11 0,-1 4-17 16,5-4-12-16,-1 3-11 0,0-3-6 0,1 2-10 15,0-1-10-15,3 1-7 0,3 2-5 0,-2-2-6 16,4 2-6-16,0 0-3 0,0 2-2 16,-1 0-8-16,1 3-1 0,2 0-6 0,-2 3 3 0,0 1-5 0,0 0-6 0,0 4-2 15,-3 1 2-15,-1 1-5 0,-4 1 2 16,-1 3-5-16,-3-1 3 0,-2 1-8 0,-6 6 3 15,0-8-2-15,-2 1 2 0,-3-2-3 0,-1-1 2 16,-3 0-4-16,0-1 3 0,1-1-1 0,2-3 2 16,-2 0-3-16,3-3 7 0,1-3-4 0,1 4 1 15,3-5-1-15,1 1 11 0,0-3 9 0,1 1 20 16,-1 0 26-16,6-2 28 0,-6 4 23 0,6-4 7 16,0 0-13-16,0 0-2 0,0 0-12 0,3-16-7 0,3 7-24 0,5-1-14 15,1-5-14-15,8-3 5 0,-2 0-2 0,4 1-6 16,1-3-2-16,-4 1-6 0,4 0-1 0,-2 2 3 15,-6 3-10-15,-1 0-9 0,0 2-1 16,1-1 1-16,0 1-3 0,0 2 5 0,-6 3-13 16,-2-1 3-16,-1 4 4 0,-1 1-8 0,0-1 3 15,-3 1-8-15,-2 3 5 16,8-5-8-16,-8 5-6 0,3-4-7 0,-3 4-24 16,2-3-18-16,-2 3-2 0,0 0 3 0,0 0 5 15,-4 16 9-15,-3-8 7 0,1 4-2 0,-4 3 5 16,1-1 1-16,-4 2 6 0,1 1 2 0,2 0-12 15,-2-3 19-15,3 2 3 0,1-2-2 0,1-1 2 16,1-2 0-16,2-1 2 0,1 2 5 0,2-3 10 16,-1-1-6-16,5-1 7 0,0-1 0 0,4 2 1 0,1-2 0 0,9 3-10 15,2-2 16-15,9-3-1 0,1 0-5 0,7-1 4 16,-3-1-1-16,3-2-6 0,-4 0-1 16,2 0 5-16,-7 0-2 0,0 0-2 0,-8-2 3 15,-6 2-4-15,1 0 3 0,-4-3-2 0,-3 3 14 16,-7 0 1-16,11 0 7 0,-11 0-2 0,9-2 9 15,-9 2 0-15,0 0 11 16,9 0-7-16,-9 0-5 0,0 0-8 0,0 0 6 16,0 0-9-16,0 0 0 0,0 0-15 0,9 2-5 15,-9-2-10-15,0 0-18 0,0 0-17 0,0 0-13 16,5 0-22-16,-5 0-24 0,0 0-21 0,0 0-24 16,0 0-25-16,0 0-30 0,0 0-45 0,0 0-262 15,0 0-553-15,0 0 245 0</inkml:trace>
  <inkml:trace contextRef="#ctx0" brushRef="#br0" timeOffset="79461.25">27911 2573 160 0,'0'0'225'0,"-2"-4"-16"0,0-2-21 0,0 2-16 0,-1-1-17 15,-1 3-11-15,-2-2-18 0,-1 2-14 0,-4-2-10 0,0 3-10 16,-5-1-8-16,0 2-7 0,-3 0-9 0,-1 0-6 16,1 2-11-16,1 1-2 0,0-1-2 15,3 1 0-15,3 2-8 0,1 0-1 0,-2-1-5 16,3 4-5-16,0-3-8 0,2 4 2 0,0-4-5 15,3 5 3-15,0-3-6 16,0 3 5-16,4-2-4 0,2 1-1 0,4 0 0 16,2-1-1-16,2 1 0 0,3 0 0 0,6-1-1 15,-1 0-3-15,2-1-1 0,4-2 6 0,-4-1-10 16,-1-2 5-16,0-1-5 0,0-1 5 0,0-3-1 16,0-1 11-16,-3-4 7 0,-1 1 8 0,-1-3 5 0,-2-2 9 15,-1-2 7-15,-1-1 9 0,-3-2 9 0,-2-5-1 16,-1 0-4-16,2-4-3 0,-5-1-9 0,2-1-3 15,-2-1-13-15,-2 0 9 0,2 0 2 0,0 3-18 16,0 1 24-16,0 8 4 0,0 0 10 0,-2 5-2 16,2 2-2-16,-3 3-1 0,3-5-9 0,-1 7-2 15,1 3-14-15,0 2-10 0,0-12-24 0,0 12-29 0,0 0-6 0,0 0 0 16,0 0 1-16,0 0 6 0,0 28-2 0,0-11 2 31,-2 7 6-31,0 1-2 0,2 4 5 0,0-3-1 0,0 3 5 0,0-1 3 0,0-2-1 0,0-1-1 16,2-5 8-16,-4-2-4 0,4 0 2 0,-4 0 2 15,2-5 1-15,0 3 0 0,0-4-16 0,-2-2-20 16,4-1-10-16,-4 1-22 0,0-4-18 0,2 0-11 16,0-1-18-16,0-5-14 0,-4 6-46 0,4-6-45 15,-5 1-247 1,5-1-503-16,0 0 222 0</inkml:trace>
  <inkml:trace contextRef="#ctx0" brushRef="#br0" timeOffset="79892.61">28093 2438 197 0,'12'-3'211'0,"1"0"-8"0,6-1-15 15,-5 2-5-15,0 2-12 0,-1 0-15 0,1 2-13 0,-1 2-10 16,0 1-10-16,-3-2-15 0,-1 6-4 0,-1-1-10 16,-1 2-8-16,-2 4-7 0,-1 1-8 0,-2 2-5 15,-5 0-10-15,-2 1-1 0,-3 2-7 16,-2-3-3-16,1 1-4 0,-5-2-4 0,5 2-3 0,-4-4-3 15,-1 0-3 1,4-2-2-16,0-3 0 0,2-1 1 0,4-3-6 16,-1 1 0-16,-1-1 2 0,3-2 30 0,-1 0 35 15,4-3 38-15,-5 4 43 0,5-4 24 0,0 0 5 16,0 0-19-16,0 0-24 0,0 0-13 0,18-19-15 16,-5 5-9-16,2 2-19 0,4-8-14 0,3 1-1 15,1-3-16-15,0-2-9 0,-1 3-11 0,-2-2-9 16,3 3 0-16,-10 4-9 0,1 4-7 0,-5 2 6 0,-2 2-6 15,1-1-4-15,-4 5-7 0,1-1-6 0,-1 0-15 16,-4 5-27-16,4-2-27 0,-4 2-4 0,0 0 5 16,0 0 11-16,-11 16 2 0,-1-1 1 0,3 1 4 15,0 1 6-15,-1 8 7 0,0 0 2 0,5-6 1 16,-1 3-12-16,4-1-8 0,3-4-15 0,2-1-14 16,2 2-12-16,5-3-25 0,0-2-35 0,3-2-66 0,8-2-97 0,-5-4-252 15,7-3-611-15,5-1 270 0</inkml:trace>
  <inkml:trace contextRef="#ctx0" brushRef="#br0" timeOffset="80308.75">28768 2591 3 0,'0'0'202'0,"0"0"-11"0,-10 0-11 16,10 0-6-16,-5 1-21 0,5-1-9 0,0 0-9 0,0 0-4 15,0 0-8-15,-5 3 4 0,5-3 0 16,0 0 6-16,0 0 7 0,0 0 3 0,0 0-1 15,0 0-7-15,0 0-12 16,0 0-26-16,18-8 2 0,-6 6-11 0,5-3-8 16,1 1-8-16,4-1-10 0,6 3-5 0,0-4-4 15,3 0-8-15,3 3-4 0,-8 0-5 0,3-1-3 16,-7 3-4-16,-3-1-2 0,0-1 0 0,-6 1-6 16,-4 0-9-16,1 1 3 0,-3 1 0 0,-1-1-1 15,-6 1-7-15,9 0-17 0,-9 0-15 0,6 0-9 16,-6 0 3-16,0 0-16 0,0 0-25 0,-12 7-38 0,5-5-33 15,7-2-49-15,-10 4-49 0,1-3-182 0,9-1-456 16,-9 2 202-16</inkml:trace>
  <inkml:trace contextRef="#ctx0" brushRef="#br0" timeOffset="80993.89">29374 2377 12 0,'0'0'264'0,"0"0"-22"0,0 0-21 15,0 0-24-15,-2-5-19 0,2 5-20 0,0 0-16 16,0 0-17-16,0 0-13 0,0 0-10 0,0 0-10 15,7 13-8-15,-2-7-10 0,-2 0-6 0,4 3-6 16,0-2-8-16,-1 1 0 0,2 4-6 0,1-5-12 16,3 6-8-16,-3-3-8 0,3 1-2 0,-3-4-8 0,0 0-1 0,0 1-4 15,1-3 0-15,-5-1-1 0,3-1-4 16,-3-1 3-16,3-3-7 0,-8 1 9 0,11-4-1 16,-7 0 1-16,0-1 7 0,4-3 9 0,-3 1 8 0,-1 0 0 15,1-3 13-15,-3 1 4 0,1 3 10 0,1-5 3 16,0 6 6-16,-2-5 2 0,1 6 6 0,-2-4 2 15,0 3-6 1,2 2 4-16,-2 1-6 0,2-3-9 0,-2 1-5 16,-1 4-5-16,2-3-12 0,-2 3-16 0,0 0-6 15,0 0-5-15,0 0-1 0,8 9-3 0,-5-1 1 16,-1 4 0-16,4 3-1 0,-2 3 2 0,0 6-1 16,-2 2-2-16,-2 3 1 0,0 0 0 0,-2 2 1 15,-5 1-5-15,2 0 9 0,-3-1-6 0,-4-1 3 16,1-2 1-16,-3 3 0 0,0-5 0 0,0-1-2 0,3-11-1 15,0 0 1-15,-2-1 2 0,4-5 0 0,3 0-2 16,-2-2 6-16,4 0 4 0,-1-2 35 0,1-3 28 16,4-1-3-16,-15-1-3 0,15 1 17 0,-8-10 15 15,5 5 10-15,1-5-6 0,2 1-10 0,3-4-9 16,3-4-10-16,1-2-7 0,7-5-11 0,2-1-6 0,7-3-5 16,0-3-10-16,3 4 2 0,-3 0-12 0,2 1-4 0,0 2 1 15,-2 1-7-15,-3 4 4 0,2 2-4 0,-10 3-6 16,0 3 0-16,-3 2 2 0,4 0-3 0,-7 4 0 15,-2 0-3-15,3 1-5 0,-5 1-14 0,2 0 9 16,-4 3-15-16,6-5-30 0,-3 4-26 0,-3 1-43 16,2-3-28-16,-2 3 14 0,0 0-14 0,0 0-20 15,0 0-11-15,-8 12-12 16,8-12-20-16,-7 7-35 0,7-7-38 0,-4 3-270 16,4-3-592-16,-2 4 263 0</inkml:trace>
  <inkml:trace contextRef="#ctx0" brushRef="#br0" timeOffset="81525.56">30147 2463 130 0,'-5'-5'171'0,"0"4"-13"15,-3-1-17 1,2 2-13-16,-5-4-16 0,0 4-9 0,-1-1-7 16,-1 3-7-16,0-1-10 0,-1 1-5 0,1 0-1 15,0 3-6-15,1 0-6 0,0-1-4 0,1 2-5 16,0 1-2-16,1 0-9 0,1 3 0 0,3-2-8 16,-3 2 3-16,4 1-7 0,1-2 3 0,0 3-7 15,4 0 0-15,0-4 1 0,5 6 2 0,-1-6-2 16,6 2 0-16,-1-3-2 0,3 2-2 0,-1-4-5 0,6 1 3 0,-4-5-1 15,1 2-3-15,0-3 0 0,-1-3-4 16,-1 2 1-16,2-5 0 0,0-1 7 0,0-5 9 0,-1-1-7 16,-3-1 1-16,-1 0 1 0,-2-3-2 15,-1 0 2-15,-2-10 2 0,-1 8-3 0,-3-10-4 16,0 2 2-16,0-3 0 0,-3 1 7 0,3-4 0 0,0 4 0 16,-1-2 12-16,-2 2 2 0,3 2 12 0,0 8 2 0,0 3 17 15,-1 1-4-15,1 4-3 0,-3 0 8 0,3 5-5 16,0 1-9-16,0-1-4 0,0 1-9 0,0 0-6 31,0 5-12-31,0-1-11 0,0 1-4 0,0 0-5 16,0 0 5-16,-1 18-5 0,-3 1 4 0,7 0-2 0,-6 7-1 0,2 2 3 0,1 1-1 0,0 2-5 31,-3 0 5-31,6 0-3 0,-2 2 2 0,-1 0-5 0,0-4 8 0,-1-2-4 16,2-3-3-16,-1-5-6 0,3-1-17 0,-2-2-24 15,0-6-29-15,2 0-19 0,-2 0-31 0,2-3-49 16,-2-4-70-16,5-2-226 0,-6-1-500 15,0 0 221-15</inkml:trace>
  <inkml:trace contextRef="#ctx0" brushRef="#br0" timeOffset="82111.77">30322 2360 20 0,'4'-4'277'16,"-4"0"-12"-16,2 0-14 0,0 2-20 0,-2 2-30 15,0-5-16-15,1 2-18 0,-1 3-20 0,4-4-15 16,-4 4-15-16,0 0-14 0,0 0-3 0,9 9-16 15,-5-4-6-15,-3 2-9 16,4 1-6-16,2 2-8 0,-2-1-6 16,1 3-6-16,-1 1-7 0,3 1-9 0,-3 3-4 0,3 0-7 15,-1-3-5-15,-1-3-5 0,-1-3 1 0,-1 0-5 16,-1-2 1-16,1 1 1 0,-2-3-1 0,0 0 1 16,-2-1-2-16,4 0 2 0,-4-3 1 0,0 0-2 15,0 0 2-15,0 0 3 0,6-13 9 16,-5 8 7-16,2-2 7 0,0 1 10 0,-2 0 2 0,2-4 5 0,-2 1 4 15,3-1 3-15,-3 5 9 0,4-1-2 0,-5-2-3 16,2 5 12-16,0-4-7 0,-1 3-7 0,0 1-6 16,-1 3-1-16,3-2-8 0,-3 2-11 0,2-3-4 15,-2 3 0-15,0 0-8 0,13 8-3 0,-5 3 2 16,-2-4-21-16,1 8 20 0,-1 3-4 0,1 0 0 16,1 7-2-16,0 1 0 15,-3 0 1-15,-3 3 1 0,-2-2-4 0,-2 1-12 16,-2-2 15-16,-1 0-3 0,1 0 4 15,-4-6 12-15,0-1-18 0,-1-1 2 0,0-2-5 16,-1-1-3-16,2-5 4 0,0-1-2 0,2-2 2 0,-4-1 11 16,-1-2-6-16,0-1 3 0,2-3 17 0,0 0 22 15,-1-4 10-15,2 2 14 0,-1-4 11 0,0-2 15 16,4 0-9-16,0-2 2 0,1-1-6 0,4-1-7 0,3-6-10 16,3-3-7-16,6-3-9 0,3-6-12 0,6 2 4 15,3-1-11-15,8-10-10 0,0 3-1 0,-9 11 1 16,3-1-1-16,-4 5-7 0,4 1-4 0,-4 2 0 15,-7 5 0-15,0 1-4 0,-2 0-12 0,-3 6 10 16,-1-1-4-16,0 0 3 0,-1 3-4 0,-5-1 3 16,3 2-3-16,-2 0-37 0,-1 1-38 0,-3 2-44 0,4-3-42 0,-4 3 7 15,0 0-38-15,0 0-28 0,3 11-46 0,-2-7-87 16,-1-4-279-16,-2 8-680 0,2-8 301 16</inkml:trace>
  <inkml:trace contextRef="#ctx0" brushRef="#br0" timeOffset="82412.39">31043 2510 74 0,'-5'3'372'0,"5"-3"-10"0,0 0-17 0,-4 0-15 15,4 0-39-15,0 0-26 0,0 0-26 0,0 0-19 0,32-3-27 16,-11 2-23 0,8-3-13-16,0 4-14 0,-2-3-11 0,1 3-24 15,-6-1-11-15,-3 1-14 0,-1-3-10 0,-1 1-10 16,-5 2-1-16,-4 0-7 0,0 0-5 0,-2 0-7 16,0 0-9-16,-6 0 0 0,0 0-12 0,11 0-16 15,-11 0-20-15,0 0-17 0,0 0-20 0,0 0-33 16,0 0-39-16,-19-4-52 0,19 4-55 0,-14 1-89 15,6-1-181-15,2-2-540 0,6 2 239 0</inkml:trace>
  <inkml:trace contextRef="#ctx0" brushRef="#br0" timeOffset="83446.06">31549 2184 25 0,'0'0'266'0,"0"0"-16"0,0 0-18 16,-4-3-19-16,4 3-19 0,0 0-23 0,0 0-12 15,0 0-15-15,0 0-17 0,0 0-14 0,27 3-8 16,-12-2-15-16,3 2-3 0,1-2-11 16,12 6-6-16,-4-2-11 0,4 0-3 0,1 3-3 15,-4 0-7-15,-2 0-3 0,0 1-1 0,-5-1-8 16,-4-2-6-16,-4 6-31 0,-1-6-5 0,-5 3 5 0,1-1-7 0,-3 2 3 15,-6 1 0-15,0 5 1 0,-10 0 5 0,1 1-2 16,-8 2-1-16,4-5 2 0,-4 4 3 0,-5-1-1 16,7-2 2-16,-6 1-2 0,7-2 3 0,-1-4-2 15,2 1 3-15,7-2-8 0,-2 0 6 0,1-2-1 16,3-1-1-16,1-2 2 0,0 1-1 0,2 0 4 16,0 0 8-1,0-1 13-15,3-1 10 0,3 2 15 0,1-2 4 16,4 3 0-16,4-4-7 0,0 2-5 0,4-3-5 15,1 0-5-15,3-1 2 0,-2 2-7 0,0-1 0 16,0 1-10-16,0-4-9 0,-7 1-37 0,-2-1-31 16,3 1-47-16,-3 0-57 0,-1-5-68 0,-4 2-199 0,2-2-465 15,-5 1 206-15</inkml:trace>
  <inkml:trace contextRef="#ctx0" brushRef="#br0" timeOffset="83747.17">31713 2457 225 0,'0'0'318'0,"-9"0"1"16,9 0-12-16,0 0-5 0,-5-2-28 0,5 2-26 15,0 0-36-15,0 0-16 0,19-9-19 0,-1 3-16 16,3 3-19-16,11-1-10 0,4-3-20 0,1 2-14 15,-1 0-16-15,2-2-20 0,-2 4-12 0,-3 0-9 0,-3-2-14 16,-9 4-7-16,-2-2-3 0,-6 1-6 0,1 1-5 0,-7-1-3 16,-1 0-6-16,2 2-11 0,-4-2-29 0,-4 2-25 15,0-4-22-15,0 4-10 0,0 0-20 0,-16-1-15 16,10 1-27-16,-3 0-24 0,1-3-29 16,-1 6-186-16,-2-3-435 0,3 0 192 0</inkml:trace>
  <inkml:trace contextRef="#ctx0" brushRef="#br0" timeOffset="84270.55">32528 2373 168 0,'-8'-6'215'0,"8"6"-22"16,-5-4-23-16,1 1-14 0,-5 2-19 0,-1 1-11 16,-3-1-13-16,-2 2-9 0,-2-1-9 0,-3 4-16 15,2-2-5-15,0 2-7 0,-1 3-2 0,1-2-11 16,0 3 2-16,0-1-14 0,7 0-2 0,-1-1-1 0,3 4-7 0,-1-3-3 16,3 2-5-16,1-2 3 0,1 2-4 0,5-2-2 15,0 2 0-15,5 1 3 0,3-1-6 0,-1-2-3 16,5 1 1-16,2-3-2 0,4-1 1 15,0 1 1-15,1-5-2 0,-2 3-2 0,1-7-3 16,1 0 1-16,-2-3 2 0,0-2 11 0,-2-1 7 16,-3-4 7-16,1-1 9 15,-3-2-2-15,-3 0 8 0,0-2 5 0,-2-6-2 16,-1-1 6-16,-4-1-4 0,4 0 8 0,-5-2 2 16,-2-3 1-16,2 6 2 0,-3 8 3 0,3-2 9 15,-2 6 5-15,2-2-5 0,1 7 5 0,-3-1-2 16,3 5-18-16,3-4-2 0,-6 6-14 0,3-2-11 15,0 5-31-15,0-4-15 0,0 4 2 0,0 0-1 16,0 0 0-16,-1 21 4 0,1-10-2 0,0 5 1 0,0 9 1 16,0-1 0-16,1 2 2 0,3 0-4 0,0-1 1 15,-3 1 6-15,3-6-3 0,0-2 5 0,1-1-4 16,-1 1 0-16,-3-6-2 0,4 4-7 0,-2-5-18 16,-2 0-26-16,-1-5-21 15,0 3-25-15,4-6-18 0,-4 2-29 0,0 2-14 0,0-4-54 0,0-3-78 16,0 0-147-16,0 0-472 15,0 0 209-15</inkml:trace>
  <inkml:trace contextRef="#ctx0" brushRef="#br0" timeOffset="84586.66">32755 2189 111 0,'0'0'240'0,"0"0"-28"15,0 0-13-15,0 0-18 0,13 5-16 0,-5 2-15 0,1 0-15 16,-9-7-10-16,18 19-10 0,-7-4-13 0,-1-1-10 16,1 3-10-16,-4-2-6 0,0 4-10 0,-3-1 0 15,-2 0-13-15,-1-1-2 0,-1 3-3 0,-3-6-8 16,0 3 0-16,0-2-14 0,-2 0 9 0,1-1-2 0,-1-5-3 0,-1 1-4 0,1-3-3 16,1 3 2-16,0-3-9 0,2-3 1 15,-1 2 0-15,-1-1-4 0,3-4 4 0,0 3-3 16,1-4-1-16,-5 4 11 0,5-4-3 0,0 0 0 15,5 5-5-15,-5-5-2 0,0 0-5 0,0 0-6 16,0 0-27-16,65-2-46 0,-65 2-60 0,41-12-91 16,-23 2-166-16,-2 0-418 15,3-2 186-15</inkml:trace>
  <inkml:trace contextRef="#ctx0" brushRef="#br0" timeOffset="84718.27">32851 2370 186 0,'0'0'231'0,"-7"0"-6"16,7 0-17-16,0 0-17 0,0 0-18 0,0 0-18 0,0 0-18 16,58 10-13-16,-26-10-15 0,4 4-48 0,1-3-74 15,4 1-85-15,-1-2-184 0,-1-2-305 0,-3-1 136 16</inkml:trace>
  <inkml:trace contextRef="#ctx0" brushRef="#br0" timeOffset="85536.1">27686 3282 76 0,'-5'2'163'0,"5"-2"-18"0,-8 1-9 15,8-1-7-15,0 0-5 0,-7 0-11 16,7 0-6-16,0 0-7 0,0 0-7 0,-5 2-15 16,5-2-3-16,0 0-8 0,0 0-9 0,0 0-3 15,0 0-7-15,0 0-1 0,0 0 5 0,25 0-9 0,-14 0-5 16,1 0 2-1,2 0-2-15,8 1 1 0,-2-2-3 0,14-2 3 16,0 3-5-16,3-2 0 0,16 0 3 0,3-1 4 16,10-1 2-16,30-1-1 0,1-3 3 0,3 1 0 15,6 0-1-15,6 2 3 0,6 1 1 0,0-7-3 16,3 5 3-16,14-2 1 0,6 6-5 0,2-3 0 16,1 2-5-16,-2-1-4 0,5 4-3 0,5-4-2 0,0 2-4 15,2 1-2-15,4-5 1 0,-10 4 1 0,3 1 2 0,4-1-10 16,-6-5 1-16,-1 4-5 0,-11-2 2 0,-9-1-4 15,1-2 2-15,-10 1-3 0,-14 1-2 0,-6-2 4 16,-8 0-1-16,-29 3 5 0,-4 1-2 0,-3-3-2 16,-4 1 5-16,-16 0 7 0,2 1 0 15,-6 0 7-15,-2-2 8 0,-10 4 10 0,-9 0 7 0,3 1 21 16,-3-3 11 0,-1 4-2-16,-1-1-10 0,-2 2-11 0,-6 0-6 15,10-3-21-15,-8 2-27 0,-2 1-45 0,0 0-53 16,0 0-45-16,-18-2-53 0,0 0-98 0,-13-1-238 15,3 3-562-15,-4 0 248 0</inkml:trace>
  <inkml:trace contextRef="#ctx0" brushRef="#br0" timeOffset="85990.54">30034 3494 175 0,'0'0'222'16,"5"-3"-7"-16,-5 3-13 15,0 0-15-15,0 0-14 0,1-6-19 0,-1 6-14 16,0 0-16-16,0 0-13 0,0 0-11 0,-15 10-6 16,4-5-13-16,-3 6-7 0,-1 2-7 0,-8 0-7 15,0 4-4-15,3-1-7 0,4-3-2 0,-5 4-5 16,8-3-2-16,0-1-7 0,0 2 1 0,3-1-1 16,5-3 30-16,1 0 4 0,3-2 10 0,6 0 13 0,0-4 3 0,12 6-4 15,12-7-12-15,7-4-4 0,14 0 0 16,5-6-8-16,-2-5 11 0,-2-1-2 0,-11 2 3 15,-4-4 0-15,-4 0 1 0,-4-2 6 0,-3-1-1 16,-5 0-3-16,-8 1-15 0,-3-4 7 0,-5 2-22 16,-6-7-15-16,-5 1-22 0,-7 3-17 0,-5 0-28 0,-8 4-44 15,-6 2-55-15,-7 6-73 0,-10-5-154 16,-3 4-199-16,2 5-603 16,15-2 267-16</inkml:trace>
  <inkml:trace contextRef="#ctx0" brushRef="#br0" timeOffset="89837">7453 6943 233 0,'0'0'278'16,"0"0"-21"-16,-6-2-15 0,6 2-14 0,0 0-14 15,0 0-8-15,0 0-15 0,0 0-8 0,0 0-19 16,0 0-18-16,0 0-18 0,0 0-14 0,0 0-12 15,0 0-9-15,0 0-12 0,21-2-29 0,-3-1-28 16,2 0-34-16,9-2-41 0,-1 1-45 0,0 4-45 16,0-3-52-16,-6 1-215 15,-3 2-441-15,2-2 195 0</inkml:trace>
  <inkml:trace contextRef="#ctx0" brushRef="#br0" timeOffset="89999.74">7519 7171 61 0,'-10'10'178'0,"1"-2"-6"0,3-2-4 0,1 1-4 0,2-3-9 16,-3 0-10-16,3 1 5 0,3-1-4 0,0-4-10 15,12 2-18-15,-1-2-11 0,8-1-13 0,2-2-16 16,7-4-30-16,-1 3-42 0,2 0-38 0,-2-5-41 16,0 0-49-16,-9 0-162 0,-1 0-307 0,-1-1 137 15</inkml:trace>
  <inkml:trace contextRef="#ctx0" brushRef="#br0" timeOffset="90500.86">7679 6920 22 0,'-5'-5'261'0,"1"1"-13"16,0 0-14-16,-1 1-16 0,3 1-19 0,-2 1-19 16,4 1-22-16,0 0-17 0,-3-6-23 0,3 6-15 15,0 0-9-15,0 0-12 0,0 0-3 0,7 12-10 0,0-4-8 16,0-1-3-16,1 4-9 0,2-1-10 0,4 0-2 15,1 2-8-15,3-5-6 0,-3 3-8 0,6-1-4 0,-2-1-4 16,-2-3 1-16,0-1 0 0,4-1 0 0,-4-3 1 16,-4 0-1-16,0 0-5 0,0-2 7 15,-1-1 12-15,-1 0 21 0,-3-1 13 0,2-3 13 16,-4-1 10-16,2 2 6 0,-3-2 8 0,4 0 26 0,-8 0-9 0,3 3 7 16,0 0 12-16,-3-1-3 0,2 1-7 0,-3 3 1 15,1-2-16-15,2-1-8 0,-3 5-16 0,1-2-7 16,-1 2-24-16,0 0-29 0,0 0-9 0,0 0-1 15,-1 12-5-15,-7 2-1 0,-4 10 2 0,-1 2-5 0,-3 5 1 16,-8 11 5-16,-2 4-3 0,0 0-2 16,0-3 6-16,1 6-6 15,0-6 2-15,2 1 0 0,-2 2 1 0,6-15-2 16,4 1 14-16,-1-6-14 0,2 2-1 0,1-4 2 16,4-8 1-16,3-1-1 0,0-3-3 0,3-4 13 15,-1-3 8-15,0 2 13 0,2-2 26 0,-1-1 30 16,3-3 25-16,0-1 24 0,-3 6 15 0,3-6 4 0,0 0-4 15,0 0-16-15,0 0-15 0,0 0-9 0,0 0-11 16,0 0-11-16,0 0-4 0,0 0-9 0,0 0-7 0,3-14-8 16,-3 14-8-16,0 0-4 0,0 0-9 0,3-2-9 15,-3 2-16-15,0 0-24 0,0 0-28 0,0 0-41 16,0 0-48-16,2-7-52 0,2 6-60 0,0-3-51 16,-1 0-70-16,3-3-66 0,0-2-371 0,2 4-857 15,1-3 380-15</inkml:trace>
  <inkml:trace contextRef="#ctx0" brushRef="#br0" timeOffset="91870.83">9371 6798 176 0,'4'-5'235'0,"-2"2"-17"15,2-1-24-15,0 4-16 0,1-4-19 0,3 1-23 16,-2 1-16-16,1-1-13 0,2 3-6 0,1-3-8 16,0 6-17-16,0 0-8 0,0-1-8 0,2 5-6 15,-3-2 1-15,1 4-13 0,-1 2 1 0,-1 5-3 16,-2-1-2-1,2 3-6-15,-6 0 4 0,1 6-7 0,-3-4-4 16,-3 7 0-16,-2-2 1 0,-1 0-5 0,-6-2-1 16,6-5 5-16,-8 6-5 0,1-2 1 0,4-5 0 15,-1 0-4-15,-1-3 0 0,1 1-3 0,2-5 0 0,1-2 0 16,1 0-2-16,2-1 16 0,0-2 14 16,2-2 20-16,-3 0 23 0,5-1 44 0,-3 3 2 15,3-5 26-15,0 0-13 0,0 0-5 0,0 0-28 0,9-18-6 0,-1 8-2 16,2-5-14-16,2 0-4 0,5-6-9 0,2-1-18 0,-2-3 6 15,2 3-9-15,0-3 6 0,2 0-18 16,-3 1-4-16,0-1 6 0,-1 5 5 0,-5 4 12 0,1 1 2 16,-4 1 6-16,-3 6 1 0,0-1 1 0,-1 3-4 15,1-1-10-15,-4 3-9 0,1-1-5 0,-1 2-9 16,1 1-13 0,-2-1-23-16,-1 3-8 0,0 0-33 0,0 0-7 15,0 0 2-15,0 0 6 0,-4 14 8 0,1-3-3 16,-3 6 3-16,0-1 1 0,-2 1 4 0,1 1 9 15,2-2-8-15,-1 4 12 0,3-2 0 0,0-1-8 0,2 1-19 16,1-1 3-16,2-3 6 0,1 3 1 0,1-5 7 16,3 4-3-16,4-4-2 0,3-2 0 0,5-2-22 15,0-1-24-15,9-1-33 0,4-3-29 0,3-2-36 0,0-2-29 16,2-2-25-16,0-2-19 0,-1-3-26 0,4 2-209 16,-2-4-522-16,-2 3 231 0</inkml:trace>
  <inkml:trace contextRef="#ctx0" brushRef="#br0" timeOffset="92301.9">10259 7045 442 0,'31'-10'84'0,"-4"3"34"0,-9-1 8 0,-1 1 27 15,-5 2 22-15,-2 0 16 0,-5 1 6 0,3 1 2 16,-3-1-9-16,-1-1-18 0,-2 2-17 0,-2-2-10 0,0 5-18 0,-6-7-13 16,0 5-10-16,-6-1-6 0,-2 3-11 0,-3 0-11 15,0 0 0-15,-1 0-16 0,-4 3-3 0,0 4-9 16,1-2-4-16,0 1-3 0,-3 5-7 0,-3-1-5 16,8-2-4-16,2 0-2 0,-1 1-3 0,2 0-1 15,-1 2-2-15,4 3-4 0,6-5 1 0,-2 2-2 16,1 0-4-1,4-3-1-15,-1 2 4 0,2-2-3 0,0 1-5 16,3 2 0-16,2-4 2 0,5 0 0 0,-2-1 2 0,6-1 9 16,1-3-10-16,2 0 8 0,4-2 1 0,1-1-13 15,1-2 4-15,2 0-3 0,-4-3 17 0,1-2 13 16,1 0 10-16,-4-3 30 0,2 0 14 0,-3-4 20 16,-1 1 5-16,-2-3 7 0,-1-6-4 0,2 1-2 15,-4-5-1-15,-3 0-8 0,3-1-7 0,-5-2-14 0,-1-1-2 16,-1 3 2-16,2 1 16 0,-4 1 12 0,0 7 14 15,0 4 8-15,0 2-4 0,0 2-6 0,0 1-13 0,-3 4-11 16,3 0-12-16,3 1-12 0,-3 2-35 0,0 3-30 16,-3-5-41-16,3 5-48 0,0 0-29 0,0 0 10 15,0 0 8-15,-5 13 3 0,4 2 16 0,-2 3 7 16,2 7 4-16,-4 0 13 16,3 5 2-16,0 0 8 0,1 1-13 15,1 0-15-15,0-1-19 0,0-1-13 0,0-4-8 16,1-2-12-16,-1-4-10 0,0 0-16 0,0-7-26 15,0 1-22-15,0-1-32 0,-1-6-26 0,2 1-43 0,1-3-275 16,0-4-614-16,-2 0 273 0</inkml:trace>
  <inkml:trace contextRef="#ctx0" brushRef="#br0" timeOffset="92725.49">10581 6861 76 0,'1'-3'264'16,"3"0"-27"-16,0 0-28 0,-3 0-19 0,2 0-23 15,-3 3-17-15,0 0-14 0,13 4-14 0,-8-1-13 16,0 3-6-16,0 2-10 0,0 2-9 0,2 2-5 0,-2 2-8 0,0 4-2 16,-4 1-7-16,2-1-6 0,-3 2-5 0,-3 5-5 15,-1-1-4-15,-2 1-3 0,1-6-9 0,-3 1 5 16,3-3-5-16,-4 0-2 0,1-3-3 0,3-3 0 16,1-2-7-16,-1-1 3 0,4-3-4 0,-2 1 34 15,2-2 32-15,-2-1 43 0,1 0 26 0,2-3-6 16,0 0-24-16,9-9-9 15,-4 1-1-15,4-2-19 0,4-2-18 0,-3-5-6 16,6 2-5-16,0-4-1 0,7-5-19 0,-5 2 5 16,5-2-8-16,0-1-10 0,1-1-2 0,-6 2-6 15,0 7 4-15,-5 1-1 0,-2 2-1 0,-3 3 6 16,-3 4 2-16,3 1-5 0,-4-2-2 0,-3 6-6 16,3-3-25-16,-2 3 2 0,-2 2 3 0,0 0-20 15,0 0 6-15,-11 17 3 0,3-4-3 0,-1 3 3 0,-1 2-2 0,1 6 4 16,0 1 5-16,5-1-2 0,1-4-5 0,6 5 9 15,-2-6 1-15,7 5 4 0,1-7-3 0,10 3 12 16,7-6-15-16,1 0-27 0,3-3-44 0,2-3-64 16,5-5-98-16,3-3-131 0,11-4-205 0,-10-1-619 15,-4-4 274-15</inkml:trace>
  <inkml:trace contextRef="#ctx0" brushRef="#br0" timeOffset="93641.66">11555 7051 84 0,'0'0'231'0,"-8"1"-10"16,8-1-15-16,-6 0-14 0,6 0-5 0,0 0-8 16,-5 1-10-16,5-1-11 0,0 0-3 0,0 0-8 15,0 0-7-15,0 0-7 0,0 0-9 0,0 0-12 0,0 0-3 16,0 0-20-16,0 0-3 0,0 0-10 0,0 0-1 16,0 0-8-16,0 0-9 0,0 0 1 0,0 0-11 15,0 0-2-15,0 0-4 0,0 0-6 0,0 0-7 16,0 0-2-16,0 0 4 0,0 0-10 0,0 0 2 15,0 0-6-15,0 0-2 0,0 0-4 0,0 0 0 16,0 0 1-16,0 0-4 16,0 0 3-16,0 0-3 0,0 0-2 0,0 0-5 15,0 0 3-15,0 0 0 0,0 0-1 0,0 0 0 16,0 0 0-16,0 0 2 0,0 0 1 0,0 0-3 16,0 0 0-16,0 0-2 0,0 0 13 0,18-2 2 15,-6 1-3-15,7 1-2 0,11-3 4 0,-7 1-2 16,6-1 0-16,2 0 1 0,1-1-4 0,4 3 4 15,-4-5 2-15,-2 3 7 0,2 0 14 0,-5 2 0 0,-5-2 3 0,-3 1 8 16,0-1-1-16,-7 3-1 0,-2-3 11 0,0 2 5 16,-5 0 8-16,2 1 3 0,-2-2 6 0,-5 2-1 15,8-2-2-15,-8 2-6 0,6-1-2 0,-6 1-12 16,0 0-10-16,4-1-27 0,-4 1-16 0,0 0-27 0,0 0-36 16,0 0-36-16,0 0-20 0,0 0-17 0,0 0-32 15,-2 7-42-15,2-7-43 0,-2 7-56 0,2-7-248 16,2 5-600-16,2-4 265 0</inkml:trace>
  <inkml:trace contextRef="#ctx0" brushRef="#br0" timeOffset="94258.08">12232 6859 79 0,'1'-4'306'16,"-1"4"-12"-16,-1-6-25 0,1 6-28 0,0-6-13 16,0 6-33-16,0-4-23 0,0 4-20 0,0 0-8 15,0 0-22-15,0 0-13 0,0 0-12 0,0 0-7 0,4 16-10 0,-3-10-6 16,3 4-6-16,-1-3-10 0,1 0-6 16,1 3 0-16,0-3 3 0,-1-2-16 0,-1 0-4 15,1 0 1-15,4 0-4 0,-2 0-3 0,1-1-2 16,-1-2-3-16,-1 1-2 0,4-3 2 0,0-2 0 0,1 2-3 15,-1-2-5-15,4-1 5 0,-4-2 13 0,0 2 2 16,1-2 8 0,-1 0 6-16,1 1 3 0,-1-1 4 0,-1-2 5 15,-2 1 0-15,1 2 1 0,-2 3 4 0,-1-1-7 16,-2-3-7-16,-2 5 8 0,8 0-21 0,-6-3-7 16,-2 3-10-16,6-2-19 0,-6 2-8 0,0 0-4 15,8 6-1-15,-6 1-2 0,0 3-3 0,-1 2 5 16,2 5-7-16,-4 2 10 0,2 8 2 0,-1-1-1 0,-4 1 4 15,-3 2-6-15,2 3 0 0,-4-1 4 0,0 0 2 0,-3 0 2 16,-1-1 0-16,-2-1-1 0,1-3 1 0,-4-2 3 16,5-8 0-16,-1-1 0 0,4 0 0 0,1-7 4 15,3 3-2-15,-2-5 34 0,4-3 36 0,0 4 46 16,3-5 49-16,1-2 14 0,0 0-12 0,0 0-5 16,-4-15-15-16,8 6-16 0,5-5-13 0,1-4-14 15,8-5-11-15,0 0-12 0,6-5-7 0,9-8-10 0,-8 10-9 0,0 1-2 16,1-2-8-16,2 2-6 0,-1-1-6 0,-4 4-3 15,0 4-3-15,-8 5-3 0,-3 1-1 0,-3 5 10 16,-3-3 3-16,3 5-2 0,-5 2-7 0,2-2-5 16,-1 3-5-16,-1-1-12 0,-1-1-22 0,1 4-31 15,-4 0-37-15,0 0-27 0,3-3-53 0,-3 3-49 16,0 0 23-16,0 0-15 16,-1 10-20-16,0-5-31 0,0-1-45 0,-1 1-56 15,1-1-365-15,1 0-777 0,3-1 343 0</inkml:trace>
  <inkml:trace contextRef="#ctx0" brushRef="#br0" timeOffset="95105.16">13152 6970 45 0,'4'-5'290'0,"-3"0"-11"0,3-2-15 0,-4-1-10 16,1 2-12 0,-1 0-10-16,-1 0-23 0,1-1-20 0,-5 1-17 15,1-1-15-15,-1 2-19 0,0 2-18 0,-1 1-11 16,-5-3 0-16,4 3-27 0,-4 2-5 0,-1 0-14 15,1 2-7-15,-1 3-8 0,-5 0-6 0,6 0 6 16,-2 3-16-16,-1-1-5 0,1 5-4 0,0-1 9 16,0 0-12-16,2 3-3 0,3-2 4 0,-1 2-9 15,3 1 2-15,2-3-2 0,0-1 8 0,3 0-12 0,1 0 0 0,3 1-2 16,0-6 8-16,4 4-3 0,-1 0-3 0,3-5 3 16,0-1 3-16,2 0 4 0,1-1 9 0,-3-2 9 15,4-2 19-15,-3-3 12 0,4 1 24 0,-4-2 13 16,2-3 0-16,0-4 7 0,-3 4 1 0,2-8 0 15,-1 2 6-15,3-9-10 0,-4 8-10 0,1-9 1 16,0 0-9-16,-1-1-2 16,-1-1-6-16,-2 1-4 0,3-3-5 0,-2 0-3 15,0 2 3-15,-2 1-7 0,-1-1-3 0,1 6 2 16,-1 4 2-16,-4 2 3 0,4 5-1 0,-3 2-4 16,-1-2-12-16,3 4-7 0,-1 0-24 0,-2-1-34 15,0 6-30-15,-2-4-43 0,2 4-24 0,0 0 10 16,0 0 11-16,-3 13 9 0,3 0 7 0,0 5 13 15,-1 8-3-15,-3 2 14 0,3 3 12 0,-2 3-4 0,6-1 14 0,-3-1-4 16,1 0-29-16,-1-3-17 0,4-1-20 16,-3-9-16-16,-1-2-16 0,5 0-29 0,-5-4-26 15,4-3-30-15,-3-1-30 0,6-4-44 0,-5 0-296 0,5-3-631 16,4-4 280-16</inkml:trace>
  <inkml:trace contextRef="#ctx0" brushRef="#br0" timeOffset="95645">13455 6807 81 0,'3'-7'281'0,"1"3"-23"16,-2 1-22-16,-1-1-23 0,3 1-26 16,-1 1-22-16,-3 2-15 0,0 0-18 0,0 0-14 15,0 0-14-15,6 6-5 0,-6 0-13 0,3 1-11 0,-6 3-4 16,6 2-5 0,-6 5-9-16,2-1-3 0,-1-1-7 0,5 1-2 15,0-1-8-15,-2 0-1 0,2-3-3 0,-1-3-2 16,2 0-2-16,0-2-3 0,-2-1-3 0,1-1 2 15,-2-1-3-15,5-1-5 0,-2-2-1 0,3-1 2 16,-7 0-4-16,15-8 0 0,-7 3 0 0,2-1-3 16,-1-2 2-16,0 0 1 0,0-1 2 0,2-1 6 15,-1-4 16-15,-2 5-6 0,2 0 1 0,-1 0 7 0,-1 0-1 0,-2 3 2 16,-2 1-4-16,4-1-8 0,-6 4 0 0,2-1-10 16,0 0 2-16,-4 3-8 0,8 0-4 0,-8 0-1 15,9 8-2-15,-4 3 4 0,0-2-6 0,-1 7-2 16,-3 4-1-16,4 6 0 0,-5 1 0 0,-1 2 2 15,-3 2-2-15,0 3 4 0,-5 3 0 0,-2 8-2 16,-2 0 1-16,-1-10-1 16,0-4 2-16,-3 2 1 0,-1-1 9 0,-1-4-11 15,2 0 0-15,1-1 4 0,4-12-4 0,-2 1 4 16,4-3 10-16,4-5 16 0,-3-2 20 0,1 1 30 16,0-4 26-16,2-3 9 0,-1-1 14 0,4-3 9 15,-2-5 2-15,1-1 4 0,3 0-15 0,1-7-8 16,2-2-13-16,5-5-9 0,3-1-6 0,4-2-20 15,4-5-12-15,12-8-13 0,0-4-17 0,2 3-13 0,5-1-14 0,1-1-2 16,2 3-11-16,-5 2 8 0,-6 16-1 0,-1-3 1 16,-3 6-1-16,1 1 1 0,-7 1-6 15,-5 6 8-15,-2 1 5 0,-6 3 1 0,3 1-3 16,-3 2-2-16,-2 1-6 0,1 0-14 0,-2 0-29 0,-1 1-36 16,1 1-40-16,-3 1 2 0,0 0 5 0,0 0-10 15,-4 10-22-15,2-4-37 0,-5 1-45 0,2 1-63 0,0-3-76 16,1 0-219-1,4 0-633-15,0-3 281 0</inkml:trace>
  <inkml:trace contextRef="#ctx0" brushRef="#br0" timeOffset="96360.15">14310 7006 67 0,'-8'-2'220'0,"8"2"-18"15,-5-4-13-15,5 4-16 0,-9 2-14 0,9-2-8 16,-9 0-8-16,9 0-11 0,-6 1-10 0,6-1-11 16,-8 1-11-16,8-1-8 0,-4 1-4 0,4-1-2 15,0 0-1-15,0 0 7 0,0 0-6 0,0 0-2 16,0 0 1-16,0 0 10 16,0 0 8-16,0 0 0 0,31-2-5 0,-13 2-10 15,10-3-8-15,2-1-7 0,3 3-7 0,2-3-10 16,1 1-11-16,1-1-11 0,-1 2-2 0,-4-2-3 15,1-2-3-15,-5 1-3 0,-7 3-1 0,-4 0 1 16,-5 1-5-16,-2-1 2 0,-2 0-6 0,1 2-5 16,-4-1 1-16,0 0-4 0,-5 1-11 0,4-3-14 15,-4 3-17-15,0 0-26 0,0 0-28 0,-28 1-26 0,15 2-33 0,-1 1-33 16,3-3-44-16,-2-2-217 0,3 1-479 0,3 0 212 16</inkml:trace>
  <inkml:trace contextRef="#ctx0" brushRef="#br0" timeOffset="96796.96">14983 6724 170 0,'0'-4'337'0,"0"4"-15"0,0 0-22 0,0-5-24 0,0 5-34 16,0 0-21-16,0 0-24 0,0 0-21 0,4-2-24 15,-4 2-12-15,0 0-17 0,0 0-12 0,17 5-9 0,-7-2-13 16,0 4-10-16,2-1-5 0,4 0-7 0,0 3 1 16,2 3-20-16,-4-2-4 0,2 2-2 0,-5 3-6 15,1-2-8-15,1 0-1 0,-4 4-4 0,1 0-9 16,-6 0-4-16,-4 3-2 0,-1 5-2 0,-6 1-1 16,-3-1 0-16,1 0 5 0,-5-1-9 0,-6-2 1 15,-1 1 7 1,1-2-7-16,-2-1 0 0,2-5-3 0,5-2 1 15,-1-1 0-15,6-4 3 0,0 1-2 0,1-4 0 0,2 0 0 16,2-1 1-16,0 0 6 0,0-1 23 0,1 0 18 16,0-1 9-16,4-2 2 0,0 3-4 0,0-3-5 15,0 0-6-15,19 0 5 0,-2-2-9 16,5 2-2-16,1-2-4 0,5-2-3 0,-1 1-6 0,3-1 5 16,-10 1-9-16,1 0-8 0,1 0 16 0,-3 1-16 0,0-1 4 15,-6 1-19-15,1 2-12 0,-6-4-19 16,-2 3-15-16,2-1-19 0,-3 0-42 0,-3 0-47 0,0-2-65 15,-2 4-78-15,0-8-260 0,-3 4-604 16,-1-1 268-16</inkml:trace>
  <inkml:trace contextRef="#ctx0" brushRef="#br0" timeOffset="97124.34">15037 6999 207 0,'-6'-3'311'15,"1"6"-7"-15,5-3-5 0,0 0-1 0,-11-3-2 16,11 3 5-16,0 0-11 0,-7 0-21 0,7 0-28 16,0 0-23-16,0 0-20 0,0 0-18 0,24-7-18 15,-5 4-17-15,10-1-16 0,3-1-15 0,3-1-10 16,-2 2-10-16,4-1-6 0,-2 1-12 0,2-1-6 15,-3 2-7-15,-4-1-14 0,-10 2 7 0,2 1-20 0,-7-2 6 0,-6 2-4 16,0-2-3-16,1 3-4 0,-3-3-6 0,-4 3-2 16,3-1-5-16,-6 1-7 0,6-1-12 0,-6 1-7 15,0 0-23-15,0 0-23 0,0 0-21 0,0 0-45 16,0 0-31-16,-22 5-29 0,11-2-50 0,-1-1-56 16,7 0-329-16,-5-1-665 0,6 0 295 0</inkml:trace>
  <inkml:trace contextRef="#ctx0" brushRef="#br0" timeOffset="97795.08">16035 6940 49 0,'1'-6'278'0,"2"-1"-14"16,-2 1-16-16,-2-4-18 0,-3 2-8 15,0 0-16-15,-1 1-17 0,0-1-14 0,-4-1-18 0,0 3-14 16,0-1-2-16,-5 1-26 0,-3 0-12 0,0 2-11 15,-1 0-7-15,-1 3-8 0,-2 2-9 0,3 2-10 16,-2-1-5 0,-2 4-8-16,4-2-3 0,0 3-7 0,4 0-1 15,-4 3-6-15,5 0-1 0,0 1-5 0,0-2-2 0,2 5 0 16,3-3 0-16,2 3-2 0,3-3 6 0,1 2-12 16,2-4-1-16,3 3-1 0,3-1 2 15,2-2-3-15,6 2 2 0,4-1-4 0,0-4 0 16,3-2-1-16,1 1-6 0,0-4 0 0,0-2-2 0,-1-3 2 15,0 0-4-15,-2-3 6 0,-4-4 0 0,3-2 0 0,-4-1 13 16,-2-1 12-16,-2-2 7 0,1-9 13 0,-3 1 3 16,1 1 8-16,-5-3-1 0,-3 1-2 0,3 0-1 15,-2 0 10-15,-2-2 7 0,-2 2 2 0,0 2 14 0,0-1 20 16,1 7 3-16,-2 1 17 0,0 5 5 16,1 0-13-16,2 4-9 0,-2 3-15 0,0-3-12 15,2 4-13-15,-1-2-17 16,1 6-42-16,0-6-30 0,0 6-38 0,0 0-7 15,0 0 6-15,0 0 7 0,-9 14 0 0,4-4 10 0,1 5 2 16,2 1 7-16,-1 3 14 0,1-1-12 0,0 1 7 16,-2 5-1-16,4-4 10 0,0-1 1 0,2 8 1 15,-2-7 17-15,2-2-15 0,2 2 4 0,-3-2-1 0,3-3 5 16,-2-2-3-16,0-2 2 0,-1-3-10 16,3 2-8-16,-4-5-24 0,0 2-9 0,0-2-5 0,0-1-6 15,1 1-5-15,1-2-6 0,-2 1-5 0,0-4-7 16,0 0-14-16,0 0-45 0,-3 4-63 0,3-4-105 15,0 0-212-15,0 0-572 0,-7-10 254 0</inkml:trace>
  <inkml:trace contextRef="#ctx0" brushRef="#br0" timeOffset="98133.13">16356 6653 132 0,'2'-3'294'0,"-2"3"-28"16,0 0-25-16,0 0-27 16,5-2-18-16,-5 2-20 0,0 0-12 0,9 5-12 15,-5 0-15-15,2 2-12 0,2-2-12 0,-1 4-7 16,-1 3-6-16,0 0-10 0,-1 0-9 0,1 5 1 16,0 0-12-16,-6 1-5 0,0 1-2 0,-3 8-7 15,0-3-7-15,-3-3 0 0,-2 4-5 0,-3-2-1 16,2-5-6-16,2-1-4 0,-2-1-2 0,1-2-5 15,2-3-2-15,1 1 7 0,-2-4-14 0,5-2 0 0,-1-1-1 0,1-1 3 16,0 1 1-16,0-2 19 0,0 0 6 16,2-3 20-16,0 6 2 0,0-6-2 0,4 1 0 15,-4-1-5-15,18-1-8 0,-1 1-1 0,3-6-8 0,-1 3-18 16,8-2-31-16,4-2-48 0,-4-2-45 0,0 1-68 16,-1-4-90-16,1-2-306 0,-1 4-609 0,-8-1 270 15</inkml:trace>
  <inkml:trace contextRef="#ctx0" brushRef="#br0" timeOffset="98380.5">16346 6877 26 0,'-3'3'323'16,"-1"-1"-11"-16,4-2-11 0,0 0-7 0,-6 1-5 15,6-1-16-15,0 0-27 16,0 0-21-16,0 0-28 0,0 0-17 0,0 0-17 16,30-5-21-16,-9 2-49 0,8 1-44 0,1 0-47 15,4-4-46-15,2 0-71 0,2 0-76 0,-2 2-271 16,2-3-499-16,-6-1 222 0</inkml:trace>
  <inkml:trace contextRef="#ctx0" brushRef="#br0" timeOffset="98681">17089 6769 216 0,'0'0'323'0,"0"0"-5"0,0 0-6 16,0 0-8-16,0 0-32 0,0 0-19 16,0 0-33-16,0 0-19 0,18-7-19 0,-9 5-17 15,1-1-22-15,4 2-11 0,6-1-14 16,0 0-25-16,9-2-39 0,-2 3-38 15,1-1-41-15,0 0-42 0,-7-1-52 0,7 3-61 16,-1-2-71-16,-8 1-196 0,-1-2-484 0,1 0 214 16</inkml:trace>
  <inkml:trace contextRef="#ctx0" brushRef="#br0" timeOffset="98850.53">17254 6873 109 0,'0'0'257'0,"0"0"-10"0,10 7-17 16,1-7-23-16,1 0-19 0,10-2-13 0,6 1-26 16,4-1-14-16,3-1-19 0,-2-2-35 0,4 3-40 0,-3-3-54 15,3 4-60 1,-1-5-88-16,-1-1-121 0,-2 2-305 0,4 0 135 16</inkml:trace>
  <inkml:trace contextRef="#ctx0" brushRef="#br0" timeOffset="99235.64">18202 6622 166 0,'-9'0'194'0,"9"0"-11"16,-10-1-8-16,2 4-15 0,0-3-8 0,-3 3-16 15,2 2-3-15,-1-1-16 16,-3 0-13-16,2 2-3 0,-1 1-8 0,-2 2-5 16,0 0-9-16,1 2-6 0,2 0-3 0,-2 1-7 15,4-2-8-15,0 3-2 0,-1-1 9 16,6 2 4-16,-1-3-2 0,1 1 0 0,3-1 5 0,1 0-2 16,-3 1 6-16,6 5 7 0,-2-7 7 0,4-2 3 15,3 1 7-15,1 1 8 0,1-4 6 0,4-3 0 16,4 3-8-16,4-6 4 0,-2-2 9 0,3-2-10 0,4-3 3 15,-1-2-7-15,-6-6-1 0,-1 4-5 0,-2-1-11 0,-4-5-6 16,-2 2-4-16,-1-2-6 0,-3 0-8 0,-2 0-10 16,-4-4-11-16,-3 1-18 0,-5 3-20 0,-8-7-29 0,-2 5-29 0,-11 0-41 31,0 2-25-31,-7 5-42 0,-2 2-57 0,1 0-91 16,-3 3-299-16,3 4-663 0,8-1 294 0</inkml:trace>
  <inkml:trace contextRef="#ctx0" brushRef="#br0">19577 6790 95 0,'0'0'207'0,"0"0"2"0,0 0-9 16,0 0-8-16,-8-2-9 0,8 2-8 0,0 0-6 0,0 0-11 0</inkml:trace>
  <inkml:trace contextRef="#ctx0" brushRef="#br0" timeOffset="103405.06">19562 7035 40 0,'-5'5'188'16,"1"-3"-8"-16,0 3-8 0,3-2-3 0,1-3-6 16,0 0-15-16,10 2-15 0,4-2-14 0,4-1-11 15,2 0-8-15,8-2-21 0,3-1-43 0,-3 1-34 16,0 2-56-16,2-4-63 0,-11-2-128 0,3 3-264 15,-2-2 117-15</inkml:trace>
  <inkml:trace contextRef="#ctx0" brushRef="#br0" timeOffset="103707.05">19837 6699 52 0,'-2'-6'294'15,"1"2"-23"-15,0 1-27 0,1 3-30 0,0-4-25 16,0 4-19-16,0 0-20 0,0 0-21 0,0 0-8 0,0 0-11 16,18 7-12-16,-7 4-12 0,3 4-8 0,9 1-7 0,-4 5-8 15,7-2-8-15,-3 8-2 0,-4-3-5 0,3 4-4 16,-4 2-2-16,-6-3-5 0,2 2-1 16,-5 0-5-16,-2-3-3 0,-5-1-1 0,0-1 2 15,-5 2 0-15,-3-6-1 0,-5 2 3 0,-1-5-1 0,-1-3-3 16,-5 8-2-16,3-9-2 0,-6 3-2 0,2-4 2 0,2 0-9 15,-2-4-9 1,3 1-18-16,-3-1-22 0,2-1-39 16,7-3-43-16,2-1-68 0,0-6-249 0,8 3-470 15,0 0 208-15</inkml:trace>
  <inkml:trace contextRef="#ctx0" brushRef="#br0" timeOffset="104637.23">21366 6682 249 0,'-3'-3'262'0,"2"-1"-18"0,0 0-20 0,1 4-18 16,0-4-23-16,1 0-17 0,3 1-18 0,-1-2-13 15,2 3-15-15,4-3-13 0,2 2-12 0,1 1-10 0,2-1-8 16,5 1-8-16,-4 2-7 0,-1 0-10 16,3 2-4-16,-4 2-7 0,2-2-7 0,-2 2-1 15,1 6-4-15,-3-3-5 0,0 0-1 0,-3 3-4 16,0 5 4-16,-1 1-6 0,-5 3 1 0,-3-1-4 0,0 1 3 0,-6 9 0 16,-2-3-2-16,-3 0 0 0,-1-2-3 0,-1 0-2 15,1-2 9-15,-1-5-9 0,2-2 3 0,1-2 4 16,-2 0 9-16,5-3-4 0,2-1 1 0,-2-1-2 15,3-2 3-15,1-2 15 0,1-1 21 0,1 2 20 16,-2-2 44-16,4-2 33 0,-3 1 17 0,3-1-17 16,0 0-21-16,7-15-6 15,2 6-16-15,5-6-10 0,4-3-10 0,3-2-15 16,2-7-6-16,1 4-15 0,0 0 2 0,3-2-7 16,-1 0-13-16,-1 2 3 0,-2 1-4 0,-4 1-5 15,2 4 2-15,-8 4-7 0,-2 3 1 0,-3 4-7 16,-2-1 2-16,-2 2-11 0,1 0-2 0,-1 2-15 15,-2 0-15-15,2 1-36 0,-4 2-14 0,0 0 6 16,0 0 4-16,7 8 11 0,-6-1 3 0,-2 3 4 0,1 2-6 0,1 5 20 16,-1-2 1-16,1 3 0 0,2 2 4 0,-1-2-2 15,1 0 6-15,2-1 5 0,0-1-2 0,0 0-15 16,0-4-25-16,-1-1-21 0,1 1-23 0,2-6-30 16,-4 3-30-16,3-4-39 0,-1-2-52 0,1 0-73 15,2-3-207-15,-2 0-573 0,-6 0 254 0</inkml:trace>
  <inkml:trace contextRef="#ctx0" brushRef="#br0" timeOffset="105044.83">21960 6370 151 0,'3'-5'315'0,"-1"-1"-24"15,0 2-22-15,1 2-28 0,0-2-25 0,2 1-22 16,0 1-24-16,2 0-5 0,-7 2-29 0,15 2-16 16,-5 2-6-16,2 1-15 0,-3 1-14 0,0 5-7 15,1 1-8-15,-3 2-10 0,1 3-5 0,-4 0-6 16,1 0-2-16,-5 2-5 0,2-1-5 0,-4 1-5 0,-2-1 6 0,-1 2-3 16,1-5 1-16,-3 0-7 0,-1-1 5 0,2-4 10 15,2-1-18-15,1-1-4 0,1-1 9 0,-2-4-11 16,3 3 2-16,-1-2 8 0,1 0-2 0,0-2-1 15,1-2 13-15,2 5 15 0,5-4 9 0,4 0 27 16,3-3-22-16,6 3-3 0,10-5 9 0,-2 0-25 16,3-1-4-16,1 0-6 15,1 0 0-15,1 0-9 0,-3 0-1 0,1 1 4 16,-10 1-14-16,-3 2 0 0,-4 0 1 0,-4-1-2 16,-2 1 2-16,-3 0 6 0,1 0 8 15,0-1-7-15,-3 2-2 0,-4 0-12 0,8-2-1 0,-8 2-34 16,0 0-25-16,6 0-17 0,-6 0-10 0,0 0-17 15,0 0-30-15,-15 9-33 0,5-7-41 0,2 5-38 16,3-4-60-16,-2 0-234 0,2 2-568 0,2-1 252 0</inkml:trace>
  <inkml:trace contextRef="#ctx0" brushRef="#br0" timeOffset="105523.58">22746 6828 114 0,'-5'0'228'0,"5"0"-7"0,0 0-7 0,-8 1-12 16,8-1-5-16,0 0-2 0,0 0-9 0,0 0-11 0,0 0-10 16,0 0-10-16,0 0-10 0,0 0-5 0,0 0-10 15,27 0-11-15,-6-1-16 0,-1 0-6 0,13-4-12 16,3 3-8-16,1-3-9 0,1 1-7 0,16 0-4 0,-17 0-8 15,2 0-5-15,0 0-3 0,-2 0-4 16,-7 1-3-16,-10 1 0 0,2 2-7 0,-12-2 5 16,4 0 4-16,-4 1 12 15,-5-1 0-15,3 2 8 0,-3-1-3 0,-5 1-9 16,5-1-9-16,-5 1-24 0,0 0-8 0,0 0-21 16,0 0-17-16,-25 0-12 0,13 2-21 0,2 0-27 15,0 0-26-15,-2-1-30 0,2-1-38 0,2 0-41 0,2 0-239 16,6 0-508-16,-9 2 225 0</inkml:trace>
  <inkml:trace contextRef="#ctx0" brushRef="#br0" timeOffset="106177.36">23496 6628 137 0,'-2'-4'351'16,"-1"1"-24"-16,2-1-25 0,1 4-31 0,-1-3-32 16,1 3-22-16,-2-4-29 0,2 4-24 0,0 0-19 15,0 0-16-15,0 0-13 0,0 0-16 0,0 0-6 16,8 12-14-16,-3-6 2 0,0-1-23 0,3 3-9 16,1-1-9-16,-1-2-11 0,-1 3-13 0,5-2-2 15,-3-1-4-15,0 1-5 0,1 0 1 0,1-3-2 0,-2 1 1 0,0-3 2 16,0-1-3-16,1 0 0 0,-1-1-1 0,0-3 0 15,3 1-2-15,-1-2 2 0,-2-2 2 0,4 2 2 16,-2-1 8-16,0-2 10 0,-1 0 1 0,0-1 7 16,-1 4 12-16,0-2 11 0,0 2 5 0,-4 0 6 15,0 1-4-15,0 1-5 0,-3 0-9 0,1 1-8 16,1 0-7-16,-4 2-10 0,5-1-13 0,-5 1-5 0,5 5-2 16,-3 2-4-16,-2 3 3 0,2 2 0 0,0 5 9 0,1 8-11 15,-1 3-1-15,0 3 0 0,-2 4 4 0,-2 0 0 16,-1 13 11-16,-3-12-19 0,-1 10 6 0,-2-10 3 15,2-3-8-15,-1-1 8 0,-2 2-5 0,1-5 2 16,1-4 3-16,-2 1-4 0,0-9-2 0,1-2 5 16,-2-3 4-16,3-3-5 15,0-1 1-15,0 1 14 0,-2-6 3 16,0-1 22-16,-2-2-19 0,1-3 3 0,-2 0 23 16,-1-9 8-16,3 1 15 0,0-2 21 0,1 1 6 0,1-5 6 15,1-2 0-15,5-4-8 0,1-2-6 0,5-4-16 16,6 0-11-16,2 0-6 0,11-17-15 0,5 4-6 15,-7 13-3-15,2-1-9 0,14-7 1 0,-13 12-4 16,1 2 2-16,-1 3 1 0,0 1-10 0,0 1-5 0,-5 7 4 16,-3 1-5-16,1 3 3 0,-5 0 3 0,-2 2 0 15,-1 0-2-15,-3 2-1 0,0-1-7 0,-1 1 8 0,0 1-12 16,-1 2-3-16,1-3-17 0,-4 3-11 0,0 0-9 16,7-2-25-16,-7 2 9 0,2-3-28 0,-2 3-14 15,0 0-11-15,0 0-17 0,6-1-8 16,-6 1 3-16,0 0 9 15,0 0-19-15,0 0-11 0,0 0-17 0,0 0-29 0,0 0-29 16,0 0-54-16,0 0-285 0,7-1-609 16,-4-2 269-16</inkml:trace>
  <inkml:trace contextRef="#ctx0" brushRef="#br0" timeOffset="106525.36">24089 6307 145 0,'1'-4'349'0,"2"-1"-20"0,-2 2-19 15,-1-1-27-15,4 0-26 0,0 0-30 0,0 3-19 0,-4 1-32 16,9-1-16-16,-2 1-14 0,-7 0-19 0,13 4-14 0,-6 1-11 16,0 0-10-16,-3-1-8 0,1 4-14 0,2 1-6 15,-5 2-5-15,1 0-9 0,-2 1-3 0,-2 4-1 16,-2-5-3-16,1 6-11 0,-2-1 2 0,0-5-8 15,1-1 1-15,-1 0-1 0,1-2-9 0,0 0 2 16,2-3 0-16,0 2-3 0,1-2 0 0,-2-3 0 16,1 1 4-16,1-3 18 15,-1 5 12-15,1-5 15 0,4 4 25 0,3-4 8 16,3 0-2-16,3 0-16 0,8 0-6 0,2 0-10 16,3-2-3-16,-4 2 1 0,1-2-48 0,-1 1-45 15,-3 0-51-15,-1 0-57 0,-4 2-57 0,-1-1-66 0,-4 0-93 16,-3 0-226-16,0 1-628 0,-6-1 278 15</inkml:trace>
  <inkml:trace contextRef="#ctx0" brushRef="#br0" timeOffset="106895.58">24526 6783 220 0,'-4'1'332'16,"4"-1"5"-16,-9 0-2 0,9 0 12 0,0 0 6 16,0 0-14-16,-6 2-25 0,6-2-15 0,0 0-22 15,0 0-26-15,0 0-24 0,0 0-26 0,19-7-18 0,-6 5-22 0,9-1-12 16,-2-2-17-16,8 2-15 0,-1-1-12 0,2 1-7 15,-3-2-15-15,2 3-5 0,-5 0-8 0,-4 0-8 16,-6 1-5-16,2-1-33 0,-4 2 2 0,-2-5-1 16,-3 5-7-16,2 0 4 0,-3 0 2 0,-5 0 1 15,7-2-3-15,-1 2 0 0,-6 0 4 0,6-1-6 16,-6 1-11-16,0 0-10 16,0 0-20-16,0 0-34 0,0 0-24 0,8 0-39 15,-8 0-32-15,0 0-27 0,0 0-26 0,0 0-43 16,0 0-60-16,0 0-367 0,0 0-728 0,0 0 323 15</inkml:trace>
  <inkml:trace contextRef="#ctx0" brushRef="#br0" timeOffset="107697.84">25414 6403 236 0,'0'0'301'0,"0"0"-5"0,0 0-9 16,0 0-19-16,0 0-12 16,0 0-18-16,0 0-17 0,0 0-18 0,0 0-17 15,0 0-20-15,0 0-24 0,0 0-11 0,0 0-18 16,0 0-9-16,0 0 1 0,0 0-25 0,0 0-8 15,23 2-4-15,-16 1-15 0,0 0 11 0,6 0-19 0,-3 3-6 16,2 1-5-16,-1-2-5 0,0 3 1 16,-1 0-5-16,-3 0-7 0,1 1 0 0,-1 0-11 0,-4 3 4 0,4-2-6 15,-4 6 1-15,0-4-3 0,-6 1-2 0,0 4 1 16,-5 1 0-16,-1-2-1 0,-4-2 1 0,-7 4 0 16,7-4 0-16,-3 0 0 0,0-2 3 0,-2 0-2 15,3 0-2-15,0-3 3 0,-2 1-4 0,8-2 3 16,0 1-2-16,0-4-3 0,0 2 3 0,4-2-1 0,1-2-1 15,0 2 0-15,3-2 1 0,-3-1 3 0,4 2 3 16,0-4 10-16,4 5 4 0,3-4 5 0,4 1 13 0,8 1-20 31,3-2 1-31,7-1 12 0,2 0-16 0,1 1-2 16,2-1 17-16,1-2-20 0,-2 2-3 0,-1-1-2 0,-1-1 1 0,-10 2-3 0,0 0 5 0,-3 2-2 31,-6-4-4-31,-1 1 5 0,-5 2 6 0,1-2 14 16,0 1 3-16,-2 1-6 0,-5-1 5 0,8 0 5 0,-8 0-5 15,0 0-5-15,5-2-8 0,-5 2-15 0,0 0-10 0,0 0-20 16,0 0-26-16,0 0-35 0,0 0-28 0,0 0-28 16,-18-3-37-16,8 3-30 0,6-1-51 0,-7-1-286 15,5 0-595-15,0 2 264 0</inkml:trace>
  <inkml:trace contextRef="#ctx0" brushRef="#br0" timeOffset="108019.17">25413 6682 188 0,'-6'0'293'0,"-2"0"-6"16,8 0-22-16,-9 0-9 0,5 0-2 0,4 0-12 15,0 0-14-15,-6-3-23 0,6 3-21 0,0 0-17 16,0 0-8-16,28-4-27 0,-1 3-13 0,2-1-11 15,4 0-9-15,3-3-11 0,4 5-10 0,11-5-3 16,-11 2-17-16,11-1 4 0,2 0-6 0,-12 1 7 16,-4 0 4-16,-6 0-5 0,-2-1 6 0,-8 4 2 15,-7-2 8-15,-3 0 2 0,-2 2 1 0,-2-1-9 0,0 1-8 0,-7 0-7 16,9-2-13-16,-9 2-6 0,5-1-19 0,-5 1-21 16,4-2-41-16,-4 2-30 0,0 0-27 0,0 0-29 15,-20-2-29-15,8 0-33 0,3 1-49 0,0 0-51 16,2-3-250-16,-1 2-584 0,2-1 259 0</inkml:trace>
  <inkml:trace contextRef="#ctx0" brushRef="#br0" timeOffset="108584.19">26047 6174 300 0,'1'-3'311'16,"-1"3"-27"-16,3-2-23 0,-3 2-25 0,5-4-25 15,2 3-23-15,-7 1-16 0,13 0-15 0,-4 0-20 16,3 1-17-16,-1 3-8 0,1 1-11 0,4 0-14 0,-4 0-8 16,2 3-6-16,-3 0-11 0,-3-1-5 15,2-1-9-15,-3 1-2 0,-1 2-3 0,-3 4-3 16,-1-4-7-16,-2 3 2 16,0 0-2-16,0-2-3 0,-4 3 0 0,-1-4 4 15,-1 4-7-15,1-4-1 0,-3 0 2 0,0 1-3 16,3-4 0-16,1 0-2 0,-1 1-7 0,4-3 13 15,-4 1-13-15,1-2-3 0,2 2 3 0,0-2 2 16,1-1 3-16,1-2 9 0,0 0 10 0,0 6 10 16,4-5 20-16,5-1 11 0,2 1-10 0,8 1-4 0,1-4-5 15,1 2-3-15,7-2-11 0,3 1-3 0,-2-2-2 0,3 0-4 16,-2 1-5-16,-1 0 5 0,-1 0-7 0,-10 2 7 16,1-3-3-16,-5 3 17 0,-3-3 3 0,-2 3 6 15,-2-1 2-15,-1 0 2 0,0-1 2 0,-6 2-2 16,7 0-12-16,-7 0-3 0,0 0-13 0,8 0-12 15,-8 0-25-15,0 0-21 0,5-1-38 0,-5 1-35 16,0 0-37-16,0 0-31 16,0 0-39-16,0 0-39 0,0 0-42 0,0 0-94 15,0 0-215-15,0 0-638 0,0 0 282 0</inkml:trace>
  <inkml:trace contextRef="#ctx0" brushRef="#br0" timeOffset="108853.19">26954 6483 23 0,'0'0'349'0,"0"0"-19"0,0 0-26 0,0 0-25 16,0 0-25-16,0 0-24 0,0 0-24 0,0 0-28 15,18-12-14-15,-8 10-12 0,3 0-20 0,2 1-12 16,5-3-12-16,1 3-9 0,11-1-18 16,-4 0-20-16,2 1-37 0,-1-1-37 0,-2 0-47 0,-6 2-44 15,0 0-49-15,1-3-80 0,-6-1-190 0,2 4-456 16,-5 0 202 0</inkml:trace>
  <inkml:trace contextRef="#ctx0" brushRef="#br0" timeOffset="109022.83">27024 6610 3 0,'-3'5'253'0,"3"-3"11"0,0-2-1 0,5 5-13 0,7-3-19 16,1 0-21-16,6-2-18 0,9 1-21 0,4-1-17 16,-2-1-8-1,6 1-34-15,1-2-38 0,2 2-40 0,12-3-40 0,-12 2-48 0,1-2-56 0,11-3-67 0,-15-1-158 16,1 2-364-1,-1-1 162-15</inkml:trace>
  <inkml:trace contextRef="#ctx0" brushRef="#br0" timeOffset="109400.75">28068 6336 137 0,'2'-3'236'16,"-2"-1"-19"-16,0 4-15 0,0 0-20 0,-8-5-15 16,4 5-13-16,4 0-11 0,-11-3-7 0,4 3-10 15,-3 0-10-15,1 3-9 0,-4-1-9 0,-1 0-6 16,0 3-9-16,-5 0-10 0,2 5-2 0,-4-1-5 16,2 1-6-16,-6 2-9 0,3 4-2 0,6-6 2 15,0 1-11-15,3 3-3 16,1-3-6-16,2 0 17 0,2-2 9 15,3 1 10-15,1 2 3 0,0-4 13 0,4 1 13 0,3 2 16 16,3-2 12-16,5 3 29 0,6-5 9 0,8 4 0 16,4-5 1-16,4-1 0 0,4-2-9 0,-5-3-4 15,4-1-5-15,-4-3-1 0,-1-1-9 0,-10 0-8 16,6-5-3-16,-8 3 1 0,-1-4-8 0,-4-1-10 16,-1-1-7-16,-4-2-15 0,-3-4-21 0,-6 2-29 0,-1-1-38 15,-8-3-56-15,-9-1-75 0,-9 4-80 0,-7 2-63 16,-25 2-106-16,-2-2-406 0,-7 0-853 0,-19-1 379 15</inkml:trace>
  <inkml:trace contextRef="#ctx0" brushRef="#br0" timeOffset="113512.43">28374 6221 245 0,'0'-5'308'0,"2"-1"-20"16,-4 3-21-1,2 3-25-15,0-7-27 0,0 7-22 0,-2-2-28 16,2 2-16-16,0 0-14 0,0 0-15 0,-17 9-13 15,4 1-7-15,-4 4-13 0,-6 6-12 0,0 2-6 0,-2 3-9 16,-2-2-8-16,1 5 0 0,-2-2-6 16,1-1 3-16,2 3-12 0,2-4-4 0,-2 1-3 15,5-2 1-15,0-2-12 0,2 2-11 0,1-8-16 16,4-1-4-16,3 0-25 0,-3-2-19 0,4-2-19 0,0-2-20 0,-1-1-18 16,1-2-11-16,3-1-30 0,-2-1-17 0,2-5-44 15,6 2-139-15,-12-6-383 0,8 2 169 0</inkml:trace>
  <inkml:trace contextRef="#ctx0" brushRef="#br0" timeOffset="113797.61">27881 6526 94 0,'3'-19'145'0,"0"-7"16"0,-1 1-1 16,0-1 20-16,0 7 12 0,3-6 15 16,-5 6 5-16,4 5 12 0,-4 2 19 0,3 0 7 0,-1 3-2 0,2-1-3 15,-4 4-16-15,0 1-32 0,0 1-14 0,0 0-29 16,0 4-22-16,3-6-24 0,-3 6-28 0,0 0-11 16,0 0-13-1,5 13-8-15,-1-2-6 0,-1 6-7 0,5 7-6 16,0 2 5-16,3 1-7 0,-2 0-3 0,5 2-5 15,-2 0 5-15,4-2-5 0,1 1-4 0,0-1 3 0,-2 0 1 16,2-2-2-16,-3-3 0 0,0-6-3 0,-3-1-1 16,1-1-4-16,-3-4 0 0,-2-1 5 0,-2-1-9 15,1-3 9-15,-4-2 1 0,2 3 0 0,-2-2-4 16,0-3 9-16,0 3 0 0,-2-4 15 0,4 4 11 16,-4-4 5-16,1 4 2 0,-1-4-12 0,4 1 3 15,-4-1-7-15,0 0-5 0,0 0-1 0,0 0-19 16,0 0-13-16,0 0-67 0,0 0-33 0,0 0-23 0,4-8-18 0,-4 8-37 15,0-6-47-15,0 0-54 0,4 1-316 0,1-2-646 16,0 1 285-16</inkml:trace>
  <inkml:trace contextRef="#ctx0" brushRef="#br0" timeOffset="114229.86">28747 6382 148 0,'0'0'272'0,"-3"-3"-17"0,3 3-17 15,0 0-18-15,0 0-19 0,0 0-21 0,-1-4-16 16,1 4-17-16,0 0-15 0,0 0-14 15,0 0-8-15,0 0-11 0,0 0-15 0,0 0-5 16,10-3-9-16,-3 3-8 0,7-1-5 0,-1 0-6 0,-1-3-5 16,2 3-3-1,2-5-6-15,0 1-4 0,-2 1-1 0,2-1-2 16,0-2-4-16,0 0-4 0,-4 0-1 0,-1 2-3 16,-2-2-2-16,-2 4-1 0,-2-2-2 0,0 1 2 0,-5 1-1 15,2-1-3-15,-2 4-4 0,-7-4 0 0,-4 4-2 16,-2 1-2-16,-5 4-1 0,-10 4 1 15,1 4-3-15,-5 2-2 0,2 3 0 0,3-1-1 16,-1 4-2-16,1 2 4 0,4-1-1 0,1 2 1 0,4 2 2 0,3 0-4 16,3-1 1-16,7 2 3 0,1-5 0 0,8 5 2 15,5-3 3-15,5-1-12 0,4-1-27 0,8-6-38 16,-1 4-59-16,6-12-73 0,-3 3-240 0,5-7-479 16,-1 1 212-16</inkml:trace>
  <inkml:trace contextRef="#ctx0" brushRef="#br0" timeOffset="114646.15">29091 6616 151 0,'0'0'270'0,"-3"-2"-31"0,3 2-24 0,0 0-20 16,0 0-21-16,0 0-18 0,0 0-12 0,0 8-7 16,4-3-11-16,-3 1-13 15,7 2-9-15,-3 1-10 0,0 1-8 0,0 0-10 16,0-1-8-16,2 4-5 0,-5 3-7 0,-2-6-9 15,1 4-3-15,-2 2-2 0,-4 1-4 0,-3-1-3 16,1 2-5-16,-5-2-3 0,2-2 4 0,-3 1 9 16,2 0 4-16,-2-1 2 0,1 0 1 0,1-4 2 15,-2 0-4-15,4-2 1 0,0-2-4 0,4 0-1 16,-4-1-4-16,5-1-1 0,-2-1-1 0,2-1 9 0,2 2 11 0,0-1 15 16,2-3 3-16,-1 2 9 0,1-2 9 0,8 3-2 15,3-3-5 1,7 0 1-16,14 0-17 0,6-3-3 0,14-2-7 15,1 0-11-15,7-1-1 0,-5 0-5 0,4 0-9 0,2 1 11 0,-1 3 7 0,0-1 6 16,-3 1 1-16,-7 2 9 0,-11-3-2 0,-10 3-4 16,-7-3 11-16,-3 2 11 15,-7 0 13-15,1 1 16 0,-6 0 0 0,1 0-1 16,-3-1-3-16,3 2-16 0,-8-1-6 16,7-3-11-16,-7 3-23 0,7 2-35 0,-7-2-50 0,0 0-61 15,6-2-71-15,-6 2-73 0,0 0-86 0,0 0-111 16,0 0-298-16,-22-9-796 0,12 7 353 0</inkml:trace>
  <inkml:trace contextRef="#ctx0" brushRef="#br0" timeOffset="126495.19">3865 9735 100 0,'0'0'126'0,"4"-3"-6"0,-4 3-7 16,2-4-9-16,2 2 3 0,-4 2-6 0,4-3-4 15,0 1-7-15,-4 2 5 0,4-6-9 0,-4 6-6 16,5-4-10-16,-4 3-3 0,3-2-5 0,-4 3-2 0,6-3-1 16,-3 1-6-16,-3 2-5 0,1-3-8 0,-1 3 8 0,0 0-13 15,0 0-6-15,0 0-1 0,0 0-3 0,0 0-4 16,8-2-6-16,-8 2-2 0,0 0-2 0,0 0-3 15,0 0-2-15,0 0-1 0,-18 12 6 0,5-3-5 16,-6 1 0-16,2 2-3 0,-7 2 5 0,-7 1-3 16,5-1-3-1,-3 1-1-15,3-3 1 0,-5 4-5 0,3-3 2 16,2 3 0-16,2-2 3 0,0-1-4 0,5-2 2 16,3 0 0-16,1-1 0 0,5-2-3 0,-1 2-1 0,3-3 7 15,1-2-4-15,1 4 1 0,2-4-2 0,3 0 4 16,-2 0-2-16,3 0 3 0,3 2-1 0,2-2-2 15,4 2-1-15,6 1 4 0,0-2-3 0,4-1 2 16,2 2 0-16,5 1-1 0,-5-2 3 0,1 1 0 0,-3-3-1 0,3 5-3 16,-3-1 4-16,-2-2-5 0,-6 2 6 0,-1 0-9 15,-1 1 2-15,-1 1 1 0,-4 0-1 16,-3 1 3-16,-2 0-2 0,-7 0 4 0,-2 4-2 16,-3-2 2-16,-6-1-1 0,-5 2 9 0,-3-1 0 0,9-2-2 15,-9-2 6-15,-1 1-3 0,1 0 6 0,2-1-3 16,5-4 1-1,0-2 0-15,2 1 0 0,5 1 0 0,3-3-1 16,-3 0 4-16,7-1 7 0,-2 0 11 0,2 1 5 0,0 0 5 0,6-2 7 0,-7 1-2 16,7-1-11-16,-6 0 1 0,6 0-5 0,0 0-4 15,0 0-6-15,0 0-6 0,0 0-26 0,25-9-15 16,-13 8-32-16,-2-4-34 0,9 2-37 0,2-2-50 16,-2 0-190-16,9 1-393 0,1-6 174 15</inkml:trace>
  <inkml:trace contextRef="#ctx0" brushRef="#br0" timeOffset="126895.21">4284 10079 45 0,'-4'-2'163'0,"-1"-1"-13"0,-4 1-4 0,-1-1-6 15,2 3-13 1,-2-3-15-16,0 2-4 0,2 1-10 0,-2 1-13 15,-3 2-8-15,2 0-1 0,-2-1-12 0,1 2-6 16,3 2-9-16,-3-1-5 0,0 2-4 0,1 1-2 16,-2 3-5-16,0 0-6 0,0 0 1 0,4-1-3 15,3 0-8-15,0 2 1 0,-2-3-4 0,4 2-1 0,0-1 2 16,0 1-2-16,4-2 5 0,3 0-9 0,-2 0 5 16,3-2 2-16,3 0-4 0,4-2 7 0,-2 0-7 15,5-3 5-15,3 3 5 0,2-5 7 0,-1 0-2 16,3-3 10-16,0-1 10 0,-3-1 6 0,0 0 10 15,-2-3 6-15,2 0 7 0,-8 1 9 16,4-2 9-16,-2 0 0 0,-2-2-4 0,-2 2-2 16,-3-3-9-16,-1 1-4 0,0 0-8 0,-3-1-7 0,-1 1-7 0,-4-2-5 15,3 3-6-15,-6 1-6 0,2-1-10 0,0 3-16 16,0 1-7-16,-4 0-28 0,1 5-17 0,-1-1-12 16,-2-1-21-16,3 3-19 0,-1 0-24 0,-1 3-34 15,1 0-30-15,1 3-247 0,-2 0-464 0,5-1 205 16</inkml:trace>
  <inkml:trace contextRef="#ctx0" brushRef="#br0" timeOffset="127142.81">4669 10231 6 0,'0'0'165'0,"-7"6"-12"0,1-2-13 16,-2-1-8-16,-1 4-10 0,-5 2-17 0,0 1-11 0,-4 1-10 16,-4 4-5-16,-2 0-13 0,0 0-36 0,1-1-58 15,-5-2-164-15,10-2-207 0,-1 0 92 0</inkml:trace>
  <inkml:trace contextRef="#ctx0" brushRef="#br0" timeOffset="128185.03">5770 10024 126 0,'-6'-5'198'0,"-3"0"-20"0,-1 1-16 16,-1 0-14-16,1-1-17 0,-3 1-9 0,2 4-12 15,-4 0-7-15,-2 3-13 0,-1-1-6 0,0 3-12 0,3 2-7 16,-3-2-5-16,6 2-9 0,-2 0-4 15,3 0-9-15,2 3 2 0,1 0-7 0,4-1-4 16,-2 1-5-16,2 0 4 0,2 0-7 0,0-1-2 0,4 0-4 16,0-3-2-1,1 1 4-15,6-4-5 0,-2 2 0 0,5-3-5 16,1-2 0-16,-2 0-1 0,2-3-9 0,6-2 1 16,-1-1 4-16,-1-2-4 0,-1-4 4 0,-2 0-2 15,3 2 0-15,-2-3-2 0,-1-3 1 0,-3 1 2 0,-1-1 1 16,1 1 1-16,-3 0 1 0,-2 1 3 15,-2 2 11-15,2 2 11 0,-2 1 5 0,-2 1 2 16,0 1 4-16,-2 1-6 0,1 0-4 0,2 5-12 0,-3-3-8 0,0 4-4 16,0 0-4-16,0 0-3 0,-9 10-1 0,5 2 3 15,-2 3 0-15,0 9-5 0,2 2 3 0,-3 1-2 16,2 2 4-16,-2 4-2 0,4 3-1 0,2 11 1 16,-2-12-1-16,3 12 4 0,-1-13-4 0,3 0 6 15,-2 0-4-15,3-3 4 0,-2-1-2 0,2-1 0 16,0-3-2-16,0-1 5 15,-2-7-5-15,1 2 2 0,0-3 3 0,-2-1-3 16,-2 0-2-16,0-4 7 0,0 0-2 0,-4-1 3 16,0-1 0-16,0-3 3 0,-4 3 4 0,-2-5-1 15,1 0 4-15,-7 0 0 0,0-2 0 0,0-2 6 16,-5-1 2-16,5 0 15 0,-10-5-12 0,8 1 11 16,-2-1 2-16,3-2 1 0,-2-1-8 0,2 1-12 15,0-3 16-15,1 1 11 0,4-4 5 0,0 0 3 0,5-3 2 0,0 0-5 16,4-4-9-16,5-6 0 0,5-1-9 0,4-2-3 15,9 3-9-15,1-3-1 0,3 2-3 0,5 0 1 16,14-4-6-16,3 6-2 0,1-2-2 0,1 5 1 16,1 1-1-16,0 2-2 0,-11 9-1 0,0-2 0 15,-4 2-3-15,-4 2 1 0,-7 2-1 0,-3-1 1 0,-6 4-2 16,-1-1-2 0,-4 2 3-16,1-1-3 0,-2 1-3 0,-3 1 2 15,2 0 0-15,-5 1-4 0,6-1 2 0,-6 1-3 16,0 0 1-16,0 0-4 0,0 0-8 0,0 0-20 15,0 0-16-15,-9 10-24 0,4-6-16 0,-4 2-23 16,0 0-30-16,2-1-23 0,1 1-51 0,1-2-213 0,0-2-464 0,2 1 206 16</inkml:trace>
  <inkml:trace contextRef="#ctx0" brushRef="#br0" timeOffset="128951.48">6229 10222 30 0,'0'0'206'0,"0"0"-9"16,0 0-14-16,0 0-6 0,0 0-9 0,0 0-17 16,0 0-14-16,0 0-15 0,0 0-13 0,19-12-10 15,-10 8-9-15,5-2-10 0,-1 3-6 0,1-4-8 16,5-2-7-16,-1 1 0 15,-1-1-8-15,0-1-4 0,-1-1 2 16,0-1 5-16,-3-1 1 0,1 3-1 0,-3-5-3 16,-2 1 5-16,-2 6 3 0,-2-6 2 0,0 4 5 0,-1-1-4 15,-1 1-3-15,-3 1-11 0,-3-1-2 0,-2 2-5 16,0 1-5-16,-4 3-6 0,0-1 0 0,-4 0-4 16,-6 3-5-16,-3 3 8 0,3 4-13 0,-2-2-5 0,-5 6 0 15,3-1-2-15,5 1 1 0,-1 2-4 0,3-1 0 16,-4 6-3-16,5-3-2 0,2 2-12 0,4 0-3 15,0 0-3-15,0-1 5 0,7-2 0 0,0 3-2 16,4-2 4-16,2-1 2 0,6 1 2 0,1-1 0 0,6-2 3 16,2 0-2-16,0-3 4 0,9 0-4 15,3-3-1-15,-1-3 4 0,-1-1 1 0,1-4-3 0,0-1 3 16,-10 0 1 0,11-3-2-16,-7-3 1 0,-3 1 1 0,-6 1 16 0,1-1 11 15,-3-3 13-15,1 1 12 0,-2-2 7 16,-3 2 7-16,-2 0 9 0,2 0 4 0,-3-1 6 15,-3 1 2-15,1 3 11 0,1 0-3 0,-4-3-1 16,1 8-9-16,0-3-2 0,0 2-14 0,0 1-2 0,-1-1-11 16,-1 3-5-16,0 2-11 0,4-3-9 0,-4 3-32 15,2-5-27-15,-2 5-20 0,0 0 3 0,0 0 2 0,0 0 7 16,1 13 1-16,-2-7 2 0,1 5 1 0,-2 0 9 16,1 5 2-16,-3 2-1 0,2-1 8 0,-2 0-1 15,1 0 0-15,0-2 12 0,1-4-9 0,2 1-2 16,-1-3 9-16,1-2-4 0,-1-2 7 0,-2 1 1 15,2 0-1-15,1-2 30 0,0-4 29 0,-1 5 44 0,1-5 9 16,0 0 2-16,0 0-8 0,0 0-11 0,0 0-9 0,12-10-13 16,-5 0-9-16,0 1-12 0,1-1 7 0,6-2-10 15,-5 2-4-15,5-4 1 0,-5 5-11 0,0 0 5 16,0 2-9-16,1-2-2 0,-1 3-5 0,-1-3-7 16,-3 5-1-16,2 1-6 0,0-2-9 0,-2 3-4 15,1-1-32-15,2 1-32 0,0 2-8 0,-1 0-25 16,4 2-21-16,1 0-14 15,-1 3-26-15,5 1-16 0,-6 1-25 0,2 0-25 16,2 3-30-16,0 0-45 0,-4-4-234 0,2 0-582 16,-2 0 257-16</inkml:trace>
  <inkml:trace contextRef="#ctx0" brushRef="#br0" timeOffset="129247.12">7026 10186 137 0,'0'0'195'0,"0"0"-6"0,0 0 1 0,0 0-12 16,0 0-6-16,0 0-13 0,0 0-11 0,0 0-10 15,0 0-18-15,14-4-14 0,-5 0-8 0,3 2-11 16,1-3-13-16,6 0 3 0,1-1-17 0,2 0-9 16,9-4-1-16,-7 1-3 0,3-1-12 0,-9 0 3 0,7-1-4 15,1-4-2-15,-6 4-2 0,-4 2-6 16,0-3-1-16,-2-2-1 16,0 2-5-16,-2-2-2 0,-6 3 1 0,1-3-4 15,-3 4 0-15,-1 0-2 0,-4 1 1 0,-3 2-11 16,-2 0 6-16,-3-1-1 0,-3 4 0 0,-7 1 1 15,-3 1-2-15,3 3-1 0,-9 2-2 0,0 0 1 16,6 6-4-16,-5 2 0 0,3 0 2 0,1 4 0 16,5-3-3-16,4 1 2 0,0 1 0 0,0 2 0 15,5 1-1-15,0-2-3 0,3 2 5 0,3-2-1 0,3 1-1 0,1 1-4 16,7-2-20-16,1 0-34 0,5-1-57 0,0-5-63 16,4 0-192-16,1-3-403 0,-3-4 178 0</inkml:trace>
  <inkml:trace contextRef="#ctx0" brushRef="#br0" timeOffset="130248.99">7416 10017 96 0,'3'-6'242'0,"-1"4"-17"0,3-2-22 0,-1 3-21 0,1-2-15 0,-5 3-16 31,10 0-17-31,-1 1-12 0,-2 2-12 0,0 1-9 0,4 2-8 0,0 1-8 15,-2 2-5-15,0 0-13 0,1 1-6 0,-3 0-4 16,0 6-9-16,1-1-5 0,-2 0-3 0,-2 1-5 16,-3-3-1-16,-1-1-5 0,3 1-2 0,-3-2-5 0,0-1 0 15,0-2 0-15,-3-3-2 0,2 1 1 0,1 1-4 16,0-3 4-16,0 0 11 0,0-4 12 16,0 7 28-16,0-3 32 0,0-4 25 0,0 0 15 15,0 0 3-15,0 0-20 0,0 0-5 0,0 0-8 0,4-12-13 0,-3 5-15 16,3 0-3-16,0-3-11 0,4-4-12 0,-2 4-12 15,4-4-11-15,2 1-17 0,0 0-15 0,0 2-15 16,2-1-22-16,4 0-7 0,0 2-9 0,1 1 0 0,7-1 0 16,0 3 4-16,5 0-5 0,1 2-7 15,0 1-4-15,3-2-1 0,0 4-4 0,1-1 2 16,-1 1 3 0,-2 0 5-16,-1 0 1 0,-11-1 7 0,-3 1 5 15,-4-1 3-15,-2 3 5 0,-3-3 6 0,-2 3 0 0,-3-4 2 16,-2 2 3-16,-2 2 2 0,0 0 1 15,-18-8 2-15,5 5 2 0,-5 2 1 0,-3-2 0 0,-8 3 1 16,0 2 4-16,-2 0-1 0,0 1 4 0,1 2-5 16,0 4 8-16,1-1-3 0,3 4 3 0,1 0 1 15,7-3-2-15,1 1 0 0,2 2 1 0,1 1 0 0,1 0 0 16,6-3 1-16,0-2-1 0,3 3 0 0,0-2 6 16,3-3-1-16,0 2 2 0,3-1 5 0,4 1 9 0,1-2 8 15,5-3 6-15,1-1 0 0,4 1 0 16,1-3 5-16,3 0 1 0,-3 0 3 0,0-5 2 15,1 1 4-15,-1-2-2 0,1 0-3 0,-4-3 1 16,0 2-2-16,-2 1-3 16,-1-1 0-16,-2-1 7 0,-1 3-4 0,1-2-3 15,-5 2-2-15,3 0-3 0,-3 4-4 0,-1-4-5 16,2 1 1-16,-2 2-9 0,-4 2 0 0,5-3-5 16,-2 3-2-16,-3 0-7 0,0 0-11 0,0 0 3 15,13 0 1-15,-7 1-1 0,-1 3-5 0,0-1 1 16,4 2-3-16,0-1-9 0,0-1 4 0,0 3-2 15,1-1 0-15,0-2-1 0,-2-1 1 0,1-1 2 0,1 1 1 0,-2-4 2 16,-2 1 2-16,3-3 0 0,0 1-3 0,0-2 5 16,-2 1 5-16,0-6-1 0,2 3 1 0,-4-4 8 15,3 2 4-15,-3-5 12 0,0-3 12 0,0-2 7 0,-1 0-2 16,1 0 4-16,-1-6 7 0,1 1 3 0,-5 3 5 16,4-4 11-16,-4 7 9 0,4 0 13 0,-3 1 7 15,-1-1-6-15,1 2-3 0,-1 3 1 0,3 3-9 0,-6 1-2 16,6 2-9-16,-6 1 2 0,6 0-20 0,-3 1-7 15,0 2-8-15,0-2-11 0,0 5-43 0,0 0-5 16,0 0 5-16,0 0 1 0,0 0 2 0,0 17 3 16,-3-9-2-16,3 4-11 0,0 7 9 0,-1 1 5 15,-4 4-2-15,1 2 21 0,2 6-25 0,-2-3 11 16,0 0 3 0,0-3-9-16,3 1 10 0,-2-9 1 0,3 0-3 0,0-1 14 15,0-3-13-15,0-3 3 0,0-2-1 0,0 0 0 16,0-3 3-16,3 0 2 0,-3 0 8 0,1-2 18 15,-1 0 0-15,0 0 20 0,0-4 13 0,1 5 12 16,2-3 9-16,-3-2 0 0,5 3 1 0,-1-1-9 16,5-1-6-16,1-4-8 0,2 3-2 0,7-1-7 15,1 1-8-15,12-2-4 0,2 0-25 0,5-2-61 0,16-2-78 16,2-1-109-16,2-1-149 0,-4-6-364 0,4 0-811 0,-2-4 359 16</inkml:trace>
  <inkml:trace contextRef="#ctx0" brushRef="#br0" timeOffset="131365.59">9793 9760 253 0,'0'0'259'0,"5"-3"-14"0,-5 3-11 15,2-4-15-15,-2 4-16 0,3-3-14 0,-3 3-18 16,0 0-16-16,0 0-14 0,0-5-14 0,0 5-13 16,0 0-12-16,0 0-13 0,0 0-5 0,0 0-14 15,-23 5-5-15,8-1-7 0,-6 2-7 0,2 0-4 16,-3 0-6-16,-5 4-3 16,3-3-6-16,1 2-2 0,5-3-5 0,0 1-1 15,1 2 1-15,1-1-10 0,0 1 1 16,4-2-5-16,3 0-4 0,-1 3 3 0,2-3-9 0,3 1-2 15,0-3-1-15,1 3 2 0,4 1 0 0,0-3 2 16,1 1-2-16,7 3 0 0,5-2 2 0,6 2-1 16,7 1 2-16,2-3-3 0,0 1-1 0,4-1 4 15,-2-1-2-15,1 1-2 0,-3-1 2 0,2 1 0 0,-11-2-2 0,3 1 1 16,-5 1-6-16,-5-3-7 0,0 0-14 0,-4 2-4 16,-1-5-2-16,-1 5 0 0,-3-3 1 15,-1 1 3-15,-2 0 5 0,-3 1 2 0,-5 0 3 0,-1 2 3 16,-4-5 2-16,-5 3 3 0,-1 0 3 0,3-3 0 0,-4 3-1 31,1-1 3-31,-3-3 3 0,3-1-3 0,0 2 0 16,1-3 4-16,0 0-1 0,3 1 0 0,7-1 6 0,-1 1-5 15,3-1-1-15,-2 0-3 0,8 0-14 0,-7-1-37 16,7 1-41-16,0 0-48 0,19-7-40 16,-3 2-194-16,11-2-412 0,3 0 182 0</inkml:trace>
  <inkml:trace contextRef="#ctx0" brushRef="#br0" timeOffset="131735.01">10415 9911 119 0,'-17'-4'188'0,"-2"3"-3"16,2-1-13-16,-3 1-8 0,1 1-15 0,-1 0-12 0,2 0-12 15,-3 3-8-15,1 1-15 0,3 0-8 0,-2 3-11 0,6-2-9 16,1 2-7-16,-4 1-11 0,1 2-3 0,6 1-7 15,1-5-1-15,-1 3-2 0,3 1-9 0,0-3-5 16,2 3 0-16,1-3-2 0,3 1 3 0,0-1-8 0,0-1 2 16,3 2-6-16,3 0 5 0,-2-1-6 15,6-2 3-15,3-3-2 0,3 2-2 0,1-1 0 16,1-3 1-16,0 0 4 16,4-3 1-16,-1 1 5 0,0-1 15 0,-3-1 7 15,0-3 7-15,-3 1 18 0,-2 1-6 0,-2-2 8 16,-2-1 2-16,1 1-8 0,-2-3-2 0,-3 0-6 15,0 1-5-15,-1-2-5 0,0-1-7 0,-4 1-8 0,-1 1-5 0,-3 2-11 16,-1-2-4-16,-3 3-13 0,0-2-10 0,-2 5-13 16,1 0-20-16,0 0-12 0,-1 1-23 0,-1 2-19 15,2 0-32-15,-3 1-38 0,3 0-41 0,1 0-224 16,2 0-463-16,6 0 206 0</inkml:trace>
  <inkml:trace contextRef="#ctx0" brushRef="#br0" timeOffset="132082.06">10645 9661 108 0,'0'-8'363'0,"3"-2"-4"0,-1 1-15 15,-2 4-21-15,0-2-33 0,1 4-30 0,-1-2-32 16,2 1-29-16,-2 4-44 0,1-5-25 0,-1 5-15 15,0 0-16-15,0 14-9 0,0-5-11 0,0 4-9 0,-3 2-2 0,2 5-11 16,0 1-1-16,-3 3-11 0,0 3-6 0,4-1-1 16,-3 1-8-16,3-1 1 0,0-6-3 0,0-3 2 15,1 1-8-15,1 2-4 0,1-3 0 0,-2-3-3 16,-1-2-1-16,4-1 6 0,-4-4-8 0,1-2-1 16,0 2 4-16,1-4-2 0,-2 2 6 0,0-1 17 15,0-1 10 1,0-3 14-16,1 4 5 0,-1-4 5 0,0 0 1 15,0 5-2-15,0-5-7 0,0 0-11 0,0 0 4 0,0 0-5 16,0 5-9-16,0-5 6 0,0 0-27 0,0 0-25 16,0 0-39-16,0 0-28 0,0 3-35 0,0-3-36 15,0 0-43-15,0 0-54 0,0 0-82 0,0 0-251 16,0 0-620-16,9-8 274 0</inkml:trace>
  <inkml:trace contextRef="#ctx0" brushRef="#br0" timeOffset="132999.34">10950 9885 24 0,'0'0'303'0,"0"0"-26"0,0 0-26 0,0 0-29 0,6-3-24 0,-6 3-20 16,0 0-23-16,0 0-15 0,1 8-16 16,-4-3-14-16,3 3-9 0,-1 0-6 0,0 3-14 15,-1 3-6-15,-1-5-2 0,1 4-14 0,2-1-4 16,-1-1-6-16,2-3-4 0,-2-3-2 0,2 3-3 0,-1-1-4 15,0-2-3-15,2-2 3 0,-1 1-6 0,-1-4 3 16,4 2 2 0,-4-2 9-16,10-4 2 0,-4-1 1 0,3 0 11 15,0-3-5-15,5-4 2 0,-1 0-4 0,0 0-1 0,1 0-10 16,0-2-3-16,0-1-4 0,0 3-1 0,0 3-5 16,-4-1-3-16,-2 2-5 0,1 1 2 15,-1 3-5-15,-5 1 0 0,3-3-5 0,-1 5-7 0,-1-2-2 16,2 1-2-16,-6 2-2 0,13 2 1 0,-6 1-2 15,1-2-1-15,4 3 3 0,-1 3 0 0,4 0-1 0,0 3-3 16,2 0-2-16,0-2-1 0,1 3-11 0,-4 0-4 16,4-3-2-16,1-1-1 0,-2-2-5 0,2 0-11 0,-1-4 0 15,1 5-6-15,-1-6 0 0,-6-2-1 16,1-2 6-16,1 1 3 0,2-5 3 0,-6-1 5 16,3-4 2-16,-7 1 4 0,5-4 2 0,-2 1 4 15,-3-2 6-15,0 0 1 16,-1-4 10-16,0-3 11 0,2 1 4 0,-2-4 9 15,0 1 1-15,0-3 8 0,0 2 9 0,-3 1 15 16,4 2 9-16,-4 7 2 0,1 5 2 0,-2 2-1 16,0 3-1-16,1-4-9 0,-1 6-4 0,-1 0-20 15,1 2-25-15,-1 3-5 0,0 0 1 0,0 0 2 16,0 14-8-16,-1-2 4 0,-2 4-1 0,3 5-1 16,-3 3 1-16,1 2 0 0,-3 1 1 0,2-1-1 0,1 0-1 0,1 1 4 15,-2-9-3-15,2 1 1 0,1-2 0 0,0-4-2 16,0-1-3-16,0-1 0 0,0-3-3 0,0-1 1 15,0-2 3-15,0 2 1 0,0-2 4 0,-3-1 9 16,2-2-6-16,0 2-1 0,1-4 2 0,0 0-4 16,-14-6 1-16,7 3 0 0,-3-1-1 0,-1-3 0 15,-6 0-1-15,3 0 1 0,-4-1-2 0,1 2 1 0,6 0 2 0,-1 0-6 16,3 1 5-16,-1-1-1 0,5 2-1 0,-3 1 0 16,5 0-2-16,0-1-11 0,3 4-17 0,5-5-7 15,4 2-1-15,5 1-2 0,4-2 0 0,14 1 4 16,0 3-6-16,6-2-9 0,15-2 2 0,-14 0 1 15,18 4 13-15,-2-2-5 0,0 0 4 0,-2 1 4 16,-13-1 7-16,0 1-2 16,-2-1 4-16,-4-2 4 0,-3 1 1 0,-2 1 11 15,-12 2 17-15,-3-1 27 0,-4 1 24 0,-1-2 13 16,0 0 14-16,-1 2-1 0,-4-1-4 0,-4 1-8 16,9-1-7-16,-6-2-5 0,-3 3-9 0,0 0-7 15,9 0-4-15,-9 0-12 0,0 0-6 0,0 0-8 16,0 0-2-16,4 5-5 0,-1-1 1 0,-3-4-3 15,-3 10 0-15,3-5 2 0,0 0-7 0,0 4 4 0,-1-1 0 0,0 2-2 16,-1 0 6-16,2 0-13 0,0-1-21 0,0 1-7 16,-1 1-7-16,1-3-14 0,1 1-11 0,-1-1-17 15,-1-3-11-15,1 3-17 0,-1-4-12 0,-2 3-10 16,3-2-9-16,0-3-12 0,-1 2-12 0,1-4-46 16,0 0-208-16,0 0-449 0,0 0 198 0</inkml:trace>
  <inkml:trace contextRef="#ctx0" brushRef="#br0" timeOffset="133167.71">12179 9590 209 0,'0'-5'295'0,"-3"1"-9"0,2-1-29 0,1 2-26 16,0 3-14-16,1-8-33 0,-1 8-20 0,-1-4-22 0,1 4-18 15,4-1-20-15,-4 1-25 0,0 0-20 0,16 5-27 16,-8 2-29-16,2-1-34 0,1 1-25 0,1 1-54 0,3 2-41 15,-4-6-189-15,4 6-368 0,4-5 163 16</inkml:trace>
  <inkml:trace contextRef="#ctx0" brushRef="#br0" timeOffset="133551.06">12715 9685 143 0,'-14'0'162'0,"7"0"-11"0,-1 3-9 0,-3 1-10 16,0-2-10-16,0 5-7 16,-2-1-3-16,-3 2-12 0,0 1-7 0,2 3-8 15,-3 0-12-15,4 0-4 0,3 0-6 0,0 2-9 16,2-4-12-16,3 0 4 0,0-1-6 0,5 1-4 16,0 0 0-16,0-1-2 0,5 1 13 0,0-3 10 15,8 4-4-15,5-5-2 0,0 1-2 0,1-3-8 16,9 0 2-16,0-3-4 0,-1-2-7 0,1 1-1 15,-7-4 3-15,-1 0 13 0,-1 0 7 0,-3-4 2 0,0 1-1 0,-4 1 1 16,-1-3 1-16,-2 0-6 0,-2-1-2 0,-2-2-5 16,-1 0-4-16,-2 0-5 0,-1-3-2 0,-6 3-1 15,0-4-6-15,-3 2-5 0,-2 1-3 0,-4-2 2 16,0 5-3-16,-4 1-3 0,0 0 0 0,-1 2-3 16,0 1 0-16,0 4-1 0,0-1-5 0,0 1-16 15,2 0-21 1,2 4-35-16,2 0-20 0,2 1-29 0,0 1-15 15,6 1-31-15,1 0-52 0,4-2-167 0,3 2-412 16,-1-1 182-16</inkml:trace>
  <inkml:trace contextRef="#ctx0" brushRef="#br0" timeOffset="133885.16">13013 9711 142 0,'0'0'260'0,"0"0"-21"0,0 0-29 0,0 0-18 16,0 0-23-16,8 0-21 0,-8 0-13 0,0 0-14 16,2 5-13-16,-2 0-11 0,0 0-10 0,0 0-5 15,0 1-12-15,0 1-5 0,0 2-7 0,0-2-1 0,0 4-9 0,0-5-5 16,0 1-4-16,-1-2 0 0,1 1-7 0,0-1-1 16,0-2-1-16,0-3 14 0,1 6 21 15,-1-6 25-15,3 1 3 0,-3-1-7 0,14-2-15 16,-4-2 3-16,3-1 1 0,2-3-2 0,2 1 0 0,1-1 0 31,-1 1-4-31,0-1-5 0,-2 1-3 0,2 3-2 0,-3-2-5 16,-5 2-9-16,1 1-1 0,4 2 4 0,-6 0-20 15,5 1 0-15,-2 0-4 0,0 2-7 0,2 4-2 0,2 1-6 16,2 0-19-16,-2 5-15 0,0 1-37 16,0-3-40-16,-4 4-50 0,1 0-88 0,-2-6-310 15,-2 1-594-15,2-3 263 0</inkml:trace>
  <inkml:trace contextRef="#ctx0" brushRef="#br0" timeOffset="134488.07">14824 9726 247 0,'-2'-4'296'0,"4"-2"-15"0,-2 1 0 16,0 5-5-16,-2-7 4 0,2 2-3 16,0 5-21-16,0-6-14 0,0 6-8 0,0-5-31 0,0 5-23 0,0-3-25 15,0 3-15-15,0 0-14 0,0 0-36 0,0 0-8 16,0 0-20-16,0 0-3 0,0 0-11 0,0 0-1 16,-1 14-9-16,0-7-5 0,0 2-8 0,-1 2 4 0,2 0-5 15,-1 4 2-15,0-5-6 0,1 9-1 0,-2-9 1 16,1 7-6-16,1-7 3 0,-1 2-1 15,1-3 15-15,0-1-18 0,0 2-1 0,-1-3-20 0,-1-3-14 0,2 1-14 16,0-2-11-16,0 2 6 0,0-5 5 0,-1 7 5 16,1-7 3-16,0 2 0 0,0-2 4 0,0 0-7 15,0 0-33 1,0 0-34-16,0 0-30 0,-10-12-28 0,5 6-33 16,1-5-48-16,-4-3-41 0,4-3-176 0,2-2-490 15,-1-1 217-15</inkml:trace>
  <inkml:trace contextRef="#ctx0" brushRef="#br0" timeOffset="134639.47">14751 9586 128 0,'-3'-18'159'0,"3"1"20"0,-1 5 11 16,1-1 0-16,1 2 5 0,-1 0-3 0,3 0-1 16,-2 4-13-16,2-2-11 0,-1 4-13 0,1-1-14 15,-2-2-15-15,7 4-10 0,-6 0-17 0,5-1-7 16,-2 3-10-16,2-1-15 0,2 3-22 0,-2 0-27 16,-7 0-28-16,13 3-32 0,-7 3-30 0,0-2-40 0,-1 0-59 0,-2 1-210 15,1 2-413-15,-2-4 183 0</inkml:trace>
  <inkml:trace contextRef="#ctx0" brushRef="#br0" timeOffset="135193.06">15461 9656 201 0,'2'-5'234'0,"-2"5"-18"16,0 0-20-16,0 0-19 0,0 0-18 0,-6-5-17 15,1 3-15-15,5 2-13 16,-14 0-11-16,3 2-10 0,-1 0-10 0,1-1-5 15,-2 0-6-15,0 2-6 0,-6 0-7 0,6 1-4 16,1 1-7-16,1-2-4 0,1 2-6 0,1 2-4 16,3-2-5-16,-2 3 2 0,3 0-5 0,1 0-5 15,4-1 2-15,1 3-3 0,4 3-1 0,3 2 0 0,4-2-5 16,2 2 0-16,4 2-4 0,3 1-1 0,5 0 3 16,-2-2-5-16,-1 1 2 0,3-3 2 0,-3 3 0 0,-3-1-3 15,-4-4 7-15,-5-3-7 0,-1 0 0 0,-3-3-1 16,-1 2 5-16,-3-2 3 0,0-3 3 0,-3 4 3 15,-9-2-5-15,-1-2-1 0,-10 2 0 0,-12 1-2 16,-3-3-6 0,-2 0-35-16,0-2-49 0,-5 0-113 0,-9-2-229 15,-2 1-451-15,15-4 199 0</inkml:trace>
  <inkml:trace contextRef="#ctx0" brushRef="#br0" timeOffset="137114.51">8993 11625 197 0,'1'-3'180'0,"-1"3"-11"0,2-7-11 0,-2 5-16 16,0 2-17-16,-6-5-10 0,2 3-14 0,-3 2-6 0,-5 1-12 16,0 0-7-16,-9 4-8 0,-7-3-7 0,0 6-7 0,-4 1-5 15,0 0-6-15,-1 3-3 0,0 2-5 0,-5 2 0 16,4-2-6 0,-12 8-4-16,2 2 0 0,11-6-4 0,3 1 1 0,1-1-5 0,-1 3-2 15,2-1-5-15,6-1 2 0,-1 0 1 0,4 0-7 16,6-6 2-16,2 0-1 0,5-2 1 0,3-2-2 15,0 1-1-15,6 0 3 0,2-2 2 16,4-2 23-16,10 2-2 0,8-3 0 0,7-3-3 16,16 0-1-16,2-4-12 0,5-3 2 0,1-2-3 15,5-4 0-15,1-2-1 0,1-1 1 0,-3-3-3 16,-4-1 9-16,-3 1 2 0,-4-3 3 0,-3 3 2 0,-16 1 4 16,-4-1 5-16,-3 1 3 0,-8 3 5 15,-4-2-2-15,-2 1-1 0,-3 1-3 0,-8 2-4 16,-2-1-7-16,-8-3-3 0,-4 3-1 0,-6 2-2 0,-7 1-4 0,-5 2 0 15,0 4-8-15,-1 1 2 0,-3 2-1 0,1 1-1 16,1 1-1-16,1 1-1 0,2 3-5 0,-2-1-10 16,15 0-14-16,-1 2-17 0,2-1-23 0,5 2-19 15,2-1-5-15,5 1-15 0,4-1-25 0,4 0-43 0,0 0-200 16,5-2-399-16,2 0 176 0</inkml:trace>
  <inkml:trace contextRef="#ctx0" brushRef="#br0" timeOffset="137515.78">8919 11487 61 0,'0'-2'245'0,"0"2"-22"0,-3-7-15 0,3 4-22 16,0 3-23-16,-1-4-15 0,1 4-19 0,0 0-14 0,0 0-14 0,0 0-13 15,-4 21-5-15,3-2-9 0,-5 8-12 0,-1 4-4 16,-2 5-7-16,-1 13-6 0,2 2-5 0,2-2-1 16,-2-2-7-16,4 0-7 0,-5-11 4 0,4-1-6 15,4 0-3-15,-3-1-3 0,4 0-2 0,0-2 2 16,0-1-6-16,1-6 2 0,2 1 0 0,-3-7-6 15,1-2 1-15,-1-5 5 16,3-2-4-16,-2 1-4 0,-2-5 1 0,2 1 1 16,-2 0 0-16,2-4 1 0,-2 2 7 0,1-5 21 15,1 4 16-15,-1-1 4 0,0-3 1 0,0 5-4 0,0-5-3 16,0 0-5-16,1 3-6 0,-1-3-3 0,0 0 0 16,0 0-5-16,0 0-12 0,0 0-20 0,0 0-46 15,0 0-58-15,0 0-64 0,0 0-266 0,13-8-470 16,-5 3 207-16</inkml:trace>
  <inkml:trace contextRef="#ctx0" brushRef="#br0" timeOffset="139883.59">9940 11128 192 0,'-3'-2'200'0,"3"2"-11"0,-1-7-25 0,1 7-15 0,-4-1-17 15,4 1-13-15,0 0-13 0,-8 10-13 16,2 1-10-16,-7 12-9 0,0 5-11 0,-8 15-3 15,-2 5-6-15,2 1-4 0,-8 31-8 0,2-1 0 0,9-21-4 16,3 24-6-16,2-23 2 0,4 24-3 16,4-28-10-16,5 1-1 15,1-1-4-15,8-1 0 0,9-4 1 0,-1-4-1 16,7-1 0-16,7-5-2 0,3 1 6 0,8-6-2 16,3-3-21-16,4-7-41 0,2-4-90 0,0-5-190 0,1-5-350 15,-16-8 155-15</inkml:trace>
  <inkml:trace contextRef="#ctx0" brushRef="#br0" timeOffset="140853.65">10556 11305 79 0,'3'-4'182'0,"0"-2"-11"15,2 3-10-15,-1-3-11 0,1 4-14 0,1-3-5 16,-2 2-14-16,1 0-11 0,3 2-13 0,-4-2-10 16,-4 3-8-16,15 3-2 0,-8 1-12 0,-2 0-4 15,0 2 0-15,5 3-8 0,-4 3-2 0,-3 0-3 16,5 4-7-16,-7 0 1 15,3 2-3-15,-3 2-4 0,-1-1-3 0,0 8-8 16,-1-4 5-16,-3 4-1 0,0-9-3 0,-1 1-1 16,-1 2-3-16,-1-4 2 0,1-1 1 0,-3 1-2 15,5-3-2-15,-1-3-2 0,0-3 4 0,1 1 3 16,4-5 11-16,-1 0 15 0,-2 0 18 0,3 2 23 16,-1-2 24-16,1-4 29 0,-3 7 28 0,3-7 31 15,-1 3 14-15,1-3-17 0,0 0-21 0,0 0-23 0,9-17-13 0,-4 6-13 16,0-2-17-16,7-5-10 0,-4 2-11 0,7-11-8 15,0 4-10-15,0-2-2 0,3 1-11 0,-5 3-9 16,-1 4 8-16,0 1-12 0,1 0-9 0,-5 3-2 16,1 4-5-16,-2 0 0 0,1 0-4 0,-4 5-6 15,2 0-4-15,-5-4-4 0,3 5-9 0,-1-1-31 16,0 1-29-16,-3 3-9 16,0 0 3-16,0 0 5 0,6 10 8 0,-5-1 2 15,2 0 7-15,-3 3 2 0,-3 4 26 0,3 3-24 16,-1 0 11-16,-3 5 1 0,4 2 2 0,-2-7 1 15,2 0 5-15,-2 0 3 0,2-4-2 0,0 2 3 16,2-6 3-16,0 1 1 0,-4-4 0 0,4-1-1 16,2 0 5-16,0-1 5 0,1 0 5 0,1-1-1 15,6-3-1-15,7 1-4 0,1-2-15 0,9-5-32 0,-3 1-37 16,4-4-46-16,-1 0-59 0,-2-2-73 0,1-5-341 16,0-2-656-16,1 3 291 0</inkml:trace>
  <inkml:trace contextRef="#ctx0" brushRef="#br0" timeOffset="141401.41">11013 11051 197 0,'-3'-4'304'0,"3"3"-22"0,0 1-19 0,0-9-25 15,0 9-21-15,3-5-23 0,1 3-22 0,-4 2-18 0,9-1-17 16,-4 1-16-16,5 1-9 0,-1 2-11 0,0 1-12 15,4 3-9-15,-4-1-8 0,0 4-5 0,0-2-10 0,-2 4-10 16,-1-2-2-16,0 3-4 0,-3-1-4 16,0 4-5-16,-3-3 0 0,-1-1-9 0,0 1 2 15,0-2-4-15,-3 1-1 0,0-4-5 0,0 3 2 16,0-5-2-16,3 3-4 16,-2-5 3-16,2 1-3 0,0 0 0 0,-2-2-1 15,3 1 3-15,0-4 4 0,-4 4 11 0,4-4 6 16,-1 4 11-16,1-4-1 0,0 0 0 0,8 5-3 15,-1-8 1-15,6 3-7 0,6-2 0 0,2-2 0 0,-2 0-8 16,9 0-4-16,0 1-6 0,-1-2 1 16,1 3 0-16,-8-1-2 0,0 2 1 0,-2-2-7 15,-7 2 0-15,2-1 1 0,-5 1 2 0,-1 1 2 0,-2-3-7 0,4 3 6 16,-9 0-9-16,7-2 0 0,-7 2-8 0,5 0-22 16,-5 0-15-16,0 0-18 0,0 0-18 0,0 0-25 15,-12 9-34-15,2-5-37 0,2 1-61 0,-1-1-281 16,2 0-557-16,2 0 248 0</inkml:trace>
  <inkml:trace contextRef="#ctx0" brushRef="#br0" timeOffset="142050.78">11546 11563 183 0,'-9'0'183'16,"3"0"-7"-16,-2 1-10 0,2-1-11 0,6 0-6 15,-8 1-15-15,8-1-8 0,-5 2-13 0,5-2-9 16,0 0-4-16,0 0 0 0,0 0 4 0,0 0-2 15,0 0 3-15,0 0-1 0,0 0-2 0,0 0-4 16,0 0-1-16,0 0-11 0,0 0-7 0,0 0-7 16,0 0-7-16,0 0-5 0,0 0-5 0,0 0-8 15,0 0-5-15,0 0-3 0,0 0-6 0,0 0-3 0,0 0-4 0,0 0-3 16,0 0-3-16,0 0-1 0,0 0-4 0,0 0 0 16,0 0 3-16,0 0-7 0,0 0-3 0,0 0 1 15,0 0 1-15,0 0-3 0,0 0-2 0,0 0 7 16,0 0-6-16,0 0-1 0,0 0-1 0,0 0 4 15,0 0 0-15,21-2-3 0,-9 0-2 0,2 1 0 16,7-1 0-16,-1-3 0 0,2 3 2 0,-2-3-1 0,7 4-3 0,1-3 2 16,0 0-2-16,-7 0 0 0,-6 3 0 0,0-3 1 31,-3 3 5-31,-3 1 6 0,0-3 3 0,-3 3 3 16,-1-4 0-16,0 4 2 0,-5 0-4 0,8-1 1 15,-8 1-9-15,5-3-9 0,-5 3-20 0,0 0-22 16,0 0-17-16,0 0-23 0,0 0-18 0,-22 5-26 0,16-2-37 0,-2 0-44 15,-1-3-229-15,2 0-472 0,0 2 209 0</inkml:trace>
  <inkml:trace contextRef="#ctx0" brushRef="#br0" timeOffset="142727.19">11986 11281 36 0,'0'-5'299'15,"-2"1"-9"-15,2 0-19 0,-1 0-24 0,1 4-21 16,0-4-26-16,0 4-19 16,0 0-22-16,0-5-22 0,0 5-24 0,0 0-19 15,0 0-6-15,0 0-11 0,0 0-9 0,8 12-6 16,-4-6-6-16,1 2-6 0,2 1-9 0,-2 2-9 15,0 0-11-15,2 1-7 0,-1-1-8 0,2 1-9 16,-2-2-5-16,1 0-3 0,-1-1-4 0,-1 0-2 16,4-1 4-16,-2-1 0 0,-4-2 1 0,3 0 1 15,0-2 0-15,0-2 0 0,-2-1 5 0,-4 0 0 0,9-4 4 0,-4 1 7 16,-1-3 12-16,6-2 10 0,-6 0 5 0,1-1 8 16,3 0 10-16,-3-1 4 0,1 0 3 0,-2 2 2 15,1-1 3-15,2 2-2 0,-6 2 9 0,3 0-4 16,-2 0-3-16,1 2-13 0,1-1-6 0,-4 4-16 15,2-4-14-15,-2 4-18 0,0 0-3 0,0 0-1 16,0 0 3-16,8 8-2 16,-7-2 1-16,0 5 0 0,-1-1 0 15,2 5 0-15,-4 5 2 0,4 3 1 0,-5 5-1 16,-1 1 2-16,0 3 3 0,-3-3 1 0,1-1-1 0,-1 4-2 16,-3-3 0-16,1-3-1 0,0-2 1 0,1 0 1 15,2-5 1-15,-2-1 2 0,3-4-2 0,0-2 4 0,1-2-12 16,-1-3 0-16,-2-1 7 0,4 1 3 0,-3-3 10 15,2-1 8-15,-1-2 15 0,5-1 16 0,-11-1 1 0,4-2-1 16,2-2 13-16,1-2-2 0,-3-1 13 16,5-4 8-16,-2-5-10 0,3 0 1 0,2-2-7 15,3-10-11-15,1 0-5 0,5-2-3 0,9-12-3 0,-6 9 6 16,6 3-20-16,-1 1-3 0,4 1 1 0,0 3-4 16,-2 1-1-16,1 3-9 0,-2 3 1 0,-7 3-2 15,2 4 0-15,-5 3 2 0,-1 3-3 0,2-1-3 0,-7 2-1 16,3 0-6-16,-2 2-6 0,-1-1-19 0,-1 1-31 0,2 1-29 15,-4 2-14-15,0 0 5 0,0 0 2 16,0 0 2-16,5 6-4 0,-5-3-7 0,0 2-9 16,-5 0-19-16,1 2-22 0,0-2-24 0,3 2-37 0,-3-2-56 15,2-1-202-15,-1-1-505 0,2-1 224 0</inkml:trace>
  <inkml:trace contextRef="#ctx0" brushRef="#br0" timeOffset="143113.57">12457 11114 113 0,'3'-4'281'0,"0"1"-17"0,0 1-21 0,-3 2-15 16,4-3-33-16,-4 3-21 0,4-1-19 0,-4 1-18 15,0 0-16-15,0 0-13 0,11 4-13 0,-8 1-10 16,-1-1-5-16,2 4-9 0,-3-2-8 0,-1 5-8 0,0 1-3 15,0 0-5-15,-2 0-4 0,-2 2 1 16,2-1-9-16,-2 2-3 16,1-6-7-16,1 3 2 0,-2-3-5 0,2-1 1 15,0-3-8-15,0 2 3 0,2-2-7 0,-1-1 7 16,1 0 2-16,1 1 14 0,3-1 25 0,3-3 11 16,3 2 0-16,9 1 0 0,2-4-12 0,3-3 0 15,3 3-10-15,2-2-4 0,1-1-5 0,-1-1-1 16,-1 0-7-16,1 0 0 0,-7 2-6 0,-2-1 3 15,0 0-5-15,-9 2 12 0,-2 0-5 0,0-2 2 0,-2 3 0 0,0-1-3 16,-7 1-7-16,9-1-6 16,-9 1-16-16,4 0-10 0,-4 0-13 0,0 0-21 15,0 0-29-15,-10 7-33 0,-3 0-40 0,3-1-31 16,-2 1-62-16,-3 1-262 0,2-1-543 0,-1 1 240 16</inkml:trace>
  <inkml:trace contextRef="#ctx0" brushRef="#br0" timeOffset="143876.21">10608 12125 58 0,'0'0'168'0,"0"0"-10"0,0 0-17 0,0 0-16 16,0 0-9-16,-9-2-10 0,9 2-15 0,0 0 3 15,0 0-13-15,0 0-6 0,0 0 1 0,0 0-4 16,0 0-6-16,0 0-2 0,0 0-5 0,0 0-2 16,0 0-6-16,0 0-3 0,0 0-3 0,0 0 4 15,0 0-14 1,0 0-3-16,0 0 1 0,0 0-7 0,0 0 2 0,0 0-5 15,0 0 3-15,0 0-5 0,0 0 0 0,0 0 2 16,0 0-2-16,0 0 1 0,0 0-1 0,0 0-2 16,0 0-1-16,0 0 9 0,22-1 8 0,-8 0 1 15,8-1 1-15,6-1-5 0,6 1-3 0,21-4 0 16,1 0 4-16,7-3 4 0,35-1 10 0,1 0 4 16,6 2 6-16,2-3 4 0,0 1 4 0,-3 1-2 0,-7-1-2 15,0 2-6-15,-8 1-3 0,-29 2-4 0,7 3-6 0,-3-4-15 16,-3 0 0-16,-6 1-3 0,-14 3-5 15,-5-3 2-15,-5 2-4 0,-10 2-1 0,-3-2 1 16,-8 2 9-16,3 0 14 0,-9 1 1 0,3-1-1 16,1 0-6-16,-4-1 1 0,-4 2-10 0,0 0-9 0,0 0-24 15,0 0-18-15,0 0-19 0,-22 2-20 0,10 0-12 0,-4 1-23 16,0 3-27-16,-3 1-33 0,-1-4-57 0,-8 4-228 16,5 0-481-16,4-5 213 0</inkml:trace>
  <inkml:trace contextRef="#ctx0" brushRef="#br0" timeOffset="144398.62">11454 12299 38 0,'0'0'215'0,"0"0"-25"16,10-3-14-16,-10 3-24 0,14-3-11 0,-1 3-14 15,0 3-15-15,-3-2-10 16,3 5-12-16,-2-4-6 0,2 1-12 0,-3 4-9 15,-1 0-1-15,-1 0-8 0,1 3-6 0,-4-1-6 16,-2 2-3-16,-2 1-3 0,-2 0 1 0,-6 3-1 16,1 1-3-16,-4 1-1 0,-1-2 0 0,-1-1-11 15,-3 2 2-15,-1-1-2 0,3-2 1 0,3-3-1 16,-3-3-1-16,4 2-2 0,0-3-4 0,0 1-2 16,4-3 0-16,0-1 0 0,1 1 0 0,2-1 11 0,-1 0 13 0,0-1-1 15,3-2 4-15,0 0 18 0,4 5 9 0,4-5 2 16,2 2 0-16,7-4-8 0,3 1-4 0,6-1 1 15,5 0-11-15,3-1-5 0,-3-2-2 0,7 1-9 16,-5 1 2-16,3 0 4 0,-1 1-15 0,-3 0 3 16,-3-2-4-16,-7 3 0 0,-3-2-4 0,-6 1 2 15,-2 2 3-15,-1-2 7 0,-2 1 11 0,-2 1 8 0,1 0 7 0,-1-1 9 16,-6 1 4-16,8-1 1 0,-8 1-11 0,6-2-2 16,-6 2-2-1,0 0-17-15,7 0-18 0,-7 0-28 0,0 0-30 16,0 0-34-16,0 0-46 0,0 0-61 0,0 0-371 15,0 0-598-15,0 0 265 0</inkml:trace>
  <inkml:trace contextRef="#ctx0" brushRef="#br0" timeOffset="146464.64">13199 11958 50 0,'0'0'147'0,"0"0"-4"0,0 0-16 16,0 0-6-16,-6-1-10 0,6 1-4 0,0 0-18 16,0 0-8-16,0 0-10 0,0 0-8 0,0 0 1 0,0 0-11 0,0 0-3 15,0 0-8-15,0 0 1 0,0 0-2 0,-10 2-6 16,10-2-4-16,0 0 2 0,0 0 3 0,-8 1 0 15,8-1 4-15,0 0 3 0,-4 2 6 16,4-2-1-16,0 0-2 0,0 0 3 0,0 0-1 0,0 0-9 16,0 0 2-16,0 0 1 0,0 0-2 0,0 0-3 15,0 0 3 1,0 0-3-16,35-4-3 0,-15 0-3 0,10 0-3 16,0 1-2-16,4-2 0 0,-2 0-3 0,2 1-2 15,3-1-1-15,-2 1 5 0,-5 1-2 0,-3 0-1 0,-5 1 0 16,-4-1-5-16,-6 0 3 0,1 0-4 15,-1 2-2-15,-6 1-1 0,1-1-7 0,-1 0 13 16,0 0-11-16,-6 1 2 0,5-2-1 0,-5 2-9 0,0 0-27 16,0 0-18-16,0 0-17 0,-15 5-22 0,10-2-29 0,-4-2-41 15,-2 0-200-15,4-1-383 0,2 2 170 0</inkml:trace>
  <inkml:trace contextRef="#ctx0" brushRef="#br0" timeOffset="146996.71">13953 11664 57 0,'8'-7'241'0,"0"0"-25"16,4 1-14-16,-1 1-20 0,4-2-13 0,-1 3-17 15,2 1-17-15,1 1-11 0,0 3-15 0,-4 0-13 16,1 2-8-16,0 2-11 0,0 3-5 0,2 1-10 16,-4 1-5-16,-1 5-7 0,-3 0-7 0,-3 3-3 15,-1 0-1-15,-5 7-6 0,-4 0-2 0,-6 1-3 0,-1-2-7 16,-5 2 4-16,2-1-8 0,-2-1 0 0,-2-4 0 16,1-1 0-16,1-5-5 0,2 1 0 0,1-3-7 0,0-2 4 15,5-1 1-15,1-1 0 0,3-3 5 0,-2-1 10 16,3 1 13-16,0-5 26 0,2 3 26 0,-2-1 21 15,4-2-5-15,0 0-11 0,0 0-9 0,14-14-9 16,-4 6-12-16,4-4-5 0,3-2 0 0,3-3-9 16,1-3-5-16,4 0 6 0,-2-1-13 0,-1-3-13 15,1-1 9-15,-3 2-17 16,1-1 5-16,-2 1 0 0,-1 2-5 16,-5 7 27-16,-1-2-15 0,-5 7 0 0,-1-1 15 15,-1 3-9-15,0 2-7 0,0-2-2 0,-2 3-3 0,-2 0-6 16,0 2-17-16,3 0-14 0,-4 2 0 0,0 0 0 15,0 0-3-15,-5 17 6 0,1-5 5 16,-2 3-2-16,-2-1-3 0,3 5 2 0,-3 8 11 0,1-3-11 16,4-3 2-16,2 4 6 0,-1-5-9 0,4 6 3 0,-1-8 3 15,6 0-23-15,-1-2-15 0,-1 1-18 0,4-1-25 16,5-2-33-16,-2-6-26 0,3 3-39 0,2-5-63 16,-7-2-249-16,9-2-535 0,-4-2 236 0</inkml:trace>
  <inkml:trace contextRef="#ctx0" brushRef="#br0" timeOffset="147666.74">14565 11633 240 0,'0'-5'294'0,"-1"0"-20"0,1 1-21 0,0 4-25 0,0-5-23 15,0 5-24 1,0-5-20-16,0 5-16 0,0 0-16 0,0 0-17 15,0 0-12-15,0 0-12 0,7 12-12 0,-4-7-6 16,3 4-8-16,-1-2-6 0,2 4-7 0,1 0-7 16,1-3-9-16,5 4-13 0,-6-3-3 0,3 0-6 15,1-1-5-15,-1-1-12 0,0-2-6 0,-1 0 2 0,1 0-3 0,-2-1-2 0,1-1 7 16,-1-3-3-16,-1 1 3 0,1-2 0 16,-4-1-1-16,3-1 0 0,-3-2 1 0,0-2 1 15,1-1 6-15,-1-1-1 0,-1 0 2 0,0-3 1 16,1 0 15-16,-1 4 7 0,-1-3 13 0,-2 5 9 15,2-4 3-15,0 5 6 0,-2-2 4 0,-1 1 0 16,2 2-5-16,-1-2-7 0,-1 6-5 0,1-4-4 16,1 2-4-16,-2 2-8 0,0 0-16 0,0 0-7 15,0 0 11-15,0 0-8 16,0 0-4-16,3 15-1 0,-1-4 3 0,-1 4-1 16,2 5-3-16,-3 4-1 0,1 5 4 0,0 1-3 15,0 1 1-15,-2 3 0 0,2 1 0 0,-1-1-2 16,-2 1 0-16,-2-1 1 0,0 2 2 0,0-4-1 15,-1 1 1-15,-2 1-3 0,1-5 4 0,0 0 0 16,-3 0-2-16,0 0 1 0,0-3-2 0,0-9 3 16,0-1-2-16,-2-1 6 0,-1-2 2 0,2-5 3 0,1 1 2 0,-2-4 5 15,-1 2 5-15,1-3-1 0,0-4 18 0,-3 0 8 16,1-8 14-16,1 3 3 0,2-2 36 16,-3-7 0-16,3-1 6 0,3 0 2 0,-1-9-10 0,6-1-14 15,6-2-6-15,3-1-16 0,9-5-6 0,9-10-10 16,10 0-3-16,-1-3-16 0,7 2 0 0,3 4-14 15,-2-1-1 1,0 4 5-16,0 4-12 0,-10 11 6 0,-4-1 3 0,-1 5-6 16,-3 3 14-16,-6 3-6 0,-4 1 4 0,-2 4 2 15,-5 2-6-15,0 1-1 0,-1 0-3 0,-1 1 0 16,-1-2-11-16,1 5-23 0,-5 0-37 0,5-4-26 16,-2 3-11-16,-3 1 4 0,0 0 9 0,1 9-10 15,-1-9-8-15,-2 11-13 0,-1-6-13 0,1 1-25 0,-4 5-28 16,3 0-28-16,-4-4-48 0,2 3-275 0,1 0-573 15,2-2 254-15</inkml:trace>
  <inkml:trace contextRef="#ctx0" brushRef="#br0" timeOffset="147967.7">15496 12005 152 0,'0'0'266'0,"0"0"-24"0,0 0-26 0,0 0-25 0,0 0-8 16,0 0-17-16,-4 12-14 0,-1-7-14 0,-2 8-9 16,-2 0-12-16,-3 3-11 0,-5 3-8 0,1 2-10 0,-6 4-26 0,0 1-57 15,-5-1-81-15,-14 5-297 0,17-10-404 16,-2-3 180-16</inkml:trace>
  <inkml:trace contextRef="#ctx0" brushRef="#br0" timeOffset="150157.54">16324 11405 151 0,'2'-8'216'0,"0"4"-16"0,1-3-18 0,3 2-20 15,0 0-18-15,3 1-15 0,2-1-13 0,5 2-12 16,0 3-11-16,5-2-9 0,-5 4-8 0,6 1-7 0,-3 5-8 0,-2-2-6 16,2 6-3-16,-5-2-4 0,0 6-8 0,-2 1-7 15,-1 7 1-15,-5 1-5 0,-2 2-1 0,-1 0-2 16,-6 1-4-16,-2-1-3 0,-5 2 1 0,-1-2-2 15,-1-2-2-15,-2 1-4 0,-1-5 3 0,-2 1-5 16,4-8 4-16,-2 1 12 0,2-2 4 0,0-3 4 16,4-2 5-16,0-2 9 0,1 0 11 0,4-1 17 0,1-3 35 0,-2 1 31 15,1 0 27-15,4-3-8 0,0 0-12 0,-6-8-15 16,8 3-6-16,2-7-23 0,1-2-15 0,6-2-5 16,5-4 1-16,-2-2-22 0,8 2-7 0,1-7-3 15,-4 9-4-15,2-9-13 0,2 2 5 0,-2 3-8 16,-1 1-6-16,-3 2-4 0,-4 8 0 0,-3-2-1 15,-1 4-4-15,-4 3-6 16,1 0-9-16,-3 1 1 0,2 3-32 0,-1-2-7 16,-4 4-5-16,8 3 6 0,-4 0-2 0,-3 8 5 15,4-3 2-15,-2 9 0 0,-2 2 7 0,0-1 1 16,3 2 0-16,-3-2 4 0,-1 3 3 0,3-3 1 16,1 1 1-16,-3-2-6 0,4 2-13 0,-2-1-2 15,-2-2-16-15,4-1-19 0,0-4-16 0,2-1-19 16,-1-2-20-16,-1 0-30 0,3-1-27 0,-2-4-48 0,1 0-274 0,-1-3-542 15,0 0 240-15</inkml:trace>
  <inkml:trace contextRef="#ctx0" brushRef="#br0" timeOffset="150574.07">16835 11139 217 0,'4'-5'239'0,"2"-1"-17"0,-1 0-19 15,3 1-16-15,3 1-21 0,2 1-14 0,-4 3-18 16,5 0-13-16,-2 4-15 0,-1 1-14 0,1 2-6 0,-3 2-10 16,1 3-5-16,-4 4-10 0,-1 1-7 0,-2 0-3 15,-3 11-6-15,-3-5-7 0,1 2-3 0,-3-5-4 16,-3 5-1-16,-2-2-3 0,0 3-3 0,-1-10-2 0,4 1-1 15,-1-7-1-15,4 2-4 0,-1-2-3 0,0-2 1 16,1-1-2-16,0 0-2 0,3-3 4 0,-1 0-3 16,4-1 36-1,2 1 13-15,6-2 5 0,4-1-6 0,8-2-2 0,6-2-5 16,1-1-8-16,3-2-2 0,2 2-6 0,0-2-2 16,-1 2-2-16,3-1-6 0,-3-3 2 15,0 0-2-15,-3 4-5 0,-8 0-2 0,-6 1-1 16,-3 1-3-16,-2 0 2 0,-3 1-1 0,0 1 0 0,-3-2-3 15,0 2-4-15,0-2-5 0,-5 2-20 0,8-1-8 0,-8 1-12 16,0 0-11-16,0 0-26 0,0 0-25 0,-18 11-23 16,13-6-30-16,-3-1-42 0,-1 3-244 0,0-2-472 0,5 0 209 15</inkml:trace>
  <inkml:trace contextRef="#ctx0" brushRef="#br0" timeOffset="151037.37">17600 11651 140 0,'-5'-4'255'15,"5"4"-1"-15,0 0-2 0,-10 0-7 0,10 0-13 16,0 0-22-16,-6 0-21 0,6 0-17 0,0 0-18 0,0 0-15 15,19-5-16-15,-5 3-12 0,6-3-11 16,2 2-10-16,10-1-11 0,1-2-4 0,0-1-4 16,3 0-12-16,1 2-3 15,-1 0-10-15,-3-1-4 0,-3 0-5 0,-9 4 0 16,-3-2-5-16,-5 1-3 0,1-1-4 0,-5 3-1 16,-4 1-1-16,3-3-2 0,-2 3-4 0,-6 0-7 15,8-1-14-15,-8 1-16 0,0 0-25 0,0 0-24 0,0 0-28 16,0 0-29-16,-15 5-30 0,8-3-42 0,-2 0-241 15,1 2-477-15,2-1 211 0</inkml:trace>
  <inkml:trace contextRef="#ctx0" brushRef="#br0" timeOffset="151677.49">18224 11372 87 0,'0'-5'286'0,"0"2"-23"0,0 3-36 16,1-5-24-16,2 1-22 0,-3 4-21 0,0 0-13 15,0 0-15-15,15 7-15 0,-7-5-8 0,1 3-14 16,0 5-9-16,0-5-23 0,1 3-13 0,1 0-18 0,-2 0-10 16,0-1-11-1,1 0-7-15,-1 0-2 0,-2-1-8 0,2-1-4 16,-3-1 2-16,-1 0 1 0,2-1-1 0,-1-3 2 15,0 2 2-15,-1-2 2 0,3-2-2 0,-3-2 3 0,0 0-2 0,7-3 0 16,-6 1 3-16,2-2 6 0,-3 1 10 0,5-1 10 16,-3-2 5-1,2 2 16-15,-3-1 10 0,2 1 7 0,-3 3 10 16,-1 0 3-16,1 0 0 0,0 1-6 0,-1 1-11 0,-3 0-7 0,4 2-7 0,-2-3-13 16,-3 4-2-16,0 0-8 0,10 5-5 0,-6-1-6 15,2 6-4-15,2 1 4 0,-1 6-6 0,-2-1 0 16,5 11-4-16,-2 1 4 0,-3 3-1 0,-1 1-1 15,-4 5 1-15,0 0-2 0,-4 8 1 0,-1-8 3 16,-2-1-4-16,-4 8 3 0,1-11-3 0,0-2 2 16,0 0-11-16,-2-3 0 15,-2-3 3-15,0-4 2 0,3-6-3 0,-1 0 2 16,-1-3 2-16,3-3 3 0,1-1 5 0,0-2 1 16,-5 1 9-16,4-3 15 0,-3-3 11 0,3-2 18 15,-2-3-3-15,2-3 19 0,1 1-7 0,0-2-2 16,-2-7 0-16,6-1 2 0,1-2 2 0,1-6-12 15,6-3-11-15,2-4 9 0,8-3-15 0,5-11-6 16,5 2-5-16,2-2 3 0,6-1-8 0,1 0 8 0,1 3-13 0,0 0-1 16,-8 16-5-16,1-1 1 0,3 5-4 0,-8 0 1 15,2 5-2-15,-1 1 0 0,-6 4-1 0,-3 0-3 16,-2 7 4-16,-1-3 12 0,-3 5-21 0,0 0 6 16,-2 0-18-16,-1 1 4 0,0 0-29 0,1 2-25 15,-5 1-4-15,6-1-4 0,-6 1-18 0,5 4-8 16,-5-4-9-16,3 8-7 15,-3-5-13-15,1 2-16 0,-1-1-24 0,0 2 2 16,-1 0-23-16,0-1-41 0,-1-2-238 0,2 2-498 16,-1 0 221-16</inkml:trace>
  <inkml:trace contextRef="#ctx0" brushRef="#br0" timeOffset="152178.57">18890 11035 146 0,'1'-5'281'0,"3"0"-16"0,-1 1-17 0,0-2-21 15,1 4-18-15,-1-1-21 0,-1 0-21 0,5 1-19 16,-2 0-15-16,-5 2-14 0,11 0-10 0,-6 3-15 15,2 1-14-15,0-1-7 0,2 2-7 0,-1 5-9 16,-2-3-5-16,2 8-4 0,-2-5-9 0,-2 2 0 16,1 2-6-1,-3 3-4-15,-2-1-2 0,-2 1-1 0,-2 0-2 0,-1-1-4 16,-4 1 4-16,0-2-7 0,0 1-1 0,-1-4 0 16,3-2-2-16,0-2-2 0,1 0 0 15,2-1-1-15,-1-2-1 0,2 0 0 0,1-2 10 0,-1 1 20 16,2-1 16-16,-3 0 22 0,4-3 11 0,0 0 13 15,0 0 4-15,18 1-21 0,-4-3-6 0,8-3-9 16,10-2-8-16,0 2-8 0,2-2-1 0,1-1-5 0,3-1-7 16,0 1-8-16,-2 2-1 0,14-6 0 0,-16 6-6 0,0 3 2 15,-6-3 1-15,-8 4 2 0,-2-1 2 0,-8 3 2 16,2-4 2-16,-5 3 0 0,1-1-11 0,-3 1-3 16,-1-1-1-16,2 1 0 0,-6 1-6 0,8-1-21 15,-8 1-21-15,0 0-30 0,0 0-11 0,0 0-12 16,1 5-19-1,-1-5-14-15,-7 7-39 0,-1-3-30 0,-1 3-46 16,1-3-40-16,-3 1-278 0,6 1-589 0,0 0 261 16</inkml:trace>
  <inkml:trace contextRef="#ctx0" brushRef="#br0" timeOffset="152779.18">19567 11605 76 0,'-9'0'187'0,"4"1"-3"0,-3-1-12 0,8 0-4 15,-9 1-10-15,3-1-5 0,6 0-11 0,-9 0-10 16,9 0-3-16,0 0-3 0,-8-1-3 0,8 1-4 16,0 0-6-16,0 0-6 0,0 0-11 0,0 0-6 15,0 0-9-15,16-5-9 0,3 5-4 0,2-4-13 16,10-1-1-16,4 2 0 15,2 0-7-15,1-1-6 0,16-3 4 0,-1 1 5 16,-13 5 6-16,-3-5-2 0,-4 4-3 0,-2-3-3 16,-12 2-2-16,-1-1 3 0,-5 3-2 0,-4 0 2 15,2-2-3-15,-4 3 3 0,-2-1-5 0,0-2-4 16,-1 2-1-16,-4 1-16 0,0 0-15 0,0 0-23 16,0 0-21-16,0 0-20 0,-18-2-23 0,9 2-31 15,-4 3-29-15,4 0-30 0,0-3-52 0,4 0-224 0,5 0-481 0,-11 1 213 16</inkml:trace>
  <inkml:trace contextRef="#ctx0" brushRef="#br0" timeOffset="153295.84">20248 11243 208 0,'0'-4'286'0,"0"4"-23"16,-3-5-27-16,3 5-23 0,0 0-23 0,2-5-12 16,-2 5-21-16,9 1-18 0,-9-1-12 0,19 4-10 15,-2 0-13-15,2 0-4 0,2 1-16 0,4 1-6 0,-6 3-8 16,1-2-5-16,2 0-9 0,-3 2-3 0,0 0-5 0,-2 0-8 16,0-1-3-16,0 2-7 0,-8-2-4 0,0-2-3 15,-1 3-1-15,0-2-4 0,-5 3-2 0,1 0-5 16,-2 0-1-16,-4 2-1 0,2-3-2 0,-7 6 2 15,-1-5-4-15,-2 5 3 0,-1-1-2 0,-4 8 2 16,2-7-2-16,-3-1 3 0,3 0-5 0,-2 0 0 0,1-1-1 0,1 1 1 16,0-4 4-16,4-2-6 0,-1 1-3 0,2-2 2 15,-1-2 1-15,4 1-1 0,-1-2-1 0,2 0 1 16,0 2-5-16,0-4 7 0,-1 1 4 0,1 0-5 31,2 1 6-31,2-4 6 0,-2 3 11 0,2-3 10 16,-1 4 11-16,1-4 17 0,9 1 4 0,-4 0 0 0,9-1-8 15,4 0 2-15,1-2-9 0,11-3-1 0,2 2-8 0,0 0-4 16,5-2-3-16,-1 3 1 0,3-5-2 0,-3 5 0 16,-4-2 5-16,-2 0 4 0,-9 2-3 0,-2 0 14 15,-4-1 11-15,-4 1-16 0,-4-1 2 0,1 3 6 16,1-3-2-16,-4 2-14 0,0 1-4 0,-5 0 1 16,5-3-10-16,-5 3-4 0,0 0-15 0,9 0-27 15,-9 0-22-15,0 0-15 0,0 0-15 0,0 0-25 0,0 0-22 0,0 0-33 16,-19 0-25-16,10 0-43 0,0 0-50 0,-2 0-289 15,2-1-601-15,-3 0 266 0</inkml:trace>
  <inkml:trace contextRef="#ctx0" brushRef="#br0" timeOffset="153627.64">20405 11458 252 0,'0'0'294'15,"-9"0"-4"-15,9 0-1 0,-6 0-11 0,6 0-17 0,0 0-16 16,0 0-19-16,0 0-30 0,0 0-17 0,0 0-16 16,23-7-14-16,-5 2-21 0,2 1-12 0,2-2-13 0,12 4-7 15,-2-5-4-15,4 3 2 0,1 0-3 0,-2-1 6 16,-2 1-2-16,-4-1-3 0,-6 1 3 15,-4 1-8-15,-6 1 4 0,-2-1-3 0,1 2-4 0,-7-2-9 16,3 0-12-16,-3 2-4 0,-5 1-8 0,10 0-7 0,-7-1-7 16,-3 1-6-16,6-1-25 0,-6 1-19 0,7 0-6 15,-7 0-36-15,0 0-22 0,0 0-22 0,0 0-29 0,0 0-6 16,0 0-14-16,0 0-21 0,0 0-31 0,0 0-40 16,0 0-56-16,0 0-215 0,0 0-551 15,0 0 244-15</inkml:trace>
  <inkml:trace contextRef="#ctx0" brushRef="#br0" timeOffset="154081.51">20915 11068 56 0,'3'-1'320'0,"-1"-2"-15"0,2 0-24 0,0 1-19 15,2 0-27-15,-1-3-19 0,2 4-21 0,0 0-20 0,5 1-15 16,-1 1-17 0,1 0-17-16,-2 4-10 0,-1-2-15 0,0 1-11 15,-3-1-8-15,3 5-9 0,-2-3-11 0,-5 4-5 16,2-1-10-16,-4 2-3 0,0 5 4 0,-4-1-10 15,-5 1-3-15,0-2-4 0,-2 3-4 0,-1 0-3 16,2-4-1-16,1-3-5 0,1 0-13 0,1-1-2 16,-1-2-2-16,4 0 6 0,1-2-2 0,-1-1 1 15,1 1 2-15,1-1-1 0,0 0 4 0,2-3 14 0,0 0 10 0,7 5 7 16,2-5 5-16,5 0-11 0,5-3 2 0,0 5-4 16,1-5 2-16,2 2-7 0,5-2-1 0,-4 0-3 15,5 3-1-15,-6-2-6 0,-2 0 2 0,-1 0-4 16,-6 1-1-16,1-2 0 0,-2 3-7 0,-6-1 2 15,3 1 2-15,-4 0-7 0,3-3-10 0,-8 3-24 16,8 0-17-16,-8 0-29 0,3-3-34 0,-3 3-27 0,0 0-32 0,0 0-31 16,0 0-42-16,-19-5-252 0,13 5-532 0,2-2 235 15</inkml:trace>
  <inkml:trace contextRef="#ctx0" brushRef="#br0" timeOffset="154482.12">21286 10811 2 0,'0'-4'264'0,"2"2"-31"0,1 0-22 16,-3 2-20-16,16 0-18 0,-4 4-14 0,8 6-17 15,7 5-12-15,4 6-9 0,7 11-12 0,3 6-6 0,-1 4-9 0,-5 6-11 16,-4 3-8-16,-7 4-8 0,-6 1-3 0,-6 26-10 15,-12-21-4-15,-8 24-7 0,-9 1 0 0,-7-6-5 16,-8 1-1-16,-1-5-3 0,6-24-6 0,-5-1-5 16,-5-1-1-16,3-6-8 0,-6-5 7 0,3-4-3 15,9-10-2-15,0-1-5 0,1-5 3 0,1-2-1 16,1-5 6 0,4-2 14-16,2 0 13 0,3-5 8 0,0 2 4 15,6-3 4-15,0 0 5 0,2-1-3 0,3-1 9 0,0 0 11 16,1 0 17-16,0 1 18 0,4-3 9 15,0 0-3-15,-9 0-2 0,9 0-18 0,0 0-9 16,0 0-13-16,0 0-18 0,0 0-5 0,17-8-48 0,-9 6-38 16,3-2-41-16,1-2-33 0,-2 2-53 0,4 1-60 15,4-4-82-15,-3-3-276 0,0 0-618 0,2 0 273 0</inkml:trace>
  <inkml:trace contextRef="#ctx0" brushRef="#br0" timeOffset="154864.22">22237 11389 76 0,'0'0'296'0,"-3"-5"0"16,3 5 4-16,-1-5-4 0,1 5-3 0,-3-4-19 0,3 4-19 15,1-8-25-15,-1 8-18 0,4-3-25 0,2 0-17 16,-1-1-13-16,3-2-18 0,6 2-23 0,2 3-9 16,5-5-9-16,7 1-14 0,4 2-26 0,2 1-24 15,1 1-36-15,1-3-37 0,-4 2-42 0,0 1-46 32,-4 1-53-32,2-1-73 0,-10 1-247 0,0 0-540 0,-2 1 239 15</inkml:trace>
  <inkml:trace contextRef="#ctx0" brushRef="#br0" timeOffset="155052.1">22286 11512 76 0,'-9'5'214'0,"0"-2"0"16,4 0 2-16,-1 0-4 0,3 1 4 0,3-4-1 16,5 5-10-16,9-2-14 0,3-2-23 0,15 3-18 0,1-1-14 15,8-2-15-15,13 0-13 0,3-2-30 0,1 1-28 16,1 1-33-16,-1-2-43 0,-1 0-46 0,-4 1-58 15,-3-8-79-15,-14 5-150 0,-2-3-388 16,3-2 172-16</inkml:trace>
  <inkml:trace contextRef="#ctx0" brushRef="#br0" timeOffset="155630.28">23863 11037 75 0,'-4'-2'144'0,"-1"-3"-6"0,1 4-5 15,0-1-10-15,-2-2-13 0,-2 2-8 0,3-1-4 0,1 2-12 16,-6-2-3 0,5 3-7-16,-4-1-8 0,0 2-4 0,-4-1-3 15,6 1-3-15,-4 1 0 0,0 2-7 0,-1-2-1 16,2 3-2-16,-2-3-8 0,0 3 0 0,-3 4 1 0,3-3-3 15,-3 6-3-15,1 1-2 0,1-2-8 16,-4 3 0-16,-2 4-3 0,5-2 4 0,-2 3-4 16,1 2 7-16,0 2 6 0,5-6-7 0,-2 7-3 15,4-7 0-15,1 1-1 0,5 2-6 0,-2-1 8 0,6-1 17 0,0 3 4 16,4 4 11-16,5-1 10 0,7-5 12 0,1 5 8 16,3-5 14-16,1-1 2 0,8-1 7 0,6 3 1 15,0-8 2-15,17 1-5 0,-2-3 5 0,2-9 2 16,1 1-3-16,-3-4 2 0,-1-5 0 0,-9-1 3 15,3-7-7-15,5-1 4 0,-18 0-14 0,-3-2-2 16,1-4-16-16,-1-2 0 16,-10-2-16-16,0-6-5 0,-6 2-8 0,-8-4-12 15,-5-11-9-15,-14-1-13 0,-6 4-21 0,-11 4-25 16,-12 0-45-16,-11 6-36 0,-33-9-43 0,-7 11-52 16,-10 11-79-16,-17 2-376 0,-5 7-712 0,0-3 315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6:40:24.77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5289 1494 72 0,'0'0'156'0,"0"0"-7"16,1-5-3-16,-1 5 3 0,2-3-2 0,-2 3-6 15,0 0 6-15,0-6-3 0,0 6-1 0,0 0-6 16,0 0-11-16,0 0-4 0,2-3-12 0,-2 3-5 15,0 0-7-15,0 0-13 0,0 0-1 0,0 0-14 16,0 0 0-16,0 0-7 0,0 0-7 0,0 0-5 0,0 0-4 16,-2-5-6-16,2 5-4 0,0 0-8 0,0 0-4 0,0 0-10 15,0 0-15-15,0 0-17 0,0 0 3 0,-9 8 2 16,0-2 0-16,-5 5 1 0,-1 0-2 0,-12 7 4 16,3-1 1-16,-3 0-2 0,0 3 4 15,4 1-2-15,-2-3-1 0,3 4 3 0,2-4 1 16,-1 3 1-16,3-1 0 15,3-1 0-15,2-2 1 0,3-1-3 0,2 0-13 16,-1-2-2-16,5 5 2 0,3-9-1 0,1 5 6 16,4-1-2-16,5 1 7 0,1-1-3 0,3-2 2 15,10 3 1-15,2-1 0 0,1 0-1 0,2-1 6 16,1 1-1-16,2-3-2 0,-3 0 0 0,-1 1 3 16,0 1 5-16,-1-2-4 0,-4 4 4 0,-7-5-5 15,-3 0 5-15,-4 1-5 0,-2-2-1 0,-3 1 3 0,-4 0 0 0,-2 0 6 16,-6 5-4-16,-6-3 11 0,-6 4 9 15,-5-1 2-15,-5-3 8 0,0 1 7 0,-1-2 3 16,0-1 7-16,-1 1 2 16,2-5 2-16,2 2 9 0,6-4-8 0,-5 3-1 0,5-4 0 15,6-1-2-15,-1 0 1 0,8-1-2 0,0-1-1 16,1 2-9-16,3-2 5 0,6 0 8 16,-11 2 4-16,11-2-1 0,0 0-5 0,-10 0-4 15,10 0-3-15,0 0-16 0,0 0-18 0,4-10-8 16,2 4-8-16,3 0-35 0,0 1-31 0,3 0-42 15,-2 1-48-15,-1-3-59 0,0 2-260 0,1 1-523 16,-1 3 233-16</inkml:trace>
  <inkml:trace contextRef="#ctx0" brushRef="#br0" timeOffset="654.38">5545 2042 166 0,'-7'0'201'15,"7"0"-14"-15,0 0-9 0,0 0-7 0,0 0-17 16,0 0-10-16,0 0-9 0,0 0-16 0,0 0-13 16,11-11-12-16,-2 7-12 0,0-2-6 0,2-1-7 15,5 1-12-15,-1-1-2 0,3-2-11 0,0 1 1 0,1-3-6 0,3 0-4 16,6-2-4-16,-4-1-1 0,-1 1-4 0,-6 4-3 15,2-3-2-15,-6 0-1 0,-2 4-2 0,-2-1 15 16,0 1 9-16,0 4 22 0,-4-1 13 0,-1 0 6 16,0 0-3-16,-1 1-9 0,-3 0-10 0,-3 0-8 15,-1 1-9-15,-5 2-5 0,-5 0-8 0,0 3 0 16,-9 1-7 0,-8 5-3-16,2 2-2 0,-4 3-2 0,2 4 0 15,2 0-7-15,2-1-1 0,0 4-2 0,4-2-6 16,0 3 1-16,3-2 1 0,3 3 3 0,3-1-6 15,5-3 4-15,1-1-3 0,7 0-2 0,1 0 0 16,8-1 3-16,-1 2 9 0,4-4-5 0,5-2-4 0,6 0 2 16,4 0 1-16,3-6-3 0,0-2 4 15,6-1 0-15,2-2-4 0,-4 0 5 0,0-2-2 0,-3 1 1 16,-4-4-4-16,-5 4 4 0,-2-2-3 0,-6 2 20 16,0-3 2-16,-4 2 7 0,-3 1 10 15,-6 0 10-15,11-1 9 0,-11 1-3 0,8-2-4 16,-8 2-5-16,0 0-4 0,9 0-2 0,-9 0-16 15,0 0-10-15,0 0-23 0,0 0-52 0,1-5-48 16,-1 5-43-16,0 0-44 0,0 0-50 0,0 0-261 0,0 0-546 0,-16-4 242 0</inkml:trace>
  <inkml:trace contextRef="#ctx0" brushRef="#br0" timeOffset="1487.57">6336 1913 123 0,'0'0'155'16,"0"0"-14"-16,-10 0-11 0,10 0-13 0,0 0-11 16,0 0-11-16,0 0-4 0,0 0-6 0,0 0-13 15,0 0-8-15,0 0 2 0,0 0-1 0,0 0-5 16,17-5-9 0,-10 4 0-16,5-3-6 0,-2 2-3 0,0-1-10 0,2-1 7 15,-2-2-1-15,2 2 2 0,0-3-5 0,1 2 0 16,-4 0-3-16,2-2 7 0,-3-1 1 0,0 3 6 15,-2 1 15-15,-1 1 8 0,-1-2 2 16,0 3 11-16,0-2 6 0,-3 1-4 0,-1 3-15 16,0-6-3-16,0 6-15 0,-5-3-7 0,0 2-10 15,-8 2-5-15,4 1-1 0,-10 0-5 0,-3 3-1 0,-5 3-5 0,-1 0 0 16,-1 2-3-16,0 2 0 0,-1 4-1 0,2-2-3 16,3 2 1-16,-4 1-5 15,8 5 10-15,0-2-12 0,5-1-3 0,4-2-15 16,3-1-2-16,4 2-6 0,4 1 5 0,4-2-3 15,8 0 9-15,8 0-5 0,5-2 6 0,8-1-4 16,6-2 1-16,15-4-5 0,1-2-1 0,3-3 1 0,3-1-6 0,-1-7-2 0,1-1 3 16,1 0 0-16,-2-4 2 0,-1-3 1 0,-2 2 0 0,-5-5 4 15,-1 1-1-15,-17 3-3 0,2-3 7 0,-5 1 6 16,-3-1 3-16,-8 3 20 0,-6 2 12 0,-2 3 22 16,-3-3 10-16,-3 2 7 0,-1 0-7 15,-4 2-5-15,0-1-2 0,-5 0-13 0,1 3-3 16,-9 1-4-16,1 0-6 15,-7 1-1-15,-1 3-5 0,-8 3 0 0,0 0-5 16,1 4 0-16,2 1-2 0,-1 2 5 0,8-2-14 16,-1 2 3-16,2 0-6 0,3 1-13 0,1-1-7 15,3 5-7-15,3-4-9 0,2-2 1 0,3 1 1 16,4 2 2-16,1-4 2 0,3 3 5 0,4-6-1 16,1 1 9-16,8-1 1 0,3-5 1 0,6-1-1 15,4-1 5-15,-1-6 1 0,1-2 0 0,-1 1 0 0,-2-1 1 16,-1-4 3-16,-4 2 6 0,2-2 4 0,-12 3 4 15,1-1 1-15,-2-4 9 0,0 3 3 0,-7 2 2 0,1-1-3 16,-2 0 1-16,-3 0-4 0,1-1 2 16,-4 1-8-16,-1 3 1 0,-2-2-12 0,-2 5 1 15,0-3-6-15,-2 1-7 0,-2 2-8 0,1 2-8 16,-3-1-12-16,2 4-10 16,-3 0-18-16,3 0-9 0,1 4-34 0,0-1-22 15,1 0-13-15,2 3-21 0,1-1-21 0,1 2-139 16,4-2-352-16,0 1 156 0</inkml:trace>
  <inkml:trace contextRef="#ctx0" brushRef="#br0" timeOffset="2406.25">7375 1948 143 0,'4'-3'298'0,"-4"3"-19"0,0 0-17 0,0 0-22 16,4-3-24-16,-4 3-21 0,0 0-24 0,0 0-17 0,5-1-23 15,-5 1-14-15,0 0-15 0,0 0-9 0,0 10-11 16,0-7-6 0,0 2-9-16,0 6-7 0,-1-5-5 0,-2 6-5 15,2-2-8-15,0 6 0 0,-2-6-5 0,3 0 1 16,-4 0-7-16,4-3-1 0,0-1-3 0,0 0-2 16,-1 0-2-16,1-1 1 0,0-5 2 0,0 7-3 15,0-7 16-15,-3 4 26 0,3-4 40 0,0 0-9 16,0 0-5-16,0 0-16 0,16-11 4 0,-10 6-4 15,-1-4 0-15,3 0-12 0,1 0-4 0,5-2-10 0,-4-3-3 0,0 2-10 16,0 3 3-16,-1 0-6 0,-2 0-4 0,-2 2-2 16,1 4-6-16,-2-3-2 0,0 1 0 15,0 2-19-15,-2 0 9 0,-2 3-4 0,6-6-18 16,-4 3-14-16,-2 3-22 0,1-3-21 0,-1 3-1 16,0 0 9-16,10 7 5 0,-2-2 6 0,0 0 3 0,2 2-11 15,4 3-1-15,5 1 2 0,11 0-1 0,-1 1-8 0,8-2-6 16,2-2-7-16,15 1 5 0,0-2 3 0,0-2 5 15,1-3 5-15,-2 1 2 0,1-3 5 0,-4-3 8 16,-11 1-1-16,-4-2 7 0,-2-4 7 0,-1 1 4 16,-2-1 3-16,-11 3 25 0,-9-1 22 0,2-1 20 15,-2 1 5-15,-3-4 4 0,-3 4 2 0,0-3-7 16,-4 1-6-16,-3-1-5 16,-4 1-2-16,-7-3-7 0,1 4-4 0,-6 0-6 15,-3 2 0-15,-5 3-8 0,-5-3 8 0,-1 5-8 16,0 2-3-16,1-2 0 0,0 7 3 15,4-2-5-15,2 3-2 0,7-3-1 0,0 2-15 16,6 0-12-16,-1 0-11 0,5 0-7 0,1 1-7 0,2 1 5 0,3-1 3 16,5 1 9-16,3-1 1 0,3 1 8 0,6-4-1 15,6 2 5-15,8-3 2 0,3 0 3 0,2-4 1 16,2-3 1-16,-3-3 1 0,-4-2 4 0,-1-2 0 16,3-1 5-16,-3-4 8 0,-1 0 10 0,-4-2 19 15,-7 3 13-15,1-7 8 0,-2-2 1 0,0 1 7 16,-5-4-4-16,-1-3 11 0,-3 0 5 0,1 0 6 15,-2-5 0-15,-3 2 28 0,-1 0 9 0,2-14 6 16,-5 18-4 0,3 0 28-16,-2 12 1 0,0-5-3 0,-1 6-6 0,3 3 0 15,-3 0-7-15,3 6-5 0,0-1-14 0,0 2-11 16,0-1-20-16,-2 1-9 0,2 2-18 0,0 3-37 16,0 0-32-16,2-7-44 0,-2 7-36 0,0 0-6 15,0 0 15-15,0 0-4 0,0 26 18 0,0-11 7 0,-4 12 8 16,2 2 8-16,-2 2 6 0,0 1 3 0,-2 3 7 15,-2 2 2-15,2-3 7 0,-1-1 1 0,3 0 3 16,0-4 2-16,-1-1 1 0,3-1 6 0,-2-8-3 0,2-1 4 16,2-2-1-16,-2-4 9 0,-2-2-2 0,3-1 2 15,0 1-2-15,0-5 0 0,1 2-1 0,-3-2 3 16,3-2 4-16,0-3 3 0,0 8 5 0,0-8 8 16,0 6 0-16,0-6 1 0,0 0 1 0,0 0-3 15,0 5 4-15,0-5-2 0,0 0-4 0,0 0-2 0,6 5 5 31,-2-3 2-31,5-1 5 0,9 1-2 0,10 0-1 16,7 1-26-16,3-5-62 0,16 1-94 0,1-5-154 16,1-3-309-16,-4-2-678 0,2-3 300 0</inkml:trace>
  <inkml:trace contextRef="#ctx0" brushRef="#br0" timeOffset="3444.83">10193 1736 55 0,'5'-5'126'15,"-1"3"0"-15,-3-3 17 0,4 0 12 0,-1 5 16 16,0-5 1-16,-3 3 0 16,1-2 0-16,-2 4-3 0,3-3-10 15,-3 3-8-15,0 0-11 0,3-4-16 0,-3 4-6 16,0 0-21-16,0 0-10 0,0 0-16 0,-13-3-14 0,4 7-5 16,-1 2-5-16,-11 3-4 0,-5 3-7 0,0 2 0 15,0 0-8-15,1 7-1 0,0-3-3 16,0 5-1-16,2-4-6 0,1 3 2 0,3-2-6 15,0 1 6-15,7-7-6 0,2 2 2 0,1-1-9 0,4 0 3 0,1-3-3 16,6-1 0-16,0 1-2 0,3-3 2 0,5-2 1 16,7 0 2-16,2-1 0 0,4-4-2 0,7 0 4 15,0-6-5-15,3-2 9 0,-1 0-9 0,-1-4 0 16,-2-2 2-16,1-1 2 0,-3-3 3 0,-5-4 5 16,0 3 0-16,-2-2-6 0,-5-2 8 0,0-2-6 15,-7 6 5-15,0-8-4 16,-4 7 2-16,-2-2 7 0,-2 3-1 15,-2 0-6-15,-5 3 0 0,-2 1-4 0,0 2 4 16,-1-1-16-16,-4 2-2 0,1 5-12 0,0 0-10 0,-4 1-16 16,0 3-17-16,3 1-24 0,0 1-29 0,-3 4-22 15,7 1-51-15,-3 1-29 0,4 1-193 0,4 0-437 16,5 3 194-16</inkml:trace>
  <inkml:trace contextRef="#ctx0" brushRef="#br0" timeOffset="4192.02">10529 1758 215 0,'4'-2'208'0,"-4"2"-23"0,9-3-20 16,-9 3-23-16,10 4-13 0,-4 2-9 16,-2-4-15-16,2 7-7 0,2-1-10 0,-2 2-4 15,1 1-9-15,-2 2-6 0,-1-1-5 0,-3 5-3 16,3-2-9-16,-4 2-3 0,0-1-6 0,0-3-1 15,-4-1-6-15,4 1-3 0,-4-3-2 0,3 0-2 16,-2-4-1-16,2 1 3 16,1-1 6-16,0-3 18 0,-4 0 15 0,3 1 25 15,1-4 28-15,0 4-1 0,0-4-16 0,0 0-21 16,14-14-1-16,0 1-23 0,4 4-9 0,10-8-18 16,3 0-20-16,2-1-22 0,19-7-12 0,-3 1-9 15,-3 5-5-15,6 0-5 0,-6 2-1 0,-5 7 2 16,7-5-2-16,-13 8 3 0,2-2 1 0,-1 4 8 15,-4-1-1-15,-4 4 5 0,-5-2 0 0,-5 4 4 0,-5-3 1 0,-3 3 5 16,-1-2 0-16,-2 0 2 0,0 1 2 0,-2-1 14 16,-5 2-3-16,7-1 2 0,-7 1-3 15,0 0 2-15,-18 7-2 0,1-3 2 0,-6 1-4 16,-4 2 4-16,-1 0-3 0,0 3 3 0,-2-3-3 16,0 4-1-16,3 2 4 0,-2-3-3 0,3 5 2 15,3-3-4-15,4-1 2 16,1-1-2-16,4 2 0 0,-1 0 0 0,5-3 2 15,5 0-1-15,2 0 7 0,3 1 1 0,4 1 0 16,3-3-2-16,9 2 4 0,2-1-3 0,8-3 0 16,6-1-1-16,3-1 4 0,1-6-2 0,2 1-3 15,-1-5 0-15,14 0 4 0,-15-6 7 0,3 4 14 16,-3-8 4-16,-4 2 16 0,-4-3 11 0,-3 0 15 16,-4-5 1-16,1-2 7 0,-3-2-3 0,-6-1 6 0,4-5 1 0,-8 1-7 15,1-13 0-15,-5 10 4 0,0 0 4 16,-4-2 9-16,2 5-2 0,-2 2 8 0,-1 2-3 15,-1 3 7-15,-2 5-13 0,2 4-6 0,-1 3-20 16,-1 1 8-16,3 5-11 0,-2-1-8 0,0 2-11 16,2 0-9-16,0 1-25 0,0 4-36 0,0-6-44 15,0 6-28-15,0 0 4 0,0 0 1 0,-5 12 13 0,2 0 6 0,0 6 12 16,-3 7 7-16,-1 5 14 0,1-1-2 0,-1 7 7 16,1-3-1-16,-1 2 9 0,1-1-5 0,5-1 13 15,-2-2-1-15,2-3-2 0,-2-4 8 0,7-5-1 16,-4-4 4-16,0-1 11 0,0-3-5 0,4-3 2 15,-4 0-2-15,1 0 15 0,3-3-9 0,-3 0 4 16,3 0-4 0,0-1 9-16,1-1-26 0,3 2-21 0,4-3-45 0,5 1-44 15,4-2-57-15,7-1-73 0,-7-1-253 16,6-3-550-16,5 3 243 0</inkml:trace>
  <inkml:trace contextRef="#ctx0" brushRef="#br0" timeOffset="4507.72">11808 1872 146 0,'0'0'216'0,"0"0"3"15,0 0 1-15,0 0-9 0,0 0-18 0,0 0-10 0,0 0-23 16,24-5-13-16,-6-3-15 0,1 1-9 0,9-3-14 16,2-1-3-16,-1 0-8 0,-3-3-3 0,2-1-10 15,-1 2 0 1,-3-2-4-16,-5 3-4 0,4-5-1 0,-6 5 8 15,-2 0 14-15,-6 3 3 0,0-4 7 0,-3 4-5 0,1 0-13 16,-3 2-8-16,-4 2-8 0,0-3-15 0,-2 3-8 16,-4 2-17-16,-4-3-1 0,-2 5-7 0,-7 1-6 15,-3 1-1-15,3 4-3 0,-8 1-3 0,0 1-2 16,3 6-3-16,6-2-6 0,0 1 5 0,-2 3-14 16,1 2-20-16,6-3-21 0,4 2-11 0,1 0-10 0,4 1-6 15,4 0-18-15,3 0-29 0,2-3-31 16,8 0-45-16,1-3-70 0,5-2-179 0,0-1-485 15,10-3 214-15</inkml:trace>
  <inkml:trace contextRef="#ctx0" brushRef="#br0" timeOffset="4792.49">12375 1602 25 0,'0'0'223'16,"4"0"-23"-16,-4 0-21 0,0 0-19 0,12 11-14 15,-7-6-5-15,1 7-4 0,0 2-6 0,0 1-17 16,-1 2-7-16,-3 8-4 0,2-2-11 16,-2 4-8-16,-1-10-7 0,-1 2-7 0,-1-2-12 15,1 0 0-15,0 0-3 0,-2-8-7 0,2-1-1 16,-1-3 26-16,0 2 40 0,-1-3 30 16,1-1 37-16,1-3 48 0,0 5 40 0,0-5 25 15,0 0-24-15,0 0-28 0,13-15-25 0,-7 8-22 16,7-8-22-16,6-3-18 0,4-3-16 0,-2-1-24 15,8-2-33-15,-1 1-43 0,0 1-33 0,-2 0-59 0,-1 5-45 0,-4-3-60 16,-3 11-53-16,-7-3-71 0,-1 4-101 0,-2 1-280 16,-3 0-720-16,-1 3 319 0</inkml:trace>
  <inkml:trace contextRef="#ctx0" brushRef="#br0" timeOffset="6092.79">13629 1902 73 0,'-4'1'192'0,"4"-1"-13"16,0 0-4-16,0 0-9 0,0 0-7 0,0 0-8 16,0 0-12-16,0 0-7 0,0 0-10 0,0 0-8 15,0 0-11-15,0 0-6 0,0 0-10 0,10-12-11 16,-1 7-2-16,4-2-5 0,1-3 3 0,8-7-4 15,-2 2 4-15,-1-6-5 0,2 0 7 0,-1-4-1 16,0 1-4 0,1-5-3-16,-2 0-4 0,-2-1-6 0,7-14-8 15,-7 14-2-15,2-12-8 0,-2 9 1 0,-3 1-1 16,-3-1 3-16,-2 1-12 0,-1 0-2 0,-2 6 5 16,-1-1 13-16,-2 8 5 0,-2-1-4 0,-1 3 6 15,-1 3 5-15,-1 4 1 0,-1-2 0 0,0 5-13 16,3 0-3-16,-1 2-8 0,0 0-17 0,-1 0-17 15,-1 3-18-15,3 2 26 0,0 0-3 0,-20 8 4 0,8 4-9 0,-8 7 3 16,1 5 4-16,-1 5-4 0,-7 17 0 0,1 4-12 16,5 2 20-16,0 0-7 0,1 2 9 0,4-6-2 15,4 1-8-15,7-13-1 0,1-2-6 16,4-3 3-16,1-5 1 0,3 1 1 0,1-11-4 16,4 0 5-16,-1-6-4 0,3 4 7 0,6-4 2 0,4-5 3 15,7 0 14 1,8-5 1-16,3-3 5 0,-1-4-7 0,12-5 8 15,-16 2-6-15,0-2 5 0,-4-2-10 0,1-2 7 16,-3-1 3-16,-1 0 4 0,-3-1-3 0,-5 1 4 16,-1 4 14-16,-5 4 10 0,-2-1 20 0,-3 4 15 15,-1 0-1-15,1 1-4 0,-5 3-7 0,2-2-12 16,-5 4-13-16,5-3-10 0,-5 3-24 0,0 0-15 16,0 0-16-16,0 0-12 0,0 0 4 0,0 0 2 0,5 9-9 0,-6 2 12 15,0 0-4-15,-2 1 4 0,-1 4 8 0,0-3-7 16,3 2 0-16,-3 0 2 0,4-2 2 0,-5-1 3 15,5-1-5-15,-1-1 6 0,1 0-17 16,0-2-3-16,0-2-10 0,0 1-9 0,0-4 0 16,0-3 0-16,0 6-13 0,0-6 13 0,0 5 0 15,0-5-5-15,0 0-46 0,0 0-48 0,0 0-46 0,6-14-32 0,-2 2-35 16,0-5-46-16,-3-3-215 0,6-8-556 0,-6-2 247 16</inkml:trace>
  <inkml:trace contextRef="#ctx0" brushRef="#br0" timeOffset="6224.04">14310 1485 2207 0,'-4'-20'205'0,"0"8"21"0,-1-3-49 15,4 3 19-15,-3 0-18 0,1 3-31 0,2 2-9 16,1 0-21 0,-1 1-36-16,-2 1 9 0,3 1-14 0,0 4-7 15,0-8-15-15,0 8-23 0,0 0-25 0,0 0-17 16,0 0-22-16,0 0-27 0,0 0-28 0,0 0-36 16,22 13-39-16,-17-5-50 0,4 1-49 0,-5 2-246 15,1 1-549-15,2-2 242 0</inkml:trace>
  <inkml:trace contextRef="#ctx0" brushRef="#br0" timeOffset="6608.25">14608 1581 227 0,'0'0'296'0,"1"3"-29"16,-1-3-31-16,0 0-23 0,0 5-27 0,0-5-21 15,0 7-16-15,-1-1-19 0,-1 2-11 0,1 1-13 16,-1 2-9-16,0 4-13 0,-2 3-5 0,1-1-11 0,0 3-2 16,-1-1-5-16,1-3-7 0,-1 1-7 15,1-5-3-15,2 1-2 0,-1-5-5 0,2 2-1 16,-1-4 0-16,0-1 7 0,0 0 35 0,1-5 31 16,-3 5 39-16,3-5 20 0,0 0 24 0,0 5 22 0,0-5 12 15,0 0-18-15,0 0-22 0,13-12-18 0,-6-1-23 16,2-1-13-16,3 1-13 0,-1-3-11 0,2 1-14 15,0 0-17-15,0 2 0 0,-3 1-9 0,0 2-9 16,-3 3-5-16,-1 2-6 0,-1 2-6 0,-1-3-9 16,1 3-10-16,0 1-26 0,-5 2-29 0,9-3-14 15,-9 3-33-15,17 5-8 0,-6 1-15 0,2 0-35 0,2 6-26 0,1 0-36 16,7 2-26-16,-6-1-44 0,5 3-26 0,-4-3-44 16,1-2-276-16,-2-4-666 0,-1 3 295 0</inkml:trace>
  <inkml:trace contextRef="#ctx0" brushRef="#br0" timeOffset="7246.03">15023 1802 226 0,'0'0'293'0,"-9"-7"-10"15,9 7-18-15,-5-3-9 0,5 3-11 0,0 0-21 16,0 0-20-16,-5-5-16 0,5 5-10 0,0 0-12 16,0 0-24-16,-4-3-2 0,4 3-13 0,0 0-20 15,0 0-15-15,13-4-10 0,-3-1-15 0,7 0-7 16,0 0-20-16,5 0-2 0,7-3-10 0,6 0-5 15,-2-2-4-15,2 0-3 0,-2 0-3 0,0 1-3 0,3-4 1 16,-6 2-2-16,0 0 4 0,2-3-3 0,-4 2 1 0,-4-2-3 16,-4 3 5-16,-5 0 6 0,0 1 14 0,-4-3 7 15,-1 5 22-15,-4 0 8 0,-1 3 10 0,2 0 2 16,-5 1-11-16,2-1-4 0,-4 5-10 16,-4-9-13-16,2 3-10 0,-5 2-10 0,-3 2-9 15,-3-1 2-15,-4 3-12 16,-4 3 5-16,-1 1-5 0,-6 1 0 0,0 5-2 15,10-2-13-15,-9 5 13 0,4 2-5 0,-1-1-13 16,10 1 19-16,-8 2-18 0,8-2-8 0,-3 6-15 16,10-3 1-16,4-2-5 0,2 1 4 0,6 0-1 15,4 0 13-15,5-3-4 0,7 5 9 0,5-4-6 16,8-2 15-16,19-4 0 0,0-4-16 0,0 0 17 16,1-5-3-16,2-2 3 0,-1-4-3 0,-4 0 1 0,-15-3 0 15,1 0 2-15,-4-4 1 0,1-1 1 0,-8 0 6 16,-3 0-4-16,-6 4 15 0,-3-3 15 0,-6 2 14 15,-2-1 18-15,2 2-10 0,-4 0-3 0,-1 2 3 16,-3 0-3-16,2 2-10 0,-4-1-5 0,0 2-7 16,-3 0 0-16,-3 2-9 0,0 2-6 0,-2 0 5 15,-4 4 0-15,-1 4-6 0,-3-1 1 0,3 6 2 0,-3 2-9 0,-4 3 6 16,0 2-3-16,3 0-15 0,0 1 13 0,6 2-10 16,0-8-18-16,1 2 2 0,3-2-16 0,2-5 4 15,1 0-4-15,1-2 11 0,2-2 6 16,-1-1 10-16,3 0 18 0,1-4 33 0,0 0 15 15,0 0 14-15,0 0-3 0,0 0 2 0,33-9-10 16,-16 3 3-16,2-1-10 16,-1-2 1-16,1 1-3 0,-2-2-4 0,-1 0-6 15,1 0-12-15,0 1-1 0,1 1 1 0,-6 3-9 16,-1 1 6-16,-1-1 1 0,1 1-7 0,-1-1-5 16,1 0-8-16,-2 3-24 0,0-1-25 0,0 1-30 15,3-1-32-15,1 3-36 0,-2 0-52 0,1 0-34 16,1 0-47-16,-2 0-74 0,1 0-204 0,2-2-604 15,-1 2 267-15</inkml:trace>
  <inkml:trace contextRef="#ctx0" brushRef="#br0" timeOffset="7524.9">16234 1627 80 0,'4'-5'319'0,"-3"0"-23"0,2 1-14 0,2-1-23 15,-5 5-29-15,5-6-25 16,0 5-22-16,-5 1-17 0,9 0-21 0,0 1-13 15,-1 4-13-15,1-2-20 0,0 4 5 0,-1 0-4 16,-2 3-10-16,1 0-7 0,0 2-6 0,-2 2-9 16,0 4-3-16,-2-1-8 0,-3 1-4 0,-2-1-7 15,1 0-1-15,-3-5-3 0,2 0 0 0,-1-4-17 16,2 0 13-16,-2-2 3 0,2 0 16 0,0-3 47 16,1-3 50-16,0 0 42 0,0 0-24 0,0 0-16 0,0 0-20 0,22-23-18 15,-2 6-11-15,4-3-20 0,0-1-26 16,7 2-29-16,13-8-39 0,0 1-40 0,0-1-47 15,0 2-50-15,5 3-50 0,-14 6-61 0,14-6-84 16,-17 5-294-16,5 3-684 0,-2 4 304 0</inkml:trace>
  <inkml:trace contextRef="#ctx0" brushRef="#br0" timeOffset="8094.37">18151 1247 306 0,'-4'-7'344'0,"4"2"-23"0,0 1-20 16,0 4-36-16,0-8-20 0,0 4-31 0,0 4-28 0,0 0-45 0,0 0-18 15,0 0-16-15,0 0-10 0,-4 20-11 0,0-2-8 16,2 9-9-16,-4 2-4 0,1 7-4 0,-4 15-10 15,-2 0 0-15,1-2-9 0,1 3 0 0,0-3-2 16,0-3-5-16,4-10 0 0,0-2-4 0,0-3 0 16,1 1 0-16,-2-6-5 0,2-1 1 0,0-6-14 15,2-5-21 1,-2-1-21-16,1-4-31 0,3 1-29 0,-1-3-19 16,-2 0-11-16,3-7 2 0,-1 5-42 0,1-5-115 15,0 0-144-15,0 0-451 0,0 0 200 0</inkml:trace>
  <inkml:trace contextRef="#ctx0" brushRef="#br0" timeOffset="8849.4">18203 1445 29 0,'0'0'306'0,"-1"-9"-30"0,1 9-24 0,0 0-32 0,0-5-24 15,0 5-20-15,0 0-18 0,0 0-17 16,0 0-12-16,18 9-13 0,-8-3-12 0,6 3-9 15,0 0-13-15,0 2-6 0,1 1-3 0,-2-2-19 0,1 4-5 0,-2-4-8 16,-5-1-10-16,-1-1-12 0,-2 1-2 0,1-1-8 16,-3-1-5-16,-6 0-2 0,2 0 9 0,-9 1 0 15,0-1 1-15,-9 3 1 0,-1-3 1 0,1-1-2 16,-2-1 3-16,-2 0-1 0,3-1 5 0,-3-2-6 16,3 0 0-16,1 2-3 0,4-3 2 0,1 3-2 15,0-4 2 1,5 1-1-16,8-1-2 0,-12 2 2 0,12-2-3 15,-6 0-3-15,6 0-6 0,0 0-5 0,0 0-10 0,43-3-10 16,-12-1 0-16,5 2-4 0,19 1-2 0,1-3-8 16,1 1 1-16,1-1 4 0,3 0-3 15,2 3 10-15,-1-4 0 0,-3 5 6 0,1-6-2 0,-2 1 3 16,-6 4 2-16,1-4 4 0,-18 0 1 0,-1 0 5 16,-4 0 21-16,-12 0 24 0,1 1 31 0,-6 1 9 0,-4-2 20 15,-3 1-4-15,-2-1 6 0,0 1-6 0,-3-4-9 16,-6 0-13-16,-4 1-6 0,-1-2-7 0,-3 1-2 15,-6 3-5-15,-3-1-4 0,2 2-7 0,-10 0-1 16,1 3-19-16,1 1 12 0,-3 3-9 16,3 0 5-16,5 0-12 0,-5 6 2 0,0-2-5 15,4 3-3-15,8-2-2 16,0 0 4-16,6-2 0 0,-1 2-21 0,-1 5-2 0,8-2-7 16,-1-1 4-16,2 1-4 0,2 0 5 15,2-3-2-15,3 2 3 0,1-3 5 0,5 0 2 16,-1-1 1-16,3-3 0 0,5 0 9 0,-4-5 0 15,8 1 7-15,-2-2 8 0,0-3 0 0,4-2 12 16,-4-1-1-16,3-5 7 0,2-3 2 0,-1 0 7 16,-3-2 5-16,-4-6-2 0,3 3-5 0,-2-4-3 0,-1-1 2 15,-3-3 1-15,1 0-6 0,-1-1 7 0,0 1-1 16,-2 1 26-16,-3 3 17 0,1 1 14 0,-4 8 8 16,-1 1 2-16,0 4 8 0,-3 4-4 0,-1 2-13 0,1 0-9 15,-1 1-13-15,0-1-26 0,0 6-45 0,0 0-39 16,4-3-39-16,-4 3-7 0,0 0 7 15,0 0 5-15,-9 22 4 0,0-5 8 0,3 6 9 0,-6 4 8 0,7 2 0 16,-4-2 13-16,4 4 3 0,0-3 3 0,5 1 0 16,-4-3-22-16,4-1 0 0,0-7-4 0,0 0-10 15,4 0-15-15,-3-2-25 0,3-4-26 0,0-3-21 16,2 3-14-16,2-5-28 0,1-1-22 0,9-1-35 16,-5-2-48-16,1-5-209 0,-3 0-535 0,2 2 236 15</inkml:trace>
  <inkml:trace contextRef="#ctx0" brushRef="#br0" timeOffset="9250.15">19242 1551 98 0,'0'0'214'0,"0"0"-10"0,5-1-8 0,-5 1-10 0,0 0-2 15,0 0-9-15,0 0 1 0,0 0-5 16,6-4-5-16,-6 4-5 0,0 0-4 0,0 0-6 16,0 0-8-16,20-3-8 0,-11 1-24 0,9-4 3 0,0 4-8 0,9-7-10 15,3 4-4-15,0-3-12 0,-2-2-9 0,2 0-1 16,1-1-5-16,0-1-1 0,-3 1-4 0,0-2-3 15,-3 0 1-15,2 1 7 0,-4-5-1 0,-7 7 9 16,0-1 1-16,-5 1 11 0,-2 1 5 0,-2 1 7 16,-1-1 11-16,1 1-7 0,-3 1-5 0,-3 2-14 15,0-2-13 1,-2 2-11-16,-3 2-13 0,-4-4-2 0,2 5-7 16,-8 2-8-16,-5 0-3 0,-2 4-8 0,1 1 1 15,-2 0-5-15,3 4-10 0,-6 6 2 0,4 2 4 16,6-5-8-16,-2 9-16 0,4 4-5 0,7-8-12 15,5 12 6-15,2-7-3 0,8-3 9 0,4 6-8 16,5-3 11-16,8-3 12 0,8-2-9 0,14 2 4 16,7 0 5-16,7-7-3 0,-1 1 5 0,0-4 4 0,-1-2-6 0,-2-4 6 15,-20-1-19-15,-6 0 14 0,-2 2 12 0,-13-4 26 16,-4 0 3-16,-3 0 28 0,-10 0 11 16,17-1 3-16,-17 1-3 0,10 0 1 0,-10 0-16 15,9-3-8-15,-9 3-31 0,0 0-45 0,0 0-66 16,4-4-73-16,-4 4-77 0,0 0-82 0,-23-8-407 15,10 3-788-15,4 2 349 16</inkml:trace>
  <inkml:trace contextRef="#ctx0" brushRef="#br0" timeOffset="11321.76">5598 2520 57 0,'7'-2'78'16,"-3"1"-7"-16,-4 1 0 0,9-3 1 0,-9 3-10 16,9-4-1-16,-1 3-11 0,-8 1 2 0,14-1-10 15,-4-2-3-15,1 1-5 0,1 1 2 16,1 1-11-16,0-1-1 0,7-2 0 0,1 1-5 0,0 2 5 0,7 0-4 15,3 0-7-15,1 0-1 0,1 0-1 0,0 0 11 16,2-3 2-16,4 2 4 0,0 1-1 0,12-3 5 16,-13 1-3-16,2 1-2 0,12-1-1 0,-12 2-4 15,14-3 6-15,-15-1 11 0,14 4-19 0,0-3-5 16,-3 1-1-16,5-3 3 0,-1 2-6 0,-2-1 3 16,4 2-6-16,1-1 7 15,-1-2-7-15,0 2 3 0,0-3-5 16,3 5 5-16,-3-2-1 0,-4 1 3 0,4-5-5 15,-4 5 10-15,2-3 3 0,3 4 3 0,-1-5 9 16,-1 5-8-16,2-3 0 0,1 2-2 0,2 1 4 0,0-2-9 0,-1 2-4 0,1 1 4 16,3 1 6-16,-7-2-16 0,5 1 4 0,1-1-4 15,0 1-2-15,-3-3 8 0,4 6-8 16,-3-3 0-16,1 0-1 0,3-3-3 0,-4 3 2 16,4-1 1-16,-1 2-4 0,2-1 2 0,0-1 0 15,-1 5 3-15,-3-11-2 0,3 9 3 0,-3-2-5 16,3 1 11-16,-2-2-4 0,-1-1-3 0,4 0-3 15,-1 4 3-15,3 0-4 0,0-2 4 0,25-2 3 16,-33 2-3-16,0 2-1 0,3-2 0 0,0-2-5 0,-1 5 3 0,2-3-2 16,-1 0-2-16,1 1 9 0,-1-3-5 0,1 2 0 15,4 0-2-15,-2 0 2 0,2-2 0 0,0 2 1 16,-2-3 4-16,0 3-5 0,26 0 4 16,-35-2 3-16,4 2 2 0,-1 0 0 0,-3 2 0 15,7-4-2-15,-2 4 1 0,-6-4 2 0,3 4-2 16,2-2 12-16,1 0-7 0,-1-2-1 0,0 2-2 15,-2 0-2-15,-1 2 2 16,2-4-2-16,-2 2 5 0,0-2-6 0,0 0-1 16,1-2 7-16,-2 4-5 0,0-1 6 0,-1 1-1 15,4 0-1-15,-3-4-5 0,2 3 1 0,-1-1-1 0,-2 4 4 16,-1-7-2-16,1 7 2 0,2-5-3 0,-3 3 5 16,3-1-5-16,-5 1 1 0,1 1 2 0,-1-5 0 15,1 6 0-15,-2-2-3 0,4 0 0 0,1-2-1 16,0 0 1-16,3 3-4 0,1-1 1 0,-1-1 0 15,0 2-3-15,3-1 1 0,-3-1 1 0,1 1-2 16,1 0 5-16,-2 0 2 0,3 0 1 0,-7 0-1 0,6-3 2 16,-1 3-3-16,4-1 1 0,29-2 4 0,-39 6-2 15,6-6-2-15,0 2 2 0,4 2-3 0,-4-2 4 16,-3 1-2-16,6 1 2 0,0-1-3 0,3 2 2 16,-5-4-1-1,6 4-2-15,-2-2 0 0,2 2 0 0,27-3-1 16,-33 2 0-16,3-1-1 0,3 3 1 0,-1-3-1 15,1 1 1-15,-1-2 4 0,26-2-1 0,-29 3 1 16,3-2 0-16,30 2 1 0,-5 0-3 0,-29 2 1 16,35-3-2-16,-33 2 3 0,27-2-2 0,-24 2-2 15,-2-2 0-15,31 2-2 0,-7-1 2 0,-21 0-2 16,29-1-1-16,1 2-2 0,-5-5 1 0,1 4-3 0,4 0 1 16,-29 0 2-16,24-3-1 0,7 6-4 0,-5-4 2 15,3-3-2-15,4 1 3 0,-1 3-3 0,3 0-1 16,3 0-1-16,0 0-1 0,-6 0 2 0,13-2 0 15,-4 2-1-15,0 0 0 0,6 0-3 0,-7 2 4 0,2-2-5 16,-5 5 5-16,5-3-3 0,2 1 3 0,-2-1-2 16,1 2 1-16,-6-3 2 0,0 4-1 0,-1 1 2 0,-10 0-1 15,-5-4 1-15,4 3 0 0,-30-3-1 0,29 1 0 16,-28 4 0-16,2-7-1 0,23 5 3 0,-30-4-3 16,0 1 2-16,2-2-1 0,-4 4 1 0,-5 1-2 15,-15-3 3-15,-6-1 1 0,3 1 2 0,-3-2 4 31,-3 0 2-31,-9 0 5 0,-2 1 14 0,-5-1 8 16,-1 0 16-16,-4 0 6 0,-1 0 14 0,-2 0-2 0,0 2 6 0,-5-2-10 16,10-2-8-16,-10 2-7 0,7-1-9 0,-7 1-22 15,4-2-38-15,-4 2-50 0,-2-3-65 0,2 3-72 16,-5-12-108-16,-1 8-185 0,-4-4-535 0,-1 3 236 16</inkml:trace>
  <inkml:trace contextRef="#ctx0" brushRef="#br0" timeOffset="18532.25">4926 3545 199 0,'0'-6'226'0,"1"1"-4"0,-1 0-7 16,0 2-18-16,0 3-6 0,1-9-20 0,-1 6-5 0,0 3-8 15,0-5-11-15,0 5-14 0,1-6-10 0,-1 6-13 16,0 0-17-16,0-3-9 0,0 3-22 0,0 0-23 15,0 0 0-15,0 0-7 0,-2 14-4 0,1-1-2 16,-2 3-4-16,0 4-1 0,0 6-2 0,0 1-1 16,-3 3-5-16,3 3 4 0,-2 1-2 0,3 2 0 15,2-5-6-15,-2-1 5 0,4-3-1 0,0-1-4 0,2-7 0 0,-3-4-2 16,0-3 1-16,3 0 1 0,-4-2 2 16,1-3 7-16,2-2 12 0,-2 0 17 0,1-1 32 0,0-1 27 15,-2-3 32-15,9-3 6 0,1-3-18 0,3-2-9 16,6-5-11-16,2-6-13 0,0-3-11 15,2 1-4-15,-1-2-9 0,-1-3-11 0,0 3 0 16,0-1-9-16,-2-1-2 16,0 1-7-16,-2 2-7 0,-6 6 8 0,1 0 5 15,-1 2 2-15,-4 5 5 0,-1-2 8 0,-1 2 9 16,-1 3-5-16,0 1 0 0,1 0-5 0,-3 0-5 16,0 1-10-16,-1 1-5 0,2 2-8 0,-3 1-5 15,1-4-4-15,-1 4-5 0,0 0-14 0,2-4-18 16,-2 4-37-16,0 0-6 0,0 0 7 0,0 0-3 15,2 13 13-15,-4-4 2 0,1 3 8 0,-1 3-3 0,-1 2 10 0,-1 3-3 16,-2-3 9-16,2 9-10 0,1-1 10 0,0-7 5 16,-1 1-2-16,1-1 3 0,1-2 1 0,-1-1 2 15,2-5 4-15,-2 2 3 0,3 0-1 0,0-4-7 16,0 4 1-16,0-7 5 0,-1 1 3 0,1 0 1 16,1-1-5-16,-2-1 2 0,1-2 3 0,0-2-1 15,-4 7-2 1,4-7 6-16,0 4 1 0,4-3 2 0,-4-1-10 0,0 0 7 15,4 6 2-15,2-5 8 0,3 0-6 0,9-1-2 16,11-2 8-16,7-4-42 0,19-2-77 0,0-5-113 16,6-4-171-16,25-14-265 0,-26 7-708 15,22-18 313-15</inkml:trace>
  <inkml:trace contextRef="#ctx0" brushRef="#br0" timeOffset="19750.34">6104 3621 150 0,'-5'0'196'16,"5"0"-6"-16,0 0-8 0,0 0-4 0,0 0-10 15,0 0-8-15,0 0-10 0,0 0-9 0,0 0-12 16,0 0-9-16,0 0-12 0,0 0-9 0,0 0-12 15,0 0-8-15,0 0-12 0,0 0-2 0,0 0-10 16,14-5-4-16,-3 3-5 0,3 0 2 0,5-1-9 16,3 0-10-16,-1 2-1 0,5-3-3 0,-4 2-2 15,1-1-4 1,-1-1-5-16,-3 4-3 0,1-3-11 0,-2 1-9 16,-5 0-10-16,-1 1-14 0,-2 0-10 0,-3 1-18 0,0 0-11 15,-7 0-16-15,10 0-5 0,-10 0 4 0,3 1 2 16,-3-1-31-16,0 0-34 0,0 0-148 0,-17 5-323 15,8-2 144-15</inkml:trace>
  <inkml:trace contextRef="#ctx0" brushRef="#br0" timeOffset="20104.3">6108 3778 61 0,'0'0'149'0,"-3"4"-10"16,3-4-4-16,0 0 15 0,6 3 7 0,2 0 2 16,4-6-10-16,7 3-9 0,10-3-11 0,6 1-21 15,-1-4-9 1,7 3-9-16,14-8-11 0,-3 2-3 0,-2 3-8 15,-13 0-5-15,2 0-6 0,-6 0-3 0,-3 2-4 0,-3-2-3 16,-7 5-2-16,-3-2-3 0,-5 0 0 0,-2 2 1 16,-4-2 2-16,2 1 5 0,-4 2 4 0,-4 0 3 15,10 0-5-15,-10 0-9 0,4-3-13 0,-4 3-26 16,0 0-14-16,0 0-17 0,0 0-18 0,-18 5-25 16,10-3-29-16,8-2-26 0,-10 2-32 0,4-2-42 0,2 2-124 15,4-2-349-15,0 0 154 0</inkml:trace>
  <inkml:trace contextRef="#ctx0" brushRef="#br0" timeOffset="20641.47">7103 3550 340 0,'0'-4'331'0,"0"4"-16"16,-3-3-12-16,3 3-13 0,0 0-26 0,0-6-27 16,0 6-26-16,0 0-13 0,0 0-31 0,0 0-19 0,0 0-19 0,0 0-16 15,0 0-21-15,0 0-21 0,0 0-6 0,0 0-11 16,0 0-6-16,-1 23-8 0,-3-12-1 0,0 2 1 16,-1 2-4-16,2 1-5 0,0 1-6 0,0 1 1 15,0-1-4-15,-1 3 0 0,2-3-6 0,1 1 2 16,1-2 3-16,0-4-4 0,0-2-4 0,1 1 9 15,1-5-5-15,-1 0-6 0,2 0 3 0,-1 0 4 0,2-2 13 0,1-1 19 16,3 0 20-16,2-6 12 0,3 1-3 0,3-4 4 16,2 0 3-16,-1-6-7 0,2 2-6 0,-2 0-4 15,7-7-3-15,-2-1-5 0,-3 0-4 0,3-1-3 16,-1 2 2-16,-8 3-8 0,1 0 3 16,-4 0 8-16,2 1 4 0,-6 3 4 0,2 1 2 0,-3 3 10 15,-1-1-2-15,1 2-8 16,-2 2-12-16,-1 1-3 0,2-2-16 15,-3 1-11-15,-1 3-19 0,4-3-28 0,-4 3-22 16,0 0-11-16,0 0 2 0,3 7 8 0,-6 1 0 16,2 2 5-16,-3 1 8 0,0 5 6 0,-1-1-1 15,1 3 1-15,2-2 3 0,-1 1 2 0,3-7 4 0,0 8 4 16,0-3-3-16,3-3 5 0,-1-2 6 16,2 2 4-16,6-3-1 0,-1 1 5 0,1-3 1 0,8 0 1 0,1-3-17 15,8 3-30-15,1-6-61 0,3-2-70 0,0 0-77 16,3-5-103-16,-6-1-350 0,5 0-757 0,-3-3 336 15</inkml:trace>
  <inkml:trace contextRef="#ctx0" brushRef="#br0" timeOffset="21008.34">8183 3370 170 0,'0'0'308'0,"0"-4"-19"16,0 4-29-16,-4-4-20 0,4 4-25 0,0 0-26 16,0 0-17-16,0 0-22 0,-13 5-16 0,4 3-15 15,-5 1-12-15,-3 5-12 0,-3 8-7 0,-2 0-11 16,0-1-10-16,1 3-3 0,2 0-11 0,2 2 1 16,3 0-8-16,3-4-4 0,4 3-2 0,3-5-2 0,-1 0 0 15,10-3 6-15,0 9-17 0,3-7-4 0,1-1-13 16,10 1-25-16,-3-8-38 0,0 0-46 0,15-4-64 0,-2-3-84 15,3-3-184-15,0-2-466 0,0-4 206 16</inkml:trace>
  <inkml:trace contextRef="#ctx0" brushRef="#br0" timeOffset="21490.89">8327 3520 20 0,'0'0'239'0,"0"0"-24"0,10-4-13 15,-3 2-17-15,-1 1-15 0,3 1-16 0,4 0-20 16,-2 3-13-16,-2-2-13 0,4 3-11 0,-3 2-11 0,3-1-9 16,-4 2-6-16,0 0-5 0,0 1-7 0,-4 1-4 15,-1 1-6-15,1 1 0 0,-5 1-6 0,0 1-7 16,-4 2 2-16,0 0-4 0,-1 1 0 0,-5-1-1 15,5-5 1-15,-4 5-2 0,0-7 1 0,0 2 5 16,1 0 0-16,3-1 5 0,0-2 8 0,0-1 11 16,3-1 11-16,-2-3 25 0,4-2 29 0,-3 7 30 0,3-7 29 0,0 0 17 15,-5 1 3-15,5-1-28 0,3-11-16 0,3 1-21 16,4 1-13-16,-1-5-14 0,1-2-10 16,4 3-11-16,4-7-15 0,-1 5-6 0,1-3-9 0,-3 5-8 15,-2-2-4-15,2 2-7 0,-2 2-1 0,-4 4-7 16,0-2-5-16,-4 6 0 0,0-2-8 0,-1 1-17 15,1-1-10 1,-1 2-27-16,-4 3-17 0,6-1-24 0,-6 1-6 16,0 0-2-16,0 0 7 0,-2 9 6 0,0-3 7 15,-2 1 10-15,0 3 5 0,1 2 3 0,0 0 7 16,0 1 3-16,0-1-2 0,2 4-7 0,1-1-11 16,-3-2-18-16,3-1-20 0,1 1-27 0,1-2-27 15,2-1-41-15,1-1-52 0,3-1-67 0,3-3-233 16,0-4-581-16,5 2 257 0</inkml:trace>
  <inkml:trace contextRef="#ctx0" brushRef="#br0" timeOffset="21706.9">8911 3613 318 0,'-5'-3'298'0,"5"3"-24"0,0 0-24 16,0 0-27-16,0 0-20 0,0 0-26 0,0 0-15 15,0 0-22-15,0 0-16 0,0 0-14 0,-9 14-11 16,5-6-7-16,-1 1-9 0,1 0-9 0,-6 1-5 16,1 7-5-16,0-6-5 0,-1 4-8 0,1 4-4 15,-3-3-5-15,1 1-17 16,1-1-23-16,1-4-33 0,0 1-28 0,1-2-34 16,2-1-42-16,-2-2-42 0,3-3-239 0,-1-1-450 15,6-4 200-15</inkml:trace>
  <inkml:trace contextRef="#ctx0" brushRef="#br0" timeOffset="22292.16">8953 3484 286 0,'-1'-6'265'0,"1"6"-25"0,-1-5-26 16,1 5-20-16,0 0-25 0,-2-2-19 0,2 2-13 15,0 0-13 1,0 0-12-16,0 0-15 0,0 0-19 0,7 14-18 16,-6-8-17-16,3-2-15 0,-1 1-12 0,2 2-14 15,-2-2-9-15,1 0-5 0,1-1-15 0,-1 2 3 16,0-3-4-16,1 1 8 0,0-1 0 0,2-1 4 16,-1-2 2-16,-6 0-6 0,14-5 7 0,-6 2 8 15,2-1 1-15,-1-2 13 0,-3-2 13 0,4 2 2 16,-2-1 15-16,0 1 6 0,1 0 5 0,-3 0 11 0,-2 1 0 15,1 1-2-15,2-1 1 0,-5 2-6 0,3 0 2 16,-1 0-17-16,0 0-3 0,-4 3-4 0,0 0-5 16,0 0-4-16,14 7 2 0,-9-3-7 0,3 4-4 0,-3 1 2 0,0 2 0 0,3 5 0 15,-2 1 4-15,2 6-10 0,-3 3 5 16,-1 2-4-16,-3-1 5 0,0 4-3 0,-2-1 9 16,-3 2 2-16,-4-1-14 0,2-2 2 0,-3-2-2 15,1-2 4-15,2-8-3 0,-3-1 1 0,1-2-3 16,-2 1 10-16,4-5 3 0,-4-3 8 0,2-2 10 15,0-1 14-15,-2-1 16 0,1-3 12 0,9 0 22 16,-13-4 13-16,8-2 11 0,0-3 1 0,0 0 4 16,1-8 3-16,2 4-14 0,2-6-11 0,2-7-15 15,5-1-3 1,1-3-8-16,5 4-15 0,0-4-8 0,5-2-5 16,0 5-4-16,1 4-7 0,0-1-4 0,-1 2-8 15,-3 8-7-15,0-2-3 0,-2 5-4 0,-2 2-3 0,0 2 1 16,-2-3-6-16,-4 6-3 0,0 0-11 0,1 1-20 15,-2-1-39-15,3 2-25 0,-7 2-23 16,6 0-14-16,-6 0-13 0,8 2-22 0,-7 2-17 16,-1 0-8-16,0-1-19 0,0-3-23 0,-1 8-31 0,1-2-39 0,0-6-213 15,-4 2-550-15,4-2 243 0</inkml:trace>
  <inkml:trace contextRef="#ctx0" brushRef="#br0" timeOffset="22578.79">9421 3253 138 0,'1'-7'275'0,"-1"7"-29"16,4-2-27-16,-4 2-23 0,8 0-15 0,-8 0-5 16,15 10-19-16,-4-1-9 0,2 5-9 0,9 8-9 15,-4 4-4-15,1 2-11 0,4 14-5 0,-10-7-6 16,3 12-8-16,-5 2-7 0,-6 0-3 0,-3 0-12 0,-3 0-5 15,-3-4-4-15,-2-11-8 16,-2-1 2-16,-7-2-8 0,5-2 6 0,-7-3-1 16,3-1 0-16,-4-4-3 0,1-3 4 0,-2 0-4 15,5-7-6-15,-2 3 1 0,-1-5-5 0,0 0-2 16,2 0-9-16,4-1-29 0,-1-5-40 0,2 1-59 16,1-2-63-16,5 1-98 0,4-3-261 0,-9 0-560 15,9 0 248-15</inkml:trace>
  <inkml:trace contextRef="#ctx0" brushRef="#br0" timeOffset="25113.46">3538 4909 61 0,'0'0'196'0,"1"-3"-11"16,0-1-5-16,-1 4-14 0,0 0-8 0,0 0-20 16,-2-4-12-16,2 4-13 0,0 0-11 0,0 0-13 15,-18 3-8-15,9 2-11 0,-9 5-5 0,-6 2-8 16,2 6-6-16,-6 3-8 0,1 3 1 0,-2-2-8 0,-6 11 2 0,-3-1-14 15,10-6 0-15,-8 8-3 0,8 5 1 0,1-12-1 16,-1 14-5-16,6-12-1 0,2 2 2 0,2 0-4 16,0 1 2-16,8-2 0 0,0-3-6 0,2-2 5 15,4 2-6-15,3-6 3 0,1-3 0 0,1-6-2 16,3 5 0-16,1-8 0 0,-1 3-4 0,6-4 6 16,2-1-2-1,-2 0-2-15,5-4 1 0,2-1-2 0,3 0 3 0,3-2-2 16,-5-4-2-16,3 1 3 0,-4-1 1 0,3-4-2 15,-9 3-4-15,6-1 5 0,-6-2 1 0,-2 1 7 16,-1 2 5-16,-2-3-2 0,-2 2-1 16,0 0 1-16,-4-5-8 0,-4 1 3 0,-1 5-3 15,-4-1-1-15,0-3-6 0,-2 2 2 0,-5 0-1 0,-3 1 1 16,1 1-1-16,-1 3 2 0,-1-2-4 0,4-1 2 0,1 3-2 16,-3-1 0-16,3 2 0 0,3 0-3 0,-1 1 2 15,7-3-1-15,-3 3-1 0,5-4-1 0,4 4-4 16,-9-1-4-16,9 1-4 0,-3-5-4 0,3 5 1 15,6-7-3-15,3 0-3 0,1 2-7 0,5-4-5 16,5 1-14-16,9-2-4 0,3-1-9 0,2 1 3 16,1-5-2-16,-2 5 11 15,5 1 7-15,-1 2 7 0,-2-5-2 0,2 6 1 16,-5-4 3-16,-1 4 4 0,-2 0-9 0,-2 0 15 16,-9 3 3-16,1-2 2 0,-8 2 5 0,1 1 2 15,-6 0 6-15,1 2 6 0,-1-2 6 0,-2 2 18 16,-4 0 0-16,0 0 2 0,0 0 1 0,0 0-2 15,-16 10 2-15,3-6 2 0,-3 4-3 0,0 4-4 16,-2-6 1-16,-2 5-3 0,-2 6 4 0,1-3-8 0,3-1-2 16,-2 3-1-16,-1 3-4 0,7-6 2 0,3 0-8 15,-1 2 0-15,3-5 0 0,2 5 6 0,3-5-4 0,0 2 1 16,1-1 3-16,0-1-4 0,5 2 11 0,1-2-1 16,2 0-2-16,2-2 4 0,4 1-2 0,5-1 3 15,1-2 4-15,2 0-1 0,0-1 1 16,8-1 3-16,-5-4-2 0,6 1-4 0,-8 2 2 0,2-3-4 0,-7-2 2 15,1 2-6-15,-3-1 0 0,-2 2 0 0,-2-1-3 16,-3 0 5-16,-1 0 9 0,2 2 5 0,-7-2 3 16,10 0 10-16,-10 0 5 0,0 0 2 0,9-2 6 15,-9 2-5-15,0 0 3 0,5 3-12 0,-5-3-3 16,0 0-6-16,0 0-4 0,0 0-15 0,-1 7-25 16,1-7-22-1,0 0-25-15,-4 5-28 0,0-4-32 0,4-1-25 0,0 0-40 16,3 6-39-16,-3-6-153 0,0 0-406 0,6 2 180 15</inkml:trace>
  <inkml:trace contextRef="#ctx0" brushRef="#br0" timeOffset="25846.38">3936 5559 53 0,'0'0'209'0,"0"0"-5"0,0 0-16 0,0 0-13 16,0 0-17-1,0 0-16-15,0 0-14 0,0 0-12 0,15-7-14 16,-4 3-7-16,2 1-8 0,5-4-13 0,0 0-7 16,-1 1-7-16,4-3-3 0,-2 1-7 0,0-1-1 15,-1 0-7-15,0-2 10 0,-5 4 13 0,0-2 8 16,-4 0 5-16,1 0 6 0,-3 2 3 0,2-2 7 15,-3-1-2-15,-1 0 6 0,-1 5 0 0,-3-4-2 16,0 2-4-16,-1 1-15 0,-1-1-11 0,0 3-5 0,-2 1-16 0,-3-1-11 16,-2 3 1-16,-2 1-11 0,-3 0-3 15,-1 3-5-15,-5 2-2 0,-3 2 2 0,-4 3-3 16,8 1-2-16,-6 2-1 0,5-1 3 0,0 5-9 0,-2 0 0 16,8 0-4-16,1-5-17 0,2 4-6 0,1-1-10 15,1-2-3-15,3-2-2 0,5 1 2 0,0 1 4 16,5-2 1-16,4-1 3 0,1-5-1 0,9 5-2 0,2-5-7 31,11-3 0-31,2-2-14 0,3-2-14 0,3-2-3 16,-2-4-5-16,12-2 3 0,-13-1 3 0,-1 3 7 0,0-2 5 15,-3-5 1-15,-5 4 16 0,-1-4 28 0,-3 1 25 16,-6 4 23-16,-3-3 30 0,-1 2 20 0,-2 0 23 16,-3 1 19-16,-3 4 9 0,-1-4 14 15,2 3 3-15,-6 0 4 0,3 1 9 0,-3 2-4 0,2-1-12 0,-2 1-16 16,-1 4-17-16,1-6-16 0,2 5-20 0,-3 1-10 15,0 0-23-15,1-4-36 0,-1 4-35 0,0 0-1 16,0 0 4-16,4 11 0 0,-4-2 3 0,-4 1-1 16,4 2-3-16,-1 4 12 0,-2 2-2 0,1-2 3 15,-1 4 5-15,2-1 0 0,-3-4-4 0,3 2 2 16,1-1 0-16,0-6-19 0,0 0-7 0,0-3 9 0,0 0-2 0,-3 0 4 16,3-4-1-16,0 2 22 0,3-3 24 0,-3-2 21 15,1 5 19-15,-1-5-3 0,0 0-11 0,9-10-3 16,0 3 4-16,-3-1-14 0,5 2-12 15,1-9 8-15,-2 4-4 0,0-1 1 0,1 0-2 16,-1-1-10-16,-2 3-4 0,0 2 0 0,-1 1-1 0,0 0-10 16,-2-2 2-1,0 6-3-15,0-4-8 0,1 5-16 0,-1-3-27 16,1 3-18-16,-1 1-23 0,1-1-14 0,-6 2-21 16,14 3-27-16,-9 3-26 0,4-3-25 0,0 4-26 15,0-2-18-15,0 0-23 0,5 0-29 0,-6-1-199 16,1 3-537-16,0-3 237 0</inkml:trace>
  <inkml:trace contextRef="#ctx0" brushRef="#br0" timeOffset="26163.18">4890 5540 28 0,'0'0'205'0,"0"0"-12"0,5-2 0 0,-5 2-10 16,0 0-14-16,5-1-11 0,-5 1-19 0,6-5-14 16,-2 4-12-16,1-2-15 0,3 0-10 0,3-2-7 15,1 1-3-15,7-1-10 0,-2-2-9 0,7-3 0 16,3 1-14-1,0 1-4-15,-3-1-4 0,-5 1-4 0,4 2-1 16,-5-3-4-16,1 0-6 0,-1-3 0 0,0 1-3 16,-4 2 5-16,-1 0 6 0,-4 1 3 0,-2-1 2 15,0 2 3-15,-5-1 4 0,0-1-6 0,-2 4 0 0,-4-1-9 16,0 0-3-16,-1 3-1 0,-4 1-4 0,0 2-6 16,-4 2-1-16,-6-2 8 0,0 3-6 15,1 6-4-15,-2-2-5 0,-2 6-1 0,4-1-3 0,1 1-1 0,2 0 5 16,-5 7-2-16,4-1-2 0,3-3 1 0,3 1 1 15,0-1 3-15,5-1-3 0,1 1 2 0,4-4 0 16,0 3-17-16,4-4-18 0,1-1-32 0,5 0-40 16,2-3-60-16,3-2-243 0,4 0-438 0,3-3 193 15</inkml:trace>
  <inkml:trace contextRef="#ctx0" brushRef="#br0" timeOffset="27034.27">5382 5354 150 0,'0'0'227'0,"5"-5"-23"16,0 5-23-1,-5 0-17-15,10 2-17 0,-2 0-13 0,0 3-15 0,-1 3-12 16,2-1-10-16,-1 1-10 0,3 3-9 0,-3 1-5 16,0 3-11-16,-3 2-6 0,4-3-5 15,-7 3-2-15,1 0-7 0,-2-2-6 0,0-1 0 16,-1-3-2-16,0 0-3 0,-1-4 0 0,1 0-5 15,-1-2-2-15,1 2 13 0,1-2 14 0,-2-1 16 0,1 0 26 16,0-4 26-16,0 0-7 0,0 0-10 0,0 0-16 0,0 0-7 16,4-15-10-16,-2 6-12 0,3 0-8 0,-1-1-20 15,6-3-13-15,2-2-14 0,1-2-16 0,1 5-16 16,9-5-5-16,-3 1-1 0,7-1 0 0,-1 2 0 16,3 2 2-16,4 0-6 0,-2 4 4 0,-3 1 2 15,4-1 0-15,-4 1 7 0,-5 5 1 0,-5-2 0 16,0 1 9-16,-7 1 3 15,3 1 11-15,-7 2 19 0,-1-3 21 0,1 1 16 16,-1 2 10-16,-6 0-3 0,6-5-6 0,-6 5-7 16,0 0-7-16,0 0-4 0,0 0-6 0,-27 5 0 15,15-1-8-15,-6-1 3 0,0 7-3 0,0-1-4 16,-5 4-2-16,-3 2-1 0,11-1 0 0,-8 0-5 16,0 6 2-16,8-6-3 0,2 1-2 0,3-3 1 15,3-3 1-15,0 2-11 0,3-5 9 0,1 0-10 0,2 0 2 16,1-1 11-16,1-2-2 0,6 0 11 0,0-2-1 0,4-1 1 15,1-4-4-15,6 1 5 0,0-4-3 0,0 0 8 16,1 0 3-16,-2-1 7 0,-1-4 11 0,2 0-8 16,-5 0-1-16,0 5-1 0,0-4 6 15,-3 2 0-15,-1 4 11 0,-3 0-2 0,1 1 2 16,-2 0-5-16,-1 1-6 0,-1 1-7 0,-3 2-5 0,6-3-6 0,-6 3-5 16,6-3-28-16,-5 1-24 0,-1 2-9 0,0 0 9 15,5 6 3-15,-2-2-1 0,1 0 2 0,-3 1 2 16,2 0-13-16,0 2 2 0,1-2 4 0,4 3-3 15,-2-1 6-15,1 0 1 0,-1-2 2 0,0 0 5 16,2-4-3-16,-2 0 6 0,2 1 6 0,2-4 0 16,-2 0 1-16,2-1-1 15,3-4 5-15,-4 1 5 0,0 0 10 0,1-9 15 16,-1 7 14-16,0-6 8 0,-3 3 0 0,2-4 8 16,-2-4 4-16,0 4 4 0,-3-4 12 0,3 1 1 15,-1-1 10-15,0 3 3 0,-3-2 5 0,2 2 12 16,-1 4 5-16,-2 2 18 0,-1 2 1 0,1 1-7 15,0 2-11-15,-1 0-18 0,2 1-12 0,-2-1-15 16,0 5-27-16,0 0-30 0,1-3-31 0,-1 3 2 0,0 0 2 0,-3 15 6 16,1-5-3-16,-7 7 1 0,-1 8 2 0,2 0 2 15,-1 6 5-15,0-1-2 0,-1 2-2 0,4-1 7 16,-1-4-2-16,2-2 2 0,3-8-4 0,-1-1 6 16,3-6-5-16,-1 1 6 0,1 0 10 0,0-5 8 15,1-1 13-15,-1 0 12 0,5-3 18 0,0 1 13 16,3 0 0-1,3-3-6-15,9-3-6 0,8-1-5 0,0-2-7 0,6-2-34 16,2 0-48-16,1-1-79 0,1-5-86 16,1 5-96-16,-1-3-115 0,-5 0-347 0,2 4-819 15,-2-6 363-15</inkml:trace>
  <inkml:trace contextRef="#ctx0" brushRef="#br0" timeOffset="27805.38">7258 4901 215 0,'0'-5'288'16,"-2"0"-15"-16,2 0-14 0,-1 1-13 0,0 0-16 0,1 0-22 15,0 4-21-15,-3-3-24 16,3 3-22-16,0 0-24 0,0 0-22 0,0 0-12 0,0 0-7 0,-9 16-12 15,2-1-3-15,0 8-5 16,-3 6-11-16,-4 3-1 0,-4 11-4 0,-1 6-6 0,-4-3 0 0,5 9-7 16,-2-2 6-16,4 1-5 0,0-5-1 0,1-1-6 15,8-17 2-15,2 1-7 0,0-3 2 0,3-5 6 16,0-5 5-16,2-5-4 0,0-1 0 16,-2-4-6-16,1-2 1 0,0-1 0 0,0 1 30 15,-1-5 38-15,4 2 41 0,-2-4 28 0,-2 6 20 16,2-6-12-16,0 0-16 0,0 0-15 0,-14-10-15 15,8 5-17-15,1 0-21 0,-3-2-23 0,-1 2-21 16,-1-4-41-16,4 4-5 0,-2-3-28 0,-1 1-37 16,0 2-35-16,0 1-39 0,-2-2-43 0,0 2-45 15,5-3-65-15,-4 4-308 0,3 0-659 0,2-1 291 0</inkml:trace>
  <inkml:trace contextRef="#ctx0" brushRef="#br0" timeOffset="28121.42">6890 5296 6 0,'0'0'276'0,"-7"0"-18"0,7 0-14 15,-5 1-15-15,5-1-18 0,0 0-20 0,0 0-16 16,0 0-22-16,0 0-13 15,33-5-15-15,-3 1-13 0,2-1-9 0,3 0-11 16,19-2-11-16,-3-2-6 0,3 1-8 0,1 4-8 16,-19-1-6-16,-1 0-6 0,-3 2-5 0,-1 2-5 15,-8-3 0-15,-5 1-4 0,-5 2-2 0,-2 1-5 16,-3 0 6-16,-2-3 4 0,-1 3 2 0,2 0-6 16,-7 0-2-16,0 0-5 0,0 0-17 0,0 0-11 15,-18 3-21-15,6 0-15 0,0-1-17 0,-6 1-19 0,6 1-22 16,-3-2-30-16,6 1-54 0,-3-1-236 0,2 1-452 0,3-3 200 15</inkml:trace>
  <inkml:trace contextRef="#ctx0" brushRef="#br0" timeOffset="28490.82">7770 5153 5 0,'-6'-1'250'0,"6"1"-10"16,-12-2-15-16,3 2-14 0,1 2-16 0,-2-1-21 0,0 3-17 16,-2-2-15-16,0 4-14 15,2 1-14-15,-2 0-11 0,-3 5-10 0,1 1-10 16,0 1-6-16,2 0-10 0,1 1-6 0,2 0-3 16,1 1-5-16,4-2 3 0,-1-1-3 0,5-1 3 15,0-2-1-15,0-3 9 0,5 3 4 0,0-3 4 16,3-1-1-16,6-2 6 0,3 1-10 0,2-5-6 15,-1-3-7-15,1 1-2 0,0-2 1 0,0-2 6 16,0-1 8-16,-1 0 7 16,-5-3 1-16,1 3 1 0,-1-3 0 15,-3 2-16-15,-3-3 9 0,0 0-11 0,-2 2-5 0,-1-1-9 16,-1 1-16-16,-3-1-15 0,1 0-25 0,-2 2-27 16,-6 0-23-16,-3 3-26 0,1-2-24 0,-4 2-30 15,2 4-32-15,-2-1-32 0,1-3-60 0,1 3-225 16,-1 0-533-16,5 2 236 0</inkml:trace>
  <inkml:trace contextRef="#ctx0" brushRef="#br0" timeOffset="28822.29">7959 5152 239 0,'11'-2'230'0,"1"2"-13"15,-3 0-17-15,5 0-13 0,-5 0-13 0,4 3-11 0,-3-1-14 16,2 2-11-16,-1 2-11 0,-2 1-11 0,0 2-7 15,0 0-12-15,0 0-5 0,-3 1-9 0,-1 1-5 16,1 5-9-16,-4-5-6 0,1 1-4 0,-2 3-8 16,-1-4 5-16,-1-1-15 0,1 2 2 0,-3-2 5 15,2-3 9-15,0-4 5 0,-1 5 9 0,2-3 21 16,-1-1 18-16,1-2 34 16,0-2 24-16,1 3 27 0,-1-3 26 0,0 0 14 15,0 0-27-15,0 0-26 0,4-10-18 0,-1 5-12 16,2-9-16-16,-3 3-19 0,3 2-11 0,3-5-8 15,0-1-13-15,3 1-7 0,-2-1-11 0,4 2-18 16,-6 0-28-16,5 0-24 0,-3 4-33 0,1-1-31 16,-1 2-51-16,0 0-43 0,0 2-39 0,-1-1-42 15,-2 4-36-15,-2-2-36 0,5 0-63 0,-5 4-266 0,1-2-694 0,-1 1 307 16</inkml:trace>
  <inkml:trace contextRef="#ctx0" brushRef="#br0" timeOffset="29307.03">8556 5146 273 0,'0'0'317'0,"6"1"-25"0,-6-1-18 16,0 0-22-16,3 3-20 0,-3-3-20 0,0 0-23 0,0 0-24 16,2 2-22-16,-2-2-14 0,3 5-11 15,-3-5-10-15,-1 10-14 0,-2-5-7 0,1 5-8 16,-1-2-8-16,-1 1-4 0,0 3-5 0,2-2-11 15,-2 1-3-15,-1-2-5 0,5-1-4 0,-3 0-3 0,2-2-3 0,0 2-4 16,-1-5 0-16,2 2 1 0,0-1 7 0,0-4 28 16,0 5 14-16,0-5 2 0,0 0 11 0,18-8 4 15,-7 3 3-15,-1 1-3 0,2-3 2 0,3 0-5 16,1-4-8-16,-3 2-8 0,6-3-3 0,-2 3-10 16,-2 0-11-16,2 0-2 0,-6 3-1 0,-2 0-6 15,-1 2-9-15,1 1-5 0,-4 0-16 0,0 0 5 0,-1 0-6 0,-4 3-2 16,8 2 0-16,-8-2-6 0,10 5-1 15,-6 0-19-15,-1-1 22 0,0 2 1 0,1 4-2 16,-2-1 1-16,2-1 5 0,1 1-9 0,-4 3-11 0,1-2-13 16,-1 1-2-16,0-1 4 0,1-3 0 0,0 0 0 15,-1-1-3-15,1-4 12 0,-1 3 20 0,0-1 31 16,-1-4-2 0,9-2 1-16,1-3 0 0,-1 1-1 0,3-6 26 15,2 0-1-15,4-2-2 0,-3 2-1 0,2 1-1 16,-1-2-4-16,1 1-5 0,-3 2-3 0,1 0-6 15,-4 3-5-15,-1-1-7 0,1 3-7 0,-2-1-9 16,0 3-3-16,3 1-33 0,-2 0-34 0,-1 3-34 16,2 4-37-16,1 0-88 0,-6 3-76 0,6-1-107 0,-7-1-353 15,3 2-811-15,-6-3 359 0</inkml:trace>
  <inkml:trace contextRef="#ctx0" brushRef="#br0" timeOffset="31528.22">11708 4671 43 0,'0'-26'233'0,"0"-2"-4"15,0 10-3-15,0-1-11 0,3 1-4 0,-3 3-13 16,0 3-7-16,0-2-6 0,0 6-9 0,0 0-8 16,0 2-21-16,0-1-19 0,-3 2 5 0,3 1-33 15,0 4-33-15,0-3-24 16,0 3-5-16,0 0-11 0,-10 21-2 0,5 6-1 16,-3 5-3-16,-6 14-1 0,4 5-3 0,-2 6 1 15,-1 0 15-15,-4 25-1 0,4-26-2 0,3 3-2 16,2-3 0-16,3-2-1 0,-1-1 1 0,1 0-3 15,3-4 4-15,2-13 8 0,-1-3-5 0,2-4 2 16,-1-2-4-16,-1-7-6 0,1-3 1 0,0-5-2 16,0 0-3-16,0-3 7 0,-1-1 6 0,1-3 31 0,-2 0 40 15,2-5 33-15,-1 9 1 0,1-6 12 0,0-3-10 16,-9 0-23-16,9 0-8 0,-19-3-14 0,9-2-5 0,-4 1-3 16,2-1-17-16,2 2-6 0,-3-2-6 0,3 1-8 15,2-1-1-15,-2 2-7 0,5 3-8 0,-1-2 1 16,3 0-4-16,3 2-4 0,-10-4-6 0,10 4-45 15,0 0-14-15,-8-4-31 0,6 4-43 0,2 0-30 0,-3-2-33 16,3 2-37-16,0 0-34 0,0 0-81 0,0 0-306 16,0-8-685-16,0 8 303 0</inkml:trace>
  <inkml:trace contextRef="#ctx0" brushRef="#br0" timeOffset="31873.27">11363 5102 50 0,'0'0'248'0,"-6"0"-20"0,6 0-14 0,0 0-12 0,0 0-15 15,-8 0-17-15,8 0-19 0,0 0-15 0,0 0-7 16,0 0-9-16,26-3-7 0,-7 0-12 15,9-1-8-15,5 0-7 0,7 1-10 0,10-4-7 16,2-2-4-16,-1 1-4 0,-10 4-4 0,-6 0-8 0,0 0-5 16,-4 0-4-16,-1 1-4 0,-9 2-2 0,-7 0-5 15,-1 0-4 1,-4-1-3-16,1 2-1 0,-5-1-1 0,3 1-2 16,-8 0-1-16,9 0-6 0,-9 0 0 0,0 0 0 15,0 0-7-15,0 0-12 0,-17 9-15 0,7-6-18 16,1-1-14-16,-2 0-20 0,-1 2-16 0,3-2-25 15,3-1-41-15,-1 1-74 0,-1-2-128 0,8 0-388 0,0 0 172 0</inkml:trace>
  <inkml:trace contextRef="#ctx0" brushRef="#br0" timeOffset="32176.89">12455 4550 233 0,'0'-4'264'0,"-2"-1"-22"15,2 2-21-15,0 3-27 0,0-5-22 0,0 5-17 16,0 0-19-16,-16 13-13 0,2 2-12 0,-4 9-13 31,-8 4-10-31,-2 16-8 0,-3 5-7 0,1 4-6 16,-15 22 2-16,14-24 3 0,7 4-8 0,1-4-2 0,4 2-7 0,2-5-4 15,7 1 0-15,6-13 7 0,7-2-5 16,-1 1 0-16,11-3-3 0,0-5 2 0,7 0-1 16,4-5-3-16,5-1-3 0,5-5-22 0,3-3-23 15,14-1-49-15,-15-7-58 0,20-2-81 0,-15-3-274 16,-4 0-500-16,4-4 221 0</inkml:trace>
  <inkml:trace contextRef="#ctx0" brushRef="#br0" timeOffset="32746.79">12843 4801 149 0,'5'-4'235'0,"2"2"-22"0,1-2-22 16,1 0-17-16,0 3-17 0,3-2-15 16,-2 2-13-16,-1 3-15 0,2 2-12 0,0 3-4 15,-1 0-9-15,-3 3-9 0,0 2-16 0,-2 2-7 16,0 3-4-16,-5-1-3 0,-1 3-3 0,-3-1-3 15,-5-1-2-15,-1 7-3 16,0-6-2-16,-1-1 0 0,-1-1-5 0,-1 1 1 16,0-2 7-16,2-2 3 0,-1-1 4 0,2-3 2 15,1-4 5-15,5-1 8 0,-1 0 4 0,1 0 20 0,0-2 17 16,-2 0 19-16,6-2 27 0,0 0-16 0,0 0-16 16,0 0-13-16,14-12-12 0,0 3-19 0,3-4 5 15,7-1-6-15,-2-3-10 0,1-1-20 0,2-3 10 16,2 0 5-16,1 1-24 0,-2 1 2 0,-3-1-2 0,-2 3 0 15,-5 5-5-15,-3 3-2 0,-4 1-6 0,1 4-6 16,-5-1-1-16,0-1-3 0,0 3-6 0,-2 2-15 0,1 1-14 0,-4 0-14 16,0 0 8-16,0 0 2 0,7 8 1 0,-12 1 1 15,1 1 5-15,2 2 5 0,-3 0 4 0,1 5 0 16,-1 0 5-16,-1 1 1 0,3 0-2 16,0-2-23-16,1 1-16 0,0 0-20 0,4-1-28 15,-1-4-28-15,1 2-33 0,1-4-40 0,6 0-65 16,-3-2-255-16,5 0-558 0,5-3 247 0</inkml:trace>
  <inkml:trace contextRef="#ctx0" brushRef="#br0" timeOffset="33000.06">13468 5044 163 0,'0'0'315'0,"0"0"-20"0,0 0-26 16,0 0-26-16,0 0-25 0,0 0-21 0,0 0-25 0,0 0-23 15,0 0-13-15,0 0-17 0,-3 6-11 0,2-3-12 0,-4 3-10 16,1 1-6-16,-1 1-6 0,-3 1-10 0,2 3-3 16,-7 0-18-16,4 2-23 0,0 0-24 15,-4-2-30-15,3 1-34 0,-4 0-31 0,5-1-42 0,2-1-61 16,-1-5-192-16,-1 0-426 0,5-3 189 0</inkml:trace>
  <inkml:trace contextRef="#ctx0" brushRef="#br0" timeOffset="33616.56">13626 4791 72 0,'-1'-5'321'0,"-2"1"-28"0,2 0-25 16,1 4-31-16,0-4-26 0,0 4-23 0,0 0-21 16,0-5-15-16,0 5-17 0,0 0-16 0,5 11-9 15,-2-5-11-15,-1 3-11 0,5-2-7 0,-5 5-21 0,7-2-18 16,-4 1-11-16,6 4-14 0,-5-8-6 0,4 4-9 16,-2-2-6-16,1-1-9 0,1 1 3 0,-1-4-5 15,0-1-7-15,2 0-4 0,-3-2 8 0,4-2-2 16,-1-1 3-16,-1 0 3 0,-1-3 1 0,3 0 2 15,-3-5 12 1,1 3 11-16,0-5 7 0,-1 2 9 0,0-5 6 16,0 2 12-16,1-2 12 0,-2 4 3 0,-3-3 8 15,3 3 10-15,-2 1 9 0,-1 2 5 0,-1 1 5 16,0 0-5-16,0 2-9 0,-3-1-11 0,4 3-13 0,-4 0-9 16,-1 2-15-16,7-4-13 0,-7 4-4 0,0 0-5 15,9 11-6-15,-5-2-2 0,1 3 1 0,1 5 0 16,2 7-2-16,-2 2 1 0,1 0 2 0,-5 5-4 15,1 2 7-15,-2 1-7 0,-4 0 0 0,0 0 0 16,-1 2 1-16,-2-2 0 0,0-3-2 0,-4 1 15 16,2-6-12-16,-1-1 0 0,-1-6-2 0,1-5 2 0,0 1 1 0,-1-6 25 15,1-1-17-15,0-3 2 0,-5 0 0 0,5-4-1 16,-4-1 9-16,1-4-8 0,1 2 28 0,0-8 12 16,3 3 7-16,-1-4 12 0,4 0 0 0,1-6-10 15,3 0-4-15,3-7-1 0,2-3-9 0,7-2-10 16,5-5-9-16,11-6 0 0,1-1-2 0,4 2-7 15,-9 9-3 1,4 4 7-16,-1 0-12 0,-1 4-17 0,-1-1 12 16,0 7 3-16,-7 6-14 0,-3 0 10 0,-5 3-4 15,0 2-2-15,-1-2 3 0,-2 5-22 0,-2-2 17 16,1 0-6-16,-2 3 5 0,1 0-4 0,-4 1-12 0,2-6-5 16,-2 6-39-16,4-2-24 0,-4 2-22 15,0 0-10-15,0 0 16 0,0 0-16 0,0 0-13 16,0 0-16-16,-5 10-31 0,4-5-22 0,-2 0-40 0,3 0-59 0,-1-1-198 15,1 1-536-15,0-5 238 0</inkml:trace>
  <inkml:trace contextRef="#ctx0" brushRef="#br0" timeOffset="34834.37">14337 5229 112 0,'0'0'248'0,"0"0"-22"0,0 0-26 0,0 0-22 16,0 0-16-16,0 0-16 0,0 0-21 0,-12 16-1 15,7-11-14-15,-5 6-8 0,1-1-8 0,-3 5-8 16,-3-3-8-16,1 2-20 0,-4 6-39 0,0-3-35 0,-2 0-54 0,3-3-108 16,-1-3-123-16,3-3-326 0,-3-4 145 0</inkml:trace>
  <inkml:trace contextRef="#ctx0" brushRef="#br0" timeOffset="36037.25">14734 4791 36 0,'-1'-11'299'0,"1"6"-14"15,1-2-13-15,-1 0-7 0,0 2-17 0,3-1-6 16,-6 1-17-16,3 1-30 0,3-1-19 0,-3 5-16 16,2-4-27-16,-2 4-17 0,0 0-14 0,0 0-12 15,0 0-4-15,4 14-6 0,-4-2-15 0,0 4-7 16,0 2-6-16,0 7-5 0,0-4-7 0,1 3 1 16,-2 0-2-1,2-4-8-15,2-1 1 0,-2-2-5 0,3 3-5 0,-1-1-1 16,-1-5-3-16,2-2 0 0,0-1 4 0,2 0-6 15,-2-4 2-15,0-1 10 0,1 0 7 16,0-2 17-16,2-2 21 0,4-3 18 0,1 0 5 16,1-3 9-16,3-3-4 0,2 0-5 0,4-9 2 15,-6 5 1-15,-3-4-1 0,2 2-4 0,2-7-9 0,1-1-2 16,-3-1-1-16,-1 2-3 0,-5 5-5 0,4-3 6 0,-8 2-1 16,1 0 5-16,1 6 7 0,-3-2-1 0,1 4 1 15,-3 2-9-15,2 1-7 0,-3-2-10 0,3 4-12 16,-3-2-5-16,1 4-9 0,-2 1-27 0,2-5-26 15,-2 5-21-15,2-3-30 0,-2 3-9 0,0 0 8 16,0 0 8-16,-3 16 4 0,0-6 5 0,0 2 5 16,-1 0 4-16,1-2 2 0,-2 9 5 0,1-1 1 0,3 0 7 0,-1-1 2 31,0-2 1-31,0 2 7 0,2-2 6 0,1-3-7 16,2 0 10-16,-1 0-4 0,1-2 6 0,0-1-2 15,0-3 9-15,3 2-20 0,-2-2 20 0,4-1 7 16,3 1-9-16,-2-3 7 0,4 0 0 0,-3 0-12 15,3-2-13-15,-4-1-23 0,10-1-33 0,-6 2-52 16,1-1-49-16,0-1-59 0,-1 0-64 0,0-1-90 0,1 0-258 0,-3-1-697 16,1 0 310-16</inkml:trace>
  <inkml:trace contextRef="#ctx0" brushRef="#br0" timeOffset="36253.98">15575 5052 308 0,'0'0'322'0,"0"0"-32"16,0 0-37-16,0 0-27 0,5 2-26 0,-5-2-29 16,0 0-15-16,-5 7-16 15,1-2-16-15,-4 2-7 0,-2-1-22 0,-1 7-38 16,-2-2-44-16,0-1-36 0,0 1-52 0,-1 3-59 15,2-2-240-15,3-4-404 0,-3-2 179 0</inkml:trace>
  <inkml:trace contextRef="#ctx0" brushRef="#br0" timeOffset="36805.8">15985 4696 175 0,'0'-5'340'0,"0"5"-25"0,0-6-29 15,0 6-28-15,0-4-23 0,0 4-28 0,0 0-22 16,0 0-26-16,0 0-19 0,0 0-13 0,0 0-15 15,0 0-13-15,-5 12-5 0,3 0-13 0,-1-2-8 16,-1 6-5-16,0-1 5 0,4 2-19 0,-4 3-4 0,2-1 20 0,-1 0-2 16,1 7-12-16,0-8-5 0,1 1-7 0,1-3-1 15,1 0-5-15,1-2-3 0,0-2-1 0,1 0-6 16,1-2 1-16,0 0-3 0,-1-3-1 0,5 0 2 16,-2-3 6-16,2 1 16 0,1-4 8 0,5-1 7 15,0-1-3-15,0-4 21 0,3-1-2 0,1-5-8 16,0 3 14-16,-2-5-5 0,7-4-1 0,-5-1 0 0,1-2-3 0,-2-1-8 15,-1-2-7-15,1 1-4 0,-3-2-5 0,0 3 5 16,-1 3-5-16,-3 2 18 0,-3 5 2 0,-1 2 6 16,-2-2 3-16,0 5 2 0,-2 2-15 15,2-2-6-15,-4 4-11 0,4-3-9 0,-3 2-19 0,-1 3-18 16,3-4-26-16,-3 4-25 0,0 0-20 0,0 0 23 16,0 0 4-1,-9 18 8-15,5-7 2 0,-1 2 6 0,0 3 8 16,-3 1-4-16,4 1 1 0,2 0 2 0,-1 2 3 15,3 1 0-15,3-2 4 0,-1-2-3 0,2 2-11 0,4-3 16 16,-2-2-13-16,3 1-26 0,4-1-34 16,-3-5-49-16,2-3-44 0,3 5-52 0,-1-5-71 15,5 0-89-15,-5-3-256 0,0-3-692 0,-1 0 306 16</inkml:trace>
  <inkml:trace contextRef="#ctx0" brushRef="#br0" timeOffset="37284.32">16564 4878 101 0,'0'0'253'0,"0"0"-23"15,0 0-23-15,13-3-18 0,-8 3-18 16,1 0-16-16,-6 0-19 0,14 2-10 0,-7 1-11 15,-1-1-15-15,2 1-5 0,-2 1-20 0,-1 1-1 0,3 2-6 16,-3 1-6-16,0 1 2 0,-4 1-10 0,-1 0-1 0,0-1-1 16,-1 3-7-16,-3-2 2 0,-1 0-5 0,0 2 5 15,-1 0-4-15,-1-1-4 0,-1-2 1 0,-2 0-2 16,4-2-1-16,-2 0 1 0,3-2 1 0,0 0 8 0,3 0 13 16,-2-2 8-16,1 1 33 0,1-2 12 15,2-2 26-15,-4 3 22 0,4-3 17 0,-3 2 8 16,3-2 2-16,0 0-17 0,0 0-25 0,14-16-17 0,-5 8-11 0,7-3-14 15,-3 0-8-15,3-3-10 0,7-4-13 0,-4 0-8 16,3 1-9-16,0 1-9 0,-7 5 0 0,0-1-16 16,-2 2 6-16,-2 4-2 0,-4 1-4 0,-1-1-4 15,0 2-3-15,-1 1-6 0,-1 0-14 0,0 1-8 16,-1 0-23-16,-3 2-28 0,0 0-15 0,0 0 10 16,0 0 13-1,1 9 5-15,-3-1-3 0,-4 1 2 0,2 2 10 0,0 0 0 16,0 0 6-16,0-1 3 0,1 2 5 0,1 0 1 15,1 1-22-15,1-3-11 0,1 1-22 0,3-2-21 16,1 2-36-16,3-5-43 0,2 1-53 16,3-3-77-16,1 0-328 0,4-3-683 0,3 1 301 15</inkml:trace>
  <inkml:trace contextRef="#ctx0" brushRef="#br0" timeOffset="37500">17216 5032 132 0,'-7'2'341'0,"7"-2"-29"0,0 0-36 16,-2 1-30-16,2-1-27 0,0 0-28 0,-2 6-16 16,0-2-19-16,-1 2-13 0,-2 0-14 0,-2 3-14 15,0 3-6-15,-3 1-10 0,-5 0-17 0,3 4-46 16,-2-3-52-16,1-2-52 0,-2 0-96 0,-2-1-256 15,2 1-453-15,-2-5 202 0</inkml:trace>
  <inkml:trace contextRef="#ctx0" brushRef="#br0" timeOffset="40129.11">17553 4630 53 0,'4'-9'248'0,"-4"-1"-3"0,0 3-8 0,1-4-7 16,3 2-9-16,-3 0-2 0,-1 1-10 0,0 2-7 15,3 1-8-15,-3 1-5 0,1-1-29 0,-1 1-14 16,0 4-16 0,1-5-19-16,-1 5-12 0,3-3-19 0,-3 3-24 0,0 0-9 15,0 0-4-15,-4 17-2 0,0-7-8 0,-2 7-2 16,1 0-3-16,-2 3 2 0,5 4 20 0,-2-5-9 15,-5 7-1-15,8-1-1 0,-3-4-7 0,4-3-4 16,-3-1 2-16,3 1-2 0,3 0-7 0,2-1 1 0,-3-3 1 16,5-5-3-16,-3 4 2 0,1-5 4 0,1 0-3 15,3-2 15-15,0-1 6 0,4-2 10 0,0-2 3 16,0-1 12-16,4-4 5 0,1-4 2 0,0 1 7 16,1-4-3-16,-2-3 4 0,5-3 3 0,-3 1-2 15,1-3-3-15,-2-1 0 0,0-1-7 0,-6 3-4 0,3-5-4 16,-1 0 4-16,-4 6-7 0,1 1-1 15,-1 2 2-15,-5 4 5 0,1-1 0 0,-3 2-3 0,1 4-4 16,0 1-13-16,-3 0-6 0,1-1-5 0,1 2-6 0,-3 3-19 16,4-3-31-16,-4 3-25 0,0 0-15 0,0 0 7 15,0 0 8-15,-2 17-1 0,0-5 1 0,-3 5 13 16,0 2-1-16,2 0 9 0,3 6-3 0,-1-4 4 16,1 4 2-1,2-6 4-15,6 6-5 0,2-1-4 0,-1-7-18 16,8 4-45-16,-2-6-17 0,-1-2-49 0,4-1-56 15,0-3-66-15,9-1-88 0,-12-3-294 0,7-1-710 0,-4-4 315 16</inkml:trace>
  <inkml:trace contextRef="#ctx0" brushRef="#br0" timeOffset="40761.71">18189 4774 236 0,'0'0'338'0,"-5"-3"-16"15,5 3-22-15,-1-3-29 0,1 3-24 0,-3-5-27 16,3 5-11 0,0 0-30-16,0 0-22 0,0 0-11 0,0 0-18 15,0 0-13-15,0 0-16 0,0 0-8 0,17 5-16 16,-8-2-21-16,-4 1-20 0,0 4-11 0,3 1-12 0,1 0-9 15,-3-1-12-15,-2 4-11 0,4-5-8 0,1 3-6 16,-4 0-3-16,0-2-3 0,-1-1-2 0,0-2 6 16,-1 1 2-16,-1 0 1 0,0-2 9 0,3-2 2 15,-1-1 11-15,-4-1 3 0,8-1-5 0,-8 1 13 0,10-4 14 16,-5-1 9-16,1 0 5 0,0 0 8 0,0 1 4 16,-1-2 11-16,0 2 10 0,-1-1 17 0,1 2 7 15,-1-3-16-15,1 5 0 0,-5-1-12 0,0 2-11 16,5-5-8-16,-5 5-4 0,0 0-5 0,0 0 0 15,11 7-12-15,-6 1-2 0,-2 1-7 0,1 4-3 16,-4 3 9-16,4 2-9 0,-4 8 1 0,0 0 0 0,-2 1-2 0,-1-1 2 16,-5 1-1-16,2 3 4 0,-3-4-3 0,-1-3-2 15,-2 2 0-15,1-4 1 0,3-3 2 0,-3-1-2 32,2-3-2-32,1-4 0 0,3-5 2 0,-1 3 7 0,0 1 22 0,1-7 23 15,3 1 5-15,2-3 7 0,0 0 11 0,-12-9 11 0,10 1 3 16,3-2-9-16,0-2-8 15,7-5-11-15,5-7-6 0,8 0-8 0,4-3-6 16,7-9-7-16,2 0-6 0,2 1 0 0,0-1-5 16,6 2-1-16,-18 10-3 0,14-5-8 0,-9 9-2 15,-4 2 8-15,-2 2 17 0,-5 7 10 0,-4-3 16 0,-4 7 2 16,-1 1-12-16,-4-1 3 0,1 2-6 16,0-1-10-16,-4 2-6 0,-2 2-5 0,4-4-19 15,-1 2-24-15,-3 2-32 0,4-2-23 0,-4 2-44 0,0 0 17 0,0 0-13 16,0 0-30-16,-2 13-35 0,-2-9-41 0,1 2-52 15,0 0-70-15,-1-1-292 0,4 1-680 0,0-6 301 16</inkml:trace>
  <inkml:trace contextRef="#ctx0" brushRef="#br0" timeOffset="41778.68">19481 4500 187 0,'0'0'285'0,"0"-8"-20"0,0 8-23 0,2-3-25 0,-2 3-25 0,0 0-26 16,0 0-19-16,0 0-15 0,0 0-11 0,0 0-17 16,0 0-11-16,-2 25-4 0,1-6-12 0,-3 3-7 15,0-2-5-15,1 4-6 0,0 2-7 0,0 0 3 16,2 2-13-16,-3-2-2 0,4 1-3 0,0-1-6 15,2-6-4-15,0-2-2 0,2 2 1 0,-1-3-4 16,-1-4 1 0,3-3-1-16,-1 1 1 0,1-3 17 0,0 1 19 0,-2-3 23 15,-1-1 41-15,5-2 5 0,0-3 14 0,1-2 3 16,1-2-2-16,5-2 4 0,0-2-4 0,1-3-2 16,0-3-8-16,4-5-10 0,0-1-8 0,-3-2-15 15,2 0-8-15,-2-2-5 0,1-2-18 0,0-1 1 16,-3 2-3-16,3-2-7 0,-6-1-3 0,2 0-7 15,-1 3 1-15,-1 0-2 0,-2 8 30 0,-5 4 2 0,-1 4 0 16,2 0-7-16,-2 2-9 0,0 2-6 0,-1 0-9 16,0 1-18-16,0 1-13 0,-2-1-19 0,0 4-27 0,2-3-24 15,-2 3-5-15,0 0-7 0,0 0 7 16,-3 14 4-16,0-1 8 0,-2 5 5 0,0 2 2 16,2 0 2-16,0 0 6 0,0 5 6 0,2 0-18 15,1-6 9-15,1 2 18 0,3 3 0 0,1-6 6 0,3-1 2 0,2 0 5 16,4-3 3-16,3-1-2 0,10 1-19 0,2-4-33 15,4-1-47-15,3-4-60 0,0-2-59 0,-1-2-65 16,3-5-92-16,-6 2-303 0,-2-5-733 0,0 2 326 16</inkml:trace>
  <inkml:trace contextRef="#ctx0" brushRef="#br0" timeOffset="42317.67">20212 4707 252 0,'0'0'361'0,"0"0"-22"0,0 0-21 16,-1-4-39-16,1 4-31 0,0 0-27 0,0 0-24 15,0 0-25-15,0 0-17 0,0 0-6 0,0 0-24 0,0 0-9 16,-3 17-15-16,3-10-12 0,-1 2-7 0,1 4-7 15,-4 1-11-15,2-2-3 0,1 5-5 0,-3 0-11 0,1-1-1 16,-1-2-1-16,4-3-9 0,-1 1 1 0,0-4-5 16,-2-1-8-16,3 0 7 0,0-4-6 0,0 2 5 15,0-1 0-15,0-4 25 0,0 5 37 0,0-5 3 16,0 0-12-16,0 0-5 0,19-11-6 0,-7 3-8 16,2-1 5-16,-1 0-1 0,-3 0-8 0,4-4-6 0,-1 5-1 15,2-5-6-15,-5 8 5 0,-1-4-19 0,0 3-2 0,1 1-4 16,-5 1-1-16,-1 2-3 0,4-1-1 0,-4-1-4 15,0 1-8-15,-2 3-18 0,-2 0-16 0,9 0-2 16,-9 0-25-16,9 4-8 0,-5-1-25 0,1 2-25 16,1 0-31-16,-2 2-35 0,0 0-32 0,1 1-47 15,-1-1-37-15,-1 2-284 0,0-5-623 0,0 3 276 16</inkml:trace>
  <inkml:trace contextRef="#ctx0" brushRef="#br0" timeOffset="42680.78">20512 4739 20 0,'0'-4'337'15,"2"1"-9"-15,0-1-12 0,-2 4-18 0,0-5-30 0,0 5-30 0,0 0-23 16,0-3-28-16,0 3-28 0,0 0-14 0,0 0-15 16,0 0-11-16,0 0-12 0,0 0-13 0,3 14-9 15,-2-8-5-15,0 0-9 0,-1 2-10 0,2 4 20 16,-1-3-1-16,-1 3-8 0,0-2-5 0,-3 2-9 15,2 0-6-15,1-3-5 0,0-1-7 0,-1-4 1 16,1 4 1 0,-1-3-12-16,1-3 3 0,0 3-4 0,0-5 2 15,0 5 30-15,0-5 42 0,0 0 11 0,0 0-9 16,11-2-11-16,-1-6-6 0,-1 4-3 0,4-2-8 0,1-3 1 16,3-1-13-16,-3 1-4 0,1-1-6 0,3 1-3 15,-8 1-8-15,4 2-4 0,-3 0 3 16,-1 4-8-16,-3-2-9 0,0 1-2 0,-2 1-1 15,-3 1-15-15,4-1-13 0,-6 2-12 0,10-3-5 0,-10 3-15 0,7 5-11 16,-3 0-39-16,1 0-24 0,-1 0-35 0,-2 2-25 16,1-1-38-16,0 3-34 0,1 2-40 0,0-3-60 15,-2 2-244-15,-1-5-636 0,3 3 282 0</inkml:trace>
  <inkml:trace contextRef="#ctx0" brushRef="#br0" timeOffset="42865.74">21087 4868 168 0,'0'0'282'0,"0"0"-29"0,8 3-30 0,-8-3-6 16,-4 7-11-16,0-1-21 0,-2 1-15 0,0 4-16 15,-3 3-13-15,-3 0-16 0,-2 1-19 0,5 1-44 16,-6-2-56-16,3 2-69 0,3-1-90 0,-2-1-194 15,2-5-377-15,0-3 167 0</inkml:trace>
  <inkml:trace contextRef="#ctx0" brushRef="#br0" timeOffset="43798.53">21586 4437 66 0,'0'-5'284'0,"1"2"-18"16,0-1-10-16,-1 4-10 0,3-4-16 0,-3 4-21 0,0-4-25 15,0 4-17-15,0 0-21 0,3-4-14 16,-3 4-16-16,0 0-17 0,0 0-11 0,0 0-10 15,5 12-6-15,-5-2-6 0,0 1-6 0,-5 6-4 16,2 8-4-16,0 4-6 16,0-3-2-16,-4 2-5 0,2 0-4 0,-2 3-1 15,1 0-7-15,3-3 0 0,0 1 0 0,-1-2-2 16,4-9-4-16,0-1 1 0,3-1-3 0,-2 0 0 16,0-4-2-16,2-2 17 0,-1-2 13 0,4 0 21 15,1-2 18-15,2-2 13 0,5-1 2 0,3-4-2 16,3-4-3-16,-2 1-5 0,1-2 0 0,3-3 3 15,-4-1 13-15,6-4-20 0,-1-3-8 0,-7 4 3 0,4-5 7 0,0 1-9 16,-2-3-7-16,0-3 1 0,-4 1-11 0,4-1-4 16,-8 0-3-16,3 1-1 0,-4 2 0 0,0 6 6 15,-4 2-3-15,1 2 15 0,-3 2-3 0,-2 2-7 16,3-2-8-16,-1 6-9 0,-2-1-18 0,2 0-28 16,-3 3-22-16,0 0-25 0,0 0 3 0,0 0 8 15,0 0 0 1,-7 20 8-16,3-10 5 0,0 2-2 0,1 5 3 15,0 2 4-15,3 7 7 0,-1-1-10 0,1-5-17 16,5 4-26-16,0-5-20 0,0-1-35 0,2 0-31 0,-1-1-29 16,3-1-53-16,-4-6-53 0,5 3-71 0,-2-6-270 15,2 2-678-15,-2-5 300 0</inkml:trace>
  <inkml:trace contextRef="#ctx0" brushRef="#br0" timeOffset="44199.49">22121 4752 302 0,'0'0'328'0,"7"-2"-25"0,-7 2-39 0,6-4-23 0,-6 4-27 16,9 3-24-16,-1-3-22 0,-3 2-16 0,1 0-14 16,1 3-17-16,1 0-10 0,0 1-11 0,-1 3-10 15,-2-3-11-15,1 5-7 0,-1-2-6 0,-1-1-7 16,-1 4-6-16,-2-1-4 0,-1 1-4 0,-1-3-6 31,-1 2-1-31,-2-4-2 0,3 1-8 0,-3-3 0 0,3 2-3 16,0-2-2-16,0-2 2 0,-1 1 14 0,2-1 22 0,0-3 31 15,-1 4 40-15,1-4 27 0,0 0 34 16,0 0-18-16,0 0-19 0,9-11-18 0,-3 1-11 16,2 2-16-16,0-6-11 0,6-1-8 0,-1-1-13 0,0 2-6 15,4 0-9-15,-3 3-8 0,0-3-9 0,-2 3-3 16,-2 4-6-16,-4 0-1 0,2 2-9 0,-3 1-2 15,0 1-11-15,0 0-14 0,-2 0-17 0,1 2-17 0,-4 1-5 16,0 0 6-16,7 4 1 0,-4 2-4 0,0 0-18 16,0 2-15-16,0 0-11 0,-1 1-30 0,2 0-24 15,-2 1-35-15,-2 2-31 0,1-2-37 0,-1 1-34 16,1-5-48-16,-2 1-291 0,2 0-660 0,0-5 292 16</inkml:trace>
  <inkml:trace contextRef="#ctx0" brushRef="#br0" timeOffset="44737.18">22553 4671 298 0,'3'-3'321'0,"-3"-1"-29"16,1-1-29-16,-1 5-27 0,1-2-32 0,-1 2-16 16,0 0-22-16,0 0-22 0,0 0-12 0,0 0-11 0,7 9-11 0,-6-7-12 15,-1 5-11-15,6 2-13 0,-6-5-15 0,7 6-16 16,-3-1-10-16,-2-2-8 0,3 1-7 0,-1-2-6 15,0 0-2-15,4 0 3 0,-5-3-2 0,1 0 0 16,3 0-4-16,-2-2-2 0,2-1 0 0,-7 0 2 16,14-4-3-16,-7-1 3 0,3-1 3 0,0 0 9 15,-1-1 11 1,-1-1 12-16,1-1 4 0,1 1 7 0,-1-1 3 16,-1 2 11-16,-1-1 3 0,1 1 17 0,-3 2-16 15,0 1-5-15,3-1-7 0,-6 4-10 0,2-1-5 16,-4 2-9-16,8-2-6 0,-8 2-2 0,10 8 8 15,-5 1-15-15,3 1 2 0,-3 4 4 0,0 4-1 16,-2 10-18-16,-2-1 6 0,-3 3 0 0,-5 3-2 16,2-1 0-16,-3 3-1 0,-3-1-2 0,-2 0-1 0,-3-1 1 0,0-1 0 15,2-4 4-15,1-5-7 0,4-6-2 0,-1 0 4 16,2-5 0-16,3-2 4 0,1 0 0 0,1-6 42 16,0 1 27-16,-1-2 32 0,4-3-13 0,0 0-3 15,-6-11-4-15,6 3-2 0,3-2-8 0,0-7-3 16,6-2-10-16,1-6-6 0,4-2-9 0,1-2-6 15,10-11-6-15,-7 9 2 0,15-5-11 0,-10 7-17 0,0 0 11 0,3 4-3 16,-2 0-5-16,-3 3-8 0,0 3 8 16,-7 7-2-16,0 1-4 0,-5 3-1 0,1 1-8 15,-2-1 2-15,-4 5-4 0,1-1 2 0,-1 2-64 0,-4 2-7 16,5-5-45-16,-5 5-1 0,8 6 9 0,-8-6-18 16,0 8-28-16,-3-2-31 0,3 1-31 0,-5 0-30 15,4 2-57 1,-2-1-333-16,3 0-685 0,-1-2 302 0</inkml:trace>
  <inkml:trace contextRef="#ctx0" brushRef="#br0" timeOffset="45137.2">23413 4834 212 0,'0'0'311'0,"-10"0"-33"0,2 1-27 16,3 2-28-16,-5 0-23 0,-3 4-17 15,-3 2-19-15,0 5-18 0,-2-1-9 0,4 1-25 0,-5 1-40 16,4 0-50-16,2-1-52 0,0 3-62 0,-1-5-74 15,5-2-172-15,4 0-365 0,1-8 162 0</inkml:trace>
  <inkml:trace contextRef="#ctx0" brushRef="#br0" timeOffset="45699.75">23711 4394 330 0,'3'-3'315'16,"-2"-3"-6"-16,0 2-5 0,2 1-17 0,-3 3-14 15,1-7-19-15,3 7-22 0,-4 0-36 0,2-4-24 16,-2 4-23-16,0 0-28 0,0 0-11 0,0 0-15 16,-1 11-10-16,0-4 6 0,-2 3-22 0,1 3-7 15,-3 3-10-15,1 9-3 16,1 4 9-16,-3-1-17 0,0 0-6 0,5-2 4 16,-1 0-11-16,1-1-3 0,2-3 0 0,4-4 3 15,-3-1-7-15,5 1 19 0,-1-2-24 0,-1-4 4 16,2-2 10-16,-1 0-12 0,2-4 7 0,-1 3 14 15,5-5-2-15,-1-3 6 0,2 1 4 0,6-5 9 16,0-1-3-16,-2-3 7 0,2-1 1 0,-2-2 2 16,1-3 2-16,-2 2-7 0,-2-4-4 0,7-4-7 0,-4-5 2 0,0 2-10 15,0-5-2-15,0 1-4 0,-2-3 1 0,0 3-3 16,-1-2-3-16,0 3 11 0,-3 8 33 16,-6-1 3-16,2 4 7 0,-3 4 6 0,0-1-7 15,-3 5-5-15,1-1-14 0,0 2-12 0,1 1-29 0,-2 0-25 16,-1 4-33-16,0 0 2 0,0 0 6 0,-4 15 2 15,-1-5 1-15,-3 7 7 0,-2 1 0 0,1 5 5 0,-1 6-16 16,1 0 19-16,1 2 5 0,3-1-1 0,4 0 4 16,-2-4-21-16,3 3-19 0,3-5-24 0,0-5-36 15,3-1-45-15,0-2-61 0,3-2-70 0,0-5-116 16,0-2-281-16,4-1-730 0,0-6 323 0</inkml:trace>
  <inkml:trace contextRef="#ctx0" brushRef="#br0" timeOffset="46538.97">24345 4536 234 0,'0'-3'354'0,"0"3"-22"0,2-5-5 0,-2 1-20 15,0 4-24-15,2-3-31 0,-2 3-27 0,1-5-24 16,-1 5-16-16,0 0-23 0,0 0-21 0,0 0-30 15,0 0-15-15,0 0-39 0,0 0-6 0,0 0-7 16,0 0-5-16,8 10-7 0,-7-6-10 0,0 0-8 16,3 0-6-16,-2-1-5 0,1 1 0 0,1-1-3 0,-3-1 2 15,3 3 0-15,0-3-3 0,1-1 3 0,1-1 2 16,-6 0-5-16,14-2 3 0,-8 1-4 0,4-1 5 16,-1-3 1-16,0 0 0 0,0 0-2 15,1-2 12-15,-4-1 1 16,3 3 9-16,1-2 17 0,2-2-6 0,-6 3 12 0,-1-1 1 15,3 3 2-15,-3 2-2 0,-4-1-6 16,3 1-5-16,0-2-3 0,-4 4-13 0,4-3-16 16,-4 3-13-16,0 0 1 0,5 7-8 0,-4-2 2 15,3 4 0-15,-1 1 4 0,-2 4 3 0,-1 4-1 0,-1 6-4 16,-2 2 10-16,-3 1 11 0,2-1-14 16,-4 5 1-16,2-1 4 0,-1 0 1 0,-4-1-5 0,2 0 4 0,-4-3-1 15,3 0 3-15,-3-2-2 0,4-9-2 0,0-1 7 16,0-3-1-16,3-2-4 0,-3 0-1 0,1-4 4 0,3 0-6 15,-1 0 45-15,-2-5 11 0,1 1 5 0,-1-2 17 16,1-4 11-16,0-1 8 0,2-2 7 0,0 0 8 16,3-2-5-16,2-4-2 0,2 0-10 0,1-4-6 15,3-1-5 1,5-7-9-16,2 1-10 0,5 0-5 0,0 0-10 16,5 0-1-16,-4 4-2 0,0 1-5 0,-4 5-1 15,-1 4 1-15,4-4-13 0,-5 6 0 0,-3 1-4 16,2 1-6-16,-3 2 1 0,-3 1-3 0,-1 2 0 15,-1-2-30-15,0 2-36 0,0-2-53 0,-4 4-63 0,6-2-20 16,-6 2-21-16,0 0-27 0,0 0-29 0,0 0-37 16,0 12-68-16,0-12-246 0,0 0-666 0,-4 6 296 0</inkml:trace>
  <inkml:trace contextRef="#ctx0" brushRef="#br0" timeOffset="47087.43">24783 4502 340 0,'1'-2'347'0,"-1"2"-13"0,4-4-32 16,-4 4-39-16,0-4-25 0,0 4-23 0,0 0-24 15,0 0-26-15,0 0-18 0,0 0-17 16,0 0-10-16,0 0-22 0,0 0-8 0,6 12-15 16,-4-7-16-16,2 3-11 0,-2-4-12 0,1 4-3 15,-1-2-10 1,1 1-8-16,-2-3-2 0,2 0 1 0,2-2-1 15,-3 1 0-15,3-2-4 0,-5-1 0 0,8 0-2 0,-8 0 0 0,9-3 1 16,-3-2-2-16,0 0 3 0,1-3 2 0,0 2 5 16,-1-2 5-16,0 0 5 0,-2 1 7 0,5 1 6 15,-4-3 13-15,1 3 2 0,-2 3 8 0,0-1-1 16,0 0-8-16,0 0-7 0,-3 1-3 0,3 2-19 16,-4 1-10-16,4-3-6 0,-4 3-6 0,0 0-2 0,1 10 0 15,2-3-5-15,-6 1 1 0,3 5 7 0,0 7-9 16,0-3 7-16,-6 10 0 0,3-1 2 0,-1-1-3 15,1 1 0 1,-3 3 5-16,0-3-1 0,-1-1 12 0,1-1-20 16,1-4 5-16,-4-2 5 0,4-1-3 0,-1 0 2 0,1-7-4 0,1 0 5 15,-1-3 0-15,3 0 5 0,-3-3 6 16,3 2 5-16,-2-4 29 0,4-2-3 0,-9-2-4 16,4-4 9-16,1 0 16 0,-1-3 20 0,3 2 14 15,0-6-9-15,4 1 10 0,-1-5-7 0,4-1-6 16,0 0-8-16,5-7-8 0,5 0-7 0,0 2-10 15,4-3-7-15,-3 6-4 0,7-1-3 0,-1 0-2 16,-3 3-11-16,3 1-3 0,-6 7-1 0,1 1 0 16,0 2-9-16,-1 1-6 0,1-1-12 0,-5 3-28 0,0 0-34 0,-3 2-46 15,1 0-49-15,-1 0-38 0,-1 2-41 0,-3 2-40 16,-5-2-56-16,9 2-351 0,-9-2-739 16,0 0 327-16</inkml:trace>
  <inkml:trace contextRef="#ctx0" brushRef="#br0" timeOffset="47419">25255 4163 45 0,'2'-7'348'0,"2"-3"-32"15,-1 5-29-15,-1 1-30 0,1-1-30 0,2 5-21 16,-5 0-19-16,14 6-13 0,-5 2-14 0,7 9-16 0,1 5-15 0,-2 9-10 15,-2 3-10-15,6 12-4 0,-6 5-1 0,-3 7-16 16,-5 0-7-16,-7 25-4 0,-2-30-5 0,-5 5-9 16,0-4-2-16,-4-2-6 0,-5-1-5 0,-1-8-6 15,5-8-2-15,-5-3-5 0,0-2-3 0,-3-3 2 16,2-4-7-16,-1-3 15 0,-2-2 5 0,3-1-5 16,3-6 8-16,2-2-2 0,-2 0-8 0,3-2 1 0,3 0-7 15,2-5 0-15,0 5-4 0,4-4 1 0,-2 1-6 16,3-1-2-16,0-3-2 0,1 3-2 0,3-3 2 15,0 0-4-15,-8 1-14 0,8-1-21 0,0 0-29 16,0 0-52-16,0 0-68 0,0 0-70 0,22-4-99 0,-12 1-233 16,3-3-614-16,2-2 273 0</inkml:trace>
  <inkml:trace contextRef="#ctx0" brushRef="#br0" timeOffset="47873.78">26095 4440 287 0,'0'0'363'0,"0"0"-20"16,-2-4-28-16,2 4-31 0,0 0-31 0,6-7-27 16,-1 3-8-16,6 2-38 0,4-3-11 0,4 1-35 0,9 1-43 15,0 2-47-15,4-2-51 0,-5 3-49 0,5-1-74 16,0 0-87-16,-3-2-200 0,-2 1-450 0,-4 2 199 15</inkml:trace>
  <inkml:trace contextRef="#ctx0" brushRef="#br0" timeOffset="48043.4">26140 4567 112 0,'-4'3'208'0,"3"-1"9"0,1-2 3 15,5 5-14-15,5-3-20 0,9-1-16 0,8 1-18 16,8 0-14-16,-2-2-33 0,8 0-37 0,-3 1-49 16,1 0-54-16,13-3-95 0,-15-3-143 0,1 1-296 0,2 2 131 15</inkml:trace>
  <inkml:trace contextRef="#ctx0" brushRef="#br0" timeOffset="49546.21">27759 4175 46 0,'0'0'122'0,"-4"-7"-9"0,4 5-12 16,0 2-9-16,-4-3-4 0,4 3-20 0,-1-4 9 16,1 4-10-16,-5-3-8 0,5 3-3 0,-8-3 1 0,4 1-5 15,0 0-5-15,-3 2 6 0,-1-3-9 0,-1 2-7 16,-3 1 2-16,0-2-1 0,-2 1 2 0,1 0-2 0,0 1 6 15,-4 1-3-15,-1 0-2 0,1 2 1 0,3-3 4 16,0 3 0-16,0-2-3 0,1 3-4 0,0-1-1 16,-2 3 1-16,-2 2-11 0,2 3 6 0,2-4 0 15,-1 4-7-15,0 1 3 0,2 0-2 0,-1 2-1 16,0 1 3-16,1-1 3 0,1 3 0 0,1-1 0 16,-2 1-5-1,6 0 3-15,-4 1 2 0,3 1-3 0,1-2-1 16,-1 1-2-16,3 0 6 0,3 1-2 0,1-1 5 15,0 1-1-15,1-2 6 0,2 3 0 0,-2-2-2 16,3-1 9-16,1-2 3 0,3 2 8 0,-2-8 4 0,3 5 11 16,-1-4 7-16,6 3 2 0,-5-5 0 15,5 4-1-15,3-5 2 0,-2 2 3 0,-2-4-2 16,14-1 3-16,-7 1 2 0,8-1-5 0,3-4 9 0,-2-1 4 0,2-3-1 16,1-4 2-16,0-2-13 0,-1-2 2 0,4-4-3 15,1-1-6-15,6-12-9 0,0 3-9 0,-13 3-4 16,-1-2 0-16,-3-1-16 0,2 0-9 0,-7-1-15 15,-8-2-16-15,-3 0-21 0,-4-1-28 0,-8 1-29 16,-8 1-28-16,-6 1-39 0,-7 3-41 0,-9 2-50 16,-12-5-107-16,-5 4-229 0,-5 0-619 0,4 2 275 0</inkml:trace>
  <inkml:trace contextRef="#ctx0" brushRef="#br0" timeOffset="75065.67">2608 7711 171 0,'2'-3'222'16,"-2"3"-5"-16,0 0-8 0,0 0-15 0,0-5-7 0,0 5-16 15,0-5-13-15,0 5-10 0,0 0-15 0,0 0-8 31,0 0-13-31,0 0-13 0,0 0-10 0,0 0-10 0,0 0-12 16,0 0-7-16,0 0-12 0,0 0-13 0,0 0-3 16,0 0-6-16,-9 10 1 0,-1-6-3 0,-3 8 0 15,-2 0-5-15,-7 5 14 0,-1 1-2 16,-5 1-1-16,0 1-6 0,2 1-3 0,1 4-4 0,-1-4-2 0,3-1 2 0,3 2-3 16,-1 1-3-16,6-3 0 0,3-3 3 15,2-2-5-15,1 1-4 0,2 1 0 0,3-7 0 16,-1 4 1-16,4-2-2 0,2 0 0 0,1-1 1 15,3 0 3-15,6 3-3 0,1-3 2 0,5-1 2 0,2-1-4 16,7 6 2-16,1-3-3 0,-1-1 3 0,0 0-2 16,3 2-1-16,-3-2 2 0,-2 0-3 0,-6-3-1 0,-3 2-1 15,2-1 1-15,-3 2-1 0,-6-2-2 0,-2-1 1 16,1 1-1-16,-5 0 0 0,-1-1 2 0,-2 1 1 16,-8 3 10-16,0-2-3 0,-6 2 1 0,-3-3 4 15,-4 2 7-15,-5-1 1 0,2-1 0 0,4-2 7 16,0-2 3-16,-7 2-1 0,6-3 0 0,5-4 3 15,2 3-6-15,3-2-1 16,2 1-3-16,3-2 3 0,1 1-4 0,6-1-8 16,-9 0-12-16,9 0-18 0,0 0-47 0,-1-5-39 15,1 5-41-15,18-6-44 0,1-1-61 0,8-3-202 16,4 5-487-16,-3-2 215 0</inkml:trace>
  <inkml:trace contextRef="#ctx0" brushRef="#br0" timeOffset="75605.03">2923 8285 183 0,'0'0'250'0,"0"0"-17"0,0 0-17 15,-6-2-12-15,6 2-12 0,0 0-13 0,0 0-14 0,0 0-20 16,0 0-14-16,0 0-8 0,0 0-17 0,0 0-8 16,0 0-8-16,0 0-12 0,23-3-6 15,-12 0-3-15,3 0-7 0,-1-1-11 0,1 2-4 16,-1-3-3-16,1 0-2 0,4-1-1 0,-5 1 4 0,-1-2 7 0,3 0 6 16,1-1 6-16,-7 1 13 0,4 0 7 0,-3-1 9 15,-2 1 7-15,0 0 22 0,0-1-11 0,-1 1-2 16,-5 1-9-16,1 1-4 0,-2-1-1 0,-2 0-9 15,1 1-17-15,0-1-8 0,-5 2-16 0,0 1 5 16,-3 2-13-16,-5 0-29 0,0 1 28 0,-6 4-18 16,-2 1-5-16,-10 4 3 0,0 3-1 0,2 2-10 0,0 2-3 0,0 1 0 15,5 3-3-15,0 0 6 0,3 2 3 0,7 0-11 16,3-6-11-16,2 4-3 0,5-2-5 0,3 1 3 16,2-2-6-16,4 1 4 0,4-1 1 0,11-1 7 15,-2-2 4-15,0-5 6 0,12 0-2 0,0-4 2 16,2 2-3-16,3-3 0 0,3-3 4 0,-3 2 6 15,-1-3-3-15,-2 0-1 16,-4 0 0-16,-8 0 3 0,1 0-2 16,-7 0-1-16,-5-3 16 0,0 3 24 0,-1 0 6 15,-2 0 13-15,-6 0 3 0,8 0 7 0,-8 0-3 0,0 0-2 16,6-1-12-16,-6 1-8 0,4-3-25 0,-4 3-15 16,0 0-52-16,0 0-30 0,0 0-46 0,-9-6-44 15,9 6-39-15,0 0-49 0,-13-2-59 16,7-3-297-16,6 5-662 0,-8 0 293 0</inkml:trace>
  <inkml:trace contextRef="#ctx0" brushRef="#br0" timeOffset="76439.63">3653 8194 81 0,'-7'-2'225'0,"7"2"-11"0,0 0-14 0,0 0-14 16,0 0-17-16,0 0-14 0,0 0-17 0,0 0-17 15,0 0-11-15,0 0-12 0,0 0-8 0,0 0-4 16,0 0-11-16,0 0-7 0,18-5-9 0,-9 4-4 16,3-3-7-1,-2 3-5-15,2-2 0 0,-1 2-6 0,2-2-4 16,-2-3-3-16,1 3 2 0,-2-2-1 0,2 2 2 0,-1-1 5 16,-1-1 5-16,-1 0 7 0,-1 2 14 0,-2-1 17 15,-1 1 6-15,-1 2 9 0,0-1 3 0,-4 2 0 16,4-4-7-16,-4 4-7 0,4-4-12 15,-4 4-19-15,0 0-14 0,0 0-11 0,-13 0 0 16,13 0 4-16,-20 4-12 0,7 0-4 0,-6 1-1 0,-1 0 1 0,-7 6-5 16,1-1 0-16,-1 3-4 0,0-2-3 0,0 1-2 15,10-1 0-15,-4 5-1 0,5-3-1 0,1 1-1 16,2-1-1-16,2 2 1 0,1 2-1 0,3-2-1 16,2 1-5-16,1-3 1 0,6-2 0 0,5 6 3 0,3-4-3 15,7 1 4-15,1-4 3 0,11 0 0 0,6-1-3 16,3-6 4-16,15-1 1 0,-13-2-3 0,14-2-3 0,1-1-1 15,3-6 1-15,-6 1-1 0,-2-6-4 0,-12 4 3 16,-5 0 2-16,2-2 3 0,-4-2 2 0,-3 4-5 16,-3-3 5-16,-8 2-4 0,-2 1 6 0,-5 1 7 15,-2 1 8-15,0 1 1 0,-2-2 8 0,-5 3 0 16,2 2-4-16,-3-4-5 0,-4 3 1 0,-5 3-9 16,-1-3-2-16,-2 5 0 15,-7 0-6-15,0 2 1 0,-4 1-2 0,1 0-1 16,-4 6-4-16,-1-1 2 0,9 1 0 0,0 0 2 15,0 0-3-15,4 0-3 0,1 4 1 0,3-4-10 16,4 0-5-16,0 0 1 0,4-1 2 0,3 4 2 16,3-5 5-16,4 0 1 0,4-3 1 0,9 0-1 15,7 0 4-15,4-3 2 0,0-2-1 0,4-3-1 16,-2 0-3-16,1 0 2 0,-2-2-4 0,-5-5 5 0,3 2-7 0,-11 2 6 16,-2-3 0-16,-1 1 0 0,-4 0 4 0,-4 1 2 15,-1-2-6-15,-1 0 4 0,-3 0 2 0,-3 2 5 16,0-2-3-16,-3 3 1 0,-1-1-1 0,-3-1-1 0,0 4-9 15,-4 0 9-15,0 0-10 0,0 1 2 16,-4 0-8-16,4 1-6 0,-4 2-7 0,2 0-17 16,3 2-20-1,-2-1-22-15,-1 1-27 0,7 2-28 0,-4-1-37 16,4 0-27-16,1 1-66 0,-1-1-139 0,5 2-445 16,0-4 197-16</inkml:trace>
  <inkml:trace contextRef="#ctx0" brushRef="#br0" timeOffset="77325.64">4532 8219 148 0,'0'0'344'0,"4"-3"-20"0,1 2-23 0,-5 1-22 16,0 0-27-16,0 0-28 0,0 0-21 0,5-2-26 16,-5 2-19-16,0 0-23 0,0 0-9 0,1 6-16 15,-1-6-9-15,-1 9-11 0,1-4-7 0,-1 5-11 0,-2-1-5 16,2 2-9-1,-4 1-5-15,5-1 1 0,-3 1-4 0,2-2-13 16,1 0-3-16,0 0-3 0,0-1-2 0,0-2-1 16,0-4-4-16,0 3 5 0,0-1-6 0,0-2 20 15,0-3 26-15,0 0 12 0,5 4 5 0,-5-4-1 16,17-7-6-16,-8 0-2 0,2 1-7 0,2-4-8 16,0 3-1-16,1-6-5 0,0 1-5 0,1 1-5 15,1-2-3-15,-2 1-9 0,-3 2-1 0,-1 0-1 0,-1 3-8 0,-1 0 1 16,-6 2 9-16,6 2-22 0,-3-1 7 15,-4 3-4-15,3-3-10 0,0 3-4 0,-4 1-28 0,4-4-19 16,-4 4 1-16,0 0-1 0,0 0 6 0,1 13 14 16,-1-9-2-16,3 5-1 0,-2-1 4 0,3-1 11 15,1 4-15-15,4 1 3 0,5-1 4 0,3 2-6 16,8 2-4-16,5-5-1 0,1 1-10 0,5-1 6 0,1-2 4 0,17-5-10 16,0-1 2-16,-3 1 0 0,4-3 3 0,-3-3 8 15,-1-4 2-15,-14 2 2 0,-1-2 0 0,-4-1 9 16,-1 1 8-16,-11 1 23 0,-2-4 7 15,-5 5 11-15,-3-2 3 0,-1 0 16 0,-4 1 6 0,0-2-9 16,-4 1-10-16,-2 2 2 0,-4-1-14 0,-5-1-6 16,-3-1-9-1,-6 1 2-15,-1 1-10 0,-11 2 5 0,0 2-4 16,1 0-2-16,-1 4-1 0,0 0 4 0,1 1-3 16,0 1-5-16,11 1-3 0,-3 0 6 0,3 0-16 15,4 2 3-15,3 0-11 0,2-3-7 0,2 5-9 16,1-2-2-16,3-2 2 0,2 1 2 0,4 1 6 15,3 2 4-15,5-3-1 0,7 2 5 0,2-2 5 16,10-2-4-16,2-4 1 0,1 0 1 0,1 0-1 0,-2-4 3 0,2-4 0 16,-6-1 3-16,1 1 5 0,0-6 14 0,-5 0 23 15,-4 3 3-15,-5-3 11 0,5-5 9 0,-7 2-1 16,3-6 18-16,-2 0-1 0,-3-5 4 0,2 0 6 16,-2-3-2-1,-1-1 9-15,1-2 13 0,-1 1 16 0,-5 2 14 16,1 1 21-16,-1 5 16 0,-3-1 28 0,3 8 7 0,0 5 1 15,-4 1-8-15,1 0-8 0,-1 4-23 0,0 2-15 16,0 1-16-16,0-1-16 0,0 4-16 0,1-2-19 16,2 1-48-16,-3 3-55 0,0 0-43 0,0 0 7 15,0 0 5-15,-4 20 6 0,-1-2 3 0,-5 11 6 16,1 2 5-16,-4 4 1 0,-6 9 10 0,7-11-2 16,-2 3 2-16,3-5 4 0,-1 1 4 0,3-3 2 0,2-4 0 15,2-1 1-15,0-3 2 0,1-4 1 0,3-4-2 16,-2-3 3-16,2 1 5 0,-1-5 4 0,1 1-3 0,1-2 5 15,-1 0 7-15,2 0 9 0,-1-5 12 0,0 6 13 16,-1-4 7-16,1-2 2 0,4 3 6 16,1-2-5-16,5 0-3 0,1 0-7 0,10-2-4 15,8 1 0-15,1-2-35 0,3-1-56 0,0 1-74 16,5-4-108-16,0 1-131 0,11-5-181 0,-13 5-321 0,1 2-940 0,0-7 416 16</inkml:trace>
  <inkml:trace contextRef="#ctx0" brushRef="#br0" timeOffset="78257.73">7143 8063 230 0,'0'-5'253'0,"0"5"-3"0,0-4-18 16,0 4-13-16,-3-5-24 0,3 5-10 15,0-4-22-15,0 4-14 0,-5-3-16 0,2 1-14 0,3 2-12 16,-10 1-10-16,10-1-13 0,-19 5-9 0,6 0-7 0,-5 2-10 16,-2 2-3-16,-3 5-10 0,-2 1-2 0,4 1-2 15,3-4-8-15,-1 4-7 0,1 0 0 0,5-4-3 16,-1 2-2-16,5 1-4 0,0-1 2 0,4-1-2 0,0-3-2 16,1 1 0-16,4-2 2 0,4 0 0 15,1 0 10-15,1-4 7 0,6 1 7 0,3-3 5 16,2 0-2-16,11-3-3 15,0-3-3-15,0 0-2 0,-1-1 5 0,1-3-6 16,-9-1 5-16,8-2 2 0,-9 2 10 0,1-3 0 16,-6 1 1-16,1-2 0 0,-1-4-5 0,-3 1-3 15,-2 1 6-15,-2-3-8 0,-1 1 2 0,-2 1-7 16,-2-2-10-16,-1 4 3 0,-3 1-6 0,0 3-7 16,-3-2-7-16,-1 4-8 0,-2-2-10 0,3 3-6 15,-1-1-12-15,-3 5-15 0,4-1-19 0,-5 3-20 0,0 0-19 0,3 3-23 16,3-2-29-16,-3 3-18 0,4 4-23 0,2-3-24 15,2 2-65-15,0-1-164 0,2 0-481 0,5 4 213 16</inkml:trace>
  <inkml:trace contextRef="#ctx0" brushRef="#br0" timeOffset="79044.59">7366 8069 160 0,'4'-5'273'0,"1"2"-16"0,-1-2-18 0,1 2-20 0,-1 1-22 16,2 0-17-16,1 0-15 0,-2 1-22 16,-5 1-17-16,13 3-15 0,-5 0-10 0,3 2 2 0,-1 1-12 15,0 1-10-15,-1 2-5 0,1 4-11 0,-1-4-1 0,-1 5-7 16,-2 0-6-16,-2 1-7 0,1-1 1 0,-2 3-6 16,-1-5-4-16,0 2 5 0,-2-2-9 0,-2-1-3 15,2-4 0-15,-2 2-1 0,1-4-4 0,-1 2 7 16,1-2 8-16,1-1 11 0,-2-1 18 0,2-3 28 15,0 0 38-15,0 5 34 0,0-5 8 0,0 0-22 16,0 0-20-16,6-9-18 0,0 2-13 0,-1 0-14 0,3-2-15 0,6-4-21 16,-1-3-21-16,6-2-12 0,2 0-21 0,4-1-21 15,-1 2-13-15,3 3-3 0,0 2-13 0,1 0 1 16,1 4 6-16,2-1-6 0,1 3 1 16,0 1-7-16,-1 1 5 0,1 3-4 0,0 0 14 0,-2 1-12 15,1 1 3-15,-4-1 1 0,-1 2 5 0,-6 1 2 16,-1 0 4-1,-6-1 2-15,-1-2 5 0,-1 0 6 0,-5 3 4 16,1-3 6-16,0 0 14 0,-3 1 14 0,-4-1 10 16,0 0 9-16,9-1-7 0,-9 1 0 0,0 0-4 0,0 0 2 15,0 0-5-15,0 0-4 0,-23-3 8 16,13 2-11-16,-2 2-4 0,-2-1-6 0,0 3 3 0,-1-2 0 16,2 2-2-16,-2-1 0 0,3 2-3 15,1 1-3-15,-6 0-3 0,4 0 7 0,2 2-8 0,1 0 0 0,0 0 7 16,3 0-6-16,-1 2-1 0,4-1 0 0,1 0-1 15,0 0 0-15,2 0-2 0,3-2 4 0,2 1 1 16,0-1-1-16,1 0 4 0,5 0 0 0,1-1 2 0,0-2 1 0,3 0-1 16,-1-2 7-16,2-1 4 0,2-2 0 0,-1-3 5 15,-3 3 12-15,5-7 12 0,-2 1 12 0,-1-3 6 32,-4 1 7-32,2-2 19 0,-3-4-11 0,1 1 5 15,1-2-4-15,-1-6-3 0,-1-1-4 0,4-2 2 16,-9-1-7-16,0-1-4 0,0-1-5 0,-1-1 2 15,2 3-4-15,-2 1-7 0,-1-1 10 0,-2 10 8 16,2 0 2-16,-2 6-2 0,-1 1-3 0,1 2-7 16,-1 1-16-16,0 3 2 0,0-2-13 0,0 3-29 15,0 3-24-15,0-4-36 0,0 4 9 0,0 0 2 0,0 0 5 0,-5 20 8 16,1-9 1-16,-1 5 3 0,4 2 11 0,-4 3 3 16,1 2-3-16,0 4 5 0,0-9 13 0,4 10-13 15,3-8-3-15,-2-2 8 0,-1 1-10 0,4-4-14 16,0 4-14-16,-3-7-10 0,4-2-18 0,-1 2-10 15,0-3-23-15,0 0-13 0,1-2-20 0,1 2-25 16,2-6-22-16,2 1-24 0,3-2-20 0,1 1-53 0,-1-3-178 16,1-3-510-16,-2 1 226 0</inkml:trace>
  <inkml:trace contextRef="#ctx0" brushRef="#br0" timeOffset="79345.28">8422 8078 14 0,'0'0'151'16,"0"0"7"-16,0 0-2 0,3-3-4 0,-3 3-13 15,0 0 0-15,0 0-14 0,0 0-2 0,0 0-4 16,0 0-6-16,0 0-5 15,0 0-3-15,0 0-2 0,0 0 0 0,8-1 9 16,-8 1 0-16,8 0 7 0,-3-1-4 0,5 1-10 16,3-2-8-16,-1 0-10 0,5-2-5 0,2 0-12 15,-2 0-2-15,2 0 1 0,-1-2-7 0,1-1-6 16,3-1-4-16,-4 0 1 0,0-2 6 0,-4 2 1 16,4-1 8-16,-9 2 6 0,2 2 8 0,-2-2 15 15,-5 1-13-15,2 3 7 0,1-2 3 0,-3 2-2 0,-3-2 4 0,1 1-28 16,-2 4-6-16,0-3-19 0,0 3-7 0,0 0-6 15,0 0-10-15,-20 3-3 0,11 1 1 0,-2 2-6 16,-1 1-5-16,-6 2 10 0,8 2-16 16,-4-1 9-16,0 2-21 0,1 2-9 0,2 0-22 0,2-1-21 15,2-2-28-15,2 1-26 0,0-2-26 0,0 1-30 16,4 0-37 0,3-4-51-16,0-2-268 0,4-2-574 0,0 0 254 15</inkml:trace>
  <inkml:trace contextRef="#ctx0" brushRef="#br0" timeOffset="79631.39">8938 7886 72 0,'5'-4'279'16,"-1"1"-28"-16,1 3-25 0,-5 0-18 0,12 3-15 16,-5 0-10-16,2 2-7 0,-1 4-13 0,0 0-13 15,3 4-2-15,-1 4-19 0,-5-2-7 0,3 4-13 16,-2 0-10-16,-2 1-9 0,-3-2-8 0,2 5-7 0,-3-5-9 15,-3-3-4-15,2-2 3 0,-1-1-17 16,-1-3-2-16,2-2 9 0,-1-1 21 0,2 1 25 0,-2-3 43 0,2 0 39 31,0-4 44-31,0 4 3 0,0-4-17 0,0 0-19 16,0 0-16-16,10-15-23 0,-6 4-16 0,5-2-14 0,1-2-13 16,3 0-22-16,6-6-30 0,-1-3-32 0,5 1-48 0,1-1-49 0,2 4-52 15,-2 0-41-15,-1 2-51 0,-2 3-58 0,4 0-69 16,-11 7-353-16,-1 1-751 0,-3 2 332 15</inkml:trace>
  <inkml:trace contextRef="#ctx0" brushRef="#br0" timeOffset="80815.58">10571 8096 20 0,'0'0'187'0,"0"0"-2"15,0 0-3-15,0 0-7 0,0 0-7 0,0 0 1 16,0 0-2-16,0 0-4 16,0 0-10-16,0 0-14 0,0-4-15 0,0 4-10 15,5-7-11-15,1 3-3 0,2-4-14 0,0 0 0 16,-2-1-7-16,7-3-2 0,-3-3-1 0,4 1 5 15,2-5-2-15,-1-5 2 0,0 4-3 0,0-3-2 0,-3 0 0 16,4-4-8-16,-3 4-1 0,2-6 3 16,-4-2-12-16,-2 1-9 0,1 0-1 0,0 0-6 15,-2-4 12-15,1 2-11 0,-5 5 2 0,1 1 8 0,-4 7-11 0,-1 0 3 16,3 3 8-16,-3 3-8 0,-3 0-4 0,3 3 6 16,0 2-13-16,0 1-1 0,-1 0-10 15,1 3-13-15,-4 0-19 0,3 1-9 0,1 3-5 16,-9 1 1-16,3 2-2 0,-1 3 2 0,-6 8 3 0,-1 8-2 0,-1 1 7 15,1 7 1-15,0 3 4 0,1 0 1 16,-3 10 0 0,3 3 3-16,9-14 1 0,-1 2-5 0,3-1 4 15,2-3-4-15,3 0 3 0,3-4 2 0,3-1-2 16,0-7 1-16,3-2 3 0,1 0 1 0,3-4-2 16,0-2 6-16,4-2 3 0,8-1 2 0,0-2 2 15,2-5 1-15,-1 0 4 0,3-5 1 0,-3-2-4 16,1-1 5-16,-1-2-2 0,-1-1 3 0,-1-4 4 0,-4 2 3 15,0 0 5-15,-6 0 4 0,-2-1 14 0,-1 0 17 0,0 2-4 16,-4 0 15-16,-1 2 12 0,-1 3 6 0,-3-2 1 16,-1 3-1-16,1 1-5 0,0 1-15 0,-2 1-9 15,-1-2-7-15,-2 5-20 0,4-3-32 0,-4 3-28 16,0 0-11-16,0 0-4 0,0 0 13 0,4 12-5 16,-7-2 3-16,2 3 2 0,1-1 7 0,-3-1-1 15,2 6 3-15,1 1 4 0,-2 0-2 0,0-1 0 0,1-2 8 0,1-1 0 16,-3-2-1-16,6-3-15 0,-3 2-14 0,0-3-15 15,0-1-14-15,0-3-2 0,0 3-3 0,0-2 5 16,0-1 20-16,0-4-7 0,0 4 5 0,0-4-21 16,0 0-48-16,0 0-38 0,0 0-30 0,-3-14-34 15,3 4-41-15,0-3-262 0,-2-2-563 0,2-3 249 16</inkml:trace>
  <inkml:trace contextRef="#ctx0" brushRef="#br0" timeOffset="80962.69">11261 7629 31 0,'0'-9'286'0,"1"0"6"0,-2 2-8 16,1 2-3-16,1-3-5 0,-2 4-11 0,1-1-15 16,1 1-27-16,-1 0-27 0,3 0-18 0,-3 4-21 0,0-5-20 15,0 5-19-15,0 0-33 0,0 0-19 0,0 0-22 0,0 0-33 16,0 0-31-16,15 9-36 0,-10-4-39 0,-1-1-28 16,3 7-52-16,-2-3-95 0,-1 1-138 0,3-2-440 15,-3 0 196-15</inkml:trace>
  <inkml:trace contextRef="#ctx0" brushRef="#br0" timeOffset="81378.5">11573 7757 339 0,'0'0'393'0,"0"0"-50"0,0 0-39 0,0 0-33 0,0 0-29 15,0 0-27-15,5 1-29 0,-5-1-19 0,1 6-17 0,2-2-15 16,-3 3-16-16,-3 2-12 0,6 2-10 0,-3 1-9 16,-3 3-13-16,3 3-6 0,-1 0-4 0,1 2-10 15,-1-2-3-15,-1-1-2 0,2-1-8 0,0-5-5 0,-1-1-8 16,1 0 15-16,1-5-16 0,-1 2 2 16,-1-2 1-16,2-2 18 0,-1 0 50 0,0-3 36 15,3 6 37-15,-2-5 36 0,-1-1 23 0,0 0-12 0,0 0-20 0,8-8-20 16,-4 3-19-16,1-5-16 0,4-1-13 0,-2 0-14 15,1-2-13-15,4-3-11 0,0 2-11 0,-3 2-4 16,0 1-10-16,-1 2-9 0,0 0-10 0,-2 5-5 16,-2 0-2-16,-3-2-8 0,3 2-11 0,-3 1-25 15,6 2-29-15,-7 1-20 0,7 0-15 0,-7 0-16 16,13 1-18-16,-5 2-25 16,4 3-30-16,0 2-31 0,3-2-21 0,1 6-24 15,0-1-21-15,-2 0-16 0,3 0-12 0,-3-2-10 16,-3-1 0-16,1-2-13 0,-2-1-22 0,0 2-215 15,-1-4-585-15,-2 0 259 0</inkml:trace>
  <inkml:trace contextRef="#ctx0" brushRef="#br0" timeOffset="81897.67">11927 7957 1098 0,'0'0'12'16,"0"0"48"-16,6 0 32 0,-6 0 11 0,0 0 7 15,0 0 7-15,0 0 8 0,0 0 1 0,0 0 3 0,0 0 1 0,0 0-3 16,0 0-5-16,0 0 2 0,0 0-9 0,0-6-6 16,0 6-10-16,0 0 1 0,0 0-1 0,0 0-2 15,0 0-10-15,0 0-1 0,0 0-8 0,0 0-11 16,4-2 8-16,-4 2-17 0,14-4-4 0,-5 2-3 15,10-5-9-15,2 3-4 0,8 0 6 0,3-5-15 16,1 3-5-16,4-1 0 16,0-2-2-16,-1-1 1 0,0 0-6 15,-3 1-3-15,0-3 1 0,-2-1-5 0,1 0 13 0,-4 1-16 16,-2 0 6-16,-7 2-2 0,-4 2 12 0,-4-1 14 16,0 4 24-16,0-6 12 0,-2 4 3 0,-5 1 3 15,1 2 6-15,-4 0-10 0,3-1-1 0,-2 0-15 16,0 1-8-16,-2 4-9 0,-4-6-14 0,-1 4-21 15,-3 0 5-15,-3 2-1 0,0 2 6 0,-7 1-19 0,2 1 8 16,-1 1-3-16,-2 3-5 0,-1-2-2 0,1 6 4 0,2-2-5 16,2 1 7-16,-2 0-27 0,2 2-9 0,4-1-8 15,0 0-12-15,1 0-7 0,6-3 1 0,0 1 6 16,2 0 3-16,2-4 7 0,2 5 8 16,2-4-1-16,3 0 12 0,5-2-1 0,5 2 7 0,-3-5 4 15,4 1 4-15,4-3 0 0,-2-1-1 0,-1 0 4 0,0-2 14 16,1-1-14-16,-4-1 5 0,-2 2 1 0,-2-2 3 15,4-2 0-15,-7 5 12 0,0-5 13 0,-1 6 14 16,-3-2-18-16,0 1-3 0,-1 0 0 0,-4 2-6 16,6-2-2-16,-6 2-3 0,7 0-1 0,-7 0-7 15,5-3-15-15,-5 3-6 0,0 0 5 0,0 0-10 16,0 0-1-16,0 0 19 16,0 0-12-16,2 9-1 0,2-5-2 0,-1 3 6 15,-2-5 5-15,3 3 3 0,-3-1-5 0,7-1 5 16,-3 0-5-16,9 1-11 0,-5-2-45 0,5 1-31 15,7-3-40-15,-1 0-45 0,7-3-70 0,-8 1-300 16,0-4-601-16,2 3 266 0</inkml:trace>
  <inkml:trace contextRef="#ctx0" brushRef="#br0" timeOffset="82733.35">12536 7768 18 0,'-1'-3'179'0,"1"3"-15"0,-4-8 4 0,2 4-2 0,-1 1-5 16,3-1 0-16,-5 0-10 0,5 1-7 0,-4-1-13 16,2 1-13-16,2 3-13 0,-6-4-3 0,1-1-15 15,1 4-10-15,-1-1-12 0,-1 0-5 0,-2 2-5 0,1 0-5 16,-4 0-8-16,-1 2-2 0,0 1-6 0,-4 2-3 16,0 0-6-16,-3 2-3 0,5 2-2 0,-4 0-3 15,4 2-1-15,-3 1-1 0,3-1-3 0,0 3-7 0,3-1 5 16,-2 0-1-16,5-2-1 0,2 4 6 15,0-3 9-15,1 0 0 0,2 0 0 0,3-2 2 16,0 1 5-16,0-3 9 16,3-2 11-16,2 0 15 0,0 1 11 0,1-4 7 15,3-1 12-15,2 0 5 0,2-2 5 0,6-4-1 16,-2-1-1-16,1-1 8 0,0-3 1 0,-1-1 1 16,-1 1-14-16,-2-1-3 0,3-4-4 0,2-3-8 15,-4 4-2-15,-3-4-1 0,3 1 3 0,-3 1 5 16,-5 7 8-16,1-2 6 0,0 3 6 0,-2 2-15 15,-2-1-8-15,1 2-4 0,-4 1-15 0,3-1-11 0,0 0-12 0,-4 4-25 16,1-4-29-16,-1 4-31 0,4-3-11 0,-4 3-5 16,0 0 3-16,4 12 15 0,-2-5 1 0,2 3-1 15,-4 1 10-15,8 4-7 0,-7 1 19 0,8 2-8 16,-1 0 11-16,1-1-10 0,-1-1-16 0,4 0-25 16,0-3-28-16,2 0-33 0,0-1-43 0,0-2-45 15,1-2-66-15,0-2-348 0,-2-3-679 0,3-1 300 0</inkml:trace>
  <inkml:trace contextRef="#ctx0" brushRef="#br0" timeOffset="83033.64">12922 7763 167 0,'5'-5'301'0,"-5"5"-25"16,7 0-22-16,-7 0-18 0,7-1-20 0,2 1-16 0,0 1-16 15,4 2-17-15,1 0-9 0,-1 1-11 16,2 6-18-16,2 0-6 0,-2-1-9 0,1 4-11 16,-3-1-10-16,0 2-7 0,-1-1-11 0,-2 1-4 15,-4 1-9-15,-2 2-6 0,-1-5-4 0,-2-1-3 0,-2 2 2 0,1-4-16 16,-1 1 0-16,-2-4 2 0,2 0 2 0,-1-1 1 16,1 0 12-16,-1-3 10 0,-2 2-1 0,4-4 8 15,0 0 4-15,-7-8-4 0,5 2-2 0,2-4 2 16,1 1-11-16,3-4-19 0,2-3-8 0,2-1-10 15,7-4-28-15,2-1-23 0,2-1-34 0,0 2-36 16,3 2-42-16,1 4-57 16,4-2-65-16,-10 5-307 0,3 2-617 0,0 3 273 15</inkml:trace>
  <inkml:trace contextRef="#ctx0" brushRef="#br0" timeOffset="85523.54">10627 7911 2 0,'7'-4'158'0,"0"0"-24"0,2 0-9 15,3 0-6-15,6-2-11 16,0 2 2-16,3 1-13 0,7-2-1 0,0 2-15 16,3 1-1-16,5 0-12 0,1 0-3 15,15 2 0-15,1-5-11 0,4 4 0 0,6-3-2 16,3 2-1-16,29-6-7 0,-30 3-5 0,30-5 0 0,-33 7-6 15,5-3-11-15,-7 3-22 0,-4 0-46 0,-5-1-51 16,-14 1-163-16,-7-1-279 0,-2 3 123 0</inkml:trace>
  <inkml:trace contextRef="#ctx0" brushRef="#br0" timeOffset="85701.93">11106 7803 28 0,'-21'1'121'15,"-1"2"-5"-15,5 0-14 0,2-2-3 0,2 1-8 0,4-1-5 16,3 3-17-16,0-1-7 0,3 0-1 0,0 2-7 16,7-1 0-16,4 2-9 0,3-5-9 0,12 6 1 15,9-2 4-15,8-1-20 0,15 0-16 0,2-6-12 0,1 4-26 16,-6 0-53-16,1 1-81 0,-14 0-182 16,1-3 81-16</inkml:trace>
  <inkml:trace contextRef="#ctx0" brushRef="#br0" timeOffset="86658.17">10559 7783 88 0,'-13'-4'180'0,"2"3"-6"0,2-4-5 16,3 3-3-16,0 0-8 0,0 0-15 0,6 2-14 15,-5-2-13-15,5 2-15 0,0 0-11 0,13-4-5 16,6 4-12-16,9-4-5 0,8 1-6 0,16-2-8 16,7-3-5-16,3 0-1 0,30-3-5 0,-27-1-6 0,0 4-7 15,27-5 4-15,-33 2-6 0,-6 1-2 0,-17 4-1 16,0-3-2-16,-5 2-5 0,-11 0 0 0,-2 1-1 0,-3-2 5 16,-6 3 4-16,-5-1 0 0,-1 0-4 0,-10 1-2 15,-2-2-8-15,-11 1 4 0,-9-5-7 16,-5 5-1-16,-3-2 3 0,-14 3-3 0,-1 3-1 15,-3 1 3-15,1 2 1 0,-3 2-1 16,0 8 0-16,4-4 1 0,-5 5-2 16,3 5-1-16,3 0 1 0,1 3 2 0,15-3-9 15,1 1-3-15,6 4 0 0,2-1 4 0,8 2-3 16,2 6 3-16,5-3-3 0,4 0 5 0,8 3 0 0,10-3-4 16,7-1 2-16,11-3 1 0,20 2 1 15,14-5 2-15,32-2-1 0,11-10 5 0,12-12 0 16,9-4 1-16,8-6 7 0,6-6-2 0,-4-4 10 0,3-1 6 0,-7-1 7 15,-3-1-4-15,-10 0-5 0,-18 2 0 0,-13 3-9 16,-33 6 3-16,-7-1-2 0,-17 5-1 0,-13 5 1 16,1-4 2-16,-6 6 4 0,-4-2-11 0,-5 1-13 15,-7 3-15-15,-11-3 0 0,-10 1-2 0,-12 2-1 16,-20 8 4-16,-4 3 0 0,-4 0-2 0,-25 13 2 0,29-3 1 16,-3 3 1-16,-28 8 2 0,31-10-2 0,5 3 3 0,1 2 2 15,10 3-6-15,13-8 5 0,4 2-2 0,8 0-1 16,5-6-12-16,5 1 4 0,9-4 6 0,9 3 0 0,14 0 6 15,9-3 6-15,25-1-1 0,7-8 3 0,40-4-6 16,3-3 5-16,8-7-1 0,4 1-2 0,1-6 1 16,-2-4-3-16,-6 0 3 0,-3-1 4 15,-11 0-4-15,-11 1-2 16,-32 3 2-16,-5 1-3 0,-14 6-3 0,-6 0 4 16,-13 2 6-16,2 1 16 0,-10 4-9 0,-5-3-4 15,-4 2-2-15,-5 0-1 0,-7 2-1 0,-11-1-2 16,-11 4 0-16,-6 2 1 0,-15 5-5 0,3 3 1 15,-4 1 0-15,3 3 1 0,6 1-1 0,11 0-2 16,8-5 3-16,1 4-4 0,8-4-2 0,7 2-16 16,2-4 2-16,5 1 3 0,5-1 4 0,8-1 5 0,3 0 1 0,12-1 1 15,13-2 3-15,19-4 1 0,0-4-1 0,3 1 1 16,-1-6 0-16,4 1 13 0,-7-2 2 0,-16 1 6 16,-6 2 2-16,-1-1 6 0,-12 0 12 0,-2 4 19 15,-4 0 9-15,-7 2 3 0,2-1-7 0,-2 0-5 16,-2 0-15-16,-3 1-14 0,-1-2-23 0,0 4-18 15,-13-3-21-15,2 2-27 16,-8 1-24-16,-2 2-31 0,2 2-43 0,2 0-68 16,0-3-238-16,7 1-500 0,9-2 222 0</inkml:trace>
  <inkml:trace contextRef="#ctx0" brushRef="#br0" timeOffset="87544.24">14229 7408 211 0,'4'-5'300'0,"-4"-2"-11"0,2 0-6 16,0 0-11-16,-1-1-2 0,1 3-9 0,0-3-12 15,0 3-10-15,0 1-15 0,1-2-29 0,-2 0-19 16,3 4-1-16,-2-1-30 0,-2 3-33 0,0-4-1 15,0 4-14-15,0 0-21 0,0 0-38 0,0 0-20 16,0 0-10-16,0 0-4 0,4 14-6 0,-7-3 0 16,3 5 8-16,-3 3-7 0,-4 10 0 0,2 0 1 0,-2-3 1 0,1 3 0 15,1 2-3-15,0-3 2 0,0 0 14 0,0-3-14 16,4 2 3-16,1-8 1 0,-3 0-3 0,3 0 3 16,-1-4 0-16,1-2-3 0,-1-4 4 0,1 0-3 15,0-2-3-15,0-2 4 0,0 1-1 0,0-1 1 16,1 0 5-16,-1-1 7 0,0-1-10 0,0-3-5 15,0 4 3-15,1-1 1 16,-1-3 3-16,-1 5-6 0,1-5 7 0,0 0-6 16,1 4 1-16,-1-4-3 0,0 0 3 0,0 0 1 15,0 0 0-15,0 0 0 0,0 0 0 0,0 0 6 16,0 0-11-16,0 0 6 0,0 0 2 0,3 3-3 16,-3-3-1-16,0 0 7 0,0 0-5 0,0 0 0 15,16-7-1-15,-11 3 14 0,6-2-20 0,-1 1 5 16,6-5-1-16,5 3-5 0,-6-5-1 0,12 0 1 0,-4-1-7 0,-4 4 5 15,0 0 2-15,-2-2 1 0,-4 2-1 0,-2 1 1 16,-1 2 5-16,1-1 12 0,-1 2 22 0,-2-2 21 16,-2 3 8-16,-1 0 23 0,-1-1 11 0,0 3 2 15,-4 2 0-15,7-3 1 0,-4 1-6 0,-3 2-11 16,0 0-10-16,4-4-11 0,-4 4-7 0,0 0-4 16,0 0-10-16,5-1 0 15,-5 1-18-15,0 0-17 0,0 0-10 0,0 0-7 16,0 0-1-16,0 0-9 0,0 0-1 0,0 0 0 15,1 10-1-15,-1-5 6 0,0 1-3 0,0 1 9 16,-1 0-1-16,2 1-2 0,-2-1 0 0,1 4 2 16,-3-2 6-16,6 0-2 0,-3-1 2 0,0-1-1 15,1-1-3-15,-1 1-5 0,0 0 10 0,3 0 0 16,-3 0-7-16,1-2 8 0,-1-1 3 0,0 0 0 0,0 2-2 16,0-3 4-16,1 1 2 0,-1-4-3 0,3 6 2 0,-3-6 5 15,0 5-1-15,0-5-7 0,0 0 1 0,0 3 5 16,0-3 5-16,0 0-2 0,1 4 2 0,-1-4-3 15,0 0-9-15,0 0-4 0,0 0-23 0,0 0-46 16,0 0-58-16,-1-14-67 0,1 9-75 0,0-8-92 16,0 2-297-16,0-1-715 0,0-5 317 0</inkml:trace>
  <inkml:trace contextRef="#ctx0" brushRef="#br0" timeOffset="87711.45">14565 7454 98 0,'-1'-5'374'0,"1"2"-6"15,0 3-9-15,0-6-2 0,0 6-10 16,0-5-11-16,0 5-16 0,0 0-20 0,-1-6-29 0,1 6-28 16,0 0-25-16,0 0-25 0,2-4-16 0,-2 4-41 0,0 0-55 0,0 0-48 15,0 0-50-15,0 0-38 0,0 0-37 0,0 0-40 16,12 10-40-16,-7-5-39 0,1 0-59 16,-3-1-274-16,1 0-589 0,0 1 261 0</inkml:trace>
  <inkml:trace contextRef="#ctx0" brushRef="#br0" timeOffset="88192.49">14828 7599 161 0,'3'-5'340'0,"-2"-2"3"0,3 2 6 0,-1 0-2 15,-1-2-7-15,2 2-12 0,-1-2-14 0,0 5-21 16,-2-1-29-16,1-1-18 0,0 0-35 0,-2 4-25 0,5-4-24 0,-5 4-20 16,0 0-24-16,2-1-30 0,-2 1-14 0,0 0-12 15,1 10-7-15,-1-3-10 0,0 6-2 0,0-4-3 16,-2 8-5-16,1 3 0 0,-6 4-7 0,5-2 1 15,-3 2-3-15,1 2-4 0,0-9 2 0,0 0-5 16,3-5-2-16,-2-2-3 0,2 0 3 0,-1-3 0 16,0 1-3-16,2-4 2 0,0 1 14 0,-1-1 28 0,1-4 32 0,1 5 36 15,-1-5 33-15,0 3 32 0,0-3 26 0,0 0-11 16,0 0-18-16,0 0-14 0,14-8-23 0,-9 2-25 16,2-2-5-16,2-2-9 0,2-3-10 0,-1 2-20 15,3-3-2-15,-3-1-12 0,-2 6-11 0,2 1-6 16,-2 2-2-16,-3 0-4 0,-1 0-3 0,1 2-15 15,1 3-13-15,-3-3-21 16,-2 0-35-16,-1 4-31 0,8-3-44 0,-8 3-32 16,10 2-33-16,-3 3-36 0,3-1-49 0,-1 1-35 15,1 4-41-15,0-4-32 0,-2 5-43 0,1-1-406 16,0-3-890-16,0 2 393 0</inkml:trace>
  <inkml:trace contextRef="#ctx0" brushRef="#br0" timeOffset="88878.36">15130 7756 163 0,'-1'-6'343'0,"1"6"-10"15,0 0-19-15,0 0-20 0,0 0-19 0,0 0-8 16,0 0-18-16,-2-4-24 0,2 4-28 0,0 0-14 16,0 0-22-1,0 0-14-15,12-1-14 0,-7-2-14 0,7 1-16 0,2-1-8 0,-1-1-10 16,3-1-10-16,5 0-1 0,-1 0-15 0,7-2-1 0,-1-1-12 15,-8 0-2-15,7-1 3 0,-6 0-11 0,3 0 12 16,1-2-20-16,-4 0-1 0,-1 0-6 0,-4 1 0 16,0-1 5-16,0 0 6 0,-5 3 16 0,-1-1 16 15,-1 1 6-15,-2 0 4 0,1-1-2 16,-4 4 19-16,1 1-5 0,-1-4-3 0,2 4-8 16,-4 0-7-16,0 1-18 0,0 3-8 0,-5-9-4 15,3 7-10-15,-6 1-6 0,-3 1-5 0,0-1-5 16,-2 2-7-16,-2-1 2 0,-3 3-2 0,2 1-1 0,0 4-1 15,-2-3 0-15,-1 4-1 0,5-1-9 16,-4 4 2-16,7-3 6 0,-1 4-7 0,1-1-15 16,2-1-23-16,1 3-6 15,4-3-8-15,0 1 5 0,3 0 2 0,2 1 12 16,6-1 7-16,6 2-4 0,3-2 8 0,7 1 6 16,8-2-4-16,1-4 0 0,6 0-5 0,12-2 1 0,2-2-5 0,2-3 2 0,-3-3-6 15,-13 2 10-15,1 0-4 0,-3-6 2 0,3-1 8 16,-7 0 6-16,-5-1 1 0,-8 3 1 0,-2-5 30 15,-4 0 10-15,-3 5 17 0,-1-4 0 16,-3 1 11-16,2 0 4 0,-4-1-1 0,-3 3-2 16,-1-4 0-16,-3 5-20 0,-1-1-1 0,-3 1-10 15,-2 2-8-15,-4-1-6 0,0 2 3 0,-5 2-6 16,-3 1-6-16,0 2 2 0,-6 2 1 0,3 5 0 16,2-1 1-16,-1 3-4 0,2-1 5 0,-1 5-7 15,5-4-3-15,2 6-19 0,2-6-8 0,2 4-8 16,3-5-7-16,4 0 2 0,2 0 1 0,-1-1 0 0,3 1 6 0,0-3 10 15,5-3 14-15,-1 2 22 0,3-3 9 0,4 1 5 16,-1-3-3-16,3 0 10 0,6-2 8 0,-1-2-1 16,3 0 1-16,-2-2 2 0,0 2-3 0,-3-3 2 15,3 3 5-15,-7 0 6 0,1-2-1 0,-3 1 0 16,-1 2-1-16,-3-1-1 0,1 0-6 0,-2 2-7 16,0-2-4-16,0 2-2 15,-1-1-18-15,-4 2-33 0,10-6-50 0,-4 5-44 16,0-2-45-16,0 2-53 0,1 1-56 0,1-1-74 15,-3-1-349-15,2 1-754 0,-1-1 334 0</inkml:trace>
  <inkml:trace contextRef="#ctx0" brushRef="#br0" timeOffset="89163.02">16156 7608 155 0,'4'0'281'0,"0"-1"-22"16,2 0-15-16,-6 1-19 0,11 2-13 0,-5-2-13 15,-1 6-17-15,4 0-19 0,-3 2-14 0,2-1-19 16,0 3-11-16,-2-1-8 0,-1 2-11 0,-1 4-7 16,0 0-9-16,-3 0-4 15,-2 3-11-15,-2-2-5 0,2-6 0 0,-3 1-7 16,0-1-9-16,1-1 17 0,-1-3-14 0,0 0 12 16,4-2 23-16,-4 0 53 0,4-4 31 0,0 3 47 15,0-3-5-15,0 0-23 0,0 0-18 0,8-18-22 16,-2 7-12-16,4-2-16 0,12-6-15 0,-1 1-25 15,4-2-36-15,-1-2-45 0,6 0-45 0,1 1-69 16,-1 3-41-16,-2 4-60 0,0-1-75 0,-1 4-119 0,-6 3-235 0,-5-2-698 16,-4 4 310-16</inkml:trace>
  <inkml:trace contextRef="#ctx0" brushRef="#br0" timeOffset="89995.22">17853 7239 144 0,'2'-4'290'0,"0"-3"-10"0,0 3-12 15,-1 0-23-15,-1 4-22 0,1-6-26 16,0 2-17-16,-1 4-22 0,3-3-20 0,-3 3-15 16,0 0-16-16,0 0-11 15,2 17-10-15,-3-5-9 0,1 8-9 0,-1 6-7 16,1 5-9-16,-5-1-3 0,1 8-3 0,-1 10-4 15,1-2-5-15,1 0-3 0,-1-9-1 0,3 12-1 16,-1-5-2-16,-2-9 0 0,4-3-4 0,-1 0-1 16,2 0 6-16,-1-3-9 0,-1-1 3 0,-1-6-3 15,-1-4-2-15,1 2-3 0,1-8-2 0,-3 1 9 16,2-2-5-16,-1 0-7 0,3-1-1 0,-4-2 2 0,2-3 2 0,0 0-5 16,1-1-16-16,-4-1-9 0,1-1-25 0,4-2-32 15,-9-1-39-15,9 1-54 0,-6-8-44 0,2 1-261 16,0-3-508-16,0-2 225 0</inkml:trace>
  <inkml:trace contextRef="#ctx0" brushRef="#br0" timeOffset="90750.08">17913 7456 244 0,'0'-4'282'0,"0"-2"-11"0,-1 1-13 0,1 1-28 0,0 4-21 16,-1-5-28-16,1 5-18 0,1-4-17 0,-1 4-18 15,0 0-9-15,0 0-15 0,7 9-11 0,-5-5-8 16,6 4-9-16,-2-1-9 0,1 2-6 0,2 0-5 0,3 3-5 16,-2 2-6-16,2-3 3 0,1 2-16 0,-7-1-3 0,2-3-2 15,-2 3-12-15,-1-4-3 0,-1 1-2 0,-4-1-2 16,0 1-1-16,-1-1 2 0,-3-1 2 0,-6 0 3 16,-2-2 0-16,-3 2-2 0,-6 0-1 0,1-3-1 15,0-1 1-15,-7-2-3 0,6 4 2 0,1-5-2 16,-3 0 1-16,5 0 0 0,-2 0-1 0,8 0-5 0,-1 0 6 0,8-5 4 15,-4 5 1-15,9 0-3 0,-8-2-20 0,8-1-15 16,0 3-12-16,17-6-7 0,1 2-11 0,5 2-23 16,8-3-16-16,1 2-3 0,7-1 1 0,14 0 3 15,4 0-4-15,1 0 12 0,3 4 3 0,4-3 13 16,-5 2-8-16,1 0 21 0,-2-2 3 0,-5 4 10 16,4-1 2-1,-5 0-2-15,-14-2 7 0,0-1 8 0,-2 2 16 0,-4-3 21 16,-1 0 19-16,-10 1 20 0,-3-2 26 0,-5 2 34 15,-3 1 20-15,-2-2 5 0,1 0 10 0,-4 0 2 16,-1-1-5-16,-3 0-15 0,0 1-3 0,-2 0-9 16,-4-3-13-16,-1 3-13 0,-1-1-7 0,-7 0-16 15,-4 1-6-15,-3 1-2 0,0 3 1 0,-9-1-13 16,1 1 3-16,1 0-15 0,-1 4 3 0,5-3-4 0,2 2-11 16,1 2-1-16,0-2-3 0,1 2-5 0,2 3 3 0,4-3-1 15,2 0-5-15,2 3-4 0,0-1-4 0,3 0-5 16,-1 3-4-16,5-1 6 0,-1 0-4 15,3 2-3-15,5-3 2 0,2-1 1 0,2 1 2 16,3-1-1-16,6 2 10 0,1-4-13 0,2-1 0 0,-2-1 0 16,3-3-3-1,-2 0 3-15,3-3-2 0,-5 0 2 0,4-3 10 16,-4-1-10-16,-2-3 13 0,1-2 7 0,-3 0 5 16,-2-3 7-16,0-2 3 0,0 1 3 0,2-9 1 0,-3 1 7 15,-4-2-3-15,4-3-5 0,-4-1 4 16,0-2 10-16,1-1 12 0,-2 4 10 0,-2-3 22 15,0 3 18-15,-3 11 12 0,0 0 8 0,-1 5-7 16,3 2-9-16,-2 3-12 0,-1-1-14 0,3 4-17 0,-3 1-33 0,0 0-50 16,0 4-44-16,0 0 1 0,0 0 2 0,-3 15 10 15,2-1 2-15,-3 4 8 0,0 11 6 0,-1 1 1 16,0 2-2-16,0 0 10 0,1-1 1 0,-1 3-2 0,5 0 13 16,-2-5 0-16,0 3 5 0,4-6-26 15,1 1-19-15,1-8-26 0,-2 1-21 0,0-4-23 16,3 1-34-16,0-4-26 15,0-1-29-15,0-4-27 0,3-1-36 0,0-2-300 16,2-1-617-16,-2-3 273 0</inkml:trace>
  <inkml:trace contextRef="#ctx0" brushRef="#br0" timeOffset="91166.09">19009 7633 275 0,'0'0'273'0,"2"-4"-5"0,-2 4-9 15,0 0-16-15,3-4-17 0,-3 4-5 0,0 0-17 0,2-3-16 16,-2 3-23-16,0 0-12 0,6-1-15 0,-6 1-11 15,12 0-10-15,-3-1-4 0,5-1-9 0,3 0-4 16,3 1-14-16,11-3-3 0,-1-1-7 0,2-2 10 16,0 2-17-16,-1-3 1 0,1 1-3 0,-4-2 3 15,1-1 7-15,-2 0 2 0,-2 0 15 0,0-3-15 16,-8 4 9-16,3-5 2 0,-7 0-6 0,2 2-2 0,-2-3-2 0,-4 1 4 16,0 0 20-16,-4 3-6 0,-4 2-8 0,3 0-8 15,-5-3-9-15,-3 7-17 0,-1-2-8 0,-5 2-5 16,-2 2-8-16,-9 0-4 0,-7 6-7 0,-2 0-4 15,2 6-9-15,-2 3-10 0,4-2 12 0,-1 7-5 16,1 0-11-16,7 4 7 0,1-2-2 0,8 5-6 16,2-6-6-16,7 10 7 15,6-3-7-15,7 1 9 0,8-4 1 16,7 2 1-16,19-1 6 0,4-4 2 0,7-2 2 0,7-2 12 16,33-3-1-16,-8-5 3 0,5-3 15 0,-30-1 7 15,1-2 4-15,-5-1-1 0,-5 0-4 0,-18-1-1 16,-6-2 9-16,-2 3 10 0,-12-1 16 0,-3 0 6 15,-4-1 2-15,-2 1-8 0,1 2-8 0,-4-2-15 16,-5 1-13-16,9-2-49 0,-9 2-74 0,-3-6-116 0,3 6-89 0,-14-1-89 16,0-2-152-16,-4 2-288 0,0-2-879 0,5 1 390 15</inkml:trace>
  <inkml:trace contextRef="#ctx0" brushRef="#br0" timeOffset="96794.1">5099 10017 126 0,'-1'-7'260'0,"2"1"1"16,-2-1 1-16,1 0-6 0,0 0-8 0,0 2-11 0,0-1-18 15,0 2-10-15,0-1-18 0,0 1-11 0,-1 1-20 16,1 3-19-16,0 0-15 0,0-6-12 0,0 6-23 16,0 0-31-16,0-5-30 0,0 5-43 0,0 0-12 0,0 0 2 0,-2 20 1 15,1-4 1-15,-1 2 3 0,-2 14 4 0,-4 1 1 16,2 3-7-16,-3 11 0 0,1-4 0 16,-1 6 8-16,3-15 1 0,-3 0 0 0,1-2 2 15,2-2 1-15,1 1-3 0,0-3 7 0,1-4-1 0,1-4 2 16,2-4 1-16,-3 1-1 0,4-7 3 0,-5-1 1 15,5 1 3-15,0-2 18 0,-1-5 10 0,2 2 21 0,-2 1 22 16,0-2 24-16,1-4 30 0,-3 2 32 0,3-2 21 0,0 0 3 16,0 0-20-16,0 0-13 0,0 0-17 15,-1-19-10-15,-2 8-14 0,3-5-18 0,3-2-5 16,-2-7-19-16,2-2-5 0,-2-6-21 0,4-3-5 16,1-10-5-16,1 0-12 0,-1-3-6 0,2 2-5 0,-2 10-3 15,6-7-2 1,-6 10 6-16,4 0-11 0,0 3 5 0,2-1-1 15,2 5-1-15,1-1-3 0,-1 8-2 0,3-4 4 0,-3 10 1 16,4-6-8-16,-3 9-3 0,2-1-1 0,2 1-7 16,-1 1-6-16,0 1 4 0,1 4-10 0,-2 2-7 15,-3 1-18-15,0-1-1 0,-2 6-1 0,1-1-5 16,1 1-3-16,-5 2 0 0,0 4 5 0,-1 1 8 16,1 1-9-16,-4 3 6 0,-1 3-2 0,-7 0 6 0,-2 4 4 15,-5 8 7-15,-3-3 4 0,-5 4 0 0,-1-3 6 16,-5-1-5-16,2 1 12 0,-3-5 1 0,1 0 2 15,0-4-2-15,0-2 5 0,7-5 2 0,-2 0 0 16,5-2 4-16,3-5 11 0,0 1 8 0,6 0 14 16,-2-2 18-16,1 0 18 0,1-1 27 0,1 0 22 15,2 0 15-15,2-2 12 16,-5 0 7-16,5 0-9 0,0 0-8 0,-6 3-12 16,6-3-7-16,0 0-14 0,0 0-10 0,0 0-9 15,0 0-15-15,0 0-5 0,0 0-13 0,0 0-6 16,0 0-7-16,0 0-3 0,10 10-5 0,-4-3-7 15,2 5 0-15,6-1 1 0,-1 5-1 0,7 7-4 16,-2 2 2-16,1 0-3 0,0 1-1 0,0 0-3 16,2 4-2-16,-1-2 1 0,-2 2-3 0,1-2 5 0,-2 0-7 0,2-3-15 15,-5-4-3-15,0 2-1 0,-2-8-3 0,-7-5 11 16,4-1-10-16,-3-1 6 0,-2-2 4 0,0-1 22 16,-3-2 27-16,3 1 47 0,1-1 43 0,-5-3 24 15,5 0-13-15,3-6-13 0,-3 1-15 0,4-5-9 16,5-2-8-16,-1-4-13 0,3-5-10 0,2 2-24 15,1-3-15-15,4-1-22 0,-1 1-31 0,0 2-38 0,5 3-53 0,0-1-64 16,6 1-66-16,-3 5-106 0,1-2-147 16,-1 3-384-16,-5 2-955 0,-6 2 423 0</inkml:trace>
  <inkml:trace contextRef="#ctx0" brushRef="#br0" timeOffset="197988.93">6162 9956 52 0,'2'-3'136'0,"-2"-1"1"0,1-2-9 0,-1 2-2 15,0-2-4 1,1 0 2-16,1 1-1 0,-1 2-1 0,0-2-6 15,1 1 4-15,-1-2-3 0,-1 1-2 0,1 1 2 16,0 2-4-16,2-2 4 0,-2 0-6 0,-1 4-4 16,1-7-1-16,-2 3-3 0,1 4-9 0,3-3-8 15,-3 3-8-15,0-6-9 0,0 6-11 0,0 0-7 16,0 0-9-16,0 0-25 0,0 0-3 0,0 0-2 16,0 0-2-16,-4 16-4 0,-1-4 0 0,1 2 1 0,-1 5-2 0,-2 6 0 15,1 0 1-15,-2 1-3 0,2 0 2 0,-2 2-3 16,3 0-2-16,0-2-6 0,1 1-1 0,0-8 1 15,3 1 1-15,0-3 3 0,1 1-3 0,0-2 5 16,1 0 1-16,2-3-3 0,-1-2-1 0,-2-1 5 16,4-5-1-16,-4 0 2 0,0 1 10 0,2-2 20 15,0 0 24-15,-2-4 24 16,2 5 23-16,4-5 1 0,-6 0-3 0,11-6 9 16,0 0-21-16,0-1-8 0,3-3-3 0,-1-4-4 15,2 2-7-15,2-7-7 0,3-3-8 0,-10 6-2 16,8-2-2-16,-4 2-12 0,-5-1 0 0,5 0-3 0,-4 1 10 15,-1-1 4-15,1 1 0 0,-3 3-2 0,1 4 8 16,-3-3 1-16,0 2 7 0,-1 0-1 0,-2 2-10 16,1 0 4-16,-1-2 2 0,1 5-11 0,-2-2-4 0,0 0-4 15,1 2 0-15,-1 2 0 0,0 0-9 0,-1 3-5 16,3-8-2-16,-3 5-6 0,0 3-3 0,2-2-3 16,-2 2-3-16,0 0-24 0,0 0-14 0,0 0-22 15,0 0-10-15,0 0-11 16,0 0 8-16,0 0 1 0,0 13 21 0,-1-4-7 0,-1 0 14 15,-1 3-8-15,2 1 4 0,-3 3 5 0,0 1 7 0,0 0-1 0,0-1 5 0,-1-1-1 16,2 4 7-16,0-3-1 0,-1 0 0 0,3-6 6 16,-3 2 3-16,4 0 3 0,-3-2-9 0,3-2 13 15,-1 3 0-15,0-5-4 0,2 0 7 0,-1-1 2 16,1 0 1-16,1 0-2 0,-1-1 8 0,4 1-1 16,5-2-3-16,4 1 4 0,8-1-7 0,6-3-15 15,-1 0-40-15,6 0-52 16,-1-3-63-16,0-2-82 0,0-2-360 0,0-1-661 15,1-1 293-15</inkml:trace>
  <inkml:trace contextRef="#ctx0" brushRef="#br0" timeOffset="198620.97">6657 10156 206 0,'-2'-4'306'0,"2"4"-22"0,0 0-28 16,0 0-25-16,2-5-26 0,-2 5-24 0,0 0-20 0,0 0-17 15,10 0-15-15,-10 0-15 0,9 8-14 0,-5-4-9 0,1 1-11 16,4 3-9-16,-4 1-7 0,0 0-6 0,2 3-7 16,-2 2-4-16,-4 2-4 0,2 3-4 0,-6-5-6 15,2 3-4-15,-3-2 0 0,3 2-5 0,-7-3-4 16,4-3-1-16,-1-1-2 0,-4 1 0 0,4-4-1 15,0 2 0-15,-3-2-1 0,3-1-3 0,4-1 11 0,-3-1 12 16,0-1 18-16,2-1 30 0,2-2 35 0,-3 4 13 0,3-4-8 16,0 0-19-16,0 0-9 0,3-16-5 0,3 7-10 15,4-1-9-15,-1-5-17 0,4 1-1 0,1-1-6 16,0 1-2-16,4-4-5 0,-4 3-3 16,0 2-4-16,-1 1-6 0,0 0-1 0,-6 3-4 0,2 1-1 15,-2 3-6 1,1-2 4-16,-4 2-5 0,0 2-3 0,0 1-4 15,-1-1-2-15,1 0-11 0,-4 3-18 0,5-1-12 16,-5 1 1-16,0 0 0 0,3 8 5 0,-3-8 11 0,-3 10-6 16,0 0 2-16,2 0 5 0,-2 2 1 15,1 0 3-15,-1 3-1 0,2-3 3 0,-2 0 2 16,2 0-1-16,1 0 2 0,0-1 0 0,1-2-7 0,2 1 2 16,-1-2-11-16,2 3-14 0,1-5-33 0,4-1-15 0,1 2-32 15,2-3-33-15,2-2-46 0,0 0-58 0,0-5-288 16,-1 2-590-16,6-2 261 0</inkml:trace>
  <inkml:trace contextRef="#ctx0" brushRef="#br0" timeOffset="199107.09">7097 10161 9 0,'0'0'278'16,"-2"-2"-15"-16,2 2-25 0,0 0-21 0,0 0-20 16,4-4-25-16,-4 4-13 0,9 0-20 0,-9 0-15 0,9-1-11 0,-9 1-8 15,13 2-13-15,-8 1-10 0,3-1-7 0,-3 3-9 16,1 0-8-16,-1 0-7 0,2 3-3 0,-2 1-8 16,-1 1-4-16,-1 2 2 0,0 0-6 0,-2 4-6 15,-2 1-3-15,-2-6-1 0,0 5-3 0,-1-4-2 16,-4 3-1-16,4-3-2 0,-2-2 2 0,1-1 1 0,-3 1 2 15,3-3-2 1,1 0 3-16,0-2 10 0,0-1-3 0,3 1 4 16,-4-3 3-16,4 3 15 0,-2-4 22 0,3-1 23 15,-1 4 26-15,1-4 31 0,0 0 22 0,0 0-13 16,0 0-13-16,0 0-18 0,5-11-13 0,0 3-12 16,3-1-13-16,-2-1-8 0,6-2-15 0,2 1 3 15,-4-2-11-15,4 1-7 0,-2-1-2 0,-2-1-8 0,1 5-10 0,-3-1-1 16,0 3-1-16,2-1-3 0,-5 1-3 0,0 5-1 15,-1-2 3-15,1 0-16 0,-2 0-7 0,-1 1-11 16,2 1-20-16,-4 2-23 0,0 0 13 0,0 0-5 16,0 0-1-16,1 13 7 0,-3-7 13 0,-2 4-8 15,1 1 8-15,1 2 4 0,-1 2-1 0,1 0-2 0,-1 2 2 16,3-1 5-16,4-2 1 0,1 1-23 0,5 1-20 16,4-3-31-16,10 1-45 0,6-1-71 0,3-4-114 0,3-6-310 15,6-1-679-15,7-6 301 0</inkml:trace>
  <inkml:trace contextRef="#ctx0" brushRef="#br0" timeOffset="201059.78">7849 10152 105 0,'0'0'138'0,"0"0"-13"0,0 0-10 15,0 0-13-15,0 0-5 0,0 0-11 0,0 0-7 0,-6 2-6 16,6-2-13-16,0 0-7 0,0 0-2 0,0 0 1 16,0 0-8-16,0 0-8 0,0 0-5 0,0 0 0 15,0 0-8-15,-4 2 1 0,4-2-3 0,0 0 4 16,0 0-3-16,-3 3 4 0,3-3-6 0,0 0-2 15,-3 1-3 1,3-1 2-16,0 0-5 0,-3 1 1 0,3-1-7 16,0 0 5-16,0 0 1 0,0 0 0 0,-4 3-2 0,4-3-1 15,0 0 9-15,0 0 7 0,12 2 6 0,-12-2 2 16,21-2-5-16,-2-1 5 0,10 2-2 0,0 0 3 16,8-2 0-16,3-1 5 0,9-1 1 0,2 1-1 15,-11 0 0-15,0 0 1 0,-3-1-7 0,0 2-1 16,-4 2-3-16,-3 0-3 0,-3-4-4 0,-8 3 0 0,-6 1-4 15,-1 1-10-15,-3-2-9 0,-1 2-19 0,-4 0-17 16,-4 0-13-16,0 0-17 0,0 0-7 0,-25 0-7 0,11 0-16 16,-5 0-8-16,-1 2-9 0,-1-1-13 0,3-1-116 15,-3 2-262-15,-1-1 115 0</inkml:trace>
  <inkml:trace contextRef="#ctx0" brushRef="#br0" timeOffset="201310.45">8148 10055 179 0,'2'-11'234'0,"0"2"-5"0,-2 2-1 0,1 2 9 16,1-3-8-16,-2 2-9 0,0 2-19 0,2-1-18 0,-2 2-18 0,0 3-15 16,1-7-20-16,-1 7-20 0,3-2-19 0,-3 2-18 15,0 0-10-15,0 0-5 0,-8 21-6 16,3-7-6-16,-2 2-2 0,0 7-7 0,-1 4-6 15,1 2 2-15,2-3-4 0,1 4-3 0,1-2 1 0,-1-1-9 16,4 0-25-16,0-6-29 0,0-2-26 0,0-1-25 16,-1 1-37-16,4-3-77 0,-2-5-234 0,2-2-471 0,1-2 210 15</inkml:trace>
  <inkml:trace contextRef="#ctx0" brushRef="#br0" timeOffset="202173.75">9076 9833 30 0,'1'-1'178'0,"2"-4"-11"16,-3 5-2-16,2-6-3 0,1 5 0 0,-3 1-8 16,4-3-5-16,-4 3-10 0,1-4-12 0,-1 4-6 15,4-4-10-15,-4 4-14 0,0 0-7 0,0 0-9 16,0 0-10-16,-13-3-6 0,13 3-3 0,-17 5-9 15,3-1-7 1,-1-1-5-16,-3 4-6 0,0 0-3 0,2 0-2 16,-2 1-6-16,2 2-1 0,0 1-6 0,-1-1 0 0,2 2-2 15,2 0-3-15,3 1-3 0,2-2 2 0,2 4-1 16,-1 0 1-16,6-3-1 0,1 5 1 0,1-1-4 16,7 2 0-16,0-1 0 0,3 2 1 0,6-2-1 15,2 4 5-15,5-2-5 0,-1 0 1 0,3 0-1 16,-2-5 4-16,0 3-4 0,-1 0-2 0,-2-1 2 0,-3-4-3 15,-5 1 0-15,1-3 0 0,-5 1 1 0,-4-3-2 0,1 2-3 16,-2-1 2-16,-3 0 2 0,-7-1 6 0,-3-1 1 16,-4 4-1-16,-11 0-2 0,-3-4 3 15,0 2 6-15,-2-1-5 0,-1-1 2 0,1-2 0 16,1-2 3-16,6-1-7 0,2 1-2 0,2-2 0 0,2 2-1 16,5-2-1-1,2-1 2-15,1 2-1 0,3-2 2 0,5 0 9 16,-10 1 1-16,6-1-1 0,4 0 2 0,0 0-3 15,0 0 0-15,0 0-4 0,0 0-2 0,27 4 0 16,-12-8-19-16,-2 4-30 0,6 0-32 0,-3 0-42 16,0-1-51-16,-3 0-91 0,6-3-138 0,-6 3-425 15,1-3 189-15</inkml:trace>
  <inkml:trace contextRef="#ctx0" brushRef="#br0" timeOffset="209289.77">9591 9929 134 0,'2'-7'176'0,"0"4"-2"15,-1-2 0 1,0-2-10-16,1 4-5 0,-1-3-3 0,0 1-7 16,-1 5-5-16,1-4-10 0,1 0-11 0,-2 4-11 0,0-4-13 15,0 4-12-15,1-5-14 0,-1 5-8 16,0 0-10-16,0 0-4 0,-4 14-10 0,3-5-3 0,-4 6-5 16,0 3 0-16,-1 1-7 0,0 0 0 0,1 0-3 15,0 6-3-15,1 0-3 0,3-4-3 0,1-3-3 16,0 3 1-16,-1-2 0 0,3-2-2 0,-2 2-2 15,3-4 2-15,1-3 0 0,-2 0 1 0,3-3-2 0,-1-1 2 0,-3-1 0 16,2-2 12-16,-2 0 30 0,3-1 26 0,-2 0 31 16,2-2 11-16,-4-2 2 0,14-2-7 0,-5-5-12 0,0 1-8 15,6-5-7-15,-2-2-12 0,1 1-4 16,0-2-10-16,-1-2-9 0,5-5-3 0,0 1-4 16,-5 5-2-16,-3-1-8 0,4-7 0 0,-2 6-7 15,-1 1-8-15,-2-1 3 16,-3 3 3-16,0 4 3 0,0 0 6 0,-1 1 6 15,-2 4-5-15,-1 0-6 0,1 1-4 0,-2 0-2 16,2-1-1-16,-2 1-4 0,-1 4-12 0,2-4-1 16,-2 4-26-16,2-4-18 0,-2 4-4 0,0 0 1 15,0 0 3-15,-2 12 7 0,-1-1 4 0,0 0 4 16,-1 0-5-16,-1 5 7 0,0 4 4 0,0-3-4 16,0 1 5-16,2-1-1 0,1 1 2 0,-1-1 2 0,3-1 1 0,0-3 0 15,0-3 5-15,5 1 0 0,-1-1 6 0,2 1-1 16,2-2 1-16,1 0-4 0,1-1 12 0,5 1-9 15,2-4-3-15,1 2-24 0,1-4-31 0,-1-1-45 16,1-4-50-16,3 2-44 0,-3-3-66 0,-5 0-273 16,4-3-581-16,-5 2 258 0</inkml:trace>
  <inkml:trace contextRef="#ctx0" brushRef="#br0" timeOffset="209827.24">10087 10127 224 0,'0'0'285'0,"0"-5"-15"16,0 5-23-16,1-4-23 0,-1 4-19 0,8-7-21 15,-5 4-17-15,1 1-17 0,1-1-19 0,1 1-13 16,0 1-11-16,0 0-13 0,-6 1-7 0,9 1-13 15,-9-1-9-15,13 3-8 0,-9-2-9 0,2 3-3 0,-2 0-9 16,0 2-7-16,-3 1 0 0,2 1-3 0,-2 3-5 0,-2 1-2 16,-2 1-3-16,2 2 1 0,-3 1 1 0,-5 0-6 15,2 0 1-15,0-2-2 0,-2 1 0 16,-1 1-2-16,4-8 3 0,-1 4-4 0,1-4-6 16,1-2 4-16,0 0 3 0,-1 0-3 0,4-1-1 0,-1-2 2 15,1 1 6 1,-2 0 23-16,4-4 16 0,-4 4 23 0,3-3 21 15,1-1 27-15,0 0 10 0,0 0-18 0,0 0-6 16,0 0-10-16,10-14-5 0,-5 5-18 0,5-2-1 0,3-2-13 16,0-1-8-16,-2 2-2 0,2 1-10 15,1-3-2-15,-5 7-10 0,3-5 1 0,-2 4-4 16,-4-1-4-16,2 2 1 0,0 1-4 0,-2-1-1 16,-2 6-7-16,0-3-2 0,-2 0-5 0,1 4-12 0,1-3-17 0,-4 3-10 15,4-2-21-15,-4 2 3 0,0 0 4 0,5 5 8 16,-4 0 1-16,1 2 6 0,-2 0-1 0,0 3 6 15,2-1 3-15,-1 1 2 0,0 2 5 0,2 0-1 16,-1 0 3-16,0 1-9 0,0-3-2 0,-1 2-8 16,3-1-17-16,0-1-22 0,-1-1-17 0,2 0-31 15,-1-1-22-15,1 0-33 0,-1-3-51 0,-1 0-89 0,4-4-161 0,-2-1-517 16,-5 0 229-16</inkml:trace>
  <inkml:trace contextRef="#ctx0" brushRef="#br0" timeOffset="210459.2">10460 10118 39 0,'0'-3'296'16,"0"-1"-10"-16,0 4-14 0,0-5-21 0,0 5-19 16,0-5-26-16,0 5-13 0,1-5-22 0,-1 5-23 15,3-3-18-15,-3 3-9 0,0 0-13 0,0 0-14 16,0 0-10-16,12 3-15 0,-8 1-9 0,0-3-13 15,2 4-8-15,-2-1-8 0,1-2-8 0,-1 1-2 0,0 0-8 0,1 2 1 16,-1-2-6-16,2 0-1 0,-2-1 1 0,-1 0-2 16,-1 0 0-16,2 1-2 0,-4-3-1 0,5 1 2 15,-5-1 6-15,10-1-7 0,-10 1-1 0,8-3-3 16,-3-1 4-16,0-1-3 0,-1 0 2 0,2 2-3 16,-2 0 5-16,0-2 3 0,0 1 5 0,0 1 3 15,1 1 1-15,-4 0 3 16,2-3-1-16,-3 5-5 0,5-3 1 0,-5 3-4 15,5-2-2-15,-5 2-4 0,0 0-1 0,0 0-2 16,8 5 1-16,-7 0-1 0,2-1-2 0,-1 3 0 16,2 1 0-16,-1 3 2 0,-2 0-2 0,2 6 1 15,-2 0-1-15,1 3-3 0,1 8 0 0,-2-4 3 16,-2 2-2-16,1 3-8 0,-3-4 2 0,0 1 1 16,0-1-1-16,-1-1 4 0,0-4-5 0,-1-2 4 0,1 0 2 15,-1-1-3-15,-4-2 4 0,4-1 1 0,0-2-2 0,1-1 4 16,-4-2-1-16,2 0 1 0,1-2 4 0,-1-1 1 15,0-1 3-15,1 0 0 0,-1-1 11 0,1-1 9 16,1 1 13-16,0-3 14 0,4-1 12 0,-8 0 13 16,8 0 7-16,-7-5-1 0,2-2-2 0,2 1 0 15,2-5-5-15,0-3 8 16,2-3-14-16,5-7-4 0,4-3-9 16,5-1-13-16,2-2 0 0,5-1-10 0,0 0 0 15,1 4 7-15,1 0-20 0,-1 1-1 0,0 3-2 0,-1 2-2 16,0 4-4-16,-9 5-1 0,0 2 14 0,-4 1-21 15,-1 4 0-15,-3 0 5 0,1 0 1 0,1 3-6 16,-4-1-5-16,0 1 1 0,0-2-5 0,-3 4-8 16,5-3-16-16,-5 3-27 0,4-3-22 0,-4 3-26 0,0 0-11 15,0 0 8-15,0 0-11 0,0 0-19 0,0 0-22 16,0 10-30-16,0-10-46 0,-3 6-75 0,3-6-192 16,0 4-539-16,0-4 239 0</inkml:trace>
  <inkml:trace contextRef="#ctx0" brushRef="#br0" timeOffset="-197824.2">11460 10137 56 0,'-15'2'70'16,"6"1"-9"-16,-5-2-6 0,4 0 2 0,-1 2-7 16,0 0 0-16,3-2 0 0,2 0 1 0,0 1-2 15,-1-1-6-15,3 0 7 0,4-1 0 0,-6 1-1 0,6-1 1 0,-8 0 5 16,8 0-2-16,0 0 1 0,-5 3 0 15,5-3 3-15,0 0 0 0,0 0 1 0,0 0 1 16,0 0-1-16,-7 0 3 0,7 0-6 0,0 0 2 0,0 0-5 16,0 0-4-16,0 0-1 0,0 0-6 0,0 0-1 15,0 0-5-15,0 0 1 0,0 0-4 0,0 0-2 16,0 0-3 0,0 0-3-16,0 0-5 0,0 0-1 0,0 0-4 0,0 0 1 15,0 0-2-15,0 0 3 0,0 0-5 0,-8-1 1 16,8 1-4-16,0 0 2 0,0 0-1 15,0 0-1-15,-5 1-5 0,5-1 0 0,0 0-3 16,0 0 7-16,0 0 9 0,0 0-13 0,0 0 5 0,0 0 7 16,0 0 6-16,0 0 0 0,0 0 2 0,0 0-1 15,0 0 0-15,0 0-3 0,0 0-2 0,0 0-5 0,23-5 0 16,-10 2-3-16,6 0 2 0,9 1 0 0,2-3-3 0,1-2 1 16,5 2-3-16,-2 1-1 0,0-2 0 15,3 3 3-15,0-2 1 0,1-1-9 0,-7 4 0 16,-3-1 5-16,-9 2-5 0,-1-3-1 0,-5 3-14 0,-1 0-6 15,-1 1-14-15,-6 0-14 0,0-1-21 0,-5 1-22 16,0 0-24 0,0 0-20-16,0 0-166 0,-37 3-327 0,10 0 145 15</inkml:trace>
  <inkml:trace contextRef="#ctx0" brushRef="#br0" timeOffset="-197592.8">11482 10045 62 0,'4'-7'199'0,"2"-5"-10"0,-2 3 0 0,1-1-6 16,-1 3-11-16,0 1-1 0,0 1-7 0,-3-2-6 15,3 3-7-15,0-1-16 0,-3 2-9 0,1 0-15 16,-2 3-13-16,3-5-13 0,0 2-17 0,-3 3-11 16,0 0-7-16,0 0-5 0,-3 14-4 0,-1-2 2 0,-2 5-10 15,0 7-7-15,-2 2 2 0,0-1-5 0,-1 2 0 0,3 1-1 16,-2 0-5-16,3 1 1 0,5-3-2 0,-3 0-2 15,2-7-30-15,1 0-22 0,0-1-27 0,0-1-26 16,4-1-66-16,-3-6-235 0,4 1-425 0,6-7 189 16</inkml:trace>
  <inkml:trace contextRef="#ctx0" brushRef="#br0" timeOffset="-196724.01">12152 9911 17 0,'-12'0'180'0,"12"0"-9"0,-5-1-7 0,5 1-16 0,0 0-9 16,-9 0-10-16,9 0-13 0,0 0-12 0,0 0-8 15,0 0-12-15,0 0-2 0,-5-3-9 0,5 3-8 0,0 0-6 0,0 0-6 16,0 0-10-16,0 0 0 0,0 0-2 0,0 0-3 15,0 0 2-15,0 0-6 0,13-3 5 0,-13 3-7 32,0 0-1-32,0 0-1 0,0 0-2 0,0 0-4 15,0 0-1-15,0 0-1 0,0 0-3 0,0 0 1 16,0 0-8-16,0 0 2 0,0 0-5 0,0 0 0 16,0 0 1-16,0 0-2 0,0 0-1 0,0 0 0 0,0 0 5 0,0 0-3 15,0 0 0-15,0 0 8 0,0 0-6 0,0 0 4 16,0 0 0-16,0 0 2 0,0 0-6 0,0 0 3 15,0 0-1-15,0 0-1 0,0 0 1 16,0 0 1-16,0 0-6 0,0 0 2 0,0 0-3 0,0 0-2 16,0 0 3-16,0 0-2 0,0 0 0 0,0 0-2 15,0 0 0-15,0 0 0 0,0 0-2 0,0 0-2 0,0 0 5 0,0 0-1 16,0 0-4-16,0 0 2 0,0 0 2 0,0 0-4 16,0 0 3-16,0 0 0 0,0 0-1 0,0 0-3 15,0 0 4-15,0 0-2 0,0 0 0 16,0 0 1-16,10 0-2 0,-5-1 1 0,5 0 3 0,2-2-4 15,8 2-1-15,0-2 4 0,8 2-3 0,1-3 0 16,2 3 2 0,3-2 0-16,2 0-3 0,3-2 1 0,1 5 3 0,-1-5-1 15,13-3 1-15,-19 4 0 0,2-1 2 0,-5 0-4 16,-8 3 2-16,-3 0 2 0,-2-1-2 16,-5 3 0-16,-3-1 2 0,-1 1-12 0,-1-1-10 15,0-1-15-15,-7 2-21 0,0 0-8 0,0 0-5 0,0 0-14 16,0 0-3-16,-25 0-18 0,12 0-10 0,0 2-9 15,-3 0-6-15,-4 1-15 0,1-1-124 0,-1 0-286 0,3 1 127 16</inkml:trace>
  <inkml:trace contextRef="#ctx0" brushRef="#br0" timeOffset="-196507.05">12456 9893 114 0,'0'0'219'0,"4"-12"-7"0,-2 7-3 16,-2 5-3-16,3-4-6 0,-3 4-6 0,1-3-20 0,-1 3-13 15,1-4-17-15,-1 4-19 0,0 0-14 0,0 0-15 16,0 0-15-16,0 0-5 0,1 13-13 16,-2-2-4-16,1 3-10 0,-1 4-3 0,-2 5-1 15,0 6-4-15,1 0-6 0,1 0-3 0,-1 0-2 0,2 2 1 16,-2-1-5 0,2 0-9-16,-2-3-23 0,-1 2-31 0,1-3-36 15,-1 1-37-15,4-9-73 0,-5-3-216 0,2-2-430 0,2-3 190 16</inkml:trace>
  <inkml:trace contextRef="#ctx0" brushRef="#br0" timeOffset="-188844.75">13136 9849 101 0,'0'0'217'16,"0"-7"-9"-16,0 7-25 0,1-3-19 0,-1 3-18 15,0 0-17-15,0 0-12 0,0 0-17 0,0 0-8 0,0 0-12 16,-5 11-7-16,1-4-8 0,0 4-7 16,0 4-7-16,-1 4-2 0,1-2-5 0,0 0-5 15,1 1-6-15,-1 3-1 0,0-3-4 0,3 0-1 0,-3 2-6 16,4-3 0-16,0 0-4 0,0-4 0 0,0 0 1 0,1-3-1 15,1 0-6 1,-2-3-2-16,1 0 3 0,1-1 17 0,1-2 21 16,-2-1 26-16,3 1 11 0,0-3 7 0,2-1 6 15,3-1 1-15,4-3-3 0,2-3-3 0,3-2-5 16,-2-1-9-16,0-2-4 0,8-4-8 0,-2-4-4 16,2-1-10-16,-1-1-1 0,-1 0-9 0,1 0-5 15,-4 1-8-15,2 1 0 0,-6 1 1 0,-1 5 4 0,-4-3-2 16,2 3-4-16,-6 3 8 0,-1 2-2 0,2 0 3 15,-1-1-4-15,-2 5 1 0,-1 0-6 0,0 0-2 16,0 2-5-16,-2 1-7 0,-1 2-16 0,5-5-19 16,-5 5-8-16,0 0-2 0,0 0 4 0,0 0-2 15,-9 15 5-15,6-3 1 0,-5 2 4 0,0 1 6 16,3 10-7-16,-3-7 6 0,2 1-1 0,2 6 0 0,0-6 0 0,3 1 4 16,1-1 2-16,0-2 1 0,1-3 1 0,3-2 6 15,1 0-3-15,4-2 2 0,0 5-1 0,4-4 4 16,2-1-1-16,1-2-1 0,1-1-6 0,2-1-23 0,0-2-31 15,0-1-48-15,-3-1-52 0,0 0-59 16,-4-4-95-16,2 0-160 0,-1-3-511 0,1 1 226 16</inkml:trace>
  <inkml:trace contextRef="#ctx0" brushRef="#br0" timeOffset="-188157.75">13783 9944 68 0,'2'-5'280'0,"-4"2"-10"0,4 0-20 16,-2 3-21-16,1-7-17 15,0 3-25-15,-1 4-19 0,2-1-19 0,-2 1-22 16,0 0-26-16,0 0-9 0,0 0-15 0,0 0-8 16,0 0-7-16,6 8-8 0,-2-1-5 0,-2-2-4 15,2 5 0-15,-4-2-12 0,3 3 1 0,1 0-8 16,-2-2-3-16,2 2-7 0,-3-1-5 0,3 0-2 16,1-3-1-16,-4 0-2 0,3-2 5 0,-3-1-6 15,2 0 2-15,-2 0-2 0,2-1-1 0,-3-3 0 0,5 1 1 0,-5-1-2 16,14-1 3-16,-9-6 0 0,3-1 3 0,0 1 6 15,2 0 1-15,-1-1 3 0,-3 0-1 0,4-1 5 16,-1 2 8-16,-1 0 4 0,-2-2 5 0,-2 4 3 16,1 0-1-16,0 2-5 0,-2 0 0 0,1-1-5 15,-2 2-7-15,-2 2-11 0,6-3-8 0,-6 3-3 16,0 0-1-16,5 10-4 0,-3-3 0 0,1 5-2 0,0 0 1 0,0 4 0 16,-3 2-1-16,3 9 2 0,-3-5-1 0,-2 5-1 15,1 1 1-15,0 1-10 0,-4-1 4 0,-2-2 1 16,2 0 0-16,-3 0-4 0,-3-3 6 0,5-3 0 15,-2-2 1-15,-1-3 1 0,-2-1 1 0,2 1 2 16,1-5 0-16,-2-1-2 0,1-2 5 0,-3-1-3 16,7-2 10-16,-5-1 9 15,2-1 16-15,3 0 27 0,0-2 21 0,5 0 3 16,-11-5-1-16,8 0 8 0,-1-2-15 0,4-6-3 16,1-3-7-16,7-9-2 0,2 2-12 0,3-2-6 15,5-3-8-15,-1 0-3 0,3-1 0 0,3 4 7 16,-2 3-12-16,0 1-3 0,0-1-10 0,-7 7 2 15,2 3-2-15,-3 4-2 0,-4 0-4 0,-1 2 1 16,-2 0 2-16,-1 1-3 0,0 1-1 0,-1 2-5 0,2-3-13 0,-3 4-23 16,1-1-27-16,-4 2-19 0,0 0 8 0,0 0 1 15,4 8-7-15,-4-6-16 0,0 5-18 0,-3-2-20 16,-2 0-17-16,1 3-17 0,-1-1-41 0,0 0-44 16,1-2-226-16,-1 0-512 0,2-1 227 0</inkml:trace>
  <inkml:trace contextRef="#ctx0" brushRef="#br0" timeOffset="-187556.7">14219 10002 146 0,'2'-5'258'0,"-2"5"-10"0,3-3-14 15,-3 3-24-15,0 0-20 0,0 0-15 0,1-2-24 0,-1 2-16 0,0 0-13 16,6-2-17-16,-6 2-9 0,6 4-10 0,-1 1-5 15,-1-2-10-15,-1 2-10 0,2-1-3 0,-2-1-9 16,3 2-2-16,0 0-8 0,-1-1 3 0,4 0-12 16,-4 0-4-16,0 0-5 0,3-1-1 0,1-3-2 15,-3 0-2-15,3 0-6 0,-1-3 9 0,1 2-6 16,1-3 0-16,-4 0-5 0,4-1 6 0,-3 0-7 0,-1-1 0 0,1 0-2 16,-3 2 3-16,2-1 5 0,-3 2 4 0,2-2 5 15,-3 1 1-15,1 1-5 0,-3 3-2 0,5-2 2 16,-2-1-8-16,-1 0-13 0,-2 3-8 0,0 0 2 15,7 6 0-15,-7-1-4 0,2 4 1 0,-2 0 6 16,1 7-4-16,-2 1 1 0,1 1 4 0,0 7-1 16,-2 1 0-1,-1 1 2-15,2 2-4 0,-3 0 1 0,1 0 4 16,-3 2 0-16,1-1-3 0,-3-2 6 0,3-1-3 0,-1-4 2 16,0-2-2-16,1-4 2 0,0-1 1 0,0 1 0 15,0-5 3-15,0-2-4 0,0 0-1 16,0-2 4-16,-3-4 1 0,6 1 1 0,-5 0 10 15,3-2 15-15,-2-2 12 0,-3-2 26 0,9 1 16 0,-9-8-4 16,4 3 4-16,1-4 5 0,1-2-5 0,6-6-8 0,-2-1-3 16,7-9-8-16,7 0-12 0,1-1-4 0,3-2-1 15,6-11-8-15,-2 14 0 0,0 0-10 0,2 3 0 16,0 1-3-16,-3 0-3 0,2 5-6 0,-1 2 1 16,-5 2 2-16,-3 5-5 0,-2 1 2 0,-4 3 1 15,0 0-6-15,-1 1-2 0,-2-1 13 0,-1 2-22 16,-1 2-7-16,1 0-8 15,-2-4-21-15,-3 5-26 0,6-2-8 0,-6 2 6 16,0 0 4-16,2 9 0 0,-2-5-11 0,-2 1-15 16,-3 1-36-16,1 0-20 0,2 2-28 0,-2-3-57 15,0 4-263-15,0-5-529 0,3 2 234 0</inkml:trace>
  <inkml:trace contextRef="#ctx0" brushRef="#br0" timeOffset="-186731.92">15360 10091 190 0,'0'0'195'0,"0"0"-17"0,0 0-11 0,0 0-10 0,0 0-11 16,18-7-8-16,-10 5-11 0,-3-1-9 0,0 1-14 15,3 1-8-15,-2-1-9 0,-1 2-12 0,2-2-4 16,-2 1-6-16,-1-1-3 0,-4 2-7 0,0 0-5 0,10-3-3 16,-10 3-3-16,5 0-6 0,-5 0-2 15,0 0-5-15,0 0-3 0,0 0-5 0,0 0-1 16,0 0-5-16,0 0 1 16,8 0-3-16,-8 0-1 0,0 0 1 0,0 0-5 15,0 0 1-15,0 0 2 0,0 0-3 0,0 0-2 16,0 0-1-16,0 0 0 0,0 0-1 0,2-4-2 15,-2 4 3-15,0 0 1 0,0 0 8 0,0 0 3 16,0 0 6-16,0 0-1 0,9-2-2 0,0 2 0 0,3-3 4 16,5 3 1-16,3-2-3 0,10-4 5 15,1 2-7-15,7 2 6 0,-1-1-4 0,17 2 3 0,-3-2 1 0,0-1 0 16,-11 3 0-16,-1-2-3 0,-4 1-1 0,-3 0-2 16,-3-4-4-16,-9 3 2 0,1 2-5 0,-8-2-6 15,0 2-6-15,-7 0-17 0,2-1-26 0,-3 0-41 16,-5 2-30-16,0 0-24 0,0 0-20 0,0 0-16 15,-18-8-31-15,9 5-159 0,-6 2-392 0,2-2 174 0</inkml:trace>
  <inkml:trace contextRef="#ctx0" brushRef="#br0" timeOffset="-186530.89">15845 9894 222 0,'0'-5'275'0,"0"-3"2"0,0 3-5 0,0 0-12 16,0-1-20-16,0 6-23 0,2-6-21 0,-2 6-21 16,0-5-25-16,0 5-25 0,0 0-18 0,0 0-16 15,-5 11-7-15,4 2-9 0,-2 6-4 0,-3 6-7 16,2 9-6-16,0-1-7 0,4 2-4 0,-4 12-24 16,2-12-35-16,-1 2-41 0,3 9-43 0,0-11-58 0,-1-3-308 15,2-3-499-15,2-9 222 0</inkml:trace>
  <inkml:trace contextRef="#ctx0" brushRef="#br0" timeOffset="-185336.75">16967 9542 4 0,'1'-10'184'0,"-2"3"-12"0,1-1-5 0,1 1-8 0,-1 1-5 16,0 2-6-16,1-2-5 0,-1 1-8 0,0 5-13 16,0-5-10-16,1 2-12 0,-1 3-16 0,0-5-23 15,0 5-14-15,0 0-5 0,0 0-7 0,-5 20 1 16,0-5-2-16,-5 11-6 0,1 3 1 0,0 5-1 16,-9 12 2-16,4 1-6 0,-4 3-4 0,4-2 2 15,0 5-2-15,1 1 5 0,3-2-3 0,4-5-2 0,2-16-5 16,3 2 0-16,-3-3 0 0,2-1-4 0,1-5 1 0,0-4-4 15,1-6-1-15,-3-2 3 0,2-2-1 0,0 0-1 16,-2-4 10-16,2 0 24 0,-1-1 17 0,0-1 2 16,-2-3-6-16,-2-1-6 0,6 0 2 15,-14-5-11-15,2 0-1 0,1 0-5 0,-1-2-2 0,2-1-4 16,0 0-2 0,-3 0 3-16,7 0 7 0,-2 2 1 0,0 1 0 15,2-1 2-15,2 1 2 0,0 0-5 0,3 1-4 16,-3 1-3-16,0-1-4 0,3 2-2 0,1 2-6 0,-4-3-6 15,4 3-22-15,-4-3-20 0,4 3-22 0,0 0-12 16,0 0-28-16,0 0-30 0,0 0-37 16,0 0-58-16,17-1-198 0,-12 1-448 0,-5 0 198 0</inkml:trace>
  <inkml:trace contextRef="#ctx0" brushRef="#br0" timeOffset="-184962.15">16671 9958 78 0,'0'0'213'0,"-5"-2"-10"0,5 2-13 0,0 0-14 16,-9-2-14-16,9 2-14 0,0 0-12 15,-4-1-9-15,4 1-9 0,0 0-8 0,0 0-9 0,-1-3-4 0,1 3-8 16,0 0-10-16,0 0-2 0,0 0-8 0,0 0-7 16,17-2-6-16,-2-2-5 0,11 1-5 0,4 1-4 15,10-4-4-15,16-1 1 0,-1 0 7 0,4 0-1 16,1-1 0-16,-4 2-1 0,-1 1-3 0,-16 2-7 16,-4-1-1-16,-4 1-4 0,-4 1-1 0,-7-3-6 0,-1 5-2 15,-8 0-1-15,0-2-2 0,-2 1-3 0,-3 1-2 0,-2-1-5 16,-4 1-11-1,8-1 1-15,-8 1-6 0,0 0-28 0,0 0-26 16,0 0-32-16,-27 5-42 0,18 0-37 0,0-4-234 0,-3 2-440 16,5-3 196-16</inkml:trace>
  <inkml:trace contextRef="#ctx0" brushRef="#br0" timeOffset="-184095.08">18030 9458 33 0,'0'0'180'0,"-3"-4"-10"16,3 4-16-16,0-4-16 16,0 4-17-16,0 0-12 0,0 0-9 0,0 0-12 15,-16 8-10-15,3 6-1 0,-8 5-11 0,2 5-9 16,-4 3-9-16,-11 13-4 0,4 0-4 0,-1 5-7 16,-2-2 2-16,4 1-5 0,2 1 1 0,8 0-8 15,2 1 1-15,7-12 2 0,5 4-5 0,4-3-2 16,5-1 7-16,1 0-1 0,7-3 0 0,6-2-1 15,5-3-1-15,8-3 1 0,15 3-2 0,0-4-33 0,6-4-57 0,3-7-70 16,-15-6-146-16,11-5-305 0,-13-5 135 0</inkml:trace>
  <inkml:trace contextRef="#ctx0" brushRef="#br0" timeOffset="-183509.66">18335 9772 98 0,'3'-3'231'0,"-1"-1"-17"16,1-1-20-16,3 0-19 0,-1 4-13 0,2-3-18 16,2-1-15-16,-3 3-11 0,5-1-10 0,1 3-13 15,-3 0-11-15,1 0-8 0,0 3-8 0,2-1-7 0,1 3-5 0,-7-1-8 16,3 2-4-16,-3 5-8 0,1-1 0 16,-6-2-6-16,0 4-3 0,-2 5-6 0,-2 0-1 0,-2-1 0 15,-5-1-4-15,1 4-1 0,0-1 0 0,-2-2-4 16,-1-3 2-16,-2-1-4 0,4 0 2 0,1-3 0 15,1-2 0-15,2-2 3 0,-2 0-3 0,6 0 17 16,-1-2 19-16,-1 1 21 16,2-1 27-16,-1 0 31 0,3-3 21 15,0 0-5-15,0 0-13 0,0 0-7 0,9-12-25 16,4 0-4-16,2-1-8 0,3-6-9 0,8-1-11 16,-2 3-13-16,3-1-2 0,0-2-7 0,-1 1-8 0,-1 1-1 15,-3 3-6-15,-5 2-2 0,-1 0-3 0,-1 5-1 16,-6 1-6-16,0 0 0 0,-3 4-5 0,1-3 2 15,-2 3-15-15,-1 0-16 0,0 2-18 0,-4 1 0 0,0 0-1 16,0 0 6-16,0 0 7 0,-8 18 3 0,3-11-2 16,-3 4 0-16,-2 3 4 0,1 1-2 0,2 2 6 15,1-2 0-15,0 1-5 0,3 0-10 0,-1 1-5 16,4 1-12-16,0-6-12 0,0 2-17 0,4 2-22 0,0-5-26 16,5-1-50-16,0-1-67 0,1-4-242 0,0 1-523 15,3-1 231 1</inkml:trace>
  <inkml:trace contextRef="#ctx0" brushRef="#br0" timeOffset="-183230.96">18952 9910 122 0,'0'0'219'0,"0"0"-17"0,0 0-22 0,0 0-20 16,0 0-19-16,0 0-14 0,0 0-10 0,0 0-16 15,0 0-10-15,0 0-10 0,-3 12-6 0,-1-7-9 16,-4 4-8-16,0 3 7 0,-2-1-17 0,-1 2-12 15,-3 2-16-15,2-2-25 0,-1 1-28 0,-2 0-51 16,2 1-215-16,-1-6-321 0,5-1 142 0</inkml:trace>
  <inkml:trace contextRef="#ctx0" brushRef="#br0" timeOffset="-182526.11">19190 9721 172 0,'1'-6'236'16,"1"2"-17"-16,-2-1-3 0,1 0-22 0,-1 5-20 15,1-7-14 1,0 6-14-16,-1 1-19 0,2-4-11 0,-2 4-13 15,1-2-16-15,-1 2-10 0,0 0-8 0,0 0-9 0,0 0-3 16,7 10-10-16,-7-8-6 0,2 5-3 0,-2 1-4 16,1-1-11-16,2 3 4 0,-1-1-2 0,0 1-4 15,0 0-4-15,1 2-4 0,3 0-4 16,-2-4-2-16,2 1-2 0,-3 0 0 0,3-2-2 0,-2-3-2 16,1 1 3-16,-1-1-5 0,2-1 5 0,2-3-2 0,-3 0 1 15,-5 0-1-15,14-3 1 0,-5-2 0 0,-1-2-2 16,-2 2 3-16,4-4 2 0,-2 1 5 0,0 1 2 0,0-1 4 15,0-1 0-15,0 3 8 0,-3 0 1 16,-1 0 9-16,0 2-3 0,2-1 2 0,-2 0-5 16,-1 4-1-16,-1-2-6 0,-2 3-5 0,5-4-14 15,-5 4 2-15,0 0-5 0,0 0-1 16,8 8 2-16,-5-4-6 0,-2 6 3 16,1 1 3-16,3-2-5 0,-5 8-1 0,0 2 0 15,-1 8 0-15,0-3-3 0,-4 9 6 0,-3-1-1 16,0 0-1-16,1-2 1 0,-3 0 4 0,-1-1-4 0,1-2 0 15,-1 0 3-15,-1-3-2 0,4-6 1 16,-3-2 2-16,1-2-6 0,2-5 5 0,-1 2 4 16,0-5-2-16,0 2 3 0,5-4 5 0,-4-1 26 0,1-1 18 0,3-1 26 15,4-1 17-15,0 0-7 0,-13-6 6 0,11 1 1 16,-2-6 0-16,5 1 2 0,4-7-19 0,-1-1-7 16,6-7-8-16,8-4-8 0,-1 2-10 0,11-14-2 15,-5 12-1-15,9-7-11 0,-5 10 4 0,-3 3-11 0,-1 2 5 16,1 2-3-16,-2 4-6 0,-8 0-2 15,0 6 4-15,-5 1 6 0,0 2-8 0,1 0 4 0,-6 2-16 0,0 1 4 16,2-1-3-16,-3 1-13 0,1 2-34 0,-4 1-34 16,7-2-37-16,-7 2-23 0,0 0 15 0,0 0 10 15,0 8 9-15,-3-3-5 0,-6 2-24 0,1 3-28 16,2-1-26-16,-2-2-46 0,-2 4-257 0,1-5-520 16,1 2 231-1</inkml:trace>
  <inkml:trace contextRef="#ctx0" brushRef="#br0" timeOffset="-182292.42">19774 10011 56 0,'0'0'261'0,"0"0"-22"0,0 0-28 16,0 0-18-16,0 0-19 0,0 0-16 0,0 0-19 16,-5 0-14-16,4 4-15 0,-2 2-12 0,-1 1-10 15,2 1-16-15,-5 3-22 16,1-1-23-16,-2 2-29 0,-1 5-35 0,0-4-69 16,-3-1-204-16,3 0-335 0,2-3 149 0</inkml:trace>
  <inkml:trace contextRef="#ctx0" brushRef="#br0" timeOffset="-181760.51">20129 9680 71 0,'-4'-3'250'0,"4"3"-28"0,0 0-18 0,0 0-17 15,0 0-17-15,0 0-19 16,0 0-22-16,0 0-14 0,0 0-16 0,0 0-9 15,0 0-8-15,0 0-9 0,15 11-7 0,-4-5-8 16,-1 2-1-16,-1 1-6 0,5-2-6 0,0 3-6 16,1 2 1-16,-2-2-7 0,-3-3 0 0,3 7-4 15,-5-7-3-15,2 2-3 0,-3 0-4 0,-4 1-5 16,1-3 2-16,-4 3-7 0,0 0 2 0,-4 1-4 16,-6 2 6-16,-1 1-2 0,-1-3-6 0,-2 0-1 0,-8 3 3 0,6 0-3 15,2-6 2-15,-3 2-2 0,3-1 0 0,1-6 1 16,3 4-1-16,2 0 0 0,2-5 0 0,0 1-1 15,1-1 0-15,-1 2 5 0,2-3 1 0,3 3 6 16,1-4 10-16,0 4 11 0,0-4 12 0,9 4 5 16,4-3-3-16,4 1 2 0,4-2-13 0,10 0-3 15,0 1-4-15,-1 0 0 16,2 2-5-16,0-3-2 0,-2-3-2 0,-1 3-4 16,-10-1-6-16,2 0-8 0,-6-1-9 0,-4 2-21 15,1-2-22-15,-4 1-26 0,-2-1-42 0,-1 0-47 16,-2-1-66-16,-3-1-172 0,0 4-431 0,-8-8 191 15</inkml:trace>
  <inkml:trace contextRef="#ctx0" brushRef="#br0" timeOffset="-181328.54">20016 9881 85 0,'-8'0'219'0,"3"0"-16"0,5 0-9 0,-8-3-16 16,8 3-13-16,-9-2-12 0,9 2-13 0,0 0-6 16,0 0-14-16,-5 0-15 0,5 0 3 15,0 0 2-15,0 0 0 0,0 0 1 16,0 0-3-16,0 0-10 0,0 0-11 15,0 0-4-15,16-7-13 0,-5 6-6 0,4-2-5 16,4 2-4-16,13-2-8 0,4 1-4 0,2-2-3 16,20 0-1-16,-4 0-2 0,1 1 0 0,-15 1-6 0,0-1-1 15,-3 1-3-15,-1 0-3 0,-3-1 5 0,-4 1-11 16,-6-1-3-16,-4 2 2 0,1 0-3 16,-9-2-2-16,1 3-1 0,-6-2 1 0,3 0-2 0,-4 2 1 0,-5 0-3 15,8-1-3-15,-6-1-7 0,-2 2 2 0,0 0-6 16,0 0-16-16,0 0-13 0,0 0-17 0,0 0-16 15,-24 3-19-15,19-1-13 0,-3 0-23 0,3 1-20 16,1 0-16-16,-2 1-20 0,2-1-205 0,0 1-415 0,3 1 184 16</inkml:trace>
  <inkml:trace contextRef="#ctx0" brushRef="#br0" timeOffset="-181106.38">20871 10023 188 0,'0'0'194'0,"0"0"-25"0,0 0-16 0,-3 8-16 0,0-3-11 16,1 2-15-16,-5 0-4 0,1 3-14 0,-3 4-8 0,-4 1-7 15,-5 4-32 1,-5-1-71-16,0 0-219 0,0-2-264 0,8-7 117 16</inkml:trace>
  <inkml:trace contextRef="#ctx0" brushRef="#br0" timeOffset="-176912.12">16751 9828 148 0,'3'-7'138'16,"4"1"-1"-16,-2-3-4 15,-1 4-14-15,2-1-3 0,-1 0-12 0,-1 3-7 16,3-2-10-16,-2 0-9 0,1 1-11 0,3 1-1 15,-1 3-14-15,1 0-6 0,3 0-2 0,-3 0-9 16,5 2 0-16,-1 1 0 0,7 6-6 0,0-3-5 16,-1 3 1-16,5 1-7 0,3 3 7 0,-4-1-5 15,4 4-6-15,0-4 0 0,-2 3 1 0,3-3-5 16,-1 2-5-16,1-6 3 0,0 1 2 0,0-4 2 0,-1 3-5 0,4-4 1 16,-1-3-4-16,0-2 2 0,2-1 3 0,0-6-3 15,-2 1 2-15,2-2-2 0,-1-2 9 0,1 2 0 16,-4-5 0-16,-1 2 5 0,-1 0 14 0,-1 0-5 15,-7 4-1-15,-1-1 3 16,-1 3 0-16,-3-1 1 0,1 1-2 0,-5 3-7 0,4 0-5 16,-3 0-1-16,-3-1-5 0,0 4 0 0,2 0-3 0,-9 0-3 0,14 4-1 0,-6 0-3 15,2 0 4-15,-1 2-1 0,0 2-2 0,0-2-3 16,8 4 3-16,-6 1 1 0,4 1 3 0,0 0-2 16,2 1-2-16,1-4-2 0,7 3 4 0,1-4 1 31,8 1 0-31,-2-6-2 0,3-1 4 0,2 2-6 0,0-5 2 15,3-4 0-15,1-2-1 0,-3 2 3 0,1-3-2 16,-5-4 2-16,4 3-2 0,-2-4-2 0,-4 2 6 0,5-3-8 16,-6 1 1-16,-1 1 4 0,-3 3-4 0,-10 1 1 15,-3 5-2-15,-4-3 2 0,3 3 0 0,-7 0 2 16,2 0-4-16,-4 2-2 0,1 0-2 0,1-2 0 16,-6 3-1-16,8 4 1 0,-8-4-1 0,5 4 0 15,-2-1-2-15,-3 3 1 0,1 0 1 0,-1 2 2 0,0 1-4 16,-4 1 0-16,3 1-1 0,-4-1-2 0,-2 1 0 0,0-3 0 15,-6 2-3-15,-5-2-3 0,0-1 1 0,-13-2 4 16,-1 1-8-16,-3-6-16 0,-6 0-8 0,-18-2-29 16,-1-6-1-16,1 2-9 0,-3-4 10 0,-1-4 9 15,-1 1 3-15,4 0 6 0,-4 0 2 0,5-3 9 16,-26-4 4-16,31 8 5 0,-1 1 9 0,4-1 18 16,0 1 0-16,13 4 4 15,-2 2 7-15,-1-3-7 0,4 1 9 0,3 5 7 16,4-3 1-16,9 2 6 0,1 1-5 0,6-1-1 15,4 1 2-15,1 2-5 0,0 0-4 0,4-2 0 16,5 2 3-16,-8 4-8 0,8-4 6 0,0 0-2 16,8 6-1-16,6-3 4 0,4-2 0 0,10-1-2 15,3 0 1-15,-1-1 3 0,1-3-2 0,0 0-5 16,-10 1 6-16,1 1-3 0,-5-2 3 0,-1 0 1 0,-4 0-3 0,-3 1-1 16,0-1-6-16,-4-1 1 0,0 2 3 0,-5 0-5 15,0-1 1-15,0 4 1 0,-9-5-5 0,-2 3 4 16,-6 0-1-16,-5 4 0 0,-6-2 0 0,-4 4 0 15,-1 1-4-15,1 2 7 0,-1 1-5 0,1 1 1 16,-3 1 1-16,7 5-2 0,-3-3-1 0,6 2 7 16,1 1-6-16,8-3-1 15,1-1-1-15,3 2-2 0,4-3 6 0,1-1-2 16,2 1-2-16,4-2 6 0,1-1 0 0,4 0 0 16,2 0 8-16,8 0 9 0,3-3 2 0,3-3-5 15,2-1 4-15,-2-2 2 0,2-5-2 0,-3-1 7 16,-2-1-2-16,-2-3 3 0,-6-1 7 0,0-1 4 15,1-1-8-15,-7-5 2 0,-2-1-7 0,-5 3-1 16,-6-10-5-16,1 4 0 0,-8 0-1 0,-3 0-2 0,-2 5-4 0,-4 1-1 16,-5 1-5-16,-2 4 0 0,-6 2-4 0,1 5 2 15,-14-1-3-15,12 7 2 0,0 1-1 0,-12 6-3 16,15 1-1-16,1 2 2 0,0 3-1 0,2 3-3 16,1 3 3-16,-11 12 0 0,16-7-3 0,-6 9-1 15,14-5-1-15,1 1 1 0,5-2-11 0,7 4 0 16,5-4-2-16,10 6 8 0,7-4 1 0,8 0 1 0,18-1 2 0,10-4 1 15,4-3-1-15,6-11 4 0,6-4-1 0,31-4-3 16,-2-9 5-16,4-9-5 0,-6-5 2 0,1 1 3 16,-2-6 5-16,-6-2 5 0,-31 10 1 0,-2-4 1 15,2-2-1-15,-6 2 2 0,-3-4-5 0,-5-1 2 16,-15 7-3-16,0-4-3 0,-5 5 2 0,-6-2-2 16,-7 5-4-16,-2 5 0 15,-7-1 0-15,-4 3-2 0,-4 0-2 0,-2 4-1 16,-8-2 1-16,-11 5-3 0,-1 4 1 0,-3 5 0 15,1 1 3-15,3 6-6 0,-2 0 4 0,-1 4-1 16,3 3 0-16,2 1 0 0,2 6 0 0,7-1-4 16,1-2-1-16,8 2-4 0,10 2 4 0,4 0 6 0,11-1-1 15,9-3 2-15,7-3 0 0,22 0 1 0,5-3 2 16,29-6-4-16,1-7 6 0,10-3-2 0,1-10-2 0,-1-1 1 16,1-6 3-16,1-4-5 0,-2-4 7 0,-4-1-3 15,-8 3 5-15,-25 0 2 0,29-8 0 0,-31 7-6 16,-5 1 3-16,0-2 0 0,-9 2-2 15,-15 3 0-15,-7 2 1 0,-6 4-4 0,-7 4 0 0,-3-3-1 16,-5 5 2 0,-3-2-8-16,-7 5-1 0,-3-2-1 0,-7 3 0 15,-4-1 2-15,-10 5 1 0,3 3-2 0,-4 1 4 16,5 2-3-16,-1 4-1 0,1-1 3 0,5 5-3 0,1 0 0 16,3 4-2-16,5-1 2 0,4-3-6 0,6 0 7 15,6 2-2-15,6 3 2 0,11-1 5 16,6-5-4-16,11-2 2 0,14 4 2 0,7-9 2 15,1-4-7-15,3-5 9 0,2-1 0 0,-1-6-1 0,-4 0-1 16,1-1 0-16,-7-3 0 0,0-2 0 0,-6-2 5 0,-13 6-3 16,-2-7-2-16,-1 3-3 0,-8 0 4 0,-5 4 14 15,-8 2 14-15,0 0 8 0,-3 2 1 0,-2 0-6 0,-1 0-10 16,-6 1 4-16,2 4-4 0,-7-3-4 0,-1 1-4 16,-5 4-1-16,-1 0-3 0,0 2 0 15,1 0-3-15,2 1 3 0,-2 2-8 0,0 3-5 16,1 3-4-16,5-2-5 0,-1 1-3 0,3 4 3 0,5 0 4 0,2-3 5 15,5 4-4-15,2-3 2 0,14 5 0 0,4-4 3 16,4-6-4-16,6-1 0 0,14 0 6 0,1-4-2 16,3-4 0-16,-1-1 2 0,0-6 1 0,-17-1 0 15,12-1-3-15,0-5-1 0,-9 1 2 0,-9-1 5 16,1 2-3-16,-3 0 1 0,-5-5 1 0,-6 8-1 16,-8 1 9-16,0 0 7 15,-2 1-3-15,-7 2-1 0,3 0-1 0,-5 0-6 16,-7 1-3-16,-1 1 3 0,-5 2-3 0,-4 0-2 15,0 3 0-15,-3 3 0 0,0 1 1 0,3 0-6 16,-2 5 1-16,4-1-2 0,0 2-3 0,2 3-5 16,1 0-6-16,7-3-3 0,2 0 6 0,1 0 4 15,7 0 0-15,1-1 3 0,7-2 3 0,3-1 0 16,8-3 1-16,5 1 1 0,3-6 2 0,-2-2-3 0,3 0 1 0,0-5 4 16,-4 0-2-16,0-3-1 0,-3-1 4 0,-6 0-2 15,-1 1 3-15,-3-2 5 0,0 0 12 0,-6 4 6 16,-1 0 8-16,-3 2-1 0,-4-1-9 0,2 2 1 15,-6 1-7-15,2 1 0 0,-7-1-3 0,-1 2-5 16,-3 2-1-16,1 2 4 0,-1 3-4 0,-2-2-5 0,3 1 0 16,-4 6 0-1,4 2-9-15,-3-2-9 0,5 3-9 0,0 1-4 16,2 1 8-16,7-6 1 0,3 4 1 0,1-1 3 16,5-3 4-16,7 2-3 0,2-2 4 0,10 0 1 15,2-5 1-15,2 0 4 0,2-4 1 0,-2-5-7 16,4 2 13-16,-4-4-4 0,-3 0-6 0,-1-1 14 15,-9 1-6-15,-1 0 4 0,-7 0 3 0,-1 2 12 16,0 0 1-16,-6 0-3 0,-2 0-6 0,-3 0 0 0,-4 1-2 0,-3 2-4 16,-6 0 0-16,-4 2 2 0,-1 1-5 0,-1 2 0 15,2 2 2-15,-1-1-2 0,-2 6-2 0,4 0 1 16,-2 0-2-16,5 2 0 0,-1 2-12 0,5 0-7 16,2 0 0-16,2-1 2 0,3-1 5 0,6 0-1 15,3-2 5-15,3 0 0 0,0-3-2 0,10 0 4 16,0-4 6-16,3-1 14 15,0-2 9-15,-1-4 14 0,1-2 10 0,-4 0 7 16,0-1 6-16,-3-4-5 0,-2-1 1 0,1-2-3 16,-6 1-1-16,-4 1-4 0,-3-2-9 0,-2-1-5 15,-3 1-3-15,-8-1-11 0,-3 3-18 0,-2 2-29 16,-9 1-31-16,-4 0-52 0,3 5-82 0,-3 4-182 16,8 0-405-16,4 0 179 0</inkml:trace>
  <inkml:trace contextRef="#ctx0" brushRef="#br0" timeOffset="-165238.9">21661 9359 14 0,'0'-5'143'0,"1"2"-5"16,2-1-9-16,-2 0-6 0,-1 0 0 0,3 1 1 15,-2-2-9-15,-1-1-2 0,1 0-7 0,2 2-7 16,-3-3-2-16,0 2-7 0,1 1-2 0,-1-3-5 15,0 3-8-15,3 1-4 0,-3-1-8 0,0 4-2 16,1-7-7-16,-1 7-7 0,-1-5-6 0,1 5-4 0,0 0-4 0,-3-4-5 16,3 4 0-16,0 0-7 0,0 0-3 0,-19 16-1 15,9-3-8-15,-6 8 4 0,-3 5 2 0,4 3-3 16,-8 12-6-16,0 5 2 0,3 3-1 0,-1-1 4 16,5 2-1-16,-1-1 1 0,7-1-4 0,1-13 3 15,2 13-2-15,1-14 0 0,1-2-3 0,-1-1 3 16,4-5-5-16,-2-6 3 15,3 1 0-15,1-10 0 0,0 1-3 0,-2-2 2 16,0-3 1-16,2-1 19 0,-2 0 22 0,2 0 30 16,0-2 30-16,-2 0 22 0,2-4 6 0,-1 3-9 15,1-3-15-15,0 0-14 0,-11-11-11 0,6 2-7 16,-2 0-6-16,1-2-8 0,0 2-8 0,-1-1-1 16,2 2-8-16,0-1-12 0,1 0 2 0,0 3-4 15,-1 1-8-15,3-1-1 0,-2 1-14 0,1 2-22 0,1 0-27 16,-1 1-35-16,2-3-40 0,1 5-38 0,0 0-21 0,0 0-36 15,0 0-47-15,-7-2-217 0,7 2-511 0,0 0 226 16</inkml:trace>
  <inkml:trace contextRef="#ctx0" brushRef="#br0" timeOffset="-164869.62">21274 9704 179 0,'0'0'201'0,"0"0"-17"0,-8 0-11 0,8 0-9 15,0 0-15-15,0 0-11 0,-3-3-12 0,3 3-16 16,0 0-3-16,0 0-14 0,0 0-8 0,0 0-1 15,16-4-13-15,-3 1-5 0,7 1-9 0,7-3-5 16,5-1-3-16,4 2-1 0,1-2-3 0,4 0-5 0,-1 1 0 0,-3-1-10 16,-3 3-4-16,-4 0-3 0,-9-2-4 0,-2 3-3 15,-7 0 2-15,-2 0-3 0,3 1 1 16,-5 1-5-16,-3 0 0 0,2-2-3 0,-7 2-4 0,9 0-9 16,-9 0-7-16,4-1-1 0,-4 1-3 0,0 0-9 15,0 0-14-15,0 0-28 0,-11 10-37 0,3-7-38 16,4 1-198-1,-2-1-367-15,-1-3 163 0</inkml:trace>
  <inkml:trace contextRef="#ctx0" brushRef="#br0" timeOffset="-164553.52">22328 9351 4 0,'0'-4'188'0,"0"0"-16"0,0 4-13 0,0-4-13 0,0 4-16 0,-5-3-18 16,5 3-9-16,0 0-16 0,-14 8-6 0,5 2-10 31,-5 4-4-31,-3 10-8 0,-3-1-9 0,0 5-6 15,0 1-8-15,-5 12 0 0,1 0-5 0,7-8-2 0,3-1-3 0,0 2-3 0,1-2-7 0,0-3 1 16,7 1-1-16,2-3 1 0,8 0 0 0,2-4-2 16,3 0-1-16,4-1 5 15,6 0-9-15,3-4-1 0,5-2-51 0,2-6-62 16,2-3-173-16,-2-7-299 0,1 0 133 0</inkml:trace>
  <inkml:trace contextRef="#ctx0" brushRef="#br0" timeOffset="-164020.75">22667 9517 25 0,'6'-3'171'0,"1"2"-25"0,0-1-15 16,2 0-14-16,0 3-8 0,-2 2-9 0,4 1-14 16,-5 0-8-16,1 1-10 0,-2 4-3 0,0-1-5 0,4 1-9 0,-8 3-6 15,2 0-6-15,-3-1-3 0,-4 6 1 0,-1-2-5 16,-4 2-7-16,1 0 1 0,-1-5-1 0,-3 1-7 15,0 1 4-15,-1-2-3 0,3-5-5 0,-3 3 3 0,2-3 0 16,2-3-2-16,2 1 10 0,1-2 22 16,0 0 12-16,2 1 25 0,0-1 20 0,4-3 25 15,-5 0 11-15,5 0 6 0,0 0-11 0,0 0-16 16,0 0-8-16,15-14-16 16,1 4-3-16,3-2-13 0,-3 0-9 0,11-3-10 15,-3-1-4-15,3-1-5 0,0 2-9 0,-1-2-3 16,-1 5-3-16,0-4-5 0,-6 7-1 0,-4 0-6 15,-4 2-3-15,-1 2-1 0,1 0 1 0,-4 1-10 16,1 1 1-16,-4 0-9 0,0 1-12 0,-3-1-22 16,-1 3-4-16,0 0 0 0,0 0 6 0,4 8 2 15,-4-8 4-15,-8 13-1 0,3-2 3 0,-5 1 1 0,1 2 5 0,2-2 1 16,-1-1 1-16,0 5 0 0,2-4-5 0,1-2-18 16,0 0-15-16,1 2-14 0,2-3-11 0,1 3-14 15,0-4-39-15,3 0-55 0,2-2-238 0,1-2-456 16,6 0 202-16</inkml:trace>
  <inkml:trace contextRef="#ctx0" brushRef="#br0" timeOffset="-163766.32">23193 9665 154 0,'0'0'258'0,"0"0"-20"16,0 0-23-16,0 0-20 0,0 0-21 0,0 0-20 16,0 0-16-16,0 0-26 0,0 0-9 0,0 0-11 15,0 0-11-15,-6 11-9 0,2-6-8 0,-5 3-6 16,4 0-8-16,-3 1-14 0,-1 0-6 0,1 2-19 16,-3 3-25-16,2-1-20 0,-1-5-25 0,0 3-54 15,4-2-67-15,-3-1-127 0,1-1-330 0,3-2 146 0</inkml:trace>
  <inkml:trace contextRef="#ctx0" brushRef="#br0" timeOffset="-163149.72">23376 9482 188 0,'0'-5'210'0,"0"5"-20"16,0-5-28-16,0 5-9 0,0 0-25 0,0 0-16 16,0 0-10-16,0 0-10 0,0 0-8 0,9 10-13 15,-8-4-6-15,4-2-14 0,3 5-12 0,-3-1-3 0,3 1-10 0,-3-1-11 16,4-2-4-16,-3 2-14 0,2-1-9 0,1 0-4 16,0-4-2-16,-1 1-3 0,-2-1-5 0,3-2 9 15,-3-1-4-15,3-1-4 0,0-2-1 0,0-1 9 16,-1-2 3-16,1-2-4 0,-1 0 9 0,2-1 4 15,-3-2 18-15,0 0 6 0,0 0 3 0,2 2 13 16,-4-3 10-16,1 4 3 16,0-2 17-16,-1 4 3 0,-5-2-4 0,6 5-6 15,-3-1 0-15,-2-1-9 0,3 3-8 0,-4 2-13 16,4-5-10-16,-4 5 3 0,0 0-6 0,5 10-3 16,-1-5-2-16,-3 6-5 0,4 0 1 0,0 7-3 15,-1 2 2-15,-1 5 3 0,2 3-1 0,-4 1 1 16,-1 0-5-16,0 1 1 0,-4 1 1 0,3 0 3 15,-7-2-2-15,2 0-1 0,-3 0 2 0,4-2-2 0,-3-8-4 0,0-2 0 16,1 2 7-16,-3-4-4 0,1-1 2 0,-3-1 2 16,-2-2 3-16,-2-5-1 0,0 0 2 0,-3-5 6 15,2-1 14-15,0-1 8 0,5-5 21 0,-2 1 9 16,1 2 11-16,3-5 6 0,1 0-6 0,4-5-3 16,1 1 8-16,0-1-15 0,8-3-9 0,4-3-7 15,2-7-6-15,9-1-7 0,4 3 1 0,1-3-9 0,1 5-4 0,-1 0 1 16,2 1-8-16,-1 3-4 0,2 0 2 0,-3 4-2 15,-6 5-3-15,-4 0 1 0,-1 2 1 16,-3 3-2-16,-2-2 8 0,-2 3-13 0,1 0-2 0,-3 1-6 16,1-1-7-16,-4 2-20 0,4-2-17 0,-5 3-27 15,0 0-12-15,0 0 7 0,0 0 4 0,4 5 9 16,-4-5-18 0,-9 10-20-16,6-3-26 0,0-2-38 0,-1 0-43 0,-2 1-210 15,3-2-447-15,-1 0 198 0</inkml:trace>
  <inkml:trace contextRef="#ctx0" brushRef="#br0" timeOffset="-162918.46">24024 9754 104 0,'0'0'146'0,"-2"6"-7"0,0-1-16 0,-2 2-6 15,-1-1-23-15,-3 5-1 0,-2-1-11 0,-1 1-4 16,-1 4-12-16,-2-2-5 0,1 3-32 0,-2-2-75 16,1 1-135-16,-2-3-197 0,0 0 87 0</inkml:trace>
  <inkml:trace contextRef="#ctx0" brushRef="#br0" timeOffset="-158357.05">24242 9348 52 0,'0'0'215'0,"-1"-7"-15"0,1 5-9 16,0 2-19-16,0 0-23 0,0-5-8 0,0 5-18 16,0 0-13-16,0 0-8 0,9 0-12 0,-9 0-7 15,10 5-10-15,-2-2-3 16,2 3-9-16,-1 2-4 0,0 0-7 0,1 0-4 16,2 5-4-16,-4-4-6 0,-1 3-2 0,2 2-3 15,-1 2-8-15,-3 1 0 0,0-1-1 0,-1 1-2 0,-4 0-1 16,-4-2-5-16,-1 2 3 0,-3 2-6 0,-2-4 0 0,-1 1 1 15,-1-2-4-15,-1-2 4 0,-1-1-6 0,1 3 2 16,2-1 0-16,2-6-2 0,1 0-3 16,-2-2 2-16,2 2-1 0,3-2-3 0,3-2 6 0,-1-1-8 15,-1 2 5-15,2-1 1 0,2-3 1 0,-4 2-1 16,4-2 7-16,11 3 6 0,0-3 9 0,3 0-6 16,5-3 2-16,4 3-3 0,5-4 0 0,-1 1 0 15,1-1-7-15,-7 2 1 0,7-1-1 0,-5 0-12 16,-2-1-18-16,-3 1-27 0,-5 0-24 0,-3 3-32 15,3-4-38-15,-7 3-69 0,1 0-130 0,-5-2-363 0,0 0 161 0</inkml:trace>
  <inkml:trace contextRef="#ctx0" brushRef="#br0" timeOffset="-158025.26">24301 9576 128 0,'0'0'257'0,"-10"0"-15"0,10 0-10 0,0 0-19 16,0 0-31-16,0 0-16 0,0 0-18 0,0 0-16 0,0 0-13 0,36-7-12 15,-5 4-10-15,3 1-10 0,4-2-6 0,12-2-9 16,4-1-7-16,-16 2-3 0,-1 1-6 0,0 1-7 15,-5 0-5-15,-10 2-4 0,-3-2-3 0,0 2-5 16,-8 0-6-16,0 0-5 0,-3-1-2 0,-2 2-10 16,-1-1-11-16,-5 1-4 0,8 0-2 0,-8 0 1 15,0 0-5-15,0 0-20 16,-14 8-14-16,5-6-19 0,-1 1-20 0,-2 1-18 16,3 1-18-16,-1-2-21 0,2 1-54 0,-1 0-121 15,4 0-342-15,1-2 151 0</inkml:trace>
  <inkml:trace contextRef="#ctx0" brushRef="#br0" timeOffset="-157770.96">25063 9659 66 0,'2'2'262'16,"-2"-2"-27"-16,0 0-21 0,0 0-25 0,0 0-18 0,4 2-17 15,-4-2-15-15,0 0-20 0,0 0-10 0,-8 8-6 16,2-3-14-16,-1 1-9 0,-2 4-9 16,-5-1-19-16,-1 1-18 0,-1 3-15 0,-1 0-33 0,-2 0-42 15,2-2-55-15,-3 4-211 0,2-5-347 0,1 0 154 16</inkml:trace>
  <inkml:trace contextRef="#ctx0" brushRef="#br0" timeOffset="-157223.12">25606 9378 170 0,'0'-5'255'0,"1"2"-17"0,-1 3-23 0,0-6-13 0,0 6-18 16,0-5-16-16,0 5-18 0,0 0-15 0,-1-5-14 16,1 5-11-16,-9 0-11 0,9 0-13 0,-17 7-9 0,7-3-7 15,-3 4-8-15,-4 4-7 0,0 2-8 0,-6 2-4 0,0 1-2 16,2 0-2-16,1 3-10 0,1-1-3 0,6-4-1 16,-1 0-5-16,4-1 0 0,2 1-2 0,0-5-5 15,2-1-2-15,2 1 1 0,-1-1-3 0,1-4 2 16,3-1 1-16,1 4 1 0,0-6 2 0,1 1 16 15,4 0 9 1,3-3 5-16,5-3 5 0,2-1-5 0,3-5-2 16,-1 1 0-16,7-5-4 0,-6 1-6 0,5-6-2 0,-9 3 1 15,6-7-5-15,-4 0-5 0,-2-1-3 0,-3-3-6 16,-3 1-6-16,-3-3-8 0,-5 2-3 16,0 2-1-16,-5 4-4 0,-7-5 1 0,-5 6-3 0,-3 0 1 15,-3 6 2-15,-5 3-3 0,-1 2-3 0,1 0 3 16,-3 4-6-16,0 4-10 0,11 0-14 0,-2 3-15 0,-1 1-20 15,3 3-18-15,4 3-23 0,-1 0-29 0,8-1-36 0,3 2-231 16,5-1-446-16,4 1 198 0</inkml:trace>
  <inkml:trace contextRef="#ctx0" brushRef="#br0" timeOffset="-156869.46">25861 9223 99 0,'0'0'248'16,"3"-3"-24"-16,0 1-23 0,-3 2-19 0,10 0-18 0,-10 0-17 16,11 2-16-16,-4 0-13 0,-1 2-13 15,-2 1-8-15,4 2-11 0,-3 2-10 0,0 1-6 16,-3 2-6-16,0 2-7 0,-2 2-10 0,0 1-4 0,0 0-2 15,-5 3-6-15,-1-5-2 0,3 2-5 0,-5 1-1 16,0-2-9-16,-1 0-3 0,3-2-1 0,0-5-3 16,1 2 1-16,1-1-1 0,0-3-4 0,1-4 6 0,1 2-3 15,0 1 0-15,1-3-2 0,0 0 12 0,1-3 12 16,-3 4 11-16,3-4 5 0,0 0-1 0,0 0-8 16,10 1-1-16,1-2-6 0,1 0-1 0,0-2-15 15,5-2-34-15,-5 0-45 0,1 1-37 0,4-5-70 0,-1 0-239 16,-3 1-441-16,1-3 196 0</inkml:trace>
  <inkml:trace contextRef="#ctx0" brushRef="#br0" timeOffset="-156722.22">25851 9388 45 0,'0'0'245'16,"0"0"-4"-16,-10 1-15 0,10-1-12 0,0 0-20 0,0 0-22 0,0 0-16 15,27-2-14-15,1-3-25 0,3 5-33 0,-1-2-46 16,6 0-48-16,0-1-83 0,-2-2-203 0,0-2-320 16,-5 2 142-16</inkml:trace>
  <inkml:trace contextRef="#ctx0" brushRef="#br0" timeOffset="-156246.05">25210 9757 68 0,'0'0'161'0,"0"0"-13"16,0 0-13-16,0 0-6 0,0 0-21 0,0 0-9 15,0 0-8 1,0 0-10-16,0 0-9 0,0 0-5 0,0 0-4 0,0 0-10 16,0 0 5-16,0 0-12 0,0 0-12 0,0 0 11 15,0 0-11-15,0 0 8 0,0 0 3 0,0 0-7 16,0 0 13-16,0 0 2 0,0 0 14 15,20-3 2-15,2 1-6 0,11-2-3 0,20 0 3 0,3 0 3 16,9-1 9-16,32-4 8 0,2 2-4 0,0-1-6 0,-2 1-7 16,-29 2-3-16,-3 3-9 0,-1-2 2 0,-8 0-12 15,-16 0-6-15,-1 2 1 0,-4 0-6 0,-7-1-4 16,-10 2-3-16,1-1 3 0,-7-1-11 0,-1 3-10 16,-6-1-4-16,-2 1-6 0,-3 0-11 0,0 0-26 15,0 0-6-15,-23 1-22 0,6 2-20 0,-3 2-21 16,-2-2-33-16,-1 2-33 0,-3 0-201 0,5-1-407 0,-6 4 180 15</inkml:trace>
  <inkml:trace contextRef="#ctx0" brushRef="#br0" timeOffset="-155835.72">25648 9954 63 0,'-12'11'86'0,"-1"1"-8"0,-3 4-9 0,-2 2-6 15,8-3-1-15,-4-1-2 0,5 1-7 0,-4-1-5 16,3-1 0-16,6-2-2 0,-3 0 11 0,5 0 6 15,-3-3 7-15,5 2 15 0,1-3 11 0,5 0 5 16,3-2-2-16,2 0-1 0,8-2-8 0,0-2-3 0,2-2 2 16,-1-3-5-16,2-1-6 0,-5 1 7 0,0-4 9 0,-1-1 0 15,-1-1-2-15,-1 0-5 0,-8 0-1 0,2-1 6 0,-4-1-9 16,1-4-14-16,-5 0-1 0,-4 2-16 16,-3-3-4-16,-5 4-4 0,1 0-2 0,-6 2-10 15,-2 2-11-15,-8 0-6 0,-2 1-4 0,-1 2-8 16,-6 4 3-16,3 0-6 0,0 2 1 0,1 0-3 0,4 3-28 15,1-2-26 1,8 4-27-16,2 1-30 0,6 0-29 0,-1-1-35 16,7 0-206-16,5 1-414 0,0-1 183 0</inkml:trace>
  <inkml:trace contextRef="#ctx0" brushRef="#br0" timeOffset="-155403.59">25804 9948 170 0,'4'-4'229'0,"-4"4"-24"0,6-3-20 0,-6 3-18 15,9 0-21-15,-9 0-16 0,14 4-12 16,-10 0-11-16,5-2-16 0,-4 3-9 0,0 1-9 16,2 0-6-16,-3 3-9 15,-3-1-8-15,3 1-6 0,-4 2-5 0,0-2-4 16,-3 3-4-16,1 1 2 0,-2-4-9 0,-2 0 1 15,1 0 0-15,3-1-4 0,-3 0-2 0,1-3-1 16,0-1-1-16,3 1 0 0,-2-1 2 0,2-1 23 16,1-3 24-16,-4 5 32 0,4-5 23 0,0 3 24 15,0-3 15-15,0 0-13 0,0 0-14 0,12-10-21 16,-2 2-9-16,-1 1-3 0,1-5-6 0,5-1-20 0,-1 0 10 0,2 3-27 16,-3-5-5-16,0 2-2 0,0 0-5 0,-5 5-6 15,0 2-3-15,-1-1-5 0,-3 1 0 0,1 4 3 16,-1-1-10-16,-3-3-11 0,3 5-5 0,-4 1-17 15,5-2-13-15,-5 2-12 0,0 0-2 0,0 0-2 16,0 0 7-16,0 12-1 0,-1-5 3 0,-3 1 2 16,0 1 0-16,3 1 8 0,1 2-7 0,0 0 0 0,0-2 2 0,1 2 5 15,8 4 4-15,0-3-15 0,4-1-27 0,10 3-47 16,3-2-79-16,2-8-109 0,2-1-219 0,2-3-553 16,0-3 244-16</inkml:trace>
  <inkml:trace contextRef="#ctx0" brushRef="#br0" timeOffset="-154698.49">26767 9737 211 0,'0'0'236'0,"2"-2"4"0,-2 2-16 15,2-4-5-15,-2 4-11 0,0 0-11 0,3-3-18 0,-3 3-18 16,0 0-16-16,0 0-15 15,4-2-16-15,-4 2-22 0,0 0-18 0,0 0-5 16,0 0-1-16,-8 9-15 0,2-4-6 0,-3 3-11 16,-2 1-5-16,0 5-27 0,-4-2-23 0,2 0-25 0,-4 1-33 15,3 0-27-15,0-2-70 0,0-1-213 16,4-1-419-16,2-3 185 0</inkml:trace>
  <inkml:trace contextRef="#ctx0" brushRef="#br0" timeOffset="-153932.29">27220 9360 33 0,'2'-4'192'16,"1"1"2"-16,-2 0-8 0,0-1-9 0,3 1-9 0,-4 3-11 16,0 0-2-16,3-5-13 0,-3 5-12 0,1-2-9 15,-1 2-14-15,0 0-9 0,0 0-12 0,0 0-11 16,0 0-7-16,0 0-9 0,-19 5-6 0,8 1 1 16,2 3-12-16,-7 0-3 15,3 3-5-15,-2 3-3 0,2-2-1 0,-1 0-6 16,0 4-3-16,1-2-5 0,3 2 0 0,3-2-2 15,-2-1-4-15,2-2 1 0,2-2-9 16,1 2 0-16,4-3 2 0,-4-1-2 0,3-3 6 0,1 0-1 16,-2-1 4-16,4 0 22 0,-1 0 15 0,5-1 12 15,2-2 0-15,5-1 2 0,-1-3-1 0,3-3 2 16,4-1-10-16,-5-1 0 0,3-4-2 0,-2 0 4 0,1-3-16 0,-5-1-6 16,3-6-3-16,-1-1-4 0,-5 2-4 0,-2-2-5 15,-3-2-7-15,-3 5 1 0,-3-1-7 16,-5 4-4-16,-1-2-1 0,-7 1 0 0,-3-2 1 15,-4 4-3-15,-2 3 3 0,0 4-3 0,-2 2-1 0,-4 2-1 16,3 1 2-16,-4 6-20 0,3-1-23 0,1 5-14 16,2 1-20-1,7 2-32-15,0 2-23 0,2 1-51 0,7 0-50 16,4 0-176-16,6-1-447 0,6 0 198 0</inkml:trace>
  <inkml:trace contextRef="#ctx0" brushRef="#br0" timeOffset="-153568.96">27543 9179 35 0,'4'-3'197'0,"-4"3"-18"0,6-2-20 0,2 2-14 0,-8 0-13 0,18 5-11 15,-9-1-6-15,1 2-10 0,0 2-10 0,2-1-16 16,-4 3-3-16,4 3-8 0,-4 2-3 0,-2 0-5 16,-1 1 2-16,-3-1-21 0,-5 4 6 0,1-1-7 0,-5 1 3 15,-2 0-10-15,-2 3 4 0,0-6-3 0,-1 1-3 16,-1 0-4-16,0-4 0 0,-1 0-3 16,5-3-4-16,1-2 1 15,1 1 3-15,3-5-5 0,-1 2-1 0,1-3-1 16,0 0 2-16,3 1-1 0,-2-2 4 0,-2 1 6 15,5-3 10-15,0 0-3 0,0 0-3 0,9 4-1 16,-1-6-4-16,2 2-2 0,9-2-6 0,-1-2-31 16,-1 1-45-16,2 0-62 0,-1-1-71 0,1-3-162 0,1 1-382 15,-5-6 169-15</inkml:trace>
  <inkml:trace contextRef="#ctx0" brushRef="#br0" timeOffset="-153346.93">27547 9397 106 0,'0'0'279'0,"-5"0"-7"16,5 0-12-16,0 0-15 0,0 0-23 0,0 0-24 16,0 0-23-16,27-7-13 0,-4 4-18 0,7-2-17 15,5 1-14-15,3 1-20 0,16-4-18 0,-17 4-14 16,4-1-29-16,-5 2-23 0,-4-3-20 0,-2 2-18 15,-11 2-19-15,-1-2-14 0,-4 2-15 0,-5-1-40 16,-5 1-12-16,-4 1-11 0,0 0-25 0,0 0-135 0,0 0-324 16,-32 3 144-16</inkml:trace>
  <inkml:trace contextRef="#ctx0" brushRef="#br0" timeOffset="-152915.01">26926 9789 46 0,'0'0'105'0,"-8"2"-5"0,8-2 6 16,-5 0-5-16,5 0 6 0,0 0 6 0,-5 1 2 15,5-1 10-15,-4 3 11 0,4-3 6 0,0 0 11 16,0 0-1-16,0 0-14 0,0 0-12 0,18-6-15 0,-1 1-8 16,3 2-10-16,11-4-10 0,5 2-8 0,16-3-8 15,2 1-5-15,-3-3-6 0,5 3-7 0,0 1-3 16,-2-1-9-16,-2-2-4 0,-13 3 0 0,-5-1 0 15,-2 2-5-15,-4 0 3 0,-9 1 8 0,-2-1 4 16,-4 3 3-16,-3-3 4 0,-4 4 0 0,1-2-4 16,-1 1-1-16,-2 0-14 15,0-1-7-15,-4 3-33 0,0 0-29 0,0 0-19 16,0 0-30-16,0 0-33 0,-22 0-54 0,11 2-81 16,-1-1-136-16,2 2-421 0,-2 1 187 0</inkml:trace>
  <inkml:trace contextRef="#ctx0" brushRef="#br0" timeOffset="-152498.87">27242 9914 99 0,'0'0'192'0,"0"0"-16"0,-5 1-21 16,5-1-15-16,-6 4-16 0,-3-1-12 0,2 3-12 0,-5 3-7 15,-2 3-16-15,1-2-5 0,-2 6-10 0,-3-3-4 16,3 4-5-16,1-1-6 0,1-2-5 0,0 1-5 16,6 1-2-16,0-1 1 0,1-5-6 0,3 2-1 15,1-3 8-15,-1 2 5 0,3-1 4 0,5-1 8 0,0-4 8 0,4 3 8 16,0-3-2-16,5-1-1 0,-2-4 9 0,2 0 8 15,4-4 4-15,-4 0 8 0,1-3 10 16,2-2-4-16,-7 2-4 0,0 0-7 0,2-7-10 0,-5 1-4 16,-1-4-11-16,-4-1-8 0,-1 1-12 0,-2-2-6 15,-5 5-10-15,-5-3-7 0,-3 3-16 0,-5-2-7 16,0 5-5-16,-1 4-4 0,-10-3-2 0,4 5 0 0,0-1-1 0,0 2-5 16,3 2-22-16,3 6-29 0,2-1-26 15,3 4-30-15,4-4-29 0,2 6-30 0,3-1-260 16,5-2-481-16,7 2 213 0</inkml:trace>
  <inkml:trace contextRef="#ctx0" brushRef="#br0" timeOffset="-151929.72">27423 9939 5 0,'-4'-3'262'15,"4"3"-21"-15,-2-2-21 0,2 2-22 0,-2-5-17 16,2 5-21-16,0 0-14 0,0 0-20 0,0 0-12 0,0 0-11 16,0 0-10-16,0 0-10 0,8 12-7 0,0-5-10 0,-3-4-9 15,0 2-9-15,1-2-6 0,1 3-2 0,0-3-8 16,0-1-4-16,-1 0-4 0,-1 1 1 16,2-3-5-16,0 0 0 0,-7 0-3 0,13-4 0 15,-8 1-3-15,0-2 13 0,4 1-1 0,-1-4 8 0,-2 1 14 16,2 0 8-1,-2 3 1-15,1-3 4 0,-2 3 8 0,0-1 5 16,-1-1 4-16,2 2-5 0,-2 1-6 0,-1 2-6 16,-1-3-6-16,-2 4-14 0,5-2-12 0,-5 2-23 0,4-3-11 15,-4 3-5-15,0 0 3 0,7 12-7 16,-5-4-6-16,2 5 2 0,-3 3 1 0,0 4 0 16,2 6 4-16,-4 0 2 0,-2 2-1 0,-2 3 3 0,0-2-2 15,-1 1-9-15,-3-2 4 0,1 1 4 0,-2 0 1 0,1-5-2 16,1-6 9-16,-1 0-5 0,3-4-2 0,-1-3 0 15,2-4 9-15,1 3-4 0,-2-5 2 0,2-1 6 16,-1-1 9-16,1-2 12 0,4-1 22 0,-11-4 13 16,4 0-2-16,4-5 20 0,-3-3-2 0,5 0 21 15,0-3-13-15,2-5-9 0,8-7-7 0,1 1-5 16,7-3-6-16,-1 0-9 0,5 2 4 0,5 0-13 0,-1 0-9 0,-1 1 4 16,1 5-5-16,-1 1-1 0,-2 3-4 0,-6 5-7 15,-2 1 0-15,4 3 6 0,-9 1-9 0,-4 2 1 16,4 2 0-16,-4-1-9 0,-1-1-2 0,1 4-13 15,-1-3-28-15,0 4-20 0,-4 0-1 0,0 0-9 16,0 0-6-16,9 5-14 0,-9 0-20 0,1-1-6 16,-2-1-24-16,1-3-22 15,-3 10-44-15,6-8-68 0,-3-2-190 0,0 0-500 16,0 0 221-16</inkml:trace>
  <inkml:trace contextRef="#ctx0" brushRef="#br0" timeOffset="-151513.75">28209 9063 174 0,'1'-4'231'16,"-1"4"-28"-16,0 0-15 0,10 1-23 0,-2 4-13 15,1 6-15-15,10 7-14 0,0 4-10 0,2 11-9 16,7 11-10-16,-3 7-6 0,0 5-3 0,-2 24-17 16,-13-22-8-16,-5 4-7 0,-6 19-3 0,-6-26-5 15,-3-1-5-15,0 0-5 0,-7 1-2 0,-1-5-2 0,-1-4-5 0,-1 0-6 16,-7-4 2-16,7-15 1 0,-3-1-6 0,1-2-1 15,0-5 0-15,0 1-7 0,2-4 9 0,3-6-2 16,2 0 5-16,1-3 5 0,1-2 1 0,3 0 7 16,1 0 10-16,3-2 0 0,-1 1 10 0,2-2 10 15,1 0 15-15,0-1 15 0,4-1 13 0,-6 4-4 16,6-4-3-16,0 0-11 0,0 0-21 0,0 0-38 0,0 0-39 16,10-13-41-16,-1 5-66 0,3 0-68 0,2-4-112 0,2-2-168 15,-3-3-503-15,6-7 222 0</inkml:trace>
  <inkml:trace contextRef="#ctx0" brushRef="#br0" timeOffset="-151259.75">28799 9539 226 0,'4'-4'274'0,"-3"0"-26"16,3 0-26-16,4-2-18 0,3 0-24 0,6 1-14 16,2 1-31-16,9 1-36 0,0 0-43 0,0 1-70 0,-1-2-73 15,-6 3-199-15,0-1-308 0,2 0 137 0</inkml:trace>
  <inkml:trace contextRef="#ctx0" brushRef="#br0" timeOffset="-151110.97">28804 9663 73 0,'-1'4'231'0,"-3"-3"-2"0,4-1-19 0,9 4-18 0,4-1-21 0,7-2-16 16,11-1-17-16,0 1-24 0,5 0-42 0,2-1-49 15,0 0-55-15,-1-1-73 0,0-4-141 0,-2 1-265 16,0-1 117-16</inkml:trace>
  <inkml:trace contextRef="#ctx0" brushRef="#br0" timeOffset="-150764.82">29737 9358 135 0,'-11'1'168'0,"-1"1"-16"0,-2 2-13 16,4 3-8-16,-8 1-10 0,1 1-7 0,1 3-2 16,0 1-13-16,-4 5-9 0,7-3-14 0,-3 5-1 15,5-3-13-15,2 0-4 0,2-1-2 16,3-1-3-16,0 2-5 0,7-1 31 0,2 1 22 0,4-5 12 15,2 1 8-15,6 1 10 0,6-4-15 0,9-5-8 16,1 0-12-16,1 0-9 0,5-7-4 0,-6-1-9 0,0-2-3 16,1-7-9-16,-4 2-5 0,-3-4-5 0,-3-3-4 0,-11 2-2 31,5-6-8-31,-10 2-4 0,-1-5-4 0,-7 4-8 0,-5-7 2 0,0 8-4 0,-13-3-15 0,-1 3-25 16,-8 0-58-16,-7 6-48 0,-20-1-69 15,-1 4-287-15,0 5-521 0,5-2 230 0</inkml:trace>
  <inkml:trace contextRef="#ctx0" brushRef="#br0" timeOffset="-130559.77">6544 11960 176 0,'0'0'229'0,"-7"-2"-6"0,7 2-15 15,0 0-10-15,0 0-8 0,0 0-17 0,0 0-11 16,0 0-10-16,0-4-7 0,0 4-8 0,0 0-7 0,0 0-7 0,0 0-10 16,0 0-5-16,0 0-13 0,0 0-10 0,0 0-7 15,0 0-10-15,0 0-9 0,0 0-1 16,0 0-11-16,0 0-2 0,0 0-7 0,0 0 1 15,0 0-10-15,18-4 8 0,-8 2-15 0,5 1 1 0,5-2-8 16,0 2-25-16,11 0-16 0,-2-1-22 0,2 0-28 16,-2 2-27-16,3-1-36 0,-1 0-37 0,-3 0-73 0,-7 1-148 31,0 1-429-31,-7 0 190 0</inkml:trace>
  <inkml:trace contextRef="#ctx0" brushRef="#br0" timeOffset="-130374.82">6587 12187 189 0,'0'0'199'0,"0"0"-7"0,0 0-10 0,0 0-10 0,11 2-13 16,2-2-17-16,-1-2-16 0,4 0-9 15,2-1-16-15,1 1-7 0,-1-3-16 0,0 2-34 16,1 3-33-16,-1-4-49 0,1-2-57 0,0 2-185 0,-6 1-301 0,0 1 134 15</inkml:trace>
  <inkml:trace contextRef="#ctx0" brushRef="#br0" timeOffset="-129826.91">6771 11889 38 0,'-2'-9'279'0,"1"-2"-14"0,1 4-19 0,-1 0-7 16,1 2-20-16,0 1-14 0,0-2-26 0,0 6-14 16,0-4-20-16,0-1-19 0,0 5-14 0,0 0-16 15,0 0-21-15,0 0-8 0,0 0-6 0,0 0-16 16,0 0-9-16,11 9-6 0,-5-3-3 0,0 3-7 0,0-1 2 16,2 1-4-16,-2-1-3 0,8 5 1 0,-5-5-4 0,4 4 4 15,1-2-6-15,-1 0-2 0,-2-5-2 0,1 4 0 16,-1-5-3-16,1 0 4 0,-2 0-2 0,4-1 2 15,-5-3-2-15,2 2 0 0,-4-4 3 0,2 2 3 16,-1 0 13-16,-2-3 23 0,2 1 8 0,-3-1 14 16,0 2 9-1,-1-1 3-15,0 1 3 0,-4 1-5 0,6-3-5 16,-6 3-6-16,5-3-15 0,-5 3-5 0,0 0-13 16,5-1-23-16,-5 1-28 0,0 0-18 0,0 0 2 0,-2 14 1 15,-2-3 7-15,-6 7-1 0,-3 8 4 0,-2 1 4 16,-3 3 0-16,-8 13 2 0,-2 0-2 15,2 5 6-15,3-4 0 0,7-15 1 0,2 5-2 16,0-2 4-16,-2-1 1 0,6-2 0 0,1-2 2 0,4-8-3 0,-3-3 2 0,5-4 0 16,0 1 5-16,-1-6 2 0,3 1 23 15,0-3 13-15,-2 1 27 0,2-3 38 0,-1 0 34 16,2-3 25-16,0 0 25 0,-1 6 8 0,1-6 6 16,-1 3-3-16,1-3-11 0,0 0-16 0,0 0-16 0,0 0-14 15,0 0-13-15,0 0-15 0,0 0-13 16,0 0-11-16,0 0-11 0,4-12-18 0,-4 12-32 0,0 0-31 0,0-5-43 15,1 2-45-15,-1 3-54 0,5-6-52 0,-1 1-48 0,1 2-50 16,4 0-56-16,1-1-80 0,-1 2-244 16,9-5-730-16,-1 2 323 0</inkml:trace>
  <inkml:trace contextRef="#ctx0" brushRef="#br0" timeOffset="-129457.01">7871 12022 56 0,'1'-7'319'16,"2"0"-10"-16,0-1-6 0,1-3-10 0,-1 6-15 0,-2-4-20 15,2 3-17-15,1-1-21 0,-2 3-16 16,1-1-27-16,-2 2-23 0,0 0-11 0,-1 3-20 16,2-5-30-16,-2 5-32 15,0 0-11-15,0 0-5 0,2 11-5 0,-2 1-6 16,-2 4-1-16,-3 8-3 0,-1 2-5 0,1 3-6 16,-5 1-2-16,4-1-1 0,-1 5-1 0,0 0 3 15,0-3-2-15,1-2-5 0,2-1-5 0,1-2 10 16,1-5 4-16,-2-6-19 0,4 1-20 0,-1-4-17 0,1-1-14 0,-2-2-17 15,1-1-19-15,1-1-12 0,1-3-9 0,-1 2-6 16,2-2-14-16,-1 1-13 0,3-4-34 0,1 0-68 16,-5-1-156-16,17-5-431 0,-7 3 191 0</inkml:trace>
  <inkml:trace contextRef="#ctx0" brushRef="#br0" timeOffset="-129010.08">7950 12407 188 0,'0'0'193'0,"-6"1"-3"0,6-1-10 15,0 0-15-15,-8 0-5 0,8 0-4 0,0 0-7 16,-2 3-5-16,2-3 0 0,0 0-2 0,0 0-6 16,0 0-3-1,0 0-9-15,0 0-5 0,0 0-4 0,0 0-6 16,0 0-1-16,0 0-5 0,0 0-12 0,0 0-4 0,0 0-11 15,0 0-6-15,0 0-7 0,0 0-7 0,0 0-10 16,0 0 1-16,0 0-2 0,0 0-10 0,0 0-2 16,0 0-2-16,0 0-1 0,0 0-5 0,-6 3-5 15,6-3 6-15,0 0-8 0,0 0-3 0,0 0-2 16,0 0-5-16,0 0 4 0,0 0-5 0,0 0 1 0,0 0-3 16,0 0-2-16,0 0 1 0,0 0-1 0,0 0-3 15,0 0 1-15,0 0 4 0,0 0 0 0,27 0 9 0,-5-3-11 16,6 0 0-16,3 0-1 0,6 0 1 0,0-1 0 15,19-1 24-15,-5-1 8 0,2 2 10 0,-14 1-11 16,-2-2 8-16,-1 1 6 0,-7 1 3 0,-7 1 11 16,-9 0 8-1,1 2 9-15,-2-3 4 0,-2 2-2 0,-4 1-2 16,0-1-3-16,1 0-8 0,-7 1-7 0,8-2-4 16,-8 2-8-16,7-1-11 0,-7 1-11 0,0 0-30 0,0 0-50 15,7 1-42-15,-7-1-52 0,0 0-64 0,0 0-3 16,-4 7-57-16,-5-5-361 0,5 1-685 0,-1-3 302 15</inkml:trace>
  <inkml:trace contextRef="#ctx0" brushRef="#br0" timeOffset="-124921.59">8901 12031 207 0,'3'-4'259'15,"-2"-1"-13"-15,0 2-4 0,-1-1-20 0,0 4-7 0,0-5-13 0,0 5-17 16,4-5-17-16,-4 5-17 0,0-2-20 0,0 2-16 16,0 0-14-16,1-5-11 0,-1 5-10 0,0 0-10 15,0 0-9-15,-1 15-5 0,-3-7-8 0,3 5-3 16,-3 1-7-16,3 4-3 0,-2 1-6 0,-2 5-4 16,1 3 1-16,3-8-4 0,-2 5-2 0,3 2 0 15,0-6 6-15,0 3-14 0,3-4 0 0,-2 0 0 0,2 0-5 0,-1-2 3 16,2-4 0-16,0-6 5 0,1 4 1 0,0-4-6 15,0-1 0-15,-1-1 7 0,2-1 26 0,1-2 17 16,4-2 12-16,0-4 7 0,1-1-5 0,1 1 12 16,3-7-5-16,1 0-8 0,2-9 9 0,2 3-3 15,-2-5-6-15,-1 3 2 0,0-4-8 0,0 1-8 16,-3 0 1-16,2 0-10 16,-3 1 8-16,-2 3 3 0,-1 2-4 15,-2 1 8-15,1 1 5 0,-4 3 7 0,-1 0 5 0,-1 1-1 16,0 4 3-16,-4 0-11 0,4 2-11 0,-1 0 1 15,-1 1-15-15,-2-1-9 0,0 4-6 0,5-3-10 16,-4-1-27-16,-1 4-22 0,0 0-2 0,0 0-8 0,0 0-9 16,4 11 15-16,-6-1 1 0,0 0 10 0,1 0-1 15,-4 6-2-15,3 0 3 0,-2 2-11 0,-1 2 28 16,2-2-9-16,0-2 3 0,0 1-6 0,1 2 13 0,1-2-7 16,0 1-2-16,-3-1 3 0,4-4-2 0,-2-1 6 15,2-2-2-15,0 2 2 0,0-2 1 0,2-3-1 16,-2-2 3-16,1 2-1 0,-1-2 1 0,0-2 3 15,0-3 0-15,0 6 4 0,0-3-5 0,0-3 12 16,1 3 11-16,-1-3 5 16,0 0 8-16,7 1 0 0,1-1 0 0,9-4-3 15,10 1-6-15,8-3-2 0,15-2-3 16,6-4-55-16,0-5-84 0,4 3-118 0,-5 2-136 0,1-7-386 16,-2 0-817-16,-4 1 362 0</inkml:trace>
  <inkml:trace contextRef="#ctx0" brushRef="#br0" timeOffset="-123761.13">10387 12164 36 0,'-5'1'134'0,"5"-1"2"0,0 0-12 0,0 0-1 16,0 0-4-16,0 0 1 0,0 0 0 0,0 0 5 0,0 0 0 15,0 0-6-15,20-3-6 0,-7 3-7 0,6-2-7 0,2 0-12 16,8-1-6-16,3 3-5 0,2-4 4 0,1-1-15 16,2 2-4-16,4-2 5 0,-2 3-10 0,0-4-7 0,-1 2-4 15,-1 3-2-15,-2-4-5 0,-7 1-2 16,-5 2-4-16,-4 2-5 0,-2-4-11 0,-6 3-15 16,-1 0-18-16,-2 0-20 0,-5-1-10 0,-3 2-41 15,0 0-30-15,0 0-31 16,0 0-185-16,-22-3-361 0,8 2 159 0</inkml:trace>
  <inkml:trace contextRef="#ctx0" brushRef="#br0" timeOffset="-123560.47">10698 12035 279 0,'-2'-10'338'0,"1"0"1"0,1 3 10 0,0 3-1 16,-1-3-2-16,1 1-26 0,0 2-26 0,0 4-30 15,-2-6-33-15,4 4-31 0,-2 2-31 0,0 0-43 16,0 0-13-16,0 0-15 0,-7 12-8 0,5 2-11 16,-2 3-8-16,0 9-5 0,1 2-2 0,2 1-18 15,0 3-36-15,1 3-54 0,-1 15-53 0,1-5-75 0,-3-7-85 0,2-4-355 16,1-7-663-16,1-8 293 0</inkml:trace>
  <inkml:trace contextRef="#ctx0" brushRef="#br0" timeOffset="-122712.18">11759 11768 182 0,'5'-12'176'16,"-2"2"-3"-16,1-2 3 16,0 0 9-16,-2 2 6 0,2 1-6 0,0-1 3 15,-1 2-4-15,-1 2-13 0,2 0-6 0,-3 2-12 16,0-1-3-16,1 0-19 0,-1 3-17 0,-1 2-17 16,1-6-12-16,-1 6-15 0,1-4-17 0,-1 4-6 15,0 0-4-15,0 0-8 0,-6 23-1 0,-3-6-7 16,-1 10 3-16,-5 5-6 0,-2 11-3 0,-1 2 2 15,-1 2-3-15,0 2-5 0,-2-3 1 0,7 0 0 0,-5-2 2 0,10-10-4 16,-4 12-5-16,6-13 2 0,-1-1-3 0,2-3 0 16,0-2 1-1,4-3-4-15,-2-7-4 0,3-3 6 0,-2-1-3 16,2-5 0-16,0 2 1 0,0-4 3 0,1 0 12 16,-2-3 14-16,2 2 27 0,-1 0 27 0,1-5 19 15,-1 5 13-15,-1-3 8 0,2-2-7 0,-3 2-11 16,3-2-20-16,0 0-3 0,-12-4-11 0,6 1-1 0,-2-2-41 15,2 1-36-15,-3-2-24 0,-1 1-19 0,-1 0-27 16,1 1-22-16,0 0-34 0,-2-1-25 0,3 2-33 16,-1 1-45-16,2-4-72 0,2 1-231 0,2 1-578 15,-1 0 256-15</inkml:trace>
  <inkml:trace contextRef="#ctx0" brushRef="#br0" timeOffset="-122343.15">11477 12109 250 0,'0'0'250'16,"-8"0"-13"-16,8 0-12 0,-6 0-18 0,6 0-15 15,0 0-20-15,0 0-14 0,0 0-19 0,0 0-10 16,0 0-15-16,37-5-13 0,-4 2-12 0,4-1-8 16,16-3-9-16,5 0-4 0,2 0-1 0,3-1 2 0,1 1 2 0,-4-1-2 15,-1 2-14-15,-8-2-4 0,-17 5-4 0,1 1-3 16,-8-2-3-16,-9 1 2 0,-4 1 6 0,-4 2 5 16,-1-3-3-16,0 3 0 0,-3-1-6 0,-1 1 0 15,-5 0-2-15,4-4-6 0,-4 4-16 0,0 0-12 16,0 0-21-16,-24-2-17 0,14 2-17 0,-2 3-27 15,1 0-23-15,-1-2-32 0,2 2-31 0,1-1-44 0,1 1-247 16,3-2-488-16,1 3 216 0</inkml:trace>
  <inkml:trace contextRef="#ctx0" brushRef="#br0" timeOffset="-122057.7">12679 11702 282 0,'-1'-4'268'0,"0"-1"-25"16,-3 0-19-16,2 2-22 0,-2 1-24 0,4 2-21 0,-9 0-15 0,-2 2-17 15,-3 6-9-15,-2 4-17 0,-6 5-9 0,-1 3-12 16,0 6-9-16,5 2-5 0,-1-1-9 15,2 5-6-15,2-3-3 0,3 1-3 0,2-1-5 16,4-1-5-16,3 2 3 0,5-2-7 0,3-2 1 0,5-1-5 16,2-2 0-16,0-3-14 0,7 0-27 0,4-3-42 15,3-1-51 1,2-6-72-16,1-4-219 0,-3 0-431 0,-4-6 191 16</inkml:trace>
  <inkml:trace contextRef="#ctx0" brushRef="#br0" timeOffset="-121625.13">12824 11897 132 0,'4'-5'255'0,"1"0"-17"0,2-1-19 16,4 1-16-16,1 1-19 0,1 4-16 15,5-3-16-15,-1 6-16 0,-2-3-14 0,3 5-14 16,-1 0-10-16,0 4-10 0,-1-2-11 0,-6 2-8 15,3 3-8-15,-7-1-4 0,2 1-10 0,-4 0-1 0,-3 4-7 0,-2 0-6 16,-2 1-2-16,-2-2-4 0,-1 1 3 0,-5-2-7 16,1-2-1-16,1-1-4 0,0-2-1 0,0-2-3 15,3 0 6-15,2-1 2 0,-1-2 8 0,1 0 11 16,0 2 20-16,-1-5 26 0,4 1 30 0,1-2 35 16,-4 3 9-16,4-3-18 0,0 0-7 0,8-10-21 15,2 3-13-15,2-3-5 16,4-1-24-16,7-5-2 0,-2-2-3 0,0 1 0 15,3-1-13-15,-2 1-10 0,0 0-2 0,-5 3-12 16,-2 2 17-16,0 0-17 0,-4 6 7 0,-4-3-1 16,2 4-14-16,0 0-1 0,-5 2 1 0,1-1-8 15,-1 1-21-15,-3 1-16 0,4-1-24 0,-5 3-5 16,0 0-4-16,4 6 11 0,-4-6 3 0,-4 11 6 16,-1-1 4-16,4 0-5 0,-3 3-7 0,3-2-2 0,-3 6-10 0,0-3-15 15,1 1-20-15,2 2-22 0,0-1-29 0,-3-1-35 16,4 1-44-16,-5-5-91 0,5-3-200 0,5-2-551 15,-1-1 244-15</inkml:trace>
  <inkml:trace contextRef="#ctx0" brushRef="#br0" timeOffset="-121409.26">13658 11958 184 0,'-1'-5'262'0,"1"5"-19"0,0 0-28 16,0 0-16-16,0 0-19 0,0 0-18 0,0 0-17 16,-18 6-16-16,10 1-11 0,2 2-12 0,-2 2-11 0,-4 0-10 0,0 4-8 15,1 0-7-15,-2 1-6 0,2 0-16 0,-1-1-26 16,0 1-31-16,1-1-32 0,1 1-30 0,2-5-52 16,-2 0-237-16,5 1-390 0,2-7 172 0</inkml:trace>
  <inkml:trace contextRef="#ctx0" brushRef="#br0" timeOffset="-120870.56">13806 11802 16 0,'-1'-5'308'15,"2"0"-25"-15,-1 2-28 0,0-1-16 0,2 1-35 16,-2 3-23-16,1-4-21 0,-1 4-21 0,0 0-11 0,0 0-12 0,6 8-6 15,-3-2-25-15,2 3-12 0,4 2-17 0,1 0-18 16,-2 3-14-16,6-1-16 0,-4-3-13 0,3 2-11 16,-3-4-9-16,2-2-4 0,-1 0-9 0,1-2-5 15,-2-2 3-15,3-2-11 0,-4 0 7 0,0 0 9 16,2-4-6-16,-3-1 10 0,-1-3 5 0,1-1 8 16,-2 0 15-16,2-2 11 0,-3-1 11 0,3 2 14 0,-3-2 8 0,0 2 15 15,0 0 8-15,0 2 4 0,1 0 5 0,-3 2 1 16,1 2-5-16,0 0-8 0,-3 1-12 0,0 2-9 15,-1 1-7-15,0 0-5 0,0 0-4 0,12 8-6 16,-7 0-1-16,-1 9 0 0,0 2-3 0,2 5-5 16,-3 4 0-16,-1 2-1 0,-2 2 2 0,-2 0-5 15,-1 4 4 1,-4 0-3-16,-1 10 1 0,-4-12 1 0,2-2-3 16,1 2 0-16,0-4 2 0,-5 0-1 0,3-5-1 15,0-7 1-15,0-2-4 0,2-2 1 0,0-1 1 0,0-2 3 16,2-6 5-16,-3 1 8 0,4-6 9 0,-3 3 19 15,3-6 18-15,6 3 13 0,-12-6 2 16,6 1 14-16,0-7 18 0,3 0 6 0,-1-4 5 16,7-2-26-16,2-7-7 0,5 1-13 0,2-3-2 0,4-1-13 0,3-1-1 15,4 3-15-15,0-2 3 0,4 4-10 0,-4 0-6 16,0 5-6-16,0-1 2 0,0 4-9 0,-5 6 1 16,-3 0-6-16,-4 3-3 0,-1 2-10 0,0-1-34 15,-5 2-35-15,0 1-42 0,-1 1-41 0,-1 1-8 16,-3 1-17-16,0 0-23 0,1 10-52 0,-5-6-307 15,0 1-601-15,0 3 265 16</inkml:trace>
  <inkml:trace contextRef="#ctx0" brushRef="#br0" timeOffset="-120670.25">14606 12112 260 0,'0'0'260'16,"0"0"-27"-16,0 0-23 0,0 0-22 0,0 0-19 16,2 3-18-16,-2-3-17 0,-5 7-14 0,1 0-6 15,-1 2-10-15,-1-1-9 0,-1 4-38 0,0 2-30 0,0 1-36 16,-2-4-41-16,-1 5-45 0,2-8-233 0,0 0-356 16,7-2 158-16</inkml:trace>
  <inkml:trace contextRef="#ctx0" brushRef="#br0" timeOffset="-120253.07">14900 11719 118 0,'0'0'212'0,"0"0"-26"15,0-5-11-15,0 5-19 0,0 0-6 0,0 0-11 16,0 0-14-16,18 8-4 0,-9-1-5 0,4 0-9 16,2 1-9-16,2 2-5 0,2 1-11 0,-4-1-1 0,10 4-10 0,-8-2-3 15,-1-1-7-15,-2 2-10 0,1-1 2 0,-5-2-13 16,-2 1-1-16,-3 0-2 0,-1 0-3 16,-3 0-6-16,-1-1 0 0,-3 3-7 0,-8-1 3 0,1 2-2 15,-7-1-5-15,0 0 6 0,-6 4-6 0,6-7 5 16,-1 2-7-16,0-2 0 0,2 0 3 0,0-1-1 15,5-4-1 1,0 0-1-16,5-1-1 0,0 1-1 0,2-3 0 16,-2 2 0-16,3-2-2 0,0 2 3 0,3-4 38 0,0 0 12 15,8 6 7-15,3-4-4 0,2-2-5 0,8 1-8 16,-2-1 1-16,9 0-6 0,-5 0-7 16,5-1-2-16,0 0-13 0,-1-2-29 0,-9 0-30 0,1 0-39 15,0-2-54-15,-3-2-73 0,-5 4-293 0,2-6-532 16,-4 1 236-16</inkml:trace>
  <inkml:trace contextRef="#ctx0" brushRef="#br0" timeOffset="-119905.42">14875 11930 210 0,'-5'0'283'0,"5"0"1"15,-8 0 0-15,8 0-2 0,-8 0-15 16,8 0-20-16,0 0-26 0,0 0-22 0,21-8-25 0,2 4-18 0,10 1-14 16,4-1-17-16,15 2-9 0,3-3-15 0,0 2-7 15,4-2-13-15,-3 1-5 0,2 1-10 0,-5-2-9 16,1 1-1-16,-22 1-10 0,3-2-1 0,-14 2-1 15,-3 1 17-15,-5-1-2 0,-2 2 16 0,-2-2 0 16,0 1-3-16,-4 2-7 0,1-3-6 0,-4 3-16 16,-2 0-13-16,0-7-20 0,0 7-16 0,-13-2-21 0,4-1-7 0,0 1-33 15,-2 2-20-15,0 0-33 0,-1 5-28 0,-1-3-38 16,3 2-48-16,0-1-69 0,1 0-197 0,2 1-539 16,4-2 238-16</inkml:trace>
  <inkml:trace contextRef="#ctx0" brushRef="#br0" timeOffset="-119234.98">15603 12136 67 0,'0'0'69'0,"0"0"1"0,0 0-9 0,0 0 0 16,0 0-1-16,0 0-15 0,0 0 5 0,0 0-5 0,0 0-8 15,0 0 17-15,0 0-11 0,0 0 8 0,0 0-4 16,0 0-2-16,0 0-6 0,0 0-1 0,0 0-5 16,0 0-6-16,0 0 0 0,0 0-2 0,0 0-1 0,0 0-7 15,0 0 0-15,0 0-5 0,0 0 6 0,0 0-4 16,0 0 13-16,0 0 18 0,0 0 6 15,0 0 8-15,0 0 3 16,0 0 14-16,0 0-2 0,0 0 6 0,0 0 0 16,12-10 4-16,-12 10-3 0,0 0-4 0,0 0-3 15,0 0-5-15,0 0-4 0,0 0-6 0,0 0-6 16,0 0-8-16,0 0-5 0,0 0-7 0,0 0-4 16,0 0-2-16,0 0-3 0,-12 15-7 0,7-10 2 15,-3 4-2-15,-6 7-5 0,4-3 0 0,-10 4 4 16,2 4-7-16,-3 2-27 0,0-2-50 0,0 1-79 0,1-2-234 0,3-6-411 15,4-1 183-15</inkml:trace>
  <inkml:trace contextRef="#ctx0" brushRef="#br0" timeOffset="-117931.41">16420 11786 58 0,'3'-4'224'0,"3"-2"-3"0,-3 1-8 0,1-1-14 15,1 4-2-15,-1-3-5 0,-3 2-10 0,-1 3-18 16,4-4-12-16,0 1-18 0,-4 3-15 0,4-4-15 16,-4 4-11-16,0-2-13 0,0 2-8 0,0 0-8 31,0 0-10-31,0 0-3 0,-13 12-6 0,3-3-7 0,1 0-11 16,-1 4-5-16,-2 0 0 0,1 1-5 15,-1 3-1-15,2 0-2 0,-1-1-1 0,0 1-2 0,1 0 1 0,1-2-3 16,3 0-1-16,1 0 3 0,0-3-6 0,3-1 1 15,1-2 1-15,0 1 1 0,3-2-4 0,1 2 3 16,2-6 4-16,0 4-3 0,3-3 1 0,2-1 4 16,4-4 3-16,3 3 2 0,1-6 0 0,-1 0 1 15,0-3 2-15,-2-2-2 0,2-1 11 0,1-1-11 16,-4-5-3-16,0 2 8 0,-1-3-10 0,-2-7-2 0,1 1 1 0,-3-3-1 16,-3 3-2-16,0-6-3 0,-6 4 4 0,0-1-2 15,-3 5 8-15,-2-4-11 0,-1 7-3 0,-3 1 4 16,-2-1-3-16,-2 5 1 0,-6-2-5 0,2 3 3 15,-7 1-1-15,1 2-3 0,-4 2 2 0,7 2-1 16,-2 3-6-16,3 1-17 0,1 2-18 0,-1 2-27 16,1 2-21-1,0 4-16-15,3 1-17 0,2 1-14 0,5 1-11 0,3 0-42 16,3-1-199-16,4-3-420 0,3 8 186 0</inkml:trace>
  <inkml:trace contextRef="#ctx0" brushRef="#br0" timeOffset="-117597.35">16776 11623 30 0,'5'-4'195'0,"-2"3"-8"0,-3 1-21 15,10 1-15-15,-10-1-2 0,11 4-14 16,-3-2-14-16,-1 2-9 0,2 2-15 15,-1 1-10-15,0 2-3 0,-1 0-14 16,-1 3-7-16,0 1-4 0,-5 4-11 0,2 0-2 16,-3 3-2-16,-4-1-5 0,-2 8-7 0,-4-5 1 15,1-3-4-15,-1 1-2 0,1-4-5 0,0-1-1 0,-3 1-1 16,3-3 4-16,5-1-5 0,-2-5-4 0,2 0-3 16,-1-2 4-16,3 0-4 0,-2 0-4 15,2 0 3-15,0-2 6 0,2-3 6 0,0 7 14 0,2-5 4 0,6-1-9 0,3 0 3 16,2 1-5-16,5-4-2 0,0 1-12 0,1 0-25 15,0-1-41-15,2-2-46 0,2 0-79 16,-4 0-178-16,-1-3-381 0,0 0 169 0</inkml:trace>
  <inkml:trace contextRef="#ctx0" brushRef="#br0" timeOffset="-117383.97">16775 11851 134 0,'-9'0'235'0,"9"0"1"0,0 0-6 15,-6 0-10-15,6 0-11 0,0 0-17 0,0 0-15 0,0 0-19 16,19-5-19-16,0 0-11 0,9 1-13 0,4 1-13 16,1-2-7-16,8 1-11 0,10-1-18 0,-10 1-34 15,-4 2-36-15,-1 0-41 0,-3-1-43 0,-2 1-64 16,-3-1-68-16,-8 1-121 0,-7 1-369 0,-1 0 164 15</inkml:trace>
  <inkml:trace contextRef="#ctx0" brushRef="#br0" timeOffset="-116913.43">16149 12276 73 0,'0'0'185'0,"-8"0"-9"0,8 0-8 0,-6 0-7 16,6 0-18-16,0 0-10 0,0 0-6 0,0 0-13 15,-9 0-8-15,9 0-9 0,0 0-9 0,0 0-12 16,0 0-6-16,0 0-3 0,0 0-9 0,0 0 0 16,0 0-8-16,0 0 6 0,0 0-1 0,0 0-6 15,0 0 4-15,0 0 2 0,0 0-6 0,0 0 4 16,0 0-6-16,0 0-5 0,0 0-2 0,0 0 1 0,23-7-7 16,-4 3-5-16,13 1-2 0,6-1-3 0,21-2 2 0,29-2 2 15,4-1 9-15,4-1 8 0,2 3 0 0,1 0 7 16,-4 1 2-16,-3-1-3 0,-25 1-1 0,-1 3-4 15,-3-4-6-15,-4 1-5 0,-4 2-5 0,-17 3 2 16,-2 0-6-16,-4-4-1 0,-13 5-5 0,0-1-3 16,-9-1-10-16,-2 0-16 15,-1 2-11-15,-7 0-17 0,0 0-22 16,0 0-24-16,-32 10-22 0,2-5-31 0,-3 0-36 16,1 0-60-16,-4 2-172 0,-1-1-435 0,1 1 192 0</inkml:trace>
  <inkml:trace contextRef="#ctx0" brushRef="#br0" timeOffset="-116443.49">16564 12511 74 0,'0'0'244'0,"0"0"-26"16,-1-3-20-16,1 3-20 0,0 0-23 0,0 0-14 0,0 0-20 16,0 0-12-16,0 0-13 0,-9 5-9 0,4-2-8 15,0 0-4-15,-3 5-12 0,-2 0-9 0,2 1-3 0,-2-1-8 16,-3 4-7-16,4 2-9 0,4-4 6 0,-3-2-4 0,2 4-2 15,5 0-3-15,-2-3-3 0,3-1 1 0,0-1-3 16,3 4 4-16,4-5-3 0,2 4-5 16,0-4 2-16,9-1-2 0,0-1-1 0,0-2 0 15,1-2-3-15,-1 0 3 0,-4-3 3 0,-1 0 9 0,1-2 8 16,-4-1 11 0,-1-2 0-16,1-1-2 0,-5-3-5 0,-1-4-5 15,-4 0-1-15,-4-1-9 0,-6-1-9 0,-5-2-4 16,-4 1 2-16,-3 2-3 0,-5 2-3 0,-2 0-4 15,-1 2 0-15,-3 5-2 0,1 0-1 0,-2 3-3 16,2-2 7-16,0 2-5 0,2 3-4 0,11 4-14 16,0-2-22-16,6 3-31 0,-1-1-23 0,6 3-13 15,3-3-11-15,5 3-32 0,3-1-204 0,6 4-386 0,9-4 170 0</inkml:trace>
  <inkml:trace contextRef="#ctx0" brushRef="#br0" timeOffset="-116027.13">16859 12462 154 0,'0'0'143'0,"0"0"-18"16,0 0-11-16,2 10-3 0,-2-10-10 0,-6 10-17 16,5-3 1-16,-7 2-9 0,3 1-5 0,-1 0-9 15,-3 0 4-15,3 0-10 0,-1 2-9 0,-3 2-8 16,1-4 0-1,4-1-1-15,-2 1-2 0,2-3-4 0,3 1-6 0,-3-3 2 16,1 2-7-16,1-5 22 0,1 1 10 0,1-1 20 16,-2 2 14-16,2-1 13 0,1-3 10 0,0 0 7 15,10 3 1-15,-10-3-3 0,19-8-2 0,-6 4-11 16,3-4 1-16,4-1-10 0,-2-1-1 0,2-1-2 16,4-2-21-16,-2-1-4 0,-4 2-5 0,-1 1 3 15,-1 2-17-15,-2-1-3 0,-2 2 2 0,-6 4 13 0,-1-1-18 16,2 3-4-16,-2-3-10 0,0 3-4 0,-1 1-8 15,-2-1-10-15,-2 2-5 0,0 0 0 0,0 0-3 0,0 0 1 16,-1 10-2-16,-3-5-3 0,-1 4 6 16,-3 0-2-16,3 2-2 0,0 0 3 0,0 0 0 0,1 0-1 15,3 2 1-15,-1-1 10 0,2 0-10 16,3-2 1-16,3 2-2 16,5 0-24-16,4-3-32 0,3 0-56 0,8-3-63 15,4 1-88-15,2-7-210 0,5 3-515 0,-2-6 229 16</inkml:trace>
  <inkml:trace contextRef="#ctx0" brushRef="#br0" timeOffset="-115679.2">17990 12192 72 0,'0'0'286'0,"1"-3"-25"0,-1 3-28 0,0 0-24 16,0 0-23-16,0 0-20 0,0 0-17 0,0 0-15 16,-24 9-17-16,16-1-9 0,-2 1-13 0,-1 4-7 15,-5 0-7-15,4 3-36 0,-6 3-41 0,-2 2-48 16,1 2-63-16,4-9-241 0,1-5-376 0,0 2 167 16</inkml:trace>
  <inkml:trace contextRef="#ctx0" brushRef="#br0" timeOffset="-114739.09">18675 11901 111 0,'4'-4'181'16,"-3"-1"0"-16,2 0 1 0,-1 0 4 0,2 0-1 0,-3 0-4 15,2 2-3-15,-2 1-6 0,2-2-8 0,-3 4-15 16,1-5-12-16,-1 5-16 0,3-3-14 0,-3 3-13 15,0 0-12-15,0 0-7 0,0 0-10 0,0 0-6 16,-23 10-8-16,7 0-6 0,-2 1-3 0,-6 4-8 0,6 2-3 16,-5 0-1-16,2 2-4 0,1 0-3 15,0 1-4-15,7-3-2 0,-1-2-4 0,4 2 1 0,-3-1-2 0,4-1 1 16,3-1-5-16,-1 1 2 0,3-3-3 0,4-4 3 16,-2 2-3-16,2-3 3 0,2-3 1 0,2 4 3 15,0-4-2-15,8-1 3 0,2-3 3 0,4 0 2 16,1-3 6-16,1 1-6 0,5-8 7 0,0 1-4 0,-1-4-2 15,-6 1 2-15,5-5-7 0,-5-1 0 0,-2-2 1 16,-1-2-1 0,-5 0-18-16,0-2 9 0,-5-4-9 0,-4 0-1 15,-3-1 0-15,-2 3 3 0,-2 1-3 0,-3-2 1 0,-5 6 2 16,-4 2-3-16,-4 1 2 0,-1 4 0 0,0 2-1 16,1 3 0-16,-4 4-1 0,5-1-2 0,-2 5 2 15,1 2-15-15,1-1-17 0,3 3-19 0,0 5-27 16,5-2-29-16,0 2-7 0,4 4-9 0,4 3-15 0,5-3-37 15,4-1-229-15,9 4-440 0,2-2 195 0</inkml:trace>
  <inkml:trace contextRef="#ctx0" brushRef="#br0" timeOffset="-114422.21">19120 11710 93 0,'0'0'245'0,"4"-2"-28"0,-4 2-22 0,6-3-20 16,-6 3-8-16,14 3-19 0,-5 1-17 0,1-1-13 15,2 4-4-15,-2 1-17 0,3 2-10 0,-2 1-12 16,-1 3-6-16,-2-1-7 16,-2 2-3-16,-1 2-8 0,-1-1-9 0,-4 4 0 15,-1-1-3-15,-3 1-4 0,-6 4-4 0,2-8-2 16,1 1-3-16,-4-1-7 0,1-1 3 0,1-1-9 15,2-4 6-15,-1-2-1 0,0 1-5 0,4-1-1 16,1-5 1-16,0 3-1 0,-1-2 1 0,2 0 0 16,-1-2-1-16,3-2 1 0,-2 5-1 0,2-5 2 15,7 2 0-15,1-2-6 0,2 0-19 0,5-2-34 0,2-1-44 0,4 1-53 16,-2-3-242-16,1 0-415 0,2-1 184 0</inkml:trace>
  <inkml:trace contextRef="#ctx0" brushRef="#br0" timeOffset="-114217.52">19089 11947 194 0,'-8'0'293'16,"1"0"-6"-16,7 0-11 0,-8 0-20 0,8 0-32 15,0 0-19-15,0 0-23 0,28-7-18 0,2 2-14 16,1 2-17-16,5-1-14 0,19-1-29 0,-18 3-23 15,16-1-34-15,-14 1-40 0,-2 0-38 0,0-1-45 0,-3 1-56 0,-4-2-57 16,-12 2-161-16,0 0-394 0,-5 2 175 0</inkml:trace>
  <inkml:trace contextRef="#ctx0" brushRef="#br0" timeOffset="-113772.85">18455 12348 50 0,'-6'3'175'0,"-1"-3"-1"0,7 0 1 15,-10-3-2-15,5 6-7 0,5-3-12 16,-8 0-2-16,8 0-6 0,0 0-5 0,0 0-7 16,-10 0-3-16,10 0-3 0,0 0-5 0,0 0 6 15,0 0-8-15,0 0-1 0,0 0-9 0,0 0-12 0,0 0-12 0,23-5-13 16,-2 1-5-16,5-1-7 0,10-1-6 0,17-3-5 16,4-1-6-16,8 3 0 0,36-5 3 0,4 5 4 15,0-9 6-15,-3 3 3 0,-4 0-2 0,-9 1-6 16,-29 3-6-16,-3 0 7 0,-4-1-12 0,-19 2 2 15,1 1-6-15,-3-1 1 0,-6 2-9 0,-9 2 1 16,-5 1 4-16,-1-1 6 16,-3 2-13-16,-2 0 4 0,-2 0-14 0,-4 2-17 15,0-3-26-15,0 3-14 0,-18 0-16 0,-3 3-22 16,-5 3-22-16,-5 1-30 0,0-3-29 0,2 6-34 16,-2-1-64-16,-2 0-223 0,4 2-519 0,-1 0 230 15</inkml:trace>
  <inkml:trace contextRef="#ctx0" brushRef="#br0" timeOffset="-113374.49">18920 12499 35 0,'0'0'211'16,"-7"2"-20"-16,7-2-23 0,-8 3-15 0,4-1-19 16,-2 1-16-16,-2 3-12 0,2 0-11 0,-2 3-7 15,-1-2-15-15,0 3-4 0,1 0-8 0,3-2-4 16,-3 2-1-16,5 1-13 0,-1-1-1 0,0-1 0 16,4 2 6-16,0-2 1 0,4 0 1 0,1-1 4 0,5 1-5 0,3-1 0 15,5 1-7-15,-4-4-2 0,5-1-1 0,-1-1-1 16,0-3 3-16,-4 0 16 0,0 0 23 0,-2-2 21 15,-2-1 16-15,-1 0 20 0,1-3-18 0,-7 0-10 16,2-3-15-16,-5-3-28 0,-5-5-18 0,-4 0-9 16,-5-2-7-16,-7-1-6 0,-2 2-6 0,-1 0-1 15,-4 2-2-15,-3 1-6 0,-1 3 0 0,-2 0-5 0,0 1 3 16,0 5-1-16,-1-2 1 0,-2 4-9 0,9 1 11 16,0 1-29-16,6 2-34 0,6 0-40 0,3 2-36 15,4 4-13-15,5-1-17 0,5-1-46 0,-1-4-229 0,13 10-468 16,4-6 208-16</inkml:trace>
  <inkml:trace contextRef="#ctx0" brushRef="#br0" timeOffset="-112820.14">19209 12395 121 0,'-4'-3'239'0,"2"-1"-22"0,-5 3-23 15,7 1-23-15,-6-1-16 0,6 1-18 0,0 0-13 0,-8 6-9 0,7-1-14 16,1-1-11-16,1 3-9 0,1-1-6 0,3 4-7 16,0-2-3-16,2 1-13 0,2-1-2 0,0-2-6 15,5 2-4-15,-3 0-3 0,0-4-3 0,1-2-1 0,-1 1-3 16,3-1-5-16,-5-2-1 0,3-2-3 0,0-1 1 16,-1 1 3-16,-1-1 6 0,0-5 10 0,0 2 6 15,-2 2 11 1,1-4 7-16,-4 3 2 0,3 0 3 15,-2 1 2-15,-2 1-5 0,1-1-6 0,-1 3-6 0,-2-2-8 16,2-1-6-16,-4 4-16 0,4-1-14 0,-4 1-6 16,0 0-4-16,7 9 0 0,-6-3-4 0,1 4-1 15,2 2 4-15,-4 5-5 0,0 0 1 0,0 1-2 16,0 2 2-16,-2 5 0 0,-3 0 1 0,-1 0-2 16,1-4 2-16,-4 2 0 0,3-2-4 0,-2-3-2 0,1-3 2 15,-1 1-2-15,0-6 0 0,3-2 2 0,0 1 4 16,1-4 11-16,0-1 12 0,0 0 19 0,-2-3 21 15,6-1 25-15,0 0 5 0,-10-4 22 0,5-1-5 0,2 0 9 16,-1-5-4-16,3-2-4 0,1-7-11 0,3 2-11 16,3-10-11-16,3 1-7 0,6 1-2 15,1-1-12-15,4-1-12 0,-1 1-6 0,4 1 7 0,2 0-11 0,0 4 6 16,2 2-13 0,-3 2 0-16,-2 2-3 0,-3 5-3 0,-3 1 1 0,-4 2-3 0,0 2-4 15,-1 0-9-15,-4 0 11 0,-2 2-7 0,0-1-4 16,0 2 0-16,1-1 1 0,-6 3-13 0,5-3-22 15,-1 1-25-15,-4 2-23 0,4-3-15 0,-4 3-21 16,0 0-14-16,5-1-14 0,-5 1-18 16,0 0-15-16,0 0 1 0,0 0-3 0,0 0-15 15,0 0-46-15,0 0-258 0,0 0-536 0,0 0 237 16</inkml:trace>
  <inkml:trace contextRef="#ctx0" brushRef="#br0" timeOffset="-112457.63">20008 11644 64 0,'0'-2'228'0,"0"2"-28"0,1-3-17 15,-1 3-22-15,0 0-19 16,10 15-22-16,-1 1-8 0,1 10-16 0,6 3-8 15,2 17-1-15,1 3-8 0,4 7-1 0,-4 0-7 16,5 25-13-16,-11-23-1 0,5 24-4 16,-14-26-3-16,-4 23-5 0,0-25-4 0,-8 1-4 0,-2-6-4 15,-3 1-5-15,-1-6 0 0,-3-10-5 0,-3-3 5 16,1-5-7-16,-3 1-3 0,1-5-1 0,0-4-1 16,1-2-3-16,4-4 1 0,0-1-3 0,3-2-2 0,0-5 10 15,1 1 1-15,2-1 5 0,5-1 9 0,0 0 5 0,-1-1 15 16,3 1 21-16,-1-1 0 0,4-2 14 0,-5 0-8 15,5 0-15-15,0 0-39 0,0 0-54 16,3-13-60-16,4 7-77 0,1-4-276 0,10-2-476 16,1-5 211-16</inkml:trace>
  <inkml:trace contextRef="#ctx0" brushRef="#br0" timeOffset="-112250.63">20723 12143 154 0,'9'-6'244'0,"2"-1"-25"0,5 0-26 15,2 1-17-15,1 1-16 0,4 0-23 0,5 0-30 16,2 1-42-16,0-1-43 0,-2 3-47 15,0-2-67-15,-7 2-135 0,8-1-246 0,-7 1 110 0</inkml:trace>
  <inkml:trace contextRef="#ctx0" brushRef="#br0" timeOffset="-112072.25">20773 12222 71 0,'-5'4'204'0,"1"-2"23"0,0 0 12 15,4-2-5-15,0 0-19 0,15 5-20 0,2-5-20 16,6 0-21-16,8 0-13 0,2 0-26 0,3 0-36 16,1-2-34-16,0-1-40 0,1 1-47 0,2 0-57 15,11-2-82-15,-14-3-116 0,0 2-320 0,0 0 141 16</inkml:trace>
  <inkml:trace contextRef="#ctx0" brushRef="#br0" timeOffset="-111771.47">21725 11887 129 0,'0'0'193'0,"-1"-6"-14"0,1 6-15 15,-9 0-4-15,9 0-17 16,-13 5-10-16,3 1-10 0,-3 0-10 0,-1 6-10 16,-2 2-10-16,-5 4-10 0,3 2-6 0,0 1-5 15,5-4-5-15,3-2-7 0,0 4-7 0,4-2-6 16,2 0-4-16,1 0 19 0,5-1 17 0,4-1 14 15,4 1 14-15,7-2 6 0,6-2 2 0,6 0-10 16,3-7-6-16,1 1-8 0,3-7-9 0,1-3-9 16,-5 0 4-16,3-4 1 0,-6-2-4 0,2-6-2 0,-8 1-7 0,-3-1-6 15,-6-5 0-15,-6 3-14 0,-4-8 2 16,-11-1-9-16,-4 1-6 0,-8 2-11 0,-3 2-23 0,-24-3-41 16,-12 5-39-16,-31 4-51 0,23 10-53 0,-28-1-130 15,2 7-178-15,30 0-534 0,-4 3 237 0</inkml:trace>
  <inkml:trace contextRef="#ctx0" brushRef="#br0" timeOffset="-110515.73">7878 14440 3 0,'2'-13'241'0,"0"-6"1"0,0 2-10 0,0 2-6 16,1-2-5-16,1 1-2 0,-2 6-6 0,0-3-9 0,-1 4-10 0,0 2-15 0,0 0-22 0,1 2-1 31,-1 0-33-31,-1 2-22 0,1-1-34 0,-1 4-42 0,0 0-4 0,0 0-2 15,5 12-4-15,-4 0-2 0,-2 9-1 0,-1 6-1 16,-1 6-2-16,1 2-1 0,-5 11 1 0,3 2 0 16,-2-1 1-16,1-11-1 0,0 0-4 0,0-3 1 15,2-3 0-15,1-1 1 0,-1-2-4 0,2-10 24 16,-2 2-22-16,2-4-19 0,0-2-10 0,-2-3-21 16,3 1-20-16,-1-2-20 0,-2 0-23 0,2-3-24 0,1 0-36 0,0-3-35 15,-2 0-158-15,2-3-391 0,4 2 174 0</inkml:trace>
  <inkml:trace contextRef="#ctx0" brushRef="#br0" timeOffset="-110229.82">7859 14996 42 0,'-3'2'242'0,"-3"-2"-7"0,6 0-3 15,-7 3-14-15,7-3-19 0,0 0-23 0,0 0-17 16,0 0-17-16,0 0-12 0,38-7-11 16,-5 1-15-16,3 1-10 0,18-3-12 0,3-1-5 0,1 1-11 0,3 0-5 15,3-2-4-15,0 0-7 0,-5 0-4 0,-3 5-8 16,-19-1-3-16,0 4-1 0,-8-1-5 0,-8 0-4 16,-4 2-3-16,-6 0 7 0,2 0-14 0,-5-1 2 15,-2 2-12-15,0-2-9 0,-6 2-4 0,0 0 2 16,0 0-13-16,0 0-16 0,-14 10-24 0,5-7-20 0,-6 1-31 15,5 0-33 1,1-1-52-16,-3-1-159 0,7 1-383 0,1-1 169 16</inkml:trace>
  <inkml:trace contextRef="#ctx0" brushRef="#br0" timeOffset="-109744.54">9059 14463 2 0,'0'0'192'0,"0"0"-11"0,0 0-12 0,0 0-20 15,0 0-11-15,0 0-6 0,0 0-20 0,0 0-9 16,18-4-9-16,-5 2-9 0,9-1-7 0,-2 1-7 16,11-3-6-16,-1 2-10 0,2-2-4 0,0 2-1 0,3-1-9 0,-2-1-2 15,-2 1-2-15,0 1-3 0,-2 1-6 0,-10-1 0 16,-1 1-5-16,-5-3 0 0,-3 5-3 0,-1 0 1 16,-2-1-4-16,1 1-7 0,-8 0 1 0,0 0-3 15,0 0-17-15,0 0-17 0,-24 10-26 0,8-7-24 16,-1 0-31-16,0 3-50 0,-2-1-117 0,1 0-296 15,5 1 132 1</inkml:trace>
  <inkml:trace contextRef="#ctx0" brushRef="#br0" timeOffset="-109427.95">9164 14590 115 0,'0'0'237'15,"0"0"-12"-15,-8 0-8 0,8 0-31 0,0 0-16 16,0 0-17-16,22-7-19 0,-4 4-10 0,2-2-13 16,11 0-12-1,-2 2-10-15,7-6-10 0,0 6-8 0,3-1-5 16,1-4-7-16,10 1-6 0,-13 5-6 0,0-3-4 0,-5 1-5 15,-2 0-3-15,-11 1-5 0,-4 3 1 16,-3-2-8-16,-1 0-1 0,-3 2-5 0,-2 0-5 16,1 0-11-16,-7 0-9 0,0 0-18 0,0 0-16 15,0 0-16-15,-18 5-23 0,5-1-16 0,0 2-23 16,-3-1-35-16,3-1-162 0,-4-1-344 0,3 1 153 0</inkml:trace>
  <inkml:trace contextRef="#ctx0" brushRef="#br0" timeOffset="-109125.71">9256 14836 14 0,'0'0'236'0,"0"0"-8"0,0 0-11 0,0 0-17 0,0 0-18 15,32-7-14 1,-4 2-17-16,3-2-15 0,3 2-9 0,5-2-10 16,16-3-9-16,-2 2-7 0,2-1-5 0,-6 1-7 0,-12 1-6 15,-3 1-5-15,-3 0-11 0,-13 2-3 0,1-1-6 16,-6 3-5-16,1 1 1 0,-4-1-7 0,-3 2-4 16,0-1-6-16,-7 1-4 0,7-2-5 15,-7 2-10-15,0 0-19 0,0 0-25 0,-23 8-30 0,6 1-41 16,2-1-44-16,-2-1-78 0,3 1-164 0,2-2-414 0,6 0 184 15</inkml:trace>
  <inkml:trace contextRef="#ctx0" brushRef="#br0" timeOffset="-105861.15">10802 14151 85 0,'2'-6'173'16,"0"0"-11"-16,-2 0-4 0,4 2-7 0,-4 0-15 16,0-1-10-16,0 5-11 0,1-5-13 0,-1 5-13 0,0-7-10 15,0 7-12-15,4-3-3 0,-4 3-15 0,0 0-3 16,0 0-1-16,0 17-14 0,-1-5 1 0,-3 5-3 0,4 0 2 16,-6 7-10-16,-1 2 1 0,3 2-6 0,-5 1-1 15,3-3 0-15,0 2-5 0,-3-1-3 0,1 1 6 16,0-4-5-16,2 2-1 0,-1-8 0 0,-1 6 9 15,4-5-9-15,-1-2-1 0,1-3 0 0,0-2 2 16,1-2-3-16,1-1-1 0,-1-1 0 0,3-3 13 16,-3-2 24-1,0 2 22-15,0-1 28 0,3 0 32 0,0-4 30 0,-2 1-3 16,2-1-10-16,0 0-13 0,0 0-15 0,1-18-13 16,-1 6-6-16,0-2-13 0,3 0-9 0,1-6-7 15,2-4-6-15,0 1-8 0,-1-3-1 16,3-2-12-16,1 2 1 0,0-5-6 0,1 3-5 0,2-3-1 15,-1 2-6-15,-2 2-8 0,5 3 1 0,-5-1 5 16,0 8-3-16,1 1-5 0,-1 3-4 0,0 0 2 0,-1 4-3 16,-2 0-2-16,2 2-1 0,0 0 2 0,-2 2-6 15,5 0-7-15,-4 5-19 0,-1-1-3 0,1 1-10 0,1 1-4 16,-1 2 0-16,1 4 1 0,-3 2 1 0,1 3 1 16,0 1 5-16,-6 3 2 0,2 2 4 15,-7 2 1-15,-3 5 2 0,-2 2 2 0,-4-2 6 16,-3 0 2-16,-2-4-1 0,1 1 11 0,0-1-8 0,0-3 9 0,3-7-3 15,-1 0 0-15,1 0 2 0,6-5-1 0,-1 1 3 16,3-1 3-16,-1-3 17 0,3 2 20 0,-1-4 16 16,2 0 24-16,4-1 11 0,-6 2-2 0,6-2-7 15,0 0-4-15,0 0-5 0,-2-12-15 0,4 7 1 0,2-2-5 16,1 2-7-16,-1 0-5 0,5-3-5 16,-4 4-9-16,-2 0 13 15,2-2-18-15,1 4-6 0,-1 0 0 0,3 1-2 16,-2 2-7-16,7 1-1 0,-3 3-1 0,3 1 3 15,5 5-7-15,1-2 5 0,6 6-3 0,0 2 1 16,1 0 0-16,2 2 15 0,-1-2-17 0,2 1-8 16,-2 0 7-16,-3-1 6 0,-1-5-1 0,0 5-3 15,-6-7 2-15,-3-2-2 0,-2-2 2 0,-3 0 4 16,-1-1 18-16,-3-4-9 0,3 0 35 0,-4 1 26 0,-4-2 8 0,9-3-12 16,-5-1-6-16,-1 0-13 0,1-2-8 0,5-4-11 15,-4-1-33-15,4-1-45 0,-1-3-29 0,2 3-41 16,-2 0-44-16,2-2-63 0,4 1-70 0,-2-2-321 15,4 5-663-15,1-2 294 0</inkml:trace>
  <inkml:trace contextRef="#ctx0" brushRef="#br0" timeOffset="-104421.53">11860 14139 62 0,'0'-2'160'0,"0"2"-11"0,2-8-6 0,-2 8-4 16,2-4-17-16,-2 4 2 0,0-5-8 0,0 2-8 0,0 3-12 0,0 0-8 16,0-5-6-16,0 5-9 0,0 0-12 0,0 0-2 15,0 0-4-15,0 0-12 0,0 0-6 16,-18 8 1-16,13 0-11 0,-4 3 1 0,-3 1-5 0,3 3-1 16,-7 6-7-16,3-4 2 0,-1 4-3 0,2-5 0 15,0 10-4-15,3-9-3 0,0 0-1 0,0 0 1 16,4-1-2-1,1 0 0-15,3 1 3 0,-3-5-1 0,-1-1-4 16,5 1 6-16,-1-3-5 0,-2-1 2 0,6-4 3 0,-2 3 13 16,-1-3 16-16,0 1 24 0,3-3 27 0,0 1 11 15,4-3 7-15,-7 0 2 0,14-5-9 16,-4 0-8-16,3-2-1 0,-4-2-7 0,5-6-8 16,-1 1-6-16,1-3-11 0,1-4-2 0,2-1-5 0,-6-3-7 15,-1-2-2-15,-1 1-6 0,-4-6-4 0,-2 5-8 0,-3-3 11 16,-3 2-15-16,0 2-4 0,-4 1-2 0,-7 1 6 15,-4 3-12-15,3 8-6 0,-4 1-1 0,-9 0 16 16,-3 1-22-16,-1 4-1 0,0 4-6 0,4 1-10 16,-4 2-18-16,4 2-20 0,2 5-28 0,6 0-29 15,1 3-16-15,2 2-22 0,3 2-24 0,9 1-15 16,0-1-230-16,5-1-457 0,5 3 202 0</inkml:trace>
  <inkml:trace contextRef="#ctx0" brushRef="#br0" timeOffset="-104005.35">11868 13772 185 0,'0'-4'260'0,"3"2"-20"0,-1-3-18 0,2 0-20 0,-3 3-22 16,3-2-19-16,1 4-17 0,0-3-18 0,3 3-12 15,-8 0-12-15,14 3-17 0,-8-2-9 16,5 3-8-16,-5 2-6 0,1 0-9 0,0 3-4 16,-2 1-2-16,2 2-8 0,-2 2-4 0,-4 2-5 0,-1 1-3 15,0 0 1-15,-1-1-4 0,-2-5-1 0,-2 1-4 16,1 1 0-1,2-4-6-15,-2 1 0 0,1-4-1 0,2 1 1 16,-1-2-3-16,0-1 0 0,1-1 2 0,0 1-1 16,1-4 4-16,-3 7 10 0,7-5 14 0,2-1 7 0,6-1 1 15,1 0-8-15,7 0 1 0,2-1-6 16,6-1-1-16,1-1-7 0,-1 2-1 0,-2-1-3 16,-4 2-8-16,-2-1-19 0,-2 2-26 0,-4 2-30 15,-1-3-28-15,-2 3-32 0,-1 0-25 0,-4 2-34 0,-3 0-235 0,-1 0-449 16,-5 3 199-16</inkml:trace>
  <inkml:trace contextRef="#ctx0" brushRef="#br0" timeOffset="-103441.32">11473 14718 98 0,'0'0'183'0,"-9"0"-1"15,9 0-6-15,-9 0-8 0,9 0-13 0,0 0-13 16,0 0-16-16,-6 0-11 0,6 0-6 0,0 0-14 15,0 0-9-15,0 0-3 0,0 0 1 0,0 0-6 16,0 0-3-16,0 0-4 0,0 0-6 0,0 0-2 0,0 0-5 16,0 0 6-16,0 0-9 0,0 0-6 0,0 0-5 0,0 0-5 15,0 0 0-15,0 0-4 0,0 0-5 0,0 0-4 16,0 0 4-16,0 0-8 0,0 0-4 0,0 0-2 16,0 0-4-16,0 0 2 0,0 0-2 15,0 0-1-15,0 0 0 0,0 0-2 0,0 0-1 16,0 0 0-16,0 0-4 0,0 0 3 15,0 0-2-15,0 0-1 0,0 0 2 0,0 0-3 16,0 0 2-16,0 0 3 0,0 0 5 16,0 0 5-16,0 0 11 0,29 0-9 0,-15-5 0 15,7 3-4-15,11-4 4 0,5 3-2 0,15-8-4 16,7 5 2-16,7-4 4 0,30-6-1 0,0 2 3 0,-1-1 0 16,-1 1 2-16,-2 2 1 0,-28 4 1 15,-4-1-3-15,-2 2 4 0,-7 0-7 0,-16 1-1 0,-4 2 1 0,0-1 6 16,-13 2-12-16,-4 2-1 0,-4-2-1 0,1 2-4 15,-4 1 7-15,-3-2-20 0,-4 2-8 0,0 0-23 16,0 0-18-16,-22 4-21 0,3 1-25 0,-12 1-27 16,3 1-35-16,-3 1-25 0,2 4-244 0,1 0-468 15,-2 0 208-15</inkml:trace>
  <inkml:trace contextRef="#ctx0" brushRef="#br0" timeOffset="-102988.22">11869 14968 5 0,'0'0'208'0,"-4"3"-25"0,4-3-17 15,-5 3-18-15,0 2-17 0,-4-1-12 0,2 1-11 16,-2 4-10-16,-1 2-15 0,-2 0-9 0,-1 0-7 0,0 3-5 0,1 1-10 16,-1 0-7-16,0-1-1 0,4 2-7 0,-1-1-1 15,5-4-5-15,-3 4-9 0,3-2 0 0,1-3 0 16,-1 1 2-16,5 0 3 0,3-7 6 0,-1 4 0 16,3 1 10-16,4-1 5 0,2-4 7 0,2 1-6 15,5-4 4-15,0-1-2 0,1-1 1 0,-2-2 8 16,3-2 24-1,-3 1 10-15,-5-3 13 0,-1 2 12 0,-1-4 0 16,-1 1-5-16,0-3-2 0,-4-4 1 0,2 0-17 16,-6-2-13-16,-1 0-15 0,-1-2-16 0,-6 1-14 0,-3-6-13 15,-4 2-2-15,-4 1-6 0,2 8-1 16,-9-3-3-16,1 3-2 0,-5 4-5 0,0 2 1 16,0 2-2-16,1 2 2 0,-3 2-4 0,10 1-7 15,-1 2-24-15,4 2-25 0,0 2-25 0,3-1-28 0,3 2-19 0,6 2-26 16,1-3-19-16,5 5-50 0,2-5-228 0,7 2-486 15,7 2 215-15</inkml:trace>
  <inkml:trace contextRef="#ctx0" brushRef="#br0" timeOffset="-102618.35">12156 15004 239 0,'0'0'285'15,"3"-3"-32"-15,-3 3-26 0,0 0-26 0,0 0-21 16,0 0-22-16,13 4-19 0,-10 0-14 0,1 0-9 16,-2 3-15-16,2 0-10 15,0 6-9-15,-2-2-11 0,-1 0-5 16,-1 3-10-16,-1 2-4 0,0 0-3 0,-4 2-4 16,2-7-5-16,2 0-3 0,0 0-4 0,0-1-4 0,-2-3-1 15,3-1-2-15,0-1 1 0,0 0 0 0,0-2 33 16,0-3 36-16,0 6 38 0,0-6-3 0,0 0-7 15,0 0-6-15,22-9-7 0,-12 4 3 16,1-3-13-16,3-1-5 0,1-2-9 0,-1 0-10 0,0 4 1 0,2-4-7 16,-3 2-37-16,-3 3 23 0,-1 0-18 0,0 0-4 15,0 3-3-15,-4-2-3 0,0 5-5 0,-1-3-13 16,1 1-5-16,-5 2-20 0,8 0-5 0,-8 0-7 16,10 5-11-16,-3-3 0 0,-5 4-6 0,2-1-17 15,5 2-23-15,-4 2-17 0,0 0-30 0,-1-1-30 16,1 2-39-16,-2-2-34 15,-1-1-39-15,2 2-235 0,1-5-547 0,-2 0 242 16</inkml:trace>
  <inkml:trace contextRef="#ctx0" brushRef="#br0" timeOffset="-102339.23">12598 14928 203 0,'4'-9'299'0,"-2"3"-13"0,1 1-31 0,-1 1-27 15,0 1-24-15,1 0-21 0,0 1-25 0,-3 2-13 16,0 0-19-16,0 0-8 0,10 6-9 0,-7-1-18 16,-2 1-8-16,1 4-6 0,-2 0-7 0,-2 2-8 15,1 1-6-15,-2 3-7 0,-2-2-3 0,0 3-3 16,-4-2-7 0,5-4-4-16,2-1-3 0,-2 0-3 0,1-4 0 0,2-1 5 15,-2 2-5-15,3-3 1 0,3-1 5 0,2 0 9 16,5-2 0-16,8-2-5 0,4-2-2 0,8-3-9 15,4 2-42-15,0-5-63 0,2-1-83 16,15-5-119-16,-4-2-184 0,3-1-503 0,0 0 223 16</inkml:trace>
  <inkml:trace contextRef="#ctx0" brushRef="#br0" timeOffset="-101685.64">13391 14434 152 0,'0'0'208'0,"0"0"-4"16,0 0-8-16,0 0-5 0,0 0-8 0,0 0-6 15,0 0-12-15,0 0-10 0,0 0-21 0,8-6-13 16,2 5-15-1,7-3-4-15,2 1-16 0,8 0-8 0,2-1-9 16,2-1-5-16,3 2-10 0,3 1-13 0,3 0-19 0,-2-1-15 0,1-4-19 0,-5 5-22 0,-2-1-22 16,-4 1-26-16,-8 1-22 0,0-3-3 0,-9 1-34 15,-2 1-42-15,-5 0-117 0,-1-1-324 0,-3 3 144 16</inkml:trace>
  <inkml:trace contextRef="#ctx0" brushRef="#br0" timeOffset="-101469.97">13643 14300 198 0,'1'-4'260'0,"-1"-1"6"0,0 1-4 0,4 1-13 16,-4 3-22-16,0-6-25 0,0 6-23 0,0 0-22 16,0-5-20-16,0 5-16 0,0 0-15 0,0 0-15 15,1 13-12-15,-6-3-3 0,4 6-10 0,-2 2-6 0,2 7-8 0,-4 5 1 16,5-2-10-16,-3-1 2 0,2 3-2 0,1 0-9 15,4 0-33-15,-4-2-29 0,1 0-43 0,3-2-44 16,0-8-57-16,-3 2-87 0,7-6-135 0,-3-2-426 16,0-3 188-16</inkml:trace>
  <inkml:trace contextRef="#ctx0" brushRef="#br0" timeOffset="-100513.99">14526 14033 179 0,'0'0'188'0,"0"-3"-18"0,0 3-13 0,-4-4-16 0,4 4-14 15,0 0-9-15,-5-2-15 0,5 2-11 16,-8-2 1-16,8 2-10 0,-9 0-4 0,9 0-12 15,-10 2-8-15,10-2-4 0,-8 1-1 0,8-1-9 0,-5 1-8 0,5-1-1 16,-5 3-1-16,5-3-4 0,-4 1-9 0,4-1-3 16,-6 3-2-16,6-3-2 0,0 0-6 0,0 0 8 15,-4 2-6-15,4-2 2 0,0 0-5 0,-2 4 1 16,2-4 2-16,0 0 4 0,0 6-5 0,0-6-2 0,0 0 1 0,2 5 7 16,-2-5 4-16,0 0 2 0,0 0-1 0,0 0 2 15,0 0-3-15,0 0 5 0,0 0-3 0,0 0 9 16,0 0-3-16,-2 2 0 0,2-2-5 0,0 0 3 15,0 0-1-15,0 0-2 0,0 0 4 0,0 0-8 16,0 0 2-16,0 0-5 0,0 0 2 0,0 0-1 16,0 0 1-16,0 0-7 0,0 0-1 0,0 0 0 15,0 0 1-15,0 0-4 0,0 0 2 0,0 0-4 16,0 0 0 0,0 0 2-16,0 0 1 0,0 0 1 0,0 0-2 0,0 0-1 0,0 0-6 0,0 0 6 15,0 0 1-15,0 0-3 0,0 0-1 0,0 0 3 16,0 0-1-16,0 0-1 0,0 0 1 0,0 0 0 15,0 0-1-15,0 0-2 0,0 0 2 0,0 0-2 0,0 0 2 16,0 0 0-16,0 0-1 0,0 0 0 16,0 0 3-16,0 0 5 0,0 0 4 15,0 0 9-15,0 0 5 0,0 0 7 0,0 0 6 16,0 0 2-16,0 0 0 0,0 0-1 0,0 0-3 0,0 0-5 16,0 0-6-16,0 0 1 0,0 0 4 0,0 0-9 15,0 0-1-15,2-12-6 0,-2 12-1 16,0 0-2-16,0 0-1 0,0 0-1 0,0 0-4 0,-5-3-4 15,5 3-2-15,0 0-2 0,-10 1-2 16,10-1 1-16,-15 2-2 16,8 1 3-16,-3 1-5 0,0 0 3 0,-1 1-4 15,1 5-1-15,-4-1 1 0,0 2-4 0,4 4-1 16,4-1 1-16,-2 1 1 0,3 1 1 0,1 2 2 16,5 1 2-16,2-1-1 0,2 2-1 0,4 5 0 15,3-1 2-15,3-2 0 0,0 2-2 0,0-2 2 16,3-1-2-16,1 3 2 0,-1-3 0 0,-1-2 3 15,-2 4-3-15,-6-6 0 0,4-1-5 0,-7 0-2 0,-2-2-2 0,0-2 1 16,-4 1 0-16,0-4-1 0,-5 1 6 0,-3 1 3 16,-6-2 9-16,0 1-6 0,-4-2-1 0,-10-2-1 15,-1 1 3-15,-3-2 0 0,-3-2-1 0,2-3 3 16,-3 1-3-16,2-3 0 0,2 2 0 0,5-3 1 16,5-1-10-16,5 4-30 0,4-2-37 0,2-1-55 15,5 0-80-15,0-1-250 0,6 1-500 0,0 3 222 0</inkml:trace>
  <inkml:trace contextRef="#ctx0" brushRef="#br0" timeOffset="-99526.16">15247 14147 121 0,'4'-5'214'0,"-2"0"-8"0,2 0-1 16,-2 0-15-16,2-2-14 0,-3 4-10 0,1-2-14 0,0 1-10 16,0 1-16-16,-2 3-12 0,1-4-14 0,-1 4-8 0,2-5-11 0,-2 5-8 15,0 0-10-15,0 0-7 0,0 0-8 0,-20 12-5 0,12-2-5 31,-6 2-7-31,-1 3 1 0,-2 4-4 0,-2 2 0 16,0 0-8-16,6-5-1 0,-1 8-4 0,3-7-2 0,4 0-1 16,-2 0-3-16,0 0-2 0,8-2 2 0,-3 1-2 15,4-5-2-15,0 1 2 0,2-1 0 0,1-1 0 16,4-1 2-16,0-2 9 0,2 2 4 0,5-5 9 16,3 0 11-16,2-3 9 0,-1-1-2 0,1-3 9 15,-1 0 2-15,1-7-2 0,-2 4 4 0,0-6-5 16,-2-1-10-16,-4-1-1 0,3-1-5 0,-5-2-7 15,-1-1 2-15,2-8-4 0,-6 0-1 0,-4 0-9 0,-4-4-3 0,-3 2-3 16,-4 1-11 0,-3-2-4-16,0 5-2 0,-6-1-10 0,1 4-1 15,-10 1-4-15,0 3-4 0,-3 5-7 0,0 0-3 16,0 3-11-16,0 4-12 0,0 3-15 0,4 2-22 0,7 2-18 16,-1 1-34-16,5 3-22 0,-1 1-26 0,9 1-59 15,2 0-133-15,3 1-412 0,1-1 182 16</inkml:trace>
  <inkml:trace contextRef="#ctx0" brushRef="#br0" timeOffset="-99125.07">15327 13729 90 0,'1'-4'267'0,"3"0"-18"0,0 1-24 0,-3 1-25 16,-1 2-21-16,14-2-18 0,-6 1-16 0,2 1-17 31,4 1-13-31,3 1-9 0,2 3-12 0,-3 0-11 0,0 2-6 0,-3 3-9 0,0-3-9 0,-2 4-10 16,0 4 0-16,-2 0-5 0,-1 1-3 0,-6 2-5 31,-1-2-1-31,-2 1-4 0,-5 1 2 0,-1-2-8 16,-2-2-2-16,0 1-2 0,2-3-3 0,0-4-2 0,-1 1-1 0,4-4 0 15,0 0 0-15,2-2 3 0,-2 3 17 0,3-4 11 16,-2 2 14-16,3-4 6 0,0 0-5 0,5 2-7 16,4-4-7-16,9-1-16 0,4 1-38 0,8-2-45 15,2 3-49-15,-1 1-68 0,5 0-98 0,-4-2-156 16,1 1-458-16,0-1 204 0</inkml:trace>
  <inkml:trace contextRef="#ctx0" brushRef="#br0" timeOffset="-98207.53">14914 14589 146 0,'-6'0'129'0,"6"0"4"0,-6-2-12 0,6 2-12 15,0 0-10-15,0 0-16 0,0 0-9 0,-10 0-3 16,10 0-6-16,0 0-14 0,0 0-5 0,0 0-10 16,-8 0 0-16,8 0 2 0,0 0-4 0,0 0-2 0,-7 2 1 0,7-2 2 15,0 0-1-15,0 0-5 0,-4 2 2 0,4-2-4 16,0 0-3-16,0 0 7 0,0 0-2 0,0 0-3 15,0 0 13-15,0 0 4 0,0 0 1 0,29-1-3 16,0-2-2-16,4-1-4 0,7 1-3 0,20-4-4 16,6 4-3-16,35-9 4 0,0 6 0 0,4-3 1 15,2 1 0-15,6-1 10 16,-10-3 4-16,-6 5 8 0,-6-5 4 0,-27 7 1 16,-4-1 5-16,-5 0-4 0,-4-2 3 15,-18 4 2-15,-2-1-1 0,-9 1 0 0,-11 1 9 0,3 1 6 16,-2 0-11-16,-6 1-6 0,1-1-7 0,-2 0-8 15,-5 2-29-15,0 0-16 0,0 0-15 0,-22-3-24 16,3 5-24-16,1 0-28 0,-9 4-21 0,0 3-44 16,4-4-43-16,-6 2-197 0,-1 3-429 0,2 0 189 0</inkml:trace>
  <inkml:trace contextRef="#ctx0" brushRef="#br0" timeOffset="-97744.3">15341 14890 135 0,'0'0'172'0,"0"0"-25"0,-14 2-15 16,6 4-9-16,-2-2-22 0,-1 3-8 0,-6 4-9 0,3-1-10 16,-2 2-8-16,-5 5-5 0,3-5-10 0,-2 3-4 15,4 0 3-15,6-1-13 0,0 0-1 0,2-1-2 16,3-1 1-16,1-4 3 0,-1 4 8 0,6-3 4 16,3 1 9-16,4-1 7 0,2-2 1 0,7-1-3 0,8 1-4 15,2-3-5-15,4-4-5 0,-6 0-3 0,2-5-4 16,-4 0 1-16,-2-2 8 0,-2-2 3 0,0 2 6 15,-5-3 13-15,0-2 6 0,-5-1-4 0,1-3-11 16,-6-3-7-16,-1 4-12 0,-6-5-7 0,-2 2-12 16,-6-7-8-16,-5 5-4 0,-6-1-1 0,2 4-2 15,-7 0-6 1,-1 4 2-16,-4 3-1 0,-1 0 0 0,-3 5-2 0,-1 2-2 16,1 0 0-16,0 3-1 0,1 3 1 0,4 1-10 15,2 0-30-15,3 5-27 0,4-1-29 0,7 1-30 16,3 0-36-16,7 2-55 0,4-2-155 0,6 1-398 15,3 1 177-15</inkml:trace>
  <inkml:trace contextRef="#ctx0" brushRef="#br0" timeOffset="-97327.88">15616 14877 138 0,'6'2'157'0,"3"3"-12"0,0 1-5 16,1-2-14-16,-1 4-14 0,-1 2-16 0,0-2-8 15,-1 2-8-15,1 5-7 0,-3-5-11 0,-2 2-1 16,-2 0-10-16,-1 0-7 0,-1 0 4 0,-3-1-2 16,-3 0-1-16,-3 4 0 0,3-6-6 0,-2-1-4 15,0 1-1-15,-1-1 0 0,3-3-1 0,1-1 6 16,-1 0 3-16,2 0 9 0,3-2 22 0,-2 0 33 0,4-2 29 0,-4 2 7 15,4-2-20-15,0 0-16 0,9-10-10 0,1 2-14 16,4-2-6-16,4-1-6 0,4-5-7 0,0 0-9 16,3 1-5-16,-1-2-6 0,1 2-3 0,0-2-5 15,-2 2-6-15,-5 4 3 0,-3 3-8 0,-3 0 3 16,-4 3-1-16,-2 1-6 0,0 0-1 0,-1 1-2 16,0 1-9-16,-1-1-7 0,-4 3-10 0,6 0 0 0,-6 0 1 15,0 0 2-15,-8 12-2 0,5-7 5 0,-3 4-2 16,-3 2-2-16,4-2 2 0,0 1 2 0,0 2-2 15,-3 0-1-15,5 3-8 0,2-1-8 0,1 0-15 0,4-2-20 16,5 3-27-16,2-2-39 0,6-2-67 0,0-1-270 16,11-2-498-16,-3-2 221 0</inkml:trace>
  <inkml:trace contextRef="#ctx0" brushRef="#br0" timeOffset="-96926.97">16384 14841 62 0,'-4'-2'206'15,"-2"-1"-21"-15,2 0-13 0,-1 2-20 0,5 1-16 16,-14 0-11-16,6 4-15 0,-1-1-8 0,-3 3-12 16,1 2-9-16,-3 1-10 0,-4 2-5 0,5 3-7 15,-2-1-9-15,2 0-3 0,2 2-5 0,-1-2-8 16,1 1 0-16,1-1-3 0,4-2-3 0,1 1-3 0,0 0-3 15,5-3-1 1,-1 2 10-16,2-2 14 0,4 0 12 0,2 0 9 16,3-2 0-16,5 1 1 0,4-4-5 0,-1-2-6 15,5 1-5-15,7-3-5 0,-9-3-6 0,7-2 1 16,-8 1 9-16,-2-1 8 0,-1-3 5 0,-4-1 2 16,0-4-2-16,-2 0 0 0,-3-3-12 0,-4 0-4 15,-3-1-6-15,-2-3-8 0,-4 0-3 0,-7-3-9 16,-3-2-1-16,-5 3-3 0,0 0-6 0,-3 1-1 0,-2 4 2 15,-3 1-8-15,-4 3 1 0,4 4 1 0,-3 1-3 0,-1 1-3 16,1 5 3-16,2 2-1 0,1 1-21 0,9 3-31 16,0 2-30-16,3 1-24 0,1 5-30 15,2 1-23-15,8-3-43 0,3 2-220 0,6 4-453 16,5-3 202-16</inkml:trace>
  <inkml:trace contextRef="#ctx0" brushRef="#br0" timeOffset="-96372.83">16582 14768 45 0,'-1'-4'299'0,"1"4"-32"0,-3-5-27 0,3 5-27 16,-1-2-24-16,1 2-19 0,0 0-19 0,0 0-15 15,0 0-14-15,0 0-12 0,4 16-10 0,-2-9-8 16,2 3-11-16,2 0-6 0,-1-1-11 0,2 0-14 15,1 2-6-15,2-4-12 0,-1 0-6 0,1-2-8 16,4 0-6-16,-4-3-2 0,3 0-3 0,0-2-1 16,0-2 1-16,1 1-2 0,-2-5 3 0,1 1 0 0,1-2-7 15,1-3 7-15,-6 2 8 0,1 2 5 0,1-3 6 0,2-2 7 16,-4 2 3-16,-3 1 13 0,6 1 7 0,-7 2-4 16,1 0 1-16,-2 1-11 0,2 1-4 15,-5 1-6-15,2-2-7 0,-3 4-6 0,0 0-4 16,9 5-5-16,-8 2-2 0,2 2-3 0,2 3-1 15,-5 5 0-15,0 9-1 0,0 1-1 16,-2 4-1-16,0 2 1 0,-3 0-2 16,0 1 1-16,-6-2 6 0,0 3-7 0,2-2 1 15,-9 0 0-15,4-4 0 0,-1-1 0 0,0 0 0 16,-1-2 1-16,1-6-3 0,4-5 2 0,-1-1 0 16,6-6 2-16,-3 0 3 0,1-1 24 0,4-2 22 15,-1-4 25-15,0 0 1 0,5-1 6 0,-10-7 13 0,7 0 9 16,3-2-3-16,3-8-10 0,3 0-14 0,8-7-11 0,4-2-6 15,3 0 15-15,9-10-31 0,7 0-10 0,0-2-9 16,0 2-14-16,3-3 2 0,-1 5 1 0,0 0-4 16,-12 10 1-16,-2 2 11 0,-2 4 1 0,-1 0 13 15,-7 5 21-15,-6 6 4 0,0 1 1 0,-1 1-3 16,-2-1-9-16,-2 4-5 0,1-2-17 0,-2 1-35 16,-2 1-49-16,-1 2-54 0,0 0-38 0,0 0-49 0,-23 6-63 0,14-1-76 15,-4 1-300-15,3 0-685 0,-3-1 303 0</inkml:trace>
  <inkml:trace contextRef="#ctx0" brushRef="#br0" timeOffset="-95165.68">17567 14428 127 0,'-5'0'166'0,"5"0"-14"0,0 0-10 16,0 0-18-16,0 0-19 0,0 0-1 15,0 0-14-15,0 0-5 0,0 0-8 0,0 0-9 16,0 0-8-16,0 0-3 0,0 0-13 0,0 0-4 0,0 0 3 16,0 0-7-16,0 0-2 0,0 0-8 0,0 0 2 15,0 0-2-15,0 0 4 0,0 0 3 0,0 0-2 16,0 0 0-16,0 0 0 0,0 0-7 0,0 0 8 0,13-5-5 16,-13 5-2-16,0 0-1 0,0 0-4 0,0 0 3 0,15-1-4 15,-2-1 2-15,4 2 2 0,13-3-1 0,3 1-2 16,3 0-7-16,1 2 1 0,3-5-1 15,15 1-2-15,2-2 1 0,-2-1-6 0,5 1 0 16,-4 0 1-16,-4 0-1 0,-13 2 1 0,-3 1-2 0,-4-1 4 16,-3 0-12-16,-11 1-8 0,-2 2-5 0,-7-1-14 0,-2 1-26 15,-1 0-11 1,-3 1-12-16,-3 0-22 0,0 0-31 0,0 0-149 16,-29-3-305-16,11 1 136 0</inkml:trace>
  <inkml:trace contextRef="#ctx0" brushRef="#br0" timeOffset="-94938.68">18011 14257 219 0,'-3'-6'274'0,"2"-4"-8"15,-2 5-19-15,3 2-23 0,0-1-21 0,0 4-26 16,0-8-25-16,-1 5-20 0,1 3-20 0,0 0-18 0,0 0-6 0,-8 16-8 15,4-4-8-15,-2 5-7 0,-2 9-7 0,3-1-10 16,-3 4-2-16,2 0-5 0,1 2-10 0,1 2-25 16,0-3-23-16,3 5-30 0,1-1-34 0,0 0-54 15,4-4-54-15,-4-4-172 0,3-6-392 0,-1-8 174 16</inkml:trace>
  <inkml:trace contextRef="#ctx0" brushRef="#br0" timeOffset="-92611.09">19246 13961 15 0,'-11'-1'101'0,"11"1"-6"0,-12 0 2 0,7 1-8 16,5-1-13-16,-9 0 2 0,5 1-4 0,4-1 2 15,-7 1-1-15,7-1 2 0,-5 3 2 0,5-3-2 16,0 0 3-16,0 0-9 0,0 0-3 0,0 0-8 0,0 0-2 16,32-5-11-1,-11 2-2-15,10-2-6 0,2 3-7 0,7-3 6 16,11 0-9-16,-11 0-5 0,13 0-7 0,2 0 7 16,0 0-4-16,0 1-3 0,-6 1-3 0,-9 0-6 15,-1-1-8-15,-6 2-20 0,-4-1-21 0,-8 3-22 16,-8-1-23-16,-2 1-21 0,-5 1-124 0,-6-1-249 15,0 0 110-15</inkml:trace>
  <inkml:trace contextRef="#ctx0" brushRef="#br0" timeOffset="-92379.32">19566 13916 146 0,'0'0'190'16,"2"-5"-18"-16,-2 5-15 0,4-4-17 0,-4 4-22 16,0 0-6-16,0 0-15 0,0 0-14 0,4 10-7 15,-4 0-6-15,-1 7-11 0,-2 2-7 0,-1 9-10 16,-2 3 1-16,-1 2-4 0,4 1-5 0,-6 2-1 16,2-3-11-16,2 1 9 0,4-2-13 0,0 1 2 15,1-1 2-15,1-3-4 0,0-4 1 0,4 1-28 0,-2-6-18 0,-1-4-48 16,1 1-42-16,1-5-148 0,1-4-285 0,0 0 126 15</inkml:trace>
  <inkml:trace contextRef="#ctx0" brushRef="#br0" timeOffset="-91779.13">20629 13863 101 0,'-4'-4'166'0,"4"4"-18"15,-1-4-11-15,1 4-19 0,0 0-11 0,-13 3-14 16,5 1-12-16,-3 2-8 15,-1 2-8-15,-3 3-3 0,0 2-8 0,-5 5-8 16,4 2 2-16,-2 0 1 0,2 0-7 0,-1 2 3 16,3 0-11-16,3-5 5 0,2 1 1 0,3 0-13 15,0 1 2-15,1-2-7 0,2-1 5 0,2-3-5 16,1-2 15-16,1 1 16 0,2-1 9 0,2-2 14 16,1-1 7-16,3-2 14 0,3-2 0 0,2-1 0 0,2-3-3 0,5-3-9 15,-2 2-2-15,-1-6-7 0,2-3-6 0,4-3-8 16,-2-3 2-16,-8 2-9 0,-1-1-2 0,1-2-6 15,-5-2-5-15,-3-1-2 0,2-4-8 0,-7-3-4 16,-3 1-8-16,-1 0-9 0,-7 1-5 0,-3 0 4 16,-1 1-15-16,-4 3-5 0,-5 1-8 0,-1 3-6 15,-3 4-8-15,-5 0-7 0,2 7-10 0,-2-2-3 16,-3 5-9-16,3-2-10 0,1 8-23 0,10-2-20 0,1 3-17 0,1 1-32 16,8 1-38-16,-3 0-148 0,6 3-378 0,4-1 168 15</inkml:trace>
  <inkml:trace contextRef="#ctx0" brushRef="#br0" timeOffset="-91393.4">20642 13522 121 0,'2'-4'246'15,"1"2"-17"-15,-2-2-18 0,-1 4-24 0,3-4-19 16,-3 4-18-16,7-1-18 0,-7 1-13 0,10 1-17 16,-4 1-13-1,0 1-10-15,3 2-9 0,0 2-7 0,0 1-8 16,0 0-6-16,-2 2-3 0,-2 2-8 0,1 5-5 0,-1-3-1 15,-3 1 0-15,-2 2-5 0,-2-2-6 0,-2 4 0 16,-1-4 0-16,0 0-2 0,-1-4-4 0,0-1-4 16,2-3 3-16,2 0-7 0,-2-2 6 0,3 0 2 15,-2-1-5-15,2 3 5 0,-2-3 16 0,3-4 22 16,7 4 9-16,0-4-2 0,9 0-6 0,12 1-7 16,1-2-5-16,-1-2-3 0,8 2-32 0,-2 1-36 15,0 1-43-15,0-1-55 0,0 4-59 0,-3-3-222 0,0 2-440 0,0 4 196 16</inkml:trace>
  <inkml:trace contextRef="#ctx0" brushRef="#br0" timeOffset="-90677.09">20244 14457 74 0,'-4'1'182'0,"4"-1"-12"16,-10 0-4-16,10 0-3 0,-6 0-13 0,6 0-10 0,-5-1-12 15,5 1-15-15,0 0-13 0,-4-5-7 0,4 5-5 16,0 0-3-16,0 0-8 0,-3-2 2 0,3 2-11 16,0 0-3-16,0 0-7 0,0 0-7 0,0 0-2 0,0 0 0 15,0 0-6-15,0 0-1 0,0 0-3 0,0 0 5 16,0 0-1-16,0 0 2 0,0 0 0 0,0 0 3 15,0 0 7-15,0 0 5 0,0 0 3 0,0 0-2 16,0 0 4-16,0 0-19 0,12-8-5 0,-1 5-4 0,8 0-6 0,11-4 0 16,3 1-2-16,7 2-2 0,18-7-7 0,5 6 4 15,34-9-6-15,2 7 19 0,0-4 3 0,2-1 4 32,-3 3 0-32,1 1 2 0,-6-1 20 0,-25 1-22 0,21-3 7 0,-27 4 0 15,-5 0-4-15,-2-1-2 0,-18 3 4 0,-5 0 14 16,-4 1 9-16,-10 1 15 0,-6 1 9 0,-1-1 2 15,-1 2-5-15,-2 0-6 0,-3 0-13 0,0-3-10 16,0 2-19-16,-5 2-16 0,0-4-38 0,0 4-36 16,0 0-25-16,-19 1-29 0,6 2-33 0,-4 4-31 15,-1-2-31-15,-2 2-40 0,1 2-39 0,-5 3-270 16,6-4-589-16,-6 3 260 0</inkml:trace>
  <inkml:trace contextRef="#ctx0" brushRef="#br0" timeOffset="-90160.29">20734 14742 35 0,'0'0'139'0,"-12"5"-10"0,2-2-8 15,-2 1-8-15,2 3-6 0,-6 2-10 0,0 1-8 0,1 0-7 16,-3 3-8-16,4-1-5 0,1 3 1 0,-5 7-4 15,8-6-7-15,-3 0-3 0,4 1 8 0,0-2 4 16,2-1 3-16,4 1-6 0,-2-2 4 0,4 3 4 16,2-5 5-16,4 0 6 0,3-2 0 0,1 1 5 15,6-2-3 1,4 0-1-16,8-2-4 0,-5-2-7 0,3-3-5 0,-2-2-1 16,-1 0 4-16,0-2 2 0,-2-4 5 0,-2 0 3 15,-2-2 4-15,0-1 1 0,-3-6-8 0,-2 0-7 16,-3-9-14-16,-3 7-4 0,-5-7-14 0,-4-2-9 15,-2 0-4-15,-7 1-7 0,-5-1-3 0,-1 4-7 16,-4 0-2-16,-3-1 1 0,-2 4-5 0,-1 2-3 16,-3 1-1-16,0 4 5 0,-1 4-5 0,-2 2 0 15,4 2-2-15,-1 5-2 0,-3 0-10 0,7 3-28 0,6 3-25 0,4-1-22 16,3 5-18-16,2 2-24 0,5-3-24 0,7 1-46 16,2 4-236-16,8 2-472 0,13 2 209 15</inkml:trace>
  <inkml:trace contextRef="#ctx0" brushRef="#br0" timeOffset="-89659.13">21039 14693 163 0,'-1'-4'264'15,"-2"1"-24"-15,-1 2-31 0,4 1-21 0,0-5-17 16,0 5-19-16,0 0-17 15,0 0-12-15,4 11-14 0,1-5-9 0,3 2-9 16,-2 2-6-16,7 0-17 0,-1 4-14 0,3-3-11 16,-5-3-11-16,5 0-9 0,-4 0-10 0,0-2-7 15,7 1-6-15,-3-2-1 0,-4-4 1 0,0 1-1 16,3 0 1-16,-5-4 2 0,4 2-1 0,-3-3 0 16,-1-2-2-16,0 1 13 0,4-1 5 0,-7-2 12 15,3 0 5-15,0 1 3 0,-3 0 10 0,1 2 5 0,-2-2 3 0,-1 4-1 16,1-1-7-16,-1 0-6 0,-2 1-5 0,-2 2-8 15,7-1 0-15,-7 1-9 0,5 6-4 0,-1-1 0 16,-3 7 3-16,2 3-6 0,-1 2-4 0,-1 9-2 16,3-2 0-16,-8 7 5 0,1-4-4 0,-1 4-4 15,-3-2 0-15,-3 2 0 0,-3-1-2 0,0 1 2 16,-2-2-1 0,-3-1 1-16,2-2 1 0,-6-5-2 0,5-3 1 15,2-5 0-15,2-2-1 0,0-5 6 0,3 0 2 16,-3-3 14-16,2-3 19 0,1-3 19 0,1-2 19 0,-1-1 10 15,2-5 2-15,1-3 1 0,5-4-12 0,2-3-7 16,6-5-6-16,1-3-12 0,7-4-5 16,1 1-8-16,13-10-15 0,4 3-5 0,0 1-7 15,6 0-6-15,-12 15-3 0,3-1-10 0,0 5-12 0,-4-1-21 0,3 4-34 16,-9 5-34-16,-5 3-42 0,0 0-52 0,-1 5-61 16,-4-2-257-16,4 3-557 0,-7 1 247 0</inkml:trace>
  <inkml:trace contextRef="#ctx0" brushRef="#br0" timeOffset="-89390.18">21794 14626 1 0,'13'-5'319'16,"2"3"-26"-16,-4-1-22 0,2 3-28 0,0 0-23 15,1 0-24-15,-5 4-22 0,0 0-18 0,4 2-14 0,-5 2-12 0,-2 1-14 16,-1 3-9-16,-2 5-13 0,-4 0-8 16,-3 3-10-16,-3 0-5 0,1-2-6 0,-3 0-7 0,1-4-4 15,3-2-7-15,1 0-3 0,-1-4-7 0,1 2-2 16,4-5 3-16,2 1 6 0,5 1-3 0,10-2-4 16,17 1-2-16,19-5-14 0,6 2-62 15,3-2-98-15,7-2-145 0,23-5-181 0,-28-3-503 0,32-10 222 0</inkml:trace>
  <inkml:trace contextRef="#ctx0" brushRef="#br0" timeOffset="-69134.2">24116 13250 154 0,'-1'-4'138'0,"0"1"-7"0,1 3-17 0,-7-1-11 0,7 1-9 16,-13 16-9-16,-3 4 0 0,-6 8 3 0,0 15-8 0,-1 5-23 16,-4 6 8-16,-6 28-6 0,5-3-13 0,8-23 0 15,-1 32-1-15,3-3-8 0,9-4 2 0,5-23-10 16,8 1-7-16,5 22 14 0,9-27-18 0,0-5-3 15,8-2 3-15,6-3 5 0,1-4 31 0,6-4 10 0,1-4 1 16,-9-10 10-16,3-4-7 0,-1 0-3 0,1-3-4 16,-2-1-3-16,-2-4-2 0,-4 0 2 0,-7-5-3 15,-2-3 4-15,-5 2 7 0,-1-3-5 0,-1 1 3 16,-3 1 1-16,0-1-1 0,-2-2-1 0,0 2 1 0,-5-2-14 16,7 0-3-16,-7 0-10 0,6-4-27 0,-6 4-37 15,0-5-48-15,0 5-55 0,-4-6-72 16,-1 0-219-16,2 2-455 15,1-3 202-15</inkml:trace>
  <inkml:trace contextRef="#ctx0" brushRef="#br0" timeOffset="-68401.51">24922 13683 131 0,'3'-11'212'15,"-2"-1"-4"-15,3 0-9 0,-3 0 1 0,-1 2-9 16,3 0-11-16,-2 3-15 0,-1 0-13 0,0 5-15 16,0-4-16-16,0 1-18 0,0 5-33 0,4-2-10 15,-4 2-9-15,0 0-8 0,-4 20-3 0,0-1-6 16,-1 8 3-16,0 4-12 0,-4 15-3 0,0 1-1 16,0 1-2-16,5-2-2 0,-1 0-4 0,1 0-3 15,4-12 5-15,-5-2-7 0,4 1 1 0,2-4-2 0,2-1 2 0,-1-3-1 16,0-6-3-16,0-2-2 0,2-2 5 0,-3-4 1 15,1 0 0-15,-2-5 1 0,2 1-1 0,-2-2 3 16,0-1 23-16,2-2 25 0,-2-2 12 0,0 0-11 16,0 0 0-16,0 0-11 0,0 0-7 0,-6-20-19 15,6 8-19-15,-1-4-22 0,-3-2-23 0,4-10-19 16,-4 1-23-16,2-4-37 16,-2-4-36-16,5-15-29 0,-1-2-25 0,-1 1-146 15,1-3-384-15,0 5 169 0</inkml:trace>
  <inkml:trace contextRef="#ctx0" brushRef="#br0" timeOffset="-68116.39">24864 13589 208 0,'-2'-34'79'15,"0"1"11"-15,-1 1 3 0,1 3 17 0,-1 1 13 16,-2 1 4-16,1 10 5 0,2 0 1 0,-1 3 2 16,2 4-4-16,-1 2-6 0,2 0 0 0,0 2-6 15,0 2-13-15,-1-2-11 0,1 2-13 0,0 4-12 0,4-3-14 0,-4 3-6 16,13 3-9-16,-2 0-5 0,6 6-1 0,7 5-2 16,4-1-5-16,3 4-3 0,1-1 5 0,11 12-6 15,-12-10-3-15,0 3-1 0,-2 2-2 16,-5-3-2-16,-2 2-2 0,0-1-6 0,-8 0 1 0,-4-2-3 15,-4 1 0-15,-4-3-6 0,-4 1 1 0,-3-1 3 16,-7 6-3-16,-6-4 0 0,-8 2 0 0,-1-3-3 0,-1-1 3 16,-4-3 1-16,-1 1-3 0,4-1 4 0,-2-3-6 15,0-1 3-15,3-1 0 0,0-2 2 0,9 0-2 0,-2-1 5 16,4-1-4-16,5 1 0 0,0-3-1 0,2 2-6 16,1 0-26-16,3-1-25 0,3 0-6 0,1 0-5 15,-1 3-27-15,7-3-39 0,0 1-73 16,4 0-112-16,1-2-347 15,5-1 154-15</inkml:trace>
  <inkml:trace contextRef="#ctx0" brushRef="#br0" timeOffset="-67614.47">25173 13868 235 0,'5'-2'233'0,"-5"2"-22"0,6-2-22 0,-1 0-16 15,-5 2-13-15,13 1-16 0,-1 0-15 0,-3 1-15 16,1 3-14-16,1 2-7 0,3 2-8 0,-2 4-11 16,1-2-8-16,-6 1-6 0,1 4-6 0,2 0-6 15,-5 1-4-15,-1-2-7 0,-1 2-1 0,-3 1-4 16,2-1-4 0,-6-5-3-16,3 1-2 0,1-4-3 0,-2 2-1 0,0-6-1 0,0 2-2 0,0-2 0 0,1-1 2 15,1-1 22-15,0-3 30 0,0 4 14 0,0-4-5 16,0 0-11-16,0 0-9 0,12-16-6 0,-1 5-8 15,3-5-1-15,0 2-7 0,9-7-1 0,0 0-3 16,0 0-6-16,3 1 7 0,-2 0-12 16,2 1-2-16,-1 0-2 0,-2 2-3 0,-2 0 0 15,-5 8 8-15,1 0-14 0,-7 1-3 0,-1 3 1 16,0 0-4-16,0 1 3 0,-5 1-3 0,1 0-3 16,-2 1-4-16,0 0-1 0,-3 2-1 0,10 2-3 15,-7 0 2-15,0 3-2 0,-1 1 2 0,1 0 0 16,-1 1 5-16,2 3-5 0,-3 0 2 0,1 0 3 15,0 3 0-15,-2 0-4 0,0 0 1 0,2-1 2 16,-2 6-1 0,0-6 1-16,0-2 3 0,1 2-2 0,-1-2 1 15,0 1 0-15,0-5-1 0,0 1 2 0,0-2 2 0,0 2-2 16,0-2-2-16,0-2 16 0,0 2-6 0,0-5-3 16,0 4 3-16,0-4 1 0,1 3 5 0,-1-3-4 15,0 0-1-15,0 5-4 0,0-5-9 16,0 0-34-16,-8-11-30 0,5 10-32 0,-4-10-38 0,3 1-46 15,-1-3-55-15,-6-4-189 0,7-2-464 0,-4-4 205 0</inkml:trace>
  <inkml:trace contextRef="#ctx0" brushRef="#br0" timeOffset="-67483.86">25616 13705 86 0,'3'-10'222'0,"-6"4"-7"0,3-4-3 0,3 1-7 0,-2 2-13 16,-1 1-8-16,1 0-15 0,1 3-13 0,-2-2-22 15,1 2-12-15,-1 3-16 0,1-5-29 0,-1 5-18 0,5-3-21 16,-5 3-24-16,0 0-33 0,14 8-28 0,-10-4-36 15,3 0-35-15,-4 3-203 0,1-4-348 0,1 1 154 16</inkml:trace>
  <inkml:trace contextRef="#ctx0" brushRef="#br0" timeOffset="-67099.23">25781 13786 153 0,'5'0'224'0,"-5"0"-18"16,0 0-26-16,0 0-18 0,0 0-18 0,3 3-19 15,-1-1-5-15,-2-2-15 0,5 5-15 0,-2 1-7 0,-2 0-8 16,3 4-8-16,0 1-7 0,-3 5-7 0,2 0-4 0,-1 1-4 16,-2-2-2-16,-1 3-9 0,2-3-3 0,-1-3-4 15,0 1 0-15,0-3-3 0,3-1-4 0,-3-4 3 16,0 2-7-16,0-2 2 0,2-1 17 15,-2 0 39-15,0-4 20 0,0 0-1 0,0 0-11 0,0 0-10 16,16-11-4 0,-10 2-6-16,7-3-5 0,-3 0-2 0,2-3-4 15,2-3-6-15,0-3-2 0,-2 7-7 0,1 2 1 16,0-2-5-16,-3 6-1 0,-3-1 2 0,-1 3-2 16,0 2 1-16,-2 1-8 0,1-1-4 0,-1 2-3 0,0-1-10 15,-1 2-6-15,-3 1-3 0,0 0-17 16,14 4-4-16,-8 0-20 0,-1 1-16 0,4 5-20 15,-3 0-25-15,3 1-23 0,-1 3-50 0,1-2-53 0,0 1-183 0,1-6-446 16,-2 2 198-16</inkml:trace>
  <inkml:trace contextRef="#ctx0" brushRef="#br0" timeOffset="-66480.7">26300 13871 18 0,'-3'-3'211'0,"3"3"-10"16,0 0-15-16,0-6-12 0,0 6-17 0,0 0-18 16,0 0-16-16,3-4-9 0,-3 4-16 0,6-1-8 15,-6 1-7-15,10-2-12 0,-2 2-9 0,5-4-2 16,-2 4-8-16,1-1-7 16,3-3-6-16,3 0-8 0,-1-1 0 15,0 1-9-15,3-2 0 0,-4 0-7 0,1-3-3 0,1 0-9 16,-3-1 11-16,-1 1-3 0,-2-3-1 0,-1 6-2 15,-3-4 2-15,0 4 1 0,-4 2 3 0,1-4 5 16,0 3 5-16,-4 1-8 0,-1 0 1 16,0 0-3-16,0 4-2 0,-9-3-4 0,3 1-1 0,-2 2 0 0,-1 0-1 0,-5 5-1 15,1-1 2-15,-5 4-6 0,4 2 0 16,-4-2-3-16,4 5 2 0,0-1-3 0,0 3 4 16,0-1 2-16,5 1-7 0,-1-1 3 0,0 2 1 15,5 0 0-15,1-4 2 0,1 3 1 0,4-2-2 0,3-1 1 16,3-1 0-16,4-2-1 0,3 1 0 15,4-3 4-15,0-2 0 0,5-3-2 0,4-3-1 16,-4 1 2-16,5-4-4 16,-7-2 8-16,5-4-1 0,-7 4-5 0,-2-6 6 15,2 3 3-15,0-1 9 0,-3-2 15 0,-2 0 12 16,-1-2 1-16,-3-1 2 0,0 1 5 0,-1 0 11 16,-3 2 5-16,-2 3 8 0,1-2 4 0,-1 3-6 15,0 1-1-15,-3-1-7 0,2 4-6 0,-1-1-9 16,-2 0-4-16,0 5-10 0,3-4-9 0,-3 4-28 0,1-3-11 15,-1 3-2-15,0 0 3 0,0 0 1 0,-2 14-4 0,0-8 3 16,2 4 0-16,-2 2 2 0,0-2-3 0,2 6 7 16,-1-1-2-16,1 2-1 0,-1-1 1 0,1 1 0 15,1-5-2-15,-1 0 4 0,0 0-1 0,1-2 3 16,-1 0-2-16,2-5-2 0,-1 4-6 0,-2-4-3 16,1 0 3-16,0-2 0 0,0 2 2 0,0-5 5 15,0 4-1-15,1-1 5 0,-1-3-4 0,0 0 7 0,0 0-8 0,0 0-22 16,0 0-28-1,-9-9-38-15,4 1-23 0,0 1-51 16,1-5-45-16,-2 2-217 0,-1-7-462 0,2-2 204 16</inkml:trace>
  <inkml:trace contextRef="#ctx0" brushRef="#br0" timeOffset="-66329.01">26739 13508 179 0,'0'-3'239'0,"0"-2"-20"0,3 1-17 16,-3-1-21-16,0 5-18 0,1-3-28 0,-1 3-32 15,1-4-27-15,-1 4-11 0,0 0-18 0,0 0-26 16,8 12-21-16,-5-8-28 0,2 4-40 0,-1 0-79 16,-2-1-85-16,1-1-250 0,-1-1 111 0</inkml:trace>
  <inkml:trace contextRef="#ctx0" brushRef="#br0" timeOffset="-65180.54">27030 13447 219 0,'1'-4'265'0,"1"1"-18"0,1-2-16 16,-3 5-23-16,2-5-22 0,-2 5-21 0,2-3-25 16,-2 3-27-16,0 0-12 0,0 0-12 0,3 10-11 0,-1 0-9 15,0 5-6-15,-2 2-6 0,2 11-8 0,-2-1-7 16,0 3-8-16,-2 3 5 0,2 2-3 15,-4 12-4-15,3-1 1 0,1-10-3 0,0-1-4 0,0-1 1 0,0-1-5 16,0 0-4-16,0-6 1 0,3 0 0 0,-1-2-7 16,-2-8-1-16,2 0 0 0,0-5 0 0,-2 0-2 0,0-2 0 15,0-1 1-15,4-2-1 0,-4-2 4 0,0-1 0 16,1-1 28-16,-1-3 22 0,-1 6 19 0,1-6 19 16,1 4 6-16,-1-4-6 0,0 0-13 0,0 0-7 15,0 0-13 1,-4-15-6-16,3 3-6 0,-1-4-10 0,0 0-8 15,2-2-16-15,0-7 1 0,0 6-5 0,0-7-2 16,2-1-2-16,0 8 2 0,-2 2-8 0,1 0-6 16,2 3 9-16,-2 2-3 0,3 1 1 0,-1 2 0 0,-1-1-5 15,3 2 0-15,3 1-3 0,-2 0-1 0,8 0-3 16,-1 5 3-16,8-1 0 0,-1 1-7 16,3 2-1-16,5 4-9 0,0-2-8 0,-1 4-4 0,-6-1-10 15,-1 5-9-15,-5-5-7 0,2 6-8 0,-2-4-6 0,-3 4-2 16,-3 0-4-16,-3-1 8 0,-1 0 0 0,-5 0 4 15,-1-1 2-15,-3 1 8 0,-5-3 9 0,-1 3 0 16,-4-3 5-16,-4 3 4 0,0-5 5 0,0-1 0 16,-1-1 6-16,2-3 5 0,2 2 0 0,2-2 3 15,-1 0 3-15,3-2 2 0,3 2 4 0,1-2 2 0,1-2 5 16,3 2-4-16,1-2-14 0,6-4-22 0,6 1-1 16,8-3-2-16,10-2 11 0,6-2 1 0,0 6 5 15,1-3-3-15,3 1 3 0,9-2 1 0,-7 4 1 0,-2-1 2 16,-1 0 6-16,-2 0-5 0,-2 0 6 0,-4 2 3 15,-8 0 5-15,-5 4 17 0,-3 0 18 0,-3-2 14 16,-4 3 12 0,2-1-3-16,-4 2 1 0,-4-2-12 0,0 3-4 15,0 0-7-15,-16-1 1 0,3 2-4 0,-4 2-5 0,-3-1-5 16,-2 5 3-16,0-2-4 0,-3 3-1 16,0 4-4-16,1-2 1 0,5 1-5 0,2 1-1 15,1-1 0-15,4 0 0 0,-4 1-2 0,7-4 1 16,-1 1-2-16,3-4-1 0,2 2 2 0,3-4 1 0,-1 1 5 15,2-1-1-15,1-3 5 0,5 3 6 0,-5-3 0 0,19-6 3 16,-4-1-2-16,3 0 0 0,-2 0 1 0,3-4 0 16,-3 0 1-16,5 0 1 0,-6 0-6 0,-1 1-3 15,4-1 1-15,-5 0-4 0,-3 4 10 0,-1 0-1 16,0-1 1-16,-4 4 0 0,0-1 5 0,1 2-9 16,-3 1-4-16,1-2-3 0,0 4-2 0,-4 0-1 15,4-3-9-15,-4 3-3 16,0 0-2-16,9 3-3 0,-6 1-1 0,4 3-3 15,-1-1-5-15,-1 3-5 0,2-1-1 0,-1 1-1 16,2 0 1-16,-1-3-4 0,1 3 0 0,-3-1 1 16,5-1 1-16,-1-2 3 0,-1-2 4 0,1-2 3 15,-3 0 4-15,3-2-2 0,-1-3 3 0,2-1-2 16,0-2 3-16,-3-1 3 0,3-1 5 0,-4-3 7 16,1 1 12-16,-1-7 7 0,-1 1 7 0,2 0 17 0,-2 0 5 0,-1-2-5 15,2-6 3-15,2 1 2 0,-2-1 0 16,-2-1-1-16,2 1 1 0,-1 7 2 0,-1 1 0 0,0-2 5 15,-1 8-8-15,-1-2 3 0,3 3-5 0,-4 5-8 16,1-1-7-16,0 0-9 0,-2 1-8 0,2 2-22 16,-2 3-20-16,0 0 2 0,0 0-2 0,0 0 5 15,6 20 3-15,-9-3 0 0,2 2 1 0,-7 5-2 0,0 5 2 0,-1 4 2 16,1 2 1-16,-9 9 1 0,5 1 0 0,1-11 1 16,1-3 3-16,2-4 2 0,2 0 0 15,3-9 0-15,2-5-3 0,0-1 5 0,0 1 0 16,1-8 2-16,-3 2 10 0,3-1 25 0,4-2 27 15,1 1 12-15,5-3-3 0,6-2 5 0,4-3-13 0,13 0-10 16,2-3-4 0,-1 0-10-16,2-4-37 0,0 1-40 0,-2 0-66 15,2-3-88-15,-3 0-135 0,-2-5-222 0,1 0-598 16,-4-1 265-16</inkml:trace>
  <inkml:trace contextRef="#ctx0" brushRef="#br0" timeOffset="-63927.42">29271 13456 177 0,'1'-13'206'0,"0"0"-1"0,3 1-5 0,0 0 3 0,-3 2-3 15,2 1-12-15,-1 0-4 0,1 3-18 0,-2 0-12 16,-1 1-16-16,3 2-16 0,-2-1-16 0,-1 4-26 15,1-5-22-15,-1 5-10 0,0 0-1 0,11 17-11 16,-8-5-1-16,0 6-7 0,-2 7 3 0,-1 5-8 16,0 1-2-16,-1 2-1 0,-4-1-2 0,1 1-1 15,-4 3-3-15,6-6-1 0,-2 2-3 0,0-1-2 0,0-3 2 0,3 1-2 16,-3-4 0-16,0-5 1 0,3-2 1 0,1-3-4 16,-1-4 5-16,-2 0-5 0,3-2 2 0,-1-4-4 15,1 2 6-15,0-4 28 0,1 4 32 0,-1-7 37 16,-1 3 35-16,1-3 2 0,0 0-16 0,0 0-11 15,0 0-11-15,-4-20-14 0,0 8-3 0,4-5-15 16,-4 0-7 0,4-9-9-16,-1 2-11 0,1-4-15 0,-4-2-16 0,4-2-11 15,0-2-19-15,1-14-10 0,3 2-10 0,-1 12-1 16,-2-12 5-16,1 10 2 0,0 4 5 0,2 1 1 16,-3 2 4-16,2 11 0 0,-1-1-1 15,2 2 17-15,1-2-16 0,0 10 7 0,-1-3-2 0,1 3 0 16,3 3-8-16,2-4 4 0,-1 5 3 0,5 3-4 15,4-2-4-15,1 4 2 0,1 1-2 0,2 3-7 0,-1 2 13 16,-2 4-7-16,8 2-5 0,-7 4 1 0,-3-3 0 16,2 6 8-16,-6-2-4 0,-2 0-4 0,-3-2 7 15,0-1-2-15,-2 3 0 0,-3-2 1 0,-6-1 3 16,-2 1 1-16,-5 2 0 0,-2-5 1 0,-7-1 3 16,-5 2 3-16,-4-3-1 0,-2-1 3 0,0-2 4 15,0-1-6-15,-2 1 1 16,3-3 4-16,1-3 5 0,2-1-6 0,5 2 3 15,0-2-4-15,8 0 6 0,-1 0 0 0,7 0 0 16,-1 0 0-16,1 0-2 0,7 0 0 0,-11-3-10 16,11 3-7-16,0 0-6 0,0 0-19 0,0 0-36 15,19 4-36-15,0-3-42 0,8-1-61 0,-8 0-210 16,12 0-464-16,-3 3 206 0</inkml:trace>
  <inkml:trace contextRef="#ctx0" brushRef="#br0" timeOffset="-63564.29">29894 13600 189 0,'-5'-3'169'0,"5"3"-18"0,-9 0-11 31,9 0-17-31,-11 3-9 0,-1-3-12 0,-2 4-12 15,-3 4-11-15,0-2-8 0,3 3-2 0,-3 2-8 16,1-1-3-16,3 0-11 0,0 4-10 0,0-4-3 0,3 4 3 16,-3-2-12-16,9-2 9 0,-2 2-13 0,2-4 0 15,0 1-1-15,2-4-5 0,2 2 4 0,0 0 3 16,2-4 2-16,2 2 14 0,1-2 16 0,0-1 4 0,8-2 5 16,-3 0-1-16,2-3-1 0,2 1 3 15,-1-4-4-15,3 0-7 0,1-2-4 0,-1 1-1 0,-4 0-2 16,1 1-2-16,-3 2-4 0,0 0-4 0,0-1-2 15,-5 2-2-15,5-3-5 0,-3 3-5 0,-2 0-2 0,0 2-6 16,-1 0 3-16,1 1-14 0,-5 0-17 0,12 0-25 16,-6 2-11-16,-1 1-25 0,3 1-35 0,-3-1-36 15,4 2-69-15,-4-3-130 0,0 4-374 0,0-5 166 16</inkml:trace>
  <inkml:trace contextRef="#ctx0" brushRef="#br0" timeOffset="-62961.23">30085 13624 214 0,'6'-7'220'0,"-1"2"-17"0,5-1-16 16,-1 1-20-16,0 4-17 0,4-2-16 0,-3 3-14 16,4 0-11-16,-2 3-11 0,-2 1-14 0,4 3-8 0,-4 0-7 0,-1 2-8 15,0 3-2-15,-1 0-11 0,-3 3-6 0,-1 2 0 16,-4 0-8-16,-1 1-8 0,-2-3 0 0,-1 2-11 15,-1-1 2-15,0-6-3 0,-3 0 1 16,3 0-4-16,0-1-3 0,0-4 3 0,1 0-1 0,0-2 3 16,-1-1 1-16,0-2 9 0,5 0 2 0,-6-7 4 0,3 2-3 15,2-1-2-15,1-5-5 0,1-1-2 0,6 0 0 16,0-5-5-16,5 0 2 0,3-7-3 0,3-1 0 16,2 2-11-16,2-2-12 0,1-2-10 0,1-2-11 15,7-7-1-15,0 0 0 0,-12 7 9 0,3 1-3 16,-2 3-1-16,0-2 7 0,-2 3 11 0,2 0 7 15,-6 2 21-15,-2 5 12 0,-1 3 7 0,-4-1 8 16,3 0 8-16,-2 7 4 16,-3-2 4-16,-1 2 7 0,1 3-3 0,0-2-4 15,0 2-4-15,-2 2-7 0,1-1-10 0,-3 1-4 16,-1 3-14-16,4-2-13 0,-4 2 0 0,0 0 4 16,5 9-7-16,-5 2-4 0,3 1 1 0,-6 7-1 15,2 7-1-15,-3 3 2 0,-1 5-3 0,1 0 1 16,-4 12-1-16,-2-10 2 0,5 0-1 0,-3-2-1 15,-2 11-4-15,6-12-2 0,-1-4 12 0,0 0-6 0,1-3-5 0,2 2 3 16,0-10 1-16,2-1-2 0,-2-5 1 0,0-2 3 16,1 0 0-16,1-1 0 0,0-4 2 0,0 0 2 15,0 0 22-15,-3-2 29 0,3 1 21 0,0-4 20 16,3 5 20-16,-3-5 2 0,0 0 9 0,0 5 6 16,0-5-9-16,0 0-19 0,0 0-9 0,0 0-16 15,13-12-7-15,-8 5-15 16,4 0-25-16,1-1-33 0,2 1-32 0,-1-3-26 15,5 1-35-15,0 0-35 0,1 3-44 0,-1-5-55 16,1 3-63-16,-2-2-259 0,0 2-593 0,2 1 262 16</inkml:trace>
  <inkml:trace contextRef="#ctx0" brushRef="#br0" timeOffset="-62611.17">30499 13704 129 0,'-5'0'247'0,"5"0"2"0,0 0-5 16,0 0-2-16,-5 2-6 0,5-2-17 0,0 0-12 15,0 0-17-15,0 0-21 0,0 0-11 0,17-10-19 16,2 5-17-16,3 1-11 16,9-3-12-16,1 0-14 0,5 0 0 0,0-1-14 15,1-1-8-15,0 1-8 0,1-1 18 0,-6 1-10 16,-2 1-8-16,-12 2-2 0,0 0-11 0,-6 0 4 16,-2 3-13-16,-1 2-2 0,-3-3-8 0,-2 3-12 15,2-2-11-15,-7 2-8 0,2-3-5 0,-2 3-23 16,0 0-14-16,0 0-15 0,-21 2-25 0,15-1-14 15,-4 1-16-15,0-2-31 0,0 3-37 0,2-3-40 0,-3 0-189 16,3 0-450-16,1 0 199 0</inkml:trace>
  <inkml:trace contextRef="#ctx0" brushRef="#br0" timeOffset="-61778.14">30997 12850 70 0,'0'0'155'0,"0"0"-14"0,22 5-18 0,-7 2-16 15,8 7-8-15,3 3-6 0,2 5-17 0,8 14-8 16,1 7 0-16,2 6-13 0,9 21-2 0,-6 3-7 16,-9 2-7-16,-4 4-3 0,-16-20-5 0,4 21-5 15,-10-22-1-15,-1 23 4 0,-6-21-11 0,-2-5 8 16,-2-2-5-16,-6 0 1 0,-3-5-7 0,-1 0-4 16,0-17 0-16,0 0 4 0,-5 0 16 0,1-4 13 0,0-1 10 0,-2-2 22 15,-2-4 8-15,4-1 2 0,4-5 10 0,0-2-6 16,-2-2 4-16,5-2-7 0,0-1-2 15,1-1-9-15,1 0-8 0,2-1-3 0,3-1-5 16,-1-2-2-16,0 1-4 0,3-2-5 0,-1 2-4 16,3-3-3-16,-4 4-5 0,4-4-3 0,-4 2 5 0,4-2-2 15,0 0 0 1,0 0-3-16,-3 3-7 0,3-3-12 0,0 0-18 16,0 0-35-16,0 0-42 0,0 0-59 0,0 0-72 15,0 0-225-15,-7-9-471 0,6 3 208 0</inkml:trace>
  <inkml:trace contextRef="#ctx0" brushRef="#br0" timeOffset="-35955.82">30497 9636 9 0,'-3'-3'123'0,"3"3"2"0,-5-2-11 16,3-4-3-16,2 6-5 15,-2-3-7-15,2 3 5 0,-3-3-11 0,3 3-7 16,-1-3-2-16,1 3-3 0,-1-5-9 0,1 5-5 16,0 0-4-16,0 0-1 0,-6-4-8 0,6 4-7 15,0 0 0-15,-2-2-9 0,2 2-3 0,0 0 3 16,0 0-8-16,-5-2-4 0,5 2 4 0,0 0-8 0,-4-1 0 16,4 1-5-16,0 0 2 0,0 0-8 15,0 0 4-15,-11 2-5 0,11-2 2 0,-6 1-4 0,6-1-1 0,0 0 5 16,-4 5 1-16,4-5-1 0,0 0-1 0,0 0 0 15,3 4 6-15,-3-4 0 0,9 1 5 0,-9-1-3 16,22-1-5-16,-1-3 0 0,7 1-2 0,7 1-3 16,2 1-1-16,17-3-4 0,-2-2 8 0,1-1-1 15,0 3-8-15,-2-3 3 0,-1 3 1 0,-10 1 0 16,-4-2-6-16,-2 2 7 16,-3 1 2-16,-10 0-4 0,-1-3-4 0,-5 4-3 15,-3-1 0-15,-3 2 0 0,-1 0 5 0,-1 0-3 0,-2 0-4 16,-5 0-2-16,0 0-2 0,0 0-8 0,0 0-9 15,0 0 5-15,-23 5-16 0,14-5-11 0,-4 1-16 16,2 0-12-16,-1 2-17 0,2-2-16 0,-3 0-23 16,4 2-127-16,-1-3-278 0,5 0 123 0</inkml:trace>
  <inkml:trace contextRef="#ctx0" brushRef="#br0" timeOffset="-35623.43">31046 9381 82 0,'-2'-3'165'0,"2"3"-6"0,-6-5-20 0,6 5-14 16,0 0-8-16,0 0-9 0,0 0-9 0,22 8-6 15,-6-2-9-15,2 1-10 0,7 4-1 0,4 0-17 16,0 4 6-16,-1-1-7 0,4 5-3 0,-2-4-19 15,-1 0 7-15,-5 2-5 0,1-1-3 0,-5 1-4 0,-5-4-4 0,-6 2 3 0,-1-1-13 0,-5-1 2 16,-3-2-1-16,-7 1-1 0,-4 5-5 16,-7-5-1-16,-10 2 9 0,-2-2-7 0,-3 0-8 15,-4-2 3-15,1 1 0 0,0-5 1 0,-2 4-3 16,4-4 5-16,-1 2-1 0,7-3 1 0,-3 3-7 0,13-6 0 16,3 0-2-16,2 2-13 0,1 0-22 15,7 0-11-15,1-2-26 0,4-2-38 0,0 0-161 16,14 1-294-16,6-1 130 0</inkml:trace>
  <inkml:trace contextRef="#ctx0" brushRef="#br0" timeOffset="-35090.63">32042 9247 19 0,'0'0'173'0,"2"-3"-16"16,-2 3-15-16,0 0-17 0,2-6-9 0,-2 6-15 15,0 0-9-15,0 0-12 0,0 0-14 0,0 0-8 16,0 0 0-16,-4 13-4 0,1-3-8 0,3 2-5 15,-5 3-2-15,3 2-7 0,-2 2-1 0,0 0-4 0,1 6-3 0,1 1-4 16,0-6 2-16,0 4-5 0,0 2 5 16,1-9 2-16,1 1 0 0,-3-3 1 0,2-3-5 15,0-1-4-15,-1-1 2 0,2-2-7 0,0-2 3 16,0 1-2-16,-2-2 2 0,1 0 3 0,1-1-9 0,-2-1 3 16,2-3-2-16,0 5 3 0,0-5-3 0,-1 5 1 15,1-5-1 1,0 4 1-16,0-4 2 0,0 0-5 0,0 0 2 15,0 0-4-15,0 0 5 0,0 0-5 0,0 0 2 16,0 0-10-16,0 0-28 0,0 0-39 0,-10-9-38 16,8 4-50-16,1 1-96 0,0-4-274 0,1 1 121 15</inkml:trace>
  <inkml:trace contextRef="#ctx0" brushRef="#br0" timeOffset="-34604.78">31950 9116 2 0,'-11'-1'96'0,"2"0"-3"0,-1 1-6 0,-2 0-16 16,2-3-9-16,0 6-6 0,-2-2-10 0,2 0 0 15,-3 4-1-15,3 5-6 0,-3-3-15 0,-1 5 9 16,-1 2-4-16,-3 6-4 0,0-1-7 16,3 3 6-16,-2 2-3 0,3 3-7 0,0-1-2 15,-3 1 0-15,2 0 3 0,5 2-7 0,-2-3 6 16,1 3 3-16,-1 0-12 0,3-2 4 0,3-1 1 16,0-1 0-16,1-6-9 0,3 2 15 0,0-1-2 0,2-5 4 15,2 4 0-15,1-2 7 0,3-2 57 16,2 1-11-16,3-1 12 0,4-1 8 0,2-4-6 15,13 5 22-15,0-3-10 0,5-1-8 0,1-5-5 0,13 4-5 0,-9-8 0 16,11-2 9-16,-14-1 1 0,2-1 4 0,-2-5-5 16,2 0-5-16,-3-3-9 0,-1-4-1 0,-1-1-5 15,-3-2-9-15,-6-2-2 0,2-3-9 0,-7-4-6 16,2-3-2-16,-10-1-8 0,-2-6-4 0,-5 4-5 0,-6-2-4 16,-7 0 2-16,-5 0-9 0,-10-9 0 0,-9 7-2 15,2 12-3 1,-15-3-3-16,-5 3-22 0,-5 7-27 0,-4 5-61 15,-2 2-56-15,2 8-56 0,-1 2-200 0,5 5-451 16,18-2 200-16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30T06:53:29.73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2054 1160 109 0,'0'0'124'0,"0"0"-1"0,0 0-21 0,0 0-3 0,0 0-7 0,0 0-12 0,0 0 1 16,0 0-12-16,0 0-4 0,0 0-8 0,0 0-10 15,0 0-6 1,0 0-5-16,0 0-4 0,0 0-10 0,0 0-14 16,0 0-3-16,0 0-9 0,0 0 2 15,0 0-4-15,0 0-2 0,0 0 5 0,0 0-2 0,0 0 1 16,0 0-5-16,0 0 4 0,0 0 0 15,32 3 5-15,-23-6 0 0,4-1-1 0,5-4 2 16,-8 5-15-16,8-4 10 0,0 0 2 0,-4-2-7 16,-3 4 6-16,6-5 4 0,-7 5 1 0,0-1 2 0,1-2 9 0,-4 0 30 15,0 4 4-15,-2-1 9 0,-1-2 20 0,1 2 11 16,-1 0 5-16,-3 0 2 0,0 0 2 0,0 1 0 16,-1 4-3-16,2-9-7 0,-4 6-14 0,-3 2-6 15,0-1-12-15,-4 2-7 0,-2 2-2 0,-7 5-9 16,-9 4-3-16,-5 5-5 0,4 2-7 0,-18 9-3 15,4 5 2 1,1 4-5-16,0-1-1 0,0-4-1 0,5 7-3 16,6 4-6-16,0 2 7 0,7-1 3 0,2 2-8 15,8-14 1-15,1 5 5 0,5-3-4 0,4-1-6 16,3-2 0-16,4 0 4 0,8-7-1 0,3-2 1 16,4-2 3-16,5-3-2 0,6-5 0 0,9-5 1 15,-2 0 1-15,19-6-1 0,-4-11-1 0,1 6 0 16,-12-2 0-16,9-3 0 0,4-1-1 0,-17 2 0 0,-3 1-2 15,-3 1-4-15,-7-1 3 0,-2 4 1 0,-8 1 3 0,-1-2-7 16,-3 0 2-16,0 4 10 0,-10 1 1 16,12-2 5-16,-12 2 6 0,7-3-1 0,-7 3-2 15,0 0-4-15,0 0-6 0,0 0-18 0,0 0-22 0,0 0-27 16,0 0-34-16,0 0-56 0,0 0-39 0,0 0-199 16,0 0-416-1,0 0 184-15</inkml:trace>
  <inkml:trace contextRef="#ctx0" brushRef="#br0" timeOffset="595.4">2754 986 215 0,'0'0'292'0,"0"0"-14"0,-1-7-19 0,1 7-36 16,0 0-20-16,0 0-23 0,0 0-33 0,0 0-35 15,0 0-14-15,0 0-18 0,-5 17-10 0,5 2-5 16,-5 11-4-16,-1 5-12 0,-3 13-2 0,1 4-5 0,-1 1 0 15,1-1-1-15,2 5-7 0,1-3 2 0,0-6-8 16,1-12-1-16,4 0 2 0,4 0-4 0,-4-7-3 16,4-2-4-16,-2-7-1 0,2-2 3 0,-3-1-4 15,2-1 0-15,-2-7 1 0,2 1-5 0,-2-1 8 16,2-3 9-16,-3-6 9 0,1 6 12 0,-1-6 16 16,2 8 11-16,-2-8 9 15,0 0 1-15,2 7 13 0,-2-7-6 0,0 0 2 16,2 4-8-16,-2-4-14 0,0 0 4 0,0 0-10 15,0 0-4-15,0 0-11 0,0 0-5 0,0 0-11 16,0 0-15-16,0 0-40 0,0 0-47 16,0 0-60-16,0 0-50 0,0 0-42 0,0 0-68 15,0 0-251-15,10-14-580 0,-10 14 257 0</inkml:trace>
  <inkml:trace contextRef="#ctx0" brushRef="#br0" timeOffset="1019.22">3254 1356 132 0,'0'0'293'0,"0"0"-20"16,-2-9-31-16,2 9-22 0,-7-3-23 0,7 3-23 15,0 0-16-15,-14-3-18 0,14 3-17 16,-13 0-12-16,13 0-10 0,-23 6-10 0,13-3-12 0,-1 3-9 0,-3 0-2 16,-1 3-12-16,0 4-7 0,1 0-8 0,1 0 7 15,1 1-14-15,-1 1 0 0,4 2-6 0,-1 1 3 16,1-6-1-16,4-1-18 0,1 0-4 0,0-1-4 16,3-4-5-16,-2 0 1 0,3-1-2 0,0-5 5 15,-1 11-2-15,1-11 1 0,0 0 3 16,6 9 3-16,-6-9 3 0,12-3 0 0,-12 3 7 0,19-4 3 0,-10 1-2 15,-9 3-7-15,16-10 0 0,-8 10 2 0,-8 0-2 16,14-4-7-16,-9 2-2 0,-5 2 8 0,11-1-11 16,-11 1-2-1,0 0-7-15,0 0 6 0,0 0 0 0,17 5-3 16,-13-3 1-16,-4-2 4 0,3 11-2 0,3-2-10 16,-1 0-20-16,4-2-21 0,-5 3-19 15,2 2-40-15,2-4-44 0,2-1-60 0,-2-1-170 0,5-1-419 16,-2-1 185-16</inkml:trace>
  <inkml:trace contextRef="#ctx0" brushRef="#br0" timeOffset="1536.04">3733 1284 306 0,'0'0'310'0,"0"0"-12"16,3-6-21-16,-3 6-16 0,0 0-20 0,0 0-28 0,0-4-16 16,0 4-20-16,0 0-22 0,0 0-17 0,0 0-17 15,0 0-14-15,0 0-11 0,-19 10-11 0,6 0-7 16,0-3-13-16,-2 2-1 0,-2-1-7 0,2 4-7 16,2 0-4-16,-1-4-7 0,0 4-8 0,3 0-14 15,3-2-11-15,0 4-10 0,2-3-6 16,-1-1-2-16,4 2 0 15,1-3-4-15,1 2-4 0,2 1 8 0,3-3-1 16,2-1 4-16,1 4-7 0,2-4 12 0,6 3-2 16,-1-1 5-16,4-3-2 0,-3 0 0 0,3 0-3 15,-1 1 1-15,-3-3 3 0,3 3-2 0,-7-2-12 0,-3-1-5 16,2 2 5-16,-3-4-5 0,-2 2-1 16,0 0 10-16,-4 2-1 0,-2-2 2 0,-6 2-2 15,1-1-8-15,-10 5-21 0,-1-4-12 0,-1 2-17 0,1-2-26 0,-9-1-33 16,-1 1-55-16,6-3-237 0,-1-1-458 15,5-2 203-15</inkml:trace>
  <inkml:trace contextRef="#ctx0" brushRef="#br0" timeOffset="1983.94">4161 1252 197 0,'0'0'192'0,"0"0"-26"15,0 0-9-15,-15 0-17 0,15 0-14 0,-14 4-9 0,9-1-16 16,-4 1-7-16,-9 2-13 0,9-1-8 0,-4 2-7 15,-2 2-4-15,4-1-10 0,-1 2-1 0,0-2-5 16,4 3-11-16,-1-5-1 0,1 5-5 0,0-1-4 0,2-1-1 16,1-1 1-16,4-3-18 0,-1 7 16 0,4-3-5 15,-1 0 4-15,3-1-1 0,-2 2-2 0,7 0 5 16,0-3-1-16,8 3 0 0,-2-4 6 0,4 0-9 16,-1 0-8-16,4 2 2 0,-2-5 3 0,1 3-8 15,-2 2-1-15,-1-3 5 0,-5 0-7 0,-3 0-1 16,1-1 3-1,-3 0-4-15,-2 0-7 0,0 1 12 0,-6-1-1 16,-2 1 6-16,-4 2-1 0,-5-1-1 0,-2 3-1 16,-7 1-1-16,-8 0-3 0,-1-1 2 0,-2-1-1 15,-1 1-20-15,3 1-17 0,-3-5-27 0,5 1-24 16,5-2-31-16,6-2-47 0,-6-2-154 0,8 0-338 16,6-2 150-16</inkml:trace>
  <inkml:trace contextRef="#ctx0" brushRef="#br0" timeOffset="2284.1">4504 1320 272 0,'6'-4'353'0,"-6"4"-13"15,0 0-28-15,0 0-33 0,0 0-25 0,0 0-31 16,4-3-25-16,-4 3-22 0,0 0-24 0,0 0-13 15,0 0-16-15,0 0-14 0,5 14-10 16,-5-9-6-16,3 7-13 0,-3 0-10 0,0-2-8 16,0 5 2-16,1 1-7 15,-1 0-7-15,0 2 0 0,0-3-1 0,0-1-10 16,0-4-2-16,-4 2-4 0,4 0-4 0,0 0-21 16,-1-6-22-16,2 1-26 0,-1 0-19 0,-1 0-9 15,-2-5-4-15,3-2-4 0,-1 7-20 16,1-7-68-16,0 0-66 0,0 0-259 0,-5-19-529 15,0 7 234-15</inkml:trace>
  <inkml:trace contextRef="#ctx0" brushRef="#br0" timeOffset="2422.23">4485 1062 266 0,'0'-4'279'0,"-2"0"-20"16,2 4-22-16,0-8-29 0,2 6-21 0,-2 2-24 15,0 0-42-15,0 0-25 0,0 0-29 0,6-3-37 16,-6 3-34-1,0 0-47-15,14 9-64 0,-8-4-176 0,2-1-314 16,-4 0 138-16</inkml:trace>
  <inkml:trace contextRef="#ctx0" brushRef="#br0" timeOffset="3085.84">4900 916 321 0,'4'-10'344'0,"-3"7"-30"15,-1 3-26-15,5-3-32 0,-5 3-36 0,0 0-23 16,0 0-39-16,0 0-24 0,0 0-14 0,1 13-11 0,2 5-14 16,-7 8-9-16,-1 11-12 0,-6 13 0 0,-1 2-9 15,-6 1-15-15,2 4 9 0,-5 0-7 0,2 0-1 16,1 1-3-16,7-5-3 0,-1-4 0 0,11-16-8 15,-3 1 0-15,0-7-6 0,4 1-3 0,0-3 1 16,3-6-4-16,-1-4-2 0,2-2 0 0,-1-4-2 16,1 0 3-16,1 0 12 15,0-5 10-15,-2 0 7 0,-3-4 1 16,11 4 9-16,-11-4-9 0,15-8-3 0,-5 3-13 16,-1-5 1-16,0-4-1 0,3 1-8 0,-5-4-3 15,1 1-2-15,0-2-10 0,-2-9-24 0,-5 9-3 16,1-1-14-16,-2 0-9 0,-4 1-5 0,-1 1-11 0,-3 1-5 15,-3 2 6-15,-1 1 0 0,-2 1 5 0,0 3-5 16,5 1 12-16,-3 3 1 0,3 0 5 0,-2 2-12 0,2-1-3 16,4 1-10-16,5 3-22 0,-9-4-16 0,9 4 13 15,0 0 0-15,0 0 6 0,0 0 13 0,0 0-4 16,41-2 6-16,-10-1 2 0,1 2-2 0,1-2-5 16,1 2 8-16,2-2 9 0,1 2 3 0,1-7 10 15,0 3-2-15,-3 2 5 0,1-3 18 0,-3 0 18 16,-1 0 19-1,-11 3 13-15,-2 0 16 0,-6 1 26 0,1 1 24 16,-5-1 14-16,-2 2 12 0,1-2-2 0,-8 2-2 16,9-4-11-16,-9 4-5 0,6-1-17 0,-6 1-4 15,0 0-11-15,0 0-12 0,11 0-14 0,-11 0-6 16,0 0-11-16,0 0-5 0,4 14 3 0,-4-10-3 16,0 5-8-16,2-2 6 0,-2 3-8 0,-2 2 5 15,1 0-4-15,1 0 4 0,0 0-9 0,0 2 3 0,0-4 1 16,0 2-15-16,1-3-10 0,-2-1-21 0,1 0-16 0,0-1-17 15,0-7-22-15,-1 8-4 0,2-2-4 0,-1-6-15 16,0 0-50-16,0 0-85 0,0 0-272 16,0 0-558-16,-12-23 247 0</inkml:trace>
  <inkml:trace contextRef="#ctx0" brushRef="#br0" timeOffset="3224.29">5333 1172 242 0,'0'-6'374'0,"-1"3"-11"0,1 3-12 15,0-7-34-15,0 7-13 0,0-8-26 0,0 8-28 16,0 0-26-16,0 0-24 0,0-4-26 16,0 4-46-16,0 0-55 0,0 0-28 0,0 0-35 15,0 0-57-15,0 0-69 0,0 0-84 0,4 19-295 0,-3-12-537 0,-1-7 237 16</inkml:trace>
  <inkml:trace contextRef="#ctx0" brushRef="#br0" timeOffset="4927.99">5816 1318 204 0,'0'0'240'0,"0"0"-15"0,0 0-19 15,0 0-17-15,-9 0-17 0,9 0-16 0,0 0-21 16,0 0-12-16,0 0-15 0,0 0-8 0,0 0-12 0,0 0-7 0,0 0-15 16,0 0-3-16,0 0-11 0,0 0 1 0,0 0-7 15,0 0-6-15,0 0-1 0,31 0-7 0,-18-2-1 16,-3 1-11-16,9-2 2 0,-4-2-4 16,-1-1-3-16,-1 1-1 0,-1 2-1 0,0-5 3 15,-1 4 0-15,0-1 43 0,-2-2 0 0,-1 2 30 16,-2-2 7-16,-1 2 1 15,0 0 5-15,-2 0-7 0,-2 1 5 0,-1 4-4 16,0-12-10-16,-1 7-6 0,1 5-4 0,-8-7-29 16,2 4 7-16,-6 2-4 0,1 0-10 0,-3 2-3 15,-3 1-7-15,-1 3-4 0,-3 1-2 0,3 2-7 0,-8 4 0 16,7 0-2-16,-4 4-1 0,9-3 5 0,1 4-35 16,-5 1-2-16,5 5-6 0,9-6-7 0,-3 9-7 15,6 1-4-15,1-8-5 0,6 7 5 0,8-3 6 16,2-4 7-16,9 1-2 0,7-5 8 0,3-3-2 15,18-2-2-15,2-3-5 0,0-1-7 0,0-6 3 16,0-5 0-16,0-4-5 0,-4-1 12 0,-14 0 2 16,2-2 2-16,-6 2 3 0,-3-3 4 0,-1 0 10 15,-4-4 22-15,-10 9 24 0,-2-6 20 0,-5 5 15 16,-1 1 10 0,-4-1 7-16,-2 1-18 0,-2-1-2 0,1 9-8 15,-9-10-4-15,0 6-3 0,-4 1-11 0,-1 0-5 16,-2 3-20-16,-5 3 15 0,-6 1-4 0,6 1-5 15,-4 4-1-15,1 4-2 0,5-1-4 0,1-3-2 0,0 3-17 16,4-1 1-16,0 3-20 0,1-4-12 16,4 0-6-16,3 1-9 0,2-2-2 0,-1-2 2 15,1-1-3-15,3-1 10 0,0 0 8 0,1-5 21 0,6 3 11 0,-6-3 2 16,18-5 6-16,1-2 2 0,-4-1 1 0,6 1 10 16,-6-3-3-16,2-2 4 0,2-5 2 0,-1 3 1 15,-4 2-3-15,0 1-2 0,0 1 3 0,-5-1-19 16,-1 6 6-16,2-2 7 0,-5 2-10 0,0 3 4 15,-5 2-4-15,9-7-7 0,-8 5 0 16,-1 2-12-16,0 0-4 16,0 0 1-16,0 0-5 0,20 10 7 0,-14-2 6 15,1 2-13-15,5 5 15 0,-2-4-3 0,8 4-4 16,-5-5-11-16,10 6-17 0,2-2-3 0,0-1-5 16,-7-3-8-16,2-5-3 0,2-2-6 0,5 1 9 15,-7-1 0-15,3-7 1 0,-4-1 4 0,-2-1 4 0,2-4 5 0,-1-3 9 16,-3-2 10-16,1-7 14 0,-2 7 16 0,0-9 13 15,-2 0 15-15,0-2 6 0,-6 1 7 16,3-4-13-16,-4-1 17 0,1-4-2 0,0 2 2 16,0-3 15-16,3-1 14 0,-5 6 15 0,0 3 12 15,-3 2 0-15,3 8 13 0,-4 5 9 0,3 1-6 16,-2 4-24-16,-1-1-10 0,0 4-9 0,0 0-20 16,0 4-39-16,0-9-41 0,0 9-32 0,0 0-1 15,0 0 4-15,0 16 9 0,5 0-5 0,-5 4 13 16,0 5 4-16,0 4-4 0,0 4 13 0,0-4 2 0,0 4 0 15,-1 0 9-15,-2-4-8 0,3 2-8 0,-1-9-1 16,1-3-8-16,0 3 2 0,0-7 1 0,-1-1-4 16,-2-3 7-16,3-2-9 0,0-1 4 0,0-2 18 0,0-6 4 15,-5 8-1-15,5-8 4 0,-14-3 2 0,14 3-1 16,-22-10 0-16,8 2 6 0,-4-1-5 16,0 0-1-16,-1 0-7 15,-3-6 0-15,-2 1 0 0,5 8 0 0,4-6 3 16,-2 4 4-16,0-1-4 0,6 4-13 0,-2 0 18 15,8 1-1-15,-4 1-4 0,4 0 10 0,5 3-10 16,-8-5-13-16,8 5-3 0,-1-2 1 0,1 2-4 16,0 0 7-16,0 0 1 0,24 0 5 0,-6 5 1 15,12-5 1-15,3 1 2 0,4-1 2 16,13-4 1-16,-9 4-16 0,-2-2 20 0,14-2 6 0,-15 1 2 0,0 0-2 16,-2-1-6-16,1 2 27 0,-5-3 8 0,-4 1 14 15,-7 1 13-15,-6 0 8 0,-3 1 21 0,0 2 10 16,-5-3 14-16,0 2 8 0,-7 1-4 0,9-3-5 15,-9 3-11-15,10-1-6 0,-10 1-19 0,0 0-3 0,8-1-8 16,-8 1-11-16,0 0-18 0,0 0-17 0,0 0-4 16,9 4-10-1,-9-4 5-15,4 7-2 0,-3 0 3 0,4 1-2 16,-5 1 0-16,4 4 1 0,-3-6-3 0,3 5-15 16,-3-1-11-16,6-3-15 0,-7 1-23 0,1 0-5 15,1-1-35-15,0-2-3 0,-1 1-16 16,2-2-22-16,-3 2-26 0,0-7-28 0,1 6-12 15,-1-6-19-15,0 0-72 0,0 0-271 0,0 0-614 0,0 0 271 16</inkml:trace>
  <inkml:trace contextRef="#ctx0" brushRef="#br0" timeOffset="5075">7322 1066 335 0,'-2'-5'360'0,"2"0"-20"15,-1 0-27-15,-2 0-28 0,3 5-26 0,-1-5-26 16,1 5-27-16,0 0-22 0,1-10-38 0,-1 10-56 0,0 0-14 15,6 0-49-15,-6 0-51 0,13 7-55 0,-1-1-63 16,1 0-98-16,-2 0-156 0,6 1-427 0,-3 1 190 16</inkml:trace>
  <inkml:trace contextRef="#ctx0" brushRef="#br0" timeOffset="5459.51">7707 1153 177 0,'-10'4'211'0,"-1"-3"-16"15,0 1-11-15,-1 2-22 0,0-1-10 0,1 7-12 16,-2-7-14-16,-3 11-7 0,3-2-17 0,0 0-5 0,-1 1-11 16,2 2-10-16,3-2-4 0,0 1-7 0,6-2-6 15,0 4-2-15,3-4-4 0,0 0 3 0,3 2 4 16,4-6 5-16,2 1 11 0,0-1-2 0,9-1 7 0,0 0-5 15,3-6-1-15,11-1-9 0,-2-3-9 16,-2-2-8-16,-6 1 14 0,4-4 7 0,0-2 8 16,-8 2 12-16,0-3-6 15,-4 0-1-15,0-1 4 0,-3-2-8 0,-3-3-18 16,-1 1 2-16,-1-2-2 0,-4 0-6 0,1 2-9 16,-4 0 0-16,-5-1-12 0,-1 2 6 15,1 3-12-15,-7 0-14 0,-5 3-8 0,-1 1-4 16,-7-1-7-16,7 4-9 0,-4 2-5 0,4 3-16 15,-3 3-28-15,2-1-29 0,2 3-32 0,-1 2-29 16,2 0-31-16,5 1-43 0,5-2-58 0,2 0-175 0,2 1-498 0,3 2 220 16</inkml:trace>
  <inkml:trace contextRef="#ctx0" brushRef="#br0" timeOffset="5828.77">8022 1157 115 0,'0'0'405'0,"0"0"-31"0,4-6-32 0,-4 6-30 16,0 0-29-16,0 0-46 0,0 0-20 0,0 0-16 15,0 0-26-15,0 0-18 0,0 0-16 0,0 0-17 16,0 0-12 0,0 15-16-16,0-4-2 0,-3 1-7 0,2 0-18 0,-2 4 4 15,1 1-6-15,-1-5-14 0,-1-2 0 0,4 1-20 16,-1-4 8-16,-2 0-1 0,2-2-5 15,1 2-10-15,-1-4 9 0,1-3-1 0,0 6-3 16,0-6 16-16,1 6 21 0,-1-6 24 0,0 0-6 16,0 0-5-16,0 0-12 0,0 0 6 0,18-14 0 15,-9 6-7-15,0 0-9 0,0 1 0 0,-1-1 3 16,2 1 2-16,-5 3-9 0,1-1-15 0,-1 0 6 0,-1 1-3 16,2 1-9-16,-6 3-7 0,8-2-7 0,-8 2-4 15,9-3 2-15,-9 3-7 0,14 3-13 0,-5-1 1 0,0 2-9 16,5 3-9-16,-5-1-16 0,0 4-21 0,9-1-55 15,-5 1-23-15,1 2-52 0,-4 0-49 0,4-2-58 16,-6-1-96-16,1-3-239 0,1 1-679 0,4 0 301 16</inkml:trace>
  <inkml:trace contextRef="#ctx0" brushRef="#br0" timeOffset="5977.25">8558 1294 376 0,'0'0'397'0,"8"-1"-10"0,-8 1-25 16,0 0-31-16,0 0-30 0,0 0-36 0,0 0-22 0,0 0-31 16,0 0-34-16,0 0-60 0,8-3-84 0,-8 3-71 15,0 0-101-15,0 0-113 0,0 0-212 0,0 0-503 16,0 0 223-16</inkml:trace>
  <inkml:trace contextRef="#ctx0" brushRef="#br0" timeOffset="7592.12">2025 2005 84 0,'0'0'185'16,"-4"0"7"-16,4 0 25 0,0 0-9 0,0 0-5 0,0 0-19 0,-6-2-12 16,6 2-17-16,0 0-14 0,0 0-13 0,0 0-21 15,0 0-4-15,0 0-15 0,0 0-6 0,0 0-10 16,-3-3-9-16,3 3-12 0,0 0 3 0,0 0-9 31,0 0-7-31,0 0 3 0,0 0-9 0,0 0-4 16,31 1-1-16,-19-1-3 0,7-1-2 0,3 1 0 15,5-3-5-15,8 2-1 0,1 1 1 0,4-3-4 0,10-2 0 16,4 4 0-16,2-2-1 0,3 0-7 0,1 2 4 16,5-1-1-16,-1-3-5 0,-1 2 4 15,2 1 0-15,0-2-2 0,-4 3 0 0,2-5-1 16,-3 5 2-16,-1-1 2 0,1-1-5 0,0 1 3 0,-1-1-1 15,1-2-3-15,1 3 5 0,-1 0-4 0,2 0-1 16,-1 2-6-16,-5-1 6 0,4-2 5 0,-1 3-9 0,-8-4 5 16,3 1-1-16,-2 3-1 0,0-2 4 0,-12 2-3 15,11-4 2-15,-10 4-6 0,10-3 6 0,-12 6-5 16,14-8 2-16,-1 2 2 0,-13 3-10 0,12-5 9 16,0 2 2-16,-11 3-2 0,-1-4-3 0,14 2 4 15,-2 0 0-15,-12-1 0 0,13 0-1 0,-13 3 2 16,14-3-1-16,-2-1 0 0,-14 4 1 0,19-2-3 0,-15-1 1 31,10 2-1-31,1 1-1 0,1-6 0 0,-1 4 0 16,3-3 0-16,-1-2 0 0,-2 7 3 0,-2-7-5 15,1 2 3-15,3 2-1 0,-16 0-3 0,17 0 4 16,-4 0 0-16,-10 1-4 0,11 2 5 0,-12-1-1 16,11-3-5-16,-11 1 8 0,-1 2-3 0,14-6-1 15,-15 7 1-15,16-2-1 0,-3 0-1 0,-14 2 4 0,1-3-7 0,16-1 3 16,-17 4 1-16,-1-1 0 0,1-1 0 15,-1-1 1-15,2-1-2 0,-1 1 4 0,-1-1-8 16,-3 3 8-16,7-1-3 0,-3 1-1 0,0 1 2 16,0 0-3-16,0-1 3 0,0 1 11 0,0 1-2 15,0-4-4-15,1 3 5 0,2 0-11 0,-3-1 13 16,-1-1-1-16,5 2-6 0,-6-2 0 0,5 2 5 0,0-1-3 0,11-3-3 16,-14 4 2-16,1-1-1 0,3-1 2 15,-4 4-3-15,3-5 1 0,16-1-1 0,-15 4 2 16,10-5-4-16,-13 3 2 0,14 1-3 0,-13 0 1 15,12-2 0-15,-14 1-1 0,4 2 1 0,9-2-5 16,-10 1 2 0,-1-3 4-16,-3 3 0 0,2-3-2 0,-2 1 1 15,1-2-2-15,-1 2 4 0,0-1 2 0,5 2 0 0,-10-2 2 16,4 3 1-16,0-3 0 0,-2 1 0 0,0 3-1 16,-1-4 2-16,-1 1 1 0,2 0-1 0,-5 0-2 15,0 3 1-15,2-4-2 0,-9 4 3 0,1-4 2 16,-4 1 4-16,2 3-1 0,-3 0-3 0,-2-1-2 15,-2 0 3-15,1 1 0 0,-4-1-1 0,-2 1 4 16,-8 0 4-16,14-2 4 0,-14 2 10 0,9 0 7 0,-9 0-6 16,9-2 9-16,-9 2 2 0,0 0 0 0,10-1-1 15,-10 1 4-15,0 0-7 0,0 0-12 0,0 0 3 16,8 0-5-16,-8 0 1 0,0 0-4 0,0 0 0 16,0 0-10-16,0 0 1 0,0 0-6 0,0 0-10 15,0 0 13-15,0 0 1 0,0 0-8 0,0 0 2 16,0 0 4-16,0 0 0 0,0 0-6 0,0 0 5 0,0 0-7 31,7-3 3-31,-7 3-4 0,0 0-10 0,0 0-20 0,0 0-9 16,0 0-20-16,0 0-24 0,0 0-62 0,0 0-50 0,0 0-46 0,-3-11-87 0,3 11-199 15,-3-9-565-15,3 9 250 0</inkml:trace>
  <inkml:trace contextRef="#ctx0" brushRef="#br0" timeOffset="8062">9050 1044 351 0,'0'0'372'0,"-1"-7"0"0,1 7 1 15,0-6-11-15,0 6-12 0,0 0-18 0,-4-4-22 16,4 4-34-16,0 0-26 0,0 0-24 0,0 0-29 16,0 0-11-16,-1-7-21 0,1 7-27 0,0 0-44 15,0 0-44-15,0 0-63 0,0 0-68 0,0 0-67 16,0 0-11-16,0 0-12 15,6 20-42-15,-3-11-27 0,0 4-81 0,-3-2-189 16,2 6-552-16,-2 2 244 0</inkml:trace>
  <inkml:trace contextRef="#ctx0" brushRef="#br0" timeOffset="8231.1">9080 1512 45 0,'0'5'312'0,"0"-5"-5"0,-3 9-4 0,3-9 2 16,0 0-7-16,-1 7-9 0,1-7-17 15,0 0-21-15,0 0-15 0,0 0-27 0,0 0-17 0,0 0-20 16,0 0-38-16,0 0-49 0,0 0-46 0,0 0-52 16,0 0-64-16,0 0-51 0,0 0-56 0,0 0-65 15,0 0-218-15,19-19-505 0,-15 17 223 0</inkml:trace>
  <inkml:trace contextRef="#ctx0" brushRef="#br0" timeOffset="8631.99">9459 1298 132 0,'0'0'248'0,"0"0"-13"0,0 0-16 0,0 0-19 16,0 0-9-16,0 0-16 0,0 0-17 0,0 0-9 15,0 0-15-15,0 0-12 0,0 0-1 0,0 0-11 16,13 10-10-16,7-8-5 15,10-4-15-15,-1 2-6 0,3 2-4 0,0-2-8 16,0 0 3-16,0 2-4 0,-3-2-5 0,-7 0-2 0,0-2-3 16,-3 2-6-16,-6 0-6 0,1 0-3 0,-9 0-1 15,4-2-2-15,-9 2-4 0,11-1 2 0,-5-1-20 16,-6 2-34-16,0 0-71 0,0 0-104 0,0 0-287 16,0 0-524-16,-22-12 232 0</inkml:trace>
  <inkml:trace contextRef="#ctx0" brushRef="#br0" timeOffset="19117.18">11121 1003 129 0,'1'-5'253'0,"-1"5"-5"0,1-9-7 16,0 4-3-16,-1 5-2 0,3-7-11 0,-3 7-13 16,2-6-12-16,-2 6-21 0,0-4-17 0,0 4-17 15,0 0-20-15,2-6-25 0,-2 6-27 0,0 0-45 16,0 0-13-16,0 0-4 0,-4 20-3 0,-4-2 5 0,1 8-6 0,-3 4 0 15,-3 3 3-15,0 0-4 0,-6 11 0 0,2 2 0 16,3-14-1-16,1-1 1 0,0 2 4 0,1-1-7 16,1-7 3-16,4 4 1 0,0-9-1 0,0-3 1 15,-1 1 2-15,4-4-6 0,-2-6 2 16,3 2-3-16,2-3 6 0,-2 0-1 0,2-2 4 16,1-5 5-16,-4 9 11 15,4-9 24-15,0 0 13 0,-4 6 15 0,4-6-2 16,0 0 9-16,0 0-2 0,-4 7 1 0,4-7-7 15,0 0 1-15,0 0-8 0,0 0-2 0,0 0-16 16,0 0-37-16,0 0-31 0,0 0-23 16,-1-30-30-16,1 19-27 0,4-7-38 0,1-3-22 15,2-3-15-15,0-2-5 0,3-3-25 0,3-3-32 16,1 0 17-16,3 1 17 0,2-12 20 0,-5 11 29 0,4 0 26 0,-4-1 50 16,3 3 24-16,-2 1 21 0,0 5 47 0,-2-2 38 15,-4 11 30-15,0 2 29 0,-3 1 9 0,0 1 4 16,-2 4 22-16,-2 2 3 0,3-2-8 0,-1 2-12 15,-2 0-14-15,1 2-17 0,-3 3-8 0,1-6-17 16,-1 6-31-16,0 0-24 0,0 0-9 0,0 0-2 16,11 14-6-16,-9 2-8 15,3 9 7-15,0 1-8 0,-3 8 8 16,0-2-2-16,-1 4-3 0,1 0 1 0,0 11 6 16,-2 0-5-16,0-15-9 0,2 4 13 0,0-2 2 15,-2-2-4-15,0-3 3 0,0-3-1 0,0-6-12 16,0-3 15-16,0-2 0 0,0-2-4 0,0-1-1 15,-2-3 6-15,4-2-2 0,-4-2 1 0,4 1 4 16,-2-6 0-16,0 7-3 0,0-7 30 0,0 0 5 0,0 8 4 16,0-8 6-16,0 0-10 0,0 0 2 0,0 0-2 15,0 0-13-15,0 0-38 0,0 0-42 0,0 0-53 16,0 0-48-16,0 0-71 0,0-22-313 0,0 22-577 16,-2-19 256-16</inkml:trace>
  <inkml:trace contextRef="#ctx0" brushRef="#br0" timeOffset="19419.75">10945 1400 163 0,'0'0'257'0,"0"0"-14"0,-14 1-3 0,14-1-10 0,0 0-18 16,-7 4-20-16,7-4-15 0,0 0-19 0,0 0-13 15,0 0-26-15,0 0-5 0,0 0-6 0,60-8-14 16,-27 3-12-16,3-2-3 0,2 3-22 0,2-1 7 16,-5-2-7-16,3 4-3 0,-8 1-11 0,2-3 0 15,-13 5-7-15,-2-1-2 0,-3-1-7 0,-1-2 0 16,-5 4-3-16,-8 0-3 0,13-2-4 0,-13 2-2 0,0 0-18 16,13 0-15-16,-13 0-22 0,0 0-14 0,0 0-16 15,9 4-17-15,-9-4-23 0,0 0-25 0,0 0-36 16,0 0-237-16,0 0-441 0,0 0 195 0</inkml:trace>
  <inkml:trace contextRef="#ctx0" brushRef="#br0" timeOffset="19755.89">11756 1107 351 0,'1'-5'392'0,"-1"5"-15"16,2-7-22-16,-2 7-24 0,2-7-41 0,-2 7-27 0,0 0-25 15,0 0-34-15,0 0-18 0,1-7-35 0,-1 7-34 16,0 0-35-16,0 0-15 0,0 0-3 0,0 0-8 16,-1 28-3-16,-1-11-2 0,1 9-13 15,-4 2 1-15,-1 1-4 0,-1-3-11 0,2 3 2 16,-1 1 7-16,2-5-7 15,-1 2-1-15,2 3-5 0,-2-13-6 0,4 9 3 16,-3-7-3-16,1-9-3 0,2 5 4 0,-1-4-2 16,-1-3-13-16,2-1-11 0,2-1-6 0,-1-6-11 15,-1 9-9-15,1-9-2 0,-3 8-5 0,3-8-11 16,0 0-10-16,0 7-8 0,0-7-5 16,0 0-7-16,0 0-11 0,0 0-51 0,0 0-114 15,0 0-230-15,0 0-531 0,0 0 235 0</inkml:trace>
  <inkml:trace contextRef="#ctx0" brushRef="#br0" timeOffset="20034.49">11623 1328 22 0,'0'0'270'0,"0"0"1"16,-16-1 1-16,16 1-13 0,0 0-4 0,0 0-9 15,0 0-22-15,-6-3-22 0,6 3-31 0,0 0-4 16,0 0-15-16,0 0-22 0,0 0-3 0,31-8-21 15,-8 6-3-15,10 2-20 0,0-2-4 0,3 0-8 16,2-1-5-16,-1-1-11 0,-1 2-5 0,-7 2-18 16,1-3 4-16,-10 3 3 15,-7 0-8-15,0-3 0 0,-2 2-6 0,-11 1-3 16,13 0-4-16,-8 0-1 0,-5 0-16 16,0 0-13-16,12 0-13 0,-12 0-11 0,0 0-13 15,0 0-12-15,0 0-19 0,0 0-27 0,0 0-25 16,0 0-36-16,-26 14-53 0,17-9-236 0,-1-4-496 15,10-1 220-15</inkml:trace>
  <inkml:trace contextRef="#ctx0" brushRef="#br0" timeOffset="20610.36">12889 1320 166 0,'-4'-5'293'0,"2"0"-14"0,-1 0-17 0,-1 1-24 16,0-2-18-16,1 4-20 0,-3-3-21 0,1 1-19 0,-2 1-20 0,-1 1-14 16,3 1-14-16,-5-1-17 0,-1 2-8 0,0 2-6 15,-3 1-14-15,1 0-6 0,-5 7-6 0,4-2-10 16,-5 3-2-16,1 3-6 0,-4 3 3 15,2 2-6-15,2 1-7 0,0-1 3 0,7-4-7 16,1-1-3-16,3-5-15 0,2 2-2 0,0-2-5 16,2-4-4-16,1 2 8 15,-2-2-2-15,0-2 9 0,4-3 16 0,-4 5 26 16,4-5 25-16,0 0 16 0,0 0 12 0,0 0 7 16,0 0 5-16,30-15 3 0,-20 9 3 0,3-3-9 15,-4 2 1-15,2-2-13 0,-2 1-6 0,-1 1-5 16,2 2-15-16,-5 0-6 0,0 1-13 0,0 3 0 15,0-3-12-15,-5 4-1 0,14 0-18 0,-14 0-13 16,17 2-14-16,-7 4-23 0,0-2-29 0,8 6-25 0,0-2-42 16,5 8-55-16,3-4-90 0,2 0-109 0,-1-5-249 15,-2-2-676-15,-2-5 299 0</inkml:trace>
  <inkml:trace contextRef="#ctx0" brushRef="#br0" timeOffset="21374.56">13814 1092 156 0,'0'-2'333'0,"0"2"-27"16,0-7-31-16,0 7-24 0,0-4-37 0,0 4-34 16,0 0-28-16,0 0-26 0,0 0-16 15,-2 13-11-15,-4 2-12 0,3 4-7 0,-4 8-7 0,2 5-14 0,-3 4 0 16,-1 10-7-16,-1 0-4 0,4 3-2 0,-2-2-7 15,-1 0 0-15,5-12-5 0,1-5-3 0,0 0 3 16,1-2-6-16,0-4-3 0,1-4 2 0,1 1-2 16,-1-6-1-16,1 0 2 0,-2-5-25 0,1-1-19 15,0-1-20-15,1-1-17 0,0-2-9 0,0-1-4 16,0-4-22-16,0 0-74 16,0 0-260-16,0 0-459 0,-18-15 203 15</inkml:trace>
  <inkml:trace contextRef="#ctx0" brushRef="#br0" timeOffset="22041.52">13758 1302 273 0,'0'0'267'0,"0"0"-33"16,-1-4-24-16,1 4-23 0,0 0-24 0,0 0-10 16,0 0-19-16,0 0-15 0,0 0-14 0,16 3-3 15,-6 3-11-15,2-1-6 0,8 1-7 16,7 6-7-16,0-3-4 0,1 1-7 0,0 0-7 15,-1 0-6-15,-9-1-2 0,0-2-16 0,-3 1-4 16,-1 1-11-16,-3-2-5 0,-2 1-6 0,-2-1-9 0,-1 3-1 0,-3-6-5 16,-2 2 3-16,-1-6 3 0,-7 9-3 0,-5 1 4 15,-2-4 0-15,-6 2-1 0,-6-2 2 0,-2 3 2 16,6-7-4-16,1 1 6 0,-2 0-1 0,2-2-3 16,-2 6 4-16,4-7-2 0,2 0 1 0,3 0 1 15,4 1 0-15,10-1-4 0,-15-3-20 0,15 3-31 16,-4-9-33-1,4 9-18-15,15-10 8 0,3 1-6 0,10 0 4 16,8 0-8-16,15-7-3 0,0 6-7 0,5-3 3 16,-2 4 6-16,1-1 14 0,1 0 10 0,-1 3 4 15,-4-2 17-15,-10 4 16 0,-5-2 8 0,1 2 16 16,-5-2 25-16,0 0 17 0,-12 4 28 0,1 2 35 16,-11-1 27-16,3-4 24 0,-7 5 18 0,-2-1-5 15,1 0-10-15,-5 2-13 0,4-4-15 0,-4 4-6 0,0 0-14 16,-9-8-8-16,9 8-7 0,-23 0-10 0,6 0-4 15,0 2-8-15,-4 3-7 0,6-1-2 0,-4 2-5 16,1 0-7-16,1 1-1 0,-1 1-7 0,4 1 1 16,-1 4 0-16,2-4-9 0,3 4 5 0,-3 3-3 15,7-1-3-15,-1 0 1 0,6-4-5 0,-2 1 2 16,6 1-2-16,-2-6-1 16,3 3 2-16,0-1-8 0,5-2 10 0,1-1 3 15,3-1 4-15,6-3 2 0,-1 1 3 0,4-3-2 16,-2-3-5-16,1 1 6 0,0-1-4 0,-2-4 5 15,-1 2 13-15,0-4 3 0,-1 0 2 16,-3-2 0-16,-4-4 4 0,-1 7-8 0,3-5 5 16,-6 3 3-16,-1 2-3 0,0-4 0 0,-2 3 0 15,-2 1-2-15,-1-1-15 0,-4 0-3 0,1 4-5 0,-1-1-11 0,-4 1-5 16,-1 1-11-16,-1-1-6 0,2 3-4 0,-2-1-37 16,-4 3-12-16,14 0-31 0,-22 1-31 0,9 3-31 15,6 1-37-15,0-2-66 0,1 1-167 0,6-4-468 16,-4 8 207-16</inkml:trace>
  <inkml:trace contextRef="#ctx0" brushRef="#br0" timeOffset="22307.54">14873 1339 39 0,'0'-6'393'0,"0"6"-9"15,0 0-31-15,0 0-19 0,2-5-33 16,-2 5-34-16,0 0-27 0,0 0-30 0,0 0-23 16,0 0-23-16,0 0-26 0,0 0-13 0,0 0-12 15,0 0-13-15,0 0-5 0,0 0-19 0,-3 24 1 16,2-15-5-16,0 1-19 0,-2 0 1 0,3 2-7 16,-1 0-11-16,1 0-17 0,-3 0-2 0,3-3-21 15,0 1-16-15,-1-2-17 0,1 3-15 0,-4-4-14 0,3-1-23 16,0-1-12-16,1-1-2 0,0-4 0 0,0 0-2 15,-5 7-34-15,5-7-70 0,0 0-269 0,-19-16-517 16,11 4 228-16</inkml:trace>
  <inkml:trace contextRef="#ctx0" brushRef="#br0" timeOffset="22476.41">14774 1098 278 0,'0'-5'341'16,"-3"2"-20"-16,3-2-35 0,0 5-34 0,0-5-23 15,0 1-33-15,0 4-16 0,0 0-32 0,3-3-28 16,-3 3-27-16,0 0-31 0,0 0-32 16,13 11-34-16,-8-7-43 0,3 5-30 0,-2-1-55 15,0 2-71-15,-2-2-143 0,1 3-375 0,-1-1 167 0</inkml:trace>
  <inkml:trace contextRef="#ctx0" brushRef="#br0" timeOffset="23023.84">15004 1305 194 0,'0'0'183'0,"0"0"-21"0,0 8-2 16,0-2-18-16,-1 0-12 0,-2 1-7 0,2 5-12 15,-3-2-18-15,3 0 0 0,-1 2-10 0,2-5-4 16,0 2-11-16,-1-1-4 0,1-2-7 0,0 2 0 15,0-8-10-15,1 9 28 0,-1-9 34 0,3 7 31 0,-3-7 27 0,0 0 10 16,0 0-5-16,0 0 0 0,0 0-11 16,27-18-4-16,-20 12-10 0,1-2-4 0,2 1-8 15,-1 0-18-15,1-1-14 0,1-1-12 0,-1 1-10 16,-2-1-11-16,0 4-3 0,0 1-16 0,-3-3-1 16,-1 3-12-16,-4 4-5 0,10-3-1 0,-10 3-19 15,13-3-2-15,-13 3-14 0,13 1-3 0,-13-1-11 0,15 5-7 0,-7-1-3 16,2 6-1-16,0-4-16 0,1 3 7 15,4 0-5-15,-5-1-6 0,6 1-6 0,-1 2-4 16,-1-1 2-16,-1-3 10 0,-3-3 1 0,0 1 7 16,1-3 3-16,1-3 5 0,-12 1 9 0,20-4-1 15,-8-1 4-15,-2 0 19 0,-2-2 11 0,-2-2 10 0,2 1 12 16,1-6 2 0,-3 2 10-16,-2 0 13 0,3-5-6 0,-2 1 6 15,1-2 5-15,-1 0-2 0,0-1 7 0,-1-1 3 16,2 2 10-16,-3 2 8 0,0 5 14 15,-1 0 3-15,1 3-8 0,-2 3-13 0,0-2-10 0,0 4-13 0,-1-4-26 0,0 7-32 0,0 0-38 32,2-5-44-32,-2 5-1 0,0 0 12 0,0 0 5 0,-5 17 3 0,-2-2 14 15,3 2-3-15,-2 2-25 0,-3 4 9 0,6-5-21 16,-3 9-14-16,1-9-19 0,3 3-12 0,-1-5-22 16,-1-5-14-16,4 2-23 0,-4 0-26 0,4-4-33 15,0-2-42-15,0-7-164 0,-2 5-491 0,2-5 217 16</inkml:trace>
  <inkml:trace contextRef="#ctx0" brushRef="#br0" timeOffset="23277">15311 1251 22 0,'-11'-3'231'0,"11"3"-4"0,-7-3-17 15,7 3 2-15,0 0-18 0,0 0-23 0,0 0 0 16,0 0 8-16,0 0 3 0,26 0-10 0,-4 1-14 15,14-1-14-15,15-3-7 0,5 2-13 0,2-3-6 0,-1 1-4 0,1 3-11 16,-19-2-8-16,0-1-6 0,-2 2-9 0,-8 0-9 16,-10 1-8-16,-2-2 10 0,-7 2 3 15,2-3-16-15,-5 4 13 0,-7-1-12 0,13-1-7 16,-13 1-1-16,7-2-15 0,-7 2-16 0,0 0-36 16,0 0-34-16,0 0-44 0,0 0-36 0,0 0-54 15,-30 8-72-15,16-7-257 0,6 2-551 0,8-3 244 0</inkml:trace>
  <inkml:trace contextRef="#ctx0" brushRef="#br0" timeOffset="23925.25">16500 981 144 0,'0'-4'293'0,"0"4"-23"0,0 0-34 15,0 0-22-15,0 0-20 0,0 0-19 0,0 0-43 16,0 0-17-16,0 0-10 0,0 0-16 0,-14 14-8 16,5 1-6-16,-5 1-10 0,-4 6-6 0,-4 3-7 15,0 3-6-15,0 2-4 0,0 1-5 0,4-2-4 16,1 1 0-16,2-2-4 16,4-1-1-16,3-1 0 0,-2 3-5 0,7-12 1 15,7 8 3-15,0 2-5 0,5-10-8 16,4 5-16-16,4-2-39 0,7-5-56 0,5-5-106 15,5-1-188-15,0-2-423 0,0-6 188 0</inkml:trace>
  <inkml:trace contextRef="#ctx0" brushRef="#br0" timeOffset="24442.8">16619 1200 116 0,'0'0'244'0,"0"0"-23"0,8-6-22 0,-8 6-25 16,12-2-22-16,-3 2-9 0,4 0-22 0,0 2-6 15,1 1-16-15,-1 1-8 0,2 4-13 0,-6-3-6 16,4 2-4-16,-3 2-7 0,-1-1-13 0,-1 2 2 15,-2 2-8-15,-2-1-3 0,-4 2-2 0,0-1-9 0,-2-1 0 16,-2 5-1-16,-3 0-8 0,1-5 3 0,-1 0 3 16,-3-1 3-16,2-1-7 0,1-1 10 0,-1-3 7 15,4 2 5-15,-2-5 11 0,6-2 16 0,-8 7 17 16,8-7 29-16,-5 3 22 0,5-3 23 0,0 0 4 16,0 0-18-16,0 0-20 0,0 0-12 0,0 0-15 15,9-27-7-15,4 15-11 0,1-2-13 0,4 1-4 0,2-3-6 16,2-1-11-16,-4 5 1 0,-4 0-9 0,0 0 0 0,1 2-14 15,-6 2-7-15,0 4 9 0,-3-3 1 0,2 2-5 16,-3 1-7-16,3 0-2 0,-6 3-13 16,-2 1-18-16,7-3-15 0,-7 3-23 0,5-2-14 15,-5 2 7-15,0 0 6 0,0 0 2 0,-4 14 7 16,4-7 5-16,-5 3 4 16,1-1 4-16,-5 3 6 0,4 1 7 0,4-2-9 15,-3 4-13-15,-1 2-9 0,1-8-21 0,4 4-18 16,-4-1-23-16,1-3-30 0,1 2-25 0,7-2-45 15,-8 0-288-15,3-9-542 0,7 8 240 0</inkml:trace>
  <inkml:trace contextRef="#ctx0" brushRef="#br0" timeOffset="24664.62">17179 1346 198 0,'0'0'284'0,"0"0"-32"0,0 0-26 15,0 0-24-15,0 0-27 0,0 0-16 16,0 0-27-16,0 0-5 0,0 0-10 0,0 0-14 16,-9 17-6-16,4-12-13 0,1 3-5 0,-4 0-6 15,4-4-29-15,-2 8-20 0,-4 1-28 0,2 1-26 16,3-3-22-16,-3-3-37 0,4 2-25 0,-2-2-60 15,2-2-146-15,3 1-344 0,1-7 152 0</inkml:trace>
  <inkml:trace contextRef="#ctx0" brushRef="#br0" timeOffset="25243.77">17329 1127 238 0,'3'-1'262'0,"-3"1"-33"0,1-7-24 0,-1 7-20 16,0 0-21-16,0 0-21 0,0 0-10 0,0 0-16 15,3 15-6-15,-2-6-14 0,2-3-8 0,-1 7-4 16,1-2-22-16,3-1-13 0,-2 3-10 0,1-1-19 16,0-3-4-16,3 2-7 0,-4-4-8 0,3 1 0 0,0 0 1 0,-1-4-3 15,-2 0 5-15,1 1-4 0,1-2 4 0,1-3 3 16,-7 0-7-16,13 0 11 0,-13 0 10 0,12-8 2 15,-4 4 11-15,-1-1 8 0,0-3 8 0,1 0 3 16,-2 0 1-16,3 0 6 0,-4 0 9 0,4 0 4 16,-4 0 7-16,0 1 8 0,-1 0 2 0,0 4 0 15,0-1-10-15,-4 4-14 0,5-8-11 0,-5 8-7 0,5-2-6 16,-5 2-2-16,4-3-21 0,-4 3-17 0,0 0 6 16,0 0-6-16,14 13-12 0,-9-6 10 0,0 4 5 15,0 0-7-15,2 4-3 0,-2 6 5 0,0-3-7 16,0 7 4-16,-2 4 2 0,-3-5-2 0,0 4 4 15,-5 2 0-15,-2-3 2 0,2-1 0 0,1-7 0 16,-1-3 4 0,1-2-3-16,-5-4-2 0,8-2 2 0,-3 3 4 0,-1-8 6 15,4 1 13-15,1-4 17 0,-8 4 3 0,8-4 14 16,0 0 25-16,0 0 11 0,-18-10 10 0,14 0 10 0,1 2 0 16,1-4-3-16,0-5-3 0,4 2-7 15,2-6-16-15,0-3-17 0,2 0-3 0,7 0-10 16,-4 1-2-16,0 7-10 0,1 0 0 0,-1 3-11 15,0 0-5-15,0 3-3 0,1 1-4 0,-3 3 0 0,-1-2-6 16,1 3-10-16,-2 1-27 0,2 0-27 0,-3 1-27 16,3 2-37-16,-7 1-20 0,16-4-31 0,-10 5-35 15,-6-1-29-15,0 0-34 0,27-1-54 0,-23 1-301 16,3-3-663-16,-7 3 294 0</inkml:trace>
  <inkml:trace contextRef="#ctx0" brushRef="#br0" timeOffset="25582.86">17846 906 57 0,'0'0'275'0,"0"0"-38"0,0 0-22 0,0 0-22 15,0 0-27-15,9 7-12 0,-3 3-20 0,5 5-11 16,1 8-5-16,3 5-14 0,-3 3-1 0,3 13-9 0,-6-8-6 15,1 12-3-15,-6 3-5 0,-2-5-8 0,-2 3-2 16,-7 1-13-16,1-2 1 0,-3-2 0 0,1-14-20 16,-1-2 9-16,-2-1 1 0,-1-3 3 0,-1-2 5 15,3-7 15-15,0-1 4 0,-2-1 9 0,1-5 6 16,2-1 6-16,1-1-6 0,3-1 1 0,1-2 3 16,-2-1 3-16,6-4 11 0,-5 8-1 0,5-8-10 15,-8 5 9-15,8-5-6 0,-1 5 2 0,1-5 1 16,0 0-5-16,0 0-8 0,-8 3-5 0,8-3-12 15,0 0-9-15,0 0-28 0,0 0-44 0,0 0-70 16,0 0-90-16,0 0-78 16,31-15-121-16,-21 9-279 0,0-1-698 0,4-3 309 15</inkml:trace>
  <inkml:trace contextRef="#ctx0" brushRef="#br0" timeOffset="27486.75">18621 1487 145 0,'4'-4'386'0,"-4"4"-15"0,0-5-24 0,0 5-20 16,1-8-52-16,2 7-8 0,-3 1-22 0,0 0-50 15,0 0-2-15,0 0-27 0,0 0-37 0,0 0-13 0,0 0-21 16,0 0-7-16,-14 11 5 0,6 3-23 0,-3 0-26 31,-1 1-33-31,3 0-29 0,-7 7-67 0,5-6-36 0,0-1-35 16,1 4-44-16,0-6-43 0,-3 1-214 0,4-4-495 16,2-4 219-16</inkml:trace>
  <inkml:trace contextRef="#ctx0" brushRef="#br0" timeOffset="27904.09">19486 1109 132 0,'4'-9'300'0,"0"-1"-3"0,1 0 0 16,-5 1-9-16,4 0-10 0,1 3-21 0,-1 1-25 0,-3 0-16 15,-1 3-33-15,3-1-17 0,-3 3-16 0,0-6-28 16,0 6-28-16,0 0-39 0,0 0-5 0,0 0-7 0,2 14-8 15,-3 0 0-15,-3 4-6 0,-1 7 0 0,-5 3 0 16,2 1-10-16,-1 2 4 0,0-2-6 0,0 0 0 16,6 3 2-16,-4-3-2 0,1 2-2 0,1-2 5 15,-2-2-3-15,5-8-13 0,1-2-22 0,-1 0-10 16,-2-3-24-16,4-3-16 0,0-2-18 16,-1-1-19-16,1-3-6 0,1 1-9 0,-1-6 9 0,-1 6-12 0,1-6-46 15,0 0-247-15,0 0-451 0,0 0 200 0</inkml:trace>
  <inkml:trace contextRef="#ctx0" brushRef="#br0" timeOffset="28204.72">19058 1339 250 0,'-9'0'253'0,"3"-2"-5"0,0 4-11 15,6-2-17-15,-9-2-20 0,9 2-23 0,0 0-14 16,0 0-17-16,0 0-13 0,35-7-17 0,1 5-11 16,20-3-14-16,1-4-11 0,4 5-5 0,2 1-13 0,1-3-8 15,-4 1-19-15,-3 3-6 0,-5 2-3 0,-15-1-8 16,-2-2-4-16,0 1-4 0,-6 0 1 0,-9 2 1 16,-7 0-6-16,1 0 4 0,-5-1-4 0,-1 1 5 15,-8 0 3-15,14-1-7 0,-14 1 2 0,8 0-11 16,-8 0-14-16,0 0-20 0,0 0-18 0,0 0-5 15,0 0-12 1,0 0-16-16,0 0-14 0,-30-3-32 0,21 3-18 16,9 0-42-16,-15-4-129 0,7 3-347 0,3-1 154 15</inkml:trace>
  <inkml:trace contextRef="#ctx0" brushRef="#br0" timeOffset="28621.09">20026 1123 219 0,'0'0'382'0,"0"0"-29"15,1-6-29-15,-1 6-37 0,0 0-28 0,0 0-33 16,0 0-21-16,2-5-21 0,-2 5-28 0,0 0-22 15,0 0-11-15,0 0-19 0,2 19-4 0,-4-6-10 16,0 3-24-16,-7 7 4 0,1 5-8 16,-2-1-3-16,0 6 0 0,-5-3-18 0,4-1 6 15,-3 3-5-15,5-6 1 0,0-1-7 0,3-7-8 0,2-8 3 0,-1 0-2 16,2 1 0-16,2-6-4 0,-1 0-2 0,-1 1 3 16,3-6 29-16,-4 5 17 0,4-5 33 0,0 0 18 15,0 0-4-15,0 0-12 0,0 0-12 0,0 0-18 16,27-16-1-16,-17 9-5 0,3-8-10 0,4 1-8 15,-3 2-6-15,1 2-18 0,-1-1-20 16,1 1-10-16,-3 5-18 0,-2-2-20 0,-1-1-23 16,-1 2-28-16,2 2-26 0,0 0-16 0,-3 0-32 0,4 4-9 0,-11 0-14 15,18 2-11-15,-9 2-4 0,1-1-20 0,0 2-9 16,1 2-29-16,-1 0-218 0,-6-1-518 0,2-2 230 16</inkml:trace>
  <inkml:trace contextRef="#ctx0" brushRef="#br0" timeOffset="29021.27">20230 1457 125 0,'0'0'268'0,"3"5"0"16,-3-5-7-16,0 0-12 0,0 0-20 0,0 0-26 15,0 0-21-15,12-11-15 0,-3 5-18 0,1 0-21 16,9-2-6-16,-4-2-11 0,2 1-28 0,0-1 9 16,0 0-12-16,7-2-7 0,-2 3-6 0,-2 1-13 15,-6-1 16-15,4-1-5 0,-1-2 8 0,-4 7 3 16,-4-4 1-16,0 4 4 0,-2-1 4 0,0 0 13 0,-2 3-2 15,-1-1 1-15,-1 0-11 0,0 0-7 0,-3 4-12 16,0 0-14-16,0 0-12 0,-15-5-14 0,-1 5 4 0,-4 5 2 16,1-1-15-16,-7 4-3 0,3-1-3 15,-1 1 0-15,6 3 2 0,-8 4 1 0,9-5-2 16,2 0-5-16,2 0-2 0,4-1-17 0,2 1 1 0,3 3-2 16,2-1 2-1,3-2 3-15,4 1-3 0,7 3 5 0,5-2 6 16,3-4 0-16,8 4 3 0,5-5 1 0,0-2-7 15,7-2 5-15,-2 2 3 0,-1-5-1 0,0 0 4 16,-2 1 6-16,-6 2 2 0,-11-6-4 16,0 6 22-16,-8-7 5 0,-10 4 2 0,17 0-1 0,-17 0 1 0,11 0-2 15,-11 0 3-15,8 1-11 0,-8-1-5 0,0 0-1 16,9 5-22-16,-9-5-30 0,0 0-28 0,6 2-38 16,-6-2-46-16,0 0-51 0,0 0-55 0,0 0-79 15,0 0-274-15,0 0-645 0,0 0 285 0</inkml:trace>
  <inkml:trace contextRef="#ctx0" brushRef="#br0" timeOffset="30006.72">21895 1345 135 0,'-8'0'150'0,"8"0"-13"0,0 0-14 16,0 0-7-16,0 0-10 0,0 0-6 16,0 0-5-16,0 0-2 0,0 0-14 0,0 0-6 15,0 0-5-15,0 0-6 0,25-3-6 0,-12 0-4 0,7-2 0 16,9-1-9-16,-1 2-6 0,-1-4-9 0,1 2 4 0,3-2-3 15,-3 0-9-15,-5-1 5 0,4-2-5 0,-7 4-4 16,1-3 1-16,-4 3 18 0,0-3 12 0,-8 4 8 16,2-2 7-16,-1 3 10 0,-4-4 30 0,-1 5 7 15,0-2-7-15,-2 1-12 0,-3 2-9 0,0 3-16 16,-6-9-6-16,-1 7-7 0,-2-1-9 0,-5 3-2 16,-6 0-7-1,1 3-8-15,-11 3-2 0,1 1-2 0,-2 3-3 16,4 2 4-16,-3 3-11 0,2-3 3 0,-1 3-4 15,7-3 0-15,0 2-6 0,4 1-4 0,6-3 2 16,0 2 5-16,1-2-4 0,6-1 3 0,5 0 0 16,0 1-2-16,8-1 4 0,5 2 2 0,6-3-4 15,11 2-3-15,8-2-5 0,2-5-16 0,18-1-37 16,-2-6-35-16,-1-3-44 0,1-2-64 0,-19 5-229 0,17-6-462 0,-18 1 204 16</inkml:trace>
  <inkml:trace contextRef="#ctx0" brushRef="#br0" timeOffset="31740.35">22737 1226 135 0,'0'0'358'0,"2"-7"-12"0,-2 7-34 15,2-5-15-15,-2 5-19 16,0 0-32-16,0-4-34 0,0 4-15 0,0 0-27 16,0 0-14-16,0 0-24 0,0 0-20 0,0 0-12 15,0 0-17-15,0 0-7 0,0 0-9 16,4 18-12-16,-4-8-2 0,-4 7-3 0,0-1-7 16,0 9-9-16,-1-5-8 0,-5 9 13 0,6 0-6 15,-1-1 1-15,1-1-1 0,2-1-8 0,0-9 1 0,2 2-1 16,-1-1-1-16,1-6-8 0,0 0 4 0,1-4-2 0,-2-1-6 15,2 1 4-15,-1-2 2 0,0-6 2 0,2 9 19 16,-2-9 23-16,0 0 26 0,2 8 12 0,-2-8-9 16,0 0-8-16,0 0-8 0,0 0-10 0,11-24-2 15,-8 12-11-15,4-3-13 0,-4-2-6 0,1-2-26 16,2-10-10-16,-3 4-12 0,1-3-9 0,0 3-4 16,-4 1 2-1,0 5 9-15,-4 2-5 0,-1 0-7 0,1 3-5 16,-5-1 5-16,-5 3-7 0,-2 1 6 0,-4 2-7 15,0 0-3-15,-4 2 2 0,-4 4 2 0,-2 3 9 16,3 1 7-16,-1 1-7 0,1 5 6 0,7 0 2 16,1-1-9-16,2 2-4 0,0 0-18 0,7 2-1 15,1-1-6-15,4 1 2 0,3 2 4 0,3-1 4 16,4 0-5-16,7 1 19 0,6-4-7 0,8 3-2 0,6-1-9 0,4-3-2 16,4-2-1-16,12 0-11 0,-1-8 0 0,-14 3 6 15,-1-2-1-15,1-3 10 0,1 1 1 0,-4-6 8 16,-5 4 5-16,-2-5 19 0,2-3 15 0,-6 5 29 15,-4-2 17-15,2 0 21 0,-7 2 23 0,0-3 23 16,-1 2 15-16,-5 3 15 0,2-1 7 0,-4 3 12 16,-1 0 12-16,0 1-6 0,-2 0-14 0,2 1-18 0,-5 3-14 15,4-4-16-15,-4 4-14 0,6-2-13 0,-6 2-26 16,0 0-28-16,0 0-33 0,0 0-4 0,0 0-5 16,0 0 5-16,4 13-7 0,-8-3 9 0,0 7 4 15,-1-1-4-15,-1 4 8 0,1-2 0 0,1-2 0 16,-1 1-7-16,2 1-3 0,1-4-10 0,-2-4 5 15,3 2-9-15,-1-3 4 16,2-4 3-16,0 2 2 0,0-7 4 0,-1 7 7 16,1-7 24-16,1 6 17 0,-1-6 28 15,0 0 12-15,0 0-5 0,0 0-6 0,0 0-3 16,18-13-10-16,-11 4-4 0,0 0-2 0,3-2-10 16,1-2 0-16,0 0-13 0,1 0 0 0,-1 0-2 15,-1 2-8-15,-5 0 1 0,3 3-4 0,-7 2-3 16,5 4-7-16,-3-2-10 0,0-1-13 0,-3 5-29 0,5-2-22 0,-5 2-32 15,0 0-25-15,5-6-3 0,-5 6 14 0,0 0 8 16,9 8 3-16,-5-3-2 0,1 0-5 16,5 0 2-16,2 7 8 0,7-5-3 0,-1 0-1 15,7-1-3-15,4 2 1 0,-1-7 6 0,2 3 10 0,-2-4 3 16,3-1 12-16,-3 0 10 0,-5-1 3 0,-2-3 15 16,-1-3 3-1,-3 1 28-15,-3 1 24 0,-3 0 16 0,-1-2 24 16,-2 2 11-16,-3-2 22 0,3-1 11 0,-7 6 5 15,1-6-15-15,0 4 3 0,-2 5-9 0,-2-8-14 16,-1 4-5-16,-3 1-3 0,-3 1-17 0,-5 2 4 16,1 2-6-16,-8 3-7 0,-7-1 5 0,10 7-7 15,-7-1-2-15,6-1 1 0,2 2 3 0,-2 0-7 16,-5 3 1-16,9 1-2 0,0-6-14 0,6 1-7 0,1 1-8 16,1-2-4-16,1 0-3 0,0-1-7 0,4-4 15 15,-2 1 6-15,4-5 15 0,-3 8 21 0,3-8 11 16,0 0 4-16,0 0 2 0,0 0 3 0,36-10 3 15,-25 3-1-15,2-2-7 0,4 0 4 0,1-2-9 16,-4 1 1-16,1 1-3 0,2-1-9 0,1 2 1 16,-3-2-6-16,-5 4-1 15,-1 2 2-15,-1-4-6 0,0 5 4 0,-3 2-1 16,0-3-10-16,-1 1-14 0,-4 3-4 0,6-4-16 16,-6 4-16-16,0 0-3 0,0 0 1 15,0 0 9-15,14 7 3 0,-9-3-9 0,0-1-3 16,3 5-7-16,2-1-6 0,1-3 7 0,5 7-16 15,-3-7-7-15,6 5-12 0,-1-5-8 0,5 0 1 16,-3-2-1-16,8-1 9 0,-8-1 8 0,0-2 6 0,0-2 10 0,1 2 2 16,6-7 14-16,-11 2 19 0,-3 1 15 0,1-6 19 15,2 0 11-15,-2-2 14 0,-2-1 8 16,-2 0 4-16,0-4 6 0,1-3 9 0,1-3-1 16,0-2-3-16,-1 2 5 0,-2 1 9 0,-1 0-9 0,0 7 14 15,-3 0 16-15,-1 7 1 0,0 0 5 0,-4 3-5 16,5 1-19-16,-4-1-6 0,-1 3-18 0,4 1-12 0,-4 3-35 15,1-6-27-15,-1 6-12 0,0 0-11 0,0 0 20 16,-1 15-3-16,-1-4 10 0,0 4-10 0,-6 2 3 16,4 0 18-16,-3 9 5 0,5-7-2 0,-4 6-1 15,5-8 6-15,-1 4-2 0,0-3-13 0,-3-2 0 16,4 0 1-16,0-5-4 0,1-2-1 0,-1-2-2 16,-1-1-7-1,2 0 14-15,0-6 2 0,0 8 9 0,0-4 20 16,0-4 18-16,0 0 16 0,0 0-11 0,0 0-1 15,-10 0-7-15,10 0-9 0,-14-6 0 0,1 0-1 0,2 1-17 0,-6-1 10 16,0-1-12-16,-2 2 6 0,-9 0-8 0,5-2 2 16,-5 4-2-16,1-3-4 0,0 0 1 0,8 4-1 15,0-1-4-15,7 2-3 0,0 0 10 0,3-1 1 16,1 1-13-16,8 1-11 0,-9-1 2 0,9 1 3 16,0 0-5-16,0 0 4 0,0 0 2 0,0 0 3 15,38-1-1-15,-7 2 0 0,0-2 2 16,2 1-1-16,8-2 0 0,10 2-7 0,-11 0 11 15,12-2 1-15,-11-1 5 0,10 6 1 0,-15-6-9 0,-1 3 7 16,-1 0 5-16,-2-2-6 0,-3 1 6 16,-11 2 13-16,-4-2 12 15,-4 0 13-15,-2 1 15 0,-8 0 9 0,15 0 12 16,-8 0-11-16,-7 0-4 0,0 0-9 16,10 0-12-16,-10 0 3 0,0 0-14 0,10-1 2 15,-10 1-12-15,0 0-13 0,8 2 1 0,-8-2-4 16,0 0-1-16,1 10 5 0,-2-7-6 0,1-3 3 0,0 11 8 15,-1-5-10-15,1 1 6 0,0 1-7 0,0-2 5 16,0 3 6-16,0-3-12 0,0 0-16 0,0 0-7 0,0-6-26 16,1 9-12-16,-2-4-26 0,1-5-13 0,0 0-3 15,1 6-6-15,-1-6 5 0,0 0-49 0,0 0-85 16,0 0-266-16,0 0-551 0,0 0 244 0</inkml:trace>
  <inkml:trace contextRef="#ctx0" brushRef="#br0" timeOffset="31893.73">24356 1067 182 0,'2'-3'341'0,"-2"3"-24"0,0-6-30 0,0 6-27 16,0 0-28-16,1-7-23 0,-1 7-19 0,1-2-23 15,-1 2-21-15,0 0-20 0,0-4-49 0,0 4-25 16,0 0-28-16,0 0-30 0,0 0-30 0,0 0-44 16,17 11-46-1,-12-7-55-15,1 0-183 0,6-1-394 0,-3-1 174 16</inkml:trace>
  <inkml:trace contextRef="#ctx0" brushRef="#br0" timeOffset="32256.52">24779 1134 87 0,'0'0'190'0,"0"0"-10"0,0 0-10 15,-28 2-11-15,15 3-15 0,-3-1-10 0,-1 3-7 16,-1 1-10-16,1-3-14 0,-7 10-3 15,5-4-15-15,-3 0-7 0,5 1-4 0,0 0-6 0,3 0-12 16,1-2-2-16,4-1-1 0,0 1-8 16,5 0 3-16,-1-2 2 15,4 2 0-15,1-3 7 0,4 3 8 0,2-4 4 16,6 0 3-16,7-2 1 0,0-2-5 0,3 2-2 16,5-4-7-16,1-4-2 0,-8 4 6 0,-1-3-3 15,0-5 7-15,-1 2 0 0,-1-2-4 16,0-1 4-16,-6-3-5 0,3 0-9 0,-2-1-1 15,-5-1-14-15,-1 2-11 0,1-3 10 0,-6-1-2 0,-1 1-8 16,-1 3-1-16,-4 0-5 0,0-2-7 0,-3 5-2 0,-3-5-5 16,-6 5-10-16,2-1 0 0,-6 3-2 0,2 0-7 15,2 4-14-15,-3-2-13 0,7 5-25 0,-1 0-24 16,1 0-34-16,3 0-33 0,1 3-16 0,3-1-38 16,3 3-27-16,3-5-169 0,0 0-437 0,0 0 195 15</inkml:trace>
  <inkml:trace contextRef="#ctx0" brushRef="#br0" timeOffset="32610.02">25019 1145 154 0,'0'0'317'16,"0"0"-28"-16,0 0-33 15,0 0-28-15,0 0-26 0,7 0-27 16,-7 0-14-16,0 0-23 0,-3 8-9 0,1 1-13 15,-2-1-13-15,-1 2-10 0,-3 5-8 0,-2 1-11 0,2-1 2 16,-1-1-11-16,3 1-4 0,-2-3-4 0,6-3-8 16,-2-4-5-16,1 2 1 0,2-1-3 0,0-2 5 15,-2 0 24-15,3-4 24 0,0 0 10 16,0 0-9-16,14 0-4 0,-14 0 2 0,26-7-1 0,-8-2-9 0,0 4 10 16,1-4 1-16,0 1-8 0,-1-1-2 0,0 1 0 15,-3 0-10-15,-1 4 11 0,-5-1-3 0,-4 1-5 16,4 2-14-16,-4-1-6 0,0 1-7 0,-5 2-14 15,8-2-21-15,-8 2-19 0,0 0-19 16,15 7-4-16,-10 2-27 0,-1-2-16 0,4 5-31 16,-3 3-51-16,-2 2-77 15,2-3-85-15,-3 1-315 0,-1-3-680 0,2-4 301 16</inkml:trace>
  <inkml:trace contextRef="#ctx0" brushRef="#br0" timeOffset="33342.28">26761 1012 283 0,'-1'-5'350'0,"1"5"-19"0,0 0-20 16,-3-4-35-16,3 4-18 0,0 0-36 0,0 0-26 15,0 0-32-15,0 0-10 0,0 0-16 0,0 0-26 16,0 0-10-16,0 0-11 0,-1 19-7 0,0-10-8 0,-2 6-11 16,2-1-4-16,-3 2-8 0,0 1-2 0,0 0-10 15,2 1-1-15,-2-1 2 0,1 1-11 0,0-1-13 0,1-5 12 16,0 0-2-16,-1 0-3 0,2-2-3 0,2-3 0 16,-2-1-2-16,1 0-1 0,0-1-5 0,0-5 9 15,-1 7-6-15,1-7-3 0,0 6 10 0,0-6-4 16,0 0-3-16,0 6 9 0,0-6-15 0,0 0 9 31,0 0-1-31,0 0-24 0,0 0-17 0,0 0-20 16,0 0-69-16,0 0-68 0,0 0-56 0,0 0-97 15,-8-14-168-15,7 7-541 0,-2-1 240 0</inkml:trace>
  <inkml:trace contextRef="#ctx0" brushRef="#br0" timeOffset="33743.3">26844 845 106 0,'-13'-17'237'0,"13"17"-19"0,-11-11-18 0,11 11-20 16,-13-11-15-16,13 11-19 0,0 0-22 0,-20-8-4 0,20 8-20 16,0 0-7-16,0 0-8 0,-45 7-24 0,45-7 4 15,-36 19-6-15,16-4-10 0,-6 2-5 0,2 5-4 16,-11 12-12-16,10-8 5 0,-8 9-1 0,1 0-8 15,7-6 2-15,-3 7-3 0,5-4-1 0,4-3 4 16,2 0 12-16,5-1 11 0,3 2 2 16,0-3 7-16,3-2 7 15,3 3 6-15,4-4-2 0,5-7-1 0,5 7 27 16,0-1 5-16,8-2 6 0,4-2 9 0,9-4 2 16,2 1 4-16,18-6-10 0,-1 0-5 0,5-7-4 15,-2 0 4-15,0-3-6 0,-3-6 8 0,-12 0-2 16,9-13-8-16,-14 3 3 0,0-4-3 0,-2-2-1 15,4-11-14-15,-11 3-3 0,4-9-19 0,-7-4-13 16,-6-1-14-16,-8-2 5 0,-9-1-12 0,-3 11-1 0,-10-9-5 16,-3 12-11-16,-4 1-16 0,-17-2-26 0,-3 5-36 15,-11 5-52-15,-8 7-52 0,-28 0-66 0,27 10-106 16,-33 2-325-16,36 5-724 0,1-2 320 0</inkml:trace>
  <inkml:trace contextRef="#ctx0" brushRef="#br0" timeOffset="36451.33">28889 1117 194 0,'-3'-5'315'0,"3"5"-5"15,-5-5-13-15,5 5-20 0,0-5-23 0,0 5-24 0,0 0-27 0,-2-2-17 0,2 2-28 16,0 0-15-16,0 0-21 0,0 0-32 15,0 0-11-15,0 0-14 0,-4 11 0 0,1-3-12 16,-1 4-5-16,3 1-6 0,-2-1-6 0,-2 5 3 16,1-1-2-16,-2 0-7 0,1 2 0 0,0-1-4 15,1 2-8-15,0-4 5 0,0 4-1 0,-1-9-7 16,4 2 5-16,-3-2-4 0,3-5-3 0,-3 4 5 16,1-4-1-16,2 1 0 0,1-2-3 15,0-4 3-15,-2 7-1 0,2-7 2 0,0 0-1 0,-2 6-3 0,2-6-3 16,0 0-42-16,0 0-41 0,0 0-44 0,0 0-32 15,-5-17-47-15,1 11-49 0,1-8-225 0,6-1-506 16,-3-2 224-16</inkml:trace>
  <inkml:trace contextRef="#ctx0" brushRef="#br0" timeOffset="36604.68">28880 994 258 0,'-1'-9'353'0,"-1"2"-18"0,2 2-16 16,0-1-14-16,0-1-23 0,2 3-21 15,-5 0-29-15,2 0-27 0,1 4-19 0,1-5-22 16,-1 5-52-16,1-3-41 0,-1 3-60 0,0 0-47 16,0 0-24-16,0 0-24 0,14 7-32 0,-10-2-22 15,-1 0-39-15,-2 2-238 0,0-2-447 0,2 3 198 0</inkml:trace>
  <inkml:trace contextRef="#ctx0" brushRef="#br0" timeOffset="36990.25">29362 1106 102 0,'0'0'360'0,"0"0"-25"0,1-4-31 15,-1 4-14-15,0 0-27 0,0 0-34 0,0 0-18 16,0 0-27-16,0 0-20 0,0 0-21 0,0 0-11 15,0 0-39-15,0 0 6 0,0 0-8 0,-23 7-10 0,13-4-6 16,1 4-8-16,2-3-8 0,-3 1-8 0,2 1-4 16,3-2-10-16,0 2-11 0,0-1-6 0,0 3-9 15,1-2-5-15,4 3 3 0,0-1-2 0,5 1 2 16,0 2-4-16,4 3-10 0,8 0 12 0,2 4 0 16,-1-5-1-16,7 2 1 0,-1 1 1 0,0-1-6 15,-3-1 1 1,-4-3 6-16,-2 1-2 0,-6-4-7 0,0 0-11 15,0-2 8-15,-1-2 6 0,-3 1 0 0,-4-2-6 16,-1-3 8-16,0 9 3 0,0-9-4 0,-15 11 2 16,-3-5 0-16,-11 4 1 0,1-8-2 0,-3 3-18 15,-1 0-36-15,1 1-38 0,-1-5-55 0,0 3-71 16,2-5-302-16,9 1-557 0,5-3 247 0</inkml:trace>
  <inkml:trace contextRef="#ctx0" brushRef="#br0" timeOffset="39872.08">10843 2570 102 0,'0'-6'123'0,"0"6"12"0,3-4-1 0,-3 4-5 15,0-4-1-15,0 4 10 0,0 0-5 0,0 0-1 16,0 0-1-16,1-4-4 0,-1 4 24 0,0 0-13 16,0 0-7-16,0 0-18 0,-1-5-9 0,1 5-16 15,-5-1-4 1,-2-1-11-16,7 2-8 0,-10 3-9 0,-3-2-3 16,3 2-11-16,-8 1-3 0,-2 2-3 0,-2 2-4 15,-5-3-2-15,7 6-4 0,-8-3-1 0,0 4-3 16,-2-1-3-16,7-1-3 0,-4 3-2 0,8-4 1 15,2 2-1-15,-2-2-5 0,6 3 2 0,3-3-4 16,1 4 1-16,2-4 0 0,4 1-3 0,2 1 0 16,2 0 3-16,7 1 0 0,2 2-1 0,5-2 1 0,8 1-2 0,3 2 2 15,2-4 0-15,4 0-1 0,-4 0-4 0,1-2 2 16,0-1 1-16,-8-2 0 0,1 0 1 0,-3 1-7 16,-7-2 1-16,-1 0-14 0,-4-2-3 15,0 0-3-15,-2 0-1 0,-1-1 3 0,-4-2 3 16,-5 8 0-16,-8-1 5 0,-3-1-3 0,-5-1 9 15,-9-1-4-15,-2 1 2 0,-3-2-3 0,2 1 2 0,-1-1-3 0,-1-3 6 16,2 0 1-16,2 2-2 0,3 0-2 0,1-1-7 16,8-1-6-16,0 0-13 0,7-1-18 0,12 1-40 15,-12-2-59-15,12 2-54 0,3-7-163 0,-3 7-397 16,27-12 175-16</inkml:trace>
  <inkml:trace contextRef="#ctx0" brushRef="#br0" timeOffset="40510.78">11316 2689 64 0,'-10'-3'242'0,"0"1"-12"0,-3-1-19 16,-1 3-15-16,1 0-19 0,-4 1-17 0,-1 2-17 15,-2 1-12-15,0 1-15 0,0 4-8 0,-7 2-14 16,2 2-10-16,1 0-6 0,7 0-8 16,-6 4-9-16,5-3-6 0,8 0-4 0,-7 1-6 0,7-3-5 15,1 2-4 1,3-4 3-16,-1 1-5 0,6-1 4 0,1-3-6 16,0 0 6-16,3-1 5 0,8-1 6 0,-2-1-2 15,1-3 2-15,4-1 0 0,4-2-5 0,4-2-1 16,1-2-4-16,-4-1 1 0,2-1-2 0,-2 0 1 15,-1-3 6-15,1 1 5 0,3-4 7 0,-7 2-3 16,0 2-5-16,-2 0 2 0,-3 3 2 0,-1 0 3 16,0-1 1-16,0 3 2 0,-4 1-20 0,-1 3 11 0,0-3-3 0,0 0-9 15,-3 3-8-15,-1 1-14 0,5-2-22 0,-5 2-11 16,0 0 3-16,9 2 3 0,-4 0 2 0,0 5 0 16,0-3-4-16,4 2-10 0,3 0-10 0,2 3-5 15,2-2-14-15,2 0-9 0,3-2-15 16,0 2-5-16,6-3-11 0,-5 0 2 0,0-2 5 15,1 1 3-15,-4-3 8 0,3 0 12 0,-2-3 4 0,-2 1 5 0,1-2 13 16,-6 0 28-16,-2 0 24 0,1-3 22 0,-3 1 29 16,1-1 20-16,-1 0 15 0,-4 2 19 0,2-4 8 15,-4 4 15-15,4-5 17 0,-3 6 7 0,-3-1-2 16,0 0-4-16,2 0-11 0,-3 5-10 0,4-3-18 16,-4 3-18-16,2-5-11 0,-2 5-13 0,0 0-12 15,4-5-21-15,-4 5-30 16,0 0-31-16,0 0 7 0,0 0 2 15,0 0-2-15,5 15 6 0,-5-7 0 0,0-1-1 0,0 4 2 16,0-2-1-16,-5 0 0 0,9 0 0 16,-3 1 9-16,-2 0-24 0,1-3 1 0,0 0-21 0,0-2-24 15,0 2-30-15,1 0-6 0,-1-2-34 0,0-5-19 16,0 8-16-16,0-4-2 0,0-4 12 0,0 0-41 16,-9 1-68-16,9-1-262 0,0 0-574 0,-15-13 254 0</inkml:trace>
  <inkml:trace contextRef="#ctx0" brushRef="#br0" timeOffset="40657.67">11707 2481 100 0,'0'-5'368'0,"0"-1"-24"15,0 0-30 1,0 4-30-16,1-3-37 0,-1 5-25 0,0-5-26 16,0 5-44-16,0-3-30 0,0 3-21 0,0 0-37 15,0 0-33-15,18 9-40 0,-9 0-36 0,-1-1-40 16,-1 1-50-16,5 1-64 0,-4 1-147 15,1-2-374-15,0 2 166 0</inkml:trace>
  <inkml:trace contextRef="#ctx0" brushRef="#br0" timeOffset="41296.24">12515 2663 53 0,'-3'-3'225'15,"-7"-1"-20"-15,-2-1-16 0,0 2-10 0,-6 3-16 16,-2-2-16-16,0 2-7 0,-9 0-21 0,-2 8-10 16,-4-3-3-16,2 3-18 0,0 0-10 0,1 2-8 15,1 1-6-15,1 0-7 0,4 2-7 0,2 2 2 16,7-7-14-16,1 4-1 0,4 0-5 0,1-3-1 0,4 3-5 0,2-2 2 15,3 1-3-15,3 0 0 0,1 0-2 0,6 0 0 16,3-4-4-16,4 0 3 0,5 0-1 0,11-5-4 16,-2 1 0-16,2-3-2 0,-1-3 0 0,2-3-3 15,-2 0 5-15,-1-3-8 0,-2-1 10 16,-4-4 12-16,-4 3 17 0,3-5 20 0,-8-1 15 16,0 0 7-16,1-4-7 0,-2-4 1 0,1-2 11 0,-7-1 6 0,-1-3 4 15,4 2 6-15,-6 1 22 0,1-3 15 0,-5 5-2 16,4 0 26-16,-4 6-2 0,3 3-4 0,-3 5-1 15,-2-2-1-15,2 6 0 0,0-2-9 0,0 5-15 16,-1-2-15-16,2 4-17 0,-1-1-13 0,0 4-18 16,-1-5-25-16,1 5-40 0,0 0-37 0,0 0-25 15,0 0 6-15,0 0 0 16,-3 15 3-16,2 2 9 0,-1-3 0 0,-4 5 7 16,1 5 4-16,0 1 1 0,3-1 4 0,-2 3-1 0,-1 0-3 15,2-1 5-15,-1-1 6 0,2-7 1 0,-1 7-16 16,2-8 16-16,0 0 3 0,-1-1-1 0,1-4 3 15,-3-2-3-15,4 2 7 0,0-4-5 0,0 2 6 16,0-5-6-16,0 0 7 0,0-5-3 16,2 8 3-16,-2-4-4 0,0-4 3 0,0 6 3 0,0-6-5 15,0 0 3-15,-2 7 2 0,2-7 5 0,0 0-6 16,0 0 19-16,0 5 2 0,0-5-4 0,0 0 4 16,0 0-1-16,0 0 0 0,0 0 0 0,0 0-4 15,0 0 3-15,16 0-4 0,-3-1-7 0,8 0-22 16,6-4-56-16,6-2-80 0,3 4-105 0,15-6-140 15,-12 1-374 1,12-4-829-16,2-4 366 0</inkml:trace>
  <inkml:trace contextRef="#ctx0" brushRef="#br0" timeOffset="42462.15">14742 2314 171 0,'1'-12'312'0,"0"-2"-14"0,2 5-12 16,-2-6 4-16,-1 3-6 0,3 1-19 16,-2 1-7-16,-1 1-25 0,3 4-29 0,-2-2-19 15,-1 3-21-15,0 4-24 0,1-5-21 0,-1 5-26 16,0 0-13-16,0 0-5 0,3 16-11 0,-2 1-7 0,-1 8-5 0,0 4-5 15,0 3-3-15,0 0-3 0,-1 3-4 0,-2 1-4 16,3 12-2-16,-1-14-7 0,0 0 1 0,-2-3 3 16,3-1-7-16,0-4 6 0,0-1-6 0,0-6-1 15,-1-3-4-15,2-4-3 0,-1-3-1 0,0-1-11 16,0-2-4-16,0 1 7 0,0 0 3 0,0-4-1 16,0 1 9-16,0 1 17 0,0-5-6 0,-4 3 11 0,4-3-9 0,0 0-3 15,0 0-2-15,-19-12-11 0,10 11-7 0,-3-6-18 16,-4-2-2-16,-2 2-8 0,1-2 6 0,-9 0-2 15,5 2-4-15,2-1 9 0,-1 2-3 0,1 0 1 16,-1 1 3-16,1 1-3 0,0 0 0 0,6 2-2 16,2-1 0-16,-1 0 2 0,3 3-4 15,3-2-6-15,-1 2-8 16,2-3-12-16,5 3-5 0,-5-1 0 0,5 1-5 16,0 0 4-16,23-6-5 0,-2 4-8 0,9-2-4 15,5-1-6-15,17-1-7 0,1 1-12 0,0 0-8 16,9 1-6-16,-6-1 1 0,0-3-5 0,0 4 1 15,-7-1 9-15,3 0 13 0,-16 1 5 0,1 0 10 16,-5 2 9-16,0-2 7 0,-4-1 10 0,-9 2 25 16,-7 1 31-16,-1 2 30 0,-4-2 29 0,-1 2 23 0,1-3 15 15,-3 2 6-15,-4 1-10 0,7-2-27 0,-7 2 5 0,0 0-11 16,0 0-7-16,-15-2-5 0,6 2-7 0,-4 0-6 16,-1 3-4-16,-5 1-3 0,2 2-4 0,-1 0-6 15,-2 2-2-15,-1-1-5 0,3 3 1 0,4 0-6 16,-2-1-2-16,5 0 2 0,1-3-6 15,3 3 1-15,0-1-2 16,3 1-6-16,3-2 2 0,1 1 4 0,5-2-6 16,0 0 5-16,7-1-6 0,1 1 6 0,8-3-2 15,0 0 1-15,8-3 0 0,-1 0 0 0,-1-5 1 16,3 2 1-16,-10-4-3 0,0 2-1 0,6-4 0 16,-11 0 13-16,-1 1 13 0,-1-2 7 0,-4 0 9 15,1 0-5-15,-5-1-1 0,0-2 10 0,-2 4-3 16,-2-4-12-16,-2 0-1 0,-3 3-4 0,0-2-21 0,-1 3 10 0,-4 0-14 15,2 1-17-15,0 0-26 0,-5 3-27 0,1 2-34 16,-3-1-38-16,1 4-34 0,2-1-69 0,1 4-277 16,2-2-561-16,8-1 248 0</inkml:trace>
  <inkml:trace contextRef="#ctx0" brushRef="#br0" timeOffset="43332.98">16477 2704 81 0,'-4'0'154'16,"4"0"-4"-16,0 0-9 0,0 0-3 0,0 0-2 16,0 0 1-16,0 0-1 0,0 0 0 0,0 0-9 15,0 0-5-15,22-7-12 0,-9 2-9 0,0-1-5 16,-1 1-6-16,4-4-1 0,1 0 1 0,0-3 0 16,6-3-3-16,-6 1 2 15,2-5 0-15,1 1 1 0,2-7-4 16,-4 2 0-16,1 0-4 0,0-4-3 0,-2-2-7 15,-3 3-4-15,0-5-8 0,-2-1 2 0,0-2 3 16,-3 4 0-16,-2-1-6 0,-1 3 9 0,0 1 8 0,-2 9 6 16,-4-2-4-16,0 6 5 0,-2 2-21 15,2 2 13-15,0 0-5 0,0 3-8 0,-2 0-10 16,2 4-10-16,0-2-23 0,-1 1-19 0,1 4-3 0,0 0 0 0,-14 9 4 16,5-4-1-16,-3 10-3 0,-4 10 4 0,1-2 0 15,-1 8-14-15,-1 1 17 0,-3 10-3 0,5-8 2 16,5 0-18-16,2-1 1 0,-1 1-4 0,9-5 7 15,0 3-2-15,4-6-1 0,5 0-1 0,1-2 7 16,2-7-11-16,-1 1 16 0,6-8 3 0,1 2 3 16,-1-3-2-16,2-2 1 0,-2-4-5 0,5-1 18 0,-3-2 9 0,-5 0 10 15,4-5 11-15,-4 0-1 0,-1 0 5 16,-4-1 10-16,5-4-5 0,-6 3 10 0,-2-4-5 16,1 2 1-16,-3-3-7 0,-1 1-5 0,1 0 0 0,-4 1 1 15,-1-2-8-15,1 0-3 0,-4 6-9 0,1-2-15 16,0 3-27-16,-1 0-7 0,-1 1-24 0,-2 1-30 15,3-1-33 1,-1 3-39-16,5 1-40 0,-15-2-40 0,15 2-50 16,0 0-41-16,-8 7-235 0,8-7-598 0,0 0 264 15</inkml:trace>
  <inkml:trace contextRef="#ctx0" brushRef="#br0" timeOffset="43765.78">17220 2605 58 0,'-2'5'272'0,"2"-5"-23"0,0 0-28 0,0 0-22 15,25-7-19-15,-14 5-12 0,8-6-25 16,0 3-13-16,12-2-14 0,-2-3-8 0,3 2-10 16,-1-4-10-16,1 0-10 15,-1 3-1-15,-5-6-6 0,2 3 4 0,-2-2 0 16,-4 0 3-16,-7 2 5 0,1 1 13 0,-6-3 4 15,0 8 18-15,-4-6 2 0,0 1-4 0,-5 4-12 16,-1-3-10-16,-4 4-11 0,-1 1-1 0,-7 1-12 16,-4 2-16-16,-7-1 4 0,-8 6-17 0,0 3-2 15,-2 2-9-15,-1 4-2 0,2 1-5 0,1 5-3 16,4 0-3-16,3 2-17 0,6 2 18 0,0 3 0 0,9-3-7 16,5 4 15-16,9-1 3 0,11-1 6 0,4-4 6 15,12 1-1-15,17-1 1 0,3-3-9 0,7-4 5 0,1-2-2 16,35-2 8-16,-33-3 24 0,7-2-5 0,22-2 6 15,-34-4-5-15,-4 2 1 0,-15 0-3 0,-5 0 10 16,-6-3 16-16,-10 2 20 0,-7 1 14 0,1 0 17 16,-3 0 3-1,-1-1 8-15,0 1 1 0,-7 0-15 0,7-3-16 16,-5 1-27-16,-2 2-51 0,0 0-72 0,0 0-84 16,0 0-91-16,-21-4-93 0,10 3-108 0,-1 1-417 15,4-2-893-15,8 2 394 0</inkml:trace>
  <inkml:trace contextRef="#ctx0" brushRef="#br0" timeOffset="51966.17">1012 5118 98 0,'0'0'146'0,"-2"-6"-4"0,2 6 0 0,0 0 5 16,3-5 5-16,-3 5 2 0,0 0-3 0,0 0-8 16,0 0 0-16,0 0-7 0,0 0-9 15,0 0-2-15,-4-3-18 0,4 3-4 0,0 0-11 16,0 0-3-16,0 0-12 15,0 0-10-15,0 0-5 0,0 0-6 0,0 0-8 16,0 0-4-16,0 0-7 0,0 0-7 0,0 0 0 16,0 0-6-16,0 0 1 0,0 0-7 0,0 0 0 15,0 0-7-15,0 0-3 0,0 0-4 0,0 0-4 16,0 0 0-16,0 0 2 0,0 0-4 0,0 0 5 16,0 0 0-16,0 0-1 0,0 0 0 0,14 0 3 15,-9 0-3-15,3-2-2 0,1-3 3 0,1 3-3 0,0-1 4 16,1-2-4-16,0 1 0 0,-3 0 1 0,-2 0 2 15,2 3 0-15,-5-3-2 0,3 2 8 0,-3 0 10 0,1 0 6 16,-4 2 3-16,7-3 6 0,-5 1 2 0,-2 2-5 16,0 0-4-16,0 0-6 0,0 0-1 15,0 0-2-15,-30 7-1 0,13 0-6 0,-7 2-3 16,-2 4 4-16,-2-1-5 16,3 2-1-16,-1 1-1 0,-1 1-1 0,1 0 1 15,5 0-7-15,3-4 5 0,-4 5-2 0,7-5 2 0,2 3-1 16,4-2-4-16,0 1 2 0,1 2-3 0,5-4 4 15,4 0 0-15,-1-1 4 0,5-2 0 0,-1 1 3 16,11 1 0-16,-1-3 3 0,8-1-3 0,10-4-1 16,0-1 1-16,5-2-2 0,0-2 3 0,0-1-4 15,-1-1 7-15,0-1-8 0,-6 0 1 0,-7 5-1 0,-3-1 0 16,-7-1 3-16,-2 2 3 0,0-3 26 0,-6 1 12 16,3 1 22-16,-8 1 14 0,9-3 10 0,-9 3-12 15,0 0 23-15,10-2-5 0,-10 2-9 0,0 0-19 16,0 0 1-16,4-6-28 0,-4 6-14 0,0 0-11 15,0 0-14-15,0 0-11 0,0 0-13 16,0 0-17-16,0 0-20 0,0 0-21 0,0 0-28 0,0 0-23 0,0 0-29 16,0 0-35-16,0 0-64 0,0 0-278 0,0 0-578 15,0 0 257-15</inkml:trace>
  <inkml:trace contextRef="#ctx0" brushRef="#br0" timeOffset="52335.4">1366 5252 359 0,'0'-6'357'15,"0"6"2"-15,0 0-12 0,0 0-13 0,0 0-18 16,0 0-31-16,0 0-28 0,0 0-35 0,0 0-20 16,0 0-26-16,0 0-16 0,0 0-24 0,0 0-20 15,0 0-13-15,0 0-12 0,0 0-6 0,0 0-12 0,-6 25-8 0,4-15-3 16,-2 1-11-16,3 1-6 0,-2 1-8 15,6-1 6-15,-3 0-10 0,-3 1 1 0,2 2-7 16,1-3 5-16,0-1-17 0,1-1 7 0,-1-3-20 16,3-2 17-16,-3 2-2 0,0-7 5 0,-4 9-22 0,4-9 18 15,1 8 1-15,-1-8 3 0,0 0 4 0,4 4-8 16,-4-4 1 0,0 0 0-16,0 0 4 0,2 6 3 0,-2-6-2 15,0 0 2-15,0 0 8 0,0 0-5 0,0 0 0 16,0 0 1-16,0 0-14 0,0 0 8 0,0 0-3 15,0 0-6-15,0 0-26 0,0 0-46 0,0 0-36 16,0 0-33-16,0 0-41 0,-3-22-53 0,-1 17-64 16,5-5-66-16,-3 2-256 0,0 0-656 0,2-2 290 15</inkml:trace>
  <inkml:trace contextRef="#ctx0" brushRef="#br0" timeOffset="53037.38">1125 4842 41 0,'-11'-1'159'0,"-2"-1"-14"16,-1 1-12-16,0 2-5 0,1-1-15 0,3 0 0 15,-7 0-14-15,0 2-7 0,1 2-5 0,-3-1-5 16,2 1-5-16,-2 0 0 0,2 3-1 0,-2 0-4 16,2 0-5-16,0 1-8 0,-2 2-1 0,-4 3-9 15,3-1 2-15,-3 3-2 0,9-3-1 0,-1 3-6 0,2-1-3 16,-6 7-2-16,5 2 2 0,-1-2 12 0,-3 4-2 0,0 1-1 15,9 2-4-15,-1-5-4 0,2 4-4 0,2 2 3 16,-2 0-2-16,3 0 4 0,0 2 5 16,5-2-2-16,0-2 2 0,-3-1-7 0,6 0-2 15,-6 2-3-15,6 1 2 0,1-5-1 0,2 0 0 16,2 0 3-16,-7-4-3 16,8 4 3-16,0-7-7 0,4 1-1 0,2 4 4 15,2-4-1-15,-4-2 2 0,2-2 6 0,0 0 3 16,6 2-5-16,-2-4 6 0,0-2 10 0,5 2 3 15,3-2 4-15,-5-4-3 0,7 3-4 0,3-5 6 16,1 1-2-16,0-2 3 0,2-2-7 0,-3 0 2 16,0-2-11-16,0-1-5 0,-1-2-9 0,1-1 10 15,-2 0-7-15,1 2-8 0,-2-4 1 0,-7 0 3 0,1 0 5 16,-5 0 15-16,13-2 2 0,-7-4 4 0,-5 4-1 16,4-6 14-16,-3 1 1 0,-2 1 2 0,4-6 10 15,-3-1-3-15,1-5 2 0,-4 4 0 0,3-5-6 16,-2-1-11-16,-1-4-6 15,1-1 3-15,2-11-10 0,-5 9-1 0,1-10-6 16,-2 10 0-16,0-13-10 0,-4 13 1 0,-5-1 7 16,6-11 0-16,-10 10 6 0,1 3 10 0,-2-1 10 0,-3 2 17 15,-5 0 7-15,3 6-2 0,-10-1-12 0,0 1-15 16,-8 4-20-16,-4 4-24 0,-7 1-32 0,-15 3-30 16,-6 10-41-16,-9 8-60 0,-27 10-78 0,-4 7-84 15,4 12-99-15,31-11-418 0,2 0-889 0,10-4 393 16</inkml:trace>
  <inkml:trace contextRef="#ctx0" brushRef="#br0" timeOffset="55619.75">2833 4875 206 0,'0'-4'255'0,"-3"0"-1"0,3-6-9 0,0 8-11 16,0-3-6-16,0 5-9 0,0-9-12 0,0 6-16 15,-1 0-14-15,1 3-13 0,0 0-27 0,0-7-16 31,0 7-33-31,0 0-24 0,0 0-6 0,0 0-7 16,-8 19-4-16,0-2-6 0,-2 5 0 0,-3 3-10 0,3 2-2 16,-8 4-5-16,7-2 3 0,-5 2-6 0,5 1 2 0,-3-2-10 15,4 0 6-15,1-1-1 0,0-2-1 0,0 3-4 16,2-6-1-16,2-3 0 0,3-4-2 16,0-3 0-16,-1-1-3 0,1-1 4 0,0-3-3 15,1-1 2-15,-2-1-4 0,3-4 5 0,0 1 0 0,0 1 1 16,-1 0 8-16,1-5 10 0,-2 4 3 0,2-4 2 15,0 5 6-15,0-5-8 0,0 0 4 0,0 0-3 0,0 0-6 16,-1 3 1-16,1-3-2 0,0 0-22 0,0 0-31 16,0 0-24-16,0 0-31 0,0 0-30 0,0-15-30 15,0 4-40-15,1 3-39 0,1-1-268 0,-1-1-528 16,3-1 234-16</inkml:trace>
  <inkml:trace contextRef="#ctx0" brushRef="#br0" timeOffset="55935.62">2986 4903 224 0,'1'-3'313'0,"-1"-1"-2"0,1 0-19 0,3 1-19 0,-4 3-24 15,0-4-22-15,0 4-31 0,4-1-21 0,-4 1-20 16,0 0-31-16,0 0-16 0,0 0-7 0,-3 14-12 0,2-4-9 15,-3 5-9-15,2 2-7 0,-2 7-5 16,-2 3-3-16,-1 0-7 0,2 0-8 0,0 1-3 16,-1-2 1-16,0-1-7 0,1-6-5 0,1 2 0 15,3-1-2-15,-5-3-3 0,3-2 3 0,2 2-6 0,1-5-1 0,-1 0 0 16,-2 0 2-16,2-5 0 0,1 2-8 0,0-3 0 16,-1-1-5-16,1-1-12 0,-2 0-7 0,2-4-11 15,-1 4-6-15,1-4-9 0,0 0-41 0,0 0-37 16,0 0-43-16,0 0-48 0,-17-11-49 0,12 7-193 15,0-1-487-15,0 0 215 0</inkml:trace>
  <inkml:trace contextRef="#ctx0" brushRef="#br0" timeOffset="56220.73">2670 5194 206 0,'-4'2'227'0,"4"-2"-2"16,0 0-9-16,-5 3-4 0,5-3-10 0,0 0-14 16,0 0-14-16,0 0-23 0,0 0-11 0,0 0-14 15,21-7-16-15,-1 4-6 0,12-2-15 0,0-2-9 16,4 0-7-16,2 2-6 0,2-2-8 0,-3 4-7 0,0-2-3 16,-5 0-6-16,1 1-7 0,-6 1-2 0,-8 1-3 15,-6 1-3 1,0 0 0-16,-3-3-7 0,-2 4-8 0,-1 0-7 15,-2-1-10-15,-5 1-8 0,7 1-2 0,-7-1 1 16,0 0 3-16,0 0-8 0,0 0-9 0,-22 6-13 16,12-1-8-16,1-5-22 0,-1 2-17 0,-2 1-21 15,3-2-38-15,5 2-48 0,-6-3-173 0,5 0-397 16,5 0 176-16</inkml:trace>
  <inkml:trace contextRef="#ctx0" brushRef="#br0" timeOffset="57223.86">3276 5078 82 0,'0'0'256'0,"0"0"-12"0,0 0-14 0,0 0-21 0,0 0-22 16,0 0-15-16,0 0-23 0,0 0-16 0,0 0-11 15,0 0-14-15,0 0-12 0,0 0-9 0,0 0-7 0,-4 4-11 16,4-4-4-16,0 0-6 0,0 0-14 0,6 8-11 15,-3-6-9-15,2 1-14 0,-1 1-11 0,3 0-11 16,-1 0-7-16,0-2-6 0,3 2-7 0,2-1-2 16,0 1-2-16,-1-3-1 0,1-1 2 15,-2 0-7-15,2 0 2 0,0 0 3 16,-1-1 7-16,-1-3-1 0,0 1 9 16,-1-1 12-16,-2-1 12 0,2-2 16 0,2 2 9 15,-6 0 17-15,1-2 14 0,-1 2 13 0,1-1 7 16,-1 0 7-16,0 0 2 0,0 2 4 0,-2 0 6 15,1-1 1-15,-2 2-15 0,2 1-5 0,-3 2-8 16,2-5-8-16,-2 5-8 0,0-3-14 0,0 3-21 16,0 0-13-16,0 0-2 0,0 0-3 0,4 8 0 0,-1 1-3 0,-3 0 3 15,-3 4-3-15,3 5-3 0,0 1-1 0,0 9 7 16,-3 1-6-16,0 3-3 0,-4 14 10 0,2-13-6 16,-5 4 0-16,6-1 0 0,-4-3 2 0,2-1 2 15,-3 0-3-15,1-1 3 0,2-1 2 0,-1-5-1 16,0 1 1-16,1-9-1 0,-1 0-2 0,1-3-1 15,-1 2 8-15,0-8 1 0,-1 2 5 0,-2-3 2 0,-2 3-3 0,-3-3 5 32,-2-4 2-32,1 0-2 0,-3-3 1 0,1-1 12 0,-3-1 9 0,5-3 3 0,3 0-5 0,5-3 5 31,-6-4 6-31,1 0-15 0,3-5-2 0,5-2-4 16,2-6-19-16,7-6 0 0,0-2-19 0,10-1-3 0,6-7-3 0,-3 9 1 0,13-8 9 0,-6 14-4 15,1-2-2 1,5 4 0-16,2 2 2 0,10-5 1 0,-13 9 4 15,6 1 0-15,-2 3-3 0,-2 0 4 0,-2 2-2 0,-3 3-3 16,1-1-18-16,-7 4-15 0,-6 2-23 0,0 1-24 16,-5-1-24-16,-4 2-33 0,2-1-24 15,-1 1-36-15,-6 2-236 0,1-3-480 0,-1 3 213 16</inkml:trace>
  <inkml:trace contextRef="#ctx0" brushRef="#br0" timeOffset="57593.5">3866 4884 267 0,'0'-3'322'0,"3"-3"-16"0,-3 4-19 15,2-1-29-15,-2 3-24 0,4-5-30 0,-4 5-23 16,0-2-22-16,0 2-31 0,0 0-14 0,0 0-10 16,1 17-13-16,-2-7-9 0,1 9-10 0,-1 7-7 0,-4 2-8 15,2 4 1-15,-2 4-10 0,0 8-3 0,-4 2-5 16,5-10 0-16,-6 10-7 0,5 1 1 0,2-9-8 16,-1-6 0-16,3-1 1 0,-3-1-5 0,2-4-4 15,0-3 4-15,1-6-1 0,-4-1 0 0,3-4-2 16,2-3-6-16,0-1 1 0,-2-2 1 0,2-2-3 15,-1 1 2-15,1-5 3 16,-1 6-3-16,0-3 3 0,1-3-4 0,0 0-58 16,-4 0-55-16,4 0-42 0,0 0-44 0,-13-13-73 15,8 4-213-15,1-1-510 0,4-6 225 0</inkml:trace>
  <inkml:trace contextRef="#ctx0" brushRef="#br0" timeOffset="57878.5">3879 5074 218 0,'-3'-4'210'0,"3"4"-22"15,0 0-24-15,0 0-15 0,0 0-18 0,0 0-16 0,0 0-4 16,16 15 1-16,-6-10-5 0,-1 0-8 16,0 3-8-16,7 1-10 0,-1 0-11 0,0 4-4 0,-1-4-7 0,0 5-5 15,-3-4-3-15,-1 0-7 0,-4-1-8 0,0 1 2 16,-1 0-5-16,0-2 2 0,-2 2 3 0,-6-3 2 15,2-1-3-15,-4 2 1 0,-3 0-1 0,0-2-2 16,-4-2-6-16,-3 4 0 0,-1-3-3 0,-3 2-3 16,2-2-3-16,0-2 6 0,4-2-2 0,-6 0-9 15,6-1-3-15,0-2-16 16,0 2-11-16,2 0-30 0,3-3-31 0,3-2-68 16,1 1-63-16,4-1-160 0,0 5-397 0,7-15 175 15</inkml:trace>
  <inkml:trace contextRef="#ctx0" brushRef="#br0" timeOffset="58248.25">4184 5199 189 0,'0'0'234'0,"0"0"-15"16,0 0-10-16,0 0-10 0,0 0-11 15,7 0-12-15,-7 0-6 0,0 0-21 0,0 0-18 16,0 0-13-16,11-3-11 0,-4 3-13 0,0-4-7 0,4-1-9 15,0 2-8 1,3-2-5-16,3-2-11 0,-2 0-4 0,4 0-6 16,-3-1-1-16,-1-1-8 0,-5 2-2 0,4-2-5 15,-2 4 0-15,-5-4 1 0,1 2 7 0,1 2 12 0,-3 1 11 0,-3 0 4 16,1 0 11-16,-3-1-7 0,0 2-13 0,-1 3-10 16,-1-5-8-16,1 5 2 0,-8-1-8 0,1 1-2 15,-5 2-7-15,1 1-3 0,-2 2-3 0,-5 3-2 16,-1-2 1-16,5 4-6 0,-8 7-7 0,0 0 3 15,8-4 2-15,-5 5 0 0,5-5 2 0,0 3-4 16,5 1 3-16,1-2 0 0,2 2 2 0,1 2-5 16,1-9-10-16,4 6-11 0,0-3-18 0,-1-4-13 15,3 1-23-15,3-3-24 0,0-5-37 0,3 2-60 16,3-4-75-16,0-1-181 0,0-3-485 0,0 0 215 16</inkml:trace>
  <inkml:trace contextRef="#ctx0" brushRef="#br0" timeOffset="58580.36">4408 5103 137 0,'1'-3'282'0,"-1"3"-20"0,3-5-23 15,-3 5-22-15,1-3-28 16,-1 3-19-16,6-1-12 0,-6 1-16 0,0 0-24 16,15 4-10-16,-9 0-11 0,4 1-9 0,-2 2-6 15,5 3-6-15,-2-1 2 0,-2 2-7 0,0 2-13 16,0 1-7-16,-4 2-2 0,0-4-5 0,3 3-4 15,-3-1-1-15,-5-1-5 0,4 3-3 0,-4 1-3 16,-3-7 0-16,3 1 5 0,-1 0 4 0,1-5-2 16,-1 2 8-16,1-3 12 15,-3 0 21-15,3-5 25 0,0 5 39 0,0-5 36 16,0 0-18-16,0 0-10 0,0 0-2 0,0 0-6 16,-4-18-8-16,7 9-12 0,1-3-12 0,2-3-16 0,3-1-9 15,-1 0-8-15,-2-1-4 0,8 2-10 0,-4 0-7 16,1 1-5-16,0 1-6 0,-3 5-11 0,-1-1 5 15,0-1-12-15,0 6-8 0,-1-2-20 16,-1 1-26-16,-1 1-36 0,-1 2-48 0,0-1-42 0,-3 3-47 16,1-3-50-16,-1 3-21 0,0 0-48 0,0 0-311 15,0 0-685-15,0 0 304 0</inkml:trace>
  <inkml:trace contextRef="#ctx0" brushRef="#br0" timeOffset="59266.34">4876 5275 49 0,'-3'4'219'0,"3"-4"13"0,0 0 2 16,0 0 1-16,-5 2-1 0,5-2 0 0,0 0 5 15,0 0-15-15,0 0-16 0,0 0-27 0,10-7-15 16,-3 2-15-16,-1-2-9 0,3 2-18 0,1-5 3 15,-1 1 2-15,4-4-13 0,2-1-6 0,-2 2-1 16,4-3-5-16,2-5-5 0,-4-3-15 0,2 3-2 16,-1-6-2-16,2 1-6 0,-1-1 27 0,-2-3 3 0,-2 0-9 15,1 0-7-15,-4 0 6 0,-2 2-1 0,2 1-3 0,-3 3-3 32,-4 5-2-32,0 0-2 0,1-2 1 0,-3 8-3 0,-1 1-5 0,0 1 2 0,0 3-4 0,0 1-4 31,0 1-14-31,1 0-4 0,-1 0-8 0,0 5-22 15,0-6-18-15,0 6-33 0,0 0-30 0,0 0 3 16,0 0 5-16,-9 12 1 0,4 0 8 0,-7 5 7 0,0 8-1 16,-1 4 9-16,0 2 0 0,-1 0 6 0,0 2-16 15,4 1 21-15,-3 1 4 0,4-3 0 0,3-2 0 16,-3-1 7-16,6 1-2 0,0-4 3 0,3-7 5 0,2-3 0 16,1 1 0-16,-2-1-1 0,4-5 0 0,0 0 9 15,3-1-2-15,2-3 3 0,0 3 7 0,3-8 0 16,6 3 4-16,-1-3-1 0,1-4-2 0,-5 2-5 0,4-5 3 15,3 1-1-15,-7-1 6 0,4-5-8 0,-1 3-6 16,-10-1-3-16,5-1-14 0,-6 0-10 0,1 1-11 16,-4-2-10-16,-2 3-1 0,-1-2-31 0,-4 3-17 15,-2 1-17-15,-3 0-6 0,-6-4-11 0,-3 7-8 16,-1-3-11-16,2 4-16 0,-2 0-13 0,-2 2-25 16,6 2-27-1,4-3-42-15,-1 3-280 0,2-3-592 0,5 2 262 0</inkml:trace>
  <inkml:trace contextRef="#ctx0" brushRef="#br0" timeOffset="59685.73">5667 5104 174 0,'-3'-5'253'0,"2"2"-9"15,1 3-14-15,-4-4-12 0,4 4-18 0,-2-2-18 0,2 2-15 0,0 0-16 16,-4-4-15-16,4 4-13 0,-9 0-14 0,9 0-13 16,-12 5-9-16,3-4-8 0,0 6-9 0,0-2-7 31,-2 2-5-31,2 2-9 0,-4 0-3 0,-1 3-5 16,0-1-5-16,3-4-2 0,3 2-3 0,1 2-3 0,1-1-5 15,-3-1-1-15,5-1 1 0,2-1-1 0,0 1 11 16,1-1 3-16,5 0 15 0,0-1 6 15,1-2 4-15,8 0 0 0,0 0-4 0,-1-3-7 16,8-2-2-16,0 0-6 0,-1-2-2 0,-1-1 4 0,-4 1 7 0,0-3 18 16,3-5-13-16,-3 4-8 0,-4-2-2 0,0 1 2 15,-1-2-3-15,0 3-13 0,-3-5 1 0,1-3-3 0,-3 3-7 16,-2-2-5-16,1 4 3 0,-3-2-11 0,1 3-3 16,-2 0-17-16,-2 0-13 0,1 2-21 0,-5 0-27 15,2 2-22-15,-2 1-25 0,0 1-23 0,-1-1-35 16,2 4-23-16,0-2-59 0,6 2-239 0,0 0-538 0,-14-1 238 15</inkml:trace>
  <inkml:trace contextRef="#ctx0" brushRef="#br0" timeOffset="60399.14">5864 5224 78 0,'-3'1'163'0,"3"-1"3"15,0 0-2-15,0 0 3 0,0 0 6 0,-4 3 3 16,4-3 6-16,0 0 4 0,0 0 4 0,0 0-10 15,18-4-14-15,-9-1-9 0,1 0-7 0,3-1-11 0,2-3-3 16,2 0-6-16,-2-4 10 0,2 3-4 0,5-5-20 31,-5 4-3-31,5-9-3 0,-4 1-8 0,1-1-16 16,-1-1 9-16,0 0-6 0,-4-1-2 0,3-1-8 0,-3-3 1 16,-4-1-4-16,-4 4-6 0,1-2 4 15,-1 6-8-15,-5 0 9 0,2 2 0 0,-4 2-26 0,1 2 11 16,-2 3-10-16,1 1-6 0,0 1-6 15,-3 2-3-15,2 2-4 0,-4 0-21 0,1 2-4 0,-4 2 0 16,-2 2-10-16,-2 3 3 0,-4 6-4 0,-2 4 1 0,-4 3 4 16,4 2 0-16,1 5-20 0,-1-3 21 0,2 3 0 15,2-1-5-15,1 0 5 0,0 1-19 0,7-2-5 16,5-1-2-16,1-5-3 0,1 3 3 0,2-3 0 16,2 2-1-16,5-1 3 0,2-2 11 0,4-2-13 15,2-4 15-15,9 4 3 0,-8-6-5 0,14-1 4 16,-4 0 2-16,5-5-2 0,1-2 9 0,-4-2-11 0,-2-4 11 0,0 0 10 15,2-2-18-15,-6-1 15 0,-4 1-11 0,-2 2 16 16,-1-5 11-16,0 3 4 0,-3-2 15 0,-5 0 8 16,2 3 13-16,-3-1 6 0,-2 1 12 0,-1 3 11 15,-1-1-19-15,1 1 5 0,-1 0-9 0,-2 3-10 16,-2 1-6-16,4-4-4 0,0 3-17 0,-4 1-23 16,0-3-16-1,0 3-9-15,0 0-2 0,0 0 3 0,0 12 0 0,0-8 8 16,0 4-19-16,-4-1 21 0,3 5-4 0,1 0 2 15,0-3 1-15,-3 3-3 0,3 1 9 0,-2-1 2 16,2-2-8-16,5 2-5 0,-8-2 7 0,1-2 4 16,2 1 0-16,0-2-16 0,0-2-15 0,0-5-18 0,0 7 18 15,0-7-8-15,0 5 1 0,0-5-4 16,0 0-1-16,0 2-34 0,0-2-69 0,0 0-54 0,0 0-42 16,-11-13-47-16,5 4-82 0,1 0-221 0,0-3-640 15,0-3 283-15</inkml:trace>
  <inkml:trace contextRef="#ctx0" brushRef="#br0" timeOffset="60530.9">6460 4891 133 0,'0'-4'342'0,"0"1"-7"0,1 0-17 0,-1 3-19 16,3-7-19-16,-3 7-19 0,1-3-27 0,-1 3-24 16,0 0-23-16,0-4-24 0,0 4-20 0,0 0-37 15,7 0-32-15,-7 0-40 0,0 0-48 0,11 5-55 16,-7-2-62-16,1 2-75 0,-1-1-245 0,1-2-486 15,2 1 215-15</inkml:trace>
  <inkml:trace contextRef="#ctx0" brushRef="#br0" timeOffset="61016.55">6833 5035 209 0,'0'0'230'0,"-2"4"-13"16,2-4-6-16,0 0-19 0,0 0-21 15,0 0-16-15,16-3-17 0,-8 2-13 0,2 0-14 0,-1-2-9 16,5 1-10-16,5-3-9 0,-2 1-10 0,2 1-7 16,-2-4-6-1,1 2-6-15,0 0-9 0,-2-2 1 0,-2 2 1 16,-1-2 7-16,-1 1 11 0,-2 2 10 0,-1-4 8 15,-5 4 18-15,2 2 9 0,-1-2-4 0,0 0-10 0,-5 0-12 16,0 4-5-16,-7-4-14 0,1 3-8 0,-4 1-7 16,-4 1-1-16,-5 0-11 0,-1 4-2 15,-6 5-8-15,-2 1-4 0,5 0 3 0,-3 5-6 16,7-4-5-16,-3 3-2 0,3 2-2 0,4-3-1 0,6 3 2 0,0-2-2 16,4 0 13-16,2 3 5 0,7-1 10 0,6-2 13 15,7 2 10-15,7-2 15 0,11-1 5 0,12-1 2 16,8-2-6-16,8-3-4 0,-2 0-6 0,-1-2 3 15,3-3 3-15,-3 1 7 0,-3-3 7 0,-17-1-24 16,-7-1 10-16,-4-1 3 0,-2 2 4 0,-10-1-1 16,-2 2 4-16,-6-1-3 15,0 0-5-15,-3 0 2 0,2 0-4 0,-8 0-8 16,8-1-15-16,-8 1-23 0,0 0-32 0,0 0-47 16,0 0-73-16,0 0-73 0,0 0-55 0,-27 4-67 15,19-2-107-15,-2 0-287 0,-4-2-773 0,14 0 343 16</inkml:trace>
  <inkml:trace contextRef="#ctx0" brushRef="#br0" timeOffset="62319.57">8709 4925 36 0,'0'-4'304'0,"0"4"-8"0,1-5-2 15,-1 5 4-15,3-3-5 0,-3 3-1 0,0 0-17 16,0-4-20-16,0 4-24 0,0 0-26 0,0 0-25 0,0 0-20 16,0 0-24-16,0 0-17 0,0 0-14 15,0 0-9-15,0 0-15 0,-3 15-9 0,2-7-3 16,-1 5-9-16,-1-1 1 15,0 5-11-15,0 0-4 0,-2 1-4 0,2 2-16 16,-2 0 8-16,1-3-3 0,0 3-10 0,2-2 13 16,-1-1-6-16,2 0-1 0,-2-5-7 0,-3 0 2 15,6-1 1-15,0 0-5 0,-1-5 3 0,-2 0-5 16,3 0 5-16,0-1-7 0,0-1 8 0,0-4-2 16,-4 5 3-16,4-2-12 0,0-3 28 0,0 0-17 15,0 0-39-15,0 0-38 0,0 0-15 0,0-13-18 0,0 6-24 0,0-3-24 16,-1-2-30-16,1-6-32 0,-3 0-40 0,6-9-38 15,-3 1-43-15,1-1-160 0,2 0-520 0,-2-3 231 16</inkml:trace>
  <inkml:trace contextRef="#ctx0" brushRef="#br0" timeOffset="62450.87">8662 4892 1019 0,'0'-25'59'0,"0"6"34"0,-1-1 34 0,1 3 30 15,-3 1 18-15,3 3 14 0,0 2 13 0,-1 1 4 16,1 0 3-16,1 2 6 0,-1 1-5 0,0 2-12 0,0-1-14 0,3 2-22 16,-3 0-13-16,0 4-14 0,0-7-20 0,0 7-11 15,0-5-10-15,0 5-12 0,1-2-21 16,-1 2-31-16,0 0-33 0,10 2-47 0,-10-2-43 15,9 2-34-15,-5 2-34 0,1 2-27 0,-1-2-49 0,3 0-72 16,-1 2-193-16,0-2-542 0,3 0 240 0</inkml:trace>
  <inkml:trace contextRef="#ctx0" brushRef="#br0" timeOffset="63036.63">9393 4531 269 0,'6'-10'298'0,"-3"0"-15"0,1 0-6 16,-2 4 0-16,-1 0-25 0,2 1-14 0,-2-1-18 15,2 1-19-15,-2 0-21 0,-1 3-18 0,0 2-28 16,1-3-28-16,-1 3-24 0,0 0-10 0,0 0 2 16,-11 8-21-16,2 5 1 0,-2 2-8 0,0 2-6 15,-5 8-5-15,-1 4-2 0,-1 0-3 0,-6 14-4 16,8-7-2 0,-4 8-2-16,5 2 1 0,1-2-6 0,5-11 5 15,5 0-2-15,1 0-2 0,2-2 3 0,0-2 3 0,3 3 1 16,2-4-8-16,1-3-4 0,-1-7-4 0,-1 0 2 15,-1-7 8-15,2 0-11 0,-4-1-1 16,0-3 1-16,2 0-1 0,-2-2 1 0,0 2 5 16,0-4-2-16,-2 1 3 0,2-4 6 0,-9 7 9 15,-2-4-11-15,-5 0 3 0,0 0-7 0,-5-2-3 0,1 1 7 0,1-2-5 16,-2 1-2-16,2-2-3 0,2-1-19 0,2 1-19 16,4 0-21-16,0-1-23 0,1 0-33 0,1 1-52 15,1-2-67-15,3-3-94 0,3 3-178 0,-1-5-540 16,6 2 239-16</inkml:trace>
  <inkml:trace contextRef="#ctx0" brushRef="#br0" timeOffset="63352.91">9067 4875 264 0,'-9'0'313'0,"9"0"-16"0,-9-1-12 16,9 1-1-16,-8 1-4 0,8-1 1 0,0 0-28 15,-5-1-21-15,5 1-20 0,0 0-30 0,22-2-15 0,5 0-11 16,4 2-9-16,8-2-29 0,12-1-8 0,6 3-15 16,1-2-13-16,5 2 6 0,2-3-12 15,-5-1-16-15,-2 4-6 0,-7-1-1 0,-17 1-9 0,-4-2 7 0,-10-1 2 16,-6 3 12-16,-4-2 10 0,2 1 12 0,-6 0 7 15,2 0-1-15,-3 1 4 0,3-3-9 0,-8 3-13 16,5-1-16-16,-5 1-40 0,0 0-50 0,0 0-51 16,-13-3-57-16,4 1-48 0,-4 4-57 0,2-4-86 15,-2 4-333-15,4-2-718 0,-2 0 318 0</inkml:trace>
  <inkml:trace contextRef="#ctx0" brushRef="#br0" timeOffset="65811.33">3704 6203 14 0,'3'-4'238'15,"-3"4"-6"-15,1-4-8 0,-1 4-9 0,1-4-7 0,-1 4-11 16,1-3-8 0,-1 3-15-16,0 0-22 0,0 0-19 0,0 0-14 0,2-4-10 0,-2 4-11 0,0 0-16 0,0 0-14 15,0 0-7-15,0 0-9 0,-15 8-4 0,4 0 14 16,-3 1-6-16,-4 3-9 0,-4 1-3 0,-2 4-1 15,1 0-7-15,-2-2-2 0,3 4-4 0,-1-4-6 16,5-1-3 0,-1 1-2-16,2-3-2 0,7 0-2 0,-4 2-3 15,5-2 3-15,0 3-3 0,0-5 0 0,7 1-2 16,0 0 2-16,1 0-2 0,2 0 0 0,4-2 0 16,4 1-1-16,4 2-2 0,1-1 3 15,3-1-3-15,7 2 3 0,0 0-1 0,-1 0-3 16,2-1-1-16,0-1-2 0,-1 3 1 0,-7-3-1 15,-2 0-1-15,-2-2 0 0,0 1-3 0,-4-1-2 0,0 0 2 0,-4-2 3 0,-4 1-2 16,-1-2 5-16,-5 2 4 0,-1-1-1 0,-3 2 4 16,-8 1 1-16,0-2-3 0,-3 1 4 0,-7-1 3 15,-1-1 1-15,8-1-1 0,-3-2 2 0,-3 3 2 16,6-2 0-16,-1-3 2 0,6 1-1 0,3 0-4 16,1-1 2-16,-1-1 5 0,6 3-10 0,-1-3 5 15,7 0 15 1,-11 2-3-16,11-2 2 0,-5 0-18 0,5 0-27 15,-3-5-35-15,3 5-34 0,0 0-29 0,11-10-27 16,0 3-42-16,-2 1-64 0,0-1-238 0,1 0-520 16,2 0 230-16</inkml:trace>
  <inkml:trace contextRef="#ctx0" brushRef="#br0" timeOffset="66281.03">3988 5975 187 0,'0'0'273'0,"0"-5"-21"0,0 5-25 15,0 0-23-15,0-4-22 0,0 4-18 0,7-2-16 0,-7 2-17 16,10 4-19-16,-3-2-2 0,4 3-17 0,-2 0-11 0,-1 2-9 16,-2 3-1-16,3 0-11 0,-1 3-5 0,-3 3-5 15,0 1-5-15,-2 2-3 0,-2 1-5 0,-2 4-1 16,-2-3-3-16,-4 2 2 0,0-5-1 15,-3-1-1-15,4 0-1 0,-1-2-3 0,-1-5 1 0,3-1-2 0,-1 0-3 16,2-1-2-16,2-3-1 0,-1 2 0 16,3-4 16-16,-1 1 8 0,-2-1 0 0,2 3 1 15,1-6 0-15,0 0 10 0,6 4-6 0,1-4-2 16,4 0-6-16,6-2-2 0,2 0-3 0,0 2-16 0,3-1-36 16,1 0-48-16,-1-1-47 0,7 0-55 0,-1 0-54 15,-2 1-280 1,-5 0-536-16,10 2 238 0</inkml:trace>
  <inkml:trace contextRef="#ctx0" brushRef="#br0" timeOffset="66844.84">4443 6488 59 0,'-8'2'243'0,"3"-1"-13"15,0 1-15-15,5-2-11 0,-7 1-3 0,2 0-5 0,5-1-1 0,0 0-11 16,-5 1-12-16,5-1-19 0,0 0-10 0,-5 3-15 16,5-3-13-16,0 0-12 0,0 0-9 0,0 0-8 15,-4 1-10-15,4-1-2 0,0 0-1 0,0 0-3 16,0 0-3-16,0 0-3 0,0 0-3 0,0 0-1 15,0 0-10-15,0 0-1 0,0 0-7 0,0 0-3 16,0 0-2 0,0 0-6-16,-4 3 0 0,4-3-3 0,0 0 1 0,0 0-6 15,0 0 1-15,0 0-2 0,0 0-9 0,0 0 2 16,0 0-5-16,0 0 0 0,0 0-4 0,0 0-1 16,0 0 1-16,0 0 1 0,-6 0 1 0,6 0 0 15,0 0-8-15,0 0 4 0,0 0 1 16,0 0-6-16,0 0 15 0,0 0-1 0,0 0 3 0,0 0 9 15,0 0 0-15,0 0-1 0,0 0-3 0,0 0-2 0,0 0 3 16,0 0-5-16,0 0 4 0,0 0-2 0,0 0-7 16,0 0 2-16,0 0 4 0,0 0 0 0,26-4-6 15,-9 0-1-15,5 0-3 0,10 1 4 0,4-1-9 16,1-1 4-16,0 0-1 0,15 0-6 0,-13 1 7 16,0-1-5-16,-3 2 2 0,-4-2 0 0,0 2-1 15,-3 1 0-15,-8 0 4 16,-9 0-4-16,0 0 1 0,-1 1-3 0,1 1 3 15,-7 0 3-15,4-2 1 0,-4 0-4 0,-1 1 0 16,-4 1-8-16,6-2-14 0,-6 2-17 0,4-2-34 16,-4 2-30-16,0 0-36 0,0 0-34 0,0 0-44 15,-14-4-45-15,4 2-274 0,5-1-576 0,5 3 255 16</inkml:trace>
  <inkml:trace contextRef="#ctx0" brushRef="#br0" timeOffset="67432.5">5392 6136 27 0,'0'0'330'0,"1"-5"-20"0,-1 5-25 16,0 0-25-16,0 0-22 15,0 0-31-15,0 0-20 0,0 0-16 0,0 0-23 16,0 0-18-16,0 0-12 0,0 0-14 0,0 0-12 16,0 14-9-16,0-6-8 0,-1 4-8 0,-8 4-3 15,4 3-7-15,-4-2-1 0,-4 12-2 0,-1-4-6 16,0 2-6-16,0 1-6 0,0-4-2 0,0 1-4 0,5-5-3 16,0 1-2-16,1-4-2 0,3-3-3 0,1-2-2 15,1-2 0-15,0-1 2 0,2-3-1 0,1 0-1 16,0 0 12-16,1-2 11 0,4 1 13 0,2-1-5 15,5 2 1-15,4-4 6 0,4-2-16 0,8 3 1 0,0-6-12 16,-6 3-22-16,6-2-23 0,-1-4-25 0,-7 2-21 16,2-1-23-16,-4-1-21 0,1 0-13 0,-6 2-14 15,5-2-6-15,-8-1 5 0,-1 3 8 0,-4-2 11 16,0 2 10-16,-1-4 15 0,-4 2 16 0,1-4 23 16,2 5 24-16,-3-3 19 0,0 2 20 0,-4 0 28 15,4-2 20-15,0 3 21 16,-3-1 25-16,2 1 12 0,1 0 15 0,0 1 6 15,-2 0 11-15,2 4-5 0,-2-4-30 0,2 4-9 16,-1-4-2-16,1 4-9 0,0-4-10 0,0 4-16 16,0 0-9-16,0 0-9 0,0 0-11 0,-5 11 5 15,1 1-22-15,2-2 10 0,-3 6-2 0,-3 8-3 16,-2 1-5-16,3 0 2 0,0 1-13 0,-1 0 12 16,-1 1-9-16,5-8 4 0,0 5-21 0,0-6-23 0,2-2-24 15,-1 1-29-15,1-1-24 0,2-5-42 0,-2-1-39 0,4-2-58 16,-1-3-85-16,2 0-215 0,-3-5-586 0,9 0 260 15</inkml:trace>
  <inkml:trace contextRef="#ctx0" brushRef="#br0" timeOffset="68369.12">6001 6260 227 0,'3'-6'346'0,"-3"1"-16"0,1 2-6 0,-1-1-13 16,2-1-16-16,0 2-11 0,-2 3-17 0,1-7-24 16,-1 5-23-16,0 2-23 0,3-4-15 0,-3 4-22 15,0 0-19-15,0 0-14 0,0-4-9 0,0 4-13 16,0 0-15-16,0 0-10 0,1-2-6 0,-1 2-10 15,0 0-6-15,0 0-7 0,0 0-25 0,0 0 15 0,0 0-6 0,0 0-1 16,0 0-2-16,0 0-5 0,0 0 12 16,0 0-20-16,0 0 1 0,0 0-5 0,0 0 5 0,0 0-6 15,0 0-3-15,0 0 9 0,0 0-1 0,0 0-9 16,0 0-4-16,0 0-3 0,0 0 5 0,0 0 1 16,0 0 2-16,0 0-10 0,0 0 6 15,0-6 13-15,0 6 11 16,0 0 8-16,0 0 3 0,0 0 5 0,0 0 4 0,0 0-1 15,0 0-6-15,0 0-2 0,-1-6-1 16,1 6-3-16,1-4 2 0,-1 0-2 0,2 0 3 16,0-1-1-16,-2 2 3 0,0-2-2 0,0 1 6 15,1 0 1-15,-1-1-3 0,3 1 3 0,-3 4-4 0,1-7-5 16,-1 7-4-16,4-4-3 0,-4 4-7 0,0-2-4 16,0 2-7-16,0 0-14 0,0 0-30 0,0 0-26 0,0 0 8 15,0 0 5-15,-5 17 3 0,1-5 5 0,0 4 6 16,-1 8-1-16,-3 5 4 0,0 0-6 0,1 0 14 15,-1 5 0-15,2-1 4 0,0-1 0 0,-2-2 1 16,2 2 2-16,2-6 4 0,0 0-13 0,0-6 17 16,3-3 1-16,-4-3-4 0,2-1 4 0,2-4 4 15,1-1-4-15,-1-3-1 16,-1 2 7-16,2-2 5 0,-1-1-1 0,2-1-2 16,-1-3 46-16,-1 5 21 0,1-5 7 0,0 0-5 15,0 0-10-15,0 0-4 0,0 0-9 0,-4-16-6 16,3 7-5-16,1-1-7 0,0-2 0 0,1-5-9 15,-2-3-14-15,1-8-13 0,0 1-7 0,3-2-21 16,-1-2 3-16,1-2 1 0,1 0 3 0,0 2-1 16,2-1-1-16,-1-1 5 0,0 9-10 0,1-5 13 0,2 4 2 0,-3 8-1 15,1 0 1-15,1 3 0 0,1 1 8 16,-1 0-5-16,3 2-2 0,-1 2 3 0,5-3-1 16,-2 6 5-16,3-3-8 0,2 5 2 0,2 1-2 0,-4 1-15 15,-1 2-19-15,-1 2-6 0,1 2-6 0,-1-1-3 16,-3 5 7-16,2-2-33 0,-1 7 9 0,-3-2-6 15,-2-2 4-15,-2 8 19 0,-1-1 8 0,-5 1-4 0,1 1 2 16,-8 0 10-16,0-1 2 0,0 0 2 0,-8 4 8 0,-2-1 0 16,3-6 8-16,0-3 9 0,-1 0-12 15,0-1-2-15,3-2 27 0,4-3 9 0,-3 2 14 16,4-4 5-16,1 1 5 0,3-2 0 0,-1 1-1 16,2-2 7-16,4-1 2 0,-5 4-4 0,1-2 5 0,4-2-2 15,-2 3-4 1,2-3-12-16,0 7-2 0,2-3 1 0,2 1-3 15,1 4-3-15,0 0 1 0,5 4-4 0,2-1 0 16,-3 1 1-16,5 4-1 0,-1-2-1 0,2 0-8 16,-3 1 7-16,1-1 3 0,2-1-16 0,-3 0-32 15,0-2-43-15,-2-2-45 0,-1-3-42 0,-1 1-54 16,-1-3-75-16,-1-3-349 0,1 0-700 0,5-2 310 0</inkml:trace>
  <inkml:trace contextRef="#ctx0" brushRef="#br0" timeOffset="68769.67">6551 6157 198 0,'-8'0'193'0,"8"0"-13"16,-6 0-3-16,6 0-12 0,0 0-7 0,-6-3-10 16,6 3-11-16,0 0-6 0,0 0-6 0,0 0-11 0,-7-1-2 15,7 1-6-15,0 0-1 0,0 0-6 0,0 0-8 16,0 0-6-16,0 0-7 0,0 0-7 0,0 0-5 16,0 0-4-16,0 0 7 0,0 0 5 0,0 0-4 15,26 7 3-15,-10-5-12 0,5 0-1 0,6-2-1 16,7 1-3-16,2 0 8 0,1 0 2 0,14 2-4 15,0-3-4-15,-14 1 0 0,-1-1-9 0,1 0-1 0,-5 0-7 0,-4 3-1 16,-7-6-6-16,-4 3-6 0,-5-2 3 0,-2 2-5 16,-1 1 2-16,-3 0-3 0,2-1-5 0,-8 0 2 15,7-1-13-15,-7 1-19 0,2-3-42 0,-2 3-31 16,0 0-26-16,-17-1-29 0,4 1-29 0,0 1-41 16,0-2-42-16,-5 2-220 0,3 1-508 0,3-1 225 15</inkml:trace>
  <inkml:trace contextRef="#ctx0" brushRef="#br0" timeOffset="69086.14">6800 6203 204 0,'0'0'280'0,"-8"0"-25"15,8 0-27-15,0 0-23 0,0 0-24 0,-2 4-16 16,1 1-22-16,-1 0-11 0,-1 5-15 0,1 1-9 15,0 6-10-15,-3 3-4 0,-3 5-6 0,3 3-3 16,-4 1-4-16,5 1-4 0,-1-1-11 0,0 2-4 16,2-4-5-16,-2-2-2 0,4-7-3 0,-2 1 3 15,3-2 7-15,0-2-1 16,0-2-3-16,0-2-6 0,0-3-2 0,0 1-6 16,0-3-5-16,-1-1-4 0,2 1 0 0,-1-3 1 15,0 1 7-15,0 1 7 0,3-3 5 0,-3-2 2 16,0 4-4-16,0-4-1 0,0 0 13 0,0 0-21 15,0 0 8-15,0 0-19 0,0 0-43 0,0 0-31 16,0 0-33-16,9-8-50 0,-5 1-61 0,-3-1-86 0,4-2-256 16,-1 1-570-16,3-3 252 0</inkml:trace>
  <inkml:trace contextRef="#ctx0" brushRef="#br0" timeOffset="69665.7">7315 5997 194 0,'0'0'298'0,"0"0"-25"0,-4-4-28 16,4 4-24-16,0 0-24 0,0 0-21 0,0 0-20 0,0 0-19 0,0 0-13 15,0 0-11-15,0 0-14 0,0 0-10 0,5 11-5 16,-2-4-10-16,2 2-6 0,4 0-7 0,-3 3-4 16,6 0-1-16,2 0-8 0,-1 2-6 0,7 0 0 15,-1-2-7-15,7-1 2 0,-1 5-15 0,1-6-3 0,-1 1-4 0,-4-4-5 16,-2-1-1-16,0-1-4 0,1 1 1 0,-4-5 0 16,-3 2 2-16,2-2-1 0,-5-1 6 0,1 1 16 15,-4-1 27-15,0 0 19 0,-1-1 15 16,-6 1 17-16,8 0 8 0,-8 0 10 0,7-3 1 0,-7 3-8 15,5-1-5-15,-5 1-15 0,4-1-11 0,-4 1-20 16,0 0 0-16,0 0-23 0,4 4-13 0,-4-4-5 31,-6 10-7-31,-2-1 2 0,-3 7-7 0,-1 5 2 0,-7 3 5 16,1 5-12-16,-11 9 4 0,7-7-4 0,-10 10-3 0,-4 1 7 16,5-3-3-16,1 0 0 0,8-13 9 0,3 1-15 15,1-1-2-15,2-1-2 0,3-4 7 16,1-5-3-16,3-3 0 0,4-3 3 0,0 0 0 15,2-4 5-15,2 2 3 0,-5-3 5 0,6-1 14 0,-3 1 5 16,2 1 6-16,-1-4 20 0,2-2 16 0,-3 4 12 16,3-4 1-16,0 3 11 0,0-3 1 0,-3 3-5 0,3-3-5 15,0 0-6-15,0 0-7 0,0 0-7 0,0 0-7 16,0 0-8-16,0 0-7 0,0 0-22 0,0 0-27 0,0 0-30 16,0 0-40-16,8-12-35 0,-7 8-42 15,2 1-50-15,-2-2-46 0,4 2-49 0,-1-2-48 16,0-1-88-16,1-3-278 0,3 0-760 0,2 3 337 15</inkml:trace>
  <inkml:trace contextRef="#ctx0" brushRef="#br0" timeOffset="70266.35">8500 5973 178 0,'-6'-4'180'0,"6"4"-8"0,-3-3-8 0,3 3-14 16,0 0-11-16,-9-2-11 0,9 2-15 0,-13 2-6 15,8 1-5-15,-3-1-9 0,-2 2-6 0,1 2-5 16,-5-1-7-16,6 2-5 0,-6 2-1 0,-1 1-7 16,1 2 2-16,-5 7-3 0,6-3-5 0,-8 2 3 0,6 2 1 0,-1 1-1 15,-1 2-3 1,3-3-7-16,1 2-3 0,2 0 10 0,0-6 0 16,2 9-4-16,3-7-4 0,2 1 3 0,3 0 9 15,1 0 4-15,0 1 4 0,5-3 2 0,4 0 6 16,-3 0 11-16,7-1 7 0,1-2 15 0,8 0 21 15,2 0-9-15,3-4 3 0,0-1 14 0,2-4 0 16,3-5 7-16,0-3 10 0,-1-1-2 0,-2-3 9 16,-1-4 2-16,0-5-8 0,-3 1-7 0,-3-3-12 0,-1-5-12 15,-3-1-9-15,-1-1-16 0,-6-4-20 0,-2-4-19 16,-5 1-18-16,-1 1-26 0,-7-2-28 0,-8-1-37 16,-6 3-56-16,-15-7-78 0,-18 9-84 0,-9 7-106 15,-36-3-429-15,-5 4-867 0,-4-3 383 0</inkml:trace>
  <inkml:trace contextRef="#ctx0" brushRef="#br0" timeOffset="76415.95">2402 7645 127 0,'1'-6'292'15,"-2"1"-7"-15,2-1 5 0,-1 0 2 0,1 0-7 16,1 1-7-16,-2 0-10 0,1 1-26 0,-1-2-24 0,0 4-21 16,0 2-20-16,0-4-28 0,0 4-24 0,0 0-39 15,0 0-40 1,0 0-13-16,0 0-2 0,0 0-9 0,0 18-2 16,0-3-1-16,0 5-3 0,-1 7 0 0,-3-2-1 15,0 7-2-15,0-3-1 0,-1 0-1 0,1 1 2 16,-1-1-2-16,4-1-2 0,-3-1 0 0,-1-9-3 15,1-1-1-15,3-1 4 0,-2-4-2 0,3-2-4 0,0 0 0 16,0-2 4-16,-1-2-2 0,1-2 2 0,0 2 0 16,-3-4 18-16,2 2 34 0,1-4 22 0,0 8 5 15,0-8 7-15,0 0 2 0,0 3-5 0,0-3-6 16,0 0-7-16,-1 4-4 0,1-4-2 0,0 0-11 0,0 0-12 16,0 0-4-16,0 0-37 0,0 0-28 15,0 0-26-15,0 0-48 0,0 0-38 0,0 0-45 0,0 0-72 0,0 0-67 16,0 0-286-16,0 0-654 0,0 0 289 0</inkml:trace>
  <inkml:trace contextRef="#ctx0" brushRef="#br0" timeOffset="76779.11">2617 7923 53 0,'0'0'312'0,"5"-4"-24"0,-5 4-21 0,0 0-23 16,0 0-23-16,0 0-21 0,0 0-17 0,0 0-22 16,-12 12-14-16,3-7-15 0,2 5-13 0,-5-2-11 15,-1 3-12-15,-2 1-8 0,2 0-7 0,0-2-9 0,4-1-9 0,0-2-9 16,1 3 0-16,2-6-7 0,1 3-2 16,1-2-11-16,-1-1 2 0,3 0-2 0,-2-1 0 15,3-1 18-15,-3 1 36 0,4-3 21 0,0 0 21 16,-3 4 22-16,3-4 7 0,0 0 10 0,0 0-14 15,0 0-12-15,0 0-19 0,0 0-11 0,0 0-15 0,9-14-4 16,-6 12-12-16,-2-2-9 0,2 2-12 0,-3 2-3 0,5-4-11 16,-1 4-8-16,-4 0-3 0,7-3-4 0,-1 0-5 15,-6 3-4-15,17 6-10 0,-6-5-43 0,2 0-7 16,-1 2-21-16,7 1-38 0,3 1-26 0,-2-3-32 16,2 1-37-16,0 1-54 0,-2-1-63 0,2 0-361 15,0-2-723-15,-1-1 320 0</inkml:trace>
  <inkml:trace contextRef="#ctx0" brushRef="#br0" timeOffset="77149.78">2834 7757 41 0,'-4'-12'408'0,"3"0"15"0,-2 6-7 0,2-3-18 16,0 2-26-16,1 3-30 0,-3 0-37 0,3-1-26 15,0 1-36-15,0 4-30 0,-4-4-25 0,4 4-32 16,0 0-46-16,0 0-29 0,0 0-27 16,0 0 2-16,-4 18 3 0,3-3-3 0,1 3-5 15,-1 6-15-15,-3 3-3 0,0-1 5 0,0 0-4 0,3 2-6 16,0-1-1 0,-2-2 5-16,2-4-14 0,-2-3 9 0,2 1-9 15,1-3-1-15,0-3 5 0,0-1 3 0,0 0-17 16,-3-5 3-16,3 0 1 0,0 0 2 0,0-2 3 15,0-2-1-15,0 0-1 0,0-3 14 0,0 6-9 16,0-6 11-16,0 0 4 0,3 5 2 0,-3-5-3 16,0 0-3-16,0 3-1 0,0-3 6 0,0 0-12 15,0 0-2-15,0 0-19 0,0 0-28 0,0 0-21 0,0 0-34 0,0 0-23 16,0 0-23-16,0 0-36 0,5-11-32 0,-1 6-24 0,0 3-23 16,5-3-45-16,-3 0-32 0,6 1-221 15,-1 1-584-15,2-1 259 0</inkml:trace>
  <inkml:trace contextRef="#ctx0" brushRef="#br0" timeOffset="77448.19">3160 7979 14 0,'9'-5'242'0,"1"1"4"16,0-1 3-16,-5 1 4 0,0-1 3 0,-2 1-2 15,3-2-13-15,-5 3-20 0,2-2-15 16,-3 1-20-16,0 1-18 0,0 3-17 0,-7-6-6 16,0 2-13-16,1 2-16 0,-1 1-11 0,-4 2-10 0,-3 3-13 15,-2 1-7-15,0 1-7 0,0 2-10 0,-2 2-6 16,2 1-8-1,-1 0-9-15,1 4 6 0,0-6-8 0,5 3-3 16,2-2-1-16,1-2-5 0,-1 1-2 0,3 0 1 16,2-4-3-16,0 1-10 0,0-2 0 0,3 1 6 15,1 0 7-15,1-1-3 0,3-1 16 0,0 0-2 0,2-1 13 16,3-1-5-16,4-1 0 0,-4 0-1 16,5 0 7-16,-2-1 4 0,2 0-8 0,-2 0 3 15,0-1-11-15,-6 1-1 0,2 1-9 0,2-3-1 0,2 3-3 0,-6-1-3 16,1 0 0-16,-2 1-14 0,2-2 12 0,-7 2-12 15,12-1-33-15,-12 1-38 0,10 1-34 0,-2-1-40 16,-8 0-47-16,11 0-67 0,-6 0-102 0,3 0-229 16,-1-1-633-16,-7 1 280 0</inkml:trace>
  <inkml:trace contextRef="#ctx0" brushRef="#br0" timeOffset="77800.97">3433 7907 290 0,'1'-3'360'16,"-1"3"-22"-16,3-2-25 0,-3 2-36 0,5-3-28 0,-5 3-27 15,5-2-25-15,-5 2-25 0,0 0-17 0,5 7-7 0,-5 0-14 16,4-2-15-16,-4 4-2 0,4 2-20 0,-3 3-4 16,-1 1-8-16,0 0-16 0,3 2-10 0,-3-6 0 15,1 6-9-15,-2-5-2 0,1 0-6 0,0-3-5 16,1 0 1-16,-1-1 8 0,0-2-9 0,0-2-8 15,0 1 4-15,0-2 49 0,0-3 33 0,0 4 30 16,0-4 29-16,0 0 30 0,0 4 19 0,0-4-3 0,0 0-23 0,0 0-18 16,9-8-22-16,-4 3-14 0,0-1-16 0,2-1-9 15,-1-2-14-15,4 0-14 0,-2-1-14 0,2-2-19 16,3-1-26-16,-3 1-30 0,2-1-36 0,0 2-41 16,-1 3-48-16,6-2-49 0,0 3-48 0,2-1-35 15,-2 4-46-15,2 0-53 0,0-1-84 0,-2 1-291 16,1 2-789-16,-4 1 349 15</inkml:trace>
  <inkml:trace contextRef="#ctx0" brushRef="#br0" timeOffset="78200.88">3869 8035 171 0,'0'0'327'0,"0"0"7"0,0 0-10 0,0 0 4 0,0 0-13 16,0 0-32-16,0 0-28 0,0 0-24 0,24-7-23 15,-10 4-25-15,2-2-17 0,4 0-12 0,-5 0-10 0,4-2-11 16,0 0-25-16,-3 0 14 0,3-3-23 16,-4-1-7-16,2 0-16 0,1 0-7 0,-4-1-7 15,-1-1 1-15,-2 0-4 0,1 0-6 0,-7 3-11 16,0-2-5-16,0 1-4 16,-5 2 1-16,-1-3-12 0,-4 4-2 0,-3 2-2 15,-5 0-10-15,-3 2-2 0,-6 1-1 0,-5 3 2 16,0 3-7-16,-4 1 4 0,5 2-7 0,0 3 15 15,1 3-15-15,-1-2-5 0,12 4-2 0,0-1 5 16,2 1-1-16,3 1-1 0,3 3 4 0,2-1 2 16,7-1 8-16,3 1-3 0,4 1-4 0,11 0 16 0,2-1-4 15,5-3 7-15,5-2 10 0,5-3-6 0,0-1 3 0,0-2 10 16,4 0-1-16,-4-1 8 0,1-3 9 0,-5 2 4 16,-3-2 8-16,-8-2 4 0,-8 1 8 0,-2 2 7 15,-1-3 3-15,-6 0 3 0,0 0-6 0,1 0-7 16,-7 0-5-16,9 0-4 0,-9 0-17 0,0 0-16 15,10 0-27-15,-10 0-44 0,0 0-48 0,0 0-115 16,0 0-91-16,0 0-118 0,0 0-384 0,-13-10-857 0,13 10 380 0</inkml:trace>
  <inkml:trace contextRef="#ctx0" brushRef="#br0" timeOffset="79017.86">4983 7752 224 0,'0'-6'330'15,"3"2"-3"-15,-2 1-6 0,-1-1-17 0,3 1-20 16,-3 3-21-16,0-5-33 16,0 5-20-16,0 0-23 0,1-4-25 15,-1 4-36-15,0 0-31 0,0 0-5 0,0 0-14 0,1 13-14 16,-2-3-8-16,0 2-6 0,-2 5 0 0,-1 5-9 16,-1 3 2-16,1 5-8 0,0-5-1 0,0 2-5 15,-2 0-2-15,2-1-4 0,0-2 2 0,2-5-6 16,-2-1 0-16,0-1 1 0,2-5-5 0,-1-1 1 15,3-2-4-15,-5 2 3 0,5-6 0 0,-3 0-4 0,3 0 2 16,-1-1 25-16,0-1 32 0,0 0 33 0,1-3 30 16,0 5 32-16,0-5 13 0,0 0-19 0,0 0-17 0,0 0-13 15,-7-15-15-15,5 4-9 0,-1-1-11 0,-1-4-8 16,2-2-5-16,0 0 0 0,1-10-3 16,2 2-8-16,1 0-3 0,0-4-2 0,-1 4 3 15,3 0-3-15,0 0 5 0,0 0 9 0,-1 8 16 0,-2 0-1 0,4 4 0 16,-3 4 1-16,2 1-1 0,-2 2-16 0,0 1-9 15,2-1-7-15,0 0-7 0,-2 2-5 0,5 0-16 16,-1 1-11-16,7 0-10 0,-1 0-36 0,4 0-27 0,4 3-37 16,1 1-36-16,2 1-39 0,5 2-45 0,0-2-23 15,0 2-21-15,-5-1-25 0,-2 2-30 16,-1 1-47-16,0-2-72 16,-1 0-294-16,-2-2-781 0,-4-1 346 0</inkml:trace>
  <inkml:trace contextRef="#ctx0" brushRef="#br0" timeOffset="79360.07">5025 8148 53 0,'-4'3'268'0,"4"-3"-6"0,-2 5-7 15,2-5-5-15,-1 2-11 0,1-2-7 0,-3 3-7 16,3-3-24-16,0 0-13 16,0 0-11-16,0 0-6 0,0 4-5 0,0-4-12 15,0 0-5-15,0 0-11 0,0 0-3 0,0 0-17 16,0 0-7-16,13 0-6 0,-2-1-14 0,7-2-8 16,9 0-8-16,1 1-7 0,4-3-10 0,4 1-5 15,2-2-4-15,-2 5-8 0,1-3 0 0,-2 3-16 16,-2-3 7-16,-5 2-4 0,-9 1-8 0,0-2 1 0,-7 2 0 15,-3-1-6-15,-1 2-8 0,-1-2-10 0,-1 1-9 0,-6 1-6 16,7-2-20-16,-6-1-22 0,-1 3-23 16,0 0-19-16,-14-4-11 0,0 1-15 0,1 0-23 15,-1 2-19-15,-4-1-22 0,8-1-30 16,-7 1-72-16,7-1-163 0,-4 0-495 0,5-4 220 16</inkml:trace>
  <inkml:trace contextRef="#ctx0" brushRef="#br0" timeOffset="79665.57">5073 7972 47 0,'-6'0'273'0,"2"2"-5"0,4-2-11 0,-7 0-7 15,7 0-4-15,-6 4-9 0,6-4-4 0,-6 1-13 0,6-1-18 0,0 0-17 16,0 0-19-16,0 0-19 0,0 0-10 16,0 0-18-16,31-2-9 0,-9 2-13 0,-1-3-7 15,7-2-8-15,6 4-14 0,-2-2-7 0,0 2-3 0,0-2-9 16,-2 2-10-16,0-2-20 0,-10-1-16 0,2 2-20 16,-4 0-20-16,-7 0-19 0,0 0-12 0,-4 2-13 15,0-3-20-15,-5 1-39 0,-2 2-30 0,0 0-59 16,-1-6-232-16,1 6-500 0,-13-6 222 0</inkml:trace>
  <inkml:trace contextRef="#ctx0" brushRef="#br0" timeOffset="80282.32">5927 7847 23 0,'0'0'331'0,"0"0"-7"0,0 0-15 0,2-4-13 0,-2 4-8 15,0 0-15-15,0 0-22 0,0 0-24 0,4-3-26 0,-4 3-22 16,0 0-18-16,0 0-20 0,0 0-20 0,0 0-14 15,0 0-14-15,0 0-13 0,1 13-8 0,-2-8-9 16,1 5-5-16,-2 0-10 0,1 7-2 0,-3-1-8 0,2 1 4 16,-1 1-8-16,-2 3-3 0,2-2 0 15,-1 1-5-15,1-1-7 0,-2-2 2 0,1-1-2 0,1 1-1 16,2-4-2 0,-3-1 3-16,4-1-6 0,0 0-2 0,0-3 2 15,0 1 0-15,0-4-2 0,0 2 4 0,0-2 1 16,0-3 6-16,0-2 0 0,0 7 22 0,0-4 20 15,0-3 25-15,0 0 23 0,3 4 12 0,-3-4-14 16,0 0-9-16,0 0-11 0,14-9-9 0,-9 4-8 16,2-2-8-16,1-4-5 0,3 0-8 0,0-4 1 15,0-2-14-15,7-7-18 0,-5 0-11 0,1-2-10 0,0-1-6 0,-4 0-2 16,-2 1-7-16,-3 7 8 0,-1-1-6 0,-3 1 1 16,-1 2 4-16,-4-4-3 0,-1 4 0 0,-3 1 0 15,-3 2-10-15,-3 2-3 0,-3-1 5 0,-1 4 4 16,-2 1 9-16,-3 7-11 0,3-3-1 0,-10 3 14 15,5 2-11-15,3 3 1 0,-5 0-4 0,4 2 2 16,5 2 0-16,0 1 0 16,2 0-13-16,3 1-16 0,5-1 4 0,2 0-9 15,2 1 9-15,3 0 4 0,5 2 6 0,3-3 7 16,10 6 0-16,7-2 1 0,10-4-3 0,5 0-23 16,11-1-32-16,5-3-35 0,0-2-32 0,1-2-37 15,-2 2-43-15,1-6-55 0,-17-3-309 0,-1 1-640 16,0-2 283-16</inkml:trace>
  <inkml:trace contextRef="#ctx0" brushRef="#br0" timeOffset="80635.67">6321 7740 304 0,'0'0'368'0,"0"0"-32"0,0 0-35 0,0 0-32 0,0 0-28 16,0 0-28-16,0 0-26 0,0 0-17 0,0 0-20 15,0 0-13-15,0 0-15 0,0 17-9 0,0-9-14 16,-1 2-7 0,-1 1-13-16,0 0-4 0,1-1-6 0,-2 1-8 0,2-2-8 15,1 0-2-15,0-2-2 0,0-1-7 16,1 1-5-16,-1-5-1 0,3 2 2 0,-1-1-5 15,2 0 2-15,-4-3 5 0,16-5 8 0,-5 3 12 0,-1-2 13 16,3 0-3-16,-3-2 13 0,1 2 5 0,0 0 2 16,-2 0-3-16,-3 0-7 0,0 0-9 0,2 1-9 15,-7 3-11-15,5-3-15 0,-6 3-8 0,6 0 2 0,-6 0-25 16,11 6-37-16,-3 0-36 0,1 2-35 0,1 7-58 16,-2-1-76-16,-4-2-139 0,5 1-256 0,-3-4-682 15,-1 0 301-15</inkml:trace>
  <inkml:trace contextRef="#ctx0" brushRef="#br0" timeOffset="91108.68">2484 9180 239 0,'1'-5'243'0,"-1"1"-7"15,0 0-10-15,0-1 1 0,0 5-19 0,0-8-8 16,1 7-19-16,-1 1-16 0,0-4-14 0,0 4-19 15,0 0-14-15,0 0-15 0,1-6-15 0,-1 6-27 16,0 0-28-16,0 0-10 0,0 0-2 0,0 0-2 16,-1 24-3-16,-3-12 0 15,3 3-2-15,-3 5-3 0,-1 4 0 0,-1-1-1 16,3 3-3-16,-1-1-4 0,2-4 2 0,2-1 4 16,-3 4-4-16,3-7-3 0,0 3 2 0,1-1-2 15,1-3-7-15,-1-3 10 0,2-3 14 0,-3 2 0 16,0-3 4-16,0-1-5 0,1-3 2 0,0 0-3 15,0 1 4-15,1-5 23 0,-2 3 27 0,0-4 35 16,4 3 40-16,-4-3 4 0,0 0-6 0,15-7-2 0,-5-1-5 0,0 1-8 16,4-4-8-16,-1-2-7 0,2 0-11 0,1-1-6 15,3-6-8-15,-1-1-5 0,-4 0-11 0,2 1-3 16,0-2-2-16,-3 7-7 0,-2-1 4 0,-2 1-2 16,1-2 1-16,-1 3 3 0,-4 3 2 0,2 2 10 15,-2 0 1-15,-1 2-2 0,-1 3 1 0,0-1-4 16,1-1-9-16,-3 1-6 15,3 3-9-15,-4-1-3 0,0 3-7 0,4-4-7 16,-4 4-15-16,3-3-19 0,-3 3-26 0,2-2-20 16,-2 2-32-16,0 0-28 0,0 0-6 0,0 0 10 15,0 10-3-15,0-3 17 0,0 3 14 0,-2 2 3 16,-1 5 9-16,0-1 7 0,2 1 17 0,-5 1-10 16,3 0 0-16,-2 0 13 0,0 1 2 0,0-1 1 15,2 0 2-15,-2-2 4 0,1 4 2 0,2-3-2 0,-2-2 4 16,3-3 11-16,-2-2-3 0,2 2-12 0,-2-3 13 15,2-2 6-15,1-2-1 0,0 0 1 0,-1 0 5 16,1-2 4-16,1 0 13 0,3 1-9 0,0-2 2 0,2-2 9 16,8 3-5-16,9-3-1 0,9-5-70 0,1 1-96 15,17-8-147-15,-13 0-381 0,10-8-739 16,-4-5 328-16</inkml:trace>
  <inkml:trace contextRef="#ctx0" brushRef="#br0" timeOffset="91687.77">3204 9401 108 0,'-2'-4'325'0,"2"4"-9"16,-3-5-11-16,3 5-17 0,0-4-21 0,0 4-23 15,0 0-28-15,0 0-24 0,0-6-18 0,0 6-23 16,0 0-18-16,0 0-15 0,0 0-15 0,0 0-27 16,0 0-26-16,0 0-7 0,0 0-7 0,0 0-6 15,-5 19-5-15,3-9 3 0,-4 5-7 0,0-1-2 0,-3 1-4 16,1 2 0-16,2 2-2 0,-4 4-2 0,2-5 1 0,1-1-1 15,-3 2 1-15,4-1-10 0,-1 0 8 16,-1-3-4-16,3 0 2 0,1-5-4 0,0 0 0 16,1 1 0-16,1-5 0 15,-1 0 4-15,1 0-3 0,2-1 4 0,-1 1-1 16,-1-3 0-16,1-1-1 0,1 3 3 0,0-5 10 16,0 0 2-16,0 5 9 0,0-5 1 0,0 0-1 15,-1 2 1-15,1-2 2 0,0 0-5 0,11 0-1 16,-11 0-4-16,17-2-2 0,-9 0-8 0,4 0-36 15,5-4-34-15,-1 1-43 0,-3 3-42 0,5-3-52 16,-1-1-55-16,-2-2-255 0,-2 3-544 0,-3 0 241 16</inkml:trace>
  <inkml:trace contextRef="#ctx0" brushRef="#br0" timeOffset="91906.99">3014 9607 124 0,'-5'3'361'16,"5"-3"-17"-16,0 0-18 0,-8 0-18 0,8 0-25 15,0 0-27-15,0 0-30 0,0 0-19 0,18-6-21 16,-5 2-22-16,7-1-30 0,8 0-49 0,-1 0-45 31,5-2-53-31,-2 3-51 0,-4-1-57 0,4-3-74 0,-11 3-248 16,-1 0-477-16,1 1 211 0</inkml:trace>
  <inkml:trace contextRef="#ctx0" brushRef="#br0" timeOffset="92289.58">3575 9368 233 0,'0'0'363'16,"1"-5"-11"-16,0 2-15 0,-1 3-22 0,2-4-25 16,0 2-29-16,-2 2-30 0,0 0-27 0,0-3-19 15,0 3-22-15,0 0-33 0,0 0-11 0,0 0-29 16,0 0-2-16,4 8-20 16,-5-2-3-16,1 4 0 0,-3 2-14 0,-1 2-10 15,1 1 1-15,-3 4-3 0,3-2-7 0,-2 2-2 16,-1-1-6-16,3 3 6 0,-1-1-7 0,-1-1-9 15,1-3 3-15,0 1 0 0,2 0-1 0,-1-6-9 16,0 1 4-16,1 0 0 0,0-5-2 0,0 2 6 16,2-3-6-16,0 1-3 0,0-2 0 0,-1 0 4 15,2-2 0-15,-1-3-2 0,0 7 6 0,0-5-3 0,0-2 1 0,0 4 1 16,0-4-3-16,0 0-6 0,0 0 11 0,4 3-1 16,-4-3-1-16,11-2-6 0,-1 1-33 0,1 0-33 15,1-2-50-15,0 0-49 0,2-1-56 0,3-3-79 16,-2-1-256-16,0-1-594 0,3 1 262 0</inkml:trace>
  <inkml:trace contextRef="#ctx0" brushRef="#br0" timeOffset="92474.23">3465 9585 73 0,'-5'1'298'15,"1"0"-5"-15,4-1 8 0,-8 0-13 0,8 0-17 0,0 0-22 16,0 0-26-16,0 0-24 0,0 0-26 0,17-4-26 16,2-1-33-16,13 3-39 0,1-4-54 0,1 1-61 0,1 1-66 15,4-3-86-15,-5 0-207 0,-2 0-430 0,0-1 190 16</inkml:trace>
  <inkml:trace contextRef="#ctx0" brushRef="#br0" timeOffset="92991.76">4376 9454 244 0,'0'0'279'15,"-8"0"-8"-15,8 0-10 0,0 0-8 0,0 0-13 0,0 0-20 16,0 0-24-16,0 0-18 0,0 0-14 0,0 0-18 16,0 0-14-16,19-4-27 0,-6 3-32 0,0-1-32 0,5 0-39 15,2 0-37-15,0-1-40 0,0 3-43 16,0-3-57-16,-3 2-226 0,-3 0-433 0,-1 1 191 16</inkml:trace>
  <inkml:trace contextRef="#ctx0" brushRef="#br0" timeOffset="93176.97">4395 9578 150 0,'-2'3'227'0,"2"-3"-2"0,-4 4-4 16,4-4-20-16,0 0-18 16,0 0-16-16,15-2-16 0,-1 1-18 0,5 0-14 15,3-2-29-15,10 1-44 0,-4 0-61 0,4-2-58 16,1 0-86-16,-5 2-119 0,2-2-301 0,-2-1 133 15</inkml:trace>
  <inkml:trace contextRef="#ctx0" brushRef="#br0" timeOffset="94980.55">5415 9240 124 0,'0'0'232'0,"-1"-4"-21"16,1 4-15-16,0 0-19 0,-3-4-17 0,3 4-5 0,0 0-25 15,0 0-17-15,0 0-11 0,0 0-10 16,0 0-13-16,0 0-6 0,0 0-10 0,0 0-7 16,0 0-3-16,-9 8-3 0,9-8-10 0,-4 4-4 0,4-4-5 15,-2 3-1 1,2-3-3-16,0 0-2 0,0 0-3 0,0 0 1 16,0 0 2-16,0 0-4 0,0 0 3 0,0 0-1 15,0 0 13-15,0 0 0 0,0 0 5 0,0 0 0 16,18-3-3-16,-8-1-1 0,0 2 4 0,-1-4 0 15,1 4 4-15,-2-2-2 0,1-2-3 0,-4 1 0 16,4 1-1-16,-3 2 8 0,-1-1 1 0,1 0-7 16,-3-1-4-16,0 3-4 0,-3 1-2 0,0 0-10 0,6-4-12 0,-6 4 0 15,0 0-2-15,0 0-1 0,-18 9 1 0,4-1-1 16,-6 3-4-16,-3 3 0 0,-1 1-13 0,-1 2 0 16,1 0 3-16,2 1-2 0,2 0-2 0,3 0 5 15,2-3-1-15,3-1-3 0,2 3 4 0,1-3 4 16,4-3 0-16,1 2 1 0,6 0 10 0,2-1-7 15,1-3 2-15,9 5 3 0,1-2 0 0,9-2 2 0,6 0 0 0,-1-4-18 16,2-1-22-16,-2-2-33 0,6-2-45 0,-5-2-38 16,2-5-53-16,-5 1-232 0,-7 0-470 0,1-2 208 15</inkml:trace>
  <inkml:trace contextRef="#ctx0" brushRef="#br0" timeOffset="95511.65">5759 8906 162 0,'0'0'368'15,"0"-5"-17"-15,0 1-18 0,0 4-25 0,2-5-27 16,-2 5-28-16,0-3-29 0,0 3-21 0,0 0-26 15,0 0-21-15,0 0-14 0,0 0-20 0,0 0-12 16,17 7-6-16,-10-2-15 0,1 3-10 0,0 1-8 16,-3 0-11-16,0 0-6 0,0 2-7 0,-1 3-4 0,-3-2-5 15,3 3-5-15,-4-1-1 0,0 1-6 0,-5 0-6 16,1 0-4-16,-2-3 1 0,2 2-3 0,-1-2 2 0,-3-3 6 16,3-1-13-16,1 1-2 0,-2-4 8 0,3 0-6 15,2 2 1-15,-1-4-3 0,-1 1-1 0,2-3 4 16,1-1-1-16,-3 6 3 0,2-4 0 15,1-2 2-15,0 0 0 0,10 4 0 0,-3-5 8 0,5 2-7 0,-2-1 3 16,4-1-7-16,2 2 0 0,-2-2-9 0,-1 1 4 16,3 0 2-16,-3 0-4 0,4 0 2 0,-6-2 1 15,-1 2-29-15,2 2-29 0,-5-2-41 0,-1 1-39 16,0 0-47-16,-2 0-36 0,-4-1-9 0,0 0-58 16,-1 5-226-16,1-5-548 0,-8 5 243 0</inkml:trace>
  <inkml:trace contextRef="#ctx0" brushRef="#br0" timeOffset="96166.51">6311 9166 315 0,'0'-2'310'0,"0"-5"-9"15,0 3-8 1,1 0-15-16,-1 0-13 0,0 4-17 0,0-8-26 16,0 6-20-16,0 2-20 0,0-4-22 0,0 4-18 15,0 0-18-15,0 0-30 0,0 0-21 0,0 0-13 0,0 0-7 16,0 0 4-16,-5 14-13 0,0-4-3 15,-3 7-4-15,-1 0-5 0,0 5-7 0,-2 2 0 16,2 1-4-16,-3 0-16 0,2 0-4 0,1-2 0 16,0 0 2-16,0-3 4 0,2 3-7 0,3-4 1 0,1-1 1 0,-1 0-2 15,3 0 4-15,0-6 3 0,1 0-5 0,1-2 4 16,-1-1 4-16,1-2 21 0,1-1 8 0,1 1 19 16,1-4 25-16,1 1 19 0,2-2 21 0,-1 1 15 15,4-3 13-15,3-3-2 0,1 1 2 0,-1-2-3 16,6-4-6-16,-2-2-8 0,-1-1-13 0,7-6-10 15,-2-1-11-15,1 1-4 0,-1-3-13 0,2-2-6 0,-6-1-8 0,3-4-8 16,2 1-6-16,-4 2-6 0,1-4-1 0,-3 6 3 16,-3-1-2-16,-2 6 6 0,-1 0 7 0,-2 0 4 15,-2 6 7-15,-2 0 6 0,1 2-1 0,-1 2 7 16,-1 2-13-16,0 0-6 0,0 0-13 0,-2 2-9 16,0 0-13-16,3-1-28 0,-4 4-24 0,0-4-40 15,0 4-38-15,0 0-25 16,0 0 8-16,0 0 16 0,-5 16 4 0,-2-3 11 15,-1 6 9-15,-1 5 12 0,-2-2 3 0,-1 3 1 16,-2 0 11-16,4-3-2 0,2-2 9 0,0 1 6 16,3-4 3-16,0 0 4 0,1 0 0 0,-1-2 7 15,4-2 1-15,-2-2 2 0,6 0 10 0,-3 0 2 16,1-1 3-16,4-2 3 0,0 0 4 0,4-3 2 16,1 3 3-16,3-1 1 0,2-3-11 0,-1 1-12 0,3-3-46 0,2-2-59 15,-1 0-71-15,3-1-81 0,-1-4-96 0,-1-1-388 16,8-5-817-16,-9 3 361 0</inkml:trace>
  <inkml:trace contextRef="#ctx0" brushRef="#br0" timeOffset="96721.78">6801 9387 18 0,'0'-5'308'16,"0"5"-16"-16,2-6-17 0,-1 3-14 0,-1 3-19 15,4-5-20-15,-4 5-26 0,6-3-20 0,0 2-18 0,0 0-9 16,-6 1-25-16,10 0-3 0,-4 1-25 15,1 0-13-15,-1 4-6 16,-1-2-12-16,0 4-6 0,0 0-6 0,3 0-3 16,-7 2-11-16,3 2-5 0,-4-1-7 0,0 2-2 15,0 1-3-15,-4-1-5 0,-2 3 11 0,2 0-13 16,-4 0-2-16,1 0-3 0,-1-4 2 0,1-1-3 16,-1-1 0-16,0-1-2 0,3-3-3 0,-1 0 4 15,2 0-1-15,0-1 1 0,1 1 4 0,0-3 25 0,3-2 13 16,-3 5 36-16,3-5 37 0,-3 3 39 0,3-3 16 0,0 0-15 15,0 0-16-15,0 0-20 0,7-12-11 0,-1 4-13 16,1-1-8-16,5-4-14 0,0 0 0 0,3 0-12 16,-2-2-11-16,2 1-2 0,2 2-9 0,-3-1-6 15,-1-1 0-15,-4 6-6 0,0 2-4 0,-3-1-4 16,-1 4-4-16,-1-2-3 0,0 3-2 0,0-3-7 16,-3 3-19-16,4-1-20 0,-2 2-17 0,-3 1-25 0,2-4-20 0,-2 4 6 15,0 0 7-15,1 9 12 0,-2-3 4 0,0 0-2 16,0 0 18-16,-2 5 3 0,2-2 1 0,-3 4 2 15,4-2-2-15,0-1 20 0,4 1-6 0,-3-1 1 16,2-1-5-16,0 1 0 0,3 0-30 0,1-3-29 16,2 1-31-16,0-1-40 0,0-2-43 0,5-2-65 15,-1-1-317-15,-1-2-636 16,0-1 282-16</inkml:trace>
  <inkml:trace contextRef="#ctx0" brushRef="#br0" timeOffset="97238.11">7131 9382 1 0,'0'0'250'0,"0"0"-20"0,5-4-22 15,-1 3-18-15,1 0-15 0,4 1-14 0,-1 0-22 16,-8 0-12-16,15 2-14 0,-6 2-12 0,0-1-9 15,1 2-10 1,-1 2-10-16,-1-2-10 0,-3 2-2 0,0 0-6 16,-1 3-6-16,-1 0-7 0,-1 1-1 0,-2-1 1 0,-2 2-3 0,-1 0-4 15,-1-2 0-15,-2 2-5 0,0-1-3 0,-3 2 1 0,1-3-2 16,0 0 1-16,-1-1 2 0,1-1-1 16,2 0 4-16,0-2-5 0,-1-2 2 0,3-1-5 15,2 0-1-15,-3 2 10 0,1-3 16 0,3 1 16 16,1-3 21-16,-3 5 30 0,3-5 27 0,0 0 24 15,0 0 18-15,0 0-18 0,0 0-19 0,0 0-14 16,8-13-10-16,-1 5-15 0,4 0-13 0,-2-2-7 16,2-3-9-16,3-1-7 0,0 0-10 0,4-5-8 15,-4 4-8-15,-1 2 0 0,1 1-1 0,-3 1-7 16,1-2-6-16,-2 8-2 0,-5-4-3 0,3 3-1 16,-3 1 0-16,-1 1-1 0,1 2-3 0,-4-1-5 0,3 0-10 0,-4 3 1 15,1-4-18-15,-1 4-20 0,4 0-5 0,-4 0-8 16,0 0 8-16,0 0-1 0,-8 15-1 0,6-8 22 15,-6 3-10-15,5-1 5 0,0 4-5 0,-4-1 8 16,6 0-2-16,-1 0 0 0,2 2 4 0,0-3 8 16,6 6 1-16,1-4 3 0,5 3-9 0,6-3-46 15,5 1-76-15,7 1-98 16,0-10-158-16,5 2-251 0,-2-4-695 0,0-3 307 16</inkml:trace>
  <inkml:trace contextRef="#ctx0" brushRef="#br0" timeOffset="103834.55">2873 11059 31 0,'0'0'103'0,"-2"-7"1"16,2 2-16-16,0 5 1 0,-3-3 20 0,3-2-3 16,0-1-6-16,0 2 4 0,3 0 14 0,-3 0-1 15,0-3 2-15,0 3 1 0,1-3 2 0,-1 1-7 16,1 2 3-16,-1 0 1 0,2-1-6 0,-1-1-5 16,0 3-5-16,0 0-7 0,-1 3-8 0,2-7-10 15,-2 7-5-15,0-4-8 0,0 4-18 0,0 0-18 0,1-4-26 0,-1 4-17 16,0 0 2-16,0 0-5 0,1 15 1 0,-1-3 2 15,-2 5-1-15,-2 0 1 0,-1 12 3 0,-1 0 2 16,0 0-5-16,0 1 6 0,-1 0-1 0,1 2 4 16,-4 0-4-16,4-4 3 0,-1 1 1 0,2-1-1 15,-1 0 1-15,2-3 3 0,0-6-1 0,0 0 3 16,0-1-1 0,3-2-1-16,-3-4 2 0,3-2 2 0,-2-3-5 0,2-2 6 15,1 0 0-15,-4-3 12 0,3 4 23 0,1-3 27 16,0-3 17-16,0 8 20 0,-3-8 24 0,3 0 6 15,0 0-11-15,0 0-16 0,0 0-8 16,0 0-3-16,-5-12-13 0,4 3 9 0,-2-2 3 0,3 0-7 16,0-7-5-16,0 1-12 0,0-9-6 0,4-3-4 15,-1-3-8-15,2-2-5 0,0 3-5 0,4-17-3 0,0 2-6 16,-1 12-9-16,3-12 1 0,-3 12-3 0,0 3-7 16,3-1 3-16,-2 4-3 0,0 3 3 0,1 0 1 0,-1 1 1 15,-3 7-5-15,1 0-5 0,4-1 0 16,0 3-3-16,0 0-2 0,2 4-1 0,0 0-3 15,-1 2-3-15,1 0 1 0,5 1-10 0,-5 4-2 0,5-2-3 16,-7 1-6-16,7 3-1 0,-3 2-7 0,-2 0 0 0,-1 2-5 16,-1 1-5-16,2 4-4 0,-4-2-8 0,0 3 0 15,1-1-1-15,-4 4 3 0,2 4 3 0,-3-1-4 16,-3 3 6-16,-4 2 4 0,-2 0 10 0,-2 0-4 16,-7 5 4-16,-5-1-2 0,-2 2 11 0,-2-4-1 15,-2 1 7-15,0-1-5 0,-2-3 2 0,3-1 4 16,0-5-3-16,-3 1 5 15,7-4 2-15,0-2 1 0,1 0 1 0,2-1 2 16,3-2 3-16,5-1 0 0,-2-1 5 0,5 1 5 16,-1-3 19-16,2 2 21 0,-3 0 26 0,7-2 37 15,-6 1 9-15,6-1 15 0,0 0 6 0,0 0-11 16,0 0-8-16,0 0-13 0,-8-5-10 0,8 5-11 16,0-4-6-16,0 4-10 0,0 0-4 0,0 0-15 15,0 0 0-15,0 0-9 0,4-7-5 0,-4 7-6 0,0 0-8 0,0 0-8 16,0 0 0-16,0 0-6 0,14 9-11 0,-5-1-7 15,-2 0-8-15,0 1 1 0,5 3 0 0,-3 3 7 16,3 2-10-16,-1 0 8 0,3 4 0 0,0 1 0 16,-4-4 4-16,5 5 1 0,-5 0 2 0,2-7-1 15,-2 1-3-15,-1 0 2 0,1-3 0 0,2 2 1 16,-7-4-1 0,0-3 0-16,-1 0 6 0,1-4 0 0,-1 2-4 0,-3-3 4 15,3 0 4-15,-3-1-6 0,3 0 9 0,-4-3 33 16,3 3 10-16,-3-3 19 0,2 4 21 0,-2-4 16 15,0 0 15-15,7 0 1 0,-7 0-20 0,15-10-33 16,-4 4-35-16,12-7-51 0,7 0-59 0,15-9-66 16,7-2-77-16,-1 1-96 0,5-5-151 0,3 1-266 15,-3 1-794-15,-2-3 352 0</inkml:trace>
  <inkml:trace contextRef="#ctx0" brushRef="#br0" timeOffset="109880.38">3677 10972 110 0,'0'0'213'16,"0"0"-4"-16,0 0-7 0,0 0-7 0,0 0-8 15,0 0-9-15,0 0-15 0,0 0-11 0,0 0-13 16,0 0-11-16,0 0-12 0,0 0-15 0,0 0-10 16,0 0-11-16,0 0-6 0,18-5-7 0,-9 5-9 15,5-3-5-15,4 2-4 0,2 1-5 0,2 0-12 16,-1-2-16-16,0 2-22 0,2 2-30 0,-5-2-26 0,4 1-31 0,-3 0-32 16,-1-1-47-16,-3 3-189 0,-1-3-391 0,-1 1 174 15</inkml:trace>
  <inkml:trace contextRef="#ctx0" brushRef="#br0" timeOffset="110049.64">3787 11101 42 0,'-4'1'126'16,"3"2"-1"-16,1-3 2 0,-5 2 14 0,5-2 10 16,0 0 9-16,10 7-2 0,-2-4-7 0,3-2-12 15,10 0-15-15,8-1-11 0,-1 3-12 0,4 0-23 0,3-1-35 16,-5-1-54-16,4-2-62 0,-4 0-210 0,-2 1-306 15,2-4 135 1</inkml:trace>
  <inkml:trace contextRef="#ctx0" brushRef="#br0" timeOffset="110643.74">4615 10946 108 0,'0'0'185'0,"-5"0"-9"0,5 0-6 0,0 0-6 16,0 0-12-16,0 0-10 0,0 0-6 0,0 0-17 15,0 0-10-15,0 0-12 0,0 0-6 0,0 0-12 16,0 0-6-16,0 0-7 0,0 0-5 0,0 0-2 15,0 0 0-15,0 0-3 0,0 0-4 0,11-6-2 16,-4 5-5-16,2-2-1 0,2 1-5 0,2-2-2 16,2 0-1-16,3-3-2 0,-4 0 5 0,4 1 4 0,-4-3 7 15,3 2-3-15,-7-1-2 0,2 4 6 0,-2-2 5 16,-5-2 20-16,3 6 0 0,-3 0 3 0,1-3-3 0,-3 3 0 16,-1-1-19-16,1-1-1 0,-3 4-3 15,0 0-13-15,0 0-7 0,-19-2-5 0,6 4-5 16,-6 5 3-16,-7 3-10 0,-1 5 1 0,2-1-4 15,-1 2 11-15,2 0-18 16,0 3-3-16,2-1 2 0,3 3-4 0,2-2 1 16,3 2 1-16,4-2-1 0,2-3-1 0,4 0-2 15,3 1 0-15,2-2 4 0,6-1-2 0,4 1-1 16,2-4 0-16,6-1-26 0,8-2-27 0,2-2-35 16,3-2-40-16,1-2-62 0,3-4-65 0,4-3-216 15,-4-2-510-15,-2-1 226 0</inkml:trace>
  <inkml:trace contextRef="#ctx0" brushRef="#br0" timeOffset="111213.22">5005 10542 159 0,'1'-7'312'0,"-1"5"-12"0,3-2-30 0,-1 1-28 0,2-1-22 15,0 1-14-15,2 2-32 0,1-1-19 16,2 1-17-16,2 2-12 0,2 1-10 0,0-1-12 16,4 4-9-16,-1 2-14 0,-1 2-4 0,-2-3-6 0,1 5-8 0,-5 0-8 15,0 0-4-15,-3-1-9 0,-1 1-3 0,-1 1-5 16,-4 0-6-16,-1 0-1 0,-3 0-3 0,-2 4-2 16,-2-1-2-16,-1 1-4 0,-3-1 0 0,1-3-2 15,2-5 0-15,0 1-5 0,0-1-1 0,3-2 5 0,-1 3-4 16,4-4 2-16,-1-1-4 0,0 0 2 15,0-1-1-15,2 2 7 16,2-4 0-16,0 3 16 0,0-3 0 0,15 4 6 16,-2-4-4-16,8 3-3 0,8-1 2 0,1-3-4 15,1 1-2-15,-3 1-4 0,4-1-2 0,-1-1 5 16,-1 0 1-16,1-3 4 0,-4 4 1 0,-8-1-2 16,-1 1 10-16,-7 0-2 0,1 1 12 0,-4-1 12 15,-2 0 8-15,-1-1 11 0,1-1 1 0,-6 2 1 16,9 0-2-16,-9 0-11 0,4-2-14 0,-4 2-17 0,0 0-40 0,5-1-77 15,-5 1-56-15,0 0-60 0,-14-2-58 0,14 2-101 16,-15-2-241-16,9 1-644 0,6 1 284 0</inkml:trace>
  <inkml:trace contextRef="#ctx0" brushRef="#br0" timeOffset="113535.92">5352 11136 79 0,'3'-4'267'16,"-3"4"-3"-16,1-2-8 0,-1 2-16 0,3-4-17 16,-3 4-9-16,0 0-31 0,0 0-22 0,0 0-21 15,0 0-10-15,0 0-37 0,0 0-20 0,0 0-3 0,0 0-8 16,-8 16-5-16,-1-7-7 0,-3 4-5 0,-3 3 1 16,-5 4-8-16,2-2-4 0,-2 6-21 0,-2-4-20 15,0 2-20-15,2-2-36 0,-2 1-48 0,0 0-54 0,6-8-230 16,4-3-427-16,3 0 190 0</inkml:trace>
  <inkml:trace contextRef="#ctx0" brushRef="#br0" timeOffset="114190.66">5793 10911 130 0,'0'0'216'15,"1"-5"-19"-15,-1 5-22 0,3-2-18 0,-3 2-18 16,0 0-15-16,0 0-13 0,0 0-15 0,4 8-9 15,-4-2-10-15,-3 0-8 0,2 6-6 0,-2 4-8 16,0 0-3-16,0 1-5 0,-4 1-4 0,1 1-7 16,3 0-3-16,-3-1-6 0,1-1-2 0,0 0 1 15,-2 0-4-15,1 0-4 0,1-5-2 0,0 0 4 0,3-1-3 16,-2-2-3 0,0-1-1-16,-1-2-1 0,5-1-3 0,-4 1 2 15,3-5 1-15,-1 3 23 0,2-4 22 0,-1 7 23 16,0-4 22-16,1-3 23 0,-1 3 16 0,1-3 7 0,0 0 16 0,0 0-15 15,0 0-22-15,0 0-14 0,0 0-9 16,0 0-11-16,0 0-8 0,0 0-6 0,1-14-10 16,0 11-7-16,-1 3-5 0,0 0-8 0,-1-5-4 15,1 5 0-15,0-5-10 0,0 5 1 0,0 0 6 0,0-5-17 16,0 5-7-16,0 0 3 0,0 0-5 0,0 0 1 16,0 0 7-16,1-3-15 0,-1 3-4 0,0 0-2 15,0 0-4-15,0 0-3 0,0 0 4 0,0 0-5 16,0 0 4-16,0 0-1 0,0 0 2 0,0 0-3 15,0-5 9-15,0 5-9 0,0 0 4 0,0 0 2 16,0 0-5-16,0 0 4 0,0 0-2 0,0 0 1 0,0 0 0 0,0 0 3 16,0 0-6-16,0 0-3 0,0 0-2 0,0 0-11 15,0 0-5-15,0 0-5 0,0 0 2 0,0 0-2 16,0 0 1-16,0 0 3 0,0 0-1 0,0 0 1 16,0 0 9-16,-4-3-2 0,4 3 1 0,0 0 5 15,0 0-3-15,0 0 3 0,0 0-3 0,0 0-7 16,0 0-11-16,0 0-16 15,0 0-23-15,0 0-27 0,0 0-87 0,0 0-95 16,0-8-263-16,-1 6-588 0,1 2 260 0</inkml:trace>
  <inkml:trace contextRef="#ctx0" brushRef="#br0" timeOffset="116494.1">6028 10733 167 0,'0'0'173'16,"1"-4"-7"-16,2 2-5 0,-3 2 1 0,0-4-8 0,0 4-6 15,0 0-9-15,1-6-4 0,-1 6-6 0,3-3-5 16,-3 3-11 0,0 0-8-16,0 0-5 0,0 0-13 0,0-4-7 15,0 4-9-15,0 0-8 0,0 0-4 0,0 0-9 16,-9 0-6-16,9 0-5 0,-14 2 3 0,5 1-11 16,-2 4 3-16,0-5-11 0,0 3-1 0,-1 1-4 15,-3 5-2-15,-3-2-2 0,3 0-1 0,-8 5-4 16,5-2-3-16,-1 3-1 0,2-2 3 0,-5 4-4 0,8-2-1 0,0 3 1 15,-1-4-3-15,-4 5 1 0,7-2 0 0,1-2-1 16,3-2 0-16,0 2 2 0,6-2 0 0,-2-1-1 16,1-2-9-16,1 2 6 0,1 1-2 0,2-4 3 15,3 4-2-15,-2-4 4 0,3 6-1 0,3-6-2 16,0 1 10-16,1 0-6 0,0-1-5 0,3 3 7 16,3-2-1-16,-6-1-1 0,3-2 0 0,-3 1 3 15,1-1-2-15,2 0-2 0,-7 1 0 0,0-2-2 0,3 0-2 0,-3-1-1 16,-1-1 5-16,-3-1-5 0,0 1 0 0,-1 1 6 15,-1 0 0-15,-3-2 4 0,-6 1-3 0,1 3 3 16,-4-3 1-16,-9-2 1 0,3 2-3 0,-1-1 2 16,-2 1-1-16,-5-3 0 0,7 2 4 0,2-3 1 15,-1 0-1-15,2 1 6 0,3-2 3 0,4 1 4 16,-3 0 3-16,5 0 6 16,2 0 0-16,0 1 5 0,6-1 1 15,-8-1 10-15,8 1 0 0,-9 0 4 0,9 0 7 16,0 0-4-16,0 0-3 0,-6 1-3 0,6-1-2 0,0 0-4 15,0 0 5-15,0 0-18 0,0 0 1 0,0 0-7 16,0 0 9-16,0 0-23 0,0 0-9 0,0 0-12 16,0 0-13-16,0 0-13 0,-8-1-16 0,8 1-23 15,0 0-29-15,0 0-21 0,0 0-19 0,0 0-50 0,0 0-61 0,0 0-199 16,0 0-490-16,23-3 217 0</inkml:trace>
  <inkml:trace contextRef="#ctx0" brushRef="#br0" timeOffset="116863.56">6256 10975 219 0,'-4'-3'240'0,"4"3"-4"0,0 0-11 0,0 0-12 0,0 0-3 0,0 0-26 16,0 0-8-16,0 0-10 0,0 0-14 0,0 0-17 15,0 0-11-15,0 0-7 0,0 0-14 0,0 0-7 16,0 0-18-16,13-3-4 0,-3 3-15 0,3 0-18 16,1 0-20-16,4 0-21 0,3 3-22 0,1-3-29 15,-3 0-28-15,4 2-35 0,4-1-31 0,-4-2-54 16,-5 1-178-16,1 0-408 16,-2 1 181-16</inkml:trace>
  <inkml:trace contextRef="#ctx0" brushRef="#br0" timeOffset="117041.89">6207 11148 155 0,'0'5'181'0,"0"-5"8"16,9 4-13-16,0-1-7 0,5-2-15 0,4 1-11 0,10-1-14 16,2 3-15-16,3-4-12 0,1 1-11 0,2-1-30 15,5-1-33-15,9 1-47 0,-9-4-50 16,10 1-80-16,-13 0-94 0,-1 0-262 0,-1 1 115 15</inkml:trace>
  <inkml:trace contextRef="#ctx0" brushRef="#br0" timeOffset="117511.5">7001 10926 194 0,'-7'-2'189'0,"7"2"-19"0,-10-1-14 0,2 1-15 16,2 0-12-16,-1 3-13 0,-4-1-9 0,2 1-13 15,-2 4-6-15,-2-2-19 16,4 3 2-16,-5 4-7 0,1 0-9 0,-1-1-1 15,1 4-8-15,3-3-7 0,0 3-3 0,1 0-10 0,2 0 2 16,0-6-1-16,3 4-3 0,2-3 7 16,0 3 13-16,2-1 10 0,2-1 12 0,1 2 5 0,5-4 7 15,1 0-3-15,4 2 9 0,5 0-7 0,2-5-4 16,-2-1 0-16,5 1 3 0,5-5 5 16,-5-1-2-16,5 0 7 0,-2-3 12 0,-5-2-2 0,1-4 4 15,-4 3-6-15,0-3 12 0,1-1-24 0,-5-2 0 0,3-1-7 16,-4-3-15-16,-3-1 2 0,0 0 0 0,-1-6-1 15,-3 5-18-15,-3 0-3 0,0 0-1 0,-3 4-14 16,-4-1 0-16,1 2-7 0,-3 4-8 0,-2 0-17 16,0 0-9-16,-2 1-14 0,-3 1-15 0,2 5-19 0,-2-1-22 15,-1 1-24-15,-3 4-20 0,-2 3-29 0,3 2-36 0,-1 2-50 16,2 2-266-16,5-4-553 0,2 3 245 16</inkml:trace>
  <inkml:trace contextRef="#ctx0" brushRef="#br0" timeOffset="117727.9">7426 11234 33 0,'0'0'277'0,"5"1"-24"0,-5-1-28 0,0 0-20 15,0 0-21-15,2 4-19 0,-2-4-18 0,0 0-16 0,-6 8-11 16,-1-3-10-16,1 0-12 0,-2 3-10 0,0-1-20 16,-3 1-23-16,-2 4-28 0,1 0-26 0,-3-1-38 0,1 0-48 15,-3 2-242-15,8-5-363 0,-1-2 161 16</inkml:trace>
  <inkml:trace contextRef="#ctx0" brushRef="#br0" timeOffset="118166.79">7664 10828 6 0,'-9'-1'190'0,"5"-2"-9"0,4 3-7 0,0 0-7 16,-5-2-8-16,5 2-7 0,0 0-7 0,0 0-10 16,-5 0-3-16,5 0-7 0,0 0-2 0,0 0-4 15,0 0-3-15,0 0-5 0,0 0 0 0,0 0-4 16,0 0-6-16,0 0-6 0,0 0-5 0,20-3-12 15,-3 2-4-15,5 0-8 0,7 3-4 0,4-2-8 16,3 0-8-16,5 3-3 16,15-3-1-16,0 0-10 0,6 0 1 0,-6 4-2 15,-2-2-4-15,-2-2-5 0,-15 1 2 0,-1-1-5 16,-6 0-2-16,-3-2-1 0,-10 2-2 0,-4-1-6 16,-3-1-10-16,0 2-14 0,-6-2-33 0,-3-1-33 15,-1 3-16-15,0 0-16 0,-19-7-18 0,-1 7-28 16,-2-2-21-16,0 2-44 0,-6 0-140 0,-1-3-396 15,2 6 176-15</inkml:trace>
  <inkml:trace contextRef="#ctx0" brushRef="#br0" timeOffset="118467.36">7991 10868 26 0,'0'0'247'0,"0"0"-6"15,0 0-7-15,0 0-17 0,0 0-19 0,1 4-15 16,-1-4-25-16,0 0-19 0,0 0-14 0,-1 6-13 15,0-4-8-15,1 8-13 0,-4-1-15 0,4 6-9 0,-4 0-5 0,-1 11-4 0,-3 0-1 16,2 1-12-16,-2 0-5 0,1 5-4 0,3-3-2 16,1-3-6-16,-3 0-2 0,2-1-1 0,1-5-5 15,2-2-3-15,1 0 3 0,-2-1-1 0,2-6-4 16,0 1 0-16,0-1-1 0,0-2 1 16,2-3-6-16,-2 0 3 0,0 0-1 0,0-1 3 15,0-2 4-15,0 1 23 0,0 0 12 16,0-4-5-16,0 0 3 0,0 6-4 0,0-6-7 0,1 1 3 15,-1-1-4-15,2 5-7 0,-2-5 6 0,0 0-34 16,0 0-43-16,0 0-44 0,0 0-37 0,2-13-64 16,1 6-87-16,1 0-158 0,-1 2-463 0,5-3 206 15</inkml:trace>
  <inkml:trace contextRef="#ctx0" brushRef="#br0" timeOffset="119503.74">8517 11125 59 0,'0'0'269'0,"-4"-3"-1"0,4 3-6 0,0 0-7 15,0 0-8-15,0 0-17 0,0 0-15 0,0 0-24 16,0 0-16-16,0 0-21 0,0 0-16 0,10-3-13 16,-4 2-18-16,0 0-16 0,6-1-20 0,-1 2-40 15,1-1-31 1,3 0-36-16,1 1-23 0,4 0-38 0,-1 0-32 16,-1-1-43-16,0 1-228 0,-4-2-432 0,0 2 191 15</inkml:trace>
  <inkml:trace contextRef="#ctx0" brushRef="#br0" timeOffset="119684.61">8593 11183 98 0,'-5'3'169'0,"2"-2"6"0,-1 2 8 16,4-3 15-16,0 0 1 0,0 0-2 0,11 6-11 16,-2-5-14-16,7-1-15 0,2-1-15 0,4-1-15 15,6 1-10-15,0-2-14 0,4 0-11 0,1 1-23 16,1-3-35-16,0 4-28 0,3-4-39 0,-5 0-47 15,2-1-49-15,-2 0-85 0,-4-4-114 0,-1 3-356 0,-9 1 158 0</inkml:trace>
  <inkml:trace contextRef="#ctx0" brushRef="#br0" timeOffset="120059.58">9361 10822 35 0,'0'-5'263'0,"3"-1"-2"0,-1 2-4 0,0 0-10 15,0 2-10-15,-2 2-16 0,2-7-11 0,1 6-18 16,-3 1-19-16,1-4-19 0,-1 4-14 0,3-3-19 16,-3 3-19-16,0 0-17 0,0 0-11 0,0 0-7 0,1 15-7 0,-2-5-10 15,-1 3-7-15,1 5-2 0,-3 0-6 0,2 7-5 16,-1 0-3-16,-3 1 1 0,5 1-6 0,-2-1-4 15,1-1-2-15,2 0 3 0,0 0-5 0,-3-6-2 16,3-1 3-16,0-1-4 0,0 0 3 0,0-6-6 16,0 0 0-16,0 0 1 0,0 0-2 0,0-5 9 15,0 1-8 1,0-2-2-16,3-1-2 0,-3 3 3 0,0-4 5 0,0-3-3 16,0 6-1-16,0-6 4 0,0 1-3 0,0-1 1 15,0 0 0-15,0 7-4 0,0-7 5 0,0 0-6 16,0 0-31-16,0 0-45 0,0 0-42 15,-7-13-40-15,7 7-49 0,0-3-86 0,0-1-147 0,3-2-471 0,-2-3 210 0</inkml:trace>
  <inkml:trace contextRef="#ctx0" brushRef="#br0" timeOffset="120270.81">9443 10717 204 0,'0'-6'267'0,"0"2"-4"0,0-2-9 0,-2 1-13 16,2 5-20-16,-1-4-11 0,1 4-36 0,0-6-15 31,0 6-15-31,0 0-20 0,-2-3-12 0,2 3-13 16,-8 9-6-16,-1-2-18 0,-1 6-1 0,-4 4-18 0,-6 1-24 0,0 6-22 0,1-2-24 0,-4 2-32 0,-4 1-32 16,0 0-49-16,2 0-84 0,3 0-179 15,0-4-422-15,4-2 187 16</inkml:trace>
  <inkml:trace contextRef="#ctx0" brushRef="#br0" timeOffset="120502.58">9172 11284 4 0,'0'0'242'0,"-3"2"-13"0,3-2-10 0,-1 3-15 15,1-3-18-15,10 3-19 16,2-1-16-16,0 1-12 0,11-2-23 0,-1 2-46 16,10-1-61-16,1-4-94 0,3 2-191 0,-5-3-298 15,-1-1 133-15</inkml:trace>
  <inkml:trace contextRef="#ctx0" brushRef="#br0" timeOffset="124478.81">9260 11027 101 0,'0'0'152'16,"0"0"-12"-16,0 0-6 0,0 0-13 0,0 0-2 15,0 0-5-15,0-5-8 0,0 5-9 0,0 0-3 16,0 0-5-16,0 0-5 0,0 0-11 0,0 0-1 0,0 0-9 0,0 0-4 31,0 0-5-31,0 0-4 0,0 0-3 0,0 0-9 16,0 0-1-16,0 0-4 0,0 0-3 0,0 0-2 0,0 0-6 15,-4-4 2-15,4 4-5 0,0 0-2 0,0 0-2 16,0 0-1-16,0 0 2 0,0 0-4 0,0 0 0 16,0 0-3-16,0 0 2 0,0 0-1 0,0 0 0 15,0 0-2-15,0 0-2 0,0 0 2 0,0 0-5 0,0 0 6 16,0 0-7-16,0 0 3 0,0 0-3 0,0 0-1 0,0 0 4 0,0 0-4 15,0 0-1-15,0 0 7 0,-4-3-5 0,4 3-4 16,0 0-8-16,0 0-4 0,0 0-7 0,0 0-7 16,0 0-2-16,0 0-18 0,0 0-21 0,0 0-43 15,-10 0-72-15,4-1-95 0,6 1-300 0,0 0 133 16</inkml:trace>
  <inkml:trace contextRef="#ctx0" brushRef="#br0" timeOffset="125928.72">8402 10651 179 0,'-6'-7'161'0,"-5"1"-14"0,0-1-11 15,1 2-10-15,-3-2-15 0,1 2-6 0,-1 3-9 16,-1-1-3-16,-4 0-6 0,0 2-3 16,-1 2-7-16,0 2-9 0,-2 0-6 0,2 2-6 0,-10 2-1 31,3 4-8-31,6-3-6 0,-5 4-5 0,1 2-4 16,1 3 1-16,3 0-3 0,-1-2-5 0,6 2-4 15,3-1 0-15,2 0 4 0,0 0-8 0,6-2 2 0,4 1-4 0,0 1 1 16,5 0-3-16,8 0 2 0,1-2-1 0,9 1 1 15,4-4-3-15,4 0 0 0,3-1-3 0,-1-3 0 16,3-2 2-16,-4-4-5 0,-1-1 2 16,-11-3 0-16,4-2-1 0,-3 1-2 0,-5-4 6 0,0 0 5 15,-7-1-1-15,0-3-3 0,-3 5 1 0,-3-10 2 16,-5 5-4-16,-1-3-3 0,-5-2 1 0,-2 0-1 0,-4 3-1 16,-2 1 2-16,-8-3-1 0,-4 5 2 0,0 2-4 0,-2 1-1 15,1 3 1-15,0 4-1 0,-1 2-1 0,1 4-5 16,2 3 0-16,-1 2 2 0,6 4-1 15,-1 1 1-15,7-2 1 0,0 8-2 0,5 1 3 0,2-5-3 16,6 2 3-16,6 2-3 0,6 2 3 0,6 0-1 16,4-1-1-1,4-1 2-15,8 2-7 0,15-1 1 0,2-1 1 0,6-5 3 16,1-3-2-16,3-2 4 0,-4-5-3 0,0 0 3 16,-4-4-1-16,-11 0-1 0,-3-5 1 0,-1-1 1 15,-6-1 0-15,-2-3 13 0,-8 1 8 0,-1-2 3 16,-5-4-3-16,0 3 0 0,-7-2-1 0,-2-5-4 15,-1 0-1-15,-7-1-2 0,-3 2-1 0,-7 1-3 16,0-7 0-16,-9 7-3 0,-2-1-1 0,-2 3-1 0,-4 5-2 16,-2 0-3-16,-3 4 3 0,4 4-3 0,-8 2 0 15,3 3-1-15,1 5-3 0,1-2 0 0,2 4-1 16,2 3 1-16,3 3 1 0,1 2-2 0,9-1 4 0,-1 5-6 16,9-3 3-16,6-2-4 0,5 8 6 15,6-8-6-15,9 5 5 0,11-2 1 0,5-2 1 16,19 3 0-16,7-6 3 15,0-2-2-15,5-1-3 0,28-2-6 0,-27-5 4 16,1-5 2-16,1-2-4 0,-2-2 4 0,0-2-2 16,-9-2 1-16,-3-3-3 0,-14-1 3 0,-7 0 3 15,0-5-5-15,-3-2 3 0,-5-1-7 0,-1-4-6 16,-11 1-6-16,-5 3-1 0,-6-1 0 0,-7-8 1 0,-2 3 3 16,-6 3 3-16,-7 4-2 0,-4-1 6 0,-3 7 1 15,-5 0-1-15,-5 2-2 0,-12 4-1 0,-4 3 5 0,4 5-3 16,10 1 5-16,3 4-1 0,-3 4-2 0,5-1-1 0,3 4 4 15,5 2 2-15,2 2-1 0,7 2 0 0,5 1 3 0,9-2 2 16,5-1 3-16,10 4-1 0,7-2-3 0,8-2 4 16,7-1-2-16,17 3-1 0,5-5 1 15,-1-7 0-15,2-1-3 0,1-4-1 0,2-4-2 16,-2 0 8-16,3-4-3 0,-3-4-3 0,-17 2-3 0,0-4 7 16,-4 1 0-16,-3-4 7 0,-6-3-4 0,0-1 0 15,-7-1-2-15,-6 2 3 0,-3 0 1 0,-6-4-2 16,0 2-4-16,-8-1 2 0,0 2 0 0,-5 0 0 15,-10-2-3-15,-4 5-2 0,-5 2 4 0,-4 3-1 16,-5 1 2-16,0 5-5 0,0 3 2 0,-4 0-3 16,3 7 2-16,-1 3 3 15,3 5-4-15,2-1 0 0,2 5 1 0,4 3 3 16,3 1-5-16,6 2 0 0,9-3 0 0,6-2 1 16,8-1 2-16,9 2 2 0,10 1-2 0,9-4 2 15,4-4 1-15,12 4-4 0,2-7-6 0,4-3-4 16,-2-3 4-16,-2-3 1 0,-9-2 2 0,-3-4-2 15,2-1 0-15,-2-3 4 0,-6-1-3 0,-4-2 7 16,-3 1 1-16,-6-1 3 0,-3-1-1 0,-7-1 4 0,-4 2-3 0,-1 1-3 16,-6-2 3-16,-4 4-3 0,-3-1 2 0,-4-1-1 15,-7 3-2-15,-7 0 1 0,-3 5 1 0,-1 2-4 16,-7 2 1-16,0 3 1 0,-11 6-2 0,13-3 2 16,3 1-2-16,1 3 0 0,5 1 2 0,5 0-6 15,7-2 0-15,6 5 3 0,4-4 1 0,5-2 5 16,6 2-6-1,9 1 1-15,10-1 1 0,3-3 3 0,4-4-2 0,1 1 1 16,2-5 1-16,3-1-2 0,-5-4 2 0,2-1 4 16,-4-5 5-16,-5 1 8 0,0-4 13 0,-11 4 2 15,0 0 7-15,-7-2-1 0,-1 1-2 0,-5-4-6 16,-3 1-1-16,-2 2-3 0,-4 0-5 0,-7 0-2 16,-4 0-1-16,-10 1-1 0,-3 2-5 0,-1 2-2 15,-9 3-1-15,2 2-2 0,-14 4-8 0,15 0-13 0,-13 4-16 16,15 1-25-16,0 1-14 0,7 3-14 0,1 0-21 0,2 1-20 15,12-2-21-15,0 0-11 0,8-1-181 0,-1-4-360 16,6 2 159-16</inkml:trace>
  <inkml:trace contextRef="#ctx0" brushRef="#br0" timeOffset="126245.68">9003 11194 88 0,'-13'-7'134'0,"-2"2"-14"0,-4 1-4 0,-2-2-19 16,1 2-2-16,-2 0-4 0,-6 2-6 0,0 1-11 0,5 1-11 15,2 1-1-15,1 2-9 0,1 1-5 16,1 0-8-16,0 2-3 0,7-2 0 0,-2 5-2 16,7-4-11-16,-1 2-1 15,6 3-8-15,2-6 10 0,6 7-8 0,3-5-8 16,8 2-3-16,2 1-6 0,11-1-23 0,-2 0-2 16,3-4-5-16,1 1-11 0,-1-3-1 0,3 0 9 15,-3-1-7-15,-2-1 7 0,-8-1 6 0,-2-1 12 16,-3 0 12-16,-7 0 10 0,-1-1 15 0,-1 3-7 15,-4-4 5-15,-3 1-10 0,-1 3 2 0,0 0 11 16,-13-8 0-16,3 6 2 0,-3 0-1 0,-2 0 11 0,-2 2-13 0,0 0 0 16,-2 1-4-16,2 0 4 0,4 1-5 0,0 0 0 15,2 4-6-15,2-2 4 0,1 1-3 0,6 0-3 16,2 2-11-16,2 1-14 0,8-2-49 0,7 6-165 16,2-7-250-16,8 2 111 0</inkml:trace>
  <inkml:trace contextRef="#ctx0" brushRef="#br0" timeOffset="130050.98">2649 12260 121 0,'-6'-1'156'0,"0"-1"-6"0,6 2-3 16,0 0-18-16,-9-2-5 0,9 2-10 0,-6 0-7 16,6 0-12-16,0 0-5 0,0 0-8 0,-8-2-9 15,8 2-3-15,0 0-5 0,0 0-3 0,-4-1 1 16,4 1 0-16,0 0-2 0,0 0-1 0,0 0-4 15,0 0-7-15,0 0 0 0,0 0-5 0,0 0-13 0,0 0 7 0,0 0-7 16,0 0 1-16,0 0-1 0,0 0-2 0,0 0 2 16,0 0-1-16,0 0 5 0,0 0-4 0,0 0 0 15,0 0 0-15,0 0 2 0,0 0-5 0,0 0-3 16,0 0-3-16,0 0-3 16,0 0-4-16,0 0 6 0,0 0-7 0,0 0-1 0,0 0 1 15,27-2 2-15,1-1-1 0,4 0-1 16,5 2-4-16,4-2-1 0,14-2-2 0,-1 2-2 15,-1-1 4-15,2-1-2 0,-5 0 0 0,8 1 8 16,-7 0-2-16,-13 0 3 0,-2-1-3 0,-8 0 0 16,0 1-1-16,-8 1-5 0,-7 3 5 0,0-2 1 15,-3 0 10-15,-3 2-3 0,-1-3-4 0,0 1-3 16,-2 1-4-16,-4 1-26 0,0 0-9 16,0 0-14-16,-19-7-5 0,7 7-4 0,-7 0-9 0,0 0-11 15,0 3-11-15,-4 1-19 0,3-2-12 0,-1 2-11 0,-2-2-21 16,-2 5 7-16,6-3-12 0,0 2-14 0,2-4-106 15,4 2-289-15,-1 0 127 0</inkml:trace>
  <inkml:trace contextRef="#ctx0" brushRef="#br0" timeOffset="130323.46">2982 12251 9 0,'0'0'251'0,"0"0"2"16,0 0-11-16,0 0-9 0,0 0-11 0,0 0-2 16,-4-6-3-16,4 6-6 0,0 0-14 0,0-5-20 0,0 5-17 15,0 0-23-15,0 0-18 0,0 0-12 16,0 0-33-16,0 0-23 0,0 0-6 0,0 0-2 31,-2 22-7-31,-1-8-4 0,-3 6-5 0,-4 9-2 16,0 1 1-16,0 1-6 0,-2 3 25 0,1 0-8 0,1-1-3 0,0-2-7 15,3-1-2-15,0-2-5 0,2-1 3 0,1-8-4 16,-1 0 1-16,4-4-4 0,-2 0-1 0,3-6-1 16,-1 0 0-16,1-1-1 0,-2-2-2 0,2 0-1 15,-1-1 2-15,1-2 1 0,0 1 2 0,-1 1-2 16,1-5 1-16,0 5-1 0,0-5 3 0,-2 5 1 15,2-5-8-15,0 0 1 0,2 3-12 0,-2-3-15 0,0 0-11 0,0 0-11 16,0 0-27-16,-4 2-69 0,4-2-88 0,0 0-294 16,0 0-560-16,8-13 249 0</inkml:trace>
  <inkml:trace contextRef="#ctx0" brushRef="#br0" timeOffset="130570.84">3474 12545 194 0,'0'0'340'0,"0"0"-15"0,0 0-33 0,-5-2-29 16,5 2-25-16,0 0-31 0,10-8-22 0,-1 5-28 15,4-1-33-15,6-2-36 0,8 0-41 0,2 0-52 16,0 2-60-16,3-1-79 0,-1-2-231 0,-4 4-406 16,1-3 181-16</inkml:trace>
  <inkml:trace contextRef="#ctx0" brushRef="#br0" timeOffset="130739.87">3572 12677 16 0,'-2'3'185'16,"0"-1"5"-16,2-2 7 0,0 0-12 0,12 1-19 0,2 0-13 0,7-2-21 15,8 0-32-15,4-1-55 0,3 0-67 16,3-3-103-16,-4 0-79 0,2-2-221 0,-4 2 98 16</inkml:trace>
  <inkml:trace contextRef="#ctx0" brushRef="#br0" timeOffset="131340.59">4486 12682 58 0,'0'0'170'0,"0"0"3"16,-4 1-10-16,4-1-5 0,0 0-5 0,0 0-9 16,0 0-8-16,0 0-7 0,0 0-9 0,0 0-10 15,0 0-3 1,0 0-8-16,0 0-1 0,0 0-7 0,0 0-7 16,0 0-5-16,0 0-4 0,0 0-9 0,0 0-5 15,0 0-4-15,0 0-6 0,0 0-4 0,0 0-2 16,0 0-5-16,0 0-2 0,0 0 5 0,0 0-4 0,0 0-1 15,0 0-4-15,0 0 0 0,0 0-2 16,0 0 0-16,0 0-3 0,0 0-2 0,18-3-7 16,-4 3 2-16,5-3-4 0,12 2-1 0,0-2-1 0,4 3-2 0,2-1 9 15,21 1 1-15,-3-1 6 0,4 1 1 0,0 0 2 16,-2 0 1-16,-6-3-3 0,-11 3-2 0,-3 0-1 16,-3 0 0-16,-7-2-3 0,-4 2 3 0,-5-1 2 15,-5 1 5-15,-2-2 9 0,-3 2-2 0,-3 0 10 16,3-2 1-16,-8 2-10 0,10 0-13 0,-10 0-2 15,5-1-17-15,-5 1-17 0,0 0-20 0,0 0-28 0,0 0-23 0,0 0-24 16,-19-2-25-16,19 2-33 0,-13 3-60 0,8-3-267 16,0 2-525-16,5-2 232 0</inkml:trace>
  <inkml:trace contextRef="#ctx0" brushRef="#br0" timeOffset="132828.2">5802 12305 22 0,'1'-2'279'0,"2"-5"-3"0,-2 0-1 0,2 1-11 0,-1 2-9 16,2-2-5-16,-4 2-15 0,4 0-14 0,-4-1-19 15,0 5-21-15,1-5-20 0,2 3-23 16,-3 2-24-16,2-2-23 0,-2 2-9 0,0 0-14 0,0 13-6 0,0-4-12 15,0 7-4-15,-1 3-6 0,0 7-5 0,-2 3-3 16,2 1-2-16,-3-2-2 0,0 5-7 0,3-3 1 16,0 0-1-16,-3-1-6 0,4-1-1 0,0-1-2 15,-3-3-2-15,2-5 1 0,1-2-1 0,1-2-5 16,-1-3 3-16,0 0-2 0,-1 0-2 0,1-5 6 16,0 1 2-16,0-3-5 0,0 0-3 0,0-1 4 0,0 1-1 0,0-5 1 15,0 5 1-15,0-5 10 0,1 5-9 0,-1-3 23 16,0-2 13-16,0 0 8 0,0 0 14 0,0 4 5 15,0-4 15-15,0 0-18 0,0 0 0 0,0 0 9 16,0 0-17-16,0 0-10 0,0 0-3 0,0 0-6 16,0 0-30-16,-1-13-4 0,2 6-28 0,-2 1-27 15,1-1-25-15,0-3-14 16,0-1-8-16,-1 3-6 0,1-4-12 0,0 0-8 16,1-1-11-16,-1-4 0 0,0 0 5 0,0 1 7 15,4-1 11-15,-4 2 8 0,1-2 10 0,2 0 10 16,-3-1 7-16,2-2 10 0,2 3 4 0,0-1 14 15,0 1 20-15,-2-4 18 0,1 4 7 0,2-1 19 16,-1 0 5-16,2 1 12 0,-2 1 13 0,1 0 16 16,-1 5 11-16,0-6 0 0,1 5 3 0,-1 1 10 0,1-2 9 0,-1 4 1 15,-3-1 0-15,3 6 11 0,-4-3-14 16,1 2-3-16,0 1-9 0,1 1 3 0,-1-1-24 0,-1 4-8 16,0-5-8-16,0 2-32 0,0 3-22 0,0 0-2 15,0 0-11-15,-6 9 11 0,-2-1-1 0,-6 5 3 16,-3 6-5-16,-2 5-25 0,-3-2-18 0,-3 7-26 15,-10 5-26 1,1 0-27-16,1 2-32 0,-2-2-35 0,15-8-60 0,-3 0-256 16,6-1-558-16,3-1 246 0</inkml:trace>
  <inkml:trace contextRef="#ctx0" brushRef="#br0" timeOffset="133061.76">5618 12864 270 0,'0'0'309'0,"-5"2"-13"0,5-2-25 15,0 0-28-15,0 0-24 0,22-1-25 0,-3-2-34 16,13 2-43-16,2-3-62 0,7 3-68 0,10-5-95 15,-10 1-228-15,8 0-363 0,-11 0 160 0</inkml:trace>
  <inkml:trace contextRef="#ctx0" brushRef="#br0" timeOffset="140729.12">3006 13983 52 0,'7'-4'151'0,"-7"4"-6"15,1-4-6-15,-1 4-1 0,5-4-9 0,-5 2 1 16,4-2-8-16,-4 4-3 0,1-4-8 0,-1 4-8 16,3-3-9-16,-3 3-8 0,0 0-10 0,1-3-6 15,-1 3-8-15,0 0-8 0,0 0-8 0,0 0-9 16,0 0-15-16,0 0-4 0,0 0 2 0,0 0-4 15,-10 8-8-15,2-1 8 0,-5 1-4 0,-2 1 2 0,-2 3-5 16,-6 3 1-16,6-3-8 0,-5 7 3 0,0-5-3 16,6 1-2-16,-4 2-2 0,4-3 0 0,0-1-2 15,2 1 4-15,0-2 0 0,1 1-5 0,2 0 4 0,3 0 1 16,3-4-5-16,-2 1 3 0,1 2 4 0,5-1-2 16,1 0-3-16,1 1 3 0,3-2-2 15,0 1 5-15,6-2 0 0,0 3 4 0,7 0-2 0,-3-2-1 0,4 1-2 16,-1-1 2-16,-1 0 1 0,1-1 0 0,1 1-5 15,-5-3 2-15,-3 0-4 0,-1 1 1 0,-3-3 0 16,-1 2-5-16,-1-2 1 0,1-1-3 0,-2 4 5 16,-3-2 2-16,-4-2 6 0,-5 5-5 0,-1-2 4 15,-7 1 1-15,2-1 0 0,-6 1 1 0,1-4 0 16,-2 3 1 0,2-2-1-16,-10 0 4 0,11 0-2 0,0-2-3 15,0 1 4-15,2-2-4 0,4 1 4 0,3-2 2 16,2 0-5-16,1 1 1 0,1-2 2 0,2 1 15 15,4-1 15-15,-9 2 12 0,9-2 9 0,-4 2 4 16,4-2-5-16,0 0 0 0,-9 0-3 0,9 0-11 16,0 0 0-16,0 0-5 0,0 0-4 0,0 0-23 15,0 0-23-15,0 0-38 0,14-12-29 0,-9 8-51 0,4-1-59 0,0 0-192 16,1-2-410-16,0 0 181 0</inkml:trace>
  <inkml:trace contextRef="#ctx0" brushRef="#br0" timeOffset="141246.07">3286 13680 168 0,'0'0'259'0,"0"-5"-16"0,0 5-24 0,0 0-19 0,3-3-23 16,-3 3-20-16,6 0-15 0,-6 0-16 0,12 1-15 31,-6 1-8-31,3 1-17 0,2 1-5 0,0 1-9 16,-2 3-4-16,3 1-8 0,1 3-7 0,-2 2-3 15,1-1-6-15,-3 3-6 0,-3 2-2 0,-2 1-1 16,-3 0-4-16,-2 0-4 0,0-2-3 0,-4 3-5 0,-3-2 1 0,1-3 1 16,-4-1-3-16,1 1-1 0,1-7 2 0,0 3-5 15,0-5-4-15,4-1 1 0,0 1 0 0,1 0 0 16,2-2-2-16,-1-1 2 0,2 2 4 0,-1-3 14 15,2-2 10-15,-2 3 2 0,2-3 4 0,0 0-3 16,0 0 8-16,11 5 5 0,0-3-13 0,3-4-7 16,1 2-3-16,3 0-3 0,2 2-2 0,1-4-1 15,-2 2-7-15,-1-1-22 0,0 1-35 0,-2 0-41 0,-4 1-47 16,1 1-42-16,-1-1-54 0,-5-1-227 0,-1 0-486 16,1 1 215-16</inkml:trace>
  <inkml:trace contextRef="#ctx0" brushRef="#br0" timeOffset="141816.22">3609 14320 23 0,'-5'0'160'15,"5"0"-1"-15,-6 1-1 0,6-1-9 0,-8 2-6 16,8-2-2-16,0 0-4 0,-5 2-7 0,5-2-7 16,0 0-8-16,0 0-8 0,-4 3-6 0,4-3-3 15,0 0-5 1,0 0-3-16,0 0-4 0,0 0-3 0,0 0-4 15,0 0-5-15,0 0-4 0,0 0-5 0,0 0-7 0,0 0-8 16,0 0-3-16,0 0 4 0,0 0-14 0,0 0-4 16,0 0-5-16,0 0 1 0,0 0-4 15,0 0-5-15,0 0 0 0,0 0-5 0,0 0 0 16,0 0 5-16,0 0-9 0,0 0 1 0,0 0-4 16,0 0-1-16,0 0 3 0,0 0-5 0,0 0-1 0,0 0 1 0,0 0-3 15,0 0 4-15,0 0-3 0,0 0 3 0,0 0-4 16,0 0 0-16,0 0 0 0,0 0-2 0,0 0 4 15,0 0-3-15,0 0 3 0,24 1-1 0,-7-1 2 16,5 1 0-16,6-2-2 0,4 0 7 0,0-1-9 16,4 0 2-16,3-2-3 0,-2 4 4 0,2-4 3 15,-3 2 0-15,3 0 4 0,-7-1 2 0,1 1 3 0,-14 2-1 0,3-3 6 16,-9 0 9-16,1 1 2 0,-4 2 6 0,-1-3 0 16,-1 3 2-16,-2-1-7 0,-2 0 0 0,-4 1-11 15,9-2-13-15,-9 2-20 0,8-1-18 0,-8 1-22 16,0 0-30-16,0 0-31 0,0 0-49 15,0 0-33-15,0 0-65 0,0 0-146 0,0 0-438 0,0 0 193 16</inkml:trace>
  <inkml:trace contextRef="#ctx0" brushRef="#br0" timeOffset="142284.21">4567 13977 167 0,'0'0'241'16,"0"0"-11"-16,3-5-15 0,-3 5-18 0,0 0-14 16,0 0-19-16,4-1-16 0,-4 1-17 0,0 0-13 15,0 0-18-15,0 0-9 0,0 0-12 0,0 0-10 0,0 0-18 16,0 0-8-16,0 0-4 0,-3 12-5 0,-1-6-3 16,0 6-4-16,-1 1-3 0,-3 3-4 0,0 1 0 0,-2 5 0 15,1-2-4-15,-3 3-4 0,5-5 1 0,-2 1-3 16,2-2 0-16,1 0-1 0,-1 0-1 0,3 0 1 15,1-5-1-15,-1 0-5 0,3 0 2 0,-2-3 3 16,3-1-4-16,0-1 1 0,2 0 12 0,-1-2 16 16,2 1 11-16,0-1 8 0,7 2 1 0,2-3-2 15,-2-1-3-15,8 1-3 16,5 1-5-16,-2-3-4 0,7 1-4 0,-5-2-9 16,4-1-23-16,-7-1-26 0,-1-2-28 0,2 1-30 15,-1-1-36-15,-6-1-45 0,4-1-36 0,-8 1-197 0,2-1-431 16,-3-1 190-16</inkml:trace>
  <inkml:trace contextRef="#ctx0" brushRef="#br0" timeOffset="142480.79">4776 14197 130 0,'0'0'244'0,"0"0"1"0,-1-5-4 0,1 5-6 0,0 0-7 16,1-5-14-16,-1 5-21 0,0 0-25 0,0 0-14 15,0 0-19-15,0 0-18 0,0 0-23 16,0 0-18-16,0 0-9 0,-5 14-8 0,4-3-7 15,-2 1-7-15,-2 5-1 0,1 9-4 0,-1-3-8 0,-4 3-1 0,4 0-1 16,-4 0-3-16,4 2-1 0,1-7-12 0,-1 4-34 16,1-5-41-16,-1 3-37 0,-3 4-51 0,4-6-67 15,1-8-184-15,-1 4-433 0,3-8 192 0</inkml:trace>
  <inkml:trace contextRef="#ctx0" brushRef="#br0" timeOffset="144169.53">5411 13961 100 0,'3'-4'206'0,"-2"-1"-7"16,2-1-6-16,-1 3-24 0,-2-1-14 0,0 4-23 0,4-4-12 15,-4 4-18 1,0 0-8-16,0 0-10 0,1 9-17 0,-2 2 1 16,-3 0-11-16,-1 6-6 0,-4 7-2 0,1 2 5 15,-3 0-6-15,2 4 2 0,-3-1-12 0,1-2-1 16,-1 2-4-16,-1-3-5 0,2 0 0 0,-2 1-3 15,1-5-4-15,3-3 1 0,1-4-7 0,0 1 1 16,1-7-2-16,0 2-1 0,2-5-2 0,0 1 3 16,2-1 9-16,-1-2 19 0,1 0 21 0,2-2 23 0,-2 3 33 0,2-2 39 15,1-3 16-15,0 0-13 0,0 0-15 0,-4-11-18 16,5 2-11-16,0-1-12 0,2-5-8 0,4-2-11 16,0-2-20-16,1-5 4 0,-1-2-9 0,5-3-8 15,-1-1-4-15,2 0-2 0,0-2-8 0,0 2-4 16,2-1-8-16,-3 4-13 0,0 1 10 0,-4 7-3 15,-2 1 4 1,2 4-8-16,-2 4-1 0,1-2 0 0,-1 3-4 0,-2 1-5 16,1 0-6-16,2 4 5 0,0-1-7 0,0 2 15 15,-1 1-20-15,3 0-10 0,1 1 3 0,-2 4-13 16,1-1-7-16,2 4-8 0,-2 0-4 16,0 5-8-16,-1-2 8 0,-1 6 2 0,0 1 5 0,-5-1-6 15,0 2 1-15,-4 3 5 0,0-3 4 0,-7 9 0 16,0-9 5-16,-4 5 4 0,-1 0 3 0,-5-3-1 0,5-5 4 15,1-1 4-15,0-1-3 0,3-3 3 0,1-1 4 16,0-1-2-16,3 2 6 0,-2-6-1 0,4 2-1 16,-1 1 0-16,1-2-1 0,3-2-2 0,-3 3 2 0,2 2 3 15,2-3 5-15,0 1-4 0,2 0 4 0,-1 3 1 16,6 0 4-16,2 1-3 0,2 0 1 16,2 3 1-16,5-2 1 0,0 2 3 0,1-2-2 0,7 2 3 0,-2 3-12 15,2-6-33-15,-1 3-38 0,-6-4-47 0,2-1-58 16,-1-2-89-16,-2 0-222 0,0-1-531 0,-3-2 236 15</inkml:trace>
  <inkml:trace contextRef="#ctx0" brushRef="#br0" timeOffset="144601.68">5853 14038 198 0,'-5'-1'215'0,"1"-2"-9"0,4 3-12 16,-5-4-11-16,5 4-8 0,-1-1-26 0,1 1-14 16,0 0-12-16,-4-3-12 0,4 3-13 0,0 0-8 0,0 0-13 15,0 0-2-15,0 0-10 0,0 0-6 0,0 0-4 16,0 0-8-16,0 0 2 0,-5-2-7 15,5 2-1-15,0 0-4 16,0 0 1-16,0 0-3 0,0 0 2 0,0 0 2 16,0 0 0-16,0 0-1 0,0 0 3 0,0 0 4 15,0 0-3-15,0 0 4 0,0 0 2 0,0 0 0 16,0 0-1-16,0 0-2 0,19-2 2 0,-7 2-2 16,8 0-7-16,9 0-1 0,6-1-4 0,3 1-4 15,17-3 0-15,3 1 4 0,-2 0 4 0,0 2-2 16,3-2-3-16,-5 2-1 0,-17-3-3 0,1 2-3 0,-7 0 0 0,-11-2-4 15,-1 3-2-15,-2-3-7 0,-7 6-21 0,-2-6-19 16,-3 2-27-16,-1 0-34 0,-4 1-26 0,0 0-18 16,-18-2-25-16,0 4-21 0,0-1-34 0,-5 0-219 15,-6 2-467-15,7-1 206 0</inkml:trace>
  <inkml:trace contextRef="#ctx0" brushRef="#br0" timeOffset="144801.91">6164 14077 63 0,'4'-11'298'0,"-4"11"4"0,1-4-5 0,-1 4-1 15,3-5-12-15,-3 5-17 0,2-2-24 0,-2 2-30 16,0 0-27-16,0 0-32 0,0 0-29 0,0 0-19 0,0 12-9 16,-1-2-13-16,-2 7-10 0,-3 9-6 0,-1 3-7 0,-2 2 0 15,1 1-7-15,0 2-6 0,0-2-44 0,-2 3-38 16,1-1-54-16,-4 10-38 0,3-10-81 15,1-1-282-15,0-4-529 0,0-4 234 0</inkml:trace>
  <inkml:trace contextRef="#ctx0" brushRef="#br0" timeOffset="150635.37">3526 15212 23 0,'3'-4'198'15,"-2"0"-4"-15,-1 4 1 0,4-5-14 0,-4 5-7 16,1-5-19-16,3 4-14 0,-4 1-12 0,1-3-12 0,-1 3-13 0,0 0-15 16,2-4-13-16,-2 4-18 0,0 0-9 0,0 0-8 15,0 0-3-15,-8 15-4 0,3-4-6 0,-4 6-3 16,-1 4-2-16,-4 5-6 0,-3 3 4 0,-1 0 0 16,4 2-7-16,0 2-3 0,1-6 1 0,-1 1-2 15,5-4-3-15,1 1 1 0,1-4 3 0,3-2-5 16,-2-2-2-1,3-4 0-15,-1-1 2 0,3 0-3 0,0-3 2 16,1-1 1-16,-2 2 1 0,2-4 2 0,2-2 0 0,0 1 0 16,3 1 2-16,3-2 2 0,1 0 2 0,5 0-2 15,5 0 1-15,2-2-6 0,-1-1-5 16,2 1-18-16,6-2-22 0,-9 0-25 0,3 0-27 16,0-2-31-16,-2 0-35 0,-1-1-158 0,-1-3-337 15,0 2 150-15</inkml:trace>
  <inkml:trace contextRef="#ctx0" brushRef="#br0" timeOffset="150867.2">3732 15497 181 0,'0'0'289'16,"0"-6"-13"0,0 6-17-16,-3-5-17 0,3 5-17 0,0 0-33 15,0 0-26-15,2-5-17 0,-2 5-20 0,0 0-28 16,0 0-19-16,0 0-6 0,0 16-8 0,0-4-9 0,-3 7-5 15,-2 7-6-15,-2 2-5 0,-1 2-8 0,3 1 2 16,-3-1 29-16,-1 0-11 0,0 0-5 16,4-1-6-16,-4-3 3 0,3-1-10 0,-1-5-15 15,2-3-19-15,0 3-23 0,1-2-25 0,-1-2-28 0,0-6-28 0,1 1-31 16,3-2-44-16,-2-2-46 0,2-1-156 0,-1-1-409 16,0-3 181-16</inkml:trace>
  <inkml:trace contextRef="#ctx0" brushRef="#br0" timeOffset="151401.44">4252 15473 202 0,'0'0'214'0,"0"0"-19"0,-5-1-16 0,5 1-11 16,0 0-22-16,0 0-15 0,0 0-15 15,0 0-12-15,0 0-10 0,0 0-8 0,0 0-9 16,0 0-8-16,0 0-9 0,0 0-1 0,12 5-9 16,-5-3-1-16,-1-2-10 0,6 1 0 0,2-1-6 0,-4-1 8 15,3-1-10-15,8-2-6 0,-5-1-2 0,1-1-3 16,1-1-2 0,-2 0 0-16,1 0-4 0,-2-2 3 0,-1-1 5 15,-3 3 4-15,-4 1 12 0,2 2-2 0,-4-3 7 16,-1-1 0-16,0 4-3 0,-4-3-5 0,0 2-7 15,-4 1-2-15,-1 3-6 0,-6 1-6 0,-2 0 0 16,-8 6-4-16,-4 6 3 0,-2 1-8 0,0 3 3 16,-1 0-6-16,0 3 1 0,1-1-2 0,3 5-3 15,2-3-1-15,5 0 1 0,1 2 1 0,4-5 0 0,3 6 3 0,2-4-3 16,5-1 3-16,4 1 4 0,6 0 2 0,3-2-4 16,8 2 4-16,5 0-32 0,8-7-42 0,1-3-55 15,6-4-87-15,-3-2-184 0,2-1-422 0,-1-3 186 16</inkml:trace>
  <inkml:trace contextRef="#ctx0" brushRef="#br0" timeOffset="151885.07">4621 15109 228 0,'3'-2'279'0,"0"-1"-15"16,2-1-22-16,0 1-25 0,1 1-19 0,1 2-13 15,2 0-18-15,3-2-14 0,2 4-11 0,0-2-13 16,3 2-13-16,2 4-7 16,-1-1-12-16,-8 0-8 0,3 3-13 0,1 3-7 15,-6-2-5-15,-3-2-8 0,1 4-5 0,-2 2-12 16,-1-2 3-16,-3 3-8 0,-3 0-2 0,-2-2-6 15,-4 1 1-15,0 1-7 0,3-5 0 0,-3 1-1 16,0-3-5-16,4 3 0 0,-2-5-3 16,2-1 1-16,4-2-2 0,-3 2-2 0,3 0 1 0,-2-1 0 15,3-3 1-15,7 6 0 0,4-4-1 0,1 1-3 0,8 3-12 16,8-6-35-16,3 1-40 0,-1 2-49 0,2-2-77 16,3-2-268-16,-3 1-514 0,1 0 227 0</inkml:trace>
  <inkml:trace contextRef="#ctx0" brushRef="#br0" timeOffset="152469.94">5218 15255 246 0,'0'-3'281'0,"0"3"-20"0,-1-7-14 0,1 7-21 15,0-4-20-15,0 4-23 0,0 0-17 0,0-5-21 16,0 5-20-16,0 0-12 0,0 0-12 0,0 0-13 16,0 0-4-16,0 0-11 0,4 14-8 0,0-5-7 15,-1 2-5-15,3 5-2 0,2-2-7 0,-1 2-3 0,2 2-3 0,1-2-11 16,-1 0-6-16,1 1-6 0,3-2-7 0,-3 0 2 15,0-2-6-15,-1-3-5 0,4 0-1 0,-4-1-1 16,1-1 4-16,-1-3-3 0,-1-3 2 0,1 3 0 16,0-4 3-16,-4 2 0 0,0-2 15 0,0 0 11 15,-5-1 8-15,9 0 8 0,-9 0-2 0,8 1 5 16,-8-1-4-16,0 0-4 16,6-2-2-16,-6 2-9 0,0 0-14 0,0 0-10 15,4 3-7-15,-4-3 3 0,-9 9-4 0,0-3 0 16,-6 8 0-16,-8 6-1 0,-4 5-2 0,-9 9 2 15,-5 2 2-15,1 3-3 0,-4 2-1 16,8-4 3-16,-2 2-4 0,1-2 6 0,5 1-2 0,9-10 0 16,0-2 1-16,4-1-1 0,-2 0 12 0,2-6 2 15,5-2 0-15,6-5-2 0,3-3 4 0,-3-2 4 0,3-1 6 16,-1 0 5-16,2-1 13 0,2-2 22 0,0 0 13 16,0 1 16-16,-1-2 13 0,1 1 12 0,2-3 10 15,-4 1-2-15,4-1-3 0,0 0-13 0,0 0-16 16,0 0-9-16,0 0-8 0,11-8-18 0,-7 5-26 15,0-2-48-15,1 0-34 0,0 0-47 0,-1-1-50 16,1 0-41-16,2-3-51 16,1 2-54-16,1 0-328 0,-1-1-672 15,1-1 298-15</inkml:trace>
  <inkml:trace contextRef="#ctx0" brushRef="#br0" timeOffset="152917.51">6069 15380 44 0,'0'0'209'0,"0"0"-9"0,3-4-17 0,-3 4-14 0,0 0-13 16,0 0-12-16,-3-6-16 0,3 6-13 0,0 0-8 15,0 0-12-15,0 0-7 0,0 0-9 0,0 0-7 16,0 0-7 0,-19 13-1-16,10-3-11 0,-4 1-4 0,-1 1-6 0,0 2-6 15,0 2-2-15,-1 6-3 0,-3-3-6 0,4 4-2 16,-1-3-4-16,7 0-2 0,-1-4-15 15,1 4 23-15,3-3 3 0,4 0 6 0,1 0 13 16,1 0 10-16,4 0 19 0,7-2 15 0,2-1 10 0,11 1 5 16,6-5 0-16,6-2 9 0,14-3 2 0,-1 0 6 0,-10-10-2 15,11-2 1-15,-16 0-1 0,4-5-12 0,-7-2-13 16,-1-1 6-16,-2-3-23 0,-5-3-4 0,-6-3-14 16,-3-1-25-16,-6-3-19 0,-5-1-27 0,-8 0-28 15,-6-3-37-15,-12 3-50 0,-17 2-56 0,-15 4-87 16,-33-2-326-16,22 12-643 0,-32-4 285 0</inkml:trace>
  <inkml:trace contextRef="#ctx0" brushRef="#br0" timeOffset="162271.31">11331 4512 39 0,'3'-5'151'0,"-3"5"0"16,0 0-5-16,1-3-4 0,-1 3 0 15,0 0-9-15,0 0-2 0,0 0-12 0,-2-4-8 0,2 4-14 16,0 0-3-16,0 0-16 0,0 0-3 0,0 0-10 16,0 0-9-1,0 0-13-15,0 0-12 0,0 0-6 0,0 0-14 16,0 0 4-16,0 0-4 0,0 0-1 0,1 12 3 0,-1-6-10 15,-1-1 2-15,1 6 0 0,1 0-6 16,-1-1 6-16,-1 3 0 0,-1 3 2 0,0 2-2 16,1 0-2-16,-2 0-4 0,0 1 2 0,2-3 0 15,-2 4 16-15,1 1-1 0,-2 2-1 0,-1-3-5 16,3-2 4-16,-1 2-4 0,3 1 5 0,-1-1-10 0,1-1 5 0,-3-1-2 16,3 0-2-16,0 0 4 0,-2 1-1 0,2-5 0 15,0 3-1-15,-3-1 0 0,3 1 3 0,0-2-6 16,-1 2 1-16,2-1-2 0,-5-4-7 0,4 0 6 15,0-1-2 1,-4 2 1-16,4-4-2 0,0 3 11 0,-2 0-9 16,2-2 0-16,-3 0 0 0,2 1-2 0,-3-3-1 15,4 2 4-15,-4-1-3 0,3 1 1 0,0-3 1 0,-2 1-2 16,2 2 2-16,-2-1-4 0,2-3 4 0,-3 1 1 16,4-1-1-16,-4 5-2 0,3-2 3 0,1 0-4 0,-4 0 3 0,4 2 6 0,-2 0-5 15,2-3-3-15,-3 2 0 0,2 1 5 0,-2-3 0 16,2 2-4-16,-1-1 0 0,0 1 1 0,2 0-1 15,-1 0 0-15,-3 0 0 16,4-1-3-16,-3 4 4 0,2-4-2 0,-3 0 3 16,3 0-2-16,-2 2 4 0,1-2-2 0,0 1 0 0,-1-1-1 15,0 1 0-15,2 0-1 0,-1 0-1 0,-1-1 0 16,0 2 1-16,2-2-2 0,-3 0 4 0,2 3-1 16,-1-4-4-16,3 4 5 0,-4-3-4 15,3 0 2-15,-1 0 3 16,-1 2-6-16,3-3 4 0,-1 3-4 0,-1-5 2 0,1 4 0 15,0-1 0-15,1 1 2 0,-1-1 2 0,-1 1-5 0,1-3 0 16,1 4 3-16,-1-5-3 0,-1 5 3 0,1-2-3 16,1 0 2-16,1 1 1 0,-2 1-2 0,0-3 0 15,0 4 1-15,1-1 2 0,-3 0-1 0,3-3-1 16,-1 3 3-16,-1 0 5 0,0 0-7 0,2 1 0 16,-1 0-5-16,1-2 2 0,0 2 1 0,-1 1-1 15,1 3 1-15,-2 1-1 0,1-2 2 0,2 1-3 16,-2 0 5-16,-2-2-3 0,2 3 0 0,0 1 3 15,-1-1-4-15,1 0 2 0,0 3 1 0,-3-3-2 16,3 2 3-16,-2-2-4 0,2 3 1 0,0-1 1 16,-2-2 1-16,2 2 0 0,-2 0 0 0,2-1-2 15,0-1 0-15,-2 2 12 0,2 5-12 0,0-4-2 16,-1-1 2-16,1 0 1 0,0-1-1 0,0 1 6 0,-1 0-6 0,4 3-1 16,-5-5-1-16,3 3 2 0,-1-2 1 0,-1-1-1 15,2 3 1-15,0-5-3 0,0 3 5 0,2-1-1 16,-4 0-1-16,1 1-1 0,1-2-1 15,-3 1 1-15,2 2 3 0,0-3-5 0,1 0 3 16,-4 3 3-16,2-4-2 0,-1 4-4 0,3-1 2 0,-2-2-1 16,-1 0 3-1,3 2-1-15,0 1-2 0,-1 0 3 0,1-1 1 16,-3-1 0-16,3 3-1 0,-1-2 0 0,-3-1-1 16,7 2 0-16,-3-2 4 0,-3 0-6 0,2 2 0 15,2-1 2-15,-2-1-3 0,-2 2 3 0,3 0-2 0,-1 1 0 16,-2-3 2-16,2 1 2 0,0 0-6 0,-3-1 3 15,3 2 1-15,-2-2 1 0,3 1 0 16,-2-1-1-16,-2 1 1 0,0-2-4 0,1 2 3 0,2-1 1 0,-3-2-1 16,0 5 0-16,-1-4 0 0,3 2 1 0,-1-2-2 15,2 1 2-15,-2-3 0 0,2 2 0 0,-1 0-4 16,-1 1 0-16,-1 3 3 0,1-7 2 0,2 4-2 16,-1 1-2-16,0-2 4 0,0 1-1 0,-1 0 2 15,2 1-4-15,1-1 2 0,-4-3-3 0,3 3 3 16,1 0-3-16,-4-5 1 0,4 7 4 0,-5-2-2 0,4-2-1 0,-2 2-1 15,1-2 1-15,0 1-4 0,-4 0 6 0,3 1-3 16,-2-1 2-16,1 1 0 0,2 0-1 0,-2-1 0 16,1 1 1-16,0 0-1 0,0 1 0 15,-1 1 0-15,2-5-2 0,-1 3 3 0,1 0-5 16,-1 0 6-16,2 0-3 0,-2 2-5 0,-1-5 8 0,3 4-3 16,-2 0 2-1,1-2-4-15,1 2 4 0,-3-2-4 0,0 2 2 16,2-2 0-16,-2 0 2 0,0 4-2 0,0-4 1 15,1 1 0-15,2-2 1 0,-1 5-4 0,-3-3 0 16,2 2 2-16,2-2 2 0,-3 0-1 0,3-1-3 16,-2 1 4-16,2 1 0 0,-2-2 0 0,3 1 1 15,-1 0-2-15,-3 2 0 0,3-1-2 0,-2-1 3 16,1-1-1-16,-2 1-1 0,4 0-3 0,-4 0 5 0,0-1-4 0,3 2 3 16,-3-1 0-16,0 2 0 0,3-4-1 0,-3 2 3 15,0-1-3-15,3-1 0 0,-4 0 0 0,1 2 0 16,0-3-1-16,3 1 2 0,-2 2-1 0,-2-4 1 15,1 3-1-15,0-1-1 0,3 0 1 0,-4-2 0 16,1 2 0-16,3-1 2 0,-4 1-3 0,1-4 0 16,0 1 3-1,2 1-4-15,0 1 2 0,1-1 0 0,-4 1 0 0,1-2 0 16,1 1 2-16,1 1-4 0,2-2 1 0,-2 3 2 16,-1-1-1-16,0 5 0 0,0-2 2 0,0 0 1 15,0 0-3-15,1 1 9 0,0 1-11 16,-1 1 1-16,0-2 0 0,2-1 4 0,-1 3-5 0,0 1 2 15,-3 4-2-15,3-1 1 0,-1-5 0 0,2 0 0 16,-2 1 0-16,2-1 1 0,-4 5-1 0,0-4 2 0,-2 6 0 16,3-2 1-16,1-4-5 0,-1 5 3 0,0-7-1 15,0 8 0-15,-1-6 1 0,4-2 2 0,-3 1-3 16,-1 7 2-16,3-6-1 0,-1 5-2 0,0 3 0 16,2-9 1-16,1 7 1 0,-5-3-3 0,4-2 2 15,-2 3 0-15,-1 1 3 0,3 2-1 0,-3 1 1 16,0-8-5-16,0 5 3 0,0 1 2 0,-2 0-5 0,5 1 4 0,-7-1-1 15,3 1 2-15,1-2-2 0,-1 1-1 0,-4 3 0 16,4-5 0-16,-1 5-1 0,0-3-1 0,1-1 3 16,-1 4-1-1,0-5-3-15,-1 2 3 0,-1 1 0 0,3-3 0 16,-1 1 3-16,1 1-3 0,-1-1 2 0,0 3-5 16,0-1 6-16,-2 0 0 0,1-1-2 15,-1 2 1-15,2 0 1 0,-2 4-2 0,0-4 0 0,2 1 0 0,-1 0 1 16,1-1-2-16,-1 1 1 0,0-1 0 0,1 2-3 15,-1-2 4-15,-3 4-1 0,4-3-2 0,-2 3 3 16,0-3-1-16,2 2-2 0,-2-2 3 0,3 0-1 16,0-3-1-16,-1 2 0 0,-2 1-3 0,4 1 3 15,-1-1 0-15,0 0-1 0,0-1 0 0,0 3 2 16,-3 0 0-16,4 0-1 0,-2-1-1 0,1 1 1 0,-3 1 0 16,-1 1-1-16,3-1 4 0,-1 2-2 0,1-1 1 15,0 0-1-15,-2 2-1 0,3-3 0 0,1 1-1 16,-3-1 3-16,0-1-1 0,3 2-5 0,-1-3 8 0,0 2-5 15,0-3 1-15,-3 5-1 0,-1-4 0 0,3 2 0 16,-2-1 2-16,3 1 0 0,-6 0 1 0,4-1-2 16,-1 1 3-1,0 0-4-15,1-1 2 0,2 2-3 0,1-3-1 16,-2 1 3-16,-1 1-2 0,2-3 3 0,1 7 1 16,1-6-4-16,-1-1 3 0,0 4 4 0,-3-5-9 15,0 4 3-15,2-2 1 0,-3-3-3 0,0 4 3 16,3-1-2-16,-2-2-1 0,-1 5 1 0,2-3 2 15,-1 0-3-15,5 0 2 0,-6 0 2 0,-1 3-3 16,0-1 0-16,-1 1 3 0,2-1 1 0,-1 4-2 0,-1-2-1 0,2-2 1 16,-1 2 1-16,3 0 1 0,-3 0 1 0,0 1-3 15,0 0 2-15,0-2-4 0,2 0 0 0,0 0 2 16,-2-1 1-16,3 1 10 0,0-2 2 0,-3 3-1 16,1-2-2-16,-4 0 1 0,1 12-3 0,2-10 3 15,-2-2-4-15,3 4 2 0,-4-3-1 0,2 0-3 16,0 3 0-16,2-2 0 0,-1 1 0 0,-5 9 1 0,5-9-4 15,-5-1 1-15,5 0-2 0,0 2 0 0,-1-2 0 16,2 1 0-16,-2-3 1 0,2 2-1 0,-3 0-1 31,3-2 2-31,-2 2-2 0,1-3 6 0,0 4 2 0,0-2-1 0,0 1 3 0,2 1-2 0,-5-2 2 16,1 12-4-16,-1-12 1 0,2 0 2 0,-3 13-3 16,0-12-1-16,-1 10-1 15,4-9-2-15,0-2 5 0,0 3-3 0,-3 7 1 16,2-11-4-16,0 1 0 0,1 2 1 0,0-2-1 15,-2 0-1-15,3-1-1 0,-1 2 3 0,-1-3 0 16,-1 3-5-16,4 1 6 0,-3-3-5 0,-1 4 4 16,2-3 0-16,4 2 2 0,-6 12-3 0,3-14-1 15,-1-1 3-15,1 4-5 0,1-4-13 0,-3 3 0 16,3-2 0-16,-1 3 4 0,1-4-2 0,0 2 5 0,-3 0 4 0,4-3-2 16,-1 1 0-16,2 0-3 0,-2-1 4 0,2 2-2 15,-4-1 3-15,1 1-3 0,2-3 8 0,1 4-5 16,-2-3-1-16,3 0 3 0,-4-4 0 0,5 2 2 15,-1 0-4-15,-1 0 3 0,2 1-1 0,-1-1-2 16,-3 0 3-16,4-2 0 0,-1 2 2 0,-4-1-2 16,5-1 0-16,-2-1 25 15,2-3-2-15,-2 2-2 0,-1-7-1 16,2 1-3-16,1 0-3 0,-2 1 3 0,2-3-4 16,0-1-2-16,-1 2 0 0,3-3-2 0,-2 3-1 15,1-1-3-15,2-1 5 0,-2-4-5 0,2 4 1 16,-1-5-2-16,0 1 1 0,1-1 0 0,1-1 0 15,-1 1 1-15,-1-1-1 0,2 2 10 0,-1-2-1 16,0 0 0-16,1-1-4 0,0 1 1 0,0 0 0 0,-1-1 0 0,-1 3 4 16,2-4-8-16,-3 4 2 0,1-3-2 0,1 1-1 15,0-2 3-15,1 1-2 0,-1-2-2 0,1 0 7 16,0 1-8-16,0-3 1 0,0 3 0 0,0-2 0 16,0-1-1-16,0 0 0 0,0 0-1 0,1-1-2 15,-1 1 4-15,1-1-5 0,-1 0 2 0,0 0 2 0,0-4-1 16,3 5 0-1,-3 0-1-15,2 1-1 0,-1-4 1 0,-1 2 3 16,0 0-2-16,2 0-2 0,-2-4 2 16,1 7 0-16,-1-7-1 0,1 2-2 0,-1 2 2 15,0-4-1-15,1 5 1 0,-1-5 0 0,0 3 0 16,2 1 0-16,-2-4-27 0,1 6 3 0,0-2 2 0,1 0 3 16,-1 0 1-16,0 1 1 0,-3-1-14 0,3 1-24 15,-1-5-45-15,1 10-73 0,-1-10-187 0,0 0-389 0,0 0 172 16</inkml:trace>
  <inkml:trace contextRef="#ctx0" brushRef="#br0" timeOffset="164374.44">11409 3959 67 0,'1'-4'158'0,"-1"4"-10"0,0-7-6 0,2 3 6 0,-2 4-9 16,1-6 2-16,0 3-3 0,-1 3-3 0,2-7 4 16,-2 7 1-16,2-2-5 0,-2 2-2 0,0-5-5 15,0 5-11-15,0-3-8 0,0 3-13 0,0 0-15 0,0 0-6 16,0 0-11-16,0-5-17 0,0 5-15 0,0 0-4 15,0 0-4-15,-2 21-4 0,-2-2 0 0,-4 7-5 0,1 7 1 16,-8 11-3-16,3 3 2 0,-4 0 1 0,2 4-3 16,2-2 1-16,1-4-3 0,1 1 2 15,5-11-1-15,-1 14-9 0,3-1-22 0,3-3-27 16,0-8-37-16,4-2-47 16,0 0-91-16,0-3-154 0,0-4-406 0,-1-10 181 15</inkml:trace>
  <inkml:trace contextRef="#ctx0" brushRef="#br0" timeOffset="165809.44">12135 4085 24 0,'0'0'196'0,"0"0"-14"0,0 0-24 16,0 0-12-16,0 0-14 0,0 0-9 16,0 0-12-16,0 0-15 0,0-4-8 0,0 4-10 0,0 0-4 15,0 0-13-15,0 0-8 0,0 0-4 0,0 0-2 16,0 0-9-16,0 0 1 0,0 0-6 0,0 0-7 15,0 0 2-15,0 0-2 0,0 0 0 0,0 0-4 16,13 8 0 0,-8-6-2-16,4-2-7 0,0 0 3 0,1 0-5 0,3-2 1 15,-2 1-4-15,1-3 2 0,1-1-2 0,-2 2 1 16,2-2-1-16,1-2-2 0,1 0 9 16,-6 1 8-16,0 1 15 0,1-2 9 0,-2 2 7 15,-3 3 2-15,0-2 6 0,-1 1 6 0,0-1 4 16,2 0 1-16,-3 0-7 0,-2 4-5 0,-1 0-9 0,0 0-4 15,0 0-7-15,-11-3-7 0,-1 6-1 0,-7 2-5 0,-10 7-4 16,-2 3-4-16,0 0-1 0,-1 3-2 0,-11 11-5 16,3-2 1-16,8-3-5 0,5 1 4 0,1-1-4 15,4 3-2-15,3-3 1 0,2 2-1 0,5-3 4 16,5 2-4-16,3-8 1 0,4 0 4 0,3 0 2 16,3-2 0-16,6-3 2 0,0-1 0 0,13 3 1 15,4-4-3-15,6-3 1 0,3-1 0 0,0-3-12 0,15-1-10 0,-18-2-16 16,0 0-26-16,-3-2-15 0,-2-1-27 0,-9 1-26 15,-2-1-42-15,0-4-44 0,-7 4-205 0,-7 1-442 16,4-3 196-16</inkml:trace>
  <inkml:trace contextRef="#ctx0" brushRef="#br0" timeOffset="166395.14">12504 4316 229 0,'0'0'259'0,"0"0"-19"0,0 0-18 0,0 0-20 16,0 0-20-16,0 0-21 0,0 0-17 0,0 0-15 15,0 0-14-15,0 0-11 0,0 0-11 0,0 0-11 16,0 0-6-16,0 0-8 16,-2 9-5-16,8-4-6 0,-1-2-6 15,3-2-4-15,2 3-4 0,0 3-7 0,3-3 1 0,-3-1-7 16,2 2-3-16,-2 1-1 0,2-2-1 0,-2 0-3 16,-3-1-5-16,1 1-3 0,-4-1 0 0,2 0-5 15,-2 1-2-15,1 0-2 0,-2 1 1 0,-2 0 1 16,-2 0-4-16,-4 1 3 0,0 2-4 0,-4 1 1 15,-5 2 3-15,1-2-3 0,-1 2 2 0,-3-2-1 0,3 4-2 0,-4-4 2 16,3 0-3-16,-2 2 2 0,7-7-1 16,-3 1 2-16,4 2-3 0,3-4 2 0,-2 1-4 15,3-1 3-15,1 1-1 0,1-1 1 0,0 0 6 16,0-1 3-16,3-2 7 0,0 0 24 0,7 6 1 0,-1-5 9 16,9 2-12-16,2-3-2 0,6 1 0 0,0 2-1 15,5-6-5-15,4 2 3 0,0-2-3 0,1 2 6 0,-2 1-3 16,-3-1-5-1,-5 1 4-15,-5 0 7 0,1-3 0 16,-3 4-2-16,-6-4 7 0,0 3 2 0,-4 0 5 16,0-2 7-16,-6 2-2 0,11 2 3 0,-11-2-6 0,5-2 1 15,-5 2-8-15,0 0-2 0,7-1-14 0,-7 1-17 16,0 0-14-16,0 0-25 0,0 0-23 0,0 0-34 16,0 0-30-16,0 0-27 0,0 0-25 0,0 0-28 0,-31-1-26 15,23-2-47-15,-1 1-225 0,-1-1-530 0,1 1 235 16</inkml:trace>
  <inkml:trace contextRef="#ctx0" brushRef="#br0" timeOffset="167349.12">12559 3768 12 0,'-6'0'109'16,"-3"-2"-10"-16,-3-1-1 0,3 2-8 0,-2-1-6 15,-1 2-1-15,0-1-4 0,-2 1-1 0,-3 1-8 16,-1 2 0-16,-1-2-9 0,0 3 2 0,-3-1 2 16,-7 3-1-16,-2 5-14 0,2-7 9 0,-3 2-2 15,1 1-10-15,0 4 0 16,2-3-1-16,-2 2-4 0,2 2 2 0,0 2-4 15,2-4-5-15,0 5 0 0,1 1 0 16,6 0-10-16,-2 2-3 0,-1 0-2 0,4 0 2 16,1 2-2-16,4-4-4 0,-3 9 8 0,2-5-7 15,1 3 12-15,4-6 5 0,-3 4 3 0,1-4-3 0,-1 6 1 16,1-1-2-16,4-2-4 0,-2 3-2 16,2-3 4-16,-1 3 6 0,3-4-5 0,1 0-6 0,1-2 9 0,3 1-2 15,0 0-3-15,-2 1 2 0,6 2 0 0,-2-2 1 16,2-2-2-16,-1 0-1 0,6 1 2 0,-3 2-4 15,4-2 3-15,3 4-2 0,-3-4 2 0,4-3-1 16,6 6-1-16,-2-2-6 0,3 1 2 0,2-2-2 16,-4-1-3-16,5 0 1 0,-1 1 2 0,1-2-5 15,-4 0 4-15,7 0-1 16,-2-4 1-16,3 1 4 0,-1-1-6 0,1-1 4 0,-1-2 2 0,1 1 0 0,0-4 4 0,1 1 4 31,-2-2 3-31,3 0 3 0,1-1-5 0,-7 1 14 0,4-3-9 16,-8-1 1-16,6 1-3 0,-4-1 4 0,-1-1 0 15,1 0-3-15,-3-1 4 0,0 1-3 0,1-3-1 16,-1 1-2-16,1-3-4 0,0 2-4 0,2-1-2 16,-1 2-3-16,-3-1 3 0,2-2-1 0,-1 1 7 0,0-2 3 15,0 0-5-15,1 2 1 0,-4-1 7 0,0-3-3 16,2 0-4-16,-2 1 0 0,2-2 1 0,-3 1 1 16,3-2-2-16,-2-2-3 0,-2 2 2 0,1-2 4 15,-1-1 15-15,-3 7-5 0,3-6 0 16,-4 0 0-16,3 2 2 0,-7-2 8 0,4-1 1 0,-1 2 1 15,2-1 4-15,-2-2-2 0,-3-1 0 0,2 0-4 0,-1 5-3 16,0-2-7-16,3-2 0 0,-5 2 1 0,1 0-1 16,4-3-4-16,-5 3-3 0,1-2-5 0,-1 1 1 15,1-2 2-15,-2 4-9 0,-1-6-3 0,2 1-5 16,2-2 0-16,-2-2-5 0,1 4-2 0,0-5-6 16,-2 2 4-16,2-7 0 0,-4 7-3 0,3-8-5 15,-4 4-11-15,-2-6 0 16,-1 4-2-16,1 0-4 0,-5-2 0 0,-2 1-3 15,-5-4-2-15,-4 4-5 0,-5-1 5 0,-10-8-24 0,-7 4-4 16,-7 1-7-16,-4 1-14 0,-3 8-16 0,-33-8-26 16,25 13-32-16,-32-5-37 0,0 12-50 0,1 4-76 15,1 0-372-15,33 3-733 0,4-2 326 0</inkml:trace>
  <inkml:trace contextRef="#ctx0" brushRef="#br0" timeOffset="172755.77">14449 4100 30 0,'1'-6'179'0,"2"0"-1"16,0-1-3-16,1 1-10 0,-2-1-3 0,4 1-4 15,-4 3-8-15,0-5-7 0,-1 6-11 0,2-2-14 0,-2 1-11 16,-1 3-8-16,2-7-19 0,-2 7-25 0,0 0-21 16,0 0-6-1,0 0-3-15,-3 22 1 0,-3-3-3 0,-2 10-2 16,-4 3-4-16,-3 11-1 0,-3 1 1 16,-2 2 1-16,4-3-3 0,0 3 0 0,3-11-1 15,-3 11-1-15,-1-2 2 0,13-10 1 0,-10 0 1 0,5-4-3 16,1-3 3-16,2 1-8 0,1-8 6 0,-2-3 0 15,2-2-3-15,4-2 1 0,-3-4 1 0,-1 0 0 16,4-4-4-16,-2 2 0 0,2-2 1 0,1 0 2 0,-4-2 0 16,2 2 12-16,2-5 6 0,-3 2-7 0,3-2-3 15,0 0-1-15,0 0-9 0,-12-11-11 0,11 5-23 0,-5-4-30 16,3 0-32-16,1-3-38 0,3-6-24 16,3-7-30-16,2-3-151 0,-2-3-355 0,3-2 157 15</inkml:trace>
  <inkml:trace contextRef="#ctx0" brushRef="#br0" timeOffset="173110.58">14444 3897 80 0,'3'-26'210'0,"-3"10"-11"15,2 6 5-15,-1-3-5 0,1 1-5 0,-1 4-4 16,0 1-9-16,-1 1-14 0,2 1-17 0,-2 2-7 16,2-3-23-1,-2 4-18-15,0 2-16 0,10-1-9 0,-10 1-8 16,17 6-11-16,-6 0-1 0,6 5-11 0,9 6 1 0,0 1-5 15,1 5-5-15,0-2-4 0,0 5-2 0,-1 2-5 16,-5 4 2-16,6 8 0 0,-10-8-8 0,-3 0-3 16,-4-1-2-16,-1 1-1 0,-5-3 4 15,-4 0-7-15,-9-6-5 0,-4 0 0 0,-2-3 2 16,-7-2 0-16,-5-4-1 0,-2 1-1 16,-1-6-1-16,1 4 2 0,-3-8 0 0,4 2 1 0,-3-3-1 0,1 1 2 0,0-4-3 15,3 1 3-15,11-1 2 0,-3-1-1 0,3 1 9 16,6 0-12-16,0-1 2 0,1 0-4 0,3-1 2 15,6 1 3-15,-11 1-3 0,11-1 1 0,0 0-2 16,-6 0 4-16,6 0-3 0,0 0 1 0,-3 2 0 16,3-2-14-16,0 0-9 15,16 3-21-15,-10-2-26 0,5 0-23 0,0 2-40 16,-1-2-47-16,1 2-60 0,-2-3-168 0,3 4-433 16,-1-4 192-16</inkml:trace>
  <inkml:trace contextRef="#ctx0" brushRef="#br0" timeOffset="173619.01">15160 4403 33 0,'6'-11'235'0,"-1"0"-2"0,-1 1-11 0,1-2-4 0,-2 3-11 0,-1 0-8 15,1 1-16-15,-3 0-15 0,-4 3-14 0,4-2-15 16,-4 2-14-16,-1 0-15 0,-3 1-14 0,-6 4-11 31,1 1-7-31,-6 0-5 0,-7 6-9 0,-3 1-9 0,0 4-4 0,1 1-9 16,-4 0 0-16,6 4-3 0,-2 0-5 0,0 6-6 15,3 0-3-15,0 0 2 0,5 4-2 0,2 0-4 16,3-3-3-16,3-7-1 0,7-1 0 0,1 1 0 16,2-6 2-16,2 1 0 0,1-4-2 0,3 0 8 15,1-4 3-15,4 1 6 0,2-3 0 0,6 0 3 16,5-4 1-16,-3 0 9 0,9-7-16 0,0 1 3 0,0-4-6 16,-1 1 3-16,-1-2-3 0,-7 5-2 0,0-2-4 0,0 1 0 15,-1 1 1-15,-1-1-4 0,-2 1-1 0,-2 1-1 16,-4 4-5-16,2-3-4 0,-6 3 7 0,3 0-5 15,-3 1 1-15,-1 2-6 0,1-3 0 16,4 3-4-16,-9 0-11 0,10 1-14 0,-5 2-19 16,-1-1-21-16,4 3-23 0,-6-1-26 15,5 1-26-15,-2 0-45 0,-1 0-55 16,1 2-235-16,0-7-513 0,-4 5 228 0</inkml:trace>
  <inkml:trace contextRef="#ctx0" brushRef="#br0" timeOffset="173996.81">15388 4341 152 0,'4'-4'273'0,"0"0"-18"0,-1 1-21 0,-2-2-25 16,-1 5-23-16,5-2-20 0,-5 2-16 0,8 0-3 16,-8 0-22-16,10 7-12 0,-5-4-9 0,4 3-12 15,-4 4-8-15,3-2-9 0,-2 6-5 0,-1 0-7 16,-1 1-8-16,1 2-2 15,-4-2-8-15,1 3-1 0,-2-1-4 16,0-1-5-16,0 2-2 0,-3-1-6 0,1-5 0 16,-2 0-2-16,1-2 0 0,2-4-3 0,-2 1 5 15,2-2 7-15,0-1 19 0,0 1 24 0,1 0 33 16,0-5 43-16,-3 1 25 0,3-1-10 0,0 0-20 0,0 0-16 16,10-18-16-16,-3 9-13 0,0-1-6 0,4-4-10 15,1 1-11-15,2-6-9 0,4 0-7 0,4-1-10 0,-3 2-3 16,-5 3-4-16,4 2-6 0,-5 2 0 0,0 2-4 15,-4 0-3-15,-3 4-9 0,3 0 1 0,-4-2-4 16,0 4-3-16,-1 2-28 0,0-3-31 0,-2 3-47 16,-2 1-36-16,4-6-23 0,-4 6 0 0,0 0-17 15,0 0-18-15,0 0-24 0,0 12-32 0,-2-9-69 16,-1 2-238-16,1-1-591 0,-1 0 261 0</inkml:trace>
  <inkml:trace contextRef="#ctx0" brushRef="#br0" timeOffset="174428.93">16050 4339 64 0,'4'-6'266'0,"-1"-2"-8"0,-3 3-5 16,0-2-16-16,0 3-15 0,0-2-13 0,-3 2-29 0,2-2-18 0,-2 3-19 16,-2 1-13-16,-1-1-15 0,-6 4-14 0,2 1-9 15,-8 1-5-15,-1 5-10 0,1 0-10 0,-7 2-8 16,6 3-5-16,-5 2-3 0,0-3-11 0,5 7 1 16,-4-1-4-16,9-4-5 0,-4 6-2 0,5-5-2 15,4 0 6-15,3-3-12 0,3 1 1 0,2-1-1 16,1-3-2-16,1 1 3 15,3-3 4-15,5-2 2 0,0 0 2 0,5-3 0 16,0-2 0-16,16-2 7 0,-9 0 1 0,6-4-1 16,-8 1-1-16,9-4 13 0,-1 1-4 15,-9-1-3-15,0 2-5 0,0 2 6 0,-8 0-1 16,-1 1 0-16,4 1-4 0,-4 1 2 0,-4-1-3 0,0 1-8 16,0 0 0-16,0 0-5 0,-1 1-4 0,-4 1-9 15,7-2-12-15,-7 2-5 0,6 4-15 0,0-3-25 0,-1 3-34 16,0-1-43-16,1 4-59 0,-1-2-96 0,1 0-272 15,0-3-595-15,1 0 263 0</inkml:trace>
  <inkml:trace contextRef="#ctx0" brushRef="#br0" timeOffset="174982.98">16376 4550 45 0,'0'0'192'16,"0"0"-11"-16,0 0-18 15,0 0-12-15,0 0-11 0,0 0-20 16,0 0-13-16,0 0-7 0,0 0-11 0,0 0-5 0,16-9 7 16,-11 4 6-16,1 3 10 0,0-3-1 0,2-3 5 15,1 3 1-15,0-5 1 0,1 3 8 0,0-7-5 16,2 0-4-16,-1 0 1 0,0-2-5 0,5-4-6 15,-6 2-6-15,6-5-9 0,-3-2-5 0,3 0-9 16,-4-4 1-16,1 2-1 0,-1-1 2 0,-2-1 5 0,0 0-1 16,0 4 1-16,-5-4 22 0,-1 12-11 0,-1 2 10 15,0-2-11-15,-3 5 5 0,5 1-5 0,-5 1-2 16,0 4-9-16,1-2-4 0,-1 3-11 0,4 2-3 16,-4 1-30-16,0 2-29 0,0-6-25 0,0 6 0 15,0 0 0-15,-9 16 3 0,2 0 4 0,-6 7-9 16,0 5 10-16,0-1 4 15,-2 4 1-15,-7 11-1 0,6-9 2 0,-2 9-1 16,4-9 21-16,1-1-11 0,0-2-10 0,4 1 3 16,1-2 7-16,6-1 1 0,-2-3-1 0,4-6 11 15,0 2 8-15,3-6-15 0,0-3 32 0,1 0-2 16,0-5 10-16,5 1 12 0,-1-3 10 0,3-1 1 16,2-2 9-16,6-2-6 0,-1-2 1 0,0-2-6 15,1-1 0-15,-4-3-21 0,3-1 7 0,-4-1-15 0,0-2 8 16,-1 0-6-16,-4-1-6 0,-4 4-3 0,3 0-11 0,-4-2-10 15,-3 4-30-15,-1-4-26 0,-4 3-31 0,-6 1-28 16,1 3-19-16,-4 1-20 0,-6-1-23 0,-1 1-23 16,0 2-17-16,1 2-32 0,3 3-30 0,2-1-46 15,2-2-251-15,2 2-615 0,5 0 272 16</inkml:trace>
  <inkml:trace contextRef="#ctx0" brushRef="#br0" timeOffset="175416.81">17038 4293 183 0,'-1'-4'236'15,"1"4"-16"-15,0-5-18 0,0 5-19 0,1-4-17 16,-1 4-18-16,0 0-17 0,0 0-11 0,0 0-6 0,0 0-15 0,0 0-10 16,-17 6-8-16,12-2-8 0,-1 1-9 0,-2-1-3 15,1 3-10-15,0 0-2 0,0 0-5 0,-1 1-5 16,0 1-2-16,0 1-5 0,1-1-3 0,1 2-4 16,-1-2-1-1,1 1-2-15,-1 1 0 0,4-2-2 0,0 3 0 16,3-2-1-16,3 2 14 0,0-2 20 0,4-1 9 15,-1-1 5-15,6-1 3 0,-1-3-1 0,6 3-6 16,2-5-3-16,0-1 2 0,0-4-3 0,0 1 0 0,-1-6 0 16,0 3 0-16,0-4 3 0,-4 1-3 15,-1-3-1-15,-3 3-6 0,2-4-7 0,-6-2-3 16,-1 4-4-16,0-3-6 0,-4-1-3 0,-2 2-2 16,-4 0-8-16,0 0-6 0,-4 2-13 0,-4-2-28 15,-2 5-30-15,1 0-36 0,-4 1-37 0,3 5-53 0,3 0-94 0,-2 1-236 16,1 1-557-16,13-1 248 0</inkml:trace>
  <inkml:trace contextRef="#ctx0" brushRef="#br0" timeOffset="176585.03">17346 4474 179 0,'0'0'213'0,"0"0"-3"0,0 0-1 16,0 0-18-16,0 0-17 0,0 0-13 16,14-11-10-16,-9 7-2 0,3-2-4 0,1-1-1 15,1-5-7-15,0 3-1 0,4-5 6 0,-1 0-14 16,5-8-8-16,-3-1-6 0,3 1-13 0,-5-2 5 15,2-2-16-15,-1-1-5 0,0-2-11 0,-1 0 4 0,0-3-13 16,-4 1 8-16,-1 4-12 0,-2-2 2 0,-2 2-5 0,0 3 7 16,-2 3-1-16,-2 4 4 0,0 2-4 0,0 4-4 15,0 0-3-15,0 4-3 0,0-1-7 0,0 4 9 16,0-2-34-16,0 2-17 0,0 4-19 0,-2-3 3 16,2 3 4-16,-12 6-4 0,3 1 3 0,0 5 0 15,-5 5-2-15,-3 5 2 0,1 3-1 0,1 1 1 16,1 4-25-16,1 1 5 15,1 0 0-15,5 0 7 0,0 0 4 0,3 0 1 16,4-1 3-16,3-1 2 0,2-2 2 16,4 1 3-16,2-5 3 0,1 0 0 0,-2-7 2 0,6 0 2 15,0-4 5-15,7 1-2 0,-5-5 4 0,10 1 0 16,2-4-1-16,-10-1 4 0,2-6-1 0,5 1-2 0,-4 0-2 16,1-7 3-16,-1 2 8 0,-4 0 1 15,-1-4 5-15,1 0 4 0,-1-2 6 0,-4-1 7 0,0 2-1 16,-2-2 20-16,-5 4 5 0,1-1 12 0,0-1 6 15,-3 3 1-15,-3 2 15 0,2 0-5 0,-1 1-9 16,-1 3-11-16,2-2-8 0,-4 1-3 0,0 3-10 16,3-4-30-16,-3 4-24 0,3-1-21 0,-3 1-26 15,0 0 22-15,0 0-12 0,4 8 3 0,-4-2 9 16,0-1 15-16,-2 2-11 16,0 2-3-16,1-1 8 0,1 0-3 0,0-1 4 15,-2 2 0-15,2-4 5 0,-2-1 1 0,2 2 4 16,0-1-2-16,0-5-19 0,2 6-3 0,-2-6-1 15,-2 5-12-15,2-5 1 0,0 3 2 0,0-3-5 16,0 0-31-16,0 0-68 0,0 0-65 0,0 0-63 16,4-12-75-16,-1 3-207 0,-1-2-602 0,-1-1 266 15</inkml:trace>
  <inkml:trace contextRef="#ctx0" brushRef="#br0" timeOffset="176731.89">18059 4118 137 0,'3'-4'263'0,"-3"4"-12"15,2-3-24-15,-2 3-20 0,0 0-20 0,4-2-19 16,-4 2-20-16,0 0-27 0,0 0-20 0,0 0-31 0,7 5-36 16,-4-1-48-16,1 0-64 0,1-1-94 0,0 1-103 15,2-1-299-15,0-3 133 0</inkml:trace>
  <inkml:trace contextRef="#ctx0" brushRef="#br0" timeOffset="177163.92">18379 4201 104 0,'0'0'185'0,"0"0"-13"0,3 3-3 16,-3-3-27-16,0 0-16 0,0 0-2 0,0 0 6 0,5 1 7 16,-5-1 4-16,8 0-9 0,-3 2-6 15,8-2-7-15,-8-2-6 0,4 1-4 0,0-1-4 0,5 1-4 16,-2-3-3-16,0 2-4 0,5-5-1 0,-8 2 6 15,2 2-5-15,-5-2 0 0,0 1 7 0,-2 0 9 16,0 0 3-16,1 4-5 0,-3-4-9 0,1 2-8 16,-3 2-8-16,0 0-12 0,-7-7 4 0,-3 8-16 15,-3 2-11 1,-7 2-2-16,-8 3-9 0,0 3-4 0,-3 0-4 16,3 4-9-16,1 2 0 0,1 0-3 0,2 1 1 0,4 3-11 15,3 1 4-15,7-4 4 0,5 10-1 0,9-5 5 16,6 6-2-16,9-3 1 0,9-3 3 0,18 5 5 15,5-5-8-15,10-4 1 0,1-7 7 0,26 6-7 16,-26-9 4-16,3-4 7 0,1-3-4 0,-2-2 14 16,-8-2 3-16,-16 0 10 0,-4-1 19 0,-7 1 25 15,-9-1 30-15,-4 1 32 0,-5 1 11 0,-2 0-1 0,0 1-6 0,-2-1-9 16,-1-2-12-16,-1 2-14 0,-1-2-32 0,-3 0-50 16,-1 3-66-16,0 0-92 0,-9-6-95 0,-1 5-81 15,-3-1-73-15,-2 0-467 0,3 2-896 16,0-1 396-16</inkml:trace>
  <inkml:trace contextRef="#ctx0" brushRef="#br0" timeOffset="180625.19">12324 5741 146 0,'4'-5'274'0,"-3"-2"4"0,2 2-4 0,-2 0-3 16,2 0-2-16,-2-2-3 0,0 3-3 0,4-1-2 15,-5 2-17-15,3-1-11 0,-2 0-25 0,-1 4-28 16,0-5-16-16,0 5-26 0,4-2-19 0,-4 2-15 16,0 0-42-16,0 0-5 0,0 0-8 0,0 11-21 0,0-4 7 0,0 4 3 15,-1 1-12-15,-2 5 3 0,-1 3-9 0,-2-1 8 16,-2 6 8-16,3 0-14 0,1-7-5 15,-1 2 2-15,0-2-5 0,0-1 1 0,1 0-2 0,0-5-3 16,1 1-15-16,1-4-16 0,-2-1-17 0,3-3-12 16,0 2 2-16,-2-3-9 0,3 1 2 0,-2-2 8 15,2-3-33 1,0 0-56-16,0 0-43 0,-5-10-24 0,5 0-16 16,2-2-31-16,3-3-25 0,-1-4-150 0,5-7-460 0,0-1 204 15</inkml:trace>
  <inkml:trace contextRef="#ctx0" brushRef="#br0" timeOffset="180759.77">12379 5581 153 0,'4'-27'189'0,"-1"4"28"16,-3 5 20-16,1 1 11 0,-2 0 3 0,2 6-4 16,-1 1-9-16,1-1-14 0,-2 5-15 0,2-1-26 0,-1 1-11 0,0 2-17 15,0 0-23-15,0-2-41 0,0 3-27 0,3-1-36 16,-3 4-29-16,0 0-24 0,0 0-28 0,0 0-26 16,11 12-36-16,-11-7-59 0,4 5-259 0,-3-3-467 0,2 2 207 15</inkml:trace>
  <inkml:trace contextRef="#ctx0" brushRef="#br0" timeOffset="181173.09">13021 5373 159 0,'1'-7'233'0,"0"2"-6"16,-1 1-12-16,0 0-22 0,0 4-18 0,4-5-19 16,-4 5-15-16,0-4-20 0,0 4-19 0,3-3-12 15,-3 3-12-15,0 0-13 0,0 0-4 0,-4 13-5 16,-1-1-5-16,-2 4-3 0,-7 9 0 0,1 6-3 0,-2 1-2 16,-6 17 0-16,1-1-5 0,-4 0 1 0,2 3-6 15,0 0-1-15,-1-1-2 0,6-3-1 0,-1-4 2 16,4-12-6-16,2-2-3 0,3 0-1 0,-1-6-1 15,5-5 1-15,-2-3-7 0,2-1 1 0,0-4 1 0,5-2 5 16,-5-4 35-16,5 1 27 0,-4 0 25 16,3-3 24-16,1-2-11 0,0 0-12 0,-13-8-14 15,5 4-6-15,0-3-10 16,1 0-6-16,-1-3-14 0,-1 0 5 0,2-1-21 0,-2-2-22 16,1 2-11-16,-1 0-15 0,2-1-12 15,-1 2-12-15,3 1-20 0,1-1-18 0,0 3-24 16,1 1-21-16,0 1-41 0,3-2-47 0,3 1-53 15,0 1-235-15,1-2-528 0,4 3 234 0</inkml:trace>
  <inkml:trace contextRef="#ctx0" brushRef="#br0" timeOffset="181495.55">12686 5760 199 0,'0'0'267'0,"-11"0"-8"0,11 0-13 0,-8 0-4 15,8 0-13-15,-5-1-10 0,5 1-16 0,0 0-18 16,0 0-15-16,0 0-17 0,0 0-15 0,22-1-10 16,7 0-14-16,3-3-14 0,6 1-10 0,18-1-8 15,3 0-7-15,2-2-9 16,2 2-2-16,-1-3-4 0,-4 3-2 0,-3-1-1 15,-19 1-8-15,-2 1 1 0,-4-2-3 0,-10 4 5 0,-7-2 9 16,1 2 13-16,-4 0-6 0,-1 0-7 0,-4 1 3 16,0-2-12-16,2 2-2 0,-7 0-6 0,6-3-14 15,-6 3-27-15,0 0-56 0,0 0-50 0,0 0-48 16,0 0-71-16,-27 0-106 0,18 0-214 0,3 0-588 16,0-1 261-16</inkml:trace>
  <inkml:trace contextRef="#ctx0" brushRef="#br0" timeOffset="186904.77">15428 5541 24 0,'0'0'205'0,"0"-5"-12"0,0 5-16 15,0 0-9-15,0-4-9 0,0 4-6 0,0 0-15 16,0 0-2-16,0 0-14 0,0 0-11 0,0 0-9 16,0 0-12-16,0 0-10 0,0 0-5 0,-9 0-6 15,9 0-10-15,-18 4-4 0,5 0-7 0,-3-2-2 16,-1 5-1-16,-2-2-4 0,0 3-3 0,0 0-1 0,-2-2-2 0,5 4-5 16,-5-1 1-16,3 1-4 0,2-1-4 0,-1 2 0 15,3-1-4-15,6-1-2 0,-2 1-3 0,5 0-3 16,1 1 0-16,-1 0 2 0,5 1 0 0,4-1-2 15,1 1-2-15,5 5 5 0,12-2-5 0,4 2 3 16,2-3-8-16,2-1 5 0,2 3-2 0,-2-4 1 16,4 1-3-1,-2-2 3-15,-2 1-3 0,-4-2 0 0,0 2 0 16,-11-4 2-16,2 0-7 0,-8-2 0 0,1 1 2 16,-6-2-4-16,-2 3 1 0,-2-4-2 0,-2 3 4 0,-6 1 0 15,-1-3 6-15,-5 5-1 0,-5-5 4 0,-3 1 3 16,2 2 1-16,-8-3 8 0,-2 0-2 15,10 0 2-15,-2-1 1 0,0-3-2 0,1 3-3 16,2-2-3-16,1 1 0 0,4-1-1 0,2-2-2 0,3 2-2 0,2-2 3 16,0 1-1-16,2 1-1 0,5-2 3 0,-8 0 0 15,8 0 0-15,-5 1 0 0,5-1 0 0,0 0 1 16,0 0 1-16,0 0-4 0,0 0-4 0,0 0-7 16,0 0-14-16,14-5-18 0,-14 5-32 0,8 0-34 0,-8 0-43 15,10-3-48-15,-4 0-249 0,0 1-474 16,0-5 209-16</inkml:trace>
  <inkml:trace contextRef="#ctx0" brushRef="#br0" timeOffset="187401.08">15705 5308 96 0,'0'0'275'0,"5"-4"-14"0,-2 0-31 16,-1 2-21-16,-2 2-20 0,7-3-22 0,-2 3-14 16,-5 0-11-1,15 2-13-15,-8 1-12 0,2 2-11 0,1 0-12 16,-2 5-6-16,-1-1-9 0,-2 2-9 0,3 3-5 0,-3-2-8 16,-4 3-5-16,-1 2-4 0,-5 1-5 0,2-3-1 15,-4 4-4-15,-2-2-3 0,-4 0-7 0,3-3-1 16,-1-1-1-16,-2 0 6 0,3-2-9 15,2-1-4-15,0-5 0 0,3 2-6 0,1-3-1 0,1 0 11 16,-1 1-10-16,2-4-1 0,1 3-1 0,1-4 15 0,1 6 18 16,5-3 7-16,1-1-4 0,5-2 11 0,6 5-18 15,3-5-4-15,2-3-3 0,-3 6-3 0,4-3-3 16,3 0-18-16,-6-3-32 0,-1 6-39 0,0-3-46 0,0 0-62 16,-2 0-93-16,-4-3-207 0,-3 1-509 15,-5 2 225-15</inkml:trace>
  <inkml:trace contextRef="#ctx0" brushRef="#br0" timeOffset="187984.7">16014 5874 128 0,'-11'0'210'16,"2"0"-8"-16,1 0-16 0,2 1-2 0,0 0-13 15,6-1-14-15,-9-1-7 0,5 2-8 0,4-1-9 0,0 0-13 16,0 0-11-16,-7 2-10 0,7-2-12 0,0 0-4 15,0 0-7-15,0 0-7 0,0 0-9 16,0 0-3-16,0 0-7 0,0 0-3 0,0 0-4 16,0 0-5-16,0 0-6 15,0 0-5-15,0 0 3 0,0 0-3 0,0 0-5 16,0 0 1-16,0 0-4 0,0 0 7 0,0 0 0 16,0 0 4-16,0 0-3 0,0 0-1 0,0 0 3 15,0 0-1-15,0 0-3 0,0 0 3 0,0 0-4 16,0 0 3-16,0 0-2 0,0 0 2 0,0 0 0 0,0 0 0 15,0 0-1-15,0 0 0 0,0 0 5 0,0 0 0 16,0 0-3-16,0 0 6 0,0 0-1 0,0 0-1 0,0 0 4 16,0 0 5-16,0 0-3 0,21 0-5 0,-15 0-6 15,8-2-1-15,3 1-4 0,5 0 11 0,7-2-13 16,3-1-4-16,5 1-1 0,5 0-2 0,11-1-1 16,-14 1-3-16,15 2-1 0,-14-2-3 0,-1 1 1 15,2-1 13-15,-8 3-16 0,-3-3 1 0,-2-2 1 16,-12 4 3-16,-2 1-5 15,-3-1 3-15,-5 1 1 0,2-2 0 0,-2 2 0 16,-6 0 2-16,10 0 11 0,-10 0-17 0,5-1 3 16,-5 1-14-16,3-2-24 0,-3 2-19 0,0 0-24 15,0 0-18-15,-13-2-23 0,13 2-20 0,-12 0-32 16,4 0-26-16,3-1-34 0,5 1-237 0,-8-3-504 16,4 0 223-16</inkml:trace>
  <inkml:trace contextRef="#ctx0" brushRef="#br0" timeOffset="188362.95">17048 5525 146 0,'0'-4'278'0,"0"4"-24"15,0 0-22-15,1-3-22 0,-1 3-24 0,0 0-20 0,0 0-20 32,0 0-16-32,0 0-10 0,0 0-12 0,2 12-12 15,-4-4-9-15,-1 2-3 0,-4 1-6 0,-2 8-12 0,-2 3-4 16,-2 3-7-16,-2-2-7 0,2 2-2 0,-5-3-9 16,8-6 0-16,-3 7-4 0,4-7 0 0,-1-1 2 0,1-1-12 15,1 0-2-15,3-4 0 0,0 0-3 16,0-2-2-16,3-1 2 0,0 0-4 0,1-1 6 15,1-2 26-15,1 1 7 0,4-1 12 0,3-1-5 16,5 1-7-16,6-1-6 0,0-2 4 16,11 3-12-16,0-3-4 0,2 0-4 0,0-1-19 0,0-1-36 15,-1-2-35-15,-3 0-35 0,-7 0-48 0,1-1-56 16,-1-1-43-16,-3 0-202 0,-7-2-481 0,0-1 213 16</inkml:trace>
  <inkml:trace contextRef="#ctx0" brushRef="#br0" timeOffset="188608.22">17262 5719 186 0,'-3'-7'223'0,"2"2"19"16,-2 0 12-16,2 0 7 0,1 0 3 0,0 5-6 16,0-7-12-16,0 7-12 0,0-7-27 0,0 7-23 15,0 0-16-15,0-3-21 0,0 3-19 0,0 0-17 16,0 0-17-16,0 0-12 0,0 0-8 0,0 0-7 16,-1 16-6-16,0-5-5 0,-1 1-12 0,0 4-1 15,-1 1-2-15,1 3-5 0,0 6-5 0,0-6 11 0,0 4-17 0,-1 0-1 16,1-6-2-16,1 2 0 0,2-2 14 0,-3-3-18 15,2 2 0-15,1-2-27 0,0-2-21 0,-1-3-20 16,0 1-21-16,3-2-13 0,-2 1-16 16,0-3-9-16,1-2-16 0,-1-1-32 0,3-1-57 0,0-3-77 15,-4 0-161-15,12-3-489 0,-5-1 217 0</inkml:trace>
  <inkml:trace contextRef="#ctx0" brushRef="#br0" timeOffset="189387.99">17705 5593 191 0,'1'-2'292'0,"-1"-3"-11"15,2 0-12-15,-2 5-26 0,0 0-22 0,0-5-21 16,0 5-13-16,1-2-30 0,-1 2-16 0,0 0-18 15,0 0-7-15,8 9-17 0,-6-1-6 0,-2-1-10 0,5 4-11 16,-5 7-5-16,2 1-8 0,0-2-7 0,-1 3-5 0,3 6-2 16,-4-2-3-16,2 1-5 0,-4-6-8 0,4 7 3 15,-4-6-6-15,2-1 1 0,2-2-2 0,-4-1-7 16,2 1 2-16,0-5-1 0,0-2-4 0,0 2-3 16,-1-4 3-16,1 0-1 0,0-4 10 0,-3-1-2 15,3 4-11-15,-1-4 5 0,1-3 19 0,0 5 16 16,0-5 23-16,-2 2 2 15,2-2-9-15,0 0-3 0,-4-11-7 0,1 2-12 16,-1 1-4-16,1-3-4 0,1-6 0 0,-2-1-5 16,3 0-8-16,-3-9-3 0,3-2-14 0,1-1-9 0,3-4-8 0,0 1 12 15,3 0-8-15,-1-1-4 0,0 5 2 0,2-4 1 16,1 6-3-16,2 2 8 0,-5 5-2 0,1 3-2 16,0 0 0-16,-1 3 12 0,4 2-14 0,0-5 7 15,1 10-2-15,4-3-3 0,3 5 1 0,3-4 0 16,1 6 3-16,-1-2-2 0,7 3 0 15,1 3-2-15,-5 0 0 0,-3 2-3 0,1 1-3 16,-2 1-9-16,-2 0-7 0,-2 2 0 0,-5-1-5 16,2 1 0-16,-5 2-4 0,-1 0 3 0,-4 2 2 0,-2 0 3 15,-2 1 5-15,-5 2 1 0,-4 0 0 0,-2 0 0 16,-1-1 3 0,-4-2 7-16,-5 4-1 0,-4 2 2 0,4-8-1 15,-4 1 2-15,0 0 5 0,7-3 4 0,1-2-1 16,-3 0 3-16,-1 2 0 0,4-5-1 0,5 4 2 0,1-2 2 15,0-3-2-15,4 3-4 0,4-2 3 0,-1-1-1 16,0 1 1-16,6-2-3 0,-7 3 2 0,3-1-4 16,4 2 3-16,0 1 1 0,0 0 1 0,2 1-1 0,1 2 2 15,5 2 2-15,2 2 11 0,3 3 12 0,2-1 4 16,5 3 6-16,1 4 2 0,3-3-1 0,3 0-1 16,-3 0-3-16,2-1-3 0,-3-2-6 0,1-3 5 15,-7-1-10-15,1-3 4 0,-4 1-1 0,-1-2 5 16,-3-1-8-16,-3-4-2 0,0 3 3 0,-2-3 17 15,-1 1 15-15,0 0 11 0,0-1 14 0,-4-2 10 16,5 2 2-16,-5-2-2 0,6 1-3 0,-3 1-8 0,-3-2-6 0,0 0-7 16,0 0-9-16,0 0-6 0,0 0-7 0,5 2-5 15,-5-2-13-15,0 0-20 0,0 0-33 0,0 0-27 16,0 0-102-16,0 0-47 0,0 0-52 0,5-7-45 16,-2 2-358-16,-1-2-715 0,1 2 317 0</inkml:trace>
  <inkml:trace contextRef="#ctx0" brushRef="#br0" timeOffset="189826.21">18364 5462 125 0,'-7'-2'150'0,"7"2"-9"0,0 0-10 0,-8 0-6 15,8 0-9-15,0 0-2 0,0 0-4 16,0 0 2-16,0 0 0 16,0 0-3-16,0 0-4 0,-7 0 4 0,7 0-6 15,0 0 1-15,0 0-3 0,0 0-3 0,0 0-6 16,0 0-1-16,0 0-4 0,0 0-8 0,0 0-1 15,0 0-2-15,0 0-2 0,0 0-3 0,0 0 1 16,0 0-12-16,0 0 0 0,0 0-8 0,21 2 4 16,-8-4-7-16,1 1-5 0,5 1-2 0,8 0-4 15,5 0-5-15,4 0-5 0,-1 0 2 0,5 0-5 0,11 0 5 0,-11-1 3 16,-2 2-10-16,0-1 3 0,-4-1 5 0,-2 1-11 16,-12 0-3-16,-2 0 1 0,-5 0 0 0,-2 0-8 15,0-1 5-15,-5 1 5 0,1-2-18 0,-4 1-16 16,-3 1-27-16,0 0-20 0,0 0-22 0,-15-7-24 15,3 7-19-15,-2-1-19 0,0 1-23 0,0 1-23 16,0-1-44-16,0 1-148 0,-4 1-414 0,0 1 183 0</inkml:trace>
  <inkml:trace contextRef="#ctx0" brushRef="#br0" timeOffset="190127.56">18651 5513 36 0,'0'0'254'0,"0"0"-15"0,-7 1-11 16,7-1-16-16,0 0-16 15,0 0-22-15,0 0-18 0,-1 4-18 0,1-4-14 16,0 6-6-16,0 0-13 0,0 0-5 0,0 5-5 16,0 4-5-16,0 2-2 0,1 0-11 15,-2 8-2-15,1 0-9 0,1 0-5 0,-1-1 1 0,0 2-11 16,0-1-7-16,3-6-3 0,-3-2-4 0,1 3-1 16,-1-2-4-16,3-2-3 0,-6 1 0 0,3-6-4 15,3-1-4-15,-2 0-5 0,3-2 2 0,-3-1 0 0,0-2 5 16,-1 1-6-16,0-2-3 0,0 2 3 0,3-5 26 0,-3-1 17 15,1 6 14-15,-1-6 6 0,0 0 0 16,0 2 4-16,0-2-6 0,0 0-3 0,0 0-6 16,0 3-8-16,0-3-2 0,0 0-19 0,0 0-10 15,0 0-24-15,0 0-28 0,9-7-35 0,-6 2-47 0,1 0-55 16,0-1-59 0,-1 0-73-16,5-4-234 0,-2 1-569 0,-1-1 251 15</inkml:trace>
  <inkml:trace contextRef="#ctx0" brushRef="#br0" timeOffset="190860.81">19074 5613 174 0,'0'0'218'0,"0"0"-2"15,0 0-2-15,0 0-6 0,0 0-11 0,0 0-17 0,0 0-22 0,0 0-14 16,0 0-15-16,20-4-11 0,-7 3-14 0,1 0-10 16,5-1-10-16,0 0-8 0,11-1-8 0,-2-1-5 15,-5 1-8-15,6 2-5 0,-1 0-4 16,-7 1-3-16,0 0-4 0,0-5-5 0,-8 5 7 0,1-2-1 0,-4 1-1 31,-2 1 2-31,-3-2-3 0,1 1-1 0,-1 0-4 16,-5 1-8-16,7-3-9 0,-7 3-11 0,0 0-19 15,0 0-22-15,0 0-19 0,0 0-32 0,-21 3-21 16,14-2-37-16,0 0-45 0,-3 4-209 0,2-5-432 16,1 2 191-16</inkml:trace>
  <inkml:trace contextRef="#ctx0" brushRef="#br0" timeOffset="191076.72">19153 5775 100 0,'0'0'356'0,"0"0"-2"15,-4 2-6-15,4-2-31 16,0 0-25-16,0 0-39 0,14-6-23 0,-1 2-24 15,4 2-20-15,4 0-15 0,7-1-21 0,3 1-39 16,2-2-43-16,0 3-44 0,1-2-53 0,-4-1-62 16,1 4-76-16,-3-3-100 0,-7-2-169 0,-1 0-471 15,7-4 208-15</inkml:trace>
  <inkml:trace contextRef="#ctx0" brushRef="#br0" timeOffset="191531.37">20016 5414 153 0,'0'0'182'15,"-7"-2"-24"-15,3-1-1 0,-1 3-10 0,5 0-8 16,-10 0-12-16,2 2-9 16,8-2-7-16,-14 2-5 0,4 1-12 0,-3 2-4 15,3-1-6-15,-3 4-7 0,-1 0-2 0,-2 1-10 16,-1 3-1-16,0 2-1 0,3-3-7 0,2 3-8 16,-1-1 1-16,0 3-5 0,3-1-4 0,-2 2-9 15,7-1 4-15,-3 1 5 0,3 0 24 0,0 0-1 16,5 0 14-16,3 0 4 0,-3-3 5 0,6 0 12 15,4-1-2-15,3-1 1 0,5 0-3 0,6-2-5 0,4-2-3 0,3-1-17 16,1-3 1-16,0-3-4 0,1-1 3 16,3-5-18-16,-5-1-8 0,-1-3 2 0,-4 0-8 15,-3-4 2-15,0-3-6 0,-8 2-1 0,-3-3 4 0,-2 0-7 16,0-9-7-16,-6 0-4 0,-4 1 12 0,-8 0-22 16,-3 3-19-16,-7-3-20 0,-9 1-52 0,-4 3-57 15,-24-3-70 1,-1 2-375-16,0 5-633 0,1 0 280 0</inkml:trace>
  <inkml:trace contextRef="#ctx0" brushRef="#br0" timeOffset="203437.69">12136 7224 193 0,'0'-4'192'0,"3"-1"-9"0,-3 0-10 16,0 1-10 0,0 4-10-16,1-5-19 0,-1 5-13 0,0 0-26 15,0 0-12-15,0 0-14 0,0 0-6 0,0 0-7 0,-5 20-2 0,1-2-2 16,-2 1-6-16,-3 9-4 0,1 1-7 0,-1 3 3 15,0 2-11-15,2-2 0 0,0 1 1 0,2 2-5 16,1-3-6-16,-1 0 2 0,3 0-1 0,-1-5 1 16,3-2-2-16,0-5-1 0,0-2-2 0,0-5 1 15,0-3 6-15,0 2 3 0,1-6 3 0,-1 1 5 16,0-2 1-16,2 2 12 0,-2-5 12 0,0 2 6 16,1 0 0-16,-1-4-4 0,0 5-4 0,0-5-5 15,0 0-11-15,0 0-10 0,0 0-15 0,0 0-25 16,0 0-32-16,1-14-30 0,4 8-32 0,-5 2-52 0,4-4-74 15,-4 1-132-15,3-3-393 0,-1-1 174 0</inkml:trace>
  <inkml:trace contextRef="#ctx0" brushRef="#br0" timeOffset="203769.78">12466 7256 152 0,'1'-6'256'0,"2"1"-8"16,-3 0-11-16,2 1-18 0,0 0-22 0,0 0-20 15,0 0-22-15,-2 4-16 0,2-2-13 0,-2 2-17 16,0 0-12-16,1 16-10 0,-1-4-10 0,0 3-7 16,-2 6-4-16,2 4-8 0,-3 3-7 0,-1 2-5 15,2-3-9-15,2 1-3 0,-3 1 1 0,3-3-5 0,1-1 0 16,-1 0-5-16,0 3 0 0,3-8-1 0,-3-2-7 15,1-6 2-15,1-1 0 0,0 2-4 0,-2-6-1 16,2 0-2-16,-1-2-3 0,-1 1 1 0,0-1 3 16,-1-1 2-16,2 1-2 0,-1-5-1 0,0 4 3 15,0-4-3-15,0 3-1 0,0-3 2 0,0 0-7 16,0 0-27-16,0 0-31 16,0 0-37-16,0 0-51 0,-11-14-60 0,5 7-222 15,1-2-457-15,0 0 202 0</inkml:trace>
  <inkml:trace contextRef="#ctx0" brushRef="#br0" timeOffset="204069.99">12093 7504 75 0,'-4'2'221'0,"0"-1"-4"0,4-1-12 15,0 0-6-15,-7 0-23 0,7 0-17 0,0 0-18 16,22-3-14-16,-1 1-9 16,10 0-11-16,2-1-12 0,9 1-9 0,12-3-11 15,-3 5-2-15,3-4-9 0,-3 1-8 0,-14 2-2 16,1 0-10-16,-2-1 0 0,-7 1-4 0,1-2-7 16,-11 2-1-16,-6 2-3 0,-2-2-5 0,-1 1 0 15,-2 0-2-15,-3 0-5 0,-5 0-2 0,6-1-3 16,-6 1 0-16,0 0-4 0,0 0-6 0,0 0 3 15,-30 2-4-15,12 1-24 0,5 0-30 0,-6-1-28 0,6 1-36 0,2-1-56 16,-5 0-189-16,6-2-390 0,1 0 173 16</inkml:trace>
  <inkml:trace contextRef="#ctx0" brushRef="#br0" timeOffset="205119.16">12756 7625 180 0,'0'0'206'0,"0"0"-7"16,0 0-5-16,0 0-9 0,-4 3-20 0,4-3-13 15,0 0-14-15,0 0-17 0,0 0-9 0,23-5-11 16,-14 3-10-16,4-2-10 0,-3 2-5 0,3 0-10 16,6-4-8-16,-1 1-1 0,0-1-9 0,-4 4-6 15,4-5-3-15,2-1-4 0,-2 3-2 0,0-1-5 0,0-2-3 0,-8 4 19 16,3-2 5-16,-3 0 11 0,2 1 10 0,-6-3 3 16,4 1 8-16,-6 3-3 0,4-2 5 0,-4-1-4 15,0 3-4-15,-2-2-9 0,1 1-8 0,-1-1 8 16,-2 1-13-16,1-1-1 0,-2 2-7 0,-1-1-4 15,-2 2-11-15,0 1 2 0,-1-4-6 0,0 4-1 16,-3 1-8-16,-3-2 1 16,-1 3-1-16,-2 0 1 0,1 0-7 0,0 3-2 15,-2 0 2-15,2 0-7 0,1 2 4 0,-3 3-6 16,0 0-1-16,2 2 0 0,2 0 0 0,3-2-4 16,2 4 2-16,-1-3 0 0,3 3-2 0,2 5 0 15,3 0 6-15,4 1-6 0,4-2 7 0,3-1-12 16,7 2-5-16,7 0-8 0,4-4-3 0,6-3-5 15,0-1 1-15,17-4-1 0,2 4-7 0,-1-6-6 0,-1-6-1 0,-13 3-1 16,10-9-4-16,-10 4 6 0,-3-4 2 0,-4 0 4 16,-2 0 2-16,-7-4 7 0,-6 2-3 0,-1-2 12 15,-6 1 16-15,2-2 12 0,-7 4 0 0,-1-1 0 16,-1 1 1-16,-6-1 5 0,0 2 4 0,-3 0 0 16,-4-3-6-1,-6 5 2-15,-2-3-2 0,-1 6-5 0,-2 1 3 16,-2 2-4-16,-6 1 3 0,9 4-2 0,-4 0-6 15,2 4 5-15,2-2-7 0,0 1 3 0,-4 7 1 16,5-1 8-16,-2 4-16 0,4 3 5 0,3-4 2 0,2 1-2 16,2 0 0-16,4-2 2 0,0-4-1 0,5 3 4 15,-4-6 0-15,4 2-1 0,4-5 4 16,-1 2 2-16,2-2 4 0,1-1 17 0,3-3-4 16,4-1 7-16,-3-2 2 0,3-1-6 0,7-2 4 0,-8-3 15 0,4-3 0 15,0 1 1-15,0-2-6 0,-3-1 1 0,1-2-4 16,-1 0-1-16,1 0-10 0,0 2-2 0,-4 0 4 15,-1 2 14-15,-5 5-6 0,4-2-4 0,-4 1-5 16,2 5 13-16,-5-2-21 0,3-3-7 0,1 5 2 0,-2-1-12 16,-2 2-8-16,-1 1-1 0,0 0 0 0,12 2-1 15,-6 2-2-15,2 4 1 0,1-3-4 0,0 5 0 0,5 1-9 16,-2 0-1-16,2 3-6 0,2-1-18 0,2 1-2 16,-2-2-14-16,2-3-5 0,0 1-8 0,-1-2-3 15,-3-4 5-15,-2-1 0 0,0-2 1 0,2-1 5 16,-2-1 7-16,-1-4 6 0,-1 0 3 0,-2-5 7 15,2 0 5-15,-2-5 5 0,-4-1 0 0,1 0 17 16,-1-1 12-16,0-1 12 16,-2-2 9-16,-1 2 12 0,6-7-1 0,-4-2 2 15,3 1 6-15,-3 2 2 0,1-2 5 0,0 5 2 16,1 3 0-16,-1 0 11 0,-3 7 16 0,3 1-4 16,-4 0-11-16,1 5-5 0,2-1-3 0,-2 2-9 15,-1 0-30-15,0 4-26 0,0 0-3 0,0 0 17 16,0 0-18-16,0 21 5 0,0-6-2 0,-4 3-2 15,0 7 6-15,2 3 7 0,-6 2-3 0,5 2-1 0,0-3 0 0,0 1 10 16,2 2-2-16,-3-6-2 0,2-1 0 0,0-6 0 16,1-1-6-16,-1-1-8 0,0-4-10 0,0-5-27 15,-2 3-20-15,2-5-18 0,0 2-14 0,0-4-22 16,-1-3-56-16,3-1-54 0,0 0-290 0,0 0-569 16,-5-10 251-16</inkml:trace>
  <inkml:trace contextRef="#ctx0" brushRef="#br0" timeOffset="205405.93">13666 7510 115 0,'-5'-3'245'0,"5"3"2"0,-8 0-3 15,8 0-6-15,0 0-16 0,0 0-26 0,0 0-17 0,0 0-18 16,23 0-15-16,4 0-12 0,7 3-16 15,18-6-10-15,1 3-9 0,6 0-12 0,0 0-8 16,2 0-11-16,-1-1-5 0,1-1-5 0,-8 0-1 16,-17 2-8-16,-4-5-3 0,-11 3 5 0,-4 2 10 0,-2 0 13 15,-3-3 1-15,-4 1 2 0,-2 2 0 0,0 0-9 0,-6 0-13 16,8-1-7-16,-8 1-10 0,0-4-21 0,0 4-22 16,0 0-29-16,-24 0-44 0,11 3-55 0,-1-1-56 15,1-2-85-15,-1 5-208 0,1-4-521 0,2 0 231 0</inkml:trace>
  <inkml:trace contextRef="#ctx0" brushRef="#br0" timeOffset="207877.84">15529 7141 14 0,'-4'-4'194'0,"4"4"-22"0,0 0-18 15,0 0-19-15,0 0-3 0,-7 9-24 0,5 0-10 16,-6 7-5-16,3 1-17 0,0 2-4 0,-2 9-4 16,-1-3-7-16,2 2-17 0,0 1 8 0,0-1-6 15,0 2-5-15,2-2 6 0,0-2-10 0,3-6-2 16,-2 0 6-16,3 1-9 0,-2-4 1 0,-1 0-4 0,3-2 1 0,-1-5 2 15,1-2 6-15,-2 2 17 0,2-4 17 0,-1-1 26 16,0 0 16-16,-1-1 26 0,2-3 21 0,0 6 30 16,0-6 23-16,0 4 25 0,0-4-7 0,0 0-22 15,0 0-23-15,-3-13-16 0,3 5-13 0,-1-4-23 16,1 2-13-16,0-9-8 0,0-1-13 0,1-9-9 16,2 2-12-16,1-2-6 0,-1-4-12 0,5 1-4 0,-2-3-7 15,2-1-3-15,1 2-7 0,-3 3-6 0,3-1-4 16,1 6-3-16,-2 2-2 0,-2 6-6 0,3 1-2 0,0 1 3 15,0 1-8-15,1 4 4 0,4-2-10 0,3 3 2 16,2 3-7-16,8-1-23 0,-6 8-29 0,8-3-23 16,0 6-48-16,-7 1-28 0,6 4-27 0,-4 5-27 15,-7 0-32-15,-3 1-59 16,-1 0-95-16,-3 3-220 0,-2 0-659 16,-3-1 292-16</inkml:trace>
  <inkml:trace contextRef="#ctx0" brushRef="#br0" timeOffset="208193.73">15539 7638 59 0,'0'0'240'0,"-5"2"-5"0,5-2-6 16,-1 5-10-16,1-5-5 0,-3 1-6 0,3-1-5 0,0 0-10 15,0 0-8 1,-2 4-16-16,2-4-7 0,0 0-13 0,0 0-18 16,0 0 0-16,24-5-23 0,-10 3-12 0,5-3-11 15,11 0-10-15,2 0-4 0,3-2-10 0,4 2-11 16,-1 2 2-16,-1 1-8 0,1-5-8 0,-2 5-1 16,-7-1-4-16,1 0-4 0,-11 3-3 0,0-2-7 15,-6 0 1-15,1 1-21 0,-9 0-13 0,4 0-8 0,-3 2-10 16,-6-1-22-16,0 0-35 0,0 0-24 0,0 0-29 15,-28-7-30-15,11 3-32 0,-2 0-51 0,-2 1-150 0,1-2-440 16,-2-2 195-16</inkml:trace>
  <inkml:trace contextRef="#ctx0" brushRef="#br0" timeOffset="208562.95">15499 7406 9 0,'-6'0'241'0,"6"0"-7"0,-9 0-17 0,9 0-7 15,-5 0-14-15,5 0-7 0,0 0-10 16,0 0-16-16,0 0-11 0,0 0-11 0,0 0 0 15,0 0-13-15,29 2-8 0,0-2-11 0,3 0-11 16,6-1-4-16,14 0-8 0,-1-2-7 0,-11 3-8 16,11-3-4-16,-14 1 5 0,-5-2-16 0,0 3-2 0,-10-1 0 0,-3 1 0 15,0 0 0-15,-7 1 0 0,-1-3 1 0,-5 3-2 16,2-1 2-16,-3 1-1 0,3 0 7 0,-8 0-9 16,6-2-3-16,-6 2-14 0,0 0-3 0,5-2-11 15,-5 2-21-15,0 0-17 0,0 0-12 0,0 0-26 16,0 0-27-16,-22 1-29 0,16 0-26 0,1 1-43 15,5-2-34-15,-5 1-64 16,5-1-170-16,0 0-485 0,0 0 215 0</inkml:trace>
  <inkml:trace contextRef="#ctx0" brushRef="#br0" timeOffset="210310.17">16576 7360 249 0,'0'0'323'0,"0"-6"-18"15,0 6-18-15,0 0-19 0,1-5-23 0,-1 5-19 16,0 0-20-16,0 0-21 0,1-4-24 0,-1 4-20 16,0 0-15-16,0 0-16 0,0 0-6 0,0 0-17 0,0 0-14 15,0 0-3-15,3 16-7 0,-5-7-8 0,1 3-6 0,-1 2-1 16,-1 5-10-16,-2-2-2 0,0 7-3 0,0-5-5 15,0 8-2-15,2-8-2 0,-1 0-1 16,2 6 0-16,-1 2-1 0,2-8-1 0,-2-2 8 16,3-2-11-16,-1-2-4 0,0-2-8 0,1-1 11 15,0-2-7-15,0-3 1 16,-2 0-4-16,4 0 7 0,-2 1-3 0,-2-4 1 16,2-2 40-16,0 7 13 0,2-4 48 0,-2-3 24 15,0 0 18-15,0 0 6 0,0 0-25 0,0 0-11 16,3-12-18-16,0 1-7 0,1 1-8 0,0-8-12 15,1-2-10-15,1-5-17 0,0-1-20 0,1-2-12 16,-2 0-12-16,-2 4 2 0,-1-3 0 0,-2 1-2 16,0 7-4-16,-2 0-2 0,-1 0 8 0,-1 2-13 0,0-1-3 0,-1 7-2 15,0 0-1-15,-2 1 0 0,0 0-6 0,1 3-10 16,-2 1-3-16,1 3-7 0,-3-2-2 0,0 2 2 16,-1 3 0-16,-2 2 3 0,-1 2 9 0,2-2-10 15,2 5-1-15,-4-2 1 0,5 3-6 0,-2-1 3 16,2 4 2-16,1-2-7 0,4 1-3 0,0 1 0 15,3-1 11-15,2 2-5 16,5 0 5-16,1-3 1 0,7 2 9 0,4 0 1 16,9-1 3-16,1 1-7 0,4-4 19 0,4-3-21 15,1-1 1-15,-1-3-2 0,-2 0 0 0,2-3 14 0,-4-2-3 0,0-1-3 16,-4-3 9-16,-1 0 1 0,2 0-1 0,-13-2 5 16,4 2 31-16,-5-3-7 0,-2 3 8 0,0-1 38 15,-3-2 4-15,-2 5 13 0,-2-3-1 0,1 3 7 16,-3 1-5-16,-1 1 11 0,1 1-3 0,-1 0-12 15,-1-1-10-15,1 4-12 0,-3 1-4 0,4-5-10 16,-4 5-12-16,3-3-4 0,-3 3-32 0,0 0-15 16,0 0-7-16,0 0 5 0,4 8 2 0,-5-2 12 15,0 3-12-15,-2 2 3 0,1 6 0 0,-1-2 5 16,-1 2 1-16,2 2-2 0,-1-1-3 0,3 0 14 16,-1-2-1-16,2 0 2 0,-1-3 3 0,1-3-3 0,2-1-2 15,-2 2 3-15,-1-5-2 0,3-1-3 0,-3 1 2 0,0 0 7 16,1-5 13-16,-1-1-2 0,6 1-1 0,-6-1 0 15,14-2 2-15,-6-4-2 0,1-1 6 16,1 3-11-16,0-6 0 0,-1 2 1 0,1-2-6 16,2 1 5-16,-3-1-6 0,1 2-1 0,-6-1 2 0,5 1-3 15,-4 2 2 1,-1 0-8-16,2 1-4 0,-2 1-5 0,-3 2-21 16,3-3-12-16,-1 2-37 0,-2 0-27 0,-1 3-22 15,0 0 10-15,0 0 6 0,0 0-5 0,18 7-10 16,-9-2-15-16,-1-1-10 0,3 2-16 0,4 2 3 15,2-1 8-15,2 1-2 0,7-1-7 0,1-2-3 0,-6 1 1 0,-3-2 3 16,12-1 14-16,-10-2 15 0,3-1 21 16,-4-2 6-16,-1 2 27 0,-1-6 23 0,-4 2 27 0,-2 0 29 15,-3-2 33-15,1-2 11 0,-4 1 10 0,-3 1 5 16,2-2 2-16,-4 1-6 0,-2 1-2 0,-1-2-2 16,0 3-4-16,-4-2-5 0,-1 2-3 0,-3-2-4 15,-1 5 0-15,-2-1 6 0,-4 3-1 0,-2 3-6 16,2-2-2-16,0 3-1 0,-4 0-2 0,5 1-3 15,1 3-6-15,-2-1 3 16,3 2 0-16,0-1-2 0,4 1-3 0,2 0 0 16,-2 3 1-16,3-4 1 0,3 1 1 0,1-1-1 15,3-1 2-15,1 0 2 0,1-1 3 0,3 0 0 16,1-3 2-16,3 1 3 0,5-4 2 0,-3 1-2 16,5-2 3-16,1 0 4 0,1-2-1 0,1-2 3 15,0 1 2-15,0-3 2 0,0-3 0 0,-4 2-6 16,6 1 4-16,-7 1 0 0,-1-1-1 0,-2 0 1 0,1 2 6 0,-3 0 3 15,-1 1-1-15,-2-1-1 0,0 3-9 0,1-2 0 16,-1 3-4-16,-1-2-5 0,-4 3 0 0,5-4-4 16,-5 4-8-16,7-1 0 0,-7 1-4 15,10 1-3-15,-6 2-5 0,2-2 0 0,-1 3-7 0,4 0-6 16,1 0-8-16,-1 2-3 0,5-2 1 0,-1 0-3 16,5-1-12-16,-4 1-13 0,5-1-8 0,-1-3-8 0,1 0 3 15,0-3 1-15,-2 2 4 0,0-5 5 0,-1 0 9 0,-7-2 3 16,7-1 11-16,-6 0 13 0,0 1 24 0,-1-7 12 15,-4 4 11-15,4-5 8 0,1 0 5 16,-5-1 21-16,3-1-11 0,0-6 2 0,0 5-2 16,2-4 7-16,-3-1-5 0,1 6 2 0,-3 2 5 0,-1 1 6 15,0 3-3 1,-2 2 8-16,-1 4-19 0,2-1-7 0,-2 1-1 16,1 1 0-16,0 0-21 0,-2 2-12 0,0 3-14 15,0 0 0-15,0 0-1 0,0 0 11 0,2 15-8 16,-5-4-4-16,0 7 2 0,-2 2 1 0,1 5-1 15,-3 1 5-15,-1-1-4 0,0 2-4 0,1-2 4 16,1-2 1-16,-1-3-2 0,4-3 4 0,-2-3-5 16,0-1 5-16,4-2-4 0,0-1 2 0,-3-2 2 0,1-1-1 0,3-3 0 15,-1 1-2-15,0-2 3 0,-2 2 3 0,2-4 1 16,1-1 2-16,0 0-2 0,0 0 0 0,-17-4-4 16,12 1 12-16,-3-2-10 0,2-1-4 0,-3 1 2 15,1-2 1-15,2 3 0 0,-2-1-3 0,3 0 2 16,1-1 0-16,-1 2 5 0,5 1 7 0,-4-2-8 0,4 5 3 15,-3-5 2 1,1 1-6-16,2 4-1 0,5-5-1 0,3 2-1 16,1-1 0-16,5-1 3 0,4 3-7 0,5-1-5 15,5-1 3-15,2 0 1 0,3 0 1 0,0 1-2 16,2 1-1-16,-1 0 0 0,3-4 4 0,-3 5-5 16,-2-3 1-16,-2 1 0 0,-7 2 1 0,-3-4 2 15,-2 4 0-15,-5 0 5 0,-3-1 5 0,-2 1 11 16,-2 1 4-16,-2-2-10 0,-4 2 7 0,13 0-3 0,-9-1-6 0,-4 1-1 15,0 0-1-15,9 0-6 0,-9 0-1 0,0 0-2 16,2 4-2-16,-2-4 3 0,-1 9-5 0,0-4-1 16,-2 4 5-16,2-4 0 0,-2 1 3 15,-2 6-3-15,4-3 5 0,-2 1-5 0,-2-1-1 0,4 1 0 16,1-1 2-16,-4 0-1 0,4-2 4 0,-4-1-3 16,4 0-5-16,-1-2-10 0,0 1-15 0,1 0-18 0,0-5-7 15,-3 5-8-15,3-3 4 0,0-2-1 0,0 0-13 16,-4 1-64-16,4-1-47 0,0 0-46 0,-6-12-52 0,-2 4-176 15,4-3-497-15,2 0 220 0</inkml:trace>
  <inkml:trace contextRef="#ctx0" brushRef="#br0" timeOffset="210441.66">18202 7217 56 0,'0'-13'259'0,"1"8"8"16,-1-4-8-16,3 3 1 0,-2-1-2 0,-1 1-15 15,3 1-24-15,-2 0-17 0,-1 1-21 0,3 1-20 16,-3 3-18-16,0-5-19 0,0 5-21 0,2-3-28 15,-2 3-27-15,7 0-37 0,-7 0-45 0,10 4-53 0,-5-1-65 16,0 0-281-16,2 2-469 0,-2-3 208 16</inkml:trace>
  <inkml:trace contextRef="#ctx0" brushRef="#br0" timeOffset="210842.78">18703 7207 129 0,'-4'-4'200'0,"-1"3"-14"15,0 0-11-15,-2 0-10 0,0 0-16 0,-2 2-15 16,-1 0-3-16,-3 1-16 0,0 2-12 0,-6 4-6 16,4-2-12-16,-2 4-7 0,4-1-6 0,-3 1-8 15,2 2-5-15,0 1-6 0,2 0-6 0,2 1-3 16,2-1-1-16,3-3-5 0,0 3-1 0,2-2-5 0,2 0 5 0,4 0 10 15,2 3 12-15,1-6 15 0,7 5 2 0,1-4-1 16,4-1-8-16,6 1-1 0,3-2-6 0,1-2-3 16,-1-3 0-16,-4-3 2 0,0 0 3 0,-5-3 8 15,2 0 12-15,-3-3-2 0,-2 1 1 0,-2 0 6 16,-1-3-6-16,-1 3-10 0,-4-6 1 0,1-1-17 16,0 3 0-1,-3-8-7-15,-1 2-11 0,-4 0 7 0,0-2-16 0,-4 2-3 16,-1 0 0-16,-3 2-8 0,-2 0-12 0,-3-1-3 15,0 6-5-15,-3 0-4 0,0 2-10 16,-1-2-14-16,4 6-15 0,2 0-26 0,-1 1-19 16,-2 2-16-16,1 2-19 0,7 1-28 0,-3 0-41 0,5 2-48 15,0 1-242-15,4-1-524 0,4-1 232 0</inkml:trace>
  <inkml:trace contextRef="#ctx0" brushRef="#br0" timeOffset="211212.33">18975 7232 101 0,'0'0'344'15,"0"0"-5"-15,2-5-18 0,-2 5-27 0,0 0-29 16,1-5-26-16,-1 5-25 0,0 0-25 0,0 0-21 16,0 0-12-16,0 0-25 0,0 0-10 0,0 0-23 15,0 0 0-15,0 0-12 0,0 18-6 0,-3-8-11 16,-1 3-4-16,-2 3-11 0,0 0-1 0,-1 0-5 15,1-2-5-15,1-1-2 16,0 0-7-16,1-4 1 0,1 2-4 0,2-5-4 16,-1 0 2-16,2 0-3 0,2-5 6 0,0 2-5 15,5-3 3-15,5-2 9 0,0 1-10 0,4-3 14 16,1-1 12-16,1-5 1 0,1 1 4 0,1 0 4 16,4-4 8-16,-5 2 0 0,-1 2 17 0,-4 0 14 15,0 1 4-15,-4 4 7 0,-2-3-1 0,-2 3-13 16,2 1-14-16,-3 0-11 0,-1 0-18 0,0 2-25 0,-4 1-22 0,6 4-9 15,-3 0-15-15,-1 6-3 0,3 1-31 0,-2 4-48 16,1 2-61-16,-2 1-53 0,-2 8-98 16,2-10-429-16,0 0-796 0,0-4 353 0</inkml:trace>
  <inkml:trace contextRef="#ctx0" brushRef="#br0" timeOffset="-213436.16">13607 8714 3 0,'0'-4'252'0,"0"-2"-6"15,4 0-2-15,-4 1-6 0,1 2-19 0,3 0-14 16,-3-1-19-16,-1 4-22 0,0-5-16 0,0 5-18 15,0 0-28-15,0 0-18 0,0 0-4 0,0 0-14 16,0 0-7-16,-5 18-8 0,4-7-4 0,-2 6-6 0,-2 2-2 0,-2 6-4 16,1 4-4-16,1-5-4 0,-1 4-1 0,2-1-2 15,-1 0-4-15,4 0-1 0,-1-1 6 0,1-6-9 16,2 6-2 0,2-9-1-16,2 2 3 0,-2-4-3 0,4-3 0 0,-3 0 2 0,5-3 3 15,-4-1-4-15,3 0 0 0,2 1 2 0,3-5 1 16,-4-1 3-16,6-3 6 0,3-3 4 15,-5-1 5-15,5-3-1 0,0 0 0 0,-1-3 6 16,-1-1 4-16,0-2 10 0,4-6 2 0,-5 6-7 16,4-8-1-16,-3-1-4 0,-4-1-2 0,6 1-6 15,-1-2 16-15,-4 1-1 0,-1-1-4 0,0 0 20 16,-2 1-5-16,-3 4 5 0,0 2 11 0,-2 1-1 16,-1 1 4-16,-1 4-13 0,1 0 1 0,-2 1-1 15,1 5-14-15,-2-3 7 0,0 2-9 0,1 3 3 0,-1-3-9 0,1 3-15 16,1 1-2-16,-3 2-8 0,2-6-16 0,-2 6-6 15,0 0-22-15,0-2-5 0,0 2-7 0,0 0 5 16,0 0 2-16,0 15 2 0,-1-8 4 0,-2 3-1 16,2 2 2-16,-2 0 2 0,-1 6 0 0,1-1 5 15,-1 1 3-15,0 2 3 0,2-3-1 0,-2 2-1 16,0 0-2-16,-1 1 4 16,3-3 2-16,-2 3-1 0,1-2 1 0,-1 2 15 15,3-3-19-15,0 1 1 0,-2-1 9 0,1-4-6 16,0 2 18-16,0-3-13 0,-1 0-9 0,3-2 4 15,-1 1-1-15,-2-1 17 0,3 0-13 0,0-4-7 16,0 4 7-16,-1-2 9 0,1-1-2 0,-1 0-2 16,1-1 9-16,-1-1-10 0,1 2-5 0,0-1 10 15,0-2-8-15,0 1 0 0,1 1 15 0,0-3-10 0,-1 0-8 0,1 1 8 16,-1-4 1-16,3 5 14 0,-2-3-4 0,-1-2-3 16,5 3 6-16,-1-1 3 0,3-1-1 0,3 0 4 15,4-1-4-15,4 0-1 0,5-2-6 0,7-3-21 16,2-1-51-16,3-2-72 0,-7 0-102 0,4-6-166 15,-1-1-217-15,-1-2-668 0,-3-2 296 0</inkml:trace>
  <inkml:trace contextRef="#ctx0" brushRef="#br0" timeOffset="-212887.8">14422 8906 132 0,'0'-5'292'15,"0"5"-13"-15,2-8-2 0,-2 4-13 0,0 1-12 16,1-3-17-16,-1 6-14 0,0-6-11 0,1 1-25 15,-1 5-17-15,0-5-8 0,0 5-27 0,0-4-8 16,0 4-17-16,0 0-15 0,0 0-11 0,2-3-13 16,-2 3-9-16,0 0-6 0,1 12-11 0,-1-7-2 15,-1 7 0-15,-2-1-12 0,2 6-1 0,-3 0-5 0,0 8 2 0,1-5-3 16,-3 6-7-16,-2-2 2 0,3-6-1 0,3 2-3 16,-1 1 0-16,-1-4-6 0,2 0 9 15,0 0-8-15,2-4 4 0,-1-2-5 0,1 0-1 0,1-2 4 16,1-1 10-16,-1-2-8 0,2 3 10 0,-1-6 4 15,2 1 3-15,4 0 1 0,3-3-2 0,-1 2-2 16,4-3 2 0,3 0-13-16,2-3-9 0,-1 2-32 0,0-3-37 0,0 0-41 15,-3-3-63-15,-3 1-79 0,3-4-326 0,-6 2-619 16,6-2 275-16</inkml:trace>
  <inkml:trace contextRef="#ctx0" brushRef="#br0" timeOffset="-212652.96">14365 8998 65 0,'0'0'300'15,"0"0"-21"-15,-8 0-15 0,8 0-16 0,0 0-15 0,0 0-11 16,0 0-7-16,0 0-19 0,0 0-17 0,0 0-15 15,0 0-18-15,0 0-11 0,0 0-18 0,0 0-10 0,36-3-5 16,-8 1-19-16,3 1-30 0,2-3-31 0,4 4-38 16,4-1-50-16,-3-1-75 0,13-2-89 0,-17-2-217 31,0-1-483-31,-2 3 215 0</inkml:trace>
  <inkml:trace contextRef="#ctx0" brushRef="#br0" timeOffset="-212271">15105 8913 70 0,'-7'0'246'0,"7"0"-10"0,0 0-12 16,0 0-4-16,0 0-15 0,0 0-11 0,0 0-9 0,0 0-13 15,-5-3-18-15,5 3-11 0,0 0-16 0,0 0-14 0,0 0-9 16,0 0-8-16,30 0-12 0,-16-1-8 0,6 0-24 16,-2-1-34-16,5 2-39 0,-1-3-46 0,-1 1-62 15,1-1-65-15,-3 1-191 0,3 0-417 0,-3 0 185 16</inkml:trace>
  <inkml:trace contextRef="#ctx0" brushRef="#br0" timeOffset="-212101.78">15203 9003 159 0,'-6'4'224'0,"3"-3"-2"0,3-1-8 0,-9 2-18 15,9-2-15-15,0 0-16 0,14 4-15 0,-2-4-18 16,6 0-13-16,4 2-34 0,7-4-57 0,0 4-82 16,3-4-127-16,-1-2-93 0,-2 2-296 0,-2-1 132 0</inkml:trace>
  <inkml:trace contextRef="#ctx0" brushRef="#br0" timeOffset="-210135.97">16054 8603 92 0,'3'-5'259'0,"-2"-1"-11"0,-1 3-8 0,5-2-12 16,-5 0-11-16,3 1-12 0,-3 4-19 0,4-6-17 0,-2 4-17 15,2-1-15-15,-4 3-17 0,0 0-17 0,1-2-15 16,-1 2-7-16,0 0-11 0,0 14-9 0,-1-4-3 15,-3 7-7-15,-1 0-6 0,1 8-3 0,-2-1-5 16,-1 4-1-16,1-1 1 0,-3-2-10 0,5 2-5 16,-1-2-1-16,0 2-1 0,1-10-4 0,-1 3-1 15,3-1 0-15,0-4-1 0,-2 1-1 0,3-4-3 0,-1-3 0 0,2-1-2 16,-2-1 3-16,2-1 1 0,0 1 27 0,0-5 18 16,0 2 27-16,0 1 36 0,0-5 30 0,4 3-6 15,-4-3-4-15,0 0-14 0,19-9-12 0,-10 5-13 16,5-3-11-16,3-2-8 0,-2-1-8 0,2-1-3 15,4-4-11-15,1-2-3 0,-1-2-6 0,2 0-12 16,-3 1 3-16,2-2-3 16,-7 6-7-16,4-5-4 0,-6 7 3 0,0 0 7 15,-3 2 3-15,-1-2 6 0,0 3 1 0,-1 2-10 16,-3 3 3-16,-1-3 1 0,-1 4-2 0,1-1-5 16,-1 1 6-16,-1 1-15 0,0-3-1 0,-2 5-9 15,4-2-1-15,-4 2-8 0,0 0-19 0,3-3-14 16,-3 3-15-16,0 0-1 0,0 0 7 0,-11 8 6 15,4-1-5-15,-2 1 5 0,-4 3 7 0,-3 1-1 0,2-2 3 0,1 1 2 16,2-2 2-16,-1-2 2 0,3 0 4 0,-1 0 2 16,5-2 2-16,-3-2-10 0,3 1 10 0,-1 1-4 15,3 0 5-15,-2-2-3 0,3-2 3 0,2-1-4 16,-5 3 3-16,3-1 3 0,2-2-1 0,-2 4-1 16,2-4 1-16,0 0-4 0,-2 4 9 0,2-4-10 15,4 7 5-15,0-2 1 16,-1 1-3-16,4 3 1 0,2 0 8 0,2 3 5 15,1 1-6-15,1-3-1 0,2 4-2 0,1-2 5 0,0 0-3 16,-3 0 6-16,5 3-4 0,-1-8 2 16,-1 7-2-16,0-6-28 0,3 2-33 0,-1-3-42 15,-1 2-46-15,1-4-49 0,-5 0-77 0,0-3-121 16,-2-2-240-16,0 0-685 0,0-2 303 0</inkml:trace>
  <inkml:trace contextRef="#ctx0" brushRef="#br0" timeOffset="-209348.95">17070 8546 44 0,'0'-3'239'16,"0"0"-4"-16,0 3-7 0,0-5-13 0,0 5-16 16,1-6-17-16,-1 6-18 0,3-3-19 0,-3 3-17 0,0 0-11 15,0 0-12-15,0 0-12 0,0 0-8 0,0 0-9 16,0 0-7-16,-4 20-5 0,4-9-4 16,-4 1-6-1,0 3-3-15,1 2-3 0,-1 2-7 0,0 0-3 0,1 3-12 16,-3 2 1-16,3 1-5 0,2-6-4 0,-1 5 0 15,2-5 0-15,0 0-1 0,2-1 0 0,1-2-4 0,4-1 4 16,-2-2 21-16,1-2 8 0,1-1 8 0,-2-2-2 16,5 0 5-16,-1-1 4 0,3-3 4 0,-1 1 2 0,1-3 0 15,3 0-1-15,-3-2 12 0,1-1 1 16,1-2 3-16,-1 0-4 0,-1-2-1 0,1 0 2 16,1-4-3-16,-1-1 4 0,1-2-16 0,-3-1 10 0,0-1-16 0,1-5-2 15,-3 2-5-15,3 0-6 0,-1-5-3 16,-3 4-3-16,0 0-12 0,-2-1 6 0,0 1-7 15,-2-1-8-15,3 0 25 0,-5 6 5 0,1 0-5 16,-2 1 1-16,3 2 0 0,-3 1 7 0,1-1-9 0,-1 4 1 16,0-1-3-16,-1 2-10 0,4-1 2 0,-4 3 2 15,1 0-9 1,0-2 2-16,-1 5 3 0,0-4-13 0,0 4-7 16,2-5-7-16,-2 5-15 0,0 0-20 0,0 0-13 15,0 0 2-15,0 0 1 0,0 0 10 0,-8 19 2 16,6-8-2-16,-2 5 8 0,-3 1 9 0,5 2-2 15,-6 6 3-15,3-1 0 0,-4 2-5 0,5-1 4 16,0-5 2-16,3-1 1 0,-2 0 4 0,2 0 0 0,1-2 1 16,0-3 3-16,1-2 1 0,2 1-1 0,1-4 7 0,1 3 3 15,0-4 3-15,5 1 0 0,7-1 2 0,2 1-1 16,1-3-2-16,8-2-13 0,4 1-20 0,-1-3-50 16,-9-4-51-16,-2 1-62 0,2-2-72 0,6-2-111 15,-7-3-259-15,-2 1-681 0,0-3 301 0</inkml:trace>
  <inkml:trace contextRef="#ctx0" brushRef="#br0" timeOffset="-208718.45">17658 8748 158 0,'2'-2'304'0,"1"-2"-23"0,-3 4-21 16,5-6-19-16,-1 4-24 0,0-1-16 0,3 2-23 0,-3-2-16 0,3 2-16 15,0 1-16-15,-7 0-15 0,18 3-11 0,-9 0-11 16,1 3-4-16,-1-2-9 0,0 3-12 0,0 0 1 15,-4 2-17-15,3 2-4 0,-4 0-3 0,-2 1-5 16,2 3-8-16,-4-1-6 0,-1 1 3 0,-3-1-6 16,-1 3-3-16,-4-3 1 0,0-1-6 0,5-1 1 15,-5-3 2 1,-1 1-2-16,2-2-2 0,1 1-3 0,0-2-1 0,1-2-4 16,2 0 6-16,-1-1 0 0,1 1-4 0,2-2 9 15,2-3 8-15,-6 4 17 0,4-3 26 0,2-1 27 16,-1 4 18-16,1-4 26 0,0 0-10 0,0 0-7 15,0 0-19-15,9-9-3 0,-6 2-16 0,5 1-11 16,-1-5 0-16,5 4-6 0,-1-8-8 0,1 3-2 16,2 0-10-16,0-3-7 0,-1 1-4 0,-1-1-6 0,2 3-2 15,-3-2-2-15,1 1 0 0,-3-1-6 0,-3 4-3 0,2 3 3 16,-2-5-4-16,-2 5-2 0,0 2-2 0,0-1-2 16,-2 1-3-16,1 2-3 0,-1-2-3 0,1 2-5 15,-3 3-12 1,1-2-12-16,-1 2-19 0,4-3-8 0,-4 3 3 0,0 0 9 15,0 0-4-15,-8 10 14 0,4-4-5 0,1 0 6 16,-4 2-12-16,1 1 19 0,-2 6-3 0,2-6 7 16,1 3-2-16,-2 3 0 0,1-3 1 15,3 0 12-15,1-2-1 0,1 0 4 0,-1 1-1 0,4 0-1 16,0-1-1-16,2-1 6 0,3 0-1 0,4-1-12 16,4 0-41-16,0 1-48 0,3-4-62 0,-1 2-77 15,3-7-120-15,-2 0-216 0,4-3-630 0,-3 0 278 16</inkml:trace>
  <inkml:trace contextRef="#ctx0" brushRef="#br0" timeOffset="-208209.17">18044 8746 174 0,'6'-4'234'16,"0"1"-13"-16,1-1-20 0,3 1-12 0,2 2-18 0,-1 0-14 15,3 1-15 1,0 1-12-16,3 3-15 0,-4 0-7 0,-2 0-8 16,4 4-5-16,-3 0-9 0,-2 1-8 0,-1 4-4 15,-1-3-10-15,-3 2-5 0,-1 0-5 0,-2 4-4 16,-2-3-4-16,-6 3-3 0,1-2-2 0,-3 2 3 15,-1-2-9-15,-1 0-8 0,1-2 2 0,-4 1-4 16,3-4-5-16,2 0 0 0,1-1-3 0,-1 1 1 16,2-6 2-16,2 1-2 0,-1-1-4 0,2 1 6 0,1-1 17 0,-1 0 22 15,3-3 31-15,-3 4 33 16,3-4 29-16,0 0 15 0,0 0-6 0,0 0-21 16,0 0-24-16,11-12-7 0,-4 7-10 15,3-4-7-15,2-1-12 0,0-2-7 0,4 0-13 0,2-5-3 16,-1 2-11-16,-3 2 5 0,0-3-8 0,-1 4-2 15,-1 0-5-15,-3 1-4 0,-1 3 3 16,-2 1 4-16,-1 1-4 0,1 0-3 0,-4 2-4 0,1 3-8 16,-2-4 0-16,-1 5-16 0,5-5-11 0,-5 5-8 15,0 0-5-15,0 0 8 0,0 0 4 0,-13 17-2 16,7-7-4-16,-2-1 14 0,3 1-4 0,0 0 4 16,1 6-4-16,3 2 3 0,2-2-2 0,4 0-11 15,6 1-18-15,8 1-51 0,5-1-69 0,4-2-110 16,7-3-468-16,0-5-789 0,20 0 349 0</inkml:trace>
  <inkml:trace contextRef="#ctx0" brushRef="#br0" timeOffset="-203638.62">12476 10228 181 0,'0'0'179'16,"0"0"-14"-16,0-6-7 0,0 6-17 0,-2-5-12 15,2 5-10-15,0 0-12 0,2-3-13 0,-2 3-12 16,0 0-8-16,0 0-9 0,0 0-7 0,-2 12-7 15,0-2-7-15,2 0-2 0,-4 7-2 0,1 3-5 16,0-3-4-16,-2 9-5 0,0 1-2 0,1-2-2 0,-1 0 0 0,0 2-5 16,1-1 0-16,0-6 0 0,2-1-3 0,-2 5-3 15,0-4 1-15,3-2-5 0,-2-1 0 0,1-2 3 16,2-2-3-16,-2-1 2 0,1-3 0 16,0-2-5-16,-1-1 1 0,2 1 1 0,0-2 1 0,-1-2 26 15,2 1 15-15,-1-4 15 0,-1 5 3 0,1-5 5 16,0 4 3-1,0-4 0-15,0 0 0 0,0 0-6 0,0 0-5 16,0 0-9-16,0 0-6 0,0 0-20 0,0 0-22 0,3-17-27 16,-3 8-31-16,1-3-34 0,0 0-41 0,2-5-45 15,-1 0-222-15,0-1-426 0,0-2 189 16</inkml:trace>
  <inkml:trace contextRef="#ctx0" brushRef="#br0" timeOffset="-202920.95">12540 10117 154 0,'4'-11'155'0,"1"0"-10"0,0 3-3 16,3-1-4-16,-2 3-11 0,1-2-12 0,-1 1-6 15,4 2-12-15,1 0-8 0,-2 1-4 16,3 1-7-16,-2 1-3 0,3 2-9 0,-1-2-3 0,1 2-8 0,-1 2 3 16,1-2-13-16,1 2 0 0,-4 2-8 0,1 1-2 15,1 1-6-15,-3-1 0 0,-1 1-4 0,-2 0 1 16,2 0-9-16,-4 2 2 0,-3 0-3 0,0-1-6 0,-1 2 3 15,-2 2-2-15,-6-1-2 0,-5 1-1 0,-1-2 1 16,-5 1-1-16,2-2-1 0,-2 1 1 16,-2-2-5-16,1-2 4 15,0 0 2-15,0 0-3 0,-1 0-4 0,3-3 4 0,-1 1-1 16,5-2 1-16,2 0 1 0,1-1-1 16,2 0-2-16,5 2 7 0,-5-2 8 0,4 1-1 15,5-1 3-15,-7 0 1 0,7 0-1 0,-8 1-6 16,8-1-1-16,0 0-3 0,-4 3-5 0,4-3 2 0,0 0-1 15,-3 3-3-15,3-3 0 0,0 0-2 0,0 7 3 16,2-3-2-16,-2 2 2 0,2-4-4 0,1 5 2 0,-1-1 3 16,4 1-3-16,-1 3-1 0,2 1-2 0,5 3 0 0,-2 0 2 15,5 0-1-15,6 5 0 0,-1-1 3 16,1 0 0-16,2 1-3 0,1-2 1 0,2 1-1 16,-4 0 3-16,3-1-1 0,-3 0-1 0,-1-1-1 0,-3-5 2 15,0 1 2-15,-1 0-3 0,-3-2 1 0,-4-1 0 16,-1-3 1-1,-1 1-2-15,-3-1 1 0,1-1-3 0,-1-4 3 16,-1 4-1-16,-1-2 4 0,-1-1-6 0,2 2-1 16,-3-1 0-16,-1-3 1 0,4 3 0 0,-4-3 0 0,1 2 2 15,-1-2 0-15,0 0 3 0,7 3 1 16,-7-3 4-16,0 0 2 0,2 2 13 0,-2-2 2 16,0 0 10-16,0 0 8 0,0 0 12 0,0 0 2 0,0 0 6 15,0 0 5-15,0 0 4 0,0 0-1 0,0 0 3 0,0 0 5 16,5 3-8-16,-5-3 1 0,0 0-9 0,0 0-4 15,0 0-8-15,0 0-6 0,0 0-2 0,0 0-2 16,0 0-8-16,0 0-3 0,0 0-7 0,0 0-1 16,0 0-1-16,0 0-4 0,0 0 0 0,0 0-5 15,0 0 4-15,0 0-5 0,0 0-3 0,0 0 2 16,0 0-2-16,0 0-1 0,0 0-4 0,0 0 0 0,0 0 2 0,0 0 2 16,0 0-4-16,0 0-4 0,0 0 7 0,0 0-6 15,0 0-5-15,0 0-2 0,0 0-12 0,0 0-7 16,0 0-12-16,0 0-14 0,0 0-21 0,0 0-25 15,0 0-33-15,0 0-43 0,0 0-70 0,0 0-64 16,0 0-166-16,0 0-511 0,0 0 226 0</inkml:trace>
  <inkml:trace contextRef="#ctx0" brushRef="#br0" timeOffset="-202011.11">13367 10418 190 0,'-4'-4'192'0,"4"4"-9"16,0 0-8-16,0 0-11 0,0 0-13 0,0 0-10 0,0 0-10 15,0 0-14-15,0 0-8 0,0 0-10 0,0 0-11 0,0 0-7 16,0 0-8-16,0 0-2 0,0 0-4 0,0 0-3 16,0 0 1-16,0 0-3 0,0 0-2 0,0 0-5 0,0 0-3 15,0 0 3-15,0 0-9 0,0 0-4 0,0 0-4 16,0 0 0-16,0 0-5 0,0 0-3 15,0 0-4-15,0 0-2 0,0 0-1 0,0 0-4 16,-2-2-2-16,2 2-2 0,0 0-1 0,0 0 0 0,0 0-4 0,0 0 0 16,0 0-2-16,0 0 3 0,0 0-6 0,0 0 1 15,0 0 6-15,0 0-5 0,0 0-2 0,0 0-1 16,0 0-4-16,0 0 2 0,0 0 3 0,0 0-2 0,0 0-4 16,0 0 2-16,0 0 3 0,0 0 0 0,0 0 1 15,0 0 1-15,0 0-1 0,0 0 3 0,0 0-4 16,0 0 0-1,0 0 3-15,0 0-3 0,0 0 0 0,0 0 1 16,0 0 0-16,0 0-2 0,0 0 1 0,0 0 1 16,0 0-2-16,0 0 3 0,0 0 2 0,0 0-2 15,0 0-1-15,0 0 2 0,0 0-4 0,0 0 5 16,19 0-2-16,-13 0 2 0,8-1 0 0,0 1 1 0,5 0 5 16,2-1-5-16,6 1-3 0,2 0 1 0,-2-2-1 15,0 2-1-15,2 0-9 0,-6 2 0 0,-4-2 0 0,3 0 0 16,-5 0 0-1,-3 0 1-15,-3 0-1 0,1 0-2 0,-6 0 2 0,2 1-8 0,-1-1-8 0,-7 0-15 0,10 1-14 16,-6-1 3-16,-4 0 0 0,0 0-11 0,0 0-25 16,-14 6-29-16,7-3-35 0,-1-2-48 0,-1 2-186 31,0-1-412-31,0 0 183 0</inkml:trace>
  <inkml:trace contextRef="#ctx0" brushRef="#br0" timeOffset="-201632.07">13462 10539 25 0,'-7'1'152'0,"7"-1"-8"15,0 0-1-15,-5 2-19 0,5-2-1 0,0 0-23 16,0 0-5-16,0 0-6 0,-5 0-7 0,5 0-11 0,0 0 2 0,0 0-7 31,0 0 0-31,0 0 4 0,0 0-1 0,0 0 4 16,0 0 3-16,0 0 7 0,0 0-2 0,0 0-6 16,0 0-9-16,0 0-2 0,14-6-8 0,-1 5-2 15,0 0-6-15,0 0-6 0,7 0-4 0,7-3-10 16,1 0 6-16,1 2 1 0,3-1 1 0,0 2 1 0,-4-1-3 0,1 2 0 15,-7-1-5-15,-3-2-2 0,-3 3-5 0,-3 0 1 16,-1-1-7-16,-5 0 3 0,-1 1-1 0,0 0 0 16,2 0-4-16,-8 0 1 0,0 0-2 0,10 0-7 15,-10 0-3-15,0 0-9 0,0 0-24 0,0 0-28 16,0 0-46-16,0 0-61 0,0 0-226 0,-24 2-425 16,24-2 188-16</inkml:trace>
  <inkml:trace contextRef="#ctx0" brushRef="#br0" timeOffset="-195303.87">14417 10060 179 0,'2'-5'210'0,"-1"0"-15"0,-1 5 3 16,0-5-10-16,1 3-10 0,-1 2-20 0,1-4-13 15,-1 4-17-15,0 0-12 0,2-4-12 0,-2 4-14 16,0 0-17-16,0 0-10 0,0 0-5 0,0 0-8 16,0 13-9-16,-2-1-1 0,4 0-4 0,-5 5-4 15,2 0-6 1,-3 4 0-16,-2 6 0 0,2 0-7 0,0-2-2 16,-1 0-3-16,2 0 3 0,1-4-3 0,-1-4-2 0,1 3-2 15,2-6-1-15,-2 3-1 0,1-1 1 0,1-3-2 16,-1-4 0-16,-1 1-1 0,2-3-1 15,-1 0 2-15,2-2-2 0,-2-2 2 0,1 3 23 16,0-6 10-16,0 7 12 0,0-7 18 0,0 4 18 0,-1-1 16 16,1-3 16-16,0 0 14 0,0 0 4 0,0 0-13 0,0 0-17 15,18-7-10-15,-7-3-5 0,3 2-11 0,2-3-12 16,4-6-7-16,3 0-7 0,4-4-6 0,-3 1-2 0,3-2-5 16,1 1-9-16,-2 0-4 0,-1 1-1 0,0 2-4 15,-4-1-3-15,-4 6 3 0,-2 1-5 16,-6 3 5-16,0 1-2 0,0 1 9 0,-1 0-2 15,-3 3-8-15,0-1 4 16,-1 2 8-16,1 0-15 0,-4 0-5 0,3 0-1 16,-4 3-9-16,5-4 0 0,-5 4-16 0,4-1-13 15,-4 1-6-15,0 0-1 0,0 0 3 0,0 0 2 16,-13 9 6-16,3-4 3 0,0 3 3 0,-8-1-1 16,3 3 0-16,-2 1 1 0,2-4 1 0,-1 4 4 15,2-5-3-15,2 2 8 0,1-1-5 0,1-1 5 16,0 0 2-16,3-1-5 0,1-1 4 0,2 0 0 0,-1-3-1 0,1 2 4 15,-1-1-3-15,0 0 4 0,5-2 24 0,-1 3-19 16,1-3 9-16,-4 2-1 0,4-2 3 0,0 0 2 16,-4 3-5-16,4-3-8 0,0 0 7 0,0 0 1 15,0 0-3-15,0 0-7 0,0 5-8 0,0-5 6 16,0 0-2-16,4 7 2 0,0-2-6 0,2 4 4 16,2-1-1-16,-1 0 2 0,5 4-1 0,2 1 2 0,1-1-1 0,6 5-1 31,-4-4 3-31,4 3 0 0,2-1 1 0,-4-5 1 15,-1 2 4-15,-1 0-7 0,-2-2-2 0,2-1 3 16,-6-3-2-16,-2 1 3 0,1 0 0 0,-2-3-1 16,-1 0 1-16,-2 0 1 0,0-2-1 0,-2 0 14 0,1 1-13 0,-1-1 10 0,-3-2 18 0,4 3 6 15,-4-3 3-15,4 1 8 16,-4-1-2-16,2 1 1 0,-2-1-2 0,0 0-7 16,0 0-4-16,5 3-7 0,-5-3 2 0,0 0-6 15,0 0 0-15,0 0-4 0,0 0 0 0,5 0-6 16,-5 0-12-16,0 0-15 0,0 0-30 0,0 0-33 15,0 0-31-15,0 0-37 0,0 0-35 0,9 1-55 16,-9-1-67-16,8 1-346 0,-8-1-701 0,0 0 311 0</inkml:trace>
  <inkml:trace contextRef="#ctx0" brushRef="#br0" timeOffset="-192141.53">16302 9987 13 0,'4'-5'143'0,"-1"1"-7"0,2-1-4 0,-2 2-9 16,0 0-5-16,-1-2-9 0,1 2 0 0,0-2-10 16,-3 5-7-16,3-3-8 0,-1 1-1 0,-2 2-9 15,1-6-1-15,-1 6-6 0,1-2-5 0,-1 2-5 0,0 0-6 0,0 0-5 16,2-5-4-16,-2 5-5 0,0 0-5 0,0 0-1 15,0 0-7-15,-23 7 0 0,11-2-2 0,3 1-5 16,-5-1 1-16,0 3-7 0,-4-2 5 0,1 6-2 16,2-3-2-16,-2 1-4 0,4 0 0 0,-3 2 4 15,2-3-5-15,3-1-2 0,-3 4 1 0,3-1 2 16,4-1-2-16,-2 0-4 0,4-1 4 0,1 2 4 0,3 0-2 0,-2-2 7 16,6 2-3-16,2-1 7 0,5 3 0 0,1 0 4 15,7-2 0-15,5 5 2 0,4-2 1 0,1-1-3 16,0 0 1-16,3-2 1 0,-3-1-8 0,-2 1-2 15,-6-2 1-15,-2-1-1 0,-2 2-4 0,1-3-3 16,-7-2-4-16,-1 2 1 0,-4-1-5 0,1-2 1 16,-6 1 0-1,0 0 2-15,-2 0 3 0,-2-1-3 0,-6 1 0 16,-2 0 4-16,-5 3-4 0,-4-4-2 0,0 1 2 0,1 0 2 16,-1-1-4-16,2 2 4 0,1-4-2 0,-3 0-1 15,2-1-2-15,6 1 4 0,2 0 0 16,-2 0-6-16,3-2 5 0,3 1 3 0,0 1-4 15,2-2-1-15,5 0 4 0,-8 1 3 0,8-1-1 0,-6 1 3 16,6-1 4-16,0 0-1 0,-7 0-4 0,7 0-2 0,0 0 1 0,0 0-2 16,0 0-7-16,0 0-18 0,0 0-22 0,0 0-31 15,0 0-35-15,0 0-59 0,17-5-189 0,-11 4-384 16,2 0 169-16</inkml:trace>
  <inkml:trace contextRef="#ctx0" brushRef="#br0" timeOffset="-191842.79">16757 10185 123 0,'0'0'234'0,"0"0"-18"16,0 0-21-16,3-4-14 0,-3 4-19 15,5-5-15-15,-1 3-17 0,3 1-12 0,1 0-13 16,2 0-11-16,4-2-12 0,4 3-3 0,-1 0-6 0,4 0-15 16,-3 0-20-16,4 1-29 0,-2 1-36 0,0-2-25 0,-4 2-43 15,3-2-45-15,-6 0-149 0,0 1-312 0,1 1 139 16</inkml:trace>
  <inkml:trace contextRef="#ctx0" brushRef="#br0" timeOffset="-191673.36">16845 10262 60 0,'-10'6'139'16,"1"-4"-15"-16,4 1-3 0,0 1-5 0,1-2-10 15,1 1 4-15,1 0 10 0,2-3-2 0,10 8-3 16,0-4-11-16,8 0-8 0,1 0-13 0,8 1-6 15,3-1-6-15,-1-2-15 0,7 0-36 0,-1 1-4 16,1 0-44-16,1-3-48 0,3-1-76 0,1-1-81 0,-4 0-253 0,-1 0 113 16</inkml:trace>
  <inkml:trace contextRef="#ctx0" brushRef="#br0" timeOffset="-191241">17626 10069 143 0,'-1'-4'165'0,"-3"1"-15"16,0 1-16-16,4 2-9 0,-5-3-13 16,5 3-10-16,-10-1-14 0,3 2-7 0,7-1-7 15,-16 3-3-15,4 2 2 0,-1 1-11 0,3 0-7 0,-4 4 4 0,0-1-4 16,-1 3-9-16,-1 0-4 0,3 1-4 0,1 1 1 0,2 0-5 15,-3 1 1-15,5 2-4 0,2-3-4 0,2 1 7 16,1-5 5-16,2 2 3 0,4 2 9 0,0-4 3 16,1 1 2-16,3 0 10 0,4-1 4 0,2-1 0 15,5-2 0-15,0 0-6 0,2-2-4 0,0-3-1 16,10-1-5 0,-11-2-2-16,8-3 0 0,-3 1-1 0,3-3-9 15,-9-1-1-15,1-3-2 0,0 2-3 0,-6-3-6 16,1-2-2-16,-1-2-5 0,-4 1-2 0,-3-3-1 15,2 2-2-15,-7 2 6 0,-1 1-9 0,3-1-1 16,-6 3-3-16,-1-2-3 0,-2 0 1 0,-2 3-6 16,2 1 4-16,-3 0-16 0,0 2-11 0,0 2-20 0,0 0-9 15,-1 3-22-15,2 2-19 0,1 3-12 0,-1-3-22 0,-2 6-24 16,6-3-48-16,-1 2-192 0,5 1-420 0,1 3 186 16</inkml:trace>
  <inkml:trace contextRef="#ctx0" brushRef="#br0" timeOffset="-191038.97">18059 10309 141 0,'0'0'204'0,"0"0"-20"0,0 0-24 0,0 0-16 16,4 2-7-16,-4-2-16 15,-4 6-19-15,1 0-6 0,1-1-11 16,-2 5-7-16,-2-3-6 0,2 3-11 0,-1 0-16 16,-3 2-21-16,4 0-31 0,-1-5-52 0,-1 2-45 0,2-3-144 15,0 1-267-15,3-2 118 0</inkml:trace>
  <inkml:trace contextRef="#ctx0" brushRef="#br0" timeOffset="-190587.75">18453 9977 177 0,'0'0'149'0,"0"0"-8"0,-8-1-10 15,8 1-14-15,0 0-3 0,0 0-20 0,-9-1-9 0,9 1-12 0,0 0-2 16,0 0-10-16,0 0 4 0,-4-3-1 0,4 3 5 16,0 0-1-16,0 0 2 0,0 0 11 0,0 0-2 15,0 0 0-15,0 0 2 0,0 0-4 0,0 0-1 16,0 0-4-16,0 0-8 0,0 0-4 0,0 0-8 15,22 0-4-15,-5 0-6 0,0 1-5 0,6-3-2 16,7 2-4-16,6-1 1 0,-1 2-5 0,1-2-7 0,17-1 5 0,-16 2-6 16,-3-1-4-16,3-1-3 0,-8-4-7 15,1 3-6-15,-11 1-6 0,0-1-7 0,-6 2-3 0,0-1-10 16,-4-2-25-16,-4 1-14 0,-2 1-12 0,-3-1-15 16,0 3-20-16,-8-10-15 0,1 6-19 0,-4 3-35 15,1-3-101-15,-2 1-305 0,1 0 135 16</inkml:trace>
  <inkml:trace contextRef="#ctx0" brushRef="#br0" timeOffset="-190255.75">18749 9922 98 0,'0'0'208'0,"0"0"-16"0,0 0-15 16,0 0-15-16,0 0-25 0,0 0-14 0,0 0-13 0,0 0-13 15,0 0-11-15,-1 11-4 0,1-5-14 16,-4 6-2-16,3-1-3 0,0 7-9 0,-3-1-4 16,1 8 1-16,1 1-6 0,-2 0-4 0,2 3 0 15,1-1-6-15,0-2 3 0,3 2-2 0,0-2 8 0,0 0 5 16,2-1-5 0,-1-5 0-16,1-3-3 0,-2-2-3 0,3-3-5 15,-2 0-3-15,-1-3-2 0,-1-1-1 0,2-3-3 16,-2 0-2-16,1 2 5 0,-1-5 11 0,0 1 5 15,0 1 7-15,-1-4-1 0,3 4 8 0,-3 0-4 16,0-4 0-16,0 0-3 0,0 2-7 0,0-2-3 16,0 0-5-16,0 0-2 0,3 4-3 0,-3-4-3 15,0 0-6-15,0 0-1 0,0 0-8 0,0 0-6 0,0 0-15 0,0 4-20 16,0-4-26-16,0 0-42 0,0 0-82 0,0 0-288 16,0 0-507-16,4-10 225 0</inkml:trace>
  <inkml:trace contextRef="#ctx0" brushRef="#br0" timeOffset="-189866.95">19161 10095 233 0,'-3'-4'271'15,"3"4"-16"-15,0 0-21 0,-1-4-24 0,1 4-14 16,4-6-26-16,-1 3-16 0,4-1-9 16,-1 2-22-16,3-1-11 0,1-2-11 0,4 2-11 15,3 2-10-15,3-2-16 0,2 2-18 0,-4 0-28 0,5 1-27 16,-1-3-28 0,-3 3-40-16,-4 0-41 0,6-4-51 0,-3 4-180 15,-1-1-378-15,-4 1 168 0</inkml:trace>
  <inkml:trace contextRef="#ctx0" brushRef="#br0" timeOffset="-189686.68">19206 10193 183 0,'0'0'229'0,"4"5"-11"0,4-4-18 0,2 0-14 15,4 2-17-15,8-1-21 0,-3 0-13 0,12 1-12 16,-3-2-15-16,5 2-10 0,-1-1-20 0,0 4-30 15,0-6-40-15,-4 0-39 0,3 0-50 0,-4 0-54 16,-6-3-146-16,1 0-305 0,-3 1 136 0</inkml:trace>
  <inkml:trace contextRef="#ctx0" brushRef="#br0" timeOffset="-189292.7">20023 9975 36 0,'0'-5'197'0,"1"0"-10"15,-1 2-16-15,0 3-11 0,-1-6-8 0,1 6-22 16,-1-5-12-16,1 5-12 0,-5-1-12 0,5 1-9 16,-8-1-10-16,8 1-1 0,-13 2-6 0,3 3-1 15,1 1-8-15,-1 2-2 0,-3-1-10 0,0 6-5 0,-2-1 1 16,2 3-6-16,0-1 1 0,3-1-9 0,1 3-2 15,0-2-5-15,2 1 2 0,0 2-3 0,3-2-2 0,2 1 9 16,2-2 25-16,2-1 12 0,4-1 19 16,4 2 15-16,1 1 4 0,7-5 1 0,0-1-5 15,10 2-5-15,3-6-4 0,1-4-15 0,1 1-6 16,0-5-5-16,1-2-1 16,-4-2-6-16,2-4-9 0,-5 1-2 0,-4-4-2 15,-5 2-3-15,-4-2-7 0,-2-2-9 0,-1 0 15 16,-5-4-20-16,-3 0-6 0,-6 1-1 0,-1 0-3 15,-7-3-9-15,-6-2-18 0,-6 6-24 0,-3 1-30 0,-8 3-39 16,-5 3-50-16,-12-1-82 0,-3 1-263 16,14 9-547-16,6-2 243 0</inkml:trace>
  <inkml:trace contextRef="#ctx0" brushRef="#br0" timeOffset="-180871.43">13611 12172 133 0,'5'-4'160'0,"-2"0"-6"0,-1 0-5 0,2-1-2 15,0 1-7-15,-3 3-6 0,3-3-12 0,-4-1-13 16,0 5-8-16,4-4-9 0,-3 3-10 0,-1 1-9 16,0 0-7-16,0 0-6 0,-5-6-9 0,5 6-5 0,-18 6-4 15,0-3-6-15,-3 4-4 0,0 1 0 0,-7 3-3 16,0-1-3-16,-3 2-5 0,4 2-3 0,-1 1-1 0,0-1-3 16,3 3-1-16,2-2-1 0,1-1 0 0,1 3-2 15,5-5-2-15,3 5 1 0,3-2 1 16,0-1-2-16,2 3-3 0,3 0 1 0,2-5 0 0,7 5 3 15,1-2-2-15,4-1 4 16,9 6-8-16,2-1-2 0,1-3 4 0,7 0-4 16,1 0 0-16,2-3 1 0,1 3-1 15,0-4 3-15,-1 0-2 0,-6 1-4 0,-4-4 3 16,-2-1 0-16,-3 1 3 0,-2-2-3 0,-5 1-2 0,0-3 1 16,-1-1-6-16,-2 4-3 0,-4-6 2 0,0 3 0 15,-4 0 1-15,-5 1-1 0,-2-1 6 16,-4 0-3-16,-4 1 8 0,-1-1-7 0,-4-1 1 0,2 1 1 0,-1-2-1 0,2 1 2 15,0-1 3-15,-2 0-8 0,2-1 7 16,0 1 0-16,7-2-2 0,-1 2 0 0,4-1 0 16,1-2 0-16,3 0-1 0,5 0 3 0,-10 2 0 15,10-2-2-15,0 0-8 0,0 0-20 0,0 0-20 0,0 0-28 16,19-6-35-16,-9 1-57 0,5 2-125 0,-2-2-315 16,2 0 140-1</inkml:trace>
  <inkml:trace contextRef="#ctx0" brushRef="#br0" timeOffset="-179905.9">13984 11812 205 0,'-4'-3'201'0,"4"3"-19"15,0 0-24-15,0 0-10 0,0 0-19 0,0 0-12 16,0 0-15-16,0 0-7 0,0 0-11 0,5 13-9 16,-5-5-12-16,3 1-3 0,-2 2-6 0,0 1-2 0,2 1-11 15,-3-1 0-15,1 2-4 0,1 0-9 16,-4-3 2-16,1 1-4 0,-2 1-3 0,1-2-2 16,-2-1-3-16,0 1 2 15,-1-3-2-15,-1 2 3 0,-1-1-4 0,1-1 0 16,-2-1 0-16,3 0-2 0,1-2-5 0,1 0 0 15,0-1 0-15,-1-2 1 0,2 3-2 0,-1-2 2 16,-1 1-5-16,4-4-1 0,0 5 6 0,0-5-1 16,0 6 12-16,3-4 14 0,1 1 1 0,3-2 4 15,4 2-3-15,0 0 1 0,2-1 0 0,7-1 0 16,-2 1-2-16,5 0-1 0,-3-1-4 0,2 1-5 0,0-1-4 0,-3 2-1 16,0 0 0-16,-9-1-3 0,3-1-2 0,-3 0-4 15,-1 0 1-15,-2 1-3 0,-2-1 1 0,-5-1 1 16,11 0 0-16,-7 0 0 0,-4 0 2 0,7 1 1 15,-7-1 2-15,4 1-4 0,-4-1-2 0,0 0-2 16,0 0 1-16,0 0-2 0,0 0 0 0,0 0-1 16,6 0 0-16,-6 0-3 0,0 0-1 0,0 0 1 0,0 0-1 0,0 0 1 15,0 0 1-15,0 0-4 0,0 0 2 0,6 2 0 16,-6-2 0-16,0 0 1 0,0 0-2 0,0 0 0 16,0 0 1-16,0 0 0 0,0 0-1 0,0 0-1 15,0 0-1-15,0 0 2 0,0 0-2 0,0 0 3 31,0 0-1-31,0 0-1 0,0 0 2 0,0 0-1 0,0 0 2 16,0 0 3-16,0 0 1 0,0 0 1 0,0 0 3 0,0 0-4 16,0 0 7-16,0 0 3 0,0 0-7 0,0 0-1 15,0 0 9-15,0 0-10 0,0 0-5 0,0 0 5 16,0 0-2-16,0 0 0 0,0 0-1 0,0 0-2 16,0 0 2-16,0 0 0 0,0 0-1 0,0 0-1 15,0 0 1-15,0 0-3 0,0 0 1 0,0 0 7 16,0 0-8-16,0 0 0 0,0 0 1 0,0 0-3 0,0 0 1 0,0 0 1 15,0 0-4-15,0 0 0 0,0 0 3 0,0 0 0 16,0 0-10-16,0 0-15 0,5-4-44 0,-5 4-50 16,0 0-50-16,8-1-56 0,-8 1-225 0,3-3-486 15,-3 3 215-15</inkml:trace>
  <inkml:trace contextRef="#ctx0" brushRef="#br0" timeOffset="-179174.97">14550 12420 144 0,'0'0'168'16,"-9"0"-20"-16,9 0-8 0,0 0-14 0,-6 0-6 0,6 0-7 16,0 0-1-16,0 0 2 0,0 0-6 0,0 0-5 15,0 0-10-15,0 0-5 0,0 0-9 0,0 0-9 16,0 0-4-16,0 0-5 0,0 0-4 0,0 0-6 0,0 0-4 0,0 0-6 15,0 0-1-15,0 0-4 0,0 0-5 0,0 0-1 16,0 0-3-16,0 0-5 0,0 0-3 16,0 0 0-16,0 0-4 0,0 0 0 0,0 0 0 15,0 0-2-15,0 0 2 0,0 0 4 0,0 0-5 0,0 0 3 16,0 0 0-16,0 0 0 0,0 0 1 0,0 0 1 16,0 0 3-1,0 0-4-15,0 0 2 0,0 0 4 0,0 0-1 16,0 0 4-16,0 0 0 0,0 0-1 0,19 1-1 0,-19-1-4 15,14-2 1-15,-1 2-2 0,6-4-1 0,8 4-1 16,3-1-1-16,5-2-3 0,3-3 0 0,19 3 3 16,-3-1-4-16,5 3 6 0,0-3 0 0,-4 1 1 15,-4-1 2-15,-13 4-3 0,-2 0-2 0,-4-1 0 16,-4 1-3-16,-7-3-2 0,-3 3-1 0,-5 0 0 0,-3-2 3 16,0 2-8-16,-5 0 5 0,1-2-4 0,-6 2-2 15,11 0 0-15,-11 0-4 0,0 0 1 0,3-1-17 0,-3 1-10 16,0 0-10-16,0 0-15 0,0 0-22 0,-19-2-19 15,19 2-28-15,-9 2-29 0,9-2-41 16,-10 0-202-16,10 0-423 0,-9-1 188 0</inkml:trace>
  <inkml:trace contextRef="#ctx0" brushRef="#br0" timeOffset="-178495.05">15778 12088 3 0,'1'-3'246'0,"2"0"-25"0,-3 3-19 0,1-5-18 15,-1 5-21-15,2-4-19 0,-2 4-16 0,2-4-12 16,-2 4-13-16,0 0-11 0,0 0-13 0,0 0-9 0,0 11-8 0,-4-4-6 15,-3 3-4-15,-4 2-6 0,1 2-3 0,-9 6-6 16,0 4-4-16,-2-2-5 0,1 0 0 0,2 2-4 16,-1-5-2-16,2 2-3 0,6-5-2 0,2-2-5 15,1 3 2-15,-1-5 0 0,4-3-2 0,1 1-2 16,3-3 2-16,-2-1 7 0,2-1 12 0,1 2 15 16,4 0 8-16,1-5 5 15,5 4 0-15,8-2-12 0,5 0 2 0,8 0-8 16,5-1-2-16,-3-1-2 0,4-1-3 0,1-1-6 15,2 0-12-15,-7-3-21 0,0 0-20 0,1-2-23 16,-4 0-16-16,-9 2-16 0,3-3-27 0,-9 0-5 16,3-1-12-16,-5 2 0 0,0-2 9 0,-4 1 6 15,0-1 6-15,-2 0 15 0,-2 0 9 0,-2-2 4 16,-2 2 10-16,0-1 19 0,1 2 5 0,-2-5 26 0,-2 4 9 16,4-3 22-16,-2 4 26 0,0 0 17 0,0-3 13 0,1 2 15 15,-2 2 11-15,2-2 5 0,-1 3 10 0,1-1 1 16,-1 0-3-16,0 1 4 0,2 1-13 0,-2 3-7 15,1-6-5 1,-1 6-10-16,0-4-9 0,0 4-4 0,0 0-10 0,1-4-11 16,-1 4-11-16,0 0-11 0,0 0-9 0,0 0-3 15,0 0 3-15,-1 13-4 0,1-6-9 0,-1 4 3 16,-1 1 1-16,1 6-1 0,0 0 0 16,1-1-2-16,1 3 1 0,0 0 1 0,1 3-2 0,0-5 1 15,1 1-2-15,1-2 1 0,2 1-2 0,-4-2 0 16,2-1 4-16,0-3-2 0,-1 0 1 0,-2-5 1 15,2 3-2-15,-2-3 0 0,0-2 2 16,2 0-2-16,-1 0 3 0,0-1-1 0,-2-1 1 0,2-1-3 16,-2-2 4-16,2 5-1 0,-2-5 1 0,2 4-2 15,-2-4 2-15,1 3 0 0,-1-3-3 0,0 0 0 16,0 0-8-16,0 0-14 0,0 0-21 0,0 0-85 16,0 0-85-16,0 0-262 0,5-12-509 0,-2 7 225 15</inkml:trace>
  <inkml:trace contextRef="#ctx0" brushRef="#br0" timeOffset="-177786.83">16689 12160 101 0,'0'0'147'0,"0"0"-13"15,0 0-1-15,0 0-15 0,0 0-5 0,0 12-4 16,3-5-13-16,-3 3-8 0,1-1-10 0,-1 7-2 0,0 0-3 16,0 1-7-16,0 0-6 0,-1 2-9 0,-2 1-3 15,2-2-12-15,-3-2 2 0,4 2-1 0,-4-2-4 16,2 0-5-16,-1 0-6 0,-1-5 4 0,2 0-5 0,-1-4 3 0,2 0-8 16,-3 0 5-16,2-3 2 0,0 1-5 15,1-2 12-15,-3 1 8 0,4-4-6 0,-5 2 5 16,5-2-4-16,0 0-2 0,-13-9-1 0,9 2 8 15,1-3 9-15,-1-2-1 0,-2-4-1 0,4-2-1 0,-2-3-4 32,3-3 1-32,1-3 2 0,1-2-3 0,3 0 1 0,0 2-3 15,6-2-1-15,-3 3-1 0,2 1 4 0,2-1 5 16,-6 7 2-16,3 1-1 0,-2 3-4 0,3 1-3 16,0-1 3-16,0 6-6 0,-1 0-4 0,3 1-7 15,1 0-1-15,4-1-2 0,2 8-5 0,4-5-1 16,6 1-1-16,-6 3 0 0,7 2-4 0,-11 0-5 15,1 2 1-15,3 5-2 0,-5-3 5 0,-1 0-5 0,0 6 0 16,-5-3-3-16,-2 2-3 0,0-1 0 0,-3 1 1 0,1 3-2 16,-5-1-4-16,-2 0 1 0,-2 1 1 0,-5-1-1 15,1 3 2-15,-6 1-2 0,-3-1-1 0,-6 2 2 16,1-8 2-16,-3 6 1 0,5-7 0 0,-1 0-2 16,1-1 2-16,4 0 0 0,0-2 1 0,3-1-2 15,0 0 0-15,3-1 3 0,1 1-2 0,2-3 1 16,0 3-2-16,1-1 2 15,4-2-4-15,-9 2 3 0,7 1-5 0,2-3 2 16,-3 7-2-16,4-4 8 0,1 4-4 0,-1 1 1 16,5 2 15-16,0 1-4 0,5 2 5 0,3 3 3 15,-1-2 3-15,12 5 1 0,-6 4 5 0,4-6 5 16,3 5-5-16,-2-6-1 0,3 1-3 0,-4 0-2 16,-6-5 0-16,0-2-5 0,-1 0 2 0,0-1-4 0,-5-2 1 0,-1-1 1 15,0-2-4-15,-5-3 1 0,0 3-2 0,1-1 4 16,-4-2-2-16,4 2-3 0,-6-3 3 0,4 0-2 15,-4 0-10-15,0 0-15 0,5-9 5 0,-5 6-31 16,3-2-36-16,-3-2-36 0,0 0-54 0,1-3-88 16,-1-7-223-16,0 0-517 0,0 1 229 0</inkml:trace>
  <inkml:trace contextRef="#ctx0" brushRef="#br0" timeOffset="-177347.72">17319 12048 11 0,'0'0'170'0,"0"0"-2"15,0 0-6-15,-6-2-1 0,6 2 1 0,0 0 0 16,0 0-4-16,0 0 1 0,0 0 2 0,0 0-6 0,0 0-1 16,-4-3-16-16,4 3-13 0,0 0-13 15,20-4-10 1,-8 1-17-16,11 2-3 0,-1-2-9 0,8 0-7 15,5 1-6-15,17 0-5 0,-1 2-7 0,2 0-1 0,-2 0-3 16,-12 0-4-16,1 0-3 0,-3 0-3 0,-5 0-1 16,-5 0-5-16,-5 0-3 0,-2-3-3 0,-7 3-1 15,0 0-3-15,-3 0-2 0,-4 0-2 0,-1 0-5 16,-5 0-7-16,10 0-11 0,-10 0-23 0,0 0-23 0,0 0-18 16,0 0-17-16,-22-1-19 0,10-1-17 15,-1 2-12-15,0 2-34 0,0-2-26 0,-4 1-156 0,-1-2-382 0,1 1 170 16</inkml:trace>
  <inkml:trace contextRef="#ctx0" brushRef="#br0" timeOffset="-177031.54">17617 12035 127 0,'-1'-5'271'0,"1"5"-6"0,0 0-13 16,0 0-16-16,0 0-19 0,0 0-26 0,0 0-20 15,1-5-19-15,-1 5-14 0,0 0-19 0,0 0-14 16,0 0-14-16,0 0-11 0,0 14-9 0,0-2-9 16,0 0-2-16,-1 5-9 0,-2 3-7 0,2 6-6 0,-3 3 0 0,1 0-7 15,3 3-3-15,-2 0 0 0,2 1-3 0,0-4-7 16,0 2 6-16,1-4-4 0,2-1-4 0,-2-8-1 16,-1 0 0-16,4-2-2 0,-3-4 1 0,3 0 1 15,-4-5-3-15,3 3-1 0,-2-5 0 0,1-1 1 16,0 1 1-16,-1-1 16 0,0 0 16 0,0 0 12 15,-1-4 2-15,3 3-6 0,-3-3 1 0,3 5-5 16,-3-5-7-16,0 0-2 0,0 2-14 0,0-2-44 0,0 0-39 0,0 0-52 16,0 0-71-16,0 0-352 0,0 0-576 0,0 0 255 15</inkml:trace>
  <inkml:trace contextRef="#ctx0" brushRef="#br0" timeOffset="-175999.34">18490 12153 128 0,'0'0'145'0,"0"0"-4"0,0 0-2 0,-3 2-2 0,3-2 1 16,0 0-2-16,0 0-5 0,0 0-4 0,0 0-5 15,0 0-2-15,0 0-2 0,0 0-8 0,0 0-11 16,0 0-8-16,0 0-10 0,0 0-8 0,21-4-7 0,-10 6-5 16,4-2-9-16,2 1-4 0,3-1-6 0,1 1-19 15,7-1-24-15,-5 3-30 0,0-1-33 0,-1 0-36 16,-2 1-48-16,-1-1-183 0,0 1-358 0,-3-2 158 0</inkml:trace>
  <inkml:trace contextRef="#ctx0" brushRef="#br0" timeOffset="-175814.41">18536 12299 160 0,'0'0'220'0,"0"0"-10"0,0 0-15 0,0 0-7 15,0 0-19-15,15 4-10 0,-2-6-19 0,0 2-12 0,4 2-15 16,4-6-10-16,-1 6-6 0,11-2-27 0,0 2-37 15,1-1-33-15,0-1-48 0,2-1-67 0,-2 1-189 16,4 0-329-16,-4-4 146 0</inkml:trace>
  <inkml:trace contextRef="#ctx0" brushRef="#br0" timeOffset="-175359.96">19554 12072 175 0,'0'0'171'0,"0"-4"-2"0,0 4-8 16,0 0-11-16,-1-7-19 0,1 7-4 0,0 0-9 15,-1-5-20-15,1 5-8 0,-3-3-8 0,3 3-10 16,0 0-3-16,-4-2-8 0,4 2-9 0,0 0-6 15,-6-3-2-15,6 3-7 0,0 0 0 0,-17 3-10 16,12-3 1-16,-4 4-3 16,-5 0 2-16,5 1-2 0,0 0-1 0,-1 2-3 15,-2 0-6-15,3 1 6 0,1 2-5 0,-3-2-2 16,4 5 0-16,-3 2 0 0,4-2 0 0,1-3-2 16,4 6 2-16,1 0 3 0,3 3 14 0,2 0 13 15,6 4 8-15,3 0 14 0,5-3 12 0,1-1 8 16,6-3 6-16,1-1 5 0,5-3-3 0,0-5 1 15,3-1-9-15,2-4-1 0,1-2-5 0,-2-2 4 0,0-4-3 0,-2-4 2 16,-2 1-7-16,-3-3-6 0,-2-5 1 0,-4-4-6 16,-4 1-10-16,-6-2-6 0,-4-2-11 0,-5 4-4 15,-5-4-6-15,-8-4-13 0,-7 6-29 0,-7-4-16 16,-5 4-27-16,-6 3-31 0,-17-2-39 0,0 4-62 16,2 4-92-16,-6 0-248 0,3 8-571 0,2-2 253 15</inkml:trace>
  <inkml:trace contextRef="#ctx0" brushRef="#br0" timeOffset="-135281.26">21711 3850 38 0,'0'0'91'0,"0"0"-9"0,0 0-5 0,0 0-5 16,0 0-10-16,0 0-4 0,0 0-5 0,0 0-1 15,0 0-5-15,0 0-10 0,0 0 1 0,0 0-5 0,0 0-8 0,0 0 1 0,0 0-6 31,0 0-2-31,0 0-4 0,0 0-2 0,0 0 2 0,0 0-3 0,0 0 7 0,0 13-4 0,0-13-5 16,0 0 2-16,-1 3 8 0,1-3 0 0,0 7 5 31,-1-2-2-31,1-1 1 0,0 2-5 0,0-2 5 0,0 3 3 0,1-2 1 0,-1 0-2 0,0 2 2 32,0-2 0-32,0 0 1 0,0 3-1 0,0-3 4 0,1 2 0 0,-1 0-15 15,0-1 9-15,0 1-1 0,0-1-5 0,0 1-2 16,3-2 0-16,-6 2-5 0,3-2 6 0,0 3-4 15,0 0 2-15,0-4-2 0,0 2-1 0,0 2-2 16,0-3 4-16,0 5 0 0,0-5 0 0,0 1-4 16,0 1 2-16,0-2 1 0,0 2-4 0,3 1 2 15,-3-3 2-15,0 1-7 0,1 2 5 0,-2-3-1 0,1 1-1 0,1 2 1 16,-1-2-4-16,0-1 3 0,0 2-2 0,0-1-1 16,0-2-1-16,0 3 2 0,0 0 8 0,0-3-8 15,0 3 0-15,0-1 4 0,0-2-7 0,0 1 1 16,3 2-3-16,-3-2 3 0,0 1-1 0,1-1 2 15,-2 0-3-15,1-1 0 0,1 1 0 0,1 0-2 16,-2-1 4 0,0 0-4-16,0 1 0 0,0-1 1 0,0 1-2 15,0-2 0-15,0 1-1 0,0-4 4 0,-2 8-2 0,2-4 1 16,-1 1 1-16,1-2-8 0,0 1 9 0,-3 1-3 16,3-2-1-16,0-3 2 0,0 8 0 15,0-1-2-15,0-3 1 0,0-2 1 0,0-2-2 16,-1 8 2-16,-2-4-2 0,3 1-1 0,0-2 0 0,0-3 6 0,0 9-3 15,0-4-7-15,0-1 25 0,0 1-20 0,0 1-2 16,0-1 3-16,0-1-5 0,0 1 5 0,0 0-1 16,0 0-1-16,3-2 3 0,-2 2-5 0,-1 1 1 15,3-1 3-15,-3 0-2 0,1-1 1 0,1 2 4 16,-2-3-3-16,2 2 0 0,-1-1-3 0,-1 3 6 16,1-3-7-16,-1 2 5 0,0-1-3 0,3-1 1 15,-2 1 0-15,0 2 1 16,-1-2-3-16,0 3 3 0,2-3-2 0,-1 2-1 15,0-1 0-15,-1 0-1 0,0 1 2 0,0 0 2 16,0 1-2-16,0 1 5 0,0 0-4 0,3-1-1 16,-6-1-1-16,7 3 3 0,-3 0 0 0,-1-2-4 15,0 1 1-15,-1 3 4 0,1-2-1 0,1-1 1 16,-1 3-4-16,0-2 2 0,0 2 2 0,0-3 0 16,0 2 5-16,0 1-6 0,0-2 0 0,2 2 11 0,-4-1-16 15,4 0 5-15,-4 1 1 0,2-1-5 0,0 0 8 16,-1 2-6-16,0 0 0 0,-2-1-1 0,3 0 0 0,0 2 8 15,-1 0-12-15,0-2 5 0,-1-1 0 0,2 3-2 16,-1-2 0-16,0 0 4 0,-2-1-4 0,6 1 5 16,-6 1-3-16,3-1-1 0,0 1 1 15,0-1-1-15,0-1-2 0,0-1 3 0,0 3 3 0,0-1 0 0,-1-2-2 0,0 2 0 16,-1 0-1-16,4-3 3 0,-2 4 0 16,0-1-3-16,0-1-1 0,0-1 0 0,-2 4 5 15,0-6-1-15,2 4-5 0,0 0 2 0,0-2 0 16,-1 2 2-16,1-2-2 0,-3 2 4 0,3-2-4 15,0 2 1-15,0 0-2 0,0 0 2 0,-1 0 3 16,2-2-4-16,-1 2 0 16,-1 0 3-16,-2-1-2 0,2 0-3 0,0-1 6 15,1 3-3-15,-2-4 0 0,2 3 2 0,0-6-3 16,0 6 4-16,3-1-4 0,-3-2 2 0,1 1 1 16,-1 1-3-16,0-1 2 0,4-1 0 0,-4 2 0 15,0-4-3-15,3 4 3 0,-3-2-1 0,0-1-1 16,1-2 1-16,-1 2-2 0,0 1 1 0,0-2 0 15,0-2 1-15,0 3 2 0,0 1 1 0,-1 0-5 0,2-4 2 0,-1 3-1 16,2 1-2-16,-2-1 1 0,-2 0 5 0,2 0-4 16,0 0-2-16,2 1 5 0,-2-1-4 0,2-2 4 15,-2 5 1 1,0-2-3-16,1-1 2 0,0 1-2 0,2 1-1 0,-3-2 2 0,2 1 1 0,0 0-9 0,-1 2 5 16,0-2 2-16,-1 1 0 0,3-1-1 0,-1 1 4 31,0 2-4-31,0-1 0 0,-1-1 5 0,2 0 6 0,-2 3-12 15,3-3 1-15,-3 1 2 0,-1 0-2 0,1 1-2 16,1 0 0-16,-1-2 1 0,-1 3 3 0,1-1-6 16,1 0 3-16,-1 1 4 0,0-2-3 15,2-1 0-15,-2 4-1 0,0-4-1 0,2 6 13 0,-2-4-13 16,3 5-2-16,-1-1 3 0,0-5 2 0,-1 2 1 16,-1 2 0-16,1 1-5 0,1-1 3 0,-3 0-3 0,0 0 4 15,1 1 1-15,2-3-2 0,-2 2-1 0,0 1-1 16,1-4 4-16,0 5-1 0,-2-6-1 0,0 4 0 15,0 2 5-15,0-3-6 0,0 1 3 0,0 0-1 16,0-1 2-16,0 1 4 0,0-1-4 0,0 3 3 16,0-5-8-16,0 3 5 0,0 1-1 0,-2-5 2 15,2 1-3-15,0 2 1 16,0-1-1-16,0-2-4 0,0 2 2 0,0-1 0 16,0 0 2-16,2 1-3 0,-2-2 5 0,0 1-6 0,0-2 4 0,0 1 1 0,0 2-3 15,0-2 2-15,0 0-1 0,0 0-1 0,0 2-2 16,0-4 3-16,0 2 2 0,-2-1 0 0,2 3-4 15,-2-4-1-15,1 3 5 0,0-1 0 16,0-1-1-16,-1 1 1 0,0 0-6 0,2 1 1 16,-2-1 6-16,1 1-6 0,-1 4 4 0,2-5-3 15,-2 0 2-15,2 0 0 0,0 8 11 0,0-7-11 16,0 3 0-16,0-2 3 0,0 2-2 0,0 2-1 16,-2-2 2-16,1 2 3 0,1-2-5 0,-3 2-5 15,1-1 9-15,0 0-6 0,0 0 0 0,-1 0 1 16,2 2 0-16,-2 0 0 0,2 1 5 0,0-1-3 0,-2-1 0 15,2 1 1-15,-2-1-2 0,2 2 3 0,0 2-3 0,-3-3 0 16,1-2 8-16,1 4-6 0,1-3-7 16,-3 0 3-16,1 0-3 0,1 1 9 0,-1-1-2 0,-1-2-6 15,3 2 5-15,-2 1-1 0,1 0-1 0,-2-2 1 16,3 1-1-16,-2-1-1 0,2 0 2 0,-2 0-2 16,3-1 4-16,-2 0-2 0,-1 0 0 0,-1 1 3 15,3 0 0 1,-3-4 0-16,-1 5-3 0,1-3 0 0,3-1 0 15,-3 4-1-15,3 1 2 0,-3-3-3 0,0 3 11 16,4-7-8-16,-4 4-1 0,0 2-2 0,3-5 1 16,0 1 2-16,-3 1 0 0,0 1 12 0,3-2-15 15,1-1 2-15,-2-1-1 0,0 2-2 0,1 4 2 16,-2-6 0-16,3 3 2 0,-1 0 0 0,1 3-4 0,0-6 6 16,0 5-3-16,0 0-2 0,1 1 4 0,3 0-2 0,-4-2 0 15,0 5-1-15,0-5-2 0,0 3 1 0,0-1 1 0,-1-1 2 16,-2 2-1-16,3 0 0 0,-3-1-2 0,-1 1 0 15,1-2 2-15,0 1-1 0,-1-1 4 16,0 1-3-16,1 0-3 0,-1-3 4 0,2 4 4 0,0-5-7 16,-1 3 3-16,1 1-2 0,-2-4 1 0,3 3 1 15,-1 0 2 1,-1-3-1-16,3 4-1 0,-4 0 1 0,4-1-4 16,0 1-1-16,-1 0 5 0,1 0-4 0,0-2 0 15,0 4 1-15,1-4 1 0,1 2 2 0,-2-2 0 16,2 2-3-16,-2-6-2 0,0 6 3 0,0-5 2 15,3 1-1-15,-3 0-3 0,1-2 4 0,0 2-5 16,0 0 5-16,1-1-2 0,0 0-1 0,0-1 5 16,-1 0-4-16,-1-1 0 0,2 0-2 0,0 2 3 0,0-4 1 15,0 1-3-15,0-1 2 0,-1-2 4 0,1 4-8 0,0-5 4 16,-2 2-2-16,0-1 2 0,2-1-1 0,0 1 0 16,-2-1 0-16,2 0 4 0,-2-5 4 15,3 9-5-15,-3-5-6 0,0-4 0 0,0 8 2 16,0-8 0-16,1 3 0 0,-1-3 0 0,0 0 4 15,0 7-4-15,0-7-1 0,4 2 0 0,-4-2 3 0,0 0-1 0,0 0 3 16,0 6-5-16,0-6 1 0,0 0-1 0,0 0 3 16,0 7-5-16,0-7 5 0,0 0-1 0,0 6-4 15,0-6 3-15,0 0-3 0,0 0 6 0,0 5-1 16,0-5-2-16,0 5-3 0,0-5 2 0,0 0 2 16,2 6 0-16,-2-6-1 0,0 0 1 0,2 6-1 15,-2-6 1-15,0 5 0 16,0-5-1-16,0 0-1 0,0 7 4 0,0-7-1 15,1 5-1-15,-1-5 1 0,3 5-2 0,-3-5-1 16,0 7 8-16,0-7-6 0,1 8-1 0,1-6-1 0,-2-2 2 16,0 8 0-16,2-4 1 0,-2 0-2 15,0 2 1-15,0 1-2 0,0-7 1 0,0 14 4 16,-2-6-6-16,0 0 3 0,2 5-3 0,-1-3 1 16,-2 1 2-16,2 0-1 0,1 1-2 0,-4 5 3 0,2-5-5 15,-1 5 6-15,-4 3-3 0,5-4 6 0,-2 2-7 0,1-2 1 16,1 1 1-16,-3 0 3 0,3 0-3 0,0 0-1 15,0 0 0-15,0 2 2 0,0-1-3 16,-2 0 4-16,4 0-2 0,-2-1 1 0,0 0-2 16,2 3 5-16,-1-2-3 0,0 2-3 0,1-1 5 0,-2 0-1 15,1 0-2 1,-1-1 2-16,0 2-2 0,0 1-1 0,0-3 0 16,0 2-1-16,-1-2 4 0,2 0-4 0,-2-2 1 15,0 3-1-15,2-2 0 0,-2 2 4 0,2-1-2 16,-1-2-1-16,1 2 0 0,1-1-2 0,-1 0-2 15,0 3 2-15,1-3 1 0,-3 0-1 0,3 0 0 0,-3 0 2 16,3-2 3-16,-1 3-2 0,1 2 2 0,-2-2 0 16,0 7 6-16,1-7-2 0,0-1-6 0,-1 1 0 0,0-1-3 15,2 0 4-15,-4 3-5 0,3-3 3 0,0-2 0 16,-1 2 1-16,2 0-1 0,-2-1 4 0,-1 1-5 16,2-1 0-16,0-5 3 0,-1 6-1 0,1 0 2 15,-2-1-1-15,2 0 1 0,0 1-4 0,-2-1 2 16,1 0-2-16,-1 0 6 0,3 1-3 0,-1 0-2 0,-3-3 1 15,3 1 1-15,0 0 1 0,-2 1-3 0,2-1 3 0,-2-1-1 16,3-2 0-16,-1 3-4 0,0 2 4 0,1-3 0 16,-2-2 5-16,1 4-2 0,0-3-1 0,1 0 3 15,-3 0-4-15,3 2-1 0,-1 1 3 0,1 0-3 16,0 1-1-16,-3-3 1 0,2 2 1 0,1 2 1 16,-1-3 1-16,-3 2-3 0,3 0 11 0,-2-1-11 15,3 2 2-15,-1-1-2 16,-2 2-2-16,2-2 5 0,1 0-3 0,-4-1 0 15,4 3-1-15,-4-2 3 0,3 1-2 0,1-1 0 16,-1 0-1-16,1 0-2 0,-3 1 2 16,3 0-2-16,3 0 4 0,-3-2 0 0,-3 1-2 15,6 3 5-15,-3-3-1 0,1 1-1 0,-1-1 1 0,0 0-6 16,0 0 5-16,1-1 1 0,2 0-2 0,-3 0 1 16,-3 1 1-16,3-2-3 0,0 0 1 0,-1 2 1 0,1-1-2 15,0 1 1-15,-1-2-2 0,1 2-3 0,-3-1 3 16,2 2 1-16,-2-6 2 0,2 5-2 0,1 0 0 15,0-2 2-15,-4 4 8 0,8-2-11 0,-8 2-1 16,3-2 2-16,1 0-2 0,0 2 1 0,-1 0 2 16,1-2-4-16,-3 3 3 0,-1-2 2 0,3 1-2 15,1-2 3-15,-2 2 0 16,0-1-4-16,-2 3 2 0,3-3-2 0,-1 0-3 16,0 1 3-16,0-1-1 0,-1 0 0 0,3 0 0 15,-3 2 1-15,1-2-3 0,-2-1 4 0,2 3 1 16,2-2-2-16,-3 0-2 0,3-2 4 0,0 2-2 15,0 0 8-15,-4 0-6 0,4-1-1 0,0 0 0 16,-2 1 6-16,2-1-9 0,0 0 6 0,-2-2-3 16,4 2-3-16,-2 0 0 0,0 0 5 0,2-2-2 0,-4 2-5 0,0 0 4 15,2 2 1-15,2 0-1 0,-4-2-2 0,2 0 2 16,-1 0 2-16,1 1-1 0,1 1-2 16,-2 0 2-16,1-3 0 0,-2 2-1 0,2-2-1 15,-2 1-1-15,2 1 0 0,0-1 3 0,-2-1-1 0,-1 4 5 16,2-3-2-16,0 1-4 0,0-1-1 0,-1 0 4 15,2 1-1 1,0-1 0-16,0 0-4 0,0-1 3 0,0 1-2 16,0 0 4-16,0 0-2 0,0 0 1 0,0 0-2 15,-2 0-1-15,2-1 4 0,-2 0-3 0,1 0 1 0,1-1 0 16,-1-1 0-16,-2 1 0 0,2 1-2 16,0 0 2-16,-2-1 3 0,0 1 0 0,0-1 1 15,0 1-6-15,-1 0 2 0,2 1-1 0,-1-1 1 0,2-4-1 0,-2 5 2 16,2 0 0-16,-1 0 0 0,-1 0 3 0,3 0-3 15,-3-2-4-15,1 3 2 0,2-3 4 0,-1 2-4 16,1 0-1-16,0 0 3 0,0 0-2 0,-2 0 2 16,2-2 1-16,-1 2 0 0,1-1-5 0,0 0 3 0,1 2 4 0,-2-1-1 15,1-1-3-15,-1-1 1 0,1 2 0 16,0-2 0-16,-2 1 1 0,2-1 0 0,-2-3 3 0,1 5 0 16,1-5 3-16,0 3-1 0,-2 1-2 0,1-1-1 15,1 2 0-15,-1-5-2 0,1-1 1 0,0 5 1 16,0-4-2-16,0 0 0 0,0 0-1 0,0 1 0 15,-1 3 2-15,1-4-4 0,-2-3 4 0,1 4-2 16,1-3 2-16,0 4-4 0,1-4 0 0,-1 2 2 16,-1 0-3-16,0-1 3 0,2 0 0 0,-1-1 1 15,0 2-1 1,-1 1 1-16,-1-4-3 0,2 3 2 0,0 0 1 16,2-2-1-16,-2 3 1 0,0-2-4 0,1 1 5 15,-1 1-3-15,1-1 0 0,-1 2 1 0,-1-2 2 0,2 1-3 16,-1-1 3-16,0 1 7 0,0-1-11 0,0-2 0 15,2 4 3-15,-1-3-1 0,0 0-2 16,0 2 0-16,2-1 3 0,-1 0 0 0,0 0-1 16,0 2-3-16,0-2 1 0,-1 0 1 0,1 0 1 0,0 1-1 0,0-1 2 15,0 0-4-15,-1 2 3 0,0-2-3 0,2 3 3 16,-2-3 0-16,0 1-2 0,1 3 2 0,-2-5 0 16,2 6-2-16,-2-4-1 0,1-2 2 0,2 0-1 15,-3 3 3-15,1-3-2 0,-1 1 0 0,1 1 1 16,-2-2-1-16,2 1 0 0,-1 0 1 0,0 1-1 0,0 0 0 15,2-2 0 1,-2 2 2-16,0-2-1 0,1-2-3 0,-1 5 2 16,0-2 2-16,0-1 1 0,1 1-2 0,0 0-3 15,-2 0 4-15,1 0-2 0,1 2-4 0,-1-3 4 16,0 2 1-16,0-1-2 0,0 5 2 0,-1-2 0 16,0 2-1-16,1-1-1 0,0-3 4 0,-1 3-5 15,-1 1 5-15,1-3-5 0,0 2 0 0,1 0 2 16,-4 1-2-16,3-4 2 0,0 5-1 0,-1-2 5 0,2 0 0 0,-1 0-4 15,1 0-2-15,-1 1 5 0,1 0-4 0,0 0 4 16,0 0-6-16,-2 0 3 0,1-1 2 0,1 4-5 16,-1-3 3-16,0-3 4 0,-2 2-4 0,3-3-4 15,0 4 5-15,-1-1-3 0,-2 0 1 0,3-1-1 16,-1-1-1-16,0 1 6 16,1-1-3-16,-2-2 1 0,1 0-1 15,0 0 1-15,-1 1-1 0,0 2 1 0,-1 0 2 0,2-2-1 16,-1-1 1-16,0 5 1 0,1-5-5 0,0 0 2 15,-1 0 2-15,1 0-6 0,0-1 6 0,0 2-5 16,-2-1-1-16,3 0 4 0,-1 1-3 0,1-1 5 16,-2-1 1-16,2 2-3 0,-1 0 1 0,0-1 0 15,0 0 4-15,-1 0-7 0,1-1 4 0,-4 0-3 16,5-1 1-16,-1 3-3 0,-2-2 1 0,3-2 1 0,-2 3-3 16,-1-4 1-16,3 1 2 0,-1 1-2 0,-2 0 6 15,2-1-2-15,0 0-4 0,-2 1 8 0,-1-2-6 16,4-1 1-16,-4 0-5 0,4 0 2 0,-3-1 3 15,0-1 1-15,2 2 1 0,-2-1-16 0,3 1 3 16,0-2 11-16,-1-1-6 0,0 1 5 0,-2 1-5 16,6-1 5-16,-6-1-2 0,3 0 1 0,0 1-2 0,0 0 4 0,0 0 6 15,0-1-9-15,0 3-2 0,0-4 5 0,3 1-4 16,-3 1 12 0,0 0-12-16,0-2 1 0,0 1 0 0,0 0 4 0,0-4-2 0,1 8 1 15,0-5 3-15,-1 2-7 16,-1-1 5-16,1 1 0 0,1-2-3 0,-1-3-2 15,0 7 5-15,0-2 0 0,-1-1 3 0,2-1-3 16,-2 1 0-16,1-4-3 0,0 7 6 0,0-3-2 0,0-4-3 16,0 0 3-16,0 5-6 0,0-5 10 0,0 4-8 15,0-4 2-15,0 5-1 0,0-5 2 0,0 4-3 16,0-4 4-16,0 0-5 0,1 5 3 0,-1-5 1 16,0 0 0-16,-2 4-3 0,2-4 3 0,-3 4 0 15,3-4-3-15,3 3 1 0,-3-3-1 0,0 0 2 16,-3 5-2-16,3-5 7 0,0 5-8 0,0-5 6 0,-4 1-2 0,4-1-4 15,0 0 5-15,0 0-6 0,0 0-3 0,0 0 7 0,-1 4 0 16,1-4 0-16,0 0 3 0,0 0-4 0,0 0-1 16,0 0-3-16,0 0 5 0,0 0 0 15,0 0 2-15,0 0 2 0,0 0-8 0,0 0 5 16,0 0 0-16,0 0-3 0,0 0 4 0,0 4 3 0,0-4-6 31,0 0 5-31,0 0 1 0,1 4-4 0,-1-4-2 16,0 5 3-16,0-5 0 0,3 2-1 0,-3-2-1 15,1 3 0-15,-1-3 4 0,0 4-2 0,0-4-3 16,3 8 5-16,-3-5-1 0,0-3-3 0,0 2-1 16,0-2-1-16,0 7 5 0,0-7-4 0,0 5 4 15,-3-2-1-15,3-3-1 0,3 6 2 0,-3-2 5 16,1 0-9-16,-1-4 2 0,0 5-1 0,0 0-1 0,1-1 0 0,-1 1 1 16,0-2-3-16,0 4 4 0,0-3 0 0,3 1-11 15,-3 1 10-15,0 0 8 0,1-1-3 16,-1 1-7-16,0-2-2 0,0 3 7 0,0 0-2 0,0-1-5 15,0 1 4-15,3 0-5 0,-1-2-1 0,-4 2 0 16,4 1 7-16,-4 2 2 0,2-1 0 0,-3 1-1 16,3-1-3-16,-1 1 2 0,1-1-4 0,-3 2 6 0,2-2 1 15,-3 3-2-15,4-4-8 0,0 5 11 0,-4 0-6 16,-1 2-5-16,5-3 7 0,-1 1-2 0,-3 1 2 16,-1-3-3-16,5 2 2 0,-3 0 4 0,2 0-3 15,-3-1 0-15,3-2-1 0,-3 2 1 0,2 0 1 16,-1 0-5-16,-1 1 1 0,0-3 7 0,4 1-3 15,-5 4-7-15,4-5 6 16,1 1-1-16,-2-1 1 0,0 2 0 0,-2-2-4 16,3 2 9-16,-2-2-22 0,2 1 20 0,-3 0-7 15,2 0 0-15,-3-1 3 0,3 2 2 0,-4-1-1 16,4-1 28-16,-2 1 10 0,0-1-19 0,0 2-2 16,-1-3-1-16,1 3-3 0,-1 1-1 0,0-4-1 15,1 3-1-15,1 0 0 0,-2-2 0 0,3 2-6 16,-3-1-2-16,0 0 11 0,1-2-11 0,1 3 3 0,-1-2 0 15,0 2-3-15,1-2 2 0,0 0-5 0,2 0 0 16,-2 0 1-16,2 1-1 0,0-1 2 0,-2-1 1 0,2 2-2 16,0-1-2-16,-2 1 2 0,2-1-2 15,1-1 0-15,-3 1-3 0,1 0 7 0,-1 1-2 16,2-1-1-16,-2 0 0 0,1 0 1 0,-1 1-3 16,-1-1 4-16,4 2-1 15,-1-1 2-15,-3 1-3 0,3 0 3 0,-3-3-4 16,4 3 3-16,-1 1-2 0,-2-4 5 0,3 1-7 15,-1 1 4-15,0-3-1 0,-2 4-1 0,3-3 0 16,0 0-28-16,-1 2 4 0,1-4 1 0,0 1 1 16,-3-1 3-16,6 3 4 0,-3-3 0 0,-3 0 7 15,6 0-6-15,-6-2 7 0,3 2-4 0,0-1 8 16,-1 1-8-16,1-1 3 0,0 0 0 0,0-4 2 0,0 2-3 16,0 1 3-16,-3-2 0 0,3-3 1 0,0 5 8 15,0-5-1-15,0 7-2 0,0-4-3 0,0-3 0 16,0 0 2-16,0 5 3 0,0-5-2 0,0 0-2 15,0 0 7-15,-1 5-8 0,1-5 6 0,0 0-3 16,0 0-3-16,0 0-11 0,0 0-20 0,0 0-42 16,0 0-40-16,0 0-41 0,0 0-110 0,0 0-288 0,0 0 127 0</inkml:trace>
  <inkml:trace contextRef="#ctx0" brushRef="#br0" timeOffset="-132459.4">21729 3425 7 0,'0'0'110'16,"0"0"3"-16,0 0-19 0,0 0 8 0,0 0-8 16,0 0-9-16,0 0-8 0,0 0-8 0,0 0 5 15,-1-5-11-15,1 5-1 0,0 0-2 0,0 0-3 16,0 0-9-16,0 0-11 0,0 0 16 0,0 0-14 15,0 0-14-15,0 0 6 0,0 0-9 0,0 0 5 16,0 0-5-16,0 0-3 0,0 0-3 0,0 0-1 0,0 0-1 0,0 0-1 16,0 0 0-16,0 0-7 0,0 0 4 0,0 0 0 15,0 0-6-15,0 0-2 0,0 0 0 0,0 0 5 16,0 0-6-16,0 0 0 0,0 0 4 0,0 0-7 16,0 0-1-16,0 0-2 0,-7 10 2 0,5-5 4 15,1-1-1-15,-2 2-7 0,3 0 3 0,-4-1 7 16,4 3 2-16,-1 1-4 0,0 0 1 0,1-2 0 0,-2 3 1 15,1 0-2-15,-3 1 1 0,3-2-4 0,1 3 3 0,-3-4-1 16,2 5 7-16,0-4-2 0,-2 0-2 0,2 0 3 16,-3-1-11-16,4 1 5 0,-1-1-3 0,1-1 3 15,-3 2 0-15,2-4 0 0,1 2 4 16,0-1-5-16,0-1 7 0,0 2-6 0,-1-3 5 16,2 2-2-16,-1 1-5 15,0-3 2-15,0 2 1 0,0-2 2 0,0 0 2 16,0 0-6-16,1 0-3 0,-1-4 6 0,0 9-2 15,0-8 1-15,0 2-4 0,0 3 4 0,0-3-1 16,0-3 5-16,3 7-8 0,-3-5 1 0,0 3 1 16,0-1 2-16,0 0-1 0,-3 0 1 0,6 0-8 15,-3-4 11-15,-3 7 4 0,2-3-6 0,1-2 1 16,0-2-3-16,-1 9-3 0,1-6 3 0,0 0-1 0,0-3 6 0,0 5-2 16,0-5-2-16,0 5 0 0,0-5-8 0,1 5 5 15,-1-5 2-15,-1 2 6 0,1-2-9 0,1 6 2 16,-1-6-2-16,1 5 8 0,-1-3-5 0,0-2 6 15,3 4-3-15,-3-4-2 0,0 0-2 0,0 6-2 16,0-6 0-16,0 4 4 0,0-4-2 16,0 0 3-16,-3 4 3 0,3-4-9 15,0 0 4-15,0 6 4 0,0-6-9 16,0 0 9-16,0 0 0 0,0 0-8 0,0 4 4 16,0-4 2-16,0 4-7 0,0-4 4 0,0 0 5 15,0 0-6-15,0 5 3 0,0-5-5 0,0 0 8 0,3 4-12 16,-3-4 11-16,1 5-4 0,-1-5 1 0,0 4 2 15,0-4 1-15,0 4 0 0,0-4-3 0,0 6-2 0,0-6 0 16,0 7 2-16,0-5 5 0,0-2-3 0,0 6-1 16,4-2-2-16,-4-4 3 0,0 5-7 0,1-2 7 15,-1-3-1-15,0 5 5 0,0-5-6 0,0 4 6 16,0-4-4-16,0 4-2 0,0-4 6 0,3 5-1 16,-3-2-2-16,0-3-5 0,0 4 7 0,0-4-16 15,2 3 12-15,-2-3 1 0,0 7 1 0,0-7-7 16,0 4-1-16,0 0 6 15,0-4 1-15,0 6 0 0,3-3-2 0,-3-3-4 16,0 4-2-16,0-4 6 0,0 5 2 0,0-5-2 16,1 3 0-16,-1-3 0 0,0 0 0 15,0 3 0-15,0-3 0 0,0 0 3 0,0 6-6 16,0-6 1-16,0 0 4 0,0 0-5 0,0 4 13 0,0-4-9 16,0 0 4-16,0 0-6 0,-1 3 1 0,1-3 0 15,0 0 2-15,0 4-4 0,0-4-15 0,0 0-36 0,0 0-51 16,-3 7-132-16,3-7-256 0,0 0 114 0</inkml:trace>
  <inkml:trace contextRef="#ctx0" brushRef="#br0" timeOffset="-130787.49">22796 3395 53 0,'-4'-3'79'0,"4"3"-7"0,0 0-1 0,0 0-5 16,0 0-13-16,0 0-6 0,0 0-4 0,-11 0-12 15,11 0-1-15,0 0-2 0,0 0 3 0,-8 3-8 16,8-3-5-16,-4 1 1 0,4-1 4 0,-4 7-4 15,3-5-2-15,1-2-2 0,-4 4 1 0,0-3-5 16,4-1 0-16,0 3-4 0,0-3 6 0,-5 5-4 16,5-5-1-16,0 0 6 0,0 0 0 0,9 7-5 15,-5-7 6-15,-4 0 9 0,9 0 5 0,4-2 0 16,-3 4-16-16,2-4-6 0,0 0 1 0,1-1-4 16,0 1 4-16,0-1-2 0,0-1 10 15,0 0 7-15,0-2 8 0,1 2 6 0,-5 0 2 16,0-3 5-16,1 2-5 15,-1 0 7-15,-5-2 0 0,4 3 3 0,-2-2 4 16,-1 1-8-16,-1 0-2 0,-3 1-1 0,2-1-10 0,-2 0 3 16,-1 2-1-16,0-1-7 0,0 4-4 0,-5-6 1 15,1 5-9-15,-7-2-9 0,-1 3 12 0,-7 1-5 16,1 2 0-16,-5 0-3 0,-6 6 0 0,2 1 0 16,-5 0-2-16,4 5 3 0,-4 2-7 0,0 5 5 15,0-1-2-15,1 1-4 0,-6 11 7 0,11-9-9 0,1 1 3 16,7 0 1-16,-1-1 3 0,5-2 0 0,5-3-4 15,4-2 2-15,1-2-1 0,4 2 6 0,4 0-2 16,1-1 13-16,3 2 13 0,-1-9 10 0,9 6 14 16,7-1-3-16,5-2-1 0,5-3-3 0,4-4-5 0,2-2-2 15,13 0-8-15,-19-5-1 0,4 1-5 0,-2-4-1 16,-6 3-4 0,-2-4 0-16,-6 2 1 0,0-3-9 0,-8 3 0 15,1 0-4-15,-4 3-2 0,-1-2-1 16,0 2-1-16,-4-1-2 0,-1-1-1 0,1 2-3 15,-2-2-3-15,-3 3-7 0,1-3-12 0,-1 3-13 0,0 0-21 16,0 0-21-16,-9-5-27 0,9 5-25 0,0 0-22 16,-9-1-20-16,9 1-157 0,0 0-351 0,0 0 155 15</inkml:trace>
  <inkml:trace contextRef="#ctx0" brushRef="#br0" timeOffset="-129183.92">23099 3609 16 0,'0'0'105'0,"0"0"-24"0,0 0 3 0,0 0-12 15,0 0-3-15,0 0-9 0,0 0 15 0,0 0-23 16,23-3-2-16,-17 3-8 0,3 0-5 0,1 0-4 16,-1 3-16-16,2-3 10 0,0 3 3 0,-1-2-9 15,-1 1-5-15,4-1-4 0,-5 1 6 0,1 1-7 16,-3-1 6-16,0 0-6 0,1 0 2 0,-2 2-11 15,-1-2 3-15,-2 3 1 0,1-2-3 0,-3 2 3 0,-1-1-6 16,-3 1 2-16,0 0 7 0,-4 1-1 0,-2-1-4 0,0 2 1 16,-2-1 3-16,-2 2-6 0,4-4-17 0,-4 1 17 15,2 0-2-15,0 2 3 0,0-7-6 16,1 8 10-16,2-4-6 0,1-2 1 0,0 1 2 16,3-1-4-16,5-2 2 0,-7 2 5 0,2 2-10 15,5-4 8-15,-4 4 6 0,4-4 0 0,0 0 6 0,11 3-11 0,-4-1 0 16,3 2-4-16,2-3 9 0,0 3 2 0,3-1 5 15,-1 2-2-15,4-1-3 0,-5 1 4 0,6 2 7 16,-1 1-5-16,0-2 4 0,-3 2-14 0,-1-1 3 16,-2-2-4-16,-1 3 6 0,-3-2-4 0,0 0-6 15,-3 1 3-15,-1-2-5 0,-2 2-1 0,1 2-2 16,-3-5 7-16,-5 3-6 16,1 2 6-16,-4-3-5 0,-2-1 11 0,-3 2-9 15,-2-1 0-15,-2-2 0 0,1 2 1 0,-5-4 4 16,5 1-4-16,0 0 7 0,2-2-4 0,1 1 3 15,3-1-5-15,-2 1-1 0,4-2 11 0,3 0 3 16,-1 1 10-16,6-1 5 0,-10 0 6 0,10 0 3 16,-7 2 10-16,7-2 2 0,0 0-2 0,-5 1 5 15,5-1-7-15,0 0-1 0,-4 1-5 0,4-1-2 0,0 0-2 0,0 0-4 16,0 0-6-16,0 0-4 0,0 0 0 16,0 0-6-16,0 0-1 0,0 0 2 0,0 0-5 15,-5 0-5-15,5 0-2 0,0 0-1 0,0 0-3 16,0 0-27-16,0 0-26 0,0 0-34 0,0 0-33 15,0 0-50-15,0 0-138 0,1-8-326 0,-1 8 144 16</inkml:trace>
  <inkml:trace contextRef="#ctx0" brushRef="#br0" timeOffset="-127518.94">22935 3316 7 0,'-20'11'43'0,"-6"5"-2"0,2 3-9 15,0 3-1-15,1 3 1 0,0 0 1 0,1 1-8 0,5 2-2 16,-2 1-2-16,8-1-3 0,3-1 25 0,2 0 5 16,6-3-10-16,6-1 2 0,0-6 0 0,6 0 3 15,3 3 0-15,8-3-2 0,4-1 5 0,3-6 3 0,1 1 9 16,5-9-8-16,1 1 0 0,0-3-5 0,3-4 8 16,11-4 10-16,-16 0-3 0,-1 1-10 15,-1-7-3-15,-1 4 1 16,-5-3-6-16,-3-3-4 0,-1-1 0 0,-10 4 4 15,0-2-15-15,-3-1-6 0,-2-1-7 0,-7 1-1 16,0-3-1-16,-3 3 0 0,-6 0 0 0,-3 6-10 16,-3-4 9-16,-6 4-11 0,-9 1 15 0,2 1-13 0,-6 5-2 15,-3 1-3-15,2 4 8 0,-2 2 0 16,-4 3-2-16,3 2 1 0,1 4-4 0,3 2 2 16,-1 2 2-16,4 1 4 0,5 3-1 0,2 0 7 0,5 1-18 15,8-4 7-15,2 4 6 0,4 4-1 0,8-2 3 16,4-3-2-16,10-3-4 0,4-1 10 0,8-5-2 0,1 1 1 15,3-6 1-15,3-1-5 0,3-6-1 0,1-4 3 16,-3-3-1-16,14-4-12 0,-16-1 11 0,0-1-1 16,-5 0 1-16,-2-5-2 0,-3 1 4 15,-4-4-4-15,-3 3-2 0,-6-6-5 0,-5 5 2 0,-3 0-5 0,-5 0 1 16,0-2 3-16,-5 5-4 0,-3-2 1 0,-7 3-2 16,-4-2-3-16,0 7 6 0,-9-1-4 0,-3 4 3 0,-1 4-1 15,0 2-3-15,-4 6 7 0,4 2-1 0,-1 3-6 16,0 2 5-16,-3 4 2 0,8 2-1 0,-2 0 0 15,8 4 1-15,3 2 1 0,3-2 4 16,7-4-3-16,5 0 2 16,7-1 8-16,8 8-3 0,5-7-5 0,6-2 6 15,4-3-5-15,2-5 1 0,3-4-5 0,2-4 12 16,-1-1-10-16,2-6-4 0,-3-1 4 0,0-2-2 16,-4-2 1-16,-4-2 1 0,-9 1-3 0,4 2 1 15,-5-4-6-15,-6-3 0 0,1 3 3 0,-5-1-7 16,-5 1 6-16,0 3-5 0,-6-2 0 0,-2 2 1 15,-3 0 4-15,-5 3-5 0,2 0 2 0,-4 1 0 0,0 3 2 0,-2 1-5 16,4 3-6-16,-2 0-7 0,6-1-53 16,1 2-14-16,4 0-41 0,1 2-130 0,2-1-279 15,6-1 124-15</inkml:trace>
  <inkml:trace contextRef="#ctx0" brushRef="#br0" timeOffset="-127049.58">23895 3483 25 0,'0'0'105'0,"0"0"-11"16,0 0-20-16,-6-1-2 0,6 1-8 0,0 0-8 15,0 0-3-15,0 0-2 0,0 0-6 0,0 0 0 0,0 0-4 0,0 0-6 16,0 0 1-16,0 0 7 0,0 0 2 0,24 0-5 16,-13-1-4-16,3 0-1 0,0-2-8 0,6 1 3 15,-2-2-1-15,3-2 17 0,-2 0-2 0,-1-1-2 16,0-2 0-16,0 1 0 0,-1 0 0 0,-7 1 8 15,1 0-2-15,-2-1-4 0,-2 1-16 0,-2 2 8 16,-1-1-11-16,-1 1-2 16,-3 0 0-16,-3 2-5 0,-2-1-3 0,-3 4-1 15,-6 2-2-15,-8 3 2 0,-5 0-4 0,0 8 0 16,-1 1-2-16,2 0-2 0,-3 2-2 0,5 4 8 16,2-1-4-16,1 2 0 0,4 0 8 15,3-4-8-15,6 0-2 0,2 1 1 0,3-1 3 16,6 3 2-16,2-2-1 0,9 3 6 0,4-2-8 0,5 1-3 15,1-7 1-15,4 0-2 0,4-3-48 0,5-3-39 0,-2-5-57 16,-1-1-129-16,3-1-290 0,-2-3 128 0</inkml:trace>
  <inkml:trace contextRef="#ctx0" brushRef="#br0" timeOffset="-126584.66">24405 3381 68 0,'0'0'120'0,"13"3"0"15,-5 1-19-15,1 0-11 0,0-1-8 0,4 1-5 16,-8 2-23-16,4-1 7 0,-4 3-11 0,-1-1 2 16,1 0-4-16,-4 0 2 0,-2 2-15 0,1 2-12 15,-5-3 1-15,0 1-1 0,-4 0-2 0,0 0 3 0,-5-1-2 0,4-1-13 0,0 0 5 16,-2-3-3-16,3 3 9 0,1-3-9 0,0 2 2 16,1-1-4-16,3-2 3 0,1 1-1 0,-1 2 0 15,2-1-2-15,2-2 10 0,2 4 1 0,0-2 1 16,6 4 0-16,-2-1 3 0,3-1 11 0,1 0-13 15,2 0 6-15,3 1-5 0,-1 4-3 16,-3-3 3-16,0-2-4 16,-4 0-8-16,0 0 2 0,2 0 2 0,-4 0 0 0,-1-4 2 15,1 1-3-15,-2 0-9 0,-2 3 5 16,-1-7-7-16,-5 5 2 0,-3-1 3 0,-1 1 1 16,-5-2-6-16,1-2-2 0,-1-1 0 0,-4 0 2 15,1 0-12-15,0 0-38 0,-1 0-23 0,4 0-49 16,-3-5-121-16,0-2-260 0,6 5 115 0</inkml:trace>
  <inkml:trace contextRef="#ctx0" brushRef="#br0" timeOffset="-126084.74">24011 3122 72 0,'-29'15'66'0,"2"3"-7"0,-1 0 1 16,0 6-8-16,1 3-1 0,-9 9-3 0,6 2-10 15,0-2 3-15,10-6-5 0,0 2 6 0,-1 11-5 16,7-9-1-16,-2-4 4 0,6 6 16 0,5-2 2 16,0-1 5-16,1 2-5 0,8-2 21 0,1 2 6 15,3-2 5 1,2 1 4-16,4-5 5 0,5 0 5 0,3 0-3 16,3-3 6-16,6 1-3 0,8 0-5 0,5-4 0 15,4 0 2-15,3-5-4 0,6-5-2 0,3 0-1 16,3-1-4-16,-1-6-3 0,5-1 0 0,-2-5-6 15,-4-2-2-15,-2-2 4 0,-1-7 3 0,-7 2-5 16,-3-5-5-16,-11 1-3 0,12-9-2 0,-2-3-5 16,-3-5-9-16,-1-4 0 0,-1-9-7 0,-1-1-12 0,-3-5-10 0,-3 1-11 15,-4-5-14-15,-9 0-9 0,-5-1-4 0,-8 2-3 16,-9 5-1-16,-9-2-8 0,-4 16-2 0,-16-11-13 16,-7 8-15-16,-10 0-27 0,-10 6-23 0,-7 9-22 15,-36-6-47-15,3 10-47 0,-9 3-233 0,7 9-486 16,1 0 215-16</inkml:trace>
  <inkml:trace contextRef="#ctx0" brushRef="#br0" timeOffset="-123701.61">12687 4379 134 0,'0'-5'166'0,"-1"-1"-16"0,-1 2-4 16,2-3-12-16,-1 2 0 0,-1 3 7 0,0-2-12 15,2 4-14-15,-1-7-15 0,1 7-8 16,-1-2-13-16,1 2-6 0,-5-3-10 0,5 3-8 0,-10 5-5 15,-1 3-3 1,-1 4-4-16,-4 3-5 0,-3 4-2 0,1 1-3 16,0 3-4-16,-1 2-2 0,1-3-1 0,4 2-3 15,0 2-1-15,4-4-5 0,1-4 1 0,5-1-4 16,2-4 3-16,0 1-2 0,2-1-1 0,0-3 2 16,4-1 1-16,0-4-4 0,1 0 2 0,8 0-2 15,0-6-5-15,8-3-1 0,6-4 10 0,1-3-13 16,-1-1 2-16,-3-3 5 0,-1-5-6 0,-1 4 1 0,-8 1-2 0,0 3-1 15,-1-3-1-15,-3 1-1 0,-3-2-1 0,-4 3 0 16,5 4 4-16,-4-3-5 0,-3 4 7 0,-1 1 8 16,3 0 5-16,-1 1 0 0,-4 2-9 0,-2 0 0 15,-1 1-3-15,5 3-1 0,-12 0-1 0,-3 3 0 16,2 1-2-16,-5 0 2 0,-1 3-2 0,0 1 1 16,2 2-1-16,6-3-1 0,1 1 3 0,3-2-4 0,1 1 0 15,2-2 3-15,3 0 2 0,2 1-1 0,10-2-1 16,0-6 0-16,8 1 1 0,0-3 1 0,3-3-6 0,7 1 1 15,-5-5-1-15,-6 4 2 0,0-3 2 0,-2 3-2 16,-2-5 1-16,-5 4-2 0,0-1 2 0,-4 0-6 16,-3 0 3-16,-2 2-2 0,-1-2-2 0,-5 0 3 15,-1 1-4 1,-3 1 2-16,-4 1-1 0,-3 1-4 0,-2 3 1 16,-4-2 0-16,5 3-3 0,-11 2-13 0,7 1-23 0,3 0-30 15,0 0-25-15,5-2-35 0,2 0-46 0,-2 0-134 0,8-1-341 0,6 1 151 16</inkml:trace>
  <inkml:trace contextRef="#ctx0" brushRef="#br0" timeOffset="-123210.05">12810 3991 40 0,'4'-2'166'0,"-2"-3"-4"0,2 3-11 0,4 1-11 16,-8 1-14-16,14 1-7 16,-3 1-14-16,-1 4-11 0,1 0-8 0,-1 2-8 15,4 1-5-15,-2 6-15 0,-2-1-1 0,-1 3-5 16,-3-1-3-16,0 2-5 0,-2 1-8 0,1-1 3 0,-5 1-3 16,-2-1-7-16,-2-1 4 0,1 0-11 15,0-1 3-15,0-5-7 0,-1 0-1 0,0 0-3 16,0-4-1-16,2 0-1 0,-1-1 0 0,3-2 3 15,-3 1-1-15,1-2 3 0,2 1 32 0,0-4 18 16,-1 5 16-16,1-5 10 0,0 0-8 0,3 4-2 16,-3-4-9-16,14-5-8 0,-3 1-8 0,3 0-6 15,4-3-5-15,0 2-3 0,-4-2-7 0,0 4-4 16,0-1-5-16,0 1 1 0,-4 0 4 0,1 1-12 0,-3 0-2 16,-1 1 1-16,-3 0-5 0,1 0-5 0,-1-1-4 15,-4 2-12-15,7-2-24 0,-7 2-5 0,0 0-36 0,0 0-63 16,0 0-57-16,0 0-233 0,-15 6-457 0,11-3 203 15</inkml:trace>
  <inkml:trace contextRef="#ctx0" brushRef="#br0" timeOffset="-121590.82">12521 4062 42 0,'-59'27'60'0,"3"0"-5"0,0 3-2 16,2 4-13-1,2-1 7-15,7 4-5 0,-1-5 0 0,10 2-9 16,9-9 0-16,8 0-1 0,0 1 20 0,4 0-7 0,4-1-5 16,8-5 8-16,3 1-4 0,6 2 5 15,5-4 1-15,4-7 1 0,10 5-5 0,8-5-1 16,6-6-9-16,12-1-3 0,4-3 7 0,-2-4-7 15,1-4 1-15,1-5-27 0,-3-2 15 0,-1-1 0 0,1-4 0 16,-4 2-1-16,-12-1-5 0,-1 0-1 0,-1 0 2 0,-5-4-6 16,1-2 7-16,-6-1 12 0,-5-3 1 0,-6 3 7 15,-1-6-3-15,-6 3 2 0,-8-2-11 0,-2-2-2 16,-4 1-2-16,-6 0 1 0,-3 4-3 0,-7 2 5 16,-2 0-10-16,-4 5-1 0,-3 1 2 0,-2 6 1 15,-1 3-6-15,-2 6-2 0,-2 3-1 16,-11 7 1-16,13 1-1 0,-11 10-5 0,2 4-2 0,15-3 7 0,-9 10-2 0,13-4 2 15,2 3-3-15,6 0 5 0,1 4-3 0,6-2 2 16,5-1 0-16,8 1 4 0,3-2-4 16,10-3-4-16,3-3 6 0,9-2 0 0,4-2-1 15,6-4 2-15,4-3 0 0,11-6-4 0,6 0-2 16,0-6 3-16,-1-6-6 0,-2-2 2 0,-3-5 1 0,-2-3 0 16,-15 2-3-1,-1-2-1-15,-2-3 0 0,-5 0 0 0,-4-1 0 16,-2-3-2-16,-5 0-2 0,-3-3 2 0,-7-1 0 15,-1 0-3-15,-6 0 1 0,-5 3-2 0,-2 0 0 16,-2 0 5-16,-5 5-11 0,2 7 3 0,-11 0 1 16,-1 5-1-16,-1 1 0 0,-3 7 2 0,0 7 1 15,-1 2-10-15,-6 4 12 0,-6 11-1 0,-1 0 3 16,3 6-1-16,2 0 2 0,4 5 2 0,10-9-2 0,0 1-2 0,7 1 8 16,-2 0-3-16,11 1 5 0,5-11-5 0,1 0-4 15,8-2 7-15,5-2 2 0,5-2 1 0,4-3 0 0,13-7-1 16,4-1-1-16,4-4-4 0,13-7 3 0,-2-7-6 15,-4-3 5-15,-10 2-4 0,-4-3 4 0,-3 0-5 16,-2-1 3-16,-4-2-5 0,-4-3 1 0,-2 0 1 31,-7-2-4-31,-5 1-1 0,-6 3 2 0,-3 2-1 16,-5 3 5-16,0 4 0 0,-4 0-5 0,-2 2-2 0,-3 5-2 16,-8-3-2-16,-4 7 3 0,2 5 6 0,-3 2-5 15,4 5 2-15,-2 1-2 0,2 3-27 16,1 1-35-16,10 1-49 0,-1 0-165 0,4-1-304 15,7-2 135-15</inkml:trace>
  <inkml:trace contextRef="#ctx0" brushRef="#br0" timeOffset="-121051.92">13477 3962 66 0,'0'0'86'0,"0"0"0"0,0 0-17 16,0 0-2-16,0 0 3 0,0 0 5 0,13 5-4 0,-13-5-1 0,15-1-8 16,-5-2-2-16,-2 2-6 0,3-1-6 0,0-1-3 15,1-1-4-15,0-1-3 0,-2 0-1 0,3 0 2 16,-2 0 6-16,2-1 6 0,-4 3 6 0,-4-3 13 15,-1 4 10-15,1-2-3 0,-4 1-3 0,2 0-4 16,-3 3-9-16,0 0-7 0,0 0 3 0,0 0-15 16,-21 6-3-16,6 0-5 15,-3 7-4-15,-5 2-1 0,-2 3 4 16,3 2-11-16,1 1-1 0,1 2-1 0,4 0-1 0,-1 0-1 16,3-3 1-16,2 3-1 0,6-6 0 0,2 0 4 15,1 2-11-15,3-4 1 0,7 2 2 0,-1-2 0 16,8-4-1-16,4-1 1 0,12-3-4 0,-1 3-17 15,4-8-48-15,1-3-63 0,0-2-84 0,-2-4-110 16,-1 2-338-16,2-5 150 0</inkml:trace>
  <inkml:trace contextRef="#ctx0" brushRef="#br0" timeOffset="-120720.01">13832 3858 62 0,'0'0'168'15,"0"0"-18"-15,0 0-10 0,0 0-18 0,0 0-6 32,10 5-7-32,-6 0-8 0,4 5-12 0,-2-3-5 0,-1 5-10 0,-1 0-6 15,0 0-6-15,-3 5 0 0,2 0-1 0,-6 2-15 16,3 2-8-16,-6 1 3 0,-1 3 1 0,0 0-8 15,-1-7-2-15,0 0 1 0,2-4-8 0,-2 1-1 16,5-2-3-16,-3-4-3 0,5 0 0 0,-3-4 0 16,2 1 1-16,0 0 3 0,1-3 8 0,1-1 5 15,0-2 6-15,5 3 9 0,3-3-6 0,6-3-3 16,4 0-7-16,1-5-1 0,9 0-8 0,-2-4-19 0,-7 4-37 16,5-4-57-16,-5 3-57 0,-2-2-184 0,0 2-357 15,-2-2 157-15</inkml:trace>
  <inkml:trace contextRef="#ctx0" brushRef="#br0" timeOffset="-120172.48">13739 3677 14 0,'-19'0'103'0,"2"0"-8"0,-1 1-9 16,-1 0-13-16,1 4 0 0,-1 2-5 15,-2-3-11-15,2 2 2 0,1 5-11 0,-5 2-2 0,0 1 5 0,-1 3-10 31,5 2 1-31,-4 1-10 0,5 2 6 0,0 6-7 16,0-2-3-16,2 7-4 0,0-2 1 0,2 1-1 16,-5 14 0-16,8-13 3 0,0 0-6 0,3 2-2 15,2-3-3-15,0 4 7 0,2-7-9 0,4 1 14 16,-1-3-5-16,3 0 10 0,2-1 3 0,0 0 21 16,5 1 0-16,-3-9 16 0,5-2 13 0,0 1 1 15,2-1 4-15,7 2 2 0,2 1 0 0,2-5 6 0,3-1-9 16,4-1-6-16,-2-5-9 0,2 2-3 0,2-4 0 0,4 0-6 15,4-7-1-15,-4-1-7 0,1 3-4 0,15-8-3 16,-15 1-2-16,-1 0 4 0,-1-3 4 0,1 1 4 16,-3-5 6-16,1 1 12 0,-2-3 5 15,-9-1 13-15,3-2-6 0,-5-1 0 0,1-3-18 16,-1-6-5-16,-7-4-6 0,7-10-8 0,-6-6-11 0,-4-5-8 0,-3 0 2 16,-3 0-12-16,-6-6-19 0,-6 3-4 0,-3 3-8 15,-1 3 1-15,-3 3 4 0,-2 15-8 0,-7 4-29 16,-11-5-13-16,1 11-10 0,-17 1-8 0,-5 7-15 15,-4 6-26-15,-10 6-24 0,-23 10-36 0,29 0-49 16,-29 8-268-16,28-2-529 0,10 2 234 0</inkml:trace>
  <inkml:trace contextRef="#ctx0" brushRef="#br0" timeOffset="-88780.32">25893 3330 43 0,'0'0'130'0,"-1"-5"-3"0,1 5-8 15,-1-5-4-15,1 5 7 0,0 0 1 0,0-5-9 16,0 5-17-16,0 0 13 0,-3-6-9 0,3 6 9 16,0-4-1-1,0 4-3-15,0 0-2 0,0-7-12 0,-1 5 1 16,1 2-8-16,0 0-9 0,0 0-11 0,0 0-5 0,0-4-7 16,0 4-14-16,0 0-18 0,0 0-2 15,0 0 6-15,-4 14-13 0,3 0 4 0,-5 5-6 16,2 8 2-16,-4 3-3 0,3 6 1 0,-3-2-3 15,2 12-1-15,2 1 2 0,0-13 3 0,2 15-3 16,-1 0-2-16,3-15 5 0,0 0-2 0,0-2-3 0,0-3 2 0,3 0 5 16,-3-5-5-16,1-5 2 0,-1-2-3 0,3-1 1 15,-5-3-3-15,4-2 0 0,-4-3 8 0,4-1-6 16,-2 0-1-16,1-3 12 0,-1 1 22 0,1-1 9 16,-1-1 15-16,0 2 6 0,0-5 5 0,0 4 8 15,0-4 5-15,0 0-1 0,0 0 2 0,3 5-12 16,-3-5-4-16,0 3-1 0,0-3-5 0,0 0-8 0,0 0-6 0,0 0-2 15,0 0-9-15,0 0-30 0,0 0-17 0,7-12-31 16,-3 7-30-16,0-2-46 0,0-1-52 0,1-2-59 16,-1 1-78-16,1-6-158 0,1 3-496 15,-1-4 219-15</inkml:trace>
  <inkml:trace contextRef="#ctx0" brushRef="#br0" timeOffset="-88409.68">25749 3330 11 0,'-8'0'183'0,"8"0"-9"0,0 0-13 0,-5-2-9 16,5 2-14-16,0 0-10 0,0 0-16 0,0 0-6 16,20-5-11-16,0 3-4 15,9 1-14-15,6-4-8 0,16 2 10 0,0-3-6 16,1 2-6-16,-11 0-10 0,-2 0 0 16,-5 2-10-16,-1-1-3 0,-3 1-3 0,-10 0-4 15,-6 1-6-15,0-1-1 0,-6 2-7 0,1 0-6 16,0-1-3-16,-4 0 0 0,-5 1-4 0,0 0 3 0,4 2-8 15,-4-2 2-15,-14 7-2 0,2-2-1 0,-7 5-4 0,1-4-28 16,-9 5-30-16,8-1-29 0,-4 3-31 0,0 2-48 16,4-4-121-16,4 0-308 0,-2 3 136 0</inkml:trace>
  <inkml:trace contextRef="#ctx0" brushRef="#br0" timeOffset="-88040.35">25812 4013 126 0,'0'0'150'0,"0"0"1"0,0 0-10 15,-3 0 20-15,3 0 5 0,13 3-8 0,-3-3-12 16,8-3-11-16,9 2-19 0,4-4-9 0,5 2-13 0,4-2-8 0,18 1-7 16,-3 0-8-16,-2 0-8 0,-2-1-8 0,-15 3-5 15,1 1-2-15,-2-1-6 0,-5 0-4 0,-12 1-2 16,0 1-9-16,-6-1-8 0,-1 1-7 0,-4-1-8 15,-2 1-1-15,-5 0-15 0,0 0-30 0,0 0-37 16,0 0-39-16,-21-2-21 0,3-1-21 0,-2 3-129 16,-8-1-314-1,6-1 139-15</inkml:trace>
  <inkml:trace contextRef="#ctx0" brushRef="#br0" timeOffset="-87623.76">25916 3713 29 0,'0'0'187'0,"0"0"-10"0,0 0-3 16,0 0-15-16,-5 0-7 0,5 0-11 0,0 0-9 16,0 0 2-16,0 0-9 0,25-3-9 15,-6 2-9-15,8-2-12 0,3 1-10 0,2-2-5 0,5 0-6 0,-1 1-6 0,4 1-11 16,-3-5-6-16,-4 5-1 0,-1 0-8 15,-5-1-4-15,-7 0 0 0,-2 0-6 0,-4 2-3 16,-4 1 0-16,-2-3-4 0,-1 3-1 0,-3-1-6 0,3 1 0 16,-7 0-4-16,6-2-1 0,-6 2-6 0,0 0-13 0,0 0-2 15,0 0-21-15,-24 3-32 0,12-3-23 0,0 3-36 16,2 0-40-16,-1 1-182 0,2-4-371 0,3 2 164 16</inkml:trace>
  <inkml:trace contextRef="#ctx0" brushRef="#br0" timeOffset="-86437.99">26619 3961 109 0,'0'0'192'0,"0"0"-4"16,0 0-6-16,0 0-8 0,0 0-14 0,0 0-16 0,21-4-7 15,-14 2-4-15,2-3-8 0,-1 1-6 16,3-1 3-16,0-1-1 0,-1-2-4 0,0-1-4 16,4-3 4-16,-1-1-7 0,-3 0 0 0,4-12-6 15,-1 4-11-15,-3-3-1 0,2-3-10 0,-5 3-6 0,0-5-4 0,1-2-23 16,-2-2-16-16,0 0-6 0,-5 1-3 0,3-3-2 15,-4 0-7-15,0 2 1 0,-2 1 15 0,-1 1 0 0,-3 4-1 16,0-1 2-16,2 10 2 0,0-1-3 16,-1 4 2-16,1 3-3 0,0 2-5 0,1 3-3 15,3 0-1-15,-5 3-5 0,4-2-5 0,1 4-25 16,0 2-12 0,0 0 2-16,0 0 0 0,-14 12 5 0,8 5-1 0,-6 6 5 15,3 6 4-15,-1 5 1 0,-4 10 0 0,1 2-1 16,3-1 15-16,1 2-9 0,1 1 0 0,8-13 3 15,4 13 3-15,-4-17 6 0,5 1-1 0,3-4-6 16,2 0 19-16,2-4 6 0,0 0 0 16,2-3 2-16,-2-5 3 0,3-2 8 0,4-2 4 0,3-1 11 15,5-1-5-15,5-6 2 0,1 3-7 0,1-7-7 0,1 1 3 16,-3-5-4-16,5 0-4 0,-5-2-6 0,4-2 2 16,-5 0-2-16,-5-5-3 0,-1 2-7 0,-1-5 3 15,-3 0-4-15,-4 6-5 0,3-11-5 0,-8 5-6 16,2-6-5-16,-1-6-2 0,-8 6-4 0,0-5 1 15,-1 1-4-15,-4 0 3 0,0 0 2 0,-6 0-14 16,-1 0-3-16,2 0 6 0,0 1-1 0,-4-2 0 0,4 1 6 0,-4 2-2 16,5 5 4-16,-3-1 3 0,2 3-4 0,1 0 6 15,-1 0 9-15,-1 1 2 0,4 4 4 0,-1-1 4 16,3 5 0-16,-3 0-2 0,1 2 4 0,2 1-7 16,-2 1 4-16,1 0-3 0,-1-1-3 0,2 5-1 15,0-4-7-15,0 4-14 0,0 0-15 0,0 0-5 16,0 0 1-16,0 0 3 15,0 0 4-15,-4 20 5 0,4-3-1 16,-4 1 4-16,1 8 0 0,-3 0 3 0,0 4 8 16,1 3 3-16,-3-3-7 0,3 6 2 0,-2-3 4 15,0 1 1-15,3 2 1 0,1-2 6 0,0 3 0 0,3-6-3 16,-1-1 12-16,1 0-7 0,2-3 0 0,1-7 0 16,3 6 2-16,1-10 3 0,-1 0 5 15,3-3 0-15,4 0 2 0,-7-3 1 0,7-1 7 0,0-2-11 0,3 0 7 16,2-3-6-16,0-1-1 0,5-2 4 0,5-2-2 15,0-4-3-15,-2-1-2 0,3-4-4 0,1-1 8 16,-4-4-13-16,-2 0 5 0,1-5-6 0,-3-1 3 16,-2 4-1-16,-3-4-1 0,-7 4 1 0,1-1 2 15,-1 1 2-15,-4 3 1 0,1-1 4 0,-3 4-1 16,-1-1 12-16,-1 4 5 16,1 0 7-16,-2 3 4 0,1-1-3 15,-2-1 0-15,1 3-1 0,0 1-9 0,0-2-1 0,-1 5-14 16,2-5-21-16,-2 5 5 0,0 0 1 0,0 0 1 15,-8 14-4-15,5-1 8 0,1 3-2 0,-1 4 3 16,-2-1 2-16,2 6-3 0,0-5 4 0,0 5-1 16,3 3 1-16,-2-10 0 0,2 2-1 0,2-2 1 15,0-1 1-15,-1 0 3 0,2-6-4 0,-2 1 3 0,1-5 4 16,-1 1-2-16,1-2 6 0,-1-2 1 0,0 1-8 16,1 0-1-16,-2-5-9 0,3 2-20 0,-3-2-10 15,7-11-26-15,-5 5-28 0,0-2-35 0,0-5-37 16,-2-4-49-16,0-2-46 0,0-6-198 0,-2-5-493 15,-1 1 219-15</inkml:trace>
  <inkml:trace contextRef="#ctx0" brushRef="#br0" timeOffset="-86306.46">27562 3531 107 0,'-5'-7'291'0,"4"0"-14"16,-2 1-1-16,2 1-17 0,-2 1-16 0,1 0-24 16,1 1-17-16,-2 0-24 0,3 3-20 0,0 0-15 15,4-5-9-15,-4 5-27 0,10 1-37 0,-10-1-45 16,16 5-54-16,-5-2-66 15,-1 1-96-15,-1 1-205 0,3-1-429 0,-5-2 190 16</inkml:trace>
  <inkml:trace contextRef="#ctx0" brushRef="#br0" timeOffset="-85357.23">28029 3446 119 0,'1'-7'264'0,"-2"1"-17"16,1 0-8-16,1 2-26 0,-1-1-20 0,0 0-21 15,0 5-20-15,0 0-21 0,3-3-19 0,-3 3-4 0,0 0-16 0,0 20-14 16,-4-5-6-16,0 8-9 0,-1 5-7 0,1 3-4 16,1 5-8-16,-2 13 0 0,1 1-9 0,4 1 1 15,2 2-2-15,-4-2-1 0,2-5-2 0,4-8-4 16,-1-4 2-16,1-2-6 0,-2 0 2 0,-3-1-5 15,5-7-1-15,0 0-3 16,0-6 3-16,-2-2-2 0,3-4-1 0,-2 1-3 16,-1-5 3-16,-1 1-4 0,1 0-1 0,-2-6 2 15,1 2-3-15,0 2 1 0,-1-7-2 0,0 5 3 16,0-4-4-16,0-1 0 0,0 0-3 0,0 5 3 16,0-5-20-16,0 0-63 0,0 0-40 0,0 0-69 15,-15-11-247-15,11 1-466 0,0 5 207 0</inkml:trace>
  <inkml:trace contextRef="#ctx0" brushRef="#br0" timeOffset="-85041.18">28107 3717 137 0,'0'-4'245'0,"0"4"-28"0,1-4-20 0,5 3-22 0,0-1-21 16,4 0-17-16,2 4-3 0,2 0-10 0,7 3-15 15,-1-2-9-15,10 8-9 0,-2 4-11 0,-3-3-3 16,1 2-7-16,-7-4-11 0,0 1-5 0,-6 0-7 16,1 1-8-16,-4-2-8 0,-4-2-7 0,-4 2-9 15,-1-4 0-15,-4 3-4 0,-3-1 2 0,-11 4-2 16,-7-2-3-16,-6 1 0 16,-2-2-1-16,-6 0 0 0,-1-2 1 0,-2-5-2 15,2-1-1-15,0 0 1 0,4-1-3 0,3 0-1 16,1-2-1-16,9 0 4 0,4-1 1 0,4 1 2 15,5-1 1-15,-1-1-15 0,5 0-20 0,6-1-18 16,3-2-40-16,10 2-29 0,9-10-68 0,0 2-153 16,13-1-362-16,-2 5 161 0</inkml:trace>
  <inkml:trace contextRef="#ctx0" brushRef="#br0" timeOffset="-84718.63">28708 3422 267 0,'0'-5'293'16,"0"1"-29"-16,0 0-27 0,0 4-23 0,0-6-26 0,0 6-22 0,0 0-17 0,0 0-17 15,0 0-14-15,4 13-11 0,-4-2-10 0,2 7-12 16,-1 8-9-16,1 1-6 0,0 5-11 15,-1 1 1-15,0 3-10 0,2 10 0 0,1 4-5 16,-2-15-1-16,2 1-7 0,0-4-5 0,-3-1 0 16,3-1-4-16,-1-4 1 0,-1-5-7 0,-1-3 5 15,5-3-9-15,-6-1 4 0,0-5 6 0,0 1-11 16,1-4 9-16,-1 0-7 0,0 0-2 0,1-1-3 16,-1-4-3-16,0-1-8 0,0 0-42 0,0 0-41 15,0 0-47-15,0 0-44 0,-11-12-65 0,5 3-181 0,1 1-452 16,4 0 200-16</inkml:trace>
  <inkml:trace contextRef="#ctx0" brushRef="#br0" timeOffset="-84371.13">28528 3743 191 0,'-11'0'203'0,"5"0"-13"0,6 0-12 15,-11 0-14-15,11 0-10 0,-5-1-7 0,5 1 2 0,-7-3-14 0,7 3-8 16,0 0-8-16,0 0-3 0,0 0-10 16,25 3-7-16,-3-7-12 0,7 0-8 0,8 0-8 15,14 1-6-15,5-2-4 0,2 0 0 0,-3 1-4 0,0-5 0 16,-1 5-7-16,-17 3-3 0,2-3-8 0,-3 1-3 15,-3-2-5-15,-5 2-2 0,-8 3-3 0,-6-3-1 16,-2 2-2 0,0 1-7-16,-3 0 0 0,-3 0-8 0,-1-2-5 15,-1 1-11-15,-4 1-20 0,0 0-18 0,0 0-24 0,-18-4-28 16,7 5-30-16,-1-1-29 0,1 3-30 16,-1-2-188-16,2-1-404 0,0 2 179 0</inkml:trace>
  <inkml:trace contextRef="#ctx0" brushRef="#br0" timeOffset="-83985.23">29413 3667 273 0,'0'0'317'0,"0"0"-15"15,0 0-18-15,0 0-10 0,2-4-36 0,-2 4-29 16,0 0-17-16,0 0-18 16,0 0-22-16,0 0-18 0,0 0-19 0,0 0-11 15,0 0-14-15,0 0-9 0,0 0-9 0,5 10-3 16,-5-5-11-16,2 1-5 0,-2 1-4 0,2 1-1 15,-1 2-6-15,3-1-5 0,-1 6 0 0,-1-2-3 0,-2 0-8 16,3-4 3-16,-1 0 0 0,-2-1-9 16,4 2-1-16,-4-3 1 0,4 0 6 0,-4-2-6 15,0 1 0-15,0-2-7 0,0-1-7 0,1 0-5 0,-1-3-4 0,0 7-3 16,0-7-5-16,0 0-1 0,2 1-27 0,-2-1-74 16,0 0-67-16,-7-11-65 0,1 1-265 0,1 2-552 15,-3-3 244-15</inkml:trace>
  <inkml:trace contextRef="#ctx0" brushRef="#br0" timeOffset="-83815.91">29483 3460 281 0,'-3'-5'352'16,"3"-1"-14"-16,0 3-23 0,3-1-29 0,-3 4-24 15,-3-5-27-15,3 5-28 0,3-7-22 0,-3 7-39 16,0 0-46-16,5 0-24 0,-5 0-30 0,0 0-43 0,15 5-45 15,-7-2-40-15,1 1-50 0,2-1-49 0,0 0-219 0,0 1-432 16,1 0 191-16</inkml:trace>
  <inkml:trace contextRef="#ctx0" brushRef="#br0" timeOffset="-83352.51">29862 3534 76 0,'0'0'240'16,"0"0"-12"-16,4 0-18 0,-4 0-19 16,0 0-14-16,0 0-21 0,0 0-10 0,5 3-16 15,1-3-12-15,-6 0-13 0,13 0-10 0,0 0-10 16,1 0-10-16,-1-3-5 0,5 3-7 0,0 0-6 0,1-3-6 0,-1-1-5 16,1 1-8-16,0-4 1 0,-3 3-6 0,-4 1-4 15,1-1-2-15,-3 0-4 0,-1 1 5 0,-2 0 9 16,-1 1 12-16,-1 0 9 0,-1-2-2 0,0 1-8 15,-4 3 1-15,-3-4-13 0,3 4-3 0,-12-3-9 16,-1 5-2-16,-8-1 2 0,-5 2-7 0,-4 6 3 16,-1 0-8-16,1 3 3 0,-5 4-1 0,2-1-2 15,-2 3-2-15,0 3 0 0,-2 8-1 0,11-8-3 0,4 5 2 0,3 1-1 16,9 7 5-16,6-6 26 0,5 0 5 0,11 0 17 16,8-3-2-16,11-2 1 0,15 4-1 0,12-6-7 15,7-1-6-15,29-3 8 0,6-2 13 16,-7-5 2-16,-3-2-1 0,-33-6 0 0,2-1-5 0,-8-1-6 15,-14 0 3-15,-2 0 15 0,-10-1 17 0,-7 0 20 16,-4 1 21 0,-4-2 9-16,-2 2 5 0,0-3-3 0,-3 2-11 15,-5 1-9-15,10 0-10 0,-10 0-15 0,8-2-14 16,-8 2-19-16,0 0-44 0,5 0-54 0,-5 0-73 16,0 0-68-16,0 0-71 0,0 0-76 0,0 0-80 0,0 0-304 15,0 0-764-15,0 0 338 0</inkml:trace>
  <inkml:trace contextRef="#ctx0" brushRef="#br0" timeOffset="-81673.88">23004 5460 152 0,'0'-3'267'0,"-1"-4"-11"15,1 3-14-15,-1 0-8 0,1 4-13 0,0-8-11 16,0 4-16-16,0 4-14 0,0-6-11 0,0 6-18 16,0-3-19-16,0 3-11 0,0 0-15 0,0 0-12 0,1-4-19 15,-1 4-15-15,0 0-7 0,0 0-6 0,0 16-4 16,0-6-4-16,1 9-5 0,-2 0 5 0,0 7-11 16,-2 0-3-16,3 0-3 0,-1 1-3 0,-3 0 3 0,4 1-6 15,0-3-1-15,0 0 2 0,-1-7-6 0,-2 2 3 16,2-1-3-16,1-2 0 0,1-1-2 0,-2-1-1 15,1-7 1-15,0 2 0 0,0 1-1 0,-1-6-5 0,1 2 4 0,0-2-2 32,0 0 2-32,1-2 2 0,-1 1-2 0,0-4 1 15,0 5-2-15,0-5 12 0,0 3 1 0,0-3-1 16,-1 5 5-16,1-5 13 0,0 0-6 0,0 0 10 16,1 4 5-16,-1-4-10 0,0 0 10 0,0 0-1 15,0 0-2-15,0 0 9 0,0 0-18 0,0 0-7 16,0 0-23-16,0 0-25 0,0 0-9 0,0-14-20 0,1 7-31 15,-2 2-30-15,0-5-42 0,1-1-42 0,0-2-38 0,-3-4-275 16,3-10-551-16,5 3 244 0</inkml:trace>
  <inkml:trace contextRef="#ctx0" brushRef="#br0" timeOffset="-81490.13">23050 5087 262 0,'0'-8'281'0,"0"3"-11"0,-1 0-26 15,1 2-23-15,0 3-18 0,0-9-23 0,0 6-20 16,0 3-19-16,0-4-16 0,0 4-35 0,0 0-9 0,0 0-10 16,0 0-10-16,0 0-26 0,5 11-27 15,1-3-29-15,-3-2-26 16,1 5-46-16,0-2-70 0,0-1-189 0,1 1-381 16,2 0 169-16</inkml:trace>
  <inkml:trace contextRef="#ctx0" brushRef="#br0" timeOffset="-80978.44">23620 5066 111 0,'0'-10'243'16,"0"-2"-8"-16,-1 2-5 0,-2 0-8 0,3 4-13 0,-1-2-17 15,1 4-10-15,0 0-25 0,0 0-15 16,0 4-17-16,0-6-29 0,0 6-9 0,0 0-10 16,0 0-6-16,-8 17-8 0,2-1-7 0,2 10-7 15,-5 2-5-15,4 7-3 0,-5 18-4 0,2 5-1 0,-1 25-2 16,2-25-2-16,1 24-5 0,3-24 0 0,6-2-3 16,1-1 4-16,0-4-5 0,4-2-6 0,2-3 2 0,-2-13-2 15,1 2-1-15,1-4-1 0,-3-5-4 0,1 1 1 16,-7-8 1-16,2 0-6 0,-2-2 4 0,-1-6-6 15,0 1 3-15,3-2-1 0,-3-4-1 0,0 0 4 16,0-1-1-16,-3-1-1 0,3 3 3 0,0-5 6 16,0-2-3-1,-5 5 0-15,0-5 0 0,-8 0 0 0,3-2-7 16,-6 2 2-16,-1-2-2 0,0-6 1 0,1 6-12 0,2-2-14 16,3-1-21-16,0 0-30 0,1-2-36 0,3-1-50 15,2-1-59-15,4-2-220 0,2 0-470 0,7 2 208 16</inkml:trace>
  <inkml:trace contextRef="#ctx0" brushRef="#br0" timeOffset="-80608.78">23466 5714 183 0,'-7'0'230'15,"7"0"-11"-15,-10 0-12 0,10 0-5 0,-6 0-20 16,6 0-12-16,0 0-6 0,-7 0-12 16,7 0-5-16,0 0-10 0,0 0-10 0,0 0-17 15,0 0-2-15,0 0-10 0,33-7-12 0,-3 3-5 0,2 0-10 16,6-3-6-16,17-3-7 0,4 2 0 0,2 0-4 0,-1 1 3 15,-2 0-12-15,-3 1-4 0,-17 6-3 0,-2-4-5 16,-3 3-5-16,-5-1 1 0,-9 0-4 0,-6 1-6 16,0 1-1-16,-7 0-3 0,3 0-4 0,0-1-4 15,-9 1-1-15,8 0-4 0,-8 0-2 0,0 0-13 16,0 0-28-16,0 0-65 0,-22 7-65 0,12-7-321 16,-3 1-533-16,8-2 235 0</inkml:trace>
  <inkml:trace contextRef="#ctx0" brushRef="#br0" timeOffset="-74967.05">25906 5288 97 0,'0'0'186'15,"-1"-3"-4"-15,1 3-11 0,0 0-9 0,0-6-17 16,0 6-13-16,0 0-14 0,0 0-8 0,0 0-17 16,-3-4-8-16,3 4-12 0,0 0 0 0,0 0-15 15,-11 6-8-15,3 1 1 0,-4-2-10 0,-4 5-1 16,-3-1-4-16,-5 6-2 15,-2-1-8-15,3-1 0 0,-1 6-5 0,1-5-4 16,-1 3 3-16,4 0-2 0,0 4-5 0,0-3-2 16,3 1 3-16,4-2-5 0,3 0 2 0,1-2-3 15,0-1 0-15,5 3 3 0,3-5 5 0,1 3-1 16,1-1-2-16,8-1 3 0,0 1 1 0,5 1-1 16,9-1-1-16,5-1-1 0,4-2-3 0,3 0-2 15,1 0 1-15,3-2-4 0,-2 0 3 0,-4-1-1 0,1 0-2 0,-5 1-1 16,-9-4-2-16,-3 3-1 0,0-2 1 0,-6 1-2 15,-2-1 2-15,-4-2-5 0,0 1-1 0,-5 2 2 16,0-3-2-16,-5 3 5 0,-5 0-2 0,-5 1 7 16,-4 0-3-16,-6 1-2 0,-3 0 5 0,0 0 0 15,1-2-3-15,-2-2 0 0,4-1-1 0,1 0 2 16,1 0-5-16,3-1 4 0,1 0 0 0,3-1-2 0,1 0 1 0,5-2-1 16,1 0 0-16,2 3 2 0,1-3-2 0,6 0-9 15,-8 0-15-15,8 0-55 0,0 0-76 0,-4-7-205 16,4 7-389-16,8-9 172 0</inkml:trace>
  <inkml:trace contextRef="#ctx0" brushRef="#br0" timeOffset="-74465.86">26097 5053 143 0,'2'-3'241'0,"1"-1"-23"0,-1 0-16 0,2-1-21 0,3 3-18 15,0 1-19-15,3-4-11 0,1 5-14 16,1 0-13-16,-1 3-11 0,0-1-10 0,-1 3-9 0,-1 2-9 16,0 1-3-16,4 4-4 0,-8 2-9 0,-1 2-6 15,-3 2-3-15,-1 2-5 0,-4-1 0 0,1-2-2 0,-3 2-6 16,-4 3-2-16,-1 2-2 0,0-7 2 0,1-2-2 15,1-1 1-15,0-2-7 0,-1-2-4 0,5-5 2 0,1 4-2 16,0-4-4-16,1 0 10 0,0-1-6 0,0-1 14 16,3-3 3-16,-1 5 11 0,1-5 16 15,8 5 8-15,-2-3-4 0,6-2-7 0,6 2-6 16,3-1-2-16,-3-1-3 16,0 0-4-16,0 0-11 0,5 0-17 0,-4 3-32 15,3-3-26-15,-4 4-42 0,-4-2-36 0,-3 3-45 16,1-4-65-16,-1 1-187 0,-2 5-454 0,-4-5 200 15</inkml:trace>
  <inkml:trace contextRef="#ctx0" brushRef="#br0" timeOffset="-73796.05">26527 5686 9 0,'-18'1'190'0,"6"-1"-5"0,1 1-5 16,1-1-10-16,4 0-15 0,-1 2-9 0,2-1-15 16,5-1-9-16,-6 1-7 0,6-1-1 0,0 0-10 0,0 0-6 15,-8 0-11-15,8 0-4 0,0 0-7 0,0 0 0 16,-9 0-5-16,9 0 0 0,0 0 1 0,0 0 0 16,0 0-6-16,0 0-4 0,0 0 4 15,0 0-5-15,0 0-3 0,0 0 1 0,0 0-5 0,0 0-6 0,0 0-3 0,0 0-1 16,0 0-7-16,-8 0-5 0,8 0-2 0,0 0-1 15,0 0-4-15,0 0-3 0,0 0-4 0,0 0 1 16,0 0-5-16,0 0-1 0,0 0-2 0,0 0-1 16,0 0-1-16,0 0 8 0,0 0-10 0,0 0-2 15,0 0 2-15,0 0-4 0,0 0 1 0,0 3 1 16,0-3-1 0,0 0 0-16,0 0 1 0,0 0-4 0,0 0 3 15,0 0-2-15,0 0-3 0,0 0 1 0,0 0-2 0,0 0 2 16,0 0 3-16,0 0 2 0,0 0 0 15,22 0-2-15,-4-3 9 0,12 1-10 0,2-1 4 16,1 1-6-16,5-1 10 0,18-1-9 0,-2 0 1 16,-2 0 0-16,-13 0 3 0,13 2-5 0,-16 1 0 0,-4-1 0 15,-2 0 11-15,-3-1-9 0,-10 0 2 0,-2 2-4 0,-3 0 2 16,-1 1 0-16,-2-2 2 0,-4 1-1 0,-1 1 5 16,-4 0 1-16,9-2-1 0,-9 2 9 0,10 0-11 15,-10 0-2-15,0 0-4 0,4 0-7 0,-4 0-23 16,0 0-21-16,0 0-15 0,0 0-19 0,0 0-21 15,0 0-26-15,-18-3-31 0,18 3-33 0,-5-4-225 16,3 1-456-16,2 3 202 0</inkml:trace>
  <inkml:trace contextRef="#ctx0" brushRef="#br0" timeOffset="-73410.63">27434 5280 14 0,'0'-4'251'0,"2"2"-1"0,-1-1-11 16,-1 3-16-16,3-7-19 0,-2 4-17 0,-1 3-19 15,0 0-21-15,2-4-16 0,-2 4-17 0,0 0-12 0,0 0-12 16,0 0-11-16,0 0-9 0,-3 14 0 0,0-5-13 0,-1 7-7 15,-5 0-4-15,2 3-4 0,-2 6-6 0,-4 2 1 16,3-1-7-16,-2 3-1 0,-2-2-5 16,4 0-6-16,-2-3 5 15,2 2-4-15,1-2-4 0,1 1 0 0,6-8-3 0,-3-1 2 16,1-1-2-16,0-5-1 0,4 2 0 16,0-3-2-16,0-1-2 0,0 0 7 0,0-2-1 15,2 0 7-15,0-1 6 0,3 1 8 0,1-3-1 0,2 0 1 16,5-1-2-16,0 0-4 0,2-1-1 0,6 0-5 0,-1-1 6 15,1 0-28-15,0-4-25 0,1 2-17 16,7-4-30-16,-11 4-28 0,4-1-23 0,-3-1-29 16,-2-1-36-16,-1-2-39 0,-4 2-146 0,-2 0-405 15,1 0 179-15</inkml:trace>
  <inkml:trace contextRef="#ctx0" brushRef="#br0" timeOffset="-72991.13">27626 5574 121 0,'-1'-4'213'0,"1"4"4"0,0 0-4 0,-1-7-3 0,1 7-3 16,0 0-5 0,0 0-6-16,0-4-7 0,0 4-1 0,0 0-10 15,0 0-2-15,1-2-14 0,-1 2-4 0,0 0-8 16,0 0-5-16,0 0-6 0,0 0-12 0,0 0 1 16,0 0 10-16,0 0-25 0,0 0-11 0,0 0 1 15,-3-5-10-15,3 5 11 0,0 0-25 0,0 0-11 16,0 0 1-16,0 0-9 0,0 0-5 0,0 0-5 15,0 0-7-15,0 0-6 0,0 0-5 0,0 0-7 0,0 0-11 0,0 0-30 16,0 0-26-16,0 0-2 0,0 13 11 0,0-7-1 16,0 6 3-16,-2 3 4 0,0 4 4 0,1 8 1 15,-1-2-7-15,-2 1 10 0,0 0 5 0,2 0 1 16,-1 2-1-16,3-6 8 0,0 0-2 16,0-4 2-16,1-1-1 0,1 0 2 0,-1 0 0 0,0-5 4 15,3 0-4-15,-3-3 1 0,0 1 2 0,1-2 14 0,-1-1-13 0,0-4-3 31,0 4 0-31,1-3 12 0,-1-1-4 0,-1 0-2 16,1 0 15-16,-1-3-18 0,2 4 8 0,-2-4 3 0,0 0-1 0,0 0-4 0,0 5 15 0,0-5-11 31,0 0-4-31,0 0-30 0,0 0-37 0,0 0-34 16,6-10-31-16,-3 3-52 0,-3 2-59 0,2-5-78 16,1-4-210-16,2 6-568 0,1-8 252 0</inkml:trace>
  <inkml:trace contextRef="#ctx0" brushRef="#br0" timeOffset="-71945.08">28012 5298 104 0,'0'0'192'0,"0"0"-6"16,0 0-17-16,-1-3-12 0,1 3-17 0,0 0-20 16,0 0-10-16,0 0-12 0,0 0-15 0,0 0-12 15,0 0-4-15,0 0-7 0,0 0-10 0,4 15-3 0,-6-3-1 0,2 5-5 16,-1 7-3-16,-3-5-2 0,3 11-2 0,-8 0-3 15,5 4 1-15,2 1-4 0,-2 1-3 0,-3-2-1 16,5 2-1-16,-1-1-1 0,-2-4-2 0,1 0 1 16,3-4-9-16,-3-1 5 0,4-9-4 0,-1 1-1 15,-3-2 3-15,4-6-3 0,0 0-5 0,-2-3 3 16,2 0-4-16,0-2 3 16,-2-1 12-16,2 0 19 0,0-4 8 0,0 6 14 15,0-6 8-15,-1 4 6 0,1-4 4 0,1 3 3 16,-1-3-2-16,0 0-1 0,0 0 0 0,-1 5 5 15,1-5 21-15,0 0-8 0,0 0 12 0,0 0 8 16,0 0-5-16,0 0-17 0,0 0-9 0,0-13-14 16,0 7 3-16,0-4-7 0,-3-1-31 0,6 0-18 15,-3-5-6-15,-3-1-25 0,2-1 2 0,5-6-8 0,-4-7-12 0,-3 2-6 16,6-2-1-16,-3-4-6 0,1-12-7 0,1 13 8 16,-2 0 2-16,3-1 4 0,4 2 1 15,-5 1 5-15,2 2 6 0,1 2 3 0,-1 4 2 16,-3 4 4-16,3 2 1 0,0 1 4 0,-1 7 5 15,2-2-2-15,-1 0-1 0,2 2 6 0,0 3-6 0,5-2 0 16,0 1 2 0,1 4 2-16,4-2 0 0,3 4-6 0,2-1 6 15,-3 3-3-15,2 2 0 0,1 2-3 0,-5 2-1 16,3 0-2-16,-3 4-2 0,-1 2-2 0,-1-1 2 0,-2 4 1 16,-3 1-2-16,-4-1 3 0,-3 5-1 15,-2 1-2-15,0-2 1 0,-5 6 5 0,-3-5-3 16,-1-4 0-16,-7 8 0 0,-3-7-2 0,3-2 6 15,1-1 1-15,-3-2 0 0,4-2 1 0,-1-3 3 0,-2 0 6 0,6-3-2 16,-1 0 2-16,2-1 4 0,1 1 6 0,3-2 5 16,-2 1 13-16,4-1 6 0,0-2 16 0,4 0 2 15,-6 3 17-15,6-3-2 0,-4 2-6 0,4-2-8 16,0 0-6-16,-4 2-5 0,4-2-12 0,0 0 18 16,5 5-22-16,0 0 7 0,-1 1-15 0,8 3 0 15,-3-2-7-15,5 5-2 0,2 2 0 0,5 6-8 0,-1-1 3 0,3-2-1 31,-1 0 2-31,-3 0-4 0,3 0-1 0,-6-5 1 16,1 0 3-16,0 0 2 0,-3-2-2 0,-4 0 4 16,1-3 8-16,-2-2-18 0,-1 4 2 0,-2-4-1 0,0-4-2 15,-1 3 7-15,-1-2 13 0,-1 3-17 0,1-4 3 16,0 1 0-16,-4-2-4 0,5 3 11 0,-5-3-6 16,0 0 1-16,0 0-5 0,5 2 12 0,-5-2-8 0,0 0 4 15,0 0 0-15,0 0-71 0,0 0-52 0,5-8-34 16,-5 2-39-16,0 0-62 0,3-4-99 0,-2 0-174 15,3-2-564-15,1 1 250 0</inkml:trace>
  <inkml:trace contextRef="#ctx0" brushRef="#br0" timeOffset="-71528.34">28605 5278 32 0,'0'0'146'15,"0"0"-18"-15,0 0-1 0,0 0-3 0,0 0-8 0,0 0-4 0,0 0-1 16,0 0 0-16,0 0-1 0,0 0-3 0,0 0 3 16,0 0-7-16,0 0 3 0,0 0 0 0,0 0 2 15,0 0-1-15,19-3-10 0,-5 2-11 0,8 1 1 16,6-3-17-16,5-1-6 0,2 1-5 0,4 3-7 16,15-2-4-16,-2-1-9 0,-14 1 1 0,2-1-5 15,-4 3-3 1,0-2-4-16,-3 0-3 0,-6-1-4 0,-7 3-1 0,-7-1-3 15,-1 0-4-15,-1 1-6 0,-4 0-14 0,-1 0-19 16,-6 0-12-16,0 0-13 0,0 0-23 0,0 0-21 16,0 0-25-16,-28 5-26 0,11-3-33 0,-2 0-149 15,1 3-356-15,-1-3 158 0</inkml:trace>
  <inkml:trace contextRef="#ctx0" brushRef="#br0" timeOffset="-71211.9">28871 5357 165 0,'-8'-6'274'0,"8"6"-19"16,0 0-22-16,0 0-20 0,0 0-26 0,0 0-22 15,0 0-19-15,0 0-15 0,3 10-14 0,-6-5-14 0,6 7-9 16,-3 0-9-16,0 5-9 0,0 1-8 0,0 3-5 16,1 7-8-16,-2-1-5 0,2 0-2 0,0 2-6 15,2-3 1-15,-2 0-8 0,4-1-4 0,-2-6-2 16,-2-1-2-16,3 1-4 0,-2-5-2 0,0-1-4 15,0-2 1-15,2-1-3 0,-4-3 2 0,1 1-2 16,1-3-2-16,-2 0-5 16,1-1 7-16,0 1-4 0,-1-5 6 0,0 5 10 15,1-3 12-15,-1-2 6 0,0 0 1 0,0 0-6 16,0 5 2-16,0-5-5 0,0 0-2 0,0 0-3 16,0 0-28-16,0 0-38 0,0 0-31 0,10-10-42 15,-8 3-56-15,4 0-85 0,-1-3-195 0,2 1-479 16,2-6 212-16</inkml:trace>
  <inkml:trace contextRef="#ctx0" brushRef="#br0" timeOffset="-70610.95">29772 5186 45 0,'3'-2'257'0,"-1"-1"-5"16,-2 3-10-16,2-4-22 0,-2 4-23 0,3-3-19 0,-3 3-21 0,0 0-19 15,0 0-20-15,0 0-16 0,0 0-7 0,0 0-15 16,-7 13-7-16,0-4-5 0,-7 4-8 0,-3 3-5 15,-6 8-5-15,-1 1-8 0,-5 1 1 0,-10 9-4 16,5-2-5-16,-5-2-5 0,14-6 1 0,-1-3-6 16,-1 2-3-16,4-2 21 0,4-1-8 0,1-4 0 15,4-5-5-15,1 0-7 0,6-4 0 0,0 1-3 0,1-5 0 0,0 1 5 16,3-1 27-16,1 0 10 0,-1-1 24 0,0-1 9 16,3-2 4-16,-4 4-5 0,3-1 4 0,1-3-12 15,0 0-3-15,-5 3-11 0,5-3-7 0,-1 4-16 16,1-4 1-16,6 5-5 0,-2-2-6 0,4 6 2 15,5-1-10-15,2 6-3 0,5 3-4 0,2 1 0 16,4 3-5 0,-1 1 0-16,3 1-6 0,0 0 1 0,-1 0 4 0,-1-2 0 15,0 2-7-15,-2-3 4 0,-1 1-9 0,0-4 2 16,-3 0 2-16,-5-3 2 0,2-2-4 0,-4-3 1 16,-3 0 0-16,0-2 2 0,-1-1-3 15,-1 0-1-15,-6-3-2 0,2 1 6 0,3-3 36 16,-4 4 17-16,0-3 8 0,0 0 11 0,-3-2 2 0,3 3 1 15,-3-3-5-15,4 2-5 0,-4-2-8 0,0 0-4 0,0 0-8 16,0 0-4-16,0 0-2 0,4 2-2 0,-4-2-8 16,0 0-14-16,0 0 4 0,0 0-19 0,0 0-47 0,5-6-39 15,-1 3-34-15,0-1-34 0,1 0-42 16,-1 0-43-16,2-3-58 0,3-1-68 0,-3 0-297 16,2-1-704-16,1 1 312 0</inkml:trace>
  <inkml:trace contextRef="#ctx0" brushRef="#br0" timeOffset="-70008.63">30517 5194 78 0,'-5'-2'131'0,"-2"1"-8"15,-1 4-3-15,0-5-12 0,-3 4 2 16,2 0-7-16,-2-2-4 16,1 3-4-16,-2 2 0 0,-1 0-6 0,2 2-2 15,-6 1-9-15,3 0-1 16,0 5-5-16,0-4-6 0,-2 6-1 0,5 2 5 16,-8 4 4-16,6-1-1 0,0 5-5 0,3 1 2 0,0-2 3 15,2 3-5-15,0-1 4 0,1 3-3 0,3-3-2 0,3 0 0 16,1 1-2-16,1 1 2 0,3-4-1 0,1 3 12 15,4-5 6-15,-1-3 8 0,5 2 3 0,2 0 4 0,0-1-2 16,1-5 2-16,4 2 7 0,2-1 11 0,2-3 3 0,2-3-4 16,0 1-9-16,-5-5-2 0,6 2-10 0,-6-4 4 15,2-1-3-15,-2-1 7 0,2-2 10 0,-3-1 9 16,0-1-5-16,1-3-3 0,0 0 2 0,-2-4-5 16,5-3-9-16,0-2-8 0,1-6-9 0,-2 1-13 15,1-6-4 1,-2-6-9-16,5-10-5 0,-1-1-9 0,-7-7-6 15,-2 4-7-15,-3-4-4 0,-8 4-4 0,-2 12-8 0,-6-1-13 16,-5-1-8-16,-4 1-24 0,-7 3-16 0,-10-9-33 16,-10 7-44-16,-11 2-49 0,-12 7-38 0,-27-3-51 15,-6 9-93-15,2 8-384 0,28 6-796 0,0 0 353 16</inkml:trace>
  <inkml:trace contextRef="#ctx0" brushRef="#br0" timeOffset="-62121.5">22774 7602 156 0,'7'-8'188'0,"-1"-4"0"0,-1 2-11 0,0-1-2 16,-1 2-9-16,3-3 0 0,-1 5-11 15,-2-2-6-15,1 1-7 0,-4-1-7 0,2 5-8 16,2 0-8-16,-3 0-9 15,1-1-8-15,-3 3-10 0,3-1-13 0,-3 3-16 16,2-4-22-16,-2 4-9 0,0 0-5 0,0 0-6 16,-1 14-1-16,0-2-2 0,-3 5-3 0,-3 8-2 15,1 0 1-15,-2 3-4 0,-1 3-2 0,2 0 2 16,0-1 0-16,2 4-1 0,-1-4-1 0,3-3-8 16,2 1 0-16,1-1 4 0,1 1-3 0,-1-10 4 15,5 2 11-15,0-1 0 0,-1-4 4 0,3-3 0 0,-2-1 1 0,0-2 5 16,2 0 2-16,1-1 11 0,-1-3 12 0,2 0 12 15,3-2 9-15,0-2-3 0,0-1 9 0,1-4 15 16,5 1-18-16,-2-4 8 0,1-4-2 0,-4 1-2 16,5-5-1-16,0-3-1 0,1 0 1 0,-3 4-7 15,3-7 4-15,-3-3-11 0,-3 2 6 0,2 0-9 16,-2 1-1-16,-5 3 22 16,2 1-12-16,0 0-1 0,-5 0-13 0,3-1 2 15,-2 1 9-15,1-1-2 0,-1 3 2 0,-1 4-1 16,-1-1-6-16,-3 4 3 0,2 0-6 0,2 2-1 15,-4 1-5-15,1-1-9 0,0 2 0 0,-2 0-8 16,0 4-3-16,1-3-8 0,-1 3-7 0,4-6-13 16,-4 6-17-16,0-4-3 0,0 4-32 0,0 0-20 0,0 0-27 15,0 0 10-15,0 0 3 0,0 0 13 0,0 20 11 0,-4-8 1 16,1 2 8-16,1 1 0 0,-3 6 8 0,4-2 5 16,-3 1 7-16,0 0-3 0,3 0 6 0,-3 6 4 15,0 0 0-15,2-7 7 0,-1-1 0 0,1 0-1 16,0-2 5-16,2 3 12 0,0-2-8 0,0-2-10 15,0-4 6-15,0 0 5 0,0 0-4 0,0-4 11 16,0 1-4-16,2-2 3 0,0-2 12 0,1 3 3 0,-1-3 5 0,2 2 17 16,1-5-17-16,-1 2 8 0,10-2-6 0,4-1-5 15,10-3 4 1,4 1-21-16,1-4-50 0,4-3-53 0,0 0-79 16,2-2-120-16,-3-5-347 0,8-7-705 0,-13 5 312 15</inkml:trace>
  <inkml:trace contextRef="#ctx0" brushRef="#br0" timeOffset="-61492.29">23648 7775 267 0,'0'-2'298'0,"0"2"-19"15,0-6-21-15,0 6-24 0,0 0-25 0,0 0-17 0,0-6-27 16,0 6-15-16,0 0-15 0,8 0-19 16,-8 0-12-16,0 0-13 0,15 5-7 0,-11 0-16 15,3-1-8-15,0 4-7 0,-1-1-10 0,0 3-7 0,-1 1-6 0,-1 0-2 16,-2 2-10-16,0 0-5 0,-2-1-5 0,0 6 1 16,-2-2-4-16,-3-2-8 0,0 3 1 0,1-7 1 15,-3 2-7-15,3-1 5 0,-1-1 2 0,1-1 0 0,1-4-6 16,1 2 8-16,-1-5 3 0,2 4 5 15,-2-3 22-15,3 3 31 0,0-6 29 0,-1 2 37 16,1-2-4-16,0 0-9 0,0 0-16 0,8-10-6 0,-1 2-7 0,1 0-10 16,6-5-11-16,-1 0-5 0,-1-1-8 0,1 0-4 15,1 1-7-15,-1-3-2 0,1 4 4 0,-4 0-14 16,-2 2 0-16,-1 2 1 0,0 0-5 0,-2 3-10 16,0 1 3-16,0 0-4 0,-1 1-13 0,-1 0-17 0,0 0-15 15,-1 0-19-15,-2 3-17 0,0 0 8 16,0 0 4-16,0 0 4 15,0 15 6-15,0-10 8 0,-4 7-2 0,4-5 6 16,-1 5 4-16,-2-1 4 0,2 5 1 0,1-4 6 16,0 2 2-16,1-2 0 0,-1-2-6 0,4 1-6 15,0 0-14-15,2-2-18 0,-1-1-31 0,3-1-43 16,1-1-63-16,1-2-76 0,-1-4-211 0,3 0-522 16,-1 0 231-16</inkml:trace>
  <inkml:trace contextRef="#ctx0" brushRef="#br0" timeOffset="-61084.66">24024 7767 272 0,'-2'-3'271'0,"2"3"-28"16,0 0-24-16,0 0-27 0,0 0-19 0,0 0-22 15,8-3-14-15,-8 3-16 0,9 5-8 0,-5-3-12 16,4 4-11-16,-3-1-9 0,1 4-9 0,3-2-9 15,-5 2-10-15,1 2-3 0,-1 1-3 0,2-3-9 16,-4 3-3-16,-1 0-6 0,0 1-3 0,-2-1-5 16,0 2-5-16,-1-5 3 0,1 4-3 0,-4-3-1 15,1-1 1-15,-1 0-2 0,1-4-5 0,3 1 2 0,-3-1 8 0,3-1 0 16,-2-1 6-16,3 2 15 0,0-5 29 0,-1 5 32 16,1-5 35-16,-3 4 21 0,3-4-5 0,0 0-13 15,0 0-13-15,12-12-14 0,-7 6-16 0,4-2-7 0,0-1-12 16,1-4-2-16,2 0-9 0,2 3-4 0,-5 2-13 15,0-2 0-15,1 2-9 0,-2-2-2 0,-3 6 2 16,0-1-15 0,1 3 1-16,-3-4-6 0,0 2-6 0,1 3-20 15,-4 1-16-15,6-1-27 0,-6 1-13 0,0 0 2 16,0 0 3-16,5 6 8 0,-3 2-1 0,-2 0 3 16,0 1 11-16,0 3-10 0,2 0 2 0,-1 2 6 15,4 3-10-15,-3-5-6 0,7 3-21 0,-5-1-26 16,7 0-43-16,1-3-70 0,-2-4-349 0,8 1-609 15,3-6 270-15</inkml:trace>
  <inkml:trace contextRef="#ctx0" brushRef="#br0" timeOffset="-60667.73">24842 7788 48 0,'0'0'159'0,"-8"0"-18"0,8 0-5 0,-8 1-9 16,8-1-10 0,0 0-12-16,-6 0-6 0,6 0-4 0,0 0-1 0,0 0 4 0,0 0 3 0,0 0 1 0,0 0 2 15,0 0-3-15,-9 0 7 0,9 0 1 0,0 0 1 16,0 0-6-16,0 0 0 0,0 0-3 0,0 0-2 15,-4 1-1-15,4-1-10 0,0 0-10 0,0 0-7 16,0 0-6-16,0 0-2 0,0 0-2 0,0 0-3 31,0 0-2-31,0 0-2 0,0 0-3 0,0 0-1 0,0 0-9 0,21-2 8 0,-5-1-17 16,13 0 0-16,1 3-8 0,8-4 3 0,16-1-9 16,2 0 4-16,3 0-1 0,4-1-2 0,-2 1-6 15,3-1 0-15,-5 2 2 0,-20 1-1 0,-2 0-5 16,-3-1 1-16,-4 0-3 0,-7 1-8 0,-7 1-16 15,-4-1-14-15,1 1-17 0,-9 2-19 0,1-3-50 16,-5-1-44-16,0 4-27 16,-14-3-37-16,0 2-220 0,-13-4-481 0,-1 1 213 15</inkml:trace>
  <inkml:trace contextRef="#ctx0" brushRef="#br0" timeOffset="-60451.78">25232 7618 185 0,'0'-7'343'0,"1"0"7"0,-1 2-8 0,0-2 10 16,0 2-25-16,0 1-11 0,0 4-24 0,0-5-33 15,0 5-27-15,-1-5-40 0,1 5-20 0,0 0-35 16,0 0-32-16,0 0 1 0,0 0-28 0,-6 18-7 16,3-1-11-16,-3 8 6 0,3 3-6 0,-2 1-6 15,0 4-6-15,1-2-25 0,-3 0-38 0,7 2-40 0,-1-2-50 0,2 2-58 16,-1-2-67-16,3-6-371 0,1-6-650 0,0-8 288 15</inkml:trace>
  <inkml:trace contextRef="#ctx0" brushRef="#br0" timeOffset="-59502.82">26264 7360 196 0,'0'-4'307'0,"3"0"-28"0,-2 1-8 0,-1 3-14 16,-1-7-16-16,1 7-22 0,1-3-21 0,-1 3-21 16,0 0-18-16,1-4-22 0,-1 4-17 0,0 0-18 0,0 0-22 0,0 0-8 15,0 0-10-15,-5 12-8 0,4-2 2 0,-2 3-15 16,-2 3-6-16,1 1-3 0,-1 7 0 0,-1-5-9 15,-1 5 0-15,5 1-1 0,-1-4-7 0,-2 3 10 0,5 1-6 16,1-4-5-16,3-1 6 0,-1-1-8 16,-2-1-1-16,4-1 0 0,-1-3 17 0,2-2 0 15,-2-4 5-15,0 4 5 0,1-6 13 0,2 4 13 0,3-5 19 0,-4-4 22 16,6 0 6-16,-1-2 7 0,2 1 5 0,0-5-7 16,5 0 0-16,-2-5 9 0,0 2-16 0,0-2-5 15,0-3-2-15,4-3-8 0,-7 4-8 0,3-9-9 16,1 0-6-16,1-1-6 0,-4 2 0 0,-1-5-4 15,-4 9 0-15,1-1 2 0,-1 0 0 0,-2 2-10 16,1 1 9 0,-1 3 3-16,-4 2-6 0,1 0-4 0,1 2 3 0,-5 2-8 15,3 0-2-15,-1-2-6 0,-2 5-4 0,2-1-10 16,0-1-5-16,-2 4-20 0,2-5-23 0,-2 5-22 16,0 0-34-16,0 0-31 0,0 0 10 15,0 0 1-15,0 12 15 0,-4-3 4 0,1 1 16 0,1 6-1 16,-2-2 8-16,1 5 13 0,-1 2-5 0,2-3 4 15,2 8 10-15,2-4 2 0,0-1-7 0,1-4 21 0,4 0 1 16,2 0 22-16,2 0-11 0,3-3-2 0,8 2 3 0,2-3-8 16,6 0-28-16,0-7-48 0,4 0-57 15,-2-4-57-15,-2 0-73 0,0-4-110 0,-10-3-264 16,2 0-702-16,-4-2 310 0</inkml:trace>
  <inkml:trace contextRef="#ctx0" brushRef="#br0" timeOffset="-58700.79">27074 7521 119 0,'0'-2'319'0,"0"2"-18"15,-2-6-16-15,2 6-27 0,0 0-23 16,-2-6-22-16,2 6-20 15,0 0-23-15,0 0-24 0,0-3-24 0,0 3-35 16,0 0-12-16,0 0-10 0,0 0-7 0,0 0-4 16,5 15-7-16,-2-12-10 0,-2 3-9 0,3 2-8 0,0-4-6 15,3 5-8-15,-3-2 2 0,3-2-5 0,2 4-3 16,-3-2-6-16,-1-2-5 0,7 0-3 0,-6-2-4 16,2-1-1-16,3 1 3 0,0-3-1 0,-1-1 0 0,0-2 6 15,0-1-2-15,3-1 1 0,-4 0 3 0,1-2 2 16,0 0 1-16,-1 0 14 0,0-4 3 15,-5 2 14-15,6 0 8 0,-5 1 10 0,1-1 8 0,0 1 5 0,-1 1 9 16,-4 1 5-16,3 0 0 0,0 1 0 0,-3 1-9 16,-1 2-8-16,1-2-4 0,-1 4-10 0,4-2-14 15,-4 2-19-15,0 0-7 0,0 0 0 0,0 0-4 16,0 0 3-16,0 13-3 0,0-7 1 0,-1 8-1 0,-2 3 1 16,1 0 2-16,-3 8-4 0,1 3 3 0,-1 0 2 15,1 3 0 1,2-2 1-16,-4 3-2 0,3-2 1 0,1 0 3 15,-3 1-14-15,0 1 0 0,5-1 2 0,-2-2 4 0,0-3-1 16,2-1 0-16,-4-8 1 0,3 0 5 16,-3-1-2-16,2-4 0 0,-1-3 4 0,1 0-4 15,0-2 1-15,-1-5 2 0,0 6 1 0,2-3 13 0,0 0-8 16,-2-3 15-16,3-2-2 0,-8 3 2 0,2-4 6 16,6 1 31-16,-13-6-15 0,5 0 10 0,2-4 22 0,1 1 0 15,-3-5-13-15,3-3-3 0,5-8 3 0,0 1-10 16,3-5-10-16,9-4-6 0,0 0-3 0,6 1-5 15,1 2-1-15,7-11-4 0,-5 11-3 0,2 4-6 16,-1 2 4-16,1 0 2 0,-4 3 4 0,-3 8-7 16,-1 1 0-16,-2-1-8 0,-4 8 3 0,1-1 6 0,-5 1-4 15,1 0-5 1,-2 0-1-16,0 4-1 0,0-2 0 0,0-1 7 16,-4 4-30-16,5-2-16 0,-3-1-24 0,-2 3-9 15,0 0 6-15,0 0-6 0,0 0 2 0,0 0-13 16,0 0-10-16,-2 12-22 0,2-12-26 0,-5 4-33 15,1-2-52-15,0 0-70 0,2 3-201 0,2-5-532 16,0 0 236-16</inkml:trace>
  <inkml:trace contextRef="#ctx0" brushRef="#br0" timeOffset="-58030.54">27691 7470 241 0,'0'0'292'0,"2"-4"-20"0,-2 4-24 0,0 0-23 16,2-5-23-16,-2 5-20 0,0-5-15 0,0 5-28 16,0 0-18-16,0 0-14 0,0 0-9 0,0 0-10 15,0 0-12-15,6 14 0 0,-2-9-10 0,-2 1-9 16,0 1-7-16,3 0-1 0,-1 0-9 0,0-2-4 16,1 6 1-16,0-7-7 0,0 2-2 0,0 2-2 15,2-4-3 1,-2-1-4-16,0 2 0 0,0-1-4 0,0-3 2 0,2 2 0 15,-7-3 0-15,11-3-6 0,-3 0 5 0,-3-2-3 16,1 0 3-16,1 1 12 0,2-4 2 0,-2 1 8 16,0-1 5-16,0-1-5 0,-1 1 18 0,0 1 1 15,2 1 2-15,-5 1 0 0,0 0 5 0,1 0-3 16,-2 3-4-16,1-1-8 0,-3 3-9 0,3-5-4 16,0 3-11-16,-3 2-16 0,3-2-16 0,-3 2-4 0,0 0 2 15,5 11 11-15,-4-5-16 0,-2 4 3 0,1 4-1 0,-3 4-1 16,1 10 1-16,-2 4 6 0,-2-1 1 0,3 5-2 15,-5 10-2-15,1-10 5 0,-5 8-2 0,5-9 5 16,-2-3-3-16,0 3-2 0,0-4 2 0,0 1 4 16,1-3 0-16,-1-3 1 0,3-2 1 0,-2-6-1 15,3-2-1 1,-4-2-3-16,5-2 8 0,-1-4-7 0,1 0 4 16,-1-1 5-16,1-3 2 0,0 0 11 0,-2-2 18 15,-1-1-10-15,0-2 3 0,-5-2 8 0,1-2 13 16,1 0 29-16,3-4 15 0,-3-1 19 0,1-5-3 0,4-2-12 15,3-4-8-15,2-7-4 0,5-4-12 16,6 2-11-16,6-4-7 0,12-7-7 0,-9 10 1 16,10-9-11-16,8 3-2 0,-11 10-9 0,9-9-3 0,2 6 1 0,-10 11 0 15,-1 1-9-15,1 3 7 0,-1 2-5 0,-7 5-7 16,-1-1 14-16,-4 2-11 0,-2 2 4 0,-4 3-1 16,-4-2-5-16,2 1 4 0,-2-1-2 0,1 2-7 0,-6 2-2 15,7-3-1-15,-3 2-4 0,-4 1 7 0,0 0-3 0,5 0-3 16,-5 0 6-1,5-4-13-15,-5 4-14 0,0 0-22 0,4-4-23 0,-4 4-31 0,0 0-32 0,0 0-31 16,0 0-30-16,0 0-34 0,0 0-54 0,0 0-88 0,0 0-287 16,0 0-704-16,0 0 312 0</inkml:trace>
  <inkml:trace contextRef="#ctx0" brushRef="#br0" timeOffset="-55940.47">29439 7417 112 0,'0'0'220'16,"0"0"-18"-16,-5-2-18 0,5 2-19 0,0 0-18 16,9-7-12-16,-2 5-14 0,7 2-13 0,2-3-11 15,7 0-6-15,8-1-12 0,2 2-9 0,4 2-10 16,5 0-4-16,-5-1-4 0,3 1-18 0,-1 1-30 0,-3 1-38 0,-2-2-48 15,-4 0-58-15,-10-2-141 0,0 2-303 0,-5 0 135 16</inkml:trace>
  <inkml:trace contextRef="#ctx0" brushRef="#br0" timeOffset="-55724.77">29556 7578 166 0,'-4'1'281'0,"4"-1"-5"0,-4 3-17 0,4-3-22 16,0 0-15-16,0 0-30 0,0 0-21 0,26-3-15 0,-5 1-17 0,11-2-13 16,2 3-29-16,1-3-33 0,5 1-43 0,-3 1-38 15,0-1-49-15,-1 0-56 0,-2 2-245 16,-2-3-399-16,0 1 177 0</inkml:trace>
  <inkml:trace contextRef="#ctx0" brushRef="#br0" timeOffset="-55022.65">30993 7188 70 0,'-1'-3'156'16,"-3"2"-2"-16,0-2-14 0,0-1-13 0,0 1-7 0,0 1-15 0,-3 0-9 16,3 0-6-16,4 2-5 0,-15-1 1 0,5 2 0 15,-1 2-5-15,-1-1-7 0,-5 3-7 0,-1 4-5 16,2 3-3-16,-3-4-4 0,-3 9-7 0,0-1-5 15,2 5-3-15,-1 0-4 0,3-1-5 0,0-1-2 0,4 2-2 16,4-6-4-16,4 2 1 0,-1 0 6 0,0 7 23 16,3-7-2-1,4 3 11-15,4-1 9 0,1-2 5 0,5 1 4 16,8 3 11-16,1-3 6 0,5 2-5 0,4-7 0 16,7-1-5-16,2-6-2 0,15 4-6 0,-14-8-8 15,2-2-1-15,0-5-3 0,-2-2-1 0,-1 1-4 16,0-6-9-16,-5-1-2 0,-4-3 2 0,-1-6-2 15,-6 1-8-15,-5-3-5 0,-5-3-5 0,-6 1-5 16,-3-4-8-16,-7 1-6 0,-4-1-5 0,-7 1-11 0,-5 3-7 0,-8 1-24 16,-15-4-16-16,-4 8-41 0,-5 4-38 0,-3 8-81 15,-3-1-337-15,4 6-590 0,17 0 262 0</inkml:trace>
  <inkml:trace contextRef="#ctx0" brushRef="#br0" timeOffset="-52434.93">23197 9261 154 0,'4'-7'181'0,"-1"-3"1"16,-1 5-10-16,-2-2-8 0,5 1-6 0,-2 1-9 15,-2 2-11-15,-1-1-13 0,4 1-14 0,-3 0-4 16,-1 3-20-16,0-5-11 0,0 5-11 0,0 0-11 0,0 0-5 0,0 0-5 16,0 17-4-16,0-5-7 0,0 3-1 0,-5 9-5 15,1 4-5-15,-6-1 1 0,5 5-2 0,-3 0-4 16,1 2-2-16,-1-1 0 0,2 2-3 0,0-4 0 16,1 1-1-16,3-2-1 0,-1-5-5 0,-1 1 2 15,1-8 0-15,3 0 0 0,-2-5 0 0,1-1-4 16,1-3 3-16,-2-1 2 15,2-1 1-15,0-2 31 0,-2 0 41 0,2-1 30 16,0-4 31-16,0 4 5 0,0-4-21 0,0 0-8 16,0 0-17-16,0-15-12 0,2 5-8 0,0-3-6 15,-2-3-12-15,1-1 2 0,4-2-9 0,-1-11-10 16,1-1-3-16,3-1-7 0,-2-3-3 0,5 0-4 16,1-11 1-16,1 3-8 0,-1 7-6 0,-1 6 5 15,2-4-7-15,-3 2 4 0,2 5-6 0,0 2 0 0,0 1-4 0,-3 7-5 16,2 2 0-16,1 1 2 0,3 2-1 0,-1-3-4 15,4 5 3-15,-2 1-6 0,0 4 0 0,1-2 0 16,-3 4-6-16,-1 3-5 0,3 0-4 0,-3 3-6 16,1 1 1-16,-4 4-5 0,3 2 0 0,0 1-4 15,-4 6 2-15,-4-2 0 0,-1 2 0 0,-2 2 3 16,-7 8-3-16,-5-4 6 0,-2 2 2 0,-5 0-3 0,-4 1 5 0,-2-2 2 16,-4-2 2-16,-1-3-14 0,-3 1 6 0,3-6 2 15,0-1 3-15,0-1 4 0,3-5 3 0,4 0 1 16,2-3 1-16,1-1 5 0,9 1 4 0,-2-1 9 15,3-2 32-15,0 0 5 0,3-1 15 0,-3 1 9 16,8-1 10-16,-10 2-1 0,10-2 0 0,-5 0-14 16,5 0-1-1,0 0-13-15,0 0-6 0,0 0 0 0,19 3-9 0,-6 4-5 16,6 0-11-16,8 3-2 0,-1 3 2 0,3 0-1 16,0 3-6-16,3 1 0 0,-2 0-4 0,0 1 4 15,1 2-3-15,-4 1 4 0,1-1-6 0,0-1-5 16,-3 0 7-16,-1 2-7 0,-5-3 2 0,-4-6 5 0,-2 2-9 15,1 1 7-15,-5-7 8 0,0 2-11 0,-3-2-12 16,-2-3-9-16,1 1 2 0,-1-3 2 0,-1 1 4 16,1 0 0-16,-2-1-4 0,2-1 11 0,-3 1-1 0,-1-3 10 15,4 3 0-15,-4-3 0 0,4 4 1 0,-4-4 5 16,0 0-8-16,0 0 4 0,0 0-6 0,1 1 10 16,-1-1-8-16,0 0-1 0,0 0 3 0,0 0-14 15,0 0-27-15,7-7-24 0,-5 4-19 0,2 0-18 16,0 0-27-16,-1-4-17 15,3 3-28-15,-1-1-18 0,0 0-29 16,1-4-28-16,3 3-268 0,-2-3-552 0,2 2 245 16</inkml:trace>
  <inkml:trace contextRef="#ctx0" brushRef="#br0" timeOffset="-51848.52">24153 9370 22 0,'0'0'215'0,"0"0"6"0,-3-2-9 16,3 2-3-16,0 0-9 0,0 0-16 0,0 0-11 16,0 0-19-16,0 0-14 0,9-8-15 0,-1 6-11 15,5-2-15-15,5 0-8 0,9-2-11 0,2 3-8 16,3 0-7-16,4-1-14 0,2-1-19 0,-1 2-25 16,-1 1-31-16,-2-1-34 0,-3 1-29 0,0-1-54 15,-11 2-45-15,-2 1-143 0,-3 0-355 0,-2 1 157 0</inkml:trace>
  <inkml:trace contextRef="#ctx0" brushRef="#br0" timeOffset="-51648">24270 9532 47 0,'-7'3'183'0,"-1"0"5"0,3-1-1 0,3 1-9 16,2-3-11-16,-4 1-7 0,4-1-4 0,0 0-17 15,24-1-10-15,-1-2-13 0,5-2-10 0,5 2-10 16,3 2-8-16,15-4-10 0,3 0-10 0,0 2-2 15,-3-1-11-15,2-2-7 0,5 2-12 0,-4 1-16 16,3 1-32-16,-6 1-40 0,-9-1-37 0,-3-3-68 16,-3 0-177-16,-2 3-362 15,-2 0 161-15</inkml:trace>
  <inkml:trace contextRef="#ctx0" brushRef="#br0" timeOffset="-51131.42">25759 9145 42 0,'0'0'191'0,"-5"-5"-2"0,5 5-17 16,-2-4-15-16,-1 3-16 0,-1-2-15 0,4 3-10 15,-6-1-13-15,6 1-9 0,-11 0-7 16,5 0-10-16,-3 1-2 0,2 2-7 0,-2-2-3 0,0 1-7 16,0 3-12-16,0 0-1 0,-1 1-3 0,3 4-1 15,1-5-11-15,-1 2 1 0,3 1-6 0,-2 0 3 0,4 3-3 16,2 0-5-16,1 0 3 0,2 0-1 0,5 4-2 0,5-1 3 15,6 6-4-15,1-2-2 0,4 0-3 0,1 0 0 16,2 1-3-16,0-4 1 0,-3 5-1 16,-2-4-2-16,1 1-1 0,-6-5-2 0,-5 3 0 0,0-1 1 15,-1-2-4-15,-5-2 0 0,-3 1 1 0,-1-2-2 16,-5 0 4 0,-3 0 1-16,-6-1 2 0,-3 1 0 0,-5-2 0 15,-6 1 0-15,-5-2 2 0,-1 1 4 0,2-3-2 0,0-2 6 16,0 3-1-16,0-6 6 0,10 2-2 0,2-1 3 15,1 0-1-15,3 0-4 0,4 0 0 16,0 0 2-16,3 0 3 0,2 2 4 0,5-2 1 16,-11 0-3-16,11 0-3 0,0 0-24 0,0 0-14 0,15-9-26 15,0 7-21-15,2 0-49 0,2-5-68 0,1 2-213 0,1 0-423 16,-1-1 188-16</inkml:trace>
  <inkml:trace contextRef="#ctx0" brushRef="#br0" timeOffset="-50830.61">26407 9261 278 0,'-4'-2'273'16,"4"2"-16"-16,0 0-31 0,2-7-22 0,-2 7-23 0,9-5-16 16,-2 2-19-16,7 2-18 0,3-2-27 15,3 1-28-15,7-1-27 0,5 0-33 0,-1 3-37 0,-1-1-53 0,1-2-68 16,-11 2-163-16,10 1-333 0,-11 0 148 0</inkml:trace>
  <inkml:trace contextRef="#ctx0" brushRef="#br0" timeOffset="-50661.36">26458 9387 50 0,'-5'3'201'0,"-1"-1"9"0,2 0 4 16,0-2-8-16,4 0-3 0,0 0-11 0,0 0-15 0,23 0-18 15,-4 0-16-15,13-4-15 0,3 3-16 16,4 0-32-16,12-5-41 0,-11 4-47 0,14-2-74 16,-4-2-93-16,-15 0-134 0,2 0-333 0,-2 1 147 0</inkml:trace>
  <inkml:trace contextRef="#ctx0" brushRef="#br0" timeOffset="-50095.09">27817 9013 53 0,'-3'-3'337'0,"3"3"-15"0,-1-7-15 0,0 6-20 16,1 1-17-16,-2-4-22 0,2 4-24 0,0 0-21 16,0 0-27-16,0 0-21 0,0 0-23 0,-1-5-19 15,1 5-17-15,0 0-12 0,0 0-14 0,1 17-5 16,1-6-8-16,-2 0-9 16,1 6-3-16,0 2-1 0,3 6-11 0,0 1 1 15,-2 0-5-15,2 0-1 0,-1 0-4 0,2-1-1 16,-1 2-2-16,1-8-2 0,-3 0-2 0,5-1 1 15,-2-1-3-15,-3 2-1 0,3-2-15 0,-2-5-2 16,1-1 6-16,0 0-4 0,-3-2 4 0,2 0-2 16,0-3 0-16,-2-1 3 0,1 0 0 0,0 1 0 15,-2-3 3-15,2 0-3 0,-2-3 0 0,1 7-2 0,-1-4-1 0,0-3 1 16,0 0-8-16,0 0-8 0,0 0-41 0,0 0-42 16,0 0-41-16,-13-8-36 0,9 3-32 0,-3-4-72 15,3 1-169-15,0 0-484 0,1 1 216 0</inkml:trace>
  <inkml:trace contextRef="#ctx0" brushRef="#br0" timeOffset="-48363.12">25390 9143 24 0,'-8'1'143'0,"8"-1"-4"16,-5 1-1-16,5-1-8 0,0 0-9 0,0 0 0 16,0 0-8-16,0 0-7 0,0 0-1 0,0 0-9 15,0 0-9-15,0 0-5 0,0 0-3 0,0 0-7 0,0 0-5 0,0 0-4 16,0 0-4-16,13-7-7 0,-13 7-2 0,0 0-3 16,0 0-5-16,0 0-4 0,0 0-5 0,9 0-5 15,-9 0-1-15,0 0-5 0,0 0 5 0,0 0-9 16,0 0 1-16,0 0-2 0,0 0 6 0,0 0 0 15,0 0 3-15,0 0-5 0,0 0 1 0,0 0 1 16,0 0-6 0,0 0 0-16,0 0-1 0,9-2-1 0,1 1-1 0,4 1 2 15,8-3 0-15,7 3-1 0,6 3-1 0,0-6-2 16,18 2-2-16,-1-5 2 0,3 2-3 0,4 1 3 16,1 0 4-16,3-2 0 0,-3 2 9 0,0 0-7 15,-8 1 4-15,-16 2-5 0,-4-3-5 0,-5 1 2 16,-8 2-1-16,-4 0-4 0,-4 0 3 0,0 0 2 15,-5-3-8-15,2 3-3 0,-3 3-3 0,-5-3-8 0,8 0-8 0,-8 0-7 16,0 0-7-16,0 0-12 0,-22-3-8 0,8 6-2 16,1-3-4-16,-6 0-15 0,1 0-3 0,0 0-15 15,2 2-6-15,-2-2-13 0,0 2-19 0,1-1-20 16,2-2-138-16,2 2-308 0,0-1 136 0</inkml:trace>
  <inkml:trace contextRef="#ctx0" brushRef="#br0" timeOffset="-47878.55">25759 9124 177 0,'0'-5'203'15,"0"5"-1"-15,0-4-3 0,0 4 3 0,0-6-11 16,0 6-2-16,0-5-7 0,0 5-14 0,0 0-9 0,1-5-16 15,-1 5-10-15,0 0-18 0,0 0-11 0,0 0-13 16,3-2-10-16,-3 2-13 0,0 0-5 16,0 0-5-16,0 0-10 0,1 12-6 0,1-6-8 0,0 4-3 15,-2 2-1-15,0 4-3 0,0 3-3 0,0 5-4 0,-2 2-3 16,0 1-2-16,2 5-1 0,-4-3-3 0,4 2 0 16,0 0 0-16,-1 2-10 0,-2-2-2 0,3 2 1 0,3-2 0 15,-3-1-3-15,0-1 3 0,0-3-1 0,0 0-1 16,0-5 1-16,0-2 3 0,0-2-1 0,0 0-5 15,0 0 5-15,0-4-1 0,0 0 1 0,-3-4-1 16,3 1 0 0,-2 0-1-16,2-5 2 0,2 2 2 0,-2-4 0 15,0 3-1-15,0-1-4 0,0-2 5 0,0 0-2 16,0-3 3-16,-2 6-1 0,2-6 3 0,2 4 5 16,-2-4 0-16,0 0 0 0,0 0-2 0,-2 4 2 0,2-4-5 15,0 0 3-15,0 0-3 0,2 3 1 16,-2-3-3-16,0 0 3 0,0 0-1 0,0 0-3 15,0 0 4-15,0 0 0 0,0 0-4 0,0 0 0 0,0 0 3 0,0 0-15 16,0 0-8-16,0 0-10 0,0 0-10 0,0 0-8 16,0 0-10-16,0 0-6 0,0 0-9 0,0 0-46 15,0 0-79-15,0 0-235 0,3-15-464 0,1 10 205 16</inkml:trace>
  <inkml:trace contextRef="#ctx0" brushRef="#br0" timeOffset="-47455.86">25823 9158 235 0,'0'0'243'16,"0"-5"-12"-16,0 5-18 0,-1-4-15 0,1 4-23 15,0 0-20-15,0 0-15 0,0 0-18 0,0 0-17 0,0 0-9 16,0 0-14-16,1 20-6 0,2-5-7 0,-2 4-7 0,0 6-5 16,2 4-7-16,-2 0-8 0,2 6 2 0,1-3-10 15,1 4-3-15,0 10-1 0,-3-12-6 0,2 1-1 16,0-1-3-16,0 0-1 0,0-2-1 0,-2-3-3 15,1-3-3-15,-2 0-1 0,-1-7 3 0,1 0 0 16,1-2-3-16,-2-3 1 16,1-1-2-16,-1-3 0 0,2 2-2 15,-2-5 3-15,2-2-2 0,-2 0-1 0,-2 0 0 16,2-1 3-16,0-4 10 0,0 7 1 0,0-7 1 0,0 5-3 16,0-5-2-16,0 0 0 0,0 5 1 0,0-5-7 15,0 0-18-15,0 0-16 0,0 0-17 16,2 3-24-16,-2-3-63 0,0 0-121 0,0 0-155 15,0 0-435-15,5-14 193 0</inkml:trace>
  <inkml:trace contextRef="#ctx0" brushRef="#br0" timeOffset="-46491.54">27828 9005 59 0,'3'-3'210'16,"-3"-2"6"-16,1 1-6 0,0-1-4 0,2 2-1 15,-3 3-2-15,2-4-3 0,-2 1-7 0,0 3-9 16,2-7-17-16,-2 7-13 0,0 0-14 0,2-2-18 16,-2 2-17-16,1-4-20 0,-1 4-17 0,0 0-8 0,0 0-10 0,-9 10-4 15,2-3-5-15,-2 1-4 0,-6 5-5 0,-6 6-3 16,-2 0-8-16,0 0-17 0,-4 3-34 0,2 0-31 16,-2 2-38-16,3 1-42 15,3-4-63-15,-2 1-215 0,5-3-454 0,4-4 202 0</inkml:trace>
  <inkml:trace contextRef="#ctx0" brushRef="#br0" timeOffset="-46090.34">27727 9477 254 0,'0'0'269'0,"0"0"-20"15,0 0-16 1,0 0-22-16,0 0-21 0,0 0-22 0,0 0-18 0,0 0-10 16,0 0-17-16,0 0-15 0,41-1-15 0,-20-3-37 15,9 4-45-15,3 0-52 0,4 0-69 0,-5 0-241 16,4-3-380-16,0 0 168 0</inkml:trace>
  <inkml:trace contextRef="#ctx0" brushRef="#br0" timeOffset="-45651.8">28812 9348 292 0,'0'0'274'0,"-4"-4"-26"0,4 4-26 0,0 0-24 15,0 0-22-15,0 0-23 0,0 0-19 0,0 0-16 16,0 0-13-16,-5 12-10 0,1-7-10 0,0 5-8 15,-1 0-13-15,0-2-7 0,-4 6-10 0,0 2 2 16,-3 0-19-16,0-1-12 0,-1 0-16 0,0-1-24 16,2 0-21-16,-4-1-26 0,2-2-23 0,0-5-48 15,-4-1-207-15,5-1-375 16,0-1 166-16</inkml:trace>
  <inkml:trace contextRef="#ctx0" brushRef="#br0" timeOffset="-45457.51">28743 9032 230 0,'-4'-10'344'0,"2"-2"-20"0,0 5-19 0,1 1-22 16,-3-1-24-16,2 2-28 0,-1 1-21 0,2-1-24 16,0 0-41-16,1 5-39 0,-2-5-55 0,2 5-22 15,0 0-30-15,0 0-46 0,13 10-56 0,-4-4-115 16,1-1-171-16,3 0-422 0,2 0 186 0</inkml:trace>
  <inkml:trace contextRef="#ctx0" brushRef="#br0" timeOffset="-42214.08">30307 8803 96 0,'0'0'185'15,"6"-4"-10"-15,-4 2-10 0,0-1-5 0,-2 3-4 16,5-4-9-16,-5 0-4 0,0 4-4 0,4-4-8 0,-4 4-3 0,0 0-11 16,2-2-6-16,-2 2-10 0,0 0-14 0,0 0-8 15,2-4-6-15,-2 4-11 0,0 0-7 0,0 0-8 16,0 0-3-16,0 0-7 0,-13 0-3 0,3 4-3 15,-3-2-3-15,0 2-3 0,-7 1-4 0,0 3-3 16,-7 1 0-16,1-1-1 0,2 4-4 0,-3-2-2 16,8-2-5-16,-3 3 3 0,8-4-2 0,-5 3-1 0,5 2-2 15,-1-1-1-15,2 1-3 0,3-1 1 0,2 1-5 0,0 3 7 16,3-6-4-16,1 4 4 0,6 0-1 16,-1-1-2-16,5 4 1 0,5-2 5 0,6 6-6 15,2-3 5-15,5 0-2 0,1 2 0 0,3-2-3 16,-1 0 4-16,1-1-2 0,3-1-3 0,-2 0 2 0,-2 1 0 15,-3 0 1 1,-6-4-2-16,-4 2-4 0,0-5 6 0,-5 1-4 16,1 4-2-16,-2-6-3 0,-3 1-1 0,-5-2 0 15,-1 1 5-15,-4-1-3 0,-12 2 3 0,-1-3 3 16,-8 1-1-16,-6 0-4 0,-3-4 6 0,1 1-4 16,-1-3 2-16,-2 1 0 0,3-2 2 0,0-2-3 15,0 1 2-15,2 1 8 0,4-4 3 0,-2 4 2 16,11-3 4-16,0 3 3 0,3-2 10 0,5 1 10 0,-1 0 8 0,4-2 13 15,1 1 9-15,2 2 5 0,-1-1-6 0,6 1-2 16,-10-1-10-16,10 1-4 0,-4-3-3 0,4 3-7 16,0 0-7-16,0 0-3 0,0 0-1 0,6-5-8 15,-6 5-2-15,6-2-12 0,-6 2-14 0,6-1-15 16,-6 1-16-16,7-4-19 0,-7 4-20 0,7 0-24 16,-1-2-34-16,-1-1-27 15,2 2-45-15,0 1-73 0,2-1-140 0,1 0-451 16,3-3 199-16</inkml:trace>
  <inkml:trace contextRef="#ctx0" brushRef="#br0" timeOffset="-41798.04">30848 9054 36 0,'-7'-1'152'0,"7"1"-13"0,-6 0-1 0,6 0-12 15,0 0-7-15,-8 0-8 0,8 0-2 0,0 0-6 16,0 0 0-16,0 0-6 0,0 0 3 0,-9 0-9 16,9 0-6-16,0 0-7 0,0 0-5 0,0 0-7 15,0 0-5-15,22-4-5 0,-9 3-10 0,5 1-3 16,3 0-5-16,6 0-1 0,1-1-8 0,4 1-2 0,-5-1-13 0,4-1-19 15,-11 2-22-15,3 2-42 0,-4-2-8 0,1 0-43 16,-7-2-177-16,0 1-321 0,-8 1 142 0</inkml:trace>
  <inkml:trace contextRef="#ctx0" brushRef="#br0" timeOffset="-41566.27">30901 9244 111 0,'-4'0'256'0,"4"0"-12"16,-5 5-9-16,5-5-17 0,0 0-18 15,-4 0-22-15,4 0-13 0,0 0-21 0,22-2-15 16,-3 2-16-16,11-3-20 0,3 6-33 0,4-3-33 0,-1 0-51 15,5 0-45-15,9-3-53 0,-16 3-205 0,-1-2-354 16,-1 0 158-16</inkml:trace>
  <inkml:trace contextRef="#ctx0" brushRef="#br0" timeOffset="-38590.19">32053 8797 36 0,'-2'-3'177'0,"0"-5"-10"16,0 4-10-16,1 0-13 0,-3-1-12 0,1 2-8 15,-1-2-16-15,1 1-10 0,-1 2-8 0,-1-1-9 16,1 0-11-16,-2 3-10 15,-2 0 0-15,8 0-7 0,-18 0-8 0,6 5-2 16,-2 0-9-16,-4 2-4 0,2 1-2 0,-3 3-5 16,1 1-1-16,-1 5-3 0,1-2-7 0,0 5 4 15,-1 1-3-15,0-1-2 0,5 1 0 0,1 1 0 16,3-3-3-16,2 0 1 0,1-1-1 0,0-1-1 16,5 2 6-16,1-1 17 0,2-1 8 0,2 1 9 15,4-1 14-15,3-1 12 0,4 0 13 0,3 2 7 0,4-2 3 16,6-4 5-16,1-3 3 0,7-1 1 0,-3-1 1 0,4-5-2 15,-2-1-2-15,3-1 8 0,-2-1-1 0,-5-8 5 16,-3 3 6-16,3-3 7 0,-6-3 8 16,-6 0-25-16,-3-1 2 0,2-8-21 0,4 1 6 15,-13 1-11-15,1-4-7 0,-6 5-19 0,-1-10-8 16,-4 0-4-16,-3-1-16 16,-4 1-10-16,-7 1-20 0,-2 1-21 0,-3 3-29 15,-6-1-31-15,-5 7-37 0,-14-5-47 0,8 11-73 16,-1 3-91-16,-1-1-271 0,2 4-647 0,6-2 287 15</inkml:trace>
  <inkml:trace contextRef="#ctx0" brushRef="#br0" timeOffset="-34566.72">23684 11136 154 0,'0'0'168'15,"3"-2"-5"-15,-3 2-11 0,0 0-11 0,0 0-12 16,2-4-12-16,-2 4-8 0,0 0-12 0,0 0-7 0,0 0-8 15,0 0-12-15,0 0-5 0,0 0-3 0,0 0-11 0,-24 4-6 16,11-2-6-16,-5 4-2 0,-1-1-6 0,0 3-6 16,-8 1-1-16,0 5-3 0,2-5 0 0,-2 4-7 15,0 1 1-15,0-2-3 0,3 1-1 0,7-4-2 16,2 3-4-16,-2-3 1 0,5 4-2 0,5-3-2 16,-4-1-2-16,3 1 4 0,4 0 0 0,2 1 2 15,0 1-6-15,2-2 3 16,4 5-3-16,6 1 4 0,-1 0-1 0,6-2 5 15,6 2 0-15,-6-3 1 0,7 5 1 0,1-2 1 16,-5-4-2-16,4 5-4 0,-6-6 3 0,-3 1-2 16,0 1 3-16,-1-1-4 0,-5-3 2 0,1 0-2 0,-4-2 3 15,-1 2 2-15,1 0 4 0,-4-3 5 0,-5 4 2 16,1-3-2-16,-7-2 0 0,-3 4 1 0,-5 0-5 16,1-1 0-16,-4-3-1 0,-5 0 0 0,-1 0-1 0,-3-4-1 15,5 1-4-15,-1-3 6 0,-1 0-22 0,8 0-17 16,0-2-25-16,0-2-18 0,3 0-34 0,-1-2-52 15,5-3-167-15,4 1-347 0,3 0 153 0</inkml:trace>
  <inkml:trace contextRef="#ctx0" brushRef="#br0" timeOffset="-34165.97">23855 10819 188 0,'0'-2'293'0,"4"-3"-18"0,1 3-20 0,-2-3-19 16,3 3-30-16,2 0-19 0,0-1-20 0,3 3-16 15,0-1-18-15,1 1-17 0,0 4-6 0,0 0-16 0,-1 1-14 16,-1 0-6-16,-1 4-8 0,0 1-10 0,-2-1-8 0,2 8-4 16,-4-2-9-16,-1 2 1 0,-4 1-6 0,-4 1-6 15,0 0 0-15,-4 5-2 0,1-4-1 0,-3-2-2 16,1 0-5-16,-1-3 3 0,2-1-6 0,0-4 7 16,0-1-7-16,4-1-1 0,-1-2-1 0,1 0 0 15,0-2 0-15,1 1 1 16,2-3-3-16,0 3 3 0,1-5 3 15,5 3-3-15,3-1-5 0,6-2-14 0,5 0-29 16,1 1-25-16,12-1-32 0,-4 1-49 0,0-1-41 0,3 0-252 16,-3 0-473-16,-1 0 210 0</inkml:trace>
  <inkml:trace contextRef="#ctx0" brushRef="#br0" timeOffset="-33896.56">24172 11385 66 0,'-4'4'207'15,"4"-4"-2"-15,-6 1-3 0,6-1-4 0,-4 2-9 16,4-2-14-16,0 0-18 0,0 0-16 0,0 0-12 15,0 0-12-15,0 0-11 0,19 1-8 0,-1-4-10 16,5 3-12-16,9-1-6 0,1-3-11 0,3 4-11 16,3 0-31-16,-1-2-36 0,-1-1-47 0,0 2-34 0,0-3-52 0,-4-3-184 15,4 3-363-15,-6 1 162 0</inkml:trace>
  <inkml:trace contextRef="#ctx0" brushRef="#br0" timeOffset="-33332.93">24913 11119 28 0,'0'0'261'0,"0"0"-21"0,0-5-18 16,0 5-27-16,0 0-14 0,0-4-21 0,0 4-21 15,0 0-18-15,0 0-10 0,0 0-15 0,0 0-12 16,0 0-5-16,0 0-12 0,0 0-8 16,0 13-3-16,-4-4-8 0,0 2-5 0,-2-1-3 0,1 5-7 15,-3 0-2-15,-2 2-8 0,3 0 5 0,-2-1-8 16,1-1 1-16,0 2-3 0,1-2-3 0,0-1 1 16,2-2-2-16,3 0-5 0,0-1 1 0,0-3-1 0,2 2 5 0,0-2-8 15,1 1 8-15,3-4-1 0,2 5-1 0,3-4 3 16,3 1-4-16,3 1-1 0,5-3-3 0,2 0-7 15,-4-2-11-15,5 1-13 0,-5-2-20 16,5-2-20-16,-3 0-25 0,1 0-5 0,-3-1-19 0,0-2 5 16,-5 1-2-16,-1-1-6 0,-2 0 13 0,-1-2 7 15,0 0 15 1,-5 1 6-16,1-3 45 0,-1 2 39 0,0 0 13 16,-3-2 18-16,2 5 16 0,-2-4 17 0,0 2 15 15,2-2 5-15,-3 2 3 0,1-1 5 0,-1 2 15 0,0-1-2 16,0 4 1-16,5-6-1 0,-5 6-9 15,-1-5-8-15,1 5-9 0,0 0-12 0,1-3-9 16,-1 3-7-16,3-3-9 0,-3 3-10 0,0 0-10 16,0 0-7-16,0 0-5 0,0 0-3 0,-3 14-3 0,-2-4-1 0,1 3-2 15,2 3-1-15,-5 5 8 0,2 5-12 0,-4 0 3 16,3 4-3-16,-2-2 2 0,3 0-2 0,1 0-20 16,-1-1-21-16,0-4-25 0,3 4-26 0,0-9-35 15,0 0-28-15,2 0-80 0,-1-5-191 0,2-2-456 16,0-5 203-16</inkml:trace>
  <inkml:trace contextRef="#ctx0" brushRef="#br0" timeOffset="-32026.14">25561 11122 30 0,'2'-3'205'0,"0"-1"-13"0,-2 4-13 0,0-5-16 16,0 5-15-16,1-5-13 0,-1 5-13 0,0 0-21 15,4 0-8-15,-4 0-14 0,0 0-10 0,4 9-6 16,-4-1-4-16,0 2-3 0,0 2-10 0,0 5-4 15,-1 1-3-15,-2 3-5 0,3-3-2 0,-5 7-8 16,3 1 3-16,-4 0-3 0,5-7-5 0,-3 7-2 16,4-7 1-16,-4 1-3 0,4-3 2 0,-1 0-2 0,-4-1-7 0,5-5-1 15,0-3 2-15,-2 2-1 0,2-3 3 0,0-1-3 16,-2-2 3-16,2 0 33 0,0-4 32 0,0 6 25 16,0-2 27-16,0-4 27 0,0 4 18 0,0-4 21 15,0 0-9-15,0 0-23 0,0 0 8 0,0-15-48 16,2 8-18-16,0-3-1 0,-1 0-15 0,3-2-19 15,-1-5-5-15,0 2-19 16,0-3-5-16,2-3-5 0,0 3-23 16,2-8 4-16,-1 0-7 0,-1 0-3 0,0 2 5 0,4 1-6 15,-5 2-1-15,1 2-1 0,3 2 0 0,-3 0-2 16,0 0 4-16,2 2-2 0,-3 3-4 0,3 3-2 16,-2 0 3-16,3-1-4 0,0 2 8 0,3 1-13 15,-1 1 4-15,3-2 0 0,-2 5-3 0,2 0-7 16,-1 1-11-16,-1 1-11 0,0 1-8 0,1 1-18 0,-1 1-3 15,1 1 3-15,-3 1-7 0,-4 5 0 0,4-1 2 16,-4 3 5-16,-2 0 6 0,-2 1 0 0,-5 5 12 0,-1-1-2 16,-1 0 9-16,-6 1-1 0,1-2 8 0,-6 3 3 15,-2 0 0-15,4-2 5 0,-2-5 3 0,3 0 1 16,0 0 8-16,4-3-7 0,1 0 2 0,0-3 1 16,3 0 1-16,-1-1 3 0,5 1-2 0,-5-3 1 0,4 1 6 15,1 1-3-15,-2 2 2 0,3-3 2 0,1 1-1 16,1 1 0-16,3 1 5 0,2 4 2 0,1-5-2 0,3 5-1 15,3-2 3-15,2 3-1 0,3 1-1 0,5-1 3 16,0 1 1-16,-4-2-18 0,4-1-17 0,-5-1-36 16,1-2-36-16,2 2-46 0,-3-2-62 0,-1 0-202 15,-5-5-449 1,0 1 198-16</inkml:trace>
  <inkml:trace contextRef="#ctx0" brushRef="#br0" timeOffset="-31679.09">26020 11128 207 0,'-4'-2'248'0,"4"2"-14"0,-4-3-15 16,4 3-12-16,-4-1-19 0,4 1-17 0,0 0-10 15,0 0-16-15,0 0-9 16,0 0-11-16,0 0-20 0,0 0-10 0,13-7-11 16,1 6-5-16,4-3-11 0,4 4-5 0,9-3 2 15,1 1-12-15,3-1-1 0,15 1 3 0,1-1 3 16,3 2-1-16,-15-2-7 0,-1 0-4 0,-3 2-4 16,0 0-3-16,-6-2-8 0,-7 2-2 0,-4 1-2 15,-3-1 0-15,-4-1-4 0,0 1 3 0,-5 0-12 16,-1 0-8-16,-5 1-12 0,9 0-16 0,-5-2-10 0,-4 2-7 15,0 0-8-15,0 0-16 0,0 0-14 0,-22 4-12 16,11-1-12-16,-2 0-24 0,-3 1-29 0,3-1-22 0,-4 0-208 16,-1-1-416-16,4 1 184 0</inkml:trace>
  <inkml:trace contextRef="#ctx0" brushRef="#br0" timeOffset="-31425.85">26323 11172 162 0,'0'0'188'0,"0"0"-20"0,0 0-18 16,-1 6-18-16,1-6-10 0,0 5-17 0,0 2-12 16,0 3-5-16,-2 0-7 0,2 3-13 0,-1 3-1 15,0 2-3 1,-1 4-12-16,1-3-4 0,0 6-3 0,-3-1-3 16,3-3-8-16,-1 4 2 0,1-5-6 0,1-1 5 0,0 0-12 15,3-2 5-15,-3 1-2 0,1-2-4 0,2-1 1 16,-1-6-1-16,-1 1-3 0,-1 1 0 15,3 0 6-15,-2-5-17 0,1-1-13 0,-1-1-10 16,-1 3-10-16,1-5-23 0,2 2-43 0,-3-4-61 0,8 0-130 16,-8 0-305-16,11-2 136 0</inkml:trace>
  <inkml:trace contextRef="#ctx0" brushRef="#br0" timeOffset="-30892.08">27359 11372 70 0,'0'0'298'15,"0"0"-6"-15,-5-3-12 0,5 3-12 0,0 0-10 16,-4-2-15-16,4 2-21 0,0 0-18 0,0 0-25 15,0 0-15-15,0 0-20 0,19-3-16 0,-6 0-28 16,6 2-17-16,3 0-19 0,8 1-29 0,3-2-34 0,-3 0-36 16,3 1-34-16,-1 1-36 0,-5 0-37 0,0 0-40 0,-5 0-66 15,-4 1-128-15,-4-1-406 0,-2 4 179 0</inkml:trace>
  <inkml:trace contextRef="#ctx0" brushRef="#br0" timeOffset="-30729.6">27543 11448 43 0,'-4'3'151'0,"4"-3"0"0,-5 3-4 16,5-3 1-16,-1 3 10 0,1-3 5 0,9 4-6 15,2-3-12-15,7 1-13 0,10 2-16 0,2-4-13 16,4 3-11-16,2-2-40 0,2 1-45 0,1-1-55 16,14-3-67-16,-16 1-152 0,2 2-290 0,0-2 128 15</inkml:trace>
  <inkml:trace contextRef="#ctx0" brushRef="#br0" timeOffset="-30444.12">28284 11386 105 0,'0'0'226'0,"-4"-2"-2"0,4 2-11 0,0 0-10 0,0 0-15 16,0 0-10-16,0 0-11 0,0 0-10 0,0 0-14 0,0 0-10 0,12-4-15 16,-3 3-14-16,5 1-16 0,-1-3-13 0,16-1-7 15,1 4-3-15,5 0-10 0,0-1-7 0,16 2-3 16,-15-2-18-16,4 1-31 0,0 1-41 0,-4-2-42 15,-3-2-48-15,-1 2-70 0,-4-2-154 0,0-1-390 16,-10 1 173-16</inkml:trace>
  <inkml:trace contextRef="#ctx0" brushRef="#br0" timeOffset="-29840.93">29331 11047 66 0,'0'0'292'0,"-1"-5"-25"15,1 5-18-15,0-5-23 0,0 5-24 0,1-4-23 16,-1 4-15-16,0 0-23 0,0 0-21 0,0 0-13 0,0 0-15 16,0 0-7-16,0 0-13 0,0 0-6 0,-10 18-2 15,3-8-11-15,1 0-8 0,-2 5-2 0,-1 0-4 16,3-1-7-16,-2-1-4 15,3 3 0-15,-3-2-5 0,3-3 2 0,1 3-6 16,-1-1 1-16,2-3-5 0,1 1-3 0,-2-3 1 16,4-2 2-16,-1 2-2 0,1-1 0 0,1-1 1 15,2-1-2-15,0 1 6 0,1-1-2 0,4 0-1 16,4 2 1-16,4-1-2 0,4 2-2 0,1-4-1 16,0 4 0-16,5-2-22 0,-4 0-24 0,-1-2-29 15,0-2-39-15,7-1-37 0,-1-2-45 0,-9 1-221 16,1-1-438-16,-2-1 194 0</inkml:trace>
  <inkml:trace contextRef="#ctx0" brushRef="#br0" timeOffset="-29635.03">29616 11210 118 0,'0'-6'270'0,"1"-1"-6"0,-1 4 1 0,1-1-2 16,1-1-15-16,-2 0-17 0,0 5-10 0,1-2-32 16,-1 2-21-16,0-6-23 0,0 6-16 0,0 0-19 15,1-3-21-15,-1 3-10 0,0 0-15 0,0 0-5 16,-1 17-9-16,-2-6 2 0,1 1-12 0,0 5-3 0,-4-1-3 0,4 2-7 15,-1 7-5-15,2-6-1 0,1 6-4 0,0-7-8 16,1 10 1-16,2-10-18 0,1 2-32 16,0 6-35-16,-1-8-44 0,1 5-41 0,0-2-69 0,2-4-205 15,-1-4-469 1,3-2 207-16</inkml:trace>
  <inkml:trace contextRef="#ctx0" brushRef="#br0" timeOffset="-29057.31">30425 10963 112 0,'4'-3'313'0,"0"0"-16"0,-1 1-19 0,-3 2-23 16,3-3-25-16,0 2-26 0,-3 1-22 0,0 0-20 16,3-4-20-16,-3 4-37 0,0 0-18 0,0 0-9 15,-8 10-7-15,0-2-5 0,-4 4-6 0,-2 3-9 0,-9 4-5 16,-4 0-5-16,-2 3-3 0,-1 2-2 15,-8 7-4-15,9-10-4 0,2 2-4 0,0-3-6 16,4 1 2-16,-3-3-2 0,8 1 0 0,3-5-5 0,2-2-3 0,4-3 3 16,-2-1-4-16,3 1 0 0,3-4 1 0,1 1 5 15,2 0-6-15,-2-1 2 0,3-1-3 0,-1 1 4 16,4 1-1-16,0-1-1 0,2 1 0 0,2 4-1 16,3-2-4-16,-1 2 3 0,9 1-1 0,-2 4 0 15,5 2 1-15,3 1-1 0,-6-5-2 0,5 7-3 16,1-3 0-16,0 5 1 0,-3-3 8 0,-3-5-5 0,-2 1-8 0,0-1 6 15,-2-2-3 1,1 0-2-16,-7-3 3 0,3-2 0 0,-4-1 1 0,2-1-2 0,-3-1 8 16,-1 0-7-16,0-1 13 0,-2-2 18 0,-2 2 11 15,0-3 7-15,4 3 13 0,1-1 14 0,-5-2-3 16,1 3 6-16,-1-3-6 0,4 2-5 0,-4-2-4 16,0 0-1-16,0 0-15 0,0 0 2 15,0 0-1-15,7 1-12 0,-7-1-6 16,0 0 1-16,0 0-13 0,0 0-37 0,0 0-38 0,0 0-32 15,11-4-29-15,-11 4-31 0,12-1-40 16,-6 0-50-16,1-1-68 0,0-1-216 0,3-1-563 16,-1-1 249-16</inkml:trace>
  <inkml:trace contextRef="#ctx0" brushRef="#br0" timeOffset="-28453.14">31361 10981 19 0,'-2'-4'141'0,"-2"1"-18"0,1-3-5 0,-1 2-18 16,1 0-3-16,-4 1 2 0,4-1-13 0,-3 1-11 15,1 0-5-15,0-1-5 0,-1 1-4 0,-2 1-13 16,2-1 4-16,-3-1 1 0,-1 2-1 0,-1 1-5 0,5-1-9 0,-2 2 10 15,-3 0-12-15,3 2-6 0,-4 0 9 0,1 3-2 16,-2 0-17-16,-3 3-3 0,2 1 4 16,-2 6-3-16,-4 2 5 0,1 0-5 0,1 5-6 15,1-3 0-15,-1 5-4 0,4 1-1 0,-1 1 2 0,3-2-2 16,3 3 6-16,-1-3 23 0,3 5-5 0,5-3-1 16,1-1 3-1,1 2 10-15,3-2 10 0,3-1 14 0,4-1 8 16,0 3 6-16,2-2 15 0,3-2 6 0,3-1 0 15,-4-5 11-15,3 2 13 0,5-1 11 0,-5-4 20 0,1-3 5 16,9-2 4-16,-6-1 4 0,8-5 7 0,-1 0-18 16,3-4-2-16,-2 0 6 0,3-6 0 0,1 1-5 15,-1-3-1-15,-4-3-3 0,0-3-14 0,2-1-15 16,-3 1-13-16,1-8-10 0,-4-1-16 0,2 0 17 0,-3-5-16 16,-3 2-21-16,-7 0-30 0,-7-3-27 0,-2-1-36 15,-8 1-30-15,-6 0-53 0,-9 1-47 0,-25-7-57 16,-13 7-52-16,-38-3-93 0,-4 2-386 0,4 7-805 15,3 1 357-15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1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1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1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7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7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1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4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0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1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3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38EBF-5344-4974-A325-2FBE25B4476C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9910B-2B72-4E18-A48F-8EB824CC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7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33840" y="529920"/>
              <a:ext cx="6456240" cy="426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4480" y="520560"/>
                <a:ext cx="647496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919440" y="1112760"/>
              <a:ext cx="10919520" cy="50220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0080" y="1103400"/>
                <a:ext cx="10938240" cy="504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39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66640" y="559800"/>
              <a:ext cx="9345600" cy="5053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280" y="550440"/>
                <a:ext cx="9364320" cy="5072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A01AE6D-0ECE-BB7B-323A-BCF38DE0639D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9742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06080" y="380160"/>
              <a:ext cx="11574000" cy="5356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720" y="370800"/>
                <a:ext cx="11592720" cy="537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097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87880" y="411840"/>
              <a:ext cx="11278800" cy="5423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520" y="402480"/>
                <a:ext cx="11297520" cy="54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808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7320" y="413640"/>
              <a:ext cx="11340720" cy="5991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960" y="404280"/>
                <a:ext cx="11359440" cy="601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59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1560" y="356760"/>
              <a:ext cx="11372040" cy="5547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200" y="347400"/>
                <a:ext cx="11390760" cy="5566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E12F7A4-49F9-2B4D-F49C-30FD08BB5AB3}"/>
              </a:ext>
            </a:extLst>
          </p:cNvPr>
          <p:cNvSpPr txBox="1"/>
          <p:nvPr/>
        </p:nvSpPr>
        <p:spPr>
          <a:xfrm>
            <a:off x="4724400" y="322538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43361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87960" y="523080"/>
              <a:ext cx="8547120" cy="5594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8600" y="513720"/>
                <a:ext cx="8565840" cy="561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061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29100" y="1069680"/>
              <a:ext cx="9170280" cy="4336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740" y="1060320"/>
                <a:ext cx="9189000" cy="435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051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52120" y="511847"/>
              <a:ext cx="10195920" cy="5245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760" y="502487"/>
                <a:ext cx="10214640" cy="526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168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85810" y="267663"/>
              <a:ext cx="10445040" cy="5811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450" y="258303"/>
                <a:ext cx="10463760" cy="583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7183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37360" y="601200"/>
              <a:ext cx="10998720" cy="5504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000" y="591840"/>
                <a:ext cx="11017440" cy="552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538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06960" y="472320"/>
              <a:ext cx="11338920" cy="5886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600" y="462960"/>
                <a:ext cx="11357640" cy="59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708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72200" y="721800"/>
              <a:ext cx="9577800" cy="3211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2840" y="712440"/>
                <a:ext cx="9596520" cy="32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292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86200" y="676440"/>
              <a:ext cx="10772280" cy="4306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6840" y="667080"/>
                <a:ext cx="10791000" cy="432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6939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54200" y="460440"/>
              <a:ext cx="10618920" cy="5699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4840" y="451080"/>
                <a:ext cx="10637640" cy="571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8247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22200" y="609480"/>
              <a:ext cx="10716840" cy="3915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2840" y="600120"/>
                <a:ext cx="10735560" cy="393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378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12880" y="424800"/>
              <a:ext cx="10829880" cy="5084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520" y="415440"/>
                <a:ext cx="10848600" cy="510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1473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196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19600" y="287280"/>
              <a:ext cx="11400120" cy="5892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240" y="277920"/>
                <a:ext cx="11418840" cy="591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1469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30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88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51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00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43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2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70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92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01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20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25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8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59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87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671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34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63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171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50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96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11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2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68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927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034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152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62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7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1" ma:contentTypeDescription="Create a new document." ma:contentTypeScope="" ma:versionID="a8e7aab3381df189fe4e247d562d02a3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893f4986d678e99243d564b991aab52b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C8C98A-2E82-4EF2-8702-1E9ACC239B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CB3473-06CC-47A9-B561-E1563233D3F1}">
  <ds:schemaRefs>
    <ds:schemaRef ds:uri="http://schemas.microsoft.com/office/2006/metadata/properties"/>
    <ds:schemaRef ds:uri="http://schemas.microsoft.com/office/infopath/2007/PartnerControls"/>
    <ds:schemaRef ds:uri="b4284549-3b77-42f0-9bd8-21963f31e472"/>
    <ds:schemaRef ds:uri="96e9f518-c301-41c8-a9ae-26c5061bc2d5"/>
  </ds:schemaRefs>
</ds:datastoreItem>
</file>

<file path=customXml/itemProps3.xml><?xml version="1.0" encoding="utf-8"?>
<ds:datastoreItem xmlns:ds="http://schemas.openxmlformats.org/officeDocument/2006/customXml" ds:itemID="{424D8000-21BB-4E5F-9F6F-006498137705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revision>4</cp:revision>
  <dcterms:created xsi:type="dcterms:W3CDTF">2022-05-30T03:32:37Z</dcterms:created>
  <dcterms:modified xsi:type="dcterms:W3CDTF">2022-07-17T09:23:43Z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