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260" r:id="rId51"/>
    <p:sldId id="261" r:id="rId52"/>
    <p:sldId id="262" r:id="rId53"/>
    <p:sldId id="263" r:id="rId54"/>
    <p:sldId id="264" r:id="rId55"/>
    <p:sldId id="265" r:id="rId56"/>
    <p:sldId id="266" r:id="rId57"/>
    <p:sldId id="267" r:id="rId58"/>
    <p:sldId id="268" r:id="rId59"/>
    <p:sldId id="269" r:id="rId60"/>
    <p:sldId id="270" r:id="rId61"/>
    <p:sldId id="272" r:id="rId62"/>
    <p:sldId id="271" r:id="rId63"/>
    <p:sldId id="273" r:id="rId64"/>
    <p:sldId id="274" r:id="rId65"/>
    <p:sldId id="275" r:id="rId66"/>
    <p:sldId id="276" r:id="rId67"/>
    <p:sldId id="277" r:id="rId68"/>
    <p:sldId id="278" r:id="rId69"/>
    <p:sldId id="279" r:id="rId70"/>
    <p:sldId id="280" r:id="rId71"/>
    <p:sldId id="281" r:id="rId72"/>
    <p:sldId id="282" r:id="rId73"/>
    <p:sldId id="283" r:id="rId74"/>
    <p:sldId id="284" r:id="rId75"/>
    <p:sldId id="285" r:id="rId76"/>
    <p:sldId id="286" r:id="rId77"/>
    <p:sldId id="287" r:id="rId78"/>
    <p:sldId id="288" r:id="rId79"/>
    <p:sldId id="289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22001-ACFE-4EE0-A1BE-72E339573AA1}" v="4" dt="2022-05-06T04:33:49.135"/>
    <p1510:client id="{1E19862D-F2DA-4A6A-AADD-A4083C3A93CB}" v="45" dt="2022-07-16T17:47:33.771"/>
    <p1510:client id="{391EC7E3-4919-4855-8A15-B18B751AB42B}" v="19" dt="2022-05-04T06:06:24.942"/>
    <p1510:client id="{3E95665F-5499-4420-A13D-980905CFCFE9}" v="1" dt="2022-05-08T15:20:58.015"/>
    <p1510:client id="{9690D3F2-1747-45F5-8E46-C0F1CAFA5076}" v="1" dt="2022-05-08T11:13:54.692"/>
    <p1510:client id="{A13643D9-A4FC-4329-AFDE-546709D57F45}" v="1" dt="2022-05-08T15:07:33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ENDRA AGARWAL(BTECH10307.21@bitmesra.ac.in)" userId="S::btech10307.21@bitmesra.ac.in::8b878f5a-8ef0-46dc-8d3f-2f07f155ffa2" providerId="AD" clId="Web-{A13643D9-A4FC-4329-AFDE-546709D57F45}"/>
    <pc:docChg chg="sldOrd">
      <pc:chgData name="GAJENDRA AGARWAL(BTECH10307.21@bitmesra.ac.in)" userId="S::btech10307.21@bitmesra.ac.in::8b878f5a-8ef0-46dc-8d3f-2f07f155ffa2" providerId="AD" clId="Web-{A13643D9-A4FC-4329-AFDE-546709D57F45}" dt="2022-05-08T15:07:33.331" v="0"/>
      <pc:docMkLst>
        <pc:docMk/>
      </pc:docMkLst>
      <pc:sldChg chg="ord">
        <pc:chgData name="GAJENDRA AGARWAL(BTECH10307.21@bitmesra.ac.in)" userId="S::btech10307.21@bitmesra.ac.in::8b878f5a-8ef0-46dc-8d3f-2f07f155ffa2" providerId="AD" clId="Web-{A13643D9-A4FC-4329-AFDE-546709D57F45}" dt="2022-05-08T15:07:33.331" v="0"/>
        <pc:sldMkLst>
          <pc:docMk/>
          <pc:sldMk cId="955978661" sldId="272"/>
        </pc:sldMkLst>
      </pc:sldChg>
    </pc:docChg>
  </pc:docChgLst>
  <pc:docChgLst>
    <pc:chgData name="ABHESHEK KUMAR SINGH(BTECH10120.21@bitmesra.ac.in)" userId="S::btech10120.21@bitmesra.ac.in::166a3f96-6dba-4602-ab84-0fac51711ae1" providerId="AD" clId="Web-{391EC7E3-4919-4855-8A15-B18B751AB42B}"/>
    <pc:docChg chg="modSld">
      <pc:chgData name="ABHESHEK KUMAR SINGH(BTECH10120.21@bitmesra.ac.in)" userId="S::btech10120.21@bitmesra.ac.in::166a3f96-6dba-4602-ab84-0fac51711ae1" providerId="AD" clId="Web-{391EC7E3-4919-4855-8A15-B18B751AB42B}" dt="2022-05-04T06:06:24.942" v="18"/>
      <pc:docMkLst>
        <pc:docMk/>
      </pc:docMkLst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567" v="9"/>
        <pc:sldMkLst>
          <pc:docMk/>
          <pc:sldMk cId="2914834310" sldId="256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567" v="9"/>
          <ac:spMkLst>
            <pc:docMk/>
            <pc:sldMk cId="2914834310" sldId="25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567" v="9"/>
          <ac:spMkLst>
            <pc:docMk/>
            <pc:sldMk cId="2914834310" sldId="256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505" v="8"/>
        <pc:sldMkLst>
          <pc:docMk/>
          <pc:sldMk cId="127067540" sldId="257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505" v="8"/>
          <ac:spMkLst>
            <pc:docMk/>
            <pc:sldMk cId="127067540" sldId="257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505" v="8"/>
          <ac:spMkLst>
            <pc:docMk/>
            <pc:sldMk cId="127067540" sldId="257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458" v="7"/>
        <pc:sldMkLst>
          <pc:docMk/>
          <pc:sldMk cId="1710853048" sldId="259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458" v="7"/>
          <ac:spMkLst>
            <pc:docMk/>
            <pc:sldMk cId="1710853048" sldId="259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458" v="7"/>
          <ac:spMkLst>
            <pc:docMk/>
            <pc:sldMk cId="1710853048" sldId="259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427" v="6"/>
        <pc:sldMkLst>
          <pc:docMk/>
          <pc:sldMk cId="441330244" sldId="260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427" v="6"/>
          <ac:spMkLst>
            <pc:docMk/>
            <pc:sldMk cId="441330244" sldId="260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427" v="6"/>
          <ac:spMkLst>
            <pc:docMk/>
            <pc:sldMk cId="441330244" sldId="260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395" v="5"/>
        <pc:sldMkLst>
          <pc:docMk/>
          <pc:sldMk cId="624209301" sldId="261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395" v="5"/>
          <ac:spMkLst>
            <pc:docMk/>
            <pc:sldMk cId="624209301" sldId="261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395" v="5"/>
          <ac:spMkLst>
            <pc:docMk/>
            <pc:sldMk cId="624209301" sldId="261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317" v="4"/>
        <pc:sldMkLst>
          <pc:docMk/>
          <pc:sldMk cId="1335266375" sldId="262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317" v="4"/>
          <ac:spMkLst>
            <pc:docMk/>
            <pc:sldMk cId="1335266375" sldId="262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317" v="4"/>
          <ac:spMkLst>
            <pc:docMk/>
            <pc:sldMk cId="1335266375" sldId="262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286" v="3"/>
        <pc:sldMkLst>
          <pc:docMk/>
          <pc:sldMk cId="2016777304" sldId="263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286" v="3"/>
          <ac:spMkLst>
            <pc:docMk/>
            <pc:sldMk cId="2016777304" sldId="263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286" v="3"/>
          <ac:spMkLst>
            <pc:docMk/>
            <pc:sldMk cId="2016777304" sldId="263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239" v="2"/>
        <pc:sldMkLst>
          <pc:docMk/>
          <pc:sldMk cId="435183448" sldId="264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239" v="2"/>
          <ac:spMkLst>
            <pc:docMk/>
            <pc:sldMk cId="435183448" sldId="264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239" v="2"/>
          <ac:spMkLst>
            <pc:docMk/>
            <pc:sldMk cId="435183448" sldId="264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192" v="1"/>
        <pc:sldMkLst>
          <pc:docMk/>
          <pc:sldMk cId="1355813913" sldId="265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192" v="1"/>
          <ac:spMkLst>
            <pc:docMk/>
            <pc:sldMk cId="1355813913" sldId="265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192" v="1"/>
          <ac:spMkLst>
            <pc:docMk/>
            <pc:sldMk cId="1355813913" sldId="265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161" v="0"/>
        <pc:sldMkLst>
          <pc:docMk/>
          <pc:sldMk cId="3169357004" sldId="266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161" v="0"/>
          <ac:spMkLst>
            <pc:docMk/>
            <pc:sldMk cId="3169357004" sldId="26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161" v="0"/>
          <ac:spMkLst>
            <pc:docMk/>
            <pc:sldMk cId="3169357004" sldId="266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614" v="10"/>
        <pc:sldMkLst>
          <pc:docMk/>
          <pc:sldMk cId="4222390138" sldId="267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614" v="10"/>
          <ac:spMkLst>
            <pc:docMk/>
            <pc:sldMk cId="4222390138" sldId="267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614" v="10"/>
          <ac:spMkLst>
            <pc:docMk/>
            <pc:sldMk cId="4222390138" sldId="267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661" v="11"/>
        <pc:sldMkLst>
          <pc:docMk/>
          <pc:sldMk cId="2493014176" sldId="268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661" v="11"/>
          <ac:spMkLst>
            <pc:docMk/>
            <pc:sldMk cId="2493014176" sldId="268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661" v="11"/>
          <ac:spMkLst>
            <pc:docMk/>
            <pc:sldMk cId="2493014176" sldId="268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708" v="12"/>
        <pc:sldMkLst>
          <pc:docMk/>
          <pc:sldMk cId="2186121692" sldId="269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708" v="12"/>
          <ac:spMkLst>
            <pc:docMk/>
            <pc:sldMk cId="2186121692" sldId="269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708" v="12"/>
          <ac:spMkLst>
            <pc:docMk/>
            <pc:sldMk cId="2186121692" sldId="269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724" v="13"/>
        <pc:sldMkLst>
          <pc:docMk/>
          <pc:sldMk cId="3722589381" sldId="270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724" v="13"/>
          <ac:spMkLst>
            <pc:docMk/>
            <pc:sldMk cId="3722589381" sldId="270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724" v="13"/>
          <ac:spMkLst>
            <pc:docMk/>
            <pc:sldMk cId="3722589381" sldId="270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786" v="14"/>
        <pc:sldMkLst>
          <pc:docMk/>
          <pc:sldMk cId="3274414360" sldId="271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786" v="14"/>
          <ac:spMkLst>
            <pc:docMk/>
            <pc:sldMk cId="3274414360" sldId="271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786" v="14"/>
          <ac:spMkLst>
            <pc:docMk/>
            <pc:sldMk cId="3274414360" sldId="271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833" v="15"/>
        <pc:sldMkLst>
          <pc:docMk/>
          <pc:sldMk cId="955978661" sldId="272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833" v="15"/>
          <ac:spMkLst>
            <pc:docMk/>
            <pc:sldMk cId="955978661" sldId="272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833" v="15"/>
          <ac:spMkLst>
            <pc:docMk/>
            <pc:sldMk cId="955978661" sldId="272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880" v="16"/>
        <pc:sldMkLst>
          <pc:docMk/>
          <pc:sldMk cId="1301560513" sldId="273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880" v="16"/>
          <ac:spMkLst>
            <pc:docMk/>
            <pc:sldMk cId="1301560513" sldId="273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880" v="16"/>
          <ac:spMkLst>
            <pc:docMk/>
            <pc:sldMk cId="1301560513" sldId="273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911" v="17"/>
        <pc:sldMkLst>
          <pc:docMk/>
          <pc:sldMk cId="2178050924" sldId="274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911" v="17"/>
          <ac:spMkLst>
            <pc:docMk/>
            <pc:sldMk cId="2178050924" sldId="274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911" v="17"/>
          <ac:spMkLst>
            <pc:docMk/>
            <pc:sldMk cId="2178050924" sldId="274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391EC7E3-4919-4855-8A15-B18B751AB42B}" dt="2022-05-04T06:06:24.942" v="18"/>
        <pc:sldMkLst>
          <pc:docMk/>
          <pc:sldMk cId="1628169708" sldId="275"/>
        </pc:sldMkLst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942" v="18"/>
          <ac:spMkLst>
            <pc:docMk/>
            <pc:sldMk cId="1628169708" sldId="275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391EC7E3-4919-4855-8A15-B18B751AB42B}" dt="2022-05-04T06:06:24.942" v="18"/>
          <ac:spMkLst>
            <pc:docMk/>
            <pc:sldMk cId="1628169708" sldId="275"/>
            <ac:spMk id="3" creationId="{00000000-0000-0000-0000-000000000000}"/>
          </ac:spMkLst>
        </pc:spChg>
      </pc:sldChg>
    </pc:docChg>
  </pc:docChgLst>
  <pc:docChgLst>
    <pc:chgData name="SOUNAK BANERJEE(BTECH10083.21@bitmesra.ac.in)" userId="S::btech10083.21@bitmesra.ac.in::7a132670-bcad-4953-9df8-37ec69aacd25" providerId="AD" clId="Web-{9690D3F2-1747-45F5-8E46-C0F1CAFA5076}"/>
    <pc:docChg chg="modSld">
      <pc:chgData name="SOUNAK BANERJEE(BTECH10083.21@bitmesra.ac.in)" userId="S::btech10083.21@bitmesra.ac.in::7a132670-bcad-4953-9df8-37ec69aacd25" providerId="AD" clId="Web-{9690D3F2-1747-45F5-8E46-C0F1CAFA5076}" dt="2022-05-08T11:13:54.692" v="0" actId="1076"/>
      <pc:docMkLst>
        <pc:docMk/>
      </pc:docMkLst>
      <pc:sldChg chg="modSp">
        <pc:chgData name="SOUNAK BANERJEE(BTECH10083.21@bitmesra.ac.in)" userId="S::btech10083.21@bitmesra.ac.in::7a132670-bcad-4953-9df8-37ec69aacd25" providerId="AD" clId="Web-{9690D3F2-1747-45F5-8E46-C0F1CAFA5076}" dt="2022-05-08T11:13:54.692" v="0" actId="1076"/>
        <pc:sldMkLst>
          <pc:docMk/>
          <pc:sldMk cId="3722589381" sldId="270"/>
        </pc:sldMkLst>
        <pc:inkChg chg="mod">
          <ac:chgData name="SOUNAK BANERJEE(BTECH10083.21@bitmesra.ac.in)" userId="S::btech10083.21@bitmesra.ac.in::7a132670-bcad-4953-9df8-37ec69aacd25" providerId="AD" clId="Web-{9690D3F2-1747-45F5-8E46-C0F1CAFA5076}" dt="2022-05-08T11:13:54.692" v="0" actId="1076"/>
          <ac:inkMkLst>
            <pc:docMk/>
            <pc:sldMk cId="3722589381" sldId="270"/>
            <ac:inkMk id="4" creationId="{00000000-0000-0000-0000-000000000000}"/>
          </ac:inkMkLst>
        </pc:inkChg>
      </pc:sldChg>
    </pc:docChg>
  </pc:docChgLst>
  <pc:docChgLst>
    <pc:chgData name="MANISH KUMAR KHIRWAL(BTECH10595.21@bitmesra.ac.in)" userId="S::btech10595.21@bitmesra.ac.in::d3b53ce4-26d8-438c-9b63-16ba1c628a6a" providerId="AD" clId="Web-{3E95665F-5499-4420-A13D-980905CFCFE9}"/>
    <pc:docChg chg="modSld">
      <pc:chgData name="MANISH KUMAR KHIRWAL(BTECH10595.21@bitmesra.ac.in)" userId="S::btech10595.21@bitmesra.ac.in::d3b53ce4-26d8-438c-9b63-16ba1c628a6a" providerId="AD" clId="Web-{3E95665F-5499-4420-A13D-980905CFCFE9}" dt="2022-05-08T15:20:58.015" v="0" actId="1076"/>
      <pc:docMkLst>
        <pc:docMk/>
      </pc:docMkLst>
      <pc:sldChg chg="modSp">
        <pc:chgData name="MANISH KUMAR KHIRWAL(BTECH10595.21@bitmesra.ac.in)" userId="S::btech10595.21@bitmesra.ac.in::d3b53ce4-26d8-438c-9b63-16ba1c628a6a" providerId="AD" clId="Web-{3E95665F-5499-4420-A13D-980905CFCFE9}" dt="2022-05-08T15:20:58.015" v="0" actId="1076"/>
        <pc:sldMkLst>
          <pc:docMk/>
          <pc:sldMk cId="441330244" sldId="260"/>
        </pc:sldMkLst>
        <pc:inkChg chg="mod">
          <ac:chgData name="MANISH KUMAR KHIRWAL(BTECH10595.21@bitmesra.ac.in)" userId="S::btech10595.21@bitmesra.ac.in::d3b53ce4-26d8-438c-9b63-16ba1c628a6a" providerId="AD" clId="Web-{3E95665F-5499-4420-A13D-980905CFCFE9}" dt="2022-05-08T15:20:58.015" v="0" actId="1076"/>
          <ac:inkMkLst>
            <pc:docMk/>
            <pc:sldMk cId="441330244" sldId="260"/>
            <ac:inkMk id="4" creationId="{00000000-0000-0000-0000-000000000000}"/>
          </ac:inkMkLst>
        </pc:inkChg>
      </pc:sldChg>
    </pc:docChg>
  </pc:docChgLst>
  <pc:docChgLst>
    <pc:chgData name="GAJENDRA AGARWAL(BTECH10307.21@bitmesra.ac.in)" userId="S::btech10307.21@bitmesra.ac.in::8b878f5a-8ef0-46dc-8d3f-2f07f155ffa2" providerId="AD" clId="Web-{1E19862D-F2DA-4A6A-AADD-A4083C3A93CB}"/>
    <pc:docChg chg="addSld delSld">
      <pc:chgData name="GAJENDRA AGARWAL(BTECH10307.21@bitmesra.ac.in)" userId="S::btech10307.21@bitmesra.ac.in::8b878f5a-8ef0-46dc-8d3f-2f07f155ffa2" providerId="AD" clId="Web-{1E19862D-F2DA-4A6A-AADD-A4083C3A93CB}" dt="2022-07-16T17:47:33.771" v="44"/>
      <pc:docMkLst>
        <pc:docMk/>
      </pc:docMkLst>
      <pc:sldChg chg="new">
        <pc:chgData name="GAJENDRA AGARWAL(BTECH10307.21@bitmesra.ac.in)" userId="S::btech10307.21@bitmesra.ac.in::8b878f5a-8ef0-46dc-8d3f-2f07f155ffa2" providerId="AD" clId="Web-{1E19862D-F2DA-4A6A-AADD-A4083C3A93CB}" dt="2022-07-16T17:42:38.264" v="0"/>
        <pc:sldMkLst>
          <pc:docMk/>
          <pc:sldMk cId="3943798990" sldId="290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202" v="1"/>
        <pc:sldMkLst>
          <pc:docMk/>
          <pc:sldMk cId="2167610717" sldId="291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217" v="2"/>
        <pc:sldMkLst>
          <pc:docMk/>
          <pc:sldMk cId="4250024599" sldId="292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217" v="3"/>
        <pc:sldMkLst>
          <pc:docMk/>
          <pc:sldMk cId="378941855" sldId="293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249" v="4"/>
        <pc:sldMkLst>
          <pc:docMk/>
          <pc:sldMk cId="2517716352" sldId="294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264" v="5"/>
        <pc:sldMkLst>
          <pc:docMk/>
          <pc:sldMk cId="789143567" sldId="295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264" v="6"/>
        <pc:sldMkLst>
          <pc:docMk/>
          <pc:sldMk cId="1918479879" sldId="296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280" v="7"/>
        <pc:sldMkLst>
          <pc:docMk/>
          <pc:sldMk cId="2504344235" sldId="297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296" v="8"/>
        <pc:sldMkLst>
          <pc:docMk/>
          <pc:sldMk cId="3361042717" sldId="298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327" v="9"/>
        <pc:sldMkLst>
          <pc:docMk/>
          <pc:sldMk cId="854847434" sldId="299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327" v="10"/>
        <pc:sldMkLst>
          <pc:docMk/>
          <pc:sldMk cId="44586911" sldId="300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436" v="11"/>
        <pc:sldMkLst>
          <pc:docMk/>
          <pc:sldMk cId="3035909912" sldId="301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452" v="12"/>
        <pc:sldMkLst>
          <pc:docMk/>
          <pc:sldMk cId="2903691128" sldId="302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639" v="13"/>
        <pc:sldMkLst>
          <pc:docMk/>
          <pc:sldMk cId="725181615" sldId="303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655" v="14"/>
        <pc:sldMkLst>
          <pc:docMk/>
          <pc:sldMk cId="1893033207" sldId="304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905" v="15"/>
        <pc:sldMkLst>
          <pc:docMk/>
          <pc:sldMk cId="2550898522" sldId="305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921" v="16"/>
        <pc:sldMkLst>
          <pc:docMk/>
          <pc:sldMk cId="4046062634" sldId="306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39.936" v="17"/>
        <pc:sldMkLst>
          <pc:docMk/>
          <pc:sldMk cId="142275926" sldId="307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046" v="18"/>
        <pc:sldMkLst>
          <pc:docMk/>
          <pc:sldMk cId="796374847" sldId="308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061" v="19"/>
        <pc:sldMkLst>
          <pc:docMk/>
          <pc:sldMk cId="3084726175" sldId="309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233" v="20"/>
        <pc:sldMkLst>
          <pc:docMk/>
          <pc:sldMk cId="974402221" sldId="310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249" v="21"/>
        <pc:sldMkLst>
          <pc:docMk/>
          <pc:sldMk cId="239029862" sldId="311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264" v="22"/>
        <pc:sldMkLst>
          <pc:docMk/>
          <pc:sldMk cId="1885884216" sldId="312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452" v="23"/>
        <pc:sldMkLst>
          <pc:docMk/>
          <pc:sldMk cId="2651314433" sldId="313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468" v="24"/>
        <pc:sldMkLst>
          <pc:docMk/>
          <pc:sldMk cId="1107828424" sldId="314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483" v="25"/>
        <pc:sldMkLst>
          <pc:docMk/>
          <pc:sldMk cId="1719555867" sldId="315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608" v="26"/>
        <pc:sldMkLst>
          <pc:docMk/>
          <pc:sldMk cId="159359844" sldId="316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624" v="27"/>
        <pc:sldMkLst>
          <pc:docMk/>
          <pc:sldMk cId="1538988999" sldId="317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764" v="28"/>
        <pc:sldMkLst>
          <pc:docMk/>
          <pc:sldMk cId="126989594" sldId="318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0.780" v="29"/>
        <pc:sldMkLst>
          <pc:docMk/>
          <pc:sldMk cId="679201396" sldId="319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046" v="30"/>
        <pc:sldMkLst>
          <pc:docMk/>
          <pc:sldMk cId="3131984996" sldId="320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061" v="31"/>
        <pc:sldMkLst>
          <pc:docMk/>
          <pc:sldMk cId="1199899633" sldId="321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077" v="32"/>
        <pc:sldMkLst>
          <pc:docMk/>
          <pc:sldMk cId="3972399855" sldId="322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093" v="33"/>
        <pc:sldMkLst>
          <pc:docMk/>
          <pc:sldMk cId="2442164453" sldId="323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202" v="34"/>
        <pc:sldMkLst>
          <pc:docMk/>
          <pc:sldMk cId="773862754" sldId="324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218" v="35"/>
        <pc:sldMkLst>
          <pc:docMk/>
          <pc:sldMk cId="1557734267" sldId="325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405" v="36"/>
        <pc:sldMkLst>
          <pc:docMk/>
          <pc:sldMk cId="2267177735" sldId="326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421" v="37"/>
        <pc:sldMkLst>
          <pc:docMk/>
          <pc:sldMk cId="176598923" sldId="327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436" v="38"/>
        <pc:sldMkLst>
          <pc:docMk/>
          <pc:sldMk cId="2960116615" sldId="328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608" v="39"/>
        <pc:sldMkLst>
          <pc:docMk/>
          <pc:sldMk cId="2424583729" sldId="329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624" v="40"/>
        <pc:sldMkLst>
          <pc:docMk/>
          <pc:sldMk cId="1287433058" sldId="330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639" v="41"/>
        <pc:sldMkLst>
          <pc:docMk/>
          <pc:sldMk cId="2411385347" sldId="331"/>
        </pc:sldMkLst>
      </pc:sldChg>
      <pc:sldChg chg="new">
        <pc:chgData name="GAJENDRA AGARWAL(BTECH10307.21@bitmesra.ac.in)" userId="S::btech10307.21@bitmesra.ac.in::8b878f5a-8ef0-46dc-8d3f-2f07f155ffa2" providerId="AD" clId="Web-{1E19862D-F2DA-4A6A-AADD-A4083C3A93CB}" dt="2022-07-16T17:42:41.764" v="42"/>
        <pc:sldMkLst>
          <pc:docMk/>
          <pc:sldMk cId="2966786485" sldId="332"/>
        </pc:sldMkLst>
      </pc:sldChg>
      <pc:sldChg chg="new del">
        <pc:chgData name="GAJENDRA AGARWAL(BTECH10307.21@bitmesra.ac.in)" userId="S::btech10307.21@bitmesra.ac.in::8b878f5a-8ef0-46dc-8d3f-2f07f155ffa2" providerId="AD" clId="Web-{1E19862D-F2DA-4A6A-AADD-A4083C3A93CB}" dt="2022-07-16T17:47:33.771" v="44"/>
        <pc:sldMkLst>
          <pc:docMk/>
          <pc:sldMk cId="2744285130" sldId="333"/>
        </pc:sldMkLst>
      </pc:sldChg>
    </pc:docChg>
  </pc:docChgLst>
  <pc:docChgLst>
    <pc:chgData name="SHASHANK RAJ(BTECH10075.21@bitmesra.ac.in)" userId="S::btech10075.21@bitmesra.ac.in::4394414f-117d-4fba-a891-4020d3b7b1e2" providerId="AD" clId="Web-{03A22001-ACFE-4EE0-A1BE-72E339573AA1}"/>
    <pc:docChg chg="modSld">
      <pc:chgData name="SHASHANK RAJ(BTECH10075.21@bitmesra.ac.in)" userId="S::btech10075.21@bitmesra.ac.in::4394414f-117d-4fba-a891-4020d3b7b1e2" providerId="AD" clId="Web-{03A22001-ACFE-4EE0-A1BE-72E339573AA1}" dt="2022-05-06T04:33:49.135" v="3" actId="1076"/>
      <pc:docMkLst>
        <pc:docMk/>
      </pc:docMkLst>
      <pc:sldChg chg="modSp">
        <pc:chgData name="SHASHANK RAJ(BTECH10075.21@bitmesra.ac.in)" userId="S::btech10075.21@bitmesra.ac.in::4394414f-117d-4fba-a891-4020d3b7b1e2" providerId="AD" clId="Web-{03A22001-ACFE-4EE0-A1BE-72E339573AA1}" dt="2022-05-06T04:33:49.135" v="3" actId="1076"/>
        <pc:sldMkLst>
          <pc:docMk/>
          <pc:sldMk cId="2493014176" sldId="268"/>
        </pc:sldMkLst>
        <pc:inkChg chg="mod">
          <ac:chgData name="SHASHANK RAJ(BTECH10075.21@bitmesra.ac.in)" userId="S::btech10075.21@bitmesra.ac.in::4394414f-117d-4fba-a891-4020d3b7b1e2" providerId="AD" clId="Web-{03A22001-ACFE-4EE0-A1BE-72E339573AA1}" dt="2022-05-06T04:33:49.135" v="3" actId="1076"/>
          <ac:inkMkLst>
            <pc:docMk/>
            <pc:sldMk cId="2493014176" sldId="268"/>
            <ac:inkMk id="4" creationId="{00000000-0000-0000-0000-00000000000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6:58:41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3884 1538 2 0,'0'0'147'0,"-1"-5"-13"0,1 5 2 0,-3-4-18 16,3 4 1 0,-1-3-7-16,1 3-8 0,0 0 3 0,1-8-5 0,-1 8-5 15,0 0 1-15,0-4-10 0,0 4 4 0,3-5-3 0,-3 5-1 0,0-3 5 16,0 3-1-16,0 0 4 0,1-6-6 15,-1 6-7-15,0-5-7 0,4 4-1 0,-4 1 2 16,0-8-2-16,0 8-2 0,0-6 3 0,0 6-6 16,0-5 4-16,0 5 4 0,4-7-4 0,-3 3-8 15,-1 4 11-15,0-7 3 0,3 3-6 0,-3 4 14 16,1-7-3-16,-1 7-7 0,0-7 8 0,0 7-2 16,5-5 2-16,-4 1-12 0,-1 4-1 0,0-7 0 15,0 7-2-15,0 0-12 0,0 0 1 0,0-6-5 16,0 6-9-16,0 0 0 0,0 0-15 15,0 0-1-15,4-4-8 0,-4 4-14 0,0 0-5 0,0 0-8 16,0 0-6-16,0 0-8 16,0 0-2-16,9 16-3 0,-5-5 3 0,5 9-1 0,4 0 8 0,-4 11-3 15,0-1 1-15,2 5 6 0,1 11-1 0,-1-10 0 16,-1 8 4-16,-1-10 1 0,-1 2-1 0,3 0 4 16,-3-2 9-1,1-2-12-15,1-3 1 0,-1 3 5 0,-4-4-2 0,3-3-2 0,-3 1 4 16,0-6 0-16,0-3 1 0,3 1-2 15,-8-5 7-15,5-3-3 0,0 2-3 0,-5-1-2 16,5-5 2-16,-5 2 11 0,3-2-3 0,-3-6 17 16,1 7 10-16,-1-7 29 0,5 5 28 0,-5-5 41 15,0 0 34-15,3 5 37 0,-3-5 30 0,0 0-30 16,0 0-18-16,14-22-21 0,-7 5-17 0,9-10-17 16,-1-3-8-16,11-16-18 0,-4-3-13 0,0-2-9 15,4-4-12-15,3-23-7 0,-7 27-6 0,0 3 1 0,-3 4 4 0,0 0 10 16,-7 13 9-16,-1 0 1 0,1-1 4 0,-2 4-1 15,0 1 4-15,-2 10 3 0,-3 2 13 0,1-1-5 16,-2 6-3-16,-1 3-12 0,4 0-10 0,-7 1-3 16,4 1-23-16,-4-3-7 0,3 4-15 15,-3 4-21-15,2-5-47 0,-1 3-45 0,-1 2-52 0,0 0-56 16,0 0-53 0,0 0 7-16,0 0-5 0,10 11-26 0,-7-2-34 15,1 3-47-15,1 6-57 0,-1 2-113 0,0-3-281 0,-3-2-868 16,3 1 383-16</inkml:trace>
  <inkml:trace contextRef="#ctx0" brushRef="#br0" timeOffset="764.72">4885 1785 129 0,'-4'-4'341'0,"4"4"-17"0,-4-9-15 0,3 5-2 16,-2-1-11 0,1-1-19-16,-2 1-5 0,3 1-21 0,-2 0-23 15,3 4-21-15,-6-6-25 0,0 3-15 0,6 3-21 0,-11-4-28 0,11 4-15 0,-14 3-20 16,1-1-3-16,2 6-6 0,-6 3-10 15,-6 4 0-15,1 2-15 0,3 5-1 0,-3-3-12 16,3 5-1-16,2-1-2 0,0 0-13 0,1 4 11 16,1-1-12-16,2-4-13 0,2 3-10 15,3-6-6-15,-1 5-2 0,3-8-1 0,2-1-7 0,3-5-3 16,1 0-2-16,0 0 5 0,0-3 0 0,0 0 7 16,1-3 7-16,-1-4 9 0,6 4 12 0,-6-4 10 15,12-3 2-15,-4 0-1 0,2-6 9 16,0 2 3-16,3-4 1 0,1-3-6 0,-3 0-1 15,3-1 3-15,-2 1 1 0,1-3-2 0,-2 5 2 16,-2-3 5-16,0 3 0 16,0 3 9-16,-4 1 2 0,0 1-6 0,-1 1-1 15,0 2-14-15,0-1 6 0,-3 2-7 0,4-1-14 16,-5 4-11-16,5-2-6 0,-5 2-4 0,0 0-3 16,16 2-12-16,-10 3 1 0,4 0-8 0,-2 2-11 15,2 0-13-15,3 1-28 0,1 1-27 0,1 2-44 0,1 0-38 0,-5-3-47 16,0-1-72-16,1 2-312 0,-2-3-668 15,-3-1 296-15</inkml:trace>
  <inkml:trace contextRef="#ctx0" brushRef="#br0" timeOffset="1143.3">5053 1831 334 0,'0'0'313'15,"4"-2"-33"-15,-4 2-28 0,6-3-26 0,-6 3-25 16,10 0-16-16,-4 3-12 0,1-1-16 0,1 4-6 16,2-2-20-16,3 5-9 0,-4-2-12 0,-2 0-12 0,4 5-4 15,-1-2-12-15,3 2-5 0,-5 4 2 16,2 0-14-16,-5-1-8 16,-1 1-3-16,0-4-4 0,-3 0-5 0,3 1-3 15,-4-2 1-15,0-1-6 0,0-3 4 0,0-2-4 0,-1 2-1 0,1-2 4 16,-3 0 24-16,3-5 30 0,0 4 57 0,0-4 44 15,0 0 43-15,0 0 25 0,0 0 2 0,0 0-16 16,0 0-21-16,0 0-22 0,0-25-25 0,4 8-14 16,1 0-26-16,0-3-20 0,4-2-17 15,3-4-16-15,-2 2-7 0,0 2-23 0,0 5-26 16,2 1-19-16,1-1-37 0,-1 2-37 0,2 2-50 16,0 1-54-16,2 3-53 0,0-1-61 0,1 5-61 15,-3 0-74-15,1 3-410 0,-2 0-892 0,0 2 395 16</inkml:trace>
  <inkml:trace contextRef="#ctx0" brushRef="#br0" timeOffset="1502.14">5604 1852 231 0,'0'-5'458'16,"0"5"2"-16,0-4-13 0,0 4-19 0,0 0-30 16,-4-5-33-16,4 5-35 0,0 0-40 15,0 0-31-15,-1-1-29 0,1 1-27 0,0 0-23 0,0 0-24 16,0 0-27-16,0 0-19 0,0 0-26 0,0 0-7 16,0 0-13-16,-1 11-9 0,-2-4-2 0,3 0-8 15,0 2-5-15,3 1-4 0,-3 3-1 0,0-1-2 0,1 2-6 16,-2 3 4-16,-2 0-6 0,3-1-2 0,0-2 2 15,0-2-3-15,0 0-1 0,-1-1-3 0,1 1 3 16,0-4-5-16,0-1 4 0,-3-1-3 0,6-1-8 16,-7 1-3-16,4-6-2 0,1 5 5 0,-1-5 2 15,-1 5-4-15,1-5 3 0,0 0-26 0,0 0-42 16,0 0-50-16,0 0-30 16,-8-22-24-16,7 9-38 0,1-6-36 0,1-8-56 15,3-6-59-15,0-13-309 0,-3 0-714 0,7-1 315 0</inkml:trace>
  <inkml:trace contextRef="#ctx0" brushRef="#br0" timeOffset="1644.21">5618 1584 250 0,'-4'-27'118'0,"3"8"22"16,1 0 40-16,-4 0 25 0,3 1 20 0,-3 8 28 16,0 0 21-16,3-1 29 0,0 5 15 15,-2-1 13-15,3 0-18 0,-1 5-28 0,1-4-29 0,0 2-32 16,0 4-23-16,0-6-25 0,0 6-19 0,-3-3-19 16,3 3-30-16,0 0-42 0,0 0-26 0,0 0-30 15,0 0-45-15,23 11-68 0,-10 2-64 16,4-1-77-16,-3 2-107 0,4 6-262 0,-5-6-662 0,0-2 293 15</inkml:trace>
  <inkml:trace contextRef="#ctx0" brushRef="#br0" timeOffset="2534.25">6060 1871 125 0,'0'-7'387'0,"-5"2"-22"0,4-2-32 16,0 3-29-16,-2-1-26 0,3 5-29 0,-5-8-26 0,2 4-24 15,3 4-21-15,0 0-25 0,-13 0-19 0,13 0-15 0,-16 7-10 16,7 2-13-16,-4 2-13 0,0 0-3 0,3 4-7 15,-4 2-11-15,3-3-3 0,-5 10-5 0,6-9-15 16,2 2-16-16,-2 0-19 0,4 0 2 0,2-5-1 16,0-2-14-16,3-1 5 0,0 1-9 0,-2-3 2 15,3-7 9-15,4 11 8 0,-2-7 3 0,-2-4 10 16,12 2 16-16,-12-2-13 0,23-6 2 0,-11 0 6 16,3-1-2-16,0-3 7 0,0-2 2 0,0-3 3 15,5-3-11-15,-1-2 2 0,-9 3-3 16,3 2 0-16,1-2-1 0,-2 3 10 0,-1-1 12 15,-4 6-3-15,-2 1 9 0,0 2-4 0,-1 2 5 0,1 0-5 16,-4-1-20 0,-1 5-1-16,8-7-23 0,-6 4-26 0,-2 3-28 15,0 0-3-15,0 0 5 0,0 0 5 0,13 8 1 16,-9-1 14-16,2 3-10 0,2 1 10 0,1 2 6 16,1-1 5-16,4 2 2 0,-1 1 7 0,1-4-13 15,1 4-4-15,2-4-8 0,1-2 1 0,-3 1-8 0,6-3 2 0,-6-2 2 16,-1-1 3-16,-1-1 4 0,1-3 4 15,-3-3 5-15,1-1 6 0,1-3 1 0,-2 0 19 16,-1-5 26-16,3-2 3 0,-6-3 3 0,-1-1 15 16,1 0 9-16,2-10 4 0,-1-1 17 0,-3-2 0 15,4-4 14-15,-5-11 0 0,1 11 18 0,-1 1 19 16,5-13 20-16,-4 16 2 0,-1 2 6 0,0 2-4 16,-3 11 3-16,-1-1 5 0,3 5 7 0,-2 4-13 15,0-4-14-15,-1 7-22 0,0-1-18 0,0 6-10 0,3-7-19 0,-3 2-33 16,0 5-40-16,0 0-42 0,0 0-34 0,0 0-2 15,0 0 5-15,-3 23 1 0,2-3 7 0,-3 10 7 16,0 0 9-16,-1 4 5 0,0 2 9 0,0-2 0 16,1 2 11-16,0-2 0 0,3-1 2 0,-3-3 5 15,1-1 2-15,2-3-7 0,1-6 2 16,-1-2-2-16,1-2-5 16,-4-5-8-16,4-1-16 0,-1-1-13 0,1-1-18 15,0-1-3-15,0-7-11 0,0 6 0 0,0-6-11 0,0 0-7 0,1 7-12 16,-1-7-51-16,0 0-76 0,0 0-68 15,0 0-47-15,6-23-333 0,-3 6-751 0,1 1 331 16</inkml:trace>
  <inkml:trace contextRef="#ctx0" brushRef="#br0" timeOffset="2725.23">6369 1746 63 0,'0'0'288'0,"-7"2"2"0,7-2-2 15,0 0-12-15,-9 3-14 0,9-3-15 0,0 0-19 16,0 0-21-16,0 0-18 16,0 0-20-16,24 0-15 0,-6 0-16 0,3-3-10 15,13 3-17-15,0 0-3 0,5 0-16 0,0-2-23 16,16 0-40-16,-4 2-60 0,-12 0-65 16,-2-3-99-16,0 2-91 0,-4 0-169 0,-1-4-493 0,-5 0 219 0</inkml:trace>
  <inkml:trace contextRef="#ctx0" brushRef="#br0" timeOffset="3068.86">7112 1787 3674 0,'0'0'364'15,"0"0"-90"-15,0 0-73 0,0 0-3 0,0 0-4 16,-6-13 5-16,6 13 5 0,0-5-11 0,0 5-22 16,-2-5-11-16,2 5-20 0,0 0-16 0,0-4-17 15,0 4-14-15,0 0-12 0,0 0-13 0,0 0-9 16,0 0-22-16,0 0-33 0,0 0-30 0,0 0-2 16,0 0 2-16,-1 20 2 0,1-9 0 0,-3 1 3 0,3 5 2 0,-1 1 1 15,-1-1-5-15,-1 3-3 0,3-2-13 0,-1-1-18 0,-2-2-18 16,-1 1-25-16,3-3-15 0,1-1-28 0,-2-5-27 15,2 3-20-15,-2-5-25 0,1 3-20 0,1-3-9 16,0-1-1-16,0-4-28 0,0 0-77 0,0 0-294 16,0 0-697-16,10-21 309 0</inkml:trace>
  <inkml:trace contextRef="#ctx0" brushRef="#br0" timeOffset="3223.53">7117 1538 311 0,'-1'-12'434'0,"-3"3"20"0,1-2-9 0,2 5-13 15,1 1-35-15,-2 1-39 0,0-4-38 0,2 5-33 16,-1 0-34-16,1 3-42 16,0 0-50-16,0 0-66 0,-3-7-69 0,3 7-28 15,0 0-30-15,6 12-43 0,-3-2-37 16,4-2-58-16,-1 5-46 0,-1 2-73 0,0 0-259 16,3-3-594-16,2 2 262 0</inkml:trace>
  <inkml:trace contextRef="#ctx0" brushRef="#br0" timeOffset="3632.69">7554 1705 171 0,'0'0'255'16,"0"0"-23"-16,-14-3-28 0,14 3-14 0,-8 3-30 15,4 0-11-15,-1 1-19 0,0-2-11 0,-2 3-12 16,-2 3-11-16,0 0-9 0,-5 3-9 0,3 1-4 16,0 0-9-16,-1 3-3 0,3-1-2 0,0 0-4 15,2-1 0-15,2-1-3 0,1 0-2 0,3-2-4 16,-1-1 4-16,2 2-3 0,3-2 1 0,0-2 5 16,2 0 9-16,0 0 8 0,0-3 1 0,5 1 5 0,5-1-4 15,-2-4 3-15,6-1-9 16,-1-2-1-16,1-2 4 0,-1-1-1 0,1-1 1 15,-1-4 2-15,-1 2 0 0,-3-5 0 0,-1-1-7 16,1 1 8-16,-5-4-9 0,0-1-13 0,-3 2 6 16,-2-3 4-16,-2 4-2 0,-2-1-7 0,-3 0-5 15,0 5-8-15,-1 0-1 0,-1 1-11 0,-1 2-16 0,-2 0-14 0,-5 2-12 0,3 3-23 0,-4 1-8 16,0 3-20-16,-1-1-27 0,2 4-21 0,-7-2-33 16,4 7-29-16,2-3-36 0,3 2-48 0,0 2-268 15,1-3-572-15,5 2 253 0</inkml:trace>
  <inkml:trace contextRef="#ctx0" brushRef="#br0" timeOffset="4021.12">7820 1688 365 0,'10'0'386'15,"-10"0"-27"-15,0 0-25 0,0 0-35 0,0 0-26 16,0 0-37-16,0 0-31 0,0 0-18 0,0 0-28 16,0 0-12-16,0 0-17 0,6 9-21 0,-7-1-9 15,1 0-5-15,3 2 2 0,-5 1-18 0,1 1-15 16,1 2-3-16,0-2 0 0,-1-2-6 0,1 0-5 16,0-1-7-16,0-4-5 0,0 1 2 0,0-6-4 15,-1 8 7 1,1-8 24-16,1 4 51 0,-1-4 52 0,0 0 22 15,0 0-15-15,0 0-11 0,22-15-15 0,-13 5-5 16,4-3-1-16,2 1-10 0,-4-2-5 0,3 5-6 16,-5-1-6-16,0 0-3 0,1 3-13 0,-5 2-9 0,1 0-16 15,0 1-13-15,-3 1-18 0,-3 3-32 0,8-2-39 16,-8 2-16-16,12 12-12 0,-3 2-10 0,2 1-7 16,5 7-23-16,-2 1-37 0,0-1-41 0,1 3-50 0,-5-8-38 0,2 5-56 15,-1-6-104-15,-6-6-339 0,-1 0-819 0,-1-5 363 16</inkml:trace>
  <inkml:trace contextRef="#ctx0" brushRef="#br0" timeOffset="4834.7">9155 1726 123 0,'0'0'234'0,"-4"-4"-8"0,3 1-11 16,1 3-8-16,-2-5-17 0,2 5-22 0,0 0-10 16,-6-2-18-16,6 2-11 0,-7-2-17 0,7 2-9 15,-14 3-11-15,2 1-13 0,2 1-7 0,-4 4-8 16,-3 3-11-16,2 1-3 0,0-1-5 0,1 4-6 16,1-3-7-16,0 4 0 0,3-2-6 0,1 2-1 15,1-4-5-15,-1 2-1 0,5-4-3 0,1 0-3 16,1 0 3-16,1-5 3 0,0 1 9 0,1 0 9 15,2-2 10-15,1 2 21 0,1-4 14 0,2 0 8 16,5-2 3-16,4-2 1 0,2-3 9 0,1-3-2 16,4-2 4-16,5-2 15 0,-3-2 2 0,-3-3 8 0,-6 3-5 0,4-8-6 15,-3 1-9-15,-5-2-10 0,0-3-6 0,-3-1-5 16,-4 2 2-16,0 7 5 0,-1-2-6 0,-3 0 8 16,-4 2-1-16,2 1-10 15,-2 4-9-15,-3 1-10 0,0 1-6 0,1 0-15 16,-2 3-11-16,-1 1-19 0,2 0-18 0,-1 3-21 15,2 1-24-15,-2 0-17 0,8 2-37 0,-23 4-22 0,10 3-27 0,2-1-20 0,-6 6-23 16,3 0-16-16,3 2-11 0,2 0-12 0,-2 1-30 16,5-2-13-16,2-2-24 0,2 0-217 0,0-5-557 15,2 1 246-15</inkml:trace>
  <inkml:trace contextRef="#ctx0" brushRef="#br0" timeOffset="5259.48">9389 1388 115 0,'3'-5'400'0,"-2"0"-29"16,3 1-38-16,-3-1-35 0,-1 5-25 0,1-6-38 16,-1 6-24-16,3-4-30 0,-3 4-42 0,0 0-24 0,0 0-10 0,4 14-13 15,-4 1-12-15,2 11-2 0,-3 5-13 0,0 16 0 16,-3-1-6-16,1 2-3 0,-3 1-8 0,1 1 0 15,1-4-7-15,0-10-1 0,1 11-5 0,3-15-5 16,-1 1-1-16,5-2 11 0,-1-6-15 0,-1-4 5 16,2-1-7-16,-1-3 5 0,2-5-2 0,-3 0-3 15,2-4 7 1,-3-2 4-16,1-2 11 0,-1 3 16 0,0-3 29 16,-1-4 38-16,3 5 35 0,-3-5 31 0,0 0-14 15,0 0-18-15,0 0-18 0,2-15-20 0,-3 5-22 16,-3-2-21-16,-1-1-24 0,-5-3-17 0,-4-6-9 15,2 7-9-15,-3-2-1 0,-2-1 1 16,2 3-7-16,2 1 20 0,-1 2 6 0,6 4 11 0,2-1 0 16,-3 4 1-16,5 0 0 0,1 1 1 0,-1-2-1 0,1 4-10 15,3 2-16-15,-2-7-15 0,11 2-15 0,8 0-13 16,18-3-26-16,18-1-44 0,10-3-70 0,28-1-55 16,-3 2-70-16,-27 0-73 15,3 0-448-15,-1-4-869 0,-2 1 386 0</inkml:trace>
  <inkml:trace contextRef="#ctx0" brushRef="#br0" timeOffset="5904.82">11270 1305 54 0,'0'0'292'16,"0"-4"-29"-16,0 4-33 0,0 0-23 0,0 0-26 15,0 0-26-15,0 0-11 0,0 0-18 0,-10 22-10 32,6-6-15-32,-4 9-9 0,2 8-12 0,2 1-1 0,-5 15-9 0,0-1-8 0,-4-2-3 31,7 0-3-31,-2 2-10 0,2-14 4 0,0-1-11 0,0-1 3 0,3-2-2 0,-1-4-6 0,0-1 2 31,3-6-2-31,-1-2 0 0,1 0-3 0,1-5-14 0,0-3-6 0,0-1-13 16,-1-3-11-16,2 1-1 0,-1-1-10 0,0-5-44 15,0 0-69-15,0 0-284 0,0 0-456 0,0-27 203 16</inkml:trace>
  <inkml:trace contextRef="#ctx0" brushRef="#br0" timeOffset="6308.61">11085 1090 189 0,'-5'-5'295'0,"-2"0"-29"16,3 3-22-16,2-3-23 0,2 5-29 0,-8-4-20 16,8 4-18-16,-1-3-19 0,1 3-22 0,0 0-5 15,0 0-10 1,0 0-24-16,0 0 2 0,23 13-14 0,-8-4-3 16,3-1-2-16,5 6-5 0,1 2 10 0,6-2-5 15,-1 4 4-15,0 1-1 0,2-2-7 0,0 2-1 16,-5 2-2-16,-4 1-8 0,1 0 3 0,-4 2-4 15,-2-2-3-15,-3 0-2 0,-9-4-4 0,3-1-11 16,-7 4 19-16,-2-4 3 0,-3 0 4 0,-10 7 15 16,-1-4-1-16,-6 1-6 0,1 1 15 0,-8-7 6 0,-3 2-8 15,4-3 5-15,-2-2-3 0,2-2 0 0,7 0 1 16,2-4 0-16,2 1-2 0,4-2-5 0,-1 0-6 0,5-2-3 16,0-3-7-1,8 0 4-15,-11 3-13 0,11-3 11 0,-9 5-7 16,9-5-16-16,0 0 3 0,-9 1-31 0,9-1-20 15,0 0-6-15,0 0-15 0,0 0-31 0,0 0-37 16,42-2-73-16,-21 0-67 0,11 0-116 0,-12 0-227 16,9-3-643-16,-8 0 285 0</inkml:trace>
  <inkml:trace contextRef="#ctx0" brushRef="#br0" timeOffset="7137.85">11832 1619 98 0,'0'0'300'0,"-1"-6"-3"0,0 1-23 0,-1 2-16 16,0-1-38-16,-2 1-19 0,0 1-24 0,-1-1-21 0,-1 3-20 0,-2 0-14 15,-5 1-10-15,0 1-10 0,1 4-18 0,-6 4-6 16,-1-2-12-16,-7 8-2 0,3 0-11 0,-3 2-2 16,0 3-7-16,5 1-6 0,1-1-2 0,2 0-5 15,3-1-1-15,4-4-8 0,1 1 0 0,0-2-1 16,6-4-4-16,2 0 1 0,-2-4-3 0,1 1-2 16,3-4 5-16,-1 1 1 0,-2 1 19 0,7-2 8 0,-4-4 16 0,0 0 13 15,17 0 6-15,-7-4 5 0,2-2-1 16,4 0-4-16,-1-2 1 0,1-1 0 0,-1 0-4 15,-2 1 0-15,2-1-6 0,-1 0-4 0,0-1-7 16,0 4-7-16,-5 0-1 0,0 1-11 0,1 1-2 16,-3-1 4-16,-1 2-11 0,2 0-6 0,-3 2-3 15,-5 1-8-15,11-4-5 16,-4 3-20-16,-7 1-7 0,13 1-7 0,-6 2-17 16,0-1-16-16,-1 2-25 0,2-2-33 15,1 4-30-15,0 0-38 0,-3-1-51 0,3 0-51 16,-1-1-288-16,-2-2-620 0,0 1 275 0</inkml:trace>
  <inkml:trace contextRef="#ctx0" brushRef="#br0" timeOffset="7538.67">12020 1607 65 0,'1'-4'317'0,"2"2"-21"0,-3 2-20 16,4-5-27-16,-2 3-28 0,2-1-26 0,-4 3-21 16,12 0-20-16,-6 0-18 0,0 5-18 0,3-3-12 15,0 2-11-15,0 6-13 0,0-3-10 0,1 2-4 16,-1 0-4-16,0 6-5 0,3-1-8 0,-6 3-3 16,2 1 2-16,-3-2-2 0,-2 2-8 0,0 3-5 15,-3-3-1-15,0 2-3 0,-2-5-4 0,2-1 8 16,-4-3-12-16,4 0 3 0,-1-4-3 0,-2 0 1 0,3-2 11 0,-2 0 21 15,-1-2 40-15,3 0 48 0,0-3 47 0,0 0 34 16,-1 5 27-16,1-5 10 0,0 0 5 16,0 0-28-16,0 0-22 0,0 0-19 0,1-20-21 15,2 10-20-15,-1-7-18 0,5 3-29 0,-1-4-22 16,2 1-19-16,-2 0-16 0,3 1-13 0,2-1-22 16,0 2-23-16,-1 1-31 0,1 2-35 0,1 2-34 0,3 0-34 0,1 1-38 15,0 3-32-15,2 1-31 0,-4 2-32 0,4 5-23 16,0-4-30-16,0 8-16 0,0-3-20 0,-1 0-256 15,0 2-668-15,0-2 296 0</inkml:trace>
  <inkml:trace contextRef="#ctx0" brushRef="#br0" timeOffset="7923.51">12612 1670 293 0,'0'0'304'0,"-3"-11"0"16,2 2-1-16,-3 4-8 0,4-1-3 0,-1-1-1 15,0 2-8-15,-2 0-13 0,3 5-8 0,0-7-26 16,0 7-11-16,0-5-28 0,0 5-16 0,0 0-24 16,0 0-18-16,0 0-26 0,-4-5-15 0,4 5-14 0,0 0-8 0,-14 10-9 15,5-2-6-15,-1-1-11 0,-3 7-10 0,-1 0 1 16,0 2 3-16,-3 3-9 0,0 5 1 0,-3-6-7 16,9 0-5-1,2-2-22-15,1 0-6 0,3-4-7 0,-1-1-6 16,3-2-4-16,-1-2 3 0,2-2 1 0,-1 0 3 15,2-1 12-15,0-1 9 0,-1 1 28 0,2-4 26 16,0 0 10-16,0 0 13 0,9 0 6 0,-9 0 1 16,14-7-2-16,-5-1-4 0,2-1-9 0,0 2-4 15,3-5-9-15,-1 1-6 0,0 0-7 0,2-1-8 16,-1 2-4-16,-5 3-6 0,6-3-3 0,-2 3-5 16,-4 3-3-16,1-2-5 0,-3 4-1 0,-1-1-14 15,1 3-13-15,0-2-22 0,-7 2-17 0,15 2-14 16,-8 0-22-16,2-1-27 0,1 3-25 0,-1 1-30 0,-2-2-21 15,2 3-34-15,-2 2-32 0,1-3-44 0,0 0-60 16,0 1-286-16,-1-3-701 0,-1 0 310 0</inkml:trace>
  <inkml:trace contextRef="#ctx0" brushRef="#br0" timeOffset="8479.7">12858 1588 158 0,'1'-7'364'0,"-1"3"-14"0,0 4-20 0,-1-8-28 0,1 8-24 16,0 0-41-16,1-5-24 0,-1 5-20 0,0 0-31 15,0 0-18-15,0 0-11 0,0 0-22 16,0 0-9-16,0 0-11 0,4 17-9 0,-4-5-8 0,2 0-11 0,-1 5-4 16,-2-2 5-16,-2 6-15 0,-1 5-4 0,-2-2-7 15,3 2 2-15,-3-2-4 0,3-5 2 0,-3-1-10 16,2-2 0-16,3-4-8 0,-2-2 2 0,0-1 0 15,0-3 1-15,0-2 3 0,2 2 2 0,1-6 52 16,-1 6 46-16,0-3 51 0,1-3 34 0,0 0 32 16,0 0 6-16,0 0-28 0,0 0-21 0,6-16-23 0,2 6-18 0,-2-3-19 15,3-1-11-15,1-1-14 0,4-2-13 16,-3-1-12-16,5 0-14 0,-4 3-6 0,2 1-8 16,-7 4-6-1,1 0-4-15,-2 1-6 0,1 5-9 0,-1-4-6 0,-2 5-5 16,-1-2-10-16,-1 3-9 0,2-1-30 0,-4 3-25 15,0 0-3-15,0 0 0 0,14 7 4 0,-9-1 7 16,3 2-2-16,-2 0 0 0,3 2 2 0,-5 1 2 16,5 3 5-16,-4 0 3 0,4 1 2 15,1 1 2-15,-5-6-5 0,0 3 0 0,1-4 4 0,-3 0-2 16,2-2 5-16,-2-3 4 0,-1 1 2 0,1 0 10 16,0-1 0-16,-2-2 24 0,-1-2 26 0,5 3 33 15,-5-3 30-15,0 0 28 0,0 0 19 0,0 0-17 16,10-9-13-16,-3 3-10 0,-2-2-8 0,1-3-12 0,4-6-20 15,2-1-8-15,-1 1-6 0,5-5-5 0,-5 6 3 16,2-1-20-16,1 3-11 0,-5-1-12 0,6 3-33 16,-3 0-33-16,-3 4-43 0,2-3-43 0,-3 8-44 15,4-5-45-15,-1 4-25 0,2 1-52 0,1 4-33 16,0-1-28-16,0 4-26 0,3 2-39 0,-1 1-29 16,-4-1-260-1,-1 2-779-15,2-3 344 0</inkml:trace>
  <inkml:trace contextRef="#ctx0" brushRef="#br0" timeOffset="9125.75">13451 1757 51 0,'0'0'247'0,"0"0"9"0,0 0 4 0,-5 6 6 15,5-6-11-15,0 0-19 0,0 0-10 0,0 0-13 16,-4 2-14-16,4-2-21 0,0 0-7 0,0 0-16 0,0 0-19 16,0 0-16-16,0 0-4 0,0 0-17 0,0 0-11 15,26-5-5-15,-16 3-12 0,2 0-6 16,2-1-2-16,2 1-6 0,2-3-9 0,-1 2-4 15,-5-1-2-15,6-1-9 0,-1-2-1 0,-3 1 0 16,-4-1-3-16,3 2 7 16,-3-2 11-16,2-2 24 0,-3 1 20 0,0 1 9 0,-3-1 6 0,3 0 7 0,-6 2 6 0,0-1-1 15,-1 2 2-15,-1-3-15 0,3 2-7 0,-8-1-12 16,4 2-20-16,0 5-11 0,-4-8-14 0,-1 4-14 31,-4 3-10-31,0 1-5 0,9 0 2 0,-32 5-9 0,17-2 1 0,-3 3-9 16,6 2-23-16,-7 2-10 0,3 0-14 0,2 2-30 15,-2 2 5-15,2 1-10 0,3-1 4 16,2 1-2-16,0 2 4 0,5-3-2 0,4 3 7 16,3-5 11-16,4 0 7 0,3 2 4 0,8-3 2 15,3 4 2-15,-1-6 3 0,8-1-3 0,3-2-3 16,2-3-5-16,0-1 5 0,1-2 1 0,-2-2 4 16,2-5 2-16,-4 0 6 0,-1-3 8 0,-2-4 0 15,-3-1 17-15,3-5 10 0,-8 1 18 0,-1-5 6 16,-3-2 10-16,-1-2 9 0,-1-1 1 0,-3-4 18 0,-1-1 8 0,-1 0 5 15,3-12 1-15,-3 12 27 0,-3 3 30 0,0 1 21 16,-2 4 16-16,-2 9 16 0,4 2 1 0,-5-2-13 16,0 8-13-16,1-2-10 0,-1 5-12 15,0 1-19-15,0 0-9 0,3 3-20 0,-3-3-15 16,0 5-34-16,0 0-39 0,0-3-45 0,0 3-56 0,0 0 6 16,0 0 8-1,-3 17 3-15,1-4 1 0,-9 10 16 0,4 5 9 0,1 0 6 16,-2 4 9-16,3-2 3 0,1 2 4 0,2-2 10 15,0 1 0-15,2-2-1 0,0-1 4 0,0-1 9 16,0-9 0-16,0-1 0 0,0-5 3 0,0-2 5 16,0 0 4-16,2-1-1 0,-2-4-4 15,0 2 4-15,0-2-4 0,0-1 1 0,0-4 1 16,0 0 1-16,-2 8-4 0,2-8-10 0,0 0-17 0,0 0-45 16,0 0-85-16,0 0-74 0,0 0-73 0,2-20-58 0,-2 8-290 15,-2-4-713-15,2 1 317 0</inkml:trace>
  <inkml:trace contextRef="#ctx0" brushRef="#br0" timeOffset="9294.69">13828 1526 47 0,'-9'2'250'0,"4"-2"8"0,5 0 17 0,0 0-5 31,-13 0-2-31,13 0-12 0,0 0-2 0,0 0-22 0,0 0-22 16,0 0-17-16,0 0-28 0,31-10-14 0,-12 6-15 15,16-1-41-15,-1-3-47 0,3 4-53 0,2 1-60 16,12-6-79-16,0 2-90 0,-17-1-210 0,1 1-480 16,-1 0 213-16</inkml:trace>
  <inkml:trace contextRef="#ctx0" brushRef="#br0" timeOffset="9679.89">14283 1683 128 0,'19'-2'212'0,"-5"-1"-24"16,4 1-13-1,3-4-9-15,-1 0-12 0,6 0-5 0,-5-2-12 0,6-3-4 16,-3-1-12-16,2-2 0 0,-11 3-9 0,10-6-3 15,-10 5-4-15,-1 1-9 0,2-3 0 0,-4 0-3 16,-3 1-6-16,-2 1 7 0,0-3-5 0,-3 3-2 16,-2 4-1-16,0-3-14 0,-4 4-3 0,1-1-6 15,-3 4-13-15,-3 0-4 0,-5 0-7 0,1 3-9 16,-3 2-4-16,-3 4 1 0,-3 0-4 0,-2 2-8 0,-4 7 1 16,7-1-2-16,-4 4-2 0,0 2 0 0,3-1-3 15,-2 0 1-15,4 3-4 0,4 2 3 0,0-1-5 16,8-4-5-16,-1 0-5 0,6 2-1 0,2-2-12 15,6 7-17-15,-2-8-25 0,5 0-42 0,3-5-49 16,2-1-81-16,-2-5-213 0,5-2-482 0,1-3 213 16</inkml:trace>
  <inkml:trace contextRef="#ctx0" brushRef="#br0" timeOffset="10013.49">14760 1511 319 0,'1'-2'329'16,"-1"2"-28"-16,0 0-34 0,0 0-27 0,15 4-24 15,-11-1-22-15,3 0-22 0,-2 1-20 0,3 4 1 16,0 1-21-16,3 6-11 0,-2-1-11 16,1 1-10-16,-4 2-12 0,1 0 2 0,-2 10-10 15,-3-6 1-15,2 4-10 0,-8-4-8 0,2 3 0 16,-2-5-13-16,0-2-2 0,-1-5-3 0,1-1 6 0,-1 0 11 0,1-4 3 15,-1 0 23-15,1-4 40 0,3 0 50 0,-2 1 65 16,3-4 56-16,0 0 52 0,0 0 32 0,0 0-21 16,0 0-23-16,0 0-21 0,4-24-34 0,6 4-26 15,3-3-29-15,4-4-25 0,3 0-26 0,3-2-26 16,0 1-33-16,13-9-44 0,-3 3-48 0,-10 9-52 31,1 4-46-31,-6 0-55 0,1 3-66 0,-6 4-74 0,2 4-85 0,-3 1-117 16,-7 2-147-16,-1 2-346 0,-4 2-1041 0,0 3 461 15</inkml:trace>
  <inkml:trace contextRef="#ctx0" brushRef="#br0" timeOffset="14165.94">4015 2721 58 0,'-4'-3'205'16,"4"3"-8"-16,0 0-7 0,0 0-4 0,0 0-7 15,0 0-6-15,0 0-7 0,0 0-8 0,-3-3-7 0,3 3-10 0,0 0-8 16,0 0-9-16,0 0-14 0,0 0-11 0,0 0-11 15,0 0-11-15,0 0-8 0,0 0-8 0,0 0-8 16,0 0-9-16,0 0-1 0,0 0-6 16,0 0-5-16,0 0-5 0,-1-4-1 0,1 4-10 15,0 0 2-15,0 0-4 0,0 0-4 0,0 0 1 16,0 0-1-16,20 3 1 16,-15-2-3-16,4 0 0 0,2 1-4 0,6 0 2 15,4-1 0-15,-6-1 1 0,8 3-1 0,4 1 2 16,5 0-4-16,0 1 1 0,4-4-1 0,2 1 0 15,3 1 8-15,10-1-10 0,3 1 4 0,-2-1-6 16,-11 1 3-16,11-1 2 0,2 0-6 0,-16-1 2 16,16 0 0-16,-4 0-1 0,-9 1 8 0,11 3-10 15,-2-5 4-15,-8 2-1 0,11 0-1 0,-14-1 1 0,12 1 2 16,-13 0-3-16,2 2-3 0,-1-2 6 0,12 0-2 16,-14 1-2-16,-1 1 7 0,2-2-6 0,0-2-2 0,2 3 2 0,-3-3 0 15,0 2 0-15,1-2-3 0,-2 0 12 0,1 2-8 16,2-4 0-16,-1 5-3 0,-4-3 2 0,6 3 1 15,-3-3 0-15,4 4-1 0,10-6 0 0,-13 4-1 16,-1-1 0-16,0 0 0 0,3-1 3 0,-1 0-4 16,0 0 0-16,1 3 1 0,12-2-2 0,-15 0 3 15,0 1-3-15,3-2 0 0,-3 0 1 0,1 1-1 16,-2-1 0-16,2 2 0 0,-2 1 2 0,2-1-1 16,-2-2 2-16,0 0-2 0,2 5 0 15,-1-4-2-15,-1 2 4 0,-3-1 3 0,3 1-5 0,1 0 1 16,-1-3-2-1,-3 2 3-15,4 1-3 0,-1-1 3 0,1-2 0 16,-1 3 0-16,-2-3 0 0,2 0 1 0,-1 2 0 16,-1-2-3-16,2 1 2 0,-2 0 0 0,2 2-1 15,-4-3 1-15,3 0 1 0,0 1 0 0,2-2-5 16,0 1 3-16,3 0 0 0,1 0-2 0,10 0 2 16,0 0 2-16,-13 1-5 0,2-1 2 0,12 3 1 15,-13-3-2-15,14 1 1 0,-13-1-1 0,11-1 2 0,-10 1-2 16,13 0-2-16,-2 1 2 0,-2 0-3 0,-12 0 6 0,15-2-1 15,0 4-2-15,1-3 3 0,1 0-3 0,-1 2 3 16,1-1-2-16,2-1 3 0,-3 0-4 0,2 0-1 16,0 3 2-16,-2-4-1 0,0 1 0 0,-3 0 0 15,2 1 4-15,-13 1-4 0,15-4 2 16,0 5-2-16,3-2 3 16,-1-1 0-16,-2 0 0 0,1 2-1 0,0 0-1 15,0-1 3-15,3 4-2 0,-4-5 0 0,0 2-1 16,0-1 0-16,0 0 1 0,4 1-1 0,-3-2 2 15,-1-4 2-15,5 8-7 0,-2 0 7 0,0-5-1 16,4 4-1-16,-1 0 0 0,3-1 1 0,1 0-2 16,-1-2 2-16,0 2-3 0,-3 3 4 0,-1-5-3 15,4 5-4-15,-6-2 4 0,3-1 1 0,-2-1 3 0,-2-2-4 0,3 3 2 16,0 1-1-16,3-2 0 0,-3 3 3 16,0-1-4-16,3-2 2 0,1 3-4 15,-2-4 5-15,2 2-11 0,3 0 1 0,-7 0 0 16,-2 0 3-16,1 3-1 0,-3-1 1 15,1-3-1-15,0 3 0 0,-3-3 2 0,3 4 0 0,-3 0 0 16,6-3-1-16,-4-2 4 0,3 3 0 0,-3 1 0 0,-2 0-2 0,0-3 1 0,1 2 1 16,-1-1 0-16,0-2-1 0,-1 0 3 0,-1-2-4 15,0 4 3-15,3-4 1 0,-1 4-4 0,4 0 3 16,-7-1-3-16,10-2 9 0,-2 3-8 0,1 1-1 16,1-2 3-16,-1 0-4 0,4-1 3 0,-4 3 1 15,4 0 1-15,28-3-1 0,-29 3 1 0,3 0 1 16,29 2 1-1,-1-2-1-15,-30 0 0 0,34-1-2 0,-4 3-1 0,-30-4 3 16,34 3 3-16,-6 2-1 0,0-2 1 0,0 3 0 16,1-3 1-16,3 4-3 0,0-4 1 15,1 1-2-15,-5 0 1 0,0 6-1 0,-27-9 1 16,31 4 3-16,-2 2-4 0,-27-3 3 0,25 0-4 0,-27 0 2 16,32 4 0-16,-33-4 0 0,2 0 4 0,0-1-1 0,0 2 2 15,-6-3 0-15,-1 2 3 0,-1 0-1 0,-3 0 0 16,-3 1 0-16,-12-4-1 0,-1 3 3 0,0-1-1 15,-1 1-2-15,-3-2 7 0,-4 1-8 0,0-1 2 16,-3 0-6-16,-10-1 2 0,1 1-4 0,-5-2 4 16,-3 0-2-16,0 0-1 0,-3-1 3 0,-3 3-2 15,0-3 0-15,0 0 6 0,-5 0 9 0,9 1-2 16,-5-1 4 0,-4 0 0-16,5 3 2 0,-5-3 2 0,0 0-4 15,6 0 0-15,-6 0-3 0,0 0 1 0,0 0-4 16,0 0 5-16,0 0-14 0,0 0-19 0,0 0-26 15,0 0-38-15,0 0-46 0,0 0-69 0,0 0-291 16,0 0-522-16,-33-10 232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01:42.04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2820 4852 67 0,'0'0'101'16,"0"-5"8"-16,0 0-12 0,0 5-3 0,1-4 9 15,-1 0-4-15,0 4 5 0,0-6 8 0,0 6 2 0,3-4-1 0,-3 4-4 0,0 0-11 16,0-7 6-16,0 4-2 0,0-2 3 0,0 5 6 16,0-7-1-16,0 5-8 0,0 2 2 0,1-8 3 15,-1 8 12-15,0-6-4 0,0 0-15 0,1 4 8 16,-1 2-1-16,0-8 10 0,0 6-4 0,0 2 0 0,0-7-12 15,0 4-7-15,0 3 0 0,0 0-13 16,0 0-7-16,0-5-8 16,0 5-11-16,0 0-9 0,0 0-14 0,0 0-19 15,0 0-27-15,0 0-31 0,0 0-26 0,0 0 10 16,0 0 5-16,0 21 5 0,0-5 5 0,0 1 8 16,0 2-2-16,0 8 9 0,0 0 3 0,0-3 2 0,0 2 1 0,0 1 4 15,0-9 2-15,0 4 8 0,0-2-4 0,0-3 1 16,0-1 4-16,3 0-1 0,-3-4 2 0,1-2 1 15,-2-3 3-15,2 1 7 0,-2-2-3 16,2-2 4-16,-1 3 7 0,0-6 35 0,0-1 41 16,-1 7 40-16,1-7 54 0,-3 2 33 0,3-2 1 15,0 0-23-15,-5-9-19 0,1 1-20 0,3-2-13 16,-4-7-18-16,-3-3-9 0,3-7-17 0,0-5-29 0,-2-16-15 16,5 0-10-16,2-7-8 0,0 3-4 15,1-1-1-15,3 2-2 16,-3 2-3-16,3 14-2 0,-1-1-4 0,-2 6 0 15,3-2 5-15,-3 6 6 0,3 2 4 0,1 6 5 16,-1 3-5-16,-3 3-4 0,3 1-4 0,1 1-5 16,-1-1-2-16,1 0-11 0,5 2-5 0,4-5-5 15,3 6-24-15,1-2-33 0,9 1-38 0,5 0-22 16,2 4-34-16,7 2-25 0,-1 3-26 0,11 3-36 16,-13 1-45-16,0 4-45 0,-3 3-302 0,-3 1-687 0,-1 1 305 0</inkml:trace>
  <inkml:trace contextRef="#ctx0" brushRef="#br0" timeOffset="425.27">2790 4938 106 0,'0'0'266'0,"-5"0"-16"15,5 0-14-15,0 0-22 0,0 0-20 0,-5 2-19 16,5-2-20-16,0 0-14 0,0 0-17 0,0 0-5 0,0 0-7 15,-5 2-6-15,5-2-16 0,0 0-12 0,0 0-6 0,0 0-7 0,15 3-5 16,-2-6-6-16,9 3-5 0,6-2-2 0,8-1-7 16,3-1-4-16,15-1-4 0,1-2-6 0,4 2 4 15,-7 0-5-15,-15 1-2 0,0 0-4 0,-1 0-1 16,1 0-1-16,-5 1-5 0,-3 1 1 0,-9 1 2 16,-3-1-2-16,-5 1-5 0,-3 1 3 0,1-1-5 15,-5 0-1-15,3 1-4 16,-3 0-15-16,-5 0-11 0,9-3-9 0,-9 3-12 15,0 0-26-15,0 0-17 0,0 0-20 0,0 0-30 16,-23 5-9-16,15-1-38 0,2-2-182 0,-3 1-396 16,5-2 175-16</inkml:trace>
  <inkml:trace contextRef="#ctx0" brushRef="#br0" timeOffset="762.88">3708 4873 163 0,'1'-3'403'16,"-1"3"2"-16,-1-6 7 0,1 2 4 0,-4 0 5 16,4 4-14-16,0 0-25 0,0-6-31 0,0 6-32 15,0-3-31-15,0 3-33 0,0 0-28 0,0 0-28 16,0 0-22-16,0 0-24 0,0 0-24 0,0 0-38 15,0 0-24-15,0 0-31 0,0 0-35 0,0 0-35 16,0 0-11-16,0 0 2 0,3 16 3 0,-1-8 4 16,-1-1 5-16,1 1-14 0,-1 4 0 0,-1-3-3 0,0 2-5 0,0 1-15 15,3-1-12-15,-2-1 1 0,-1 0-8 16,0 3-9-16,0-2-6 0,-1-3-7 0,-2 3-11 16,3-2-12-16,-1-4-11 0,-1 1-14 0,0-1 1 0,1 0 5 0,-2-4-24 15,3-1-42-15,0 0-63 0,-9-6-175 0,4-3-494 16,-1-2 219-16</inkml:trace>
  <inkml:trace contextRef="#ctx0" brushRef="#br0" timeOffset="910.54">3686 4635 281 0,'0'-10'299'0,"4"1"-25"16,-4 0-8-16,1 3-10 0,-2 0-18 0,2 0-26 16,-1 2-15-16,0 1-27 0,0 3-26 0,0-5-40 15,0 5-56-15,0-4-40 16,0 4-29-16,0 0-42 0,13 7-48 0,-8-2-57 15,-1 1-188-15,3 2-386 0,-1-1 172 16</inkml:trace>
  <inkml:trace contextRef="#ctx0" brushRef="#br0" timeOffset="2181.32">3871 4860 69 0,'4'-4'373'15,"-3"3"11"-15,2-4 9 0,-3 5-1 0,5-3-7 16,-5 3-21-16,3-2-28 0,-3 2-31 0,1-6-23 16,-1 6-32-16,0 0-28 0,0 0-29 0,0 0-21 0,0 0-23 0,0 0-22 15,0 0-25-15,0 0-25 0,0 0-26 0,0 0-29 0,5 11-6 16,-1-6-3-16,-4 2-4 0,0-1-1 0,5 6 6 16,-5-1 5-16,0 1-17 0,1 4-12 15,-1-3 5-15,0 0 10 0,0-1-13 0,3-2-3 16,-2-2-10-16,-1 1-17 0,0-2 0 0,0-3-5 0,0 1 5 15,3 0 8-15,-3-3 5 0,1 1 6 0,-1-3 24 0,2 7 21 16,-2-7 22-16,0 0 32 0,3 3 12 0,-3-3-10 16,0 0-14-16,13-14 3 0,-4 5-6 15,2-3-19-15,2-2-3 0,0-3 0 0,-2 4-4 16,1-3-7-16,-2 2-6 0,0 3-3 0,0 2-4 0,-2 2-2 16,0 0-3-16,-3 3-2 0,-2-1-5 0,2 4-4 15,-3-2-14 1,2 2-22-16,-4 1-26 0,3-6-20 0,-3 6 2 15,0 0 3-15,11 7-7 0,-7-1 3 0,5 1 5 16,-4 0 2-16,0 1 0 0,0 2 7 0,4-1 3 16,-4 3 18-16,7 1-14 0,-3-2-5 0,2 3 1 15,-3-4-2-15,3 2 2 0,5-3 2 0,-2 1-5 16,5-3-1-16,3 1-9 0,7-1-5 0,3 0 0 16,4-4-3-16,3-1-13 0,2-2 0 0,10-1 0 0,2-2 8 0,-15 0 9 15,17-2 3-15,-22 1 10 0,3 1 8 0,-4-4 6 16,0 2 5-16,-4-2 2 0,-6 1 11 0,-2 2 17 15,-2 0 30-15,-4 1 33 0,-4-2 46 0,-1 3 34 16,-1-1 33-16,-3 3 20 0,0-3 26 0,-1-1-4 16,0 3-17-16,-4 1-21 0,3-6-11 0,-3 6-22 15,-3-6-16 1,2 2-15-16,-6 2-13 0,1-1-30 0,-6 1-18 16,1 0-5-16,-2 1-10 0,-7 0-16 0,-2 0-11 0,4 3-19 15,-5 1-14-15,4 2-3 0,1 1-17 0,0 0-19 16,-2-2-11-16,3 6-9 0,0-3-2 15,3 3-12-15,0 0-3 0,4-2-3 0,1 3-4 16,-1-3-4-16,5 3-1 0,1-1-3 0,0-2 4 16,4-1 10-16,1 1 12 0,1-2 10 0,3-1 13 0,0 0 3 0,6-2 8 15,1 0 6-15,2-2 8 0,3-3 3 0,2-1 8 16,-1-2 6-16,2-2 7 0,-1-2 23 0,3-5 16 16,-8 1 23-16,0-2 18 15,0-2 17-15,4-7 19 0,-1-2 2 0,-10-3 7 16,5-1 7-16,-1-5 18 0,-6-11-14 0,1-3 30 15,-3 15 5-15,-1-3 17 0,1-10 14 0,-4 14 12 0,2 3 6 0,-2 3-5 0,-1 3 0 0,0 6 5 16,1 1 1-16,0 8-9 0,0 0-10 0,1-1-11 16,-2 3-13-16,1 2-20 0,1 0-21 0,-1 1-15 15,-2-2-13-15,2 5-30 0,1 1-48 0,0 0-51 16,0 0-65-16,0 0-40 0,0 0 1 16,0 0 15-16,1 21 20 0,-2-4 6 0,0 9 17 0,-1 3 7 15,1 3 9-15,-2 0 10 16,2 3 8-16,0-1-21 0,2 1-5 15,0-1 2-15,3-1-2 0,1-4 3 0,2 0 10 16,0-3 3-16,1 1 3 0,2-5 10 0,-2-5 12 16,3-2 2-16,1-2 4 0,5-3 13 0,-6 0-2 15,4-6 8-15,5 0 9 0,-4-2 10 0,3-2 4 16,2-3 8-16,-1-1 8 0,-2-2 4 0,0-3 19 16,-2 3 11-16,1-5 7 0,-2 1 22 0,-2-2 9 0,-1 1 15 0,-2 3 22 15,-1-2 10-15,-4 3 15 0,2 1 15 0,-5 0 7 16,3 1-2-16,-1 1-9 0,0-2-14 0,-3 4-15 15,2 0-17-15,-3 2-15 0,0 0-15 0,4-3-12 16,-4 3-21-16,2-3-24 0,-2 3-31 0,0 0-30 16,0 0-31-16,0 0-35 0,4 8-2 0,-4-6 19 15,0 5 7-15,0 0 6 16,0 3 4-16,0-1 8 0,3 2 3 16,-3-1 7-16,1 2 1 0,-1 0 10 0,0-2-3 15,0-1-15-15,3 1-2 0,-3-3-7 0,2 0-26 16,-1-1-26-16,-2 1-13 0,2-5-5 0,-1 3 1 0,0-5 2 15,0 6-1-15,1-5-3 0,-1-1-4 0,0 0-67 16,0 0-112-16,-12-13-323 0,4 5-691 0,2-7 305 16</inkml:trace>
  <inkml:trace contextRef="#ctx0" brushRef="#br0" timeOffset="2328.54">5158 4582 168 0,'0'-4'438'0,"0"0"-25"16,0 4-30-16,-2-3-36 0,2 3-39 0,0-6-36 15,0 6-32-15,0 0-18 16,-3-5-50-16,3 5-60 0,0 0-34 0,0 0-40 16,0 0-38-16,19 11-52 0,-10-5-55 0,0 2-79 15,0 2-71-15,0-1-175 0,-4 0-467 0,0 2 206 16</inkml:trace>
  <inkml:trace contextRef="#ctx0" brushRef="#br0" timeOffset="3445.68">5379 4848 196 0,'3'-3'460'16,"-3"3"-9"-16,0 0-10 0,2-4-28 0,-2 4-26 15,0 0-35-15,0 0-41 0,0 0-31 0,0 0-32 0,0 0-32 16,0 0-24-16,0 0-26 0,0 0-22 15,0 0-43-15,0 0-38 0,0 0-23 0,3 14-2 16,-3-9-1-16,0 3-4 0,2-2 1 0,1 6-6 16,-3 1-5-16,1-3-19 0,-1 1-16 0,4 1-3 0,-3 1-8 0,2-4-13 15,1 0 2-15,-3-1-4 0,0-3 0 0,2 3 4 16,-2-4 7-16,-1-1 7 0,3-1 6 0,-2 2 22 16,-1-4 29-16,0 5 15 15,0-5-4-15,0 0 1 0,19-11-14 0,-9 4 3 16,3-3 7-16,0-1-5 0,1-1-3 0,0-4 9 15,6-1-19-15,-7 1-4 0,2 3 4 16,-3-2-3-16,2 5-3 0,-5 2 5 0,-3 2-8 0,1 1-6 16,-2-1-2-16,0 3-7 0,-1 1-2 0,-2-1-16 15,-2 3-12-15,8-1-4 0,0 5-7 0,-2-2-9 16,3 4-3-16,3 4 7 0,2 2-8 0,1-1 5 16,7 9 9-16,1-4 0 0,5-2-6 15,-4 3-10-15,3-5-14 0,4 2-11 0,-3-6 0 16,2 2-4-16,2-4-8 0,0-1-2 0,-1-2-2 0,-2-3 10 0,2-2 3 15,-8-4 10-15,-1 2 4 0,-4-3 16 0,-2 0 33 16,-2 1 23-16,-4-3 20 0,-2 1 22 0,-1-1 27 16,-2 0 1-16,0 0 16 0,-4 1-9 0,-1-2-3 15,-1 4-12-15,-2-2-5 0,0 1 8 0,-3 3-24 16,1-3-12-16,-1 4-15 0,-6-1-3 0,3 0 2 0,-2 4-22 16,-2 0-6-16,3 1-9 15,-3 2-7-15,2 2-11 0,-1 1-11 16,2 2-10-16,1 2-10 0,0 0-8 0,0 2-12 15,0 2-2-15,1-1-11 0,7-4-6 0,-3 0 8 16,3 2 9-16,2-2 17 0,3-1-1 0,0-4 11 16,5 4 5-16,1-4 8 0,3-1 4 0,5 1 2 0,0-4 7 15,1-1 2-15,0-5 3 0,-2 3 4 0,2-6 5 16,-2 5 12-16,-1-2 15 0,2-4 12 0,-4 3 10 16,-4 0 13-16,4 0 14 0,-6 2 12 0,1-2 8 15,0 5 2-15,-3-2-2 0,-2 1-11 0,1 0-8 16,-1 1-9-16,0-1-9 0,-4 3-23 0,0 0-10 0,0 0-8 15,13 8-1-15,-11-1 0 0,2 0-6 0,0 5 4 16,0 4 3-16,0 2-5 0,-2 9 3 16,4 1-4-16,-6-1 6 0,0 5-2 0,-1 2 6 0,-4-2-1 0,0 18 4 15,4-14 1-15,-7 10 0 0,4-12-3 0,-1-2 3 16,0-1 0-16,-4-2 0 0,0-1 4 0,0-1-6 0,-1-9-1 16,1 1 2-1,0-4 2-15,-5-3 4 0,5-3-2 0,-1-2 7 16,-3-2 13-16,0-2 10 0,1-3 15 0,-1-3 31 15,0 1 29-15,3-6 23 0,-1 0 11 0,-1-5 5 16,4-2 2-16,-1-8-5 0,5-4-6 16,3-7-19-16,9-12-13 0,2-3-11 0,6 1-14 0,7 2-7 15,4 0-15-15,1 0-14 0,8 0-16 0,-4 6-2 16,0 3-5-16,-9 9 0 0,1 5-6 0,1-1 0 16,-4 7-5-16,-3 0-1 0,-3 2-3 0,-2 6-6 15,-5 3 5-15,2-1-2 0,-6 2-2 16,1 3-4-16,-1-2 2 0,0 1 0 0,-3-1-14 0,4 3-31 0,-5 1-37 0,4-4-50 15,-4 4-36-15,0 0 6 0,0 0 2 16,-10 13-27-16,1-8-53 0,-4 3-81 0,-5-2-343 16,3 1-714-16,2-3 316 0</inkml:trace>
  <inkml:trace contextRef="#ctx0" brushRef="#br0" timeOffset="12645.82">7527 4775 21 0,'5'-2'105'0,"-2"-2"-3"0,2 1 1 16,0-2-2-16,0 2 7 0,-4-1-2 0,2 1-4 15,1-2 5-15,-3 2 13 0,3-1 1 0,-3-1-4 16,2-1 0-16,-2 1 1 0,3 0 2 0,-3 1-6 16,3-3 0-16,-4 3-4 0,1-2-4 0,3 0 1 15,-4 3-2-15,0-5-4 0,0 2 1 0,0 3 0 0,0-2-1 0,-1-2-4 16,1 2-12-16,-3 2 0 0,2-3-12 0,-4 3-7 16,1 2-11-16,-1-2-10 0,-3 0-8 0,2 3-3 15,-7 0-9-15,2 0-2 0,-6 7-4 0,-1-2 3 16,0 3-6-16,0 1-3 0,0 2-2 0,-3 5-2 15,1 0-1-15,4-1-22 0,-3 5 2 0,2 1-2 16,-1-1 3-16,8-2-1 16,-2 2 1-16,5-2 3 0,1-2 1 0,0-4-6 15,5 2-6-15,-1 1 4 0,2 0 0 0,2-3-2 16,-2-3 7-16,4 1-3 0,1-1 5 0,-1-1 6 16,6-4 6-16,-4 0 3 0,4-2 4 15,-4-2 6-15,8 0 9 0,-1-2 4 0,-2-4 12 0,6-1 8 16,-5 0 9-16,4-2 9 0,-6 1 3 0,5-6 5 15,-2 2 7-15,0-2 8 0,-3-1 7 0,-1 2-8 0,1-2 15 16,-1 2 2-16,-3 0 12 0,-1 3 15 0,2 1 13 16,-6 3 13-16,2 0-3 0,0 0-4 0,-1 2-13 0,-2-1-16 15,1 4-14-15,2-3-12 0,-3 4-16 0,4-4-13 16,-4 4-31-16,1-3-24 0,-1 3-27 16,0 0-30-16,0 0-28 0,0 0-30 0,0 0 14 0,0 0 4 0,0 12 11 15,0-1 13-15,4-1-3 0,-4 3 6 0,0 2 8 16,0 0 4-16,-2 3 6 0,2-2 13 0,-3-3-3 15,3 0-4-15,0-1 4 0,1-2 18 0,-2 1-13 16,2-2 9-16,-1-4 1 0,4 2 3 0,-4-3 6 16,1 0-5-16,-2-1 11 0,2 1 18 0,-1-4 13 15,4 3 18-15,-3 0 9 0,-1-3 6 0,9 0 0 16,-9 0-11-16,26-6-3 16,1-3-5-16,2-5-11 0,6 1-53 0,11-8-61 15,-12 6-74-15,4 3-87 0,-4-4-111 0,-5 3-386 16,3-3-796-16,-3 1 352 0</inkml:trace>
  <inkml:trace contextRef="#ctx0" brushRef="#br0" timeOffset="15219.23">8769 4446 115 0,'2'-12'282'0,"-4"1"-7"16,1 5-1-16,1-1 7 0,0 2-3 0,0 0-10 15,0-1-20-15,0 1-28 0,0 1-22 0,0 4-21 16,1-6-23-16,-1 6-34 0,0-5-37 0,0 5-43 16,0 0-7-16,0 0-8 0,-1 18-4 0,0-3 1 15,1 12-9-15,-2 5 6 0,1 3-3 0,4 14 2 16,-6 0-3-16,0 1-3 0,2-4-1 0,-2-10-2 16,1-1 5-16,1 0-3 0,0-3-6 0,-2-1 9 0,4-3-2 0,-1-1-3 15,0-8-1-15,-1 0 0 0,1-2 1 0,0-5-1 16,-1 2 3-16,1-5-3 0,-1 2 1 0,-1-2 4 15,1-3-1-15,1 1-3 0,-1-1-12 0,-1-2-5 16,2 0-14-16,-1-1-13 0,0 1-9 0,1-4-22 16,-7 3-32-16,0-1-57 0,7-2-67 0,-16-7-234 15,7 0-494 1,2-3 219-16</inkml:trace>
  <inkml:trace contextRef="#ctx0" brushRef="#br0" timeOffset="15550.6">8778 4550 101 0,'0'-3'293'0,"0"3"-35"16,0-6-27-16,0 6-25 0,0 0-26 0,2-3-19 15,-2 3-22-15,3-2-13 0,-3 2-14 0,0 0-12 16,14 7-9-16,-3 0-11 0,5 4-3 0,-3 0-8 16,2 1-5-16,-2-1-7 0,5 2-9 0,-4 0-4 15,0-1-4-15,-1 2-6 0,-3-2-4 0,0 2-4 16,-5-3-8-16,1-2-8 0,-1 3-11 0,-4-3 1 15,-1-1-1-15,-4 2 4 0,-2-2-1 0,-6 3 1 0,-3-1 1 0,-4-1 5 16,-8 1-6-16,9-2 1 0,-5-1-3 0,1-1 5 16,3-5-2-16,-1 4 2 0,1-3 1 15,2 1 0-15,2-3-4 0,3 4 3 0,0-3 0 0,4-1-1 16,3 0-1-16,-2 0-8 0,7 0-6 0,0 0-15 16,0 0-18-1,0 0-20-15,18-10-18 0,1 4-18 0,14-3-21 16,3 3 0-16,19-6-11 0,0-1-15 0,-3 4 1 15,2-2 1-15,1 2-3 0,-1-2-86 0,-1 1-253 16,-2-1 111-16</inkml:trace>
  <inkml:trace contextRef="#ctx0" brushRef="#br0" timeOffset="15859.78">9397 4661 406 0,'25'-7'25'0,"-7"2"48"15,-5-2 61-15,-3 3 41 0,-1-1-1 0,-4-3 0 16,-1 4 2-16,0-4-12 0,-4 4-10 0,-3-3-7 16,0 1-9-16,-1 1-14 0,-3-1-7 0,-4 3-9 0,-1-2-11 0,1 1-11 15,-8 3-10-15,2 2-10 0,-4 1-6 0,2 3-9 16,-7 2-5-16,-4 2-4 0,7 4-8 0,0 2 2 15,0-1-6-15,4 2 5 0,0 1-14 0,4 0 10 16,-2 1-6-16,4-1-9 0,2-1-3 0,-1 1-4 16,6-3-9-16,1-2-7 0,1-2-4 0,1 0-4 15,2 2 4 1,1-5 4-16,0-2 3 0,4 0 8 0,0-2 3 0,3 1 7 16,5-4 1-16,-2 0 2 0,9-4-2 0,-1-4-3 15,-1 1 0-15,0 0 1 0,1-3-4 0,4 3 4 0,-8-4 3 16,4 2 5-16,0 2 0 0,-4-2 9 0,-1 3-6 15,-3-1 4-15,-1 3 0 0,-1 1-4 0,-2-2 0 16,0 3-2-16,-2-1-4 0,1 1-3 0,-5 2-4 16,7-3-15-16,-7 3-24 0,4-2-24 15,-4 2-16-15,0 0-8 0,0 0-21 16,8 6-32-16,-5 0-34 0,-2-4-37 0,2 3-40 16,-3 0-154-16,0 1-428 0,-1-1 190 0</inkml:trace>
  <inkml:trace contextRef="#ctx0" brushRef="#br0" timeOffset="16421.5">9574 4567 227 0,'4'-6'244'0,"2"2"-23"16,0 2-24-1,0 2-23-15,0 0-13 0,6 1-14 0,-2 1-12 0,2 4-10 16,-1 1-17-16,3 4-11 0,-4-2-9 15,1 4-11-15,0 3-4 0,-2 1-8 0,-4 1-5 16,-1 1-3-16,-3 0-8 0,-2-1-3 0,1-1-4 16,-4-2-3-16,-1-2-9 0,-4 1 1 0,1-4-2 0,1 1 0 15,-2-1-1-15,-1-4-3 0,-1-1 2 0,4 1 0 16,-5-5 0-16,6 1 19 0,-4-4 2 16,-1-1 5-16,5-2 6 0,0-2-14 0,-1-2-5 0,2-3-12 0,5-3-4 15,3-4-14-15,3-9-15 0,8 3-16 0,4-5-12 16,5-1-7-16,10-5-12 0,-3 11-6 0,8-11-6 15,3 10-4-15,-10 6-2 0,11-9-3 0,-13 12 10 16,3-1 4-16,-3 1 3 0,-2 3 7 0,0-2 14 16,-3 3 16-16,-7 2 21 0,-2 4 30 0,-5 2 29 15,-1-3 21-15,0 4 35 16,-3-1 41-16,0 0 6 0,-1 0 24 16,-2 3 6-16,2-1-5 0,-1 1 7 0,-2 0-15 0,-2 2-15 15,5-2-16-15,-5 2-23 0,5-4-9 0,-5 4-18 0,0 0-18 0,0 0-18 16,0 0-38-16,0 0-34 0,0 0-25 0,5 8 6 15,-6-3-1-15,-3 12 6 0,-2-1 0 0,-2 9 0 16,3 3 1-16,-5 2 5 0,2 5 0 16,-1 0 6-16,0 1 0 0,3 0-2 0,1-3 8 0,-1-2-3 15,2-2 1-15,-2-3 7 0,5-6-3 0,0-1 1 16,1-2 0-16,-3-5 1 0,2 0-21 16,1-3-1-16,0-1 2 0,0-2-4 0,-3 0 7 15,3-1 6-15,0-1 2 0,0-4 4 0,-1 7-2 16,1-7-3-16,-2 3-14 0,2-3-16 0,0 0-11 15,0 0-52-15,0 0-93 0,0 0-85 0,-5-12-313 0,3 5-643 0,1 0 284 16</inkml:trace>
  <inkml:trace contextRef="#ctx0" brushRef="#br0" timeOffset="16706.38">9870 4696 101 0,'-6'2'250'0,"6"-2"-2"16,0 0-6-16,-4 2 0 0,4-2-5 0,0 0-21 15,0 0-18-15,0 0-22 0,0 0-16 0,0 0-18 16,15 2-13-16,1-4-10 0,2-1-11 0,5 1-16 16,9-4-6-16,3 5-8 0,-5-2-7 0,2-2-7 0,-2 0-9 0,-7 3-4 15,-2 0-3-15,-4 2-6 0,2-3 6 0,-5 2-12 16,-4 0-4-16,-2-1-4 0,0 1-3 0,-2 1-14 15,-1-2-11-15,-5 2-23 0,9 0-22 0,-5-2-21 16,-4 2-32-16,0 0-13 0,4-2-55 0,-4 2-42 16,0 0-40-16,0 0-147 0,0 0-429 0,-17-3 190 15</inkml:trace>
  <inkml:trace contextRef="#ctx0" brushRef="#br0" timeOffset="16990.14">10437 4628 309 0,'0'0'434'0,"1"-3"-15"16,-1 3-16-16,0 0-28 0,0 0-32 0,7-1-36 16,-7 1-32-16,0 0-36 0,0 0-27 0,0 0-26 15,0 0-26-15,0 0-18 0,0 0-22 0,0 0-28 16,2 6-22-16,-2-3 6 0,-1 4-13 0,2-2-1 15,-1 2-10-15,-1 5-3 16,1-5-3-16,-3 3-26 0,3-2-20 0,-1 5-11 16,0-4-10-16,-2 2-19 0,3-2-23 0,-1-3-19 15,-1 3-14-15,0-3-13 0,-2-1-16 0,3-1-7 16,-3 1-6-16,2-5-16 0,2 0-53 0,0 0-82 16,-16-7-210-16,12 2-538 0,-2-6 238 0</inkml:trace>
  <inkml:trace contextRef="#ctx0" brushRef="#br0" timeOffset="17122.54">10441 4391 87 0,'0'-8'381'16,"1"1"-2"-16,0 2-10 0,-1 1-36 0,2 0-47 15,-2 0-16-15,0 4-41 0,1-7-24 0,-1 7-22 16,2-3-49-16,-2 3-45 0,0 0-13 0,0 0-34 16,0 0-42-16,17 8-42 0,-11-1-48 0,1 0-61 0,0 5-62 0,1-2-216 15,-2 2-463-15,0-5 206 0</inkml:trace>
  <inkml:trace contextRef="#ctx0" brushRef="#br0" timeOffset="17538.96">10708 4659 170 0,'0'0'243'0,"0"0"-8"0,0 0-7 0,0 0-21 16,0 0-17-16,0 0-23 0,0 0-14 0,0 0-15 16,0 0-13-16,16-2-13 0,-4-1-14 0,1 0-19 15,-2-3-9-15,3 3-15 0,6-6-3 0,-8 4-7 16,6-4-11-16,-4 1-1 0,4-4-2 0,-4 4-5 16,-2 1-2-16,-2 0-3 0,-3-2-1 0,1-1 6 15,1 4 6-15,-4-1 13 0,0 0 22 0,-1 2 11 16,0 1-1-16,-1-1-1 0,-2 2-11 0,1 0-10 15,-2 3-8-15,-6-4-9 16,6 4 4-16,-14 0-16 0,2 3 1 0,2-2-8 16,-9 5-1-16,4 5-5 0,-2 0-1 0,-1 0-2 15,3 3-3-15,-6 1 1 0,6 0-5 16,-4 3 0-16,6-4-1 0,3 4 2 0,-2-2-1 0,5 0 0 16,2-1-2-16,2 1 3 0,2-5-2 0,3 5 2 15,3-5 3-15,4 3-1 0,9-5 2 0,6 4-1 0,8-4-5 16,4-1-21-16,-1-4-31 0,4-2-41 0,2 1-57 15,9-6-63-15,-9 1-270 0,-8-2-521 0,4-4 231 16</inkml:trace>
  <inkml:trace contextRef="#ctx0" brushRef="#br0" timeOffset="18525.12">11293 4575 312 0,'0'0'374'0,"0"0"-39"0,0 0-36 0,0 0-31 15,0 0-32 1,0 0-29-16,0 0-28 0,0 0-17 0,0 0-17 16,8 9-17-16,-11-3-11 0,3 0-12 0,0 5-15 0,-1-2-4 0,-3 8-8 0,3-5-5 15,-2 4-7-15,2-3-6 0,-2 1-10 0,2-2-2 16,0-1-9-16,-2-1-1 0,2-2-5 0,1-3-4 15,-4 1 0-15,4-1 0 0,0-1 1 0,0-4 0 16,-1 5 25-16,2-2 24 0,-1-3 15 16,0 0-10-16,0 0-9 0,18-11-7 0,-9 5-4 15,0-2-6-15,0-2-6 0,4-2-13 0,2-1-4 16,-2 0 0-16,2 0-9 0,-1 1-1 0,-3 0-4 16,-2 3 1-16,-1 1-7 0,-1 3-1 0,0 0-3 15,-3 1-3-15,1 1-16 0,-4 1-12 0,-1 2-15 16,8-3 1-16,-8 3 2 0,10 3-3 0,-5 2-1 15,3 0 1-15,0 4 6 16,-2-1 1-16,3 1 2 0,0 1 1 0,0 4 2 16,2-5 4-16,0 2-8 0,-2 0-6 0,2-3 2 15,-3-1 1-15,0-2-2 0,2 1 2 0,-4-2 8 16,2-2 1-16,1-2 5 0,0 0 13 0,0-3-5 16,0-3-7-16,-3 1 1 0,4-4 3 0,-1 3 14 15,-1-11 8-15,2 4 7 0,-4-3-3 0,2-8 3 0,1 5 16 16,1-6 6-16,-2 1 4 0,-3-1 8 0,8-3 7 15,-8 1 13-15,0 3 10 0,-2-3 13 0,2 8 17 16,-4 2 17-16,4 0 5 0,-2 5 9 0,-2 0 12 0,1 3 3 16,-2 1-11-16,2 0-15 0,-1 4-11 0,-1-1-17 15,1 1-17-15,-1 4-21 0,2-5-34 16,-2 5-31-16,0-3-40 0,0 3-47 0,0 0-20 16,0 0 5-16,0 0 14 0,-4 12 2 0,-1-4 7 0,1 4 15 0,0 2 0 15,1 5 8-15,-3-2 8 0,0 8 7 0,2 0 4 16,-1 1 4-16,2 0 4 0,-2-5-6 0,5-1-15 15,0 4-11-15,0-6-2 0,5 1 9 0,-2 1-7 16,3-5 5-16,2 3 6 0,-1-2 8 0,4 0-4 16,4-3 9-16,3 0-4 0,6-3-1 0,6-2-9 15,-1-2 0-15,4-1-7 16,4-3 0-16,0-3-5 0,0-4 1 0,3-1 1 16,-2-3-4-16,-2-4 6 0,-1 1-3 0,-4-4 2 0,1-2 2 0,-5 2 6 15,-3 1 6-15,-3-4 6 0,-7 7 10 0,-4-2 16 16,-2 3 15-16,2 1 10 0,-7-1 6 0,-2 4 0 15,0-1-9-15,-2-1-1 0,-4 3 1 0,-4 4-4 16,0-2-5-16,-4 4 3 0,-1 1-6 0,-9 2-1 16,-1 10 3-16,-3-2-1 0,-1 4-3 0,4-2 4 15,-2 3 0-15,3 1-3 0,-3 1-2 16,6-1 11-16,2 1-8 0,5 1 2 0,2-4 2 16,1 2-4-16,2-2-11 0,2 1-4 0,3-6 3 15,-1 0 6-15,2-1 12 0,2-4-4 0,3 2 8 16,3-2 14-16,3-1-1 0,1-3 3 0,4 2 5 0,6-6 0 15,-2 1 1 1,4-4-6-16,-3 0 1 0,2-1 0 0,7-3-6 16,-8 2-1-16,6-3 3 0,-8 3 3 0,1-1-1 15,-3 1 13-15,-3-1 3 0,-1 6-3 0,-1-4 3 16,-2 2 2-16,-4 0-12 0,-1 3 7 0,1 0-6 16,-1-1-6-16,2 2-23 0,-6 1-22 0,7-2-45 15,-6-2-48-15,-1 4-47 0,0 0-45 0,0 0-6 0,0 0-27 0,0 0-60 16,4 7-168-16,-4-7-505 0,0 0 225 0</inkml:trace>
  <inkml:trace contextRef="#ctx0" brushRef="#br0" timeOffset="18793.25">12568 4570 168 0,'0'0'206'0,"0"0"-23"0,8 3-11 0,-3 2-12 16,0 1-8-16,0 1-12 0,-1-2-12 0,1 6-8 16,-1-1-12-16,-1 1-9 0,-1 2-6 0,-2-2-9 15,2 3-8-15,-2-2-6 0,-2-2-5 0,0 2-6 16,-1-1-5-16,-1-2-4 0,2-2-4 0,-1-2 0 0,2-1-5 0,-2 1 9 16,2-1 19-16,1 0 37 0,0-4 26 0,0 0 37 0,0 0 6 15,0 0-36-15,0 0-33 0,12-14-31 0,-5 4-30 16,5-1-38-16,2-1-43 0,6-6-55 0,0 1-68 15,0-3-75-15,0 3-246 0,-2-2-518 0,-3 4 230 16</inkml:trace>
  <inkml:trace contextRef="#ctx0" brushRef="#br0" timeOffset="19927.25">13998 4423 105 0,'0'0'237'0,"0"0"-19"16,0 0-14-16,0 0-22 0,3-3-21 0,-3 3-15 15,0 0-17-15,0 0-14 0,0 0-11 0,-27 4-14 16,15 0-4-16,-7 0-16 0,1 1-8 0,-2 3-6 16,-2-1-6-16,4 0-4 0,-1 0-7 0,1 2-2 15,-1 0-4-15,3 2-5 0,3-1-4 0,1-1 0 16,2-2-6-16,2 3 0 0,3 1-3 0,0-3 2 0,2 2-6 0,0-2-1 16,4 2 0-16,4-1 1 0,0 0-1 0,4-2-2 0,6 3 2 15,3-2-4-15,9 1 3 0,0-1-1 0,-3 1-4 16,4 1-1-16,-1-3 1 0,-1 0-3 0,-6 1 4 15,-1-4-5-15,-3 1 3 0,-4 2 0 0,-3-2-3 16,0 0-1-16,1-3-10 0,-4 4 0 0,-4-2-2 16,-1 1 4-16,-2 1 3 0,-9 0 6 0,-1 0-4 15,-10 3 2-15,-5 0 2 0,-4 1 0 0,-1-3 1 16,-2 0-2-16,6-1 4 0,-4 1 0 0,3-1-1 16,-2-2 5-16,8 0-6 0,-5 1 6 0,5-2-1 15,3-2-1-15,5-1-1 0,1 0 1 0,2 0 1 16,3 0 1-16,3 0-8 0,5 0-14 0,-9-1-19 15,9 1-36-15,0 0-49 16,5-8-26-16,7 3-53 0,-1 2-111 0,6-3-333 16,1-1 149-16</inkml:trace>
  <inkml:trace contextRef="#ctx0" brushRef="#br0" timeOffset="20343.97">14521 4561 5 0,'-8'-1'205'0,"8"1"-21"0,-13 1-19 16,3-1-17-16,1 4-16 15,-2-1-11-15,-1 1-14 0,1 2-11 0,-5 2-15 16,6 1-4-16,-4 0-8 0,1 3-10 0,2 0-4 15,-1 0-11-15,6-1-3 0,-1-1 1 0,1 2-8 16,3 0 4-16,0-1 1 0,-1-2-6 0,4 1 2 16,6-1 3-16,-2 1 0 0,5-4 4 0,1 0-5 15,3 0 2-15,0-4-2 0,7 1 0 0,-1-4-4 16,3-1 1-16,-4-1 12 0,0-3 9 0,1-2 5 0,-1 0 4 16,-4-1 6-16,0-4-4 0,0 1-7 0,-3-2-7 0,-4-1-2 15,-1-2-7-15,-2-2-4 0,-1 2-7 0,-3-4-9 16,-3 3-3-16,-2 2-3 0,-3 0-6 0,1 0-7 15,-1 7 5-15,-1-1-9 0,-6 3-4 16,5-1-11-16,-2 3-2 0,-2 1-16 0,4 1-12 16,-4 1-22-16,1 2-20 15,-1 0-34-15,5 4-29 0,1-3-30 0,3 4-178 16,-4-2-387-16,7 1 170 0</inkml:trace>
  <inkml:trace contextRef="#ctx0" brushRef="#br0" timeOffset="20660.41">14774 4321 44 0,'2'-5'412'16,"0"0"-23"-16,-2 1-12 0,1-2-35 0,-1 6-35 16,1-5-39-16,-1 5-30 0,0-4-31 0,0 4-40 0,0 0-44 15,0 0-10-15,0 0-17 0,0 12-10 0,0 0-9 16,-1 5-9-16,0 1-6 0,-3 12-7 0,-4 0-3 0,2 4-12 15,-2 1 0-15,3 1-3 0,0-2-2 16,0-4-2-16,1-1-3 0,0 0-4 0,0-4-2 16,4-7 2-16,-1 1-8 0,-2-4-2 0,3-5 2 15,0 0-1-15,-1-4 0 0,1-1 0 0,0 2 0 16,0-3 1-16,-2 0-3 0,0-2 6 0,2-2 0 16,2 7-2-16,-2-7-2 15,0 0 1-15,0 4-14 0,0-4-14 0,0 0-18 16,2 4-21-16,-2-4-29 0,0 0-31 0,0 0-37 15,0 0-43-15,0 0-91 0,0 0-243 0,0 0-568 16,-15-9 252-16</inkml:trace>
  <inkml:trace contextRef="#ctx0" brushRef="#br0" timeOffset="21261.53">14971 4617 166 0,'6'0'309'0,"-6"0"-33"16,0 0-28-16,0 0-31 0,0 0-27 0,9 3-22 15,-9-3-17-15,-3 8-17 0,3-2-15 0,-3 2-10 16,0 2-2-16,-1 4-12 0,2-5-16 0,-2 7-6 16,1-2-6-16,2-2-8 0,-3-2-2 0,4-1-6 15,0-2-14-15,0 0-8 0,-1-1-2 0,1-1 1 16,0 0 0-16,-3-1 8 0,3-4 21 0,0 4 13 15,0-4 20-15,0 0 24 0,0 0 15 0,0 0-13 16,0 0-10-16,13-11-16 0,-8 4-10 0,5-3-6 0,-1-1-9 0,4-2-21 16,2-2-19-16,0 1-4 0,-4 1-7 0,2 1 8 15,1 1-14-15,-5 6 0 0,-4 0-4 0,0 0-8 16,0-2-6-16,-2 5-16 0,2-1-7 16,-2 1-17-16,-3 2 5 15,10 2 0-15,-5 1-3 0,1 2-1 0,2 2 4 0,-1-1-4 16,1 2-2-16,0 4 3 0,2-4-6 0,3 1-1 0,-2 1-7 0,2 0 5 0,-3-1 1 15,3-2-2-15,-3 0 0 0,1-4 2 0,1 2 1 16,-3-4 7-16,1 0 5 0,1-2 3 0,-1-4 4 16,0-1 5-16,0 0 3 0,-3-2 5 0,0-4 9 15,2-3 14-15,0-2 11 0,-5 3 11 0,2-3 7 16,-2-2 5-16,4-9 5 0,-6 0 7 0,5 4 0 16,-5-4 1-16,2-2 5 15,0 1 1-15,0 2-3 0,1 2 11 0,0-2 11 16,-2 9 8-16,-2 3 3 0,0 5 15 0,-1-1-4 15,0 3-11-15,3 3-10 0,-2-2-16 0,-1 5-28 16,0-2-46-16,0 4-24 0,0 0 4 0,0 0 3 16,-4 11 3-16,-1-1 4 0,0 7 4 0,1 1 3 15,-1 10 4-15,-4-2 2 0,4 1 1 0,0 4 4 16,-4 2-11-16,1-3-21 0,7-1-8 0,-3-2-19 0,0-8-18 16,0 0-22-16,-2-2-34 0,6-3-42 0,-5-2-32 15,3-2-232-15,-2-3-484 0,0-3 214 0</inkml:trace>
  <inkml:trace contextRef="#ctx0" brushRef="#br0" timeOffset="21477.7">15212 4528 64 0,'29'-5'121'0,"7"3"-8"16,15-3-15-16,4 1-16 0,4-1-6 15,-2 3-5-15,2 2-25 0,-9-3-44 0,-8 2-38 16,-9 0-71-16,-2-3-115 0,-10 3 52 0</inkml:trace>
  <inkml:trace contextRef="#ctx0" brushRef="#br0" timeOffset="21831.99">15859 4535 183 0,'0'-5'433'16,"0"5"-13"-16,0-7-16 0,0 7-33 0,1-2-32 0,-1 2-34 15,0 0-37-15,0-4-27 0,0 4-32 0,0 0-32 16,0 0-26-16,0 0-44 0,0 0-44 0,0 0-8 0,0 0-4 16,0 16 4-1,0-4-17-15,0-2 1 0,-1 6-9 0,-1 0 1 0,1 3-6 16,-4-2-3-16,5 1-2 0,0 0-5 0,-1-3-13 15,-2-1-18-15,2-2-16 0,-3-1-11 0,4 0-19 16,-4-1-16-16,4-2-17 0,-1-2-14 0,-2-1-11 16,2 1-1-16,1-4 12 0,-5 0 6 0,5-2-45 15,0 0-68-15,-10-5-251 0,3-1-507 0,2-3 225 16</inkml:trace>
  <inkml:trace contextRef="#ctx0" brushRef="#br0" timeOffset="21984.99">15846 4282 27 0,'1'-7'285'0,"-1"2"-30"0,3-1-25 16,-2 2-20-16,-1 0-26 0,3 3-23 0,0-2-16 15,-3 3-36-15,13-2-33 0,-1 4-40 0,2 1-36 16,-3 0-57-16,7 3-50 0,-1 4-152 0,-1-2-282 0,2 1 125 16</inkml:trace>
  <inkml:trace contextRef="#ctx0" brushRef="#br0" timeOffset="22417.9">16358 4492 254 0,'0'0'261'0,"-7"0"-30"0,7 0-26 15,0 0-21-15,0 0-19 0,0 0-16 0,0 0-21 16,-8 5-13-16,4-1-14 0,-1-1-16 0,-1 5-7 0,-2-2-3 16,0 4-11-16,1 0-8 0,-1-1-3 0,0 0-8 15,2 2-5-15,2-3-2 0,0 3-3 0,-1-1-2 16,5-2-7-16,0 1 0 0,-1-2-7 0,2 1 3 0,-1-2 0 16,4 1-4-1,1 1 5-15,4-2-1 0,-1-2 4 0,2 1 3 0,1-2-1 0,1-2 8 16,-1-1 11-16,2-1 4 0,-1 0 5 0,-2-6 1 15,1 2 7-15,-2 0 8 0,2-6-4 0,-1 3-10 16,-3-2-1-16,1-4-2 0,1-2-7 0,-8 4 7 16,3-4 2-16,-3 4-6 0,2-3-5 15,-7 1-4-15,4 5 0 0,-4-2-23 0,-2 2-7 16,-2 2-5-16,-1 0-4 0,0 3-3 0,-5-3-5 16,1 3-11-16,-3 2-15 0,2 2-23 0,-4 2-22 15,3 1-25-15,1-1-23 0,2 4-27 0,1 0-30 16,2-1-31-16,2 5-32 0,2 0-167 0,4-2-445 15,2-3 197-15</inkml:trace>
  <inkml:trace contextRef="#ctx0" brushRef="#br0" timeOffset="22756.6">16693 4516 105 0,'0'0'345'16,"0"0"-35"-16,0 0-30 0,0 0-28 0,5-3-34 16,-5 3-20-16,0 0-28 0,0 0-22 0,0 0-15 15,3 8-14-15,-2-3-10 0,-2 5-10 0,-2 1-6 16,3 0-9-16,0 2-8 0,0-2-8 0,-4-1-3 16,4 1-12-16,-1-3-4 0,1-3-2 0,0 3-8 15,-1-4 1-15,-2 1-1 0,3-3 0 0,-1 3 2 0,1-5 29 0,0 0 46 16,1 5 26-16,-1-5 33 0,0 0 29 0,0 0-12 15,0 0-25-15,13-15-17 0,-5 10-19 0,2 1-12 16,-1-4-11-16,0 4-12 0,-3 1-11 0,1-1-9 16,-2 1-16-16,-1 0-1 0,-1 3-14 15,-3 0-14-15,6-3-46 0,-6 3-18 0,12 6-20 0,-4 1-19 16,1 0-26-16,1 1-42 0,-1 1-38 0,3 6-51 0,-4-1-73 16,0 5-87-1,-5-9-234-15,-1 2-675 0,2-2 299 0</inkml:trace>
  <inkml:trace contextRef="#ctx0" brushRef="#br0" timeOffset="27849.48">18004 4475 19 0,'0'0'177'0,"0"-2"4"0,0 2-11 16,0-7 0-16,0 7-1 0,0 0 6 0,3-5-36 15,-3 5 0-15,0-3-19 0,0 3-18 16,0 0-5-16,-3-5-11 0,3 5-11 0,-4-3-5 16,4 3-15-16,-13 2-7 0,2-2-11 0,2 4 2 0,-5-1-5 15,-3 4-8-15,2 0 3 0,-2 2-7 0,2 1-6 0,1 0 2 16,-2 4-7-16,4-1 3 0,2 3-9 0,-2-4 5 0,6-2 0 15,-2 5-4-15,3-6 4 0,0 3-1 0,5-2-2 16,0 0 1-16,0 0-3 0,5-6-2 0,-1 1 3 16,4 2 6-16,3-2 7 0,0-4 0 0,4 1-3 15,2-2-1-15,0-6-2 0,2 4 3 0,-5-5 6 16,0 0 12-16,-1 2 0 0,-3-1 11 0,-1-5 4 0,0 2 6 31,-1 1 4-31,-2-1 2 0,1 1-4 0,-5-3-4 0,1 1-4 0,-2 0-7 16,-2-3-6-16,-4 2-7 0,1 3-5 0,-3-4-2 15,1 4-14-15,-4-3-4 0,-3 4-5 0,0 2-9 16,-1-5-8-16,2 6-3 0,-1 1-11 16,0 1-14-16,-1 0-11 0,1 0-22 0,0 1-16 15,3 1-19-15,-3 0-29 0,6 1-22 0,0-1-27 16,2 2-18-16,0-1-112 0,5-1-347 0,0 0 154 0</inkml:trace>
  <inkml:trace contextRef="#ctx0" brushRef="#br0" timeOffset="28397.32">18333 4137 17 0,'1'-5'298'0,"1"1"-22"0,2 0-31 0,-2 1-31 16,-2 3-25-16,1-5-23 0,-1 5-40 0,0 0-18 15,0 0-7-15,4 13-14 0,-2-1-8 0,-4 5-11 16,2 8-6-16,-3 5-5 0,-1 1-6 0,-1 2-5 16,-1 1-4-16,-1 12-6 0,2-10-2 0,-1-4-1 15,3 4-5-15,1 0 1 0,0-4-4 0,2-4-6 16,0 0 5-16,2-2-1 0,0-7-3 0,0 0-3 16,1-4 2-16,0 2-6 0,0-9 3 15,0 3 0-15,-2-5-2 0,2 1 6 0,-3-2 0 0,3 0 10 0,-1-1 15 16,1-2 16-16,-3-2 0 0,0 0-8 0,9-2-2 15,-9 2-1-15,9-7 1 0,-4 1 0 0,-1-1-10 16,-2-2-2-16,1-1-3 0,-2-4-6 0,0 4-4 16,-2-3-5-16,0 2-5 0,-2 1 0 0,-3-7-5 15,-2 7 1-15,1 0-1 0,-4-3-2 0,3 4-1 16,0 0-1-16,1 3-2 16,2 2-2-16,1-2 1 0,0 2 7 0,1 0-12 15,-2 1-3-15,2-1-5 0,3 4-4 0,-3-3-4 0,3 3 1 0,11-4 4 16,1 1 1-16,17-1 2 0,2 0 0 0,9 0 0 15,-2-1 2-15,14 2-1 0,-15-1 10 0,15-1-9 16,-15-2 0-16,4 2 5 0,-4 3-4 0,-2-2 1 16,-6 1-1-16,-7 2 5 0,-4-2-1 0,-4 2 2 15,-5 1 0-15,3-3 3 0,-7 3 1 0,0 0 4 16,2 0-1-16,-7 0 5 0,6-2-7 16,-6 2-4-16,0 0-18 0,0 0-32 0,0 0-39 15,0 0-34-15,0 0-47 0,-28 0-46 0,15 2-222 0,3-2-472 16,-4 0 209-16</inkml:trace>
  <inkml:trace contextRef="#ctx0" brushRef="#br0" timeOffset="30245.89">20189 4346 95 0,'3'-7'231'16,"-3"2"-1"-16,1 1-9 0,-1-2-8 0,0 0 16 0,0 1-14 0,0 5-14 31,0-4-13-31,0 1-19 0,0 3-19 0,-1-6-22 0,1 6-28 0,-8-4-21 0,3 4-8 0,-8 3-10 16,-1-1-9-16,-8 5-3 0,-4 2-9 0,-2 4-5 31,0-1-2-31,-1 1-6 0,1 3-3 0,0 2-2 0,1-1-2 16,2 0-3-16,4 0 0 0,1 1-5 0,6-2-2 0,-2 6 2 15,5-7-1-15,2-3-8 0,2 0-6 0,2-2-2 16,0-2-3-16,3-3 1 0,-1 1 0 0,1-2 2 16,2 0 3-16,0-4 16 0,2 5 13 0,3-3 5 15,2-2 10-15,-7 0 6 0,19-5-6 16,-6 1 11-16,1-6-1 0,2 0 5 0,-2-2-2 16,4 3-5-16,-5-3-3 0,1 0-2 0,-1 2 1 0,-3-2-6 15,0 4 10-15,-2 1-1 0,-3 2-1 0,2 1-5 0,-5 1-8 16,3 0-7-16,0 0-8 0,-2 2-1 0,-3 1-18 15,4-3-21-15,-4 3-9 0,0 0 3 0,7 6-1 16,-4-1 8-16,0 1 2 0,-1 2 0 0,6 3 6 16,-2 4 0-16,-2-5 2 0,1 6-1 0,0-4 8 15,5 1 0-15,-1 0-5 0,3-1-16 0,-1-3-34 16,5-2-38-16,1-3-65 16,13-2-84-16,-12-2-271 0,10-5-557 0,-1-1 247 15</inkml:trace>
  <inkml:trace contextRef="#ctx0" brushRef="#br0" timeOffset="31139.91">21435 4496 41 0,'0'0'172'0,"0"0"0"0,0 0-6 0,-4 4-5 15,4-4-16-15,0 0-4 0,0 0-2 0,0 0-3 0,0 0 7 16,0 0-5-16,0 0-2 0,0 0-2 0,13-9 1 15,-7 5 0-15,3 0 5 0,0-4-5 0,3 0 4 16,1-2 7-16,0-2 1 0,-2-3-6 0,-1 2-31 16,5-10-18-16,1 3 8 0,0-4-22 0,-2-2 1 15,2-2-10-15,-1-1-4 0,0-3-4 0,-2-2-12 16,6-9 2-16,-11 9-3 16,5 2-7-16,-3-3 4 0,-1 0 2 0,-4 4-16 15,2 3 6-15,-2 3 8 0,-5 5 18 0,1 7 5 0,-1 0-5 0,0 4 9 16,1-1-6-16,-2 3-7 0,1 3-14 0,-1 1-12 15,2-3-38-15,-1 2-35 0,0 4-25 0,0 0 6 16,-13 11 5-16,3 2 3 0,-8 9 8 16,0 6 3-16,-9 11 6 0,-1 3 3 0,3 4 1 15,-2 2 1-15,5-3 4 0,4-1-2 0,6-10 0 0,1-2-5 16,6-1 2-16,0-2 1 0,2 3 0 0,3-6 0 16,4-5 10-16,3 4-1 0,-2-10 14 15,5-1-2-15,3 3-2 0,10 3 11 0,2-7 2 16,2-4 5-16,5-2 0 0,6-7-2 0,-2-3 1 15,1-4-3-15,0 2 8 0,2-4-6 0,-5 1 2 16,-5-6 14-16,2 0 4 16,0-1-4-16,-8-1 17 0,0 0-3 0,0-1-1 15,-1-3 8-15,-2 3 16 0,-9 3 29 0,1 2 7 16,-3 4 26-16,-3 0 28 0,-1 3-1 0,-1 0-4 16,0 1-14-16,-3 0-14 0,3 1-18 0,0 0-13 0,0 0-15 0,-4 3-33 15,2-3-29-15,-2 3-36 0,0 0-39 0,0 0-4 0,0 0 11 16,3 11 7-16,-3-5 6 0,-4 5 2 15,3-2-3-15,-3 5 7 0,3 2 13 0,-2-5-3 16,2 6 13-16,-2-5-4 0,2-1 5 0,1 0-2 16,-1 2-2-16,1-4 5 0,-3-2-14 0,3-1-30 15,0 0-12-15,0 1-14 0,-1-2-1 16,-2-3 3-16,2 2 9 0,1-4 8 0,1 4 13 0,-1-4 10 16,0 0 3-16,0 0-54 0,0 0-60 0,-11-8-53 15,3-1-52-15,-1-5-41 0,-6-6-194 0,2-5-537 0,3 1 237 16</inkml:trace>
  <inkml:trace contextRef="#ctx0" brushRef="#br0" timeOffset="31278.8">22004 3984 250 0,'0'-9'317'0,"1"1"3"15,0 3-16 1,-1 0-23-16,0 3-32 0,0-4-23 0,0 2-20 0,0 4-36 16,2-6-29-16,-2 6-40 0,0 0-31 0,3-1-14 15,-3 1-29-15,8 7-31 0,-2 1-41 0,2 0-49 0,-1 3-62 0,2 1-48 16,-1-1-166-16,-3-1-399 0,3 1 177 0</inkml:trace>
  <inkml:trace contextRef="#ctx0" brushRef="#br0" timeOffset="31779.08">22379 4207 196 0,'0'0'392'0,"0"0"-14"16,0 0-10-16,0 0-12 0,0 0-20 0,0 0-26 16,0 0-23-16,0 0-34 0,0 0-27 0,0 0-22 15,0 0-22-15,0 0-26 0,0 0-18 0,0 0-19 0,0 0-25 0,0 0-12 16,0 0-45-16,3 5-22 0,-3-1-1 0,-1 3 3 15,-1 4-10-15,0 0 4 0,-1 6 0 16,-2 3 5-16,-1 4-6 0,-2 2-7 0,2-4 7 16,-3 5 3-16,2-2-7 0,5-6 3 0,-1 1-5 15,-3-2-1-15,2-6 7 0,0 0-5 0,3-3-2 0,-2-1 0 16,3-1 6-16,-1-2 8 0,1 0 23 0,-2-2 26 16,2 2 29-16,0-5 41 0,-2 5 35 15,2-5 33-15,0 0 21 0,0 0-6 0,0 0-27 0,12-17-22 0,-6 6-18 16,8-3-15-16,-5 0-16 0,5-1-14 0,5-3-16 15,-1-2-14-15,-5 6-2 0,0 1-8 0,-2 1-9 16,-2 4-3-16,-1-2-8 0,-2 6-1 0,-2-1-8 16,0 1-3-16,1 0-9 0,-3 3-6 0,0-2-20 15,-2 3-14-15,6-5-27 0,-3 4-35 0,-3 1-41 16,0 0-42-16,0 0 14 16,13 5 1-16,-6 0-17 0,6 1-26 0,0 4-36 15,2 1-24-15,-2-1-35 0,1 0-39 0,0 2-46 0,-1-2-62 0,0-5-250 16,-2 0-733-16,1 0 325 0</inkml:trace>
  <inkml:trace contextRef="#ctx0" brushRef="#br0" timeOffset="32478.79">22746 4437 193 0,'0'0'335'0,"0"0"-19"0,0 0-16 0,0 0-14 16,0 0-19-16,0 0-10 0,0 0-26 0,0 0-22 15,0 0-26-15,0 0-17 0,0 0-32 0,0 0-13 16,15-5-13-16,-3 3-10 16,3-1-18-16,-3 0-11 0,2-1-17 0,3-3 1 15,2 2-10-15,-3-1-5 0,2-2-3 0,-8 2-4 16,10-4-1-16,-4 0-6 0,2-1 2 0,-5 0 4 16,2-2-14-16,-1 0-1 0,0 1 2 0,-1 0 0 15,0 0 4-15,-6 3 7 0,-1 0 6 0,0 0 3 0,-2 4 20 0,1-2 17 16,-1 3-6-16,-3 1-11 0,0-2-7 15,-1-1-14-15,-2 2-2 0,-2-1-5 0,-2 4-8 0,-3-2 0 16,-3 2-7-16,-2 2-3 0,1 1-7 0,-3 3 4 16,-4-1-6-16,1 2-10 0,0 4 6 15,-5 1 3-15,6-2-3 0,4 1 8 0,-4 1-23 16,3 2-11-16,2 0-6 0,1 2-11 0,-3 0-14 16,13 2-11-16,-6-1-2 0,3 1 5 0,5 0 6 0,2-1 7 15,5-2 6 1,2-3 4-16,10 2 6 0,8 1 2 0,5-4-6 15,1-4-9-15,5-3-14 0,16 4-13 0,-2-5-11 16,3-2-6-16,0-4 2 0,-13-1-2 0,9 1 1 16,-12-2-2-16,-2-5 4 0,-5-2 16 0,-3 1 2 15,-2-2 13-15,-5-1 13 0,-6 3 30 0,-3-2 19 16,1 2 32-16,-4-1 38 0,-3-1 19 0,0 0 6 16,-4 4 3-16,-3-2-14 0,0 2-9 0,0 3-3 0,-3-1-12 0,1 3-6 15,-4-1-8-15,0 4-4 0,-1-1-10 0,-4 1 4 0,-1 3-11 16,-1 2-5-16,-5 2-7 0,0 2 0 0,-1 0-2 15,1 5 2-15,0-2-3 0,0 5 3 0,3-2-6 0,-3 5 1 16,6-2-6-16,0-4-15 0,4 2-4 16,2-2-9-16,1-1 1 0,1 0-1 0,0-2 4 15,3 0 5-15,1-4 6 0,2 0 3 0,5 2 8 16,0 1 4-16,5-6 0 0,2-2 2 0,3-2 1 16,4-1-1-16,-2-2 2 0,-1 0-3 0,1-2 1 0,3 1 0 15,-4-2 15-15,1 1 2 0,-2 0 0 0,-4 1 8 16,-3 0 4-16,1 1 5 0,-1 1 6 15,-3 1 13-15,-1 0 1 0,0 1-6 0,0 1-8 16,-2-1-8-16,-4 2-4 16,7-3-11-16,-7 3-25 0,5-2-30 0,-5 2-35 15,4-3-39-15,-4 3-41 0,0 0-52 0,0 0-43 16,9 0-53-16,-9 0-199 0,0 0-535 0,0 0 237 16</inkml:trace>
  <inkml:trace contextRef="#ctx0" brushRef="#br0" timeOffset="32781.1">23808 4224 95 0,'4'-3'326'0,"-3"0"-35"0,-1 3-33 0,0 0-32 16,10 0-21-16,-10 0-23 0,12 7-18 0,-6 1-14 15,3 0-14 1,0 1-10-16,-4 1-12 0,3 4-7 0,-2 2-10 15,-2 2-9-15,0-1-9 0,-3 4-7 0,-2-1-6 0,-3-3-6 16,0 0-2-16,2-6-4 0,-2 0-8 16,0-1-3-16,3-5 0 0,-2 0 4 0,2-1 15 15,0 2 25-15,-2-4 52 0,3-2 52 0,0 5 39 16,0-5-23-16,0 0-43 0,0-13-18 0,3 2-18 16,3 0-12-16,3-5-8 0,3 1-18 0,5-7-18 0,1-2-24 0,1 1-28 15,1 0-39-15,1 4-37 0,2-2-46 0,-1 2-48 0,-4 1-67 0,-3 6-98 16,-3-1-366-16,-2 1-737 0,-1 5 326 0</inkml:trace>
  <inkml:trace contextRef="#ctx0" brushRef="#br0" timeOffset="34546">25542 4271 106 0,'-4'-4'181'0,"-1"1"-15"0,-6-1-18 0,-5 0-13 16,-2 3-14-16,-1-1-6 0,-2 2-29 0,-8 2-5 15,0 1-7-15,-2 1-12 0,3 2-2 0,-5 0-8 0,4 2-6 0,-5 3-4 0,4 0-2 16,2 1-2-16,-2 2-13 0,3 2-1 0,2 0-1 16,4 1 2-16,1-2-3 0,6-1-11 0,4 2 3 15,-2-1 0-15,6 0 0 0,3-2 2 0,2-2 2 16,3 0-6-16,5 4 6 0,3-1 0 0,5-6 9 16,6 0 1-16,-2-4 2 0,9 1-2 0,4-7 5 15,0-3-2-15,3-2 6 16,1-4 16-16,-4-2-5 0,-1-3 0 0,1-2 9 15,-4-1 3-15,0-3 6 0,-2-1 5 0,-4 0-4 16,1-5 3-16,-4 0-9 0,-5-4 3 0,4-9 6 16,-2-3-1-16,-2-4-2 0,-1 3 1 15,-5 11 1-15,-3-1 7 0,1-1 8 0,-3 4 11 0,-2 4 4 16,-1 8 14-16,1 3 22 0,-1 5-6 0,0 1-12 16,3 3-19-16,-3 3-15 0,1 0-38 0,-2-2-51 0,1 7-35 0,-4-1 4 15,4 1 7-15,-10 22 1 0,1-5 11 16,0 11-8-16,-4 2-3 0,3 5 8 0,-1 13 2 15,-3-1-3-15,6-12-5 0,5 2-7 0,-1-2-1 0,4 2-1 16,-1-3-1-16,6-2 9 0,-1-2 0 0,5-2 6 16,3-2 5-16,-3-3 2 0,2-6 2 0,3-3 4 15,-1-3 5 1,2-3-2-16,-1 1 3 0,3-6 3 0,-4-2 0 16,6-2 2-16,-2-4 0 0,2 0 8 0,0-2 11 15,1-3-3-15,-3-1 5 0,8-6-4 0,-7 1 2 16,5-5-4-16,-9 7-4 0,6-6 5 0,-8 6 12 15,1-2 10-15,-3 3 9 0,-1 5 19 0,-2 0 12 16,-4 2 1-16,1-1-12 0,1 3-9 0,-2 0-9 16,0 0-14-16,0 2-23 0,-3 2-31 0,4-3-31 0,-4 3 3 15,0 0 7-15,1 14 2 0,-3-6 8 0,-1 3-2 0,-2 1 5 16,1 3 5-16,-1 1 0 0,-1 1 3 0,-1 0-2 16,4-1 5-16,-2-6 2 0,1 2 4 0,1 0-1 0,1-1-14 15,-1 0-17-15,2-1-24 0,-2-2-20 0,1 0-20 16,0-6-6-16,1 4-1 0,-3-2 3 0,4-4-28 15,-6 0-74-15,6 0-270 0,-13-8-520 0,8-1 230 16</inkml:trace>
  <inkml:trace contextRef="#ctx0" brushRef="#br0" timeOffset="34677.44">25861 3989 84 0,'2'-2'200'15,"-2"2"-54"-15,1-5-47 0,-1 5-23 0,0 0-31 16,0 0-36-16,9 9-45 0,-5-1-69 0,2-4-112 16,2 3 51-16</inkml:trace>
  <inkml:trace contextRef="#ctx0" brushRef="#br0" timeOffset="35078">26459 3721 38 0,'3'-9'340'16,"-6"0"0"-16,3 2-1 0,4 2-36 0,-4-2-32 16,3 2-29-16,-2 3-25 0,-1-2-29 0,0 4-40 15,0-3-44-15,0 3-41 0,0 0-7 0,0 0-5 16,-4 10-6-16,-1 6-12 0,-4 11-1 0,-1 4-3 15,-8 14-7-15,4 5 0 0,-6 6 0 0,-7 23-6 16,9-24 2-16,1 4-3 0,2-4 7 0,1 1-9 16,1-4-3-16,4-2-2 0,2-4 6 0,0 2-2 0,3-16 1 0,3 2 1 15,-3-3 0-15,4 0 0 0,0-4-1 16,-1-8-3-16,2-2 1 0,-1 3 1 0,0-8 0 0,-1-2-4 16,-2 1 5-16,3-6 2 0,0 0 1 0,-1 2 9 0,1-5 25 15,0 1 11-15,0-3-5 0,-5 4-5 0,5-4-1 16,-10-2-7-16,-2 0-16 0,0-2-9 0,-4-2-21 15,0-1-28-15,0-2-33 0,-3-3-39 0,1 2-42 16,3-4-73-16,-5-3-83 0,0-2-152 0,9 3-490 16,2 0 217-16</inkml:trace>
  <inkml:trace contextRef="#ctx0" brushRef="#br0" timeOffset="35247.24">26173 4252 101 0,'0'0'290'0,"0"0"-31"0,0 3-23 16,0-3-26-16,0 0-24 0,31-3-30 0,-14 1-39 0,16-2-58 16,-5 2-77-16,5-1-83 0,-5-4-149 0,0-2-269 0,4 1 119 15</inkml:trace>
  <inkml:trace contextRef="#ctx0" brushRef="#br0" timeOffset="35663.68">26949 3764 30 0,'4'-10'313'15,"-2"1"-12"-15,2 1-6 0,-3 1-3 0,1 0-13 16,-1 1-18-16,0 2-26 0,1 1-32 0,-1 1-17 16,0-3-28-16,-1 5-14 0,4-4-28 0,-4 4-32 0,0 0-25 0,0 0-11 15,0 0 4-15,-2 14-14 0,-2 3-1 0,-3 9-6 16,3 3-3-16,-5 3-3 0,-6 17-3 0,2-1 2 16,-1 5-2-1,0-2-4-15,0 5 0 0,1-6-3 0,3 1 1 16,3-5-2-16,0-11-3 0,3 0-2 0,-2-1 5 0,4 0-4 15,-1-2 12-15,1-3-5 0,0 0-5 16,-1-11-5-16,1 7 1 0,-1-5 1 0,-1-3-4 16,3-5 5-16,-1-3-1 0,-1-2 0 0,2 3 2 15,-2-4-4-15,2-2 6 0,-2-1 6 0,1 1-3 16,-5-2 3-16,0-2 0 0,-4-2-1 0,-2 2-3 0,0-4 1 16,-1 1 3-16,-2-3-5 0,2 2-8 15,0-8-15-15,1 0-22 0,-1 5-23 0,5-8-27 16,-5 1-34-16,5 3-38 0,4-2-49 0,1 1-49 0,0 2-218 0,3-8-508 15,2 5 225-15</inkml:trace>
  <inkml:trace contextRef="#ctx0" brushRef="#br0" timeOffset="35864.05">26643 4241 269 0,'0'0'350'0,"-5"2"-10"0,5-2-29 0,-5 1-23 16,5-1-36-16,0 0-24 0,0 0-23 0,23-2-22 15,-5-1-19 1,10-1-37-16,5 3-39 0,2-2-41 0,1-1-47 16,-3 1-49-16,0-3-66 0,-1 2-72 0,-5-3-231 15,-5 1-451-15,-2 0 200 0</inkml:trace>
  <inkml:trace contextRef="#ctx0" brushRef="#br0" timeOffset="36249.14">27295 4308 229 0,'-5'3'341'0,"5"-3"-23"16,0 0-29-16,0 0-33 0,0 0-33 0,19-5-26 16,-7 0-18-16,4 0-21 0,4-1-23 0,-1 0-14 15,6-4-18-15,2 0-14 0,-2 1-18 0,1-3-10 16,-3 0-7-16,-4 2-1 0,-1-2-13 0,-1-1-7 16,0 0 8-16,-2-2-14 0,-2 3-8 0,-3 2-1 15,-3-2 4-15,0 5-5 0,-3-2-3 0,-2 2-8 16,-3 1-1-16,-1-1-6 0,-5 2-9 0,-6 1-1 0,-3 3-2 0,-6 2 1 15,-9 5 0-15,2 4 0 0,-2 1 0 0,2 3 0 16,0 5 0-16,0 0 4 0,0 2-4 0,0 3 2 16,-1 1 1-16,8-2 1 0,3 0 5 0,4 1 0 15,-2 1 3-15,7-7-4 0,5 2-7 0,4-3-14 16,1 1-20-16,5-1-17 0,2 0-39 0,5-5-54 16,5-3-53-16,-1-3-184 0,2 1-423 0,1-7 187 0</inkml:trace>
  <inkml:trace contextRef="#ctx0" brushRef="#br0" timeOffset="36596.58">27671 4146 37 0,'5'-5'278'0,"0"2"-21"0,0-3-27 0,-2 3-24 15,1 1-26-15,0 0-17 0,-4 2-18 0,12 4-16 16,-7 1-8-16,4 1-18 0,1 3-8 0,2 5-8 15,-6 1-9-15,2-4-2 0,2 11-9 0,-6-3-1 16,0-1-7-16,0 7-8 0,-3-6-8 0,-1 2 3 16,0-2-4-16,-4-2-3 0,2 0-2 0,-5-3 4 0,3-3-2 0,2-2 6 15,-2-3-1-15,3 0 3 0,-3-1 27 0,1 0 32 16,2-3 44-16,1-2 50 0,0 5 42 0,0-5 31 16,-4 3 23-1,4-3-35-15,0 0-29 0,0-15-25 0,0 4-23 16,0 0-17-16,4 0-20 0,1-9-10 0,3 2-19 0,2-8-11 15,2-1-20-15,6 0-21 0,-2-1-25 16,2 1-24-16,1-1-19 0,-3 3-22 0,1 4-20 16,-6 4-32-16,0 3-31 0,1 1-49 0,-3 4-56 15,1 0-48-15,0 2-47 0,-1 3-57 0,0 2-51 16,0 0-251-16,-4 4-722 0,-5-2 319 0</inkml:trace>
  <inkml:trace contextRef="#ctx0" brushRef="#br0" timeOffset="37382.3">28197 4300 118 0,'0'0'172'0,"0"0"-16"0,0 0-14 0,-5 1-7 16,5-1-16-16,0 0-4 0,0 0 0 0,0 0-13 15,0 0-10-15,0 0-7 0,0 0-8 0,0 0 1 0,0 0 13 16,0 0 8-16,0 0 3 0,0 0-9 0,31-2-8 0,-18-1-5 15,5-2-7-15,1 0-6 0,1-1-8 0,8-2-3 16,-1-3-1-16,1 2 0 0,0-4 4 0,-2 0 3 16,-3-2-1-16,0-1 1 0,-1-1-2 0,1 2-4 15,-4-5 2-15,-3 6 0 0,-3-1 6 0,-1 0 6 0,-3 1 3 16,-2 0 3-16,1 5 5 0,-4-2 16 0,-2 5-20 16,1-4-15-1,-6 5-12-15,1-3-16 0,-6 2-9 16,-3 3-7-16,-6 0 1 0,-3 3-7 0,-7 3-4 15,-3 1 3-15,0 7-6 0,-1-1 1 0,0 4-5 16,1 5 3-16,0 1-2 0,3 1-3 0,2 1-2 0,2 3 5 16,4 1 6-16,2 2-12 0,4-2-3 0,3-2-9 15,8-5 9-15,4 10-4 0,2-6 7 0,9 0 0 16,4-1 5-16,5-6-1 0,7 0-1 0,6-3-10 0,2-2-32 16,18 0-43-16,-5-4-59 0,2-2-89 0,-16-4-287 15,1-6-565-15,-2 0 249 0</inkml:trace>
  <inkml:trace contextRef="#ctx0" brushRef="#br0" timeOffset="38083.17">28852 4109 2784 0,'-7'-3'347'0,"7"3"-139"0,0 0-95 0,-5-1-32 15,5 1-34-15,0 0-20 0,0 0-14 16,0 0-4-16,0 0-8 0,0 0-8 0,-5 5 3 16,1 1 2-16,4 3-3 0,-4 3-2 0,-1 5-2 0,0-1 0 15,-3 3 6-15,3 8 1 0,-2-2 2 0,-3-2-3 16,-1 2-1-16,2-1 5 0,-1 0 1 16,4-6-2-16,-1-2 3 0,2 1 0 0,1-8-2 15,-1 0-4-15,3-4 8 0,-1 4 7 0,2-5 12 16,0-1 35-16,1-3 38 0,-2 5 49 0,2-5 42 0,0 0 26 0,0 0-29 15,0 0-31-15,13-15-15 0,-7 3-15 0,7-2-11 16,1-3-15-16,2-6-10 0,0 4-12 0,-2-5-5 16,4 1-9-16,0 1-5 0,-8 5-6 0,3 2-6 15,-4 2-4-15,1 4-1 0,-5 1 0 0,0 2-5 16,-1-1-10-16,-1 3-6 0,0 2-27 0,-1 0-30 16,-2 2-34-16,0 0-6 15,11 2 5-15,-5 1 12 0,3 4 1 0,-1 2 3 16,5 4-7-16,0 0-6 0,2 1-15 0,3 5-10 15,-4-6-1-15,8 5 6 0,0-1-8 0,2-4-6 16,3 1-14-16,-8-3-10 0,-1-3-5 0,1 1-10 16,1-4-1-16,-3-2 6 0,-2-3-2 0,2 0 10 15,-3-3 15-15,-4-3 13 0,3-2 11 0,-3-4 19 16,-1-2 27-16,2-3 25 0,-4-1 20 0,-2-7 16 0,2 0 14 16,-2-2 9-16,0-6 5 0,1 0 13 0,-2-1-2 15,1-3 14-15,-1-9-4 0,0 12 1 0,1-2-8 16,1 6 1-16,-1-2-3 0,-1 6 20 0,-1 6 17 0,-2 2 16 15,3 6 3-15,-3 3-12 0,-1 0-13 16,2 2-16-16,-2 3-22 16,1 2-52-16,0 0-38 0,-1 2-24 0,0 0 4 0,0 0 8 0,-4 19 1 0,0-5 16 0,1 10-4 15,-3 5 4-15,-1 5 4 0,2 0 2 0,-3 12 4 32,-1 1-1-32,-1-1 4 0,5-11 0 0,0-2 7 0,0 1-1 15,2 0 5-15,-1-5 4 0,0 0 1 0,2-4 1 0,1 1 1 16,-1-10 2-16,1-5 1 0,1 3 4 0,0-5 2 15,0 0-29-15,0 2-8 0,-1-6-5 16,1-2 3-16,-3 2 4 0,6-1-1 0,-3-4 6 16,-3 3-67-16,3-3-110 0,0 0-87 0,0 0-212 15,-4-22-544-15,4 9 242 0</inkml:trace>
  <inkml:trace contextRef="#ctx0" brushRef="#br0" timeOffset="38252.47">29181 4118 49 0,'-5'2'198'16,"5"-2"-1"-16,0 0-16 0,0 0-15 0,0 0-21 15,14 3-10-15,0-3-6 0,14 1-22 0,8 2-7 16,18 0-14-16,-3-1-6 0,0-2-39 0,-9 0-53 16,8-2-68-16,-8 1-174 15,-6-3-275-15,0 0 121 0</inkml:trace>
  <inkml:trace contextRef="#ctx0" brushRef="#br0" timeOffset="38552.9">29832 4081 110 0,'0'0'406'0,"0"0"-7"0,0 0-14 16,0 0 1-16,0 0-28 0,0 0-29 0,0 0-28 15,0 0-40-15,0 0-17 0,0 0-29 0,2 4-27 16,-2-4-23-16,0 0-30 0,0 0-19 0,0 3-16 16,0-3-33-16,-1 6-4 0,-2 0-9 0,3 3 1 0,-4 2-14 0,2 1-3 15,-3 2 8-15,0 3-15 0,1 0 12 0,0 3-19 16,-1-3 1-16,0 1-1 0,-3-3-6 0,4 1-19 31,1 0-19-31,-1-2-18 0,0-1-7 0,1-4-19 0,1 1-11 16,2-4-28-16,0 1-13 0,-3-2-6 0,1 0 2 15,-1-4 9-15,3-1 1 0,-5 3-65 0,5-3-131 0,0 0-232 16,-2-14-581-16,0 3 258 0</inkml:trace>
  <inkml:trace contextRef="#ctx0" brushRef="#br0" timeOffset="38700.01">29845 3831 2424 0,'0'-14'153'0,"1"6"-23"16,0-2-10-16,-1 3-32 0,-2 0-23 0,3 4-24 0,-1-1-10 0,0 4-23 15,-1-7-27-15,1 7-12 0,2 0-4 0,-2 0-11 16,0 0-21-16,10 12-31 0,-3-3-43 0,0 4-50 16,2-1-215-16,-5-1-439 0,6 4 195 0</inkml:trace>
  <inkml:trace contextRef="#ctx0" brushRef="#br0" timeOffset="39654.87">30363 4112 132 0,'0'-9'331'0,"0"0"-25"0,-1 3-33 15,-3-1-26-15,0 1-33 0,0 2-24 0,-1 1-17 0,-9 3-18 16,2 3-17-16,-6 3-16 0,2 2-16 0,-4 2-12 15,-7 6-8-15,4 3-7 0,1 0-9 0,-1 6-7 16,0-2-7-16,3 1-5 0,3 0-6 0,-1-1-15 0,8 1-13 16,1-7-10-16,2-1 0 0,4-3-4 0,2 0 2 15,-2-2 2-15,1-5 3 0,2-3 22 16,2 2 15-16,5-2 10 0,5-2 5 0,1-3 6 16,2-1 12-16,3-1 27 0,0-4-10 0,4-1 13 15,-4 0 0-15,2-3 3 0,3-4 0 0,-2 0-4 16,0 1 1-16,-5 1-8 0,-1-1-1 0,0 1-4 0,-2 1 6 0,0 0 0 15,-4 3-2-15,-3 3-5 0,1 2-3 0,-5-1-8 16,5 1-13-16,-4 3-10 0,1 0-22 0,0 0-35 16,-4 2-26-16,4-6-50 0,-4 6-8 0,0 0 10 15,8 10 4-15,-3-7 16 0,2 7 1 0,1-4-14 16,-3 4-6-16,3 0 6 0,-1-3-13 0,1 3 1 0,0 0 4 31,-3-3 9-31,0-2 4 0,0 1 11 0,-1-2 7 0,1-1 12 16,0-2 2-16,2-2 7 0,3-4 1 0,-2-1 0 15,1-1 15-15,-2-4 7 0,5-5 5 0,-1 0 4 16,3-8 7-16,-5-1 10 0,0 1 6 0,5-3 16 16,-5-1 4-16,-1-2 2 0,0 1 8 0,0-4 9 15,-1 0-5-15,-1-2 5 0,2 0-2 0,-2 0 1 16,1 1-9-16,-2 2 3 0,0 4 17 0,-4 10 13 0,1 1 6 16,0 5 6-16,-1 2-10 0,2 2-11 0,-1 0-14 15,0 2-12-15,-1 2-16 0,-1 0-33 0,0 4-35 16,1-6-34-16,-1 6-61 0,0 0-18 0,0 0 17 0,0 0 1 15,0 0 13-15,-7 26 11 0,4-9 11 16,-5 12 7-16,4 3 4 0,-5-4 10 0,3 3 4 16,2 2 7-16,2 1 3 15,-3-1 3-15,2 0 5 0,1 0 2 0,-1 1 9 16,2-5 2-16,-2 0-1 0,2-4 5 0,1-6 2 16,0-2-3-16,-3-3 10 0,7-2-3 0,-4-2 1 15,0 1 3-15,0-5 4 0,-4 1 1 0,4 0 7 0,0-5-17 0,3 3 12 16,-3-2-5-16,-3 1 5 0,3-4 5 0,3 5-8 15,-3-5 15-15,-3 4-16 0,3-4 2 0,0 4 0 16,0-4 2-16,0 0 0 0,0 0-1 16,3 5 1-16,-3-5 0 0,0 0 3 0,0 0 8 15,0 0-14-15,0 0 6 0,0 0-1 0,0 0-4 0,0 0 5 16,1 4 3-16,-1-4-3 0,0 0 3 0,0 0 2 16,5 4 7-16,-1-2 3 0,6 3 10 0,8 0-8 15,9 1 11-15,11 0-5 0,21 0-18 16,37-2-80-16,6 1-132 0,3-11-195 0,11-1-222 0,0-8-674 0,-11-2 299 15</inkml:trace>
  <inkml:trace contextRef="#ctx0" brushRef="#br0" timeOffset="41619.93">2600 7123 22 0,'0'0'249'0,"0"0"-14"0,0-6-20 16,0 6-10-16,0 0-17 0,0 0-21 0,0 0-15 16,0 0-19-16,0 0-12 0,0 0-15 0,0 0-10 15,0 0-12-15,0 0-5 0,0 0-5 0,0 0-11 16,0 0-8-16,0 0-7 0,0 0-5 0,0 0-5 0,0 0-4 16,0 0-2-16,0 0-5 0,0 0-2 0,0 0-6 15,0 0 2-15,8 0 1 0,1-4-2 0,2 2 0 16,6-3-7-16,3-1 2 0,-1 0-1 0,9-2-2 15,-1-1-2-15,1 0 1 0,-1-3-4 0,-1 3 1 16,-1-3-2-16,1-1-1 0,-4-4 4 0,-5 7-2 16,5-7-3-1,-4 4 1-15,-3 1 5 0,-2-3 4 0,1 4 12 0,-6-4 12 16,-2 5 18-16,2-2-5 0,-3 5 3 0,-1-5 7 16,-3 6-9-16,-2 0-5 0,-3-3-10 0,-2 1-7 0,-5 3-4 0,1 0-7 15,-8 2-6-15,-3 3-3 0,-6 3 1 0,-5 1-6 16,0 3 1-16,-1 4-6 0,1 1 3 0,-3 6-4 15,3 0-3-15,2 1-1 0,1 3 0 16,4-2-2-16,6 5 0 0,0-4-1 0,5 4 1 16,2-3 0-16,4 3-1 0,8-6-2 0,4 6 7 15,9-1 10-15,9-6-9 0,4 2 9 0,12-6-3 16,17 0-10-16,7-8-42 0,2-3-56 0,3-3-74 16,27-4-85-16,-4-10-177 0,-25 1-474 0,-3 2 209 15</inkml:trace>
  <inkml:trace contextRef="#ctx0" brushRef="#br0" timeOffset="42221.12">3865 6872 284 0,'1'-4'337'0,"-1"1"-18"0,3-1-4 0,-3 4-19 16,0-5-22-16,0 5-29 0,0-4-34 0,0 4-19 0,0 0-24 15,0 0-25-15,5-3-34 0,-5 3-32 0,0 0-11 16,0 0-4-16,-3 19-11 0,1-7-2 0,2 5-2 15,-4 3-11-15,4 6-4 0,-4 1-8 16,-1 2 28-16,5-1-9 0,-4 2 2 0,-1 3-8 0,1-3 2 16,-1 0-5-1,4-1-3-15,-3-2-3 0,4 0-5 0,-3-7 5 16,2-1-5-16,1-3-4 0,0-4 3 0,1-1-5 16,-1 0-3-16,0-4 1 0,3-1 1 0,-3-1-4 0,0 1 7 0,0-1 7 15,0-3 6-15,0-2 27 0,0 4 23 0,0-4 29 16,0 0 33-16,0 0 29 0,0 0 19 0,0 0-17 15,0 0-20-15,4-11-20 0,-4 1-17 0,1-5-21 16,2-6-32-16,-1-6-25 0,2-2-22 0,-3-5-15 16,1-1-23-16,0-1-4 0,-2 3-5 0,-4-4-3 15,0 2 0-15,-3 5 1 0,-2 1 9 0,1 2 0 16,-8 1 8-16,0 6-2 0,1 6-2 0,1 0 1 16,-5 5 1-16,1 0 10 0,-9 3-19 0,-1 5 5 15,-2 1-5-15,1 6 3 0,0 5 2 0,2 5 6 16,-3-1-8-16,5 2-14 15,2 1 15-15,4 3 1 0,-2-2 0 0,8 5-19 16,2 0-19-16,6-6-1 0,1 0-4 0,4 0 7 16,4 8 4-16,10-3 22 0,-1-8-8 0,10 2-6 15,5-2-4-15,8-4-37 0,2-4-55 0,14-3-59 16,3-3-87-16,-1-4-337 0,2-3-676 0,-2-7 300 16</inkml:trace>
  <inkml:trace contextRef="#ctx0" brushRef="#br0" timeOffset="43276.05">4164 6953 9 0,'1'-5'475'16,"-1"0"-22"-16,0 0-22 0,2 1-14 0,-2-1-20 15,0 5-13-15,0-7-21 0,2 6-34 0,-2 1-31 16,0 0-32-16,0 0-31 0,0-5-27 0,0 5-30 0,0 0-43 16,0 0-38-1,0 0-39-15,0 0-28 0,0 0-7 0,0 0 2 16,1 20-2-16,-2-8-4 0,-1 5-7 0,0 0 2 16,-3 9 0-16,0 0 1 0,4-3-28 0,-2 6 23 0,-2-5-13 0,0 0-17 15,2-5-1-15,1-4 0 0,2-4 0 0,0 0-6 16,0-1 2-16,0-6 1 0,0 2 10 0,0 1 9 15,0-3 16-15,-1-1 29 0,1-3 38 0,0 0 43 16,0 0-3-16,0 0-10 0,10-10-6 0,-4 2 5 16,1-3-2-16,-1-2-9 0,3-4-7 0,5-4-10 15,-1-2-8-15,-1 0-7 0,0-4-9 0,3 4-5 16,-2-1-9-16,-4 10 0 0,1-1-6 0,-2 2-3 16,-5 3-2-16,3 3-5 0,-5 2-6 0,3-2-3 15,-3 3-16-15,3 0-27 0,-3 2-23 0,-1 2-36 16,4-4-32-16,-4 4-7 15,0 0 9-15,5 9 8 0,-2-4-9 0,-2 4-1 16,3 3-8-16,0 0-4 0,1 4 3 0,4-1 3 16,-1 3 8-16,4-1 5 0,8 2 1 15,1-2-6-15,5-2 3 0,4-1-12 0,2-3-14 0,4-3-14 16,0-2-2-16,2-2-11 0,3-1 3 0,-2-6 8 16,-1 1 10-16,-5-6 13 0,3 0 16 0,-8-3 16 0,-2 0 35 15,-7 1 46-15,-5 0 39 0,-2-5 27 0,0 1 16 16,-3 0 26-16,-5 4 27 0,2-6 12 0,-2 4 25 0,-4 1-1 15,-3 1-25-15,3 0-2 0,-3 1-13 16,0 2-14-16,-2-1-8 0,1 4-17 0,-2 1-11 16,-2 0-8-16,-3 3-5 0,-1 3-14 0,-2-1-1 15,-4 6-2-15,0 0-13 0,-1 2-2 0,3 1 4 16,-1 1-5-16,0 2-3 16,-1 2-7-16,3 0-23 0,3 0-16 0,1-1-18 15,1 2-16-15,1-2-1 0,3-5-8 0,0 0-4 16,3-4 8-16,-1 1 9 0,2-1 4 0,0-2 17 15,1-1 29-15,1-3 27 0,0 0 16 0,7 1 12 16,1-6 8-16,3-3 6 0,4 0 0 0,1-4-9 16,7-5 15-16,-8 5-9 0,7-5-1 0,-5 3 3 15,6-3-8-15,-8 5-3 0,2-1-8 0,-1 2 16 0,-5 3-17 0,-1 1 3 16,0 2-4-16,-2 0-2 0,-2 3 0 0,-2-3-10 16,1 3-14-16,-1 2-8 0,-4 0-10 0,10 0-11 0,-5 1-1 0,0 2-1 15,-1 2-9-15,5 2 2 0,-3-1 5 0,2 1-8 16,0 0-1-16,-1 2 5 0,1-1-1 0,1 2-4 15,0-3 7-15,5 5 1 0,-2-5-5 16,-1 0-1-16,1-2-5 0,-1 1-2 0,-1-1 7 0,-2-3 6 16,-2 0 5-16,2-2 2 0,0-3 6 0,1-2-3 15,-3 1 16-15,4-5 14 0,-1-3 23 0,-2-1 20 16,0-2 12-16,2-4 3 0,-4 1 6 0,3-8-2 16,1 0 7-16,-3-3 5 0,3 2-5 15,-1-3 1-15,0 1-2 0,-1-1-4 0,1-1 9 0,-3 2-2 16,3 1 1-1,-3 9 11-15,0 2 0 0,-3 4 2 0,1 4-5 16,0 0-11-16,-2 2-16 0,0 2-10 0,0 1-38 16,-1 0-36-16,2 0-51 0,-2 4-42 0,0 0-8 15,0 0 11-15,0 0 20 0,-4 24-15 0,0-7 20 0,-1 9 5 0,0 4 2 16,-4 0-9-16,1 5-12 0,-1-1-12 0,2 0-19 16,0 2-9-16,2 0-18 0,0-4-13 0,1-3-26 15,0-2-25-15,2-7-44 0,2-3-82 0,-4-4-172 16,1-8-558-16,2 2 248 0</inkml:trace>
  <inkml:trace contextRef="#ctx0" brushRef="#br0" timeOffset="43745.96">5065 6865 50 0,'-3'0'276'0,"3"0"-26"0,0 0-24 15,-6 0-14-15,6 0-2 0,0 0-16 0,-5 2-18 16,5-2-15-16,0 0-13 0,0 0-3 0,0 0-8 16,25-1-13-16,-4 0-15 0,8 1-10 0,4-4-6 15,2 2-10-15,21-3-9 0,-19 4-10 0,0-3-3 0,4 1-8 0,-5 0-3 16,-3-1-4-16,-2 1-2 0,-3 1-11 0,-8 0 2 16,-3 2-4-16,-4-4 2 15,-3 4 21-15,-2 0 16 0,-2-1 17 0,-6 1 10 16,11-3 7-16,-11 3 14 0,9-3 3 15,-9 3 5-15,7-1 2 0,-2-2-2 0,-5 3-3 0,0 0 2 16,6-2 1-16,-6 2-5 0,0 0-11 0,4 0 2 0,-4 0 1 0,0 0-7 0,0 0 2 16,0 0-7-16,0 0-7 0,0 0-2 0,5-3-11 15,-5 3-9-15,0 0-5 0,0 0-9 0,0 0-8 16,0 0-8-16,0 0-9 0,0 0-7 0,0 0-6 16,0 0-15-16,0 0-21 0,0 0-25 0,0 0-22 15,0 0 6-15,-1 16 6 0,1-10 3 0,0 3 1 16,-4 3 11-16,4 5 2 15,-4 1 4-15,7-1 3 0,-11 4 5 0,7-1 2 16,-3-3-11-16,3 2-17 0,-3-3-14 0,4 0-31 16,0-7-11-16,0 4-12 0,0-1-28 0,0-6-16 15,-4 2-20-15,4-2-7 0,-1-2-9 0,-3 1 8 16,4-1 23-16,0-4-36 0,0 0-102 0,0 0-258 16,-6-17-607-16,8 7 268 0</inkml:trace>
  <inkml:trace contextRef="#ctx0" brushRef="#br0" timeOffset="43893.14">5644 6674 25 0,'0'-4'458'0,"1"-1"-4"0,-1 2-20 15,0 3-33-15,0-7-19 0,0 7-33 0,3-2-31 16,-2-1-36-16,-1 3-27 16,0 0-27-16,0 0-31 0,0-5-34 0,0 5-44 15,0 0-53-15,0 0-25 0,0 0-46 0,14 3-45 16,-5 2-59-16,2-3-64 0,3 4-72 0,0 0-354 15,3-1-648-15,-2 1 287 0</inkml:trace>
  <inkml:trace contextRef="#ctx0" brushRef="#br0" timeOffset="44325.14">6248 6817 6 0,'-9'-2'282'0,"9"2"-24"0,0 0-26 0,0 0-22 0,-13 0-20 0,13 0-20 16,-7 0-18-16,0 0-17 0,-2 0-16 0,0 5-10 15,-2-1-13-15,-2 1-11 0,-2 2-13 0,-3 3-3 0,2 2-11 16,-1 1-6-16,-5 4-7 0,3 1 2 0,-3-2-10 16,9 0-4-16,-1-1-3 0,4 2-2 0,-3-3-1 15,4 1-4-15,4-4 3 0,-1-1 0 16,2 2 0-16,3-4-1 15,1 0 4-15,1-2 5 0,1-1 1 0,4 2 8 0,4-2 3 16,5-4 2-16,3 1-1 0,5-2 1 16,4-3-6-16,1-2 1 0,-1-4 11 0,-8 4 12 15,1-4 9-15,-2 1 12 0,-4-3 9 0,-1 0 4 16,0-2 5-16,-3-1-15 0,-1-2-15 0,-3-1-11 0,-2 0-6 16,-1 0-1-16,-3 0-10 0,0-1 3 0,0 2-7 0,-4 4-6 15,0 0-9-15,-1 2-1 0,-2 3-11 0,0 0-9 16,-2-1-11-16,-4 3-8 0,1 1-6 0,0 1-10 15,-2 3-17-15,-3-1-14 0,2 2-21 0,0 2-28 16,-3-1-29-16,5 3-28 0,2 0-41 0,-1 0-49 16,2 3-270-16,5-2-569 0,2 1 252 0</inkml:trace>
  <inkml:trace contextRef="#ctx0" brushRef="#br0" timeOffset="44710.4">6533 6784 349 0,'0'0'435'0,"0"0"-44"16,0 0-36-16,0 0-36 0,0 0-16 0,0 0-56 16,0 0-29-1,0 0-32-15,0 0-6 0,3 6-33 0,-5-1-2 16,0 0-13-16,-2 6-17 0,-1 3-4 0,-3 3-16 15,1 0-6-15,0-2-13 0,1 3 3 0,2 0-5 16,-4-1-10-16,3-6-11 0,0-1-21 0,4-4-12 16,-2 2-1-16,2 0-8 0,-3-4 1 0,4 0 9 15,-3 0 14-15,3-4 22 0,3 4 41 0,-3-4 12 16,0 0-3-16,0 0 4 0,20-14 10 0,-7 5 0 16,4-1-2-16,-3-2 7 0,4 4 0 0,-5-4 2 15,1 1 0-15,-5 3 0 0,0 1-6 0,-2 0-12 16,1 3-11-16,-3 2-13 0,-2-2-19 0,0 3-35 15,-3 1-37-15,8 5-12 0,-3-3-25 0,3 4-19 0,-2 6-8 0,5 3-15 16,-1 1-27-16,0 1-42 0,0 7-51 0,3 1-74 16,-3-2-88-16,-5-7-455 0,3-2-887 0,1-7 393 15</inkml:trace>
  <inkml:trace contextRef="#ctx0" brushRef="#br0" timeOffset="50481">7048 7179 30 0,'0'0'405'0,"0"0"-18"0,0 0-28 16,0 0-23-16,0 0-33 0,0 0-31 0,0 0-35 15,4 3-23-15,-4-3-23 0,0 0-27 0,0 0-46 16,0 0-42-16,0 0-22 0,-4 8-5 0,0-3-1 16,-1 6-7-16,-3 0-28 0,0 3-30 0,-1 0-34 15,-3 2-40-15,1 1-54 16,-1 0-68-16,-2-4-251 0,4 2-501 0,2-6 221 16</inkml:trace>
  <inkml:trace contextRef="#ctx0" brushRef="#br0" timeOffset="50922.35">8102 6624 224 0,'1'-13'332'0,"2"2"-2"0,0 1-9 0,-1 1-11 16,0 2-26-16,-2 1-22 0,1 2-14 0,0-1-23 16,-1 1-36-16,1 0-19 0,-1 4-23 0,0 0-36 15,0 0-32-15,0 0-17 0,0 0-8 0,0 17 5 16,-1 0-17-16,0 2-4 0,-3 13-6 0,0 2-1 16,-2 12-6-16,-1 3 6 15,-3-1 3-15,4 0-8 0,2 5-3 0,-1-4-3 16,-1-2 1-16,2-12-32 0,1 1-14 0,0-2-36 15,3-3-24-15,-1 0-28 0,-4-5-34 0,4-7-47 16,1-1-64-16,-3-5-215 0,3-5-513 0,-1-4 228 16</inkml:trace>
  <inkml:trace contextRef="#ctx0" brushRef="#br0" timeOffset="51222.96">8111 6757 138 0,'-1'-5'318'16,"0"3"-36"-16,1 2-29 0,-3-5-28 0,3 5-30 16,0 0-24-16,0 0-14 0,0 0-18 0,12 7-14 15,0 2-5-15,1 1-14 0,4 2-12 0,6 4-7 16,-3 2-5-16,3 1-7 0,-1-1-8 0,-3 2-7 16,2-2-5-16,-9-3-3 0,1-1-2 0,-1-2-10 15,-6-1-7-15,0-2-5 0,-1 0-1 0,-1 0-4 16,-5-2 4-16,-2 2 3 0,-3-2-1 0,-5 1 0 15,-6 1-2-15,-2-3-5 16,-5 4 5-16,3-3-2 0,-1-3-3 0,2-2-2 16,-3 5-3-16,2-4 0 0,-2-1-11 0,3-1-21 15,2 0-24-15,0 1-23 0,5-1-34 0,1-1-42 16,3-1-58-16,1-1-263 0,4 0-498 0,4-3 220 16</inkml:trace>
  <inkml:trace contextRef="#ctx0" brushRef="#br0" timeOffset="51861.57">8410 6786 315 0,'5'-4'321'0,"3"-1"-25"0,2-1-21 16,-2 2-27-16,1 1-23 0,1-1-22 16,-2 1-25-16,-2 0-21 15,3 3-16-15,2 2-17 0,-3 1-12 0,4 0-13 0,-2 2-11 16,0 2-10-16,-2 1-7 0,2-1-7 15,-1 7-5-15,-5-2-8 0,0 0-3 0,0 2-1 16,-3 3-7-16,-1-1-4 0,-1-3-4 0,-2 2-2 16,0-3-5-16,2-2-12 0,-1-1-2 0,-1-2 1 15,0-2-3-15,2 0-1 0,0-2 5 0,1 1 7 0,0-4-3 16,-1 4-3-16,1-4-17 0,0 0-19 0,25-12-11 0,-7 4-2 16,11-2-7-16,5-4-5 0,3-1-22 0,10-3-10 0,-11 2-8 0,14-2 0 15,-3 0 5-15,-11 3 9 0,-1 2 3 0,0-1 9 16,-2 2 6-16,0 0 10 0,-2 2 22 0,-4-1 21 15,-8 4 20-15,-4 1 24 0,-3 2 28 0,-3-1 23 16,0 2 13-16,-3 0 12 0,0 1 9 0,0 0 1 16,-3 0 6-16,-3 2 1 0,7-2-11 0,-6-1-14 15,-1 3-10-15,0 0-14 0,0 0-10 0,0 0-6 16,0 0-10-16,-15 9-19 0,2-6 2 0,1 3-8 16,-4 4-5-16,-2-1 3 0,0 2-13 0,-5 6-10 15,4 1-2-15,-3 1 2 0,3 1 5 0,5 1-7 16,0-5 6-16,5-1-9 0,0 2-13 0,1-2-12 15,2 0-1-15,2-4-5 16,2 0 7-16,2-2 3 0,-2 0-2 0,4-2 7 16,0 1 7-16,3-6 9 0,3 3 10 15,3-2-7-15,5-1 11 0,3-2-7 0,1-5 4 16,2 3 16-16,-4-3 9 0,0-3-1 0,-1-1 6 16,-1 0 1-16,1-4-3 0,-2 2-3 0,3-10 1 0,-5 7-8 0,-3-3-2 15,0-2 6-15,-2-4-27 0,0 5 12 0,-5 1-5 16,1 0 1-16,-2 1-3 0,-2 2-5 0,-2 3-2 15,1 1-7-15,-3-1-4 0,-1 4-13 0,-3-1-4 16,-2 2-33-16,0 2-17 0,-2 0-19 0,0 2-24 16,-5 2-24-16,2 1-26 0,-2 0-28 0,-1 6-41 15,8-1-38-15,-3-1-36 0,4 0-239 0,1 0-589 16,6 0 261-16</inkml:trace>
  <inkml:trace contextRef="#ctx0" brushRef="#br0" timeOffset="52233.44">9468 6706 132 0,'1'-2'428'0,"-1"2"-20"0,4-2-43 0,-4 2-7 16,4-3-36-16,-4 3-32 0,0 0-29 0,0 0-38 15,0 0-23-15,0 0-29 0,0 0-23 0,0 0-20 16,8 5-4-16,-6 0-24 0,2 1-14 15,-3 2-9-15,3 3-2 0,0 0-12 0,0 1-10 0,-3 1 16 16,3-1-28-16,0 5 1 0,-3-1 4 0,4 1-13 16,-5-7 3-16,3 1-11 0,-3-3 6 0,1 1-5 0,-1-4 10 15,4 2-13-15,-4-4 3 0,0 1 1 0,0-4 3 16,1 6-2-16,2-4 27 0,-3-2 58 0,1 2 34 0,-1-2 37 16,0 0 27-16,0 0 6 0,0 0-22 0,8-14-17 15,1 4-30-15,0-4-9 0,4-1-14 16,6-4-11-16,0-3-11 0,0 0-25 0,1-1-22 15,1 1-14-15,-2 2-13 16,0 1-1-16,-6 4-9 0,-2 3-8 0,-3 3-18 16,1 0-25-16,-4 3-32 0,4-1-25 0,-4 2-40 15,-1 1-53-15,2 1-61 0,1 2-41 0,-7 1-30 16,14 3-33-16,-9 0-55 0,3 1-370 0,-2 1-836 16,3 1 370-16</inkml:trace>
  <inkml:trace contextRef="#ctx0" brushRef="#br0" timeOffset="52501.31">10013 6684 395 0,'0'0'497'16,"1"-5"-5"-16,-1 5-14 0,0 0-24 0,1-3-30 16,-1 3-35-16,0 0-39 15,3-4-37-15,-3 4-37 0,0 0-34 16,0 0-27-16,0 0-29 0,0 0-39 0,0 0-36 0,0 0-21 15,0 0-12-15,1 10-12 0,-1-5-15 0,-1 2 0 16,1 2-17-16,-2-1-14 0,1 3-10 0,0-1-7 16,0 1-28-16,1-2-32 0,-3 3-5 0,2-2-14 15,-2-1-17-15,3-2-11 0,0 1-15 0,-1-3-18 16,1 3-14-16,-1-4-15 0,-2 1-8 0,2-1-5 0,1-4 1 0,-4 5 1 16,4-5-57-1,0 0-75-15,0 0-214 0,-9-14-564 0,8 7 250 16</inkml:trace>
  <inkml:trace contextRef="#ctx0" brushRef="#br0" timeOffset="52663.43">10013 6443 209 0,'-3'-11'440'0,"3"4"11"16,0-2-5-16,0 4-16 0,-1-2-32 0,1 3-33 16,0-1-41-16,-3 2-31 0,3 3-35 0,0-5-50 15,0 5-53-15,0 0-61 0,0 0-69 0,0 0-43 16,0 0-49-16,17 9-48 0,-9 1-65 0,5 0-84 15,-3 6-312-15,2-3-623 0,0 1 276 0</inkml:trace>
  <inkml:trace contextRef="#ctx0" brushRef="#br0" timeOffset="53244.88">10765 6752 222 0,'0'-2'319'0,"0"2"-29"0,-6-10-23 15,3 5-20-15,0 0-23 0,-4-3-23 0,2 4-20 0,-2-3-21 16,-1 1-9-16,-4 1-27 0,0 0-10 0,-4 1-13 16,-4-1-12-1,-1 1-11-15,-2 4-8 0,-4 2-10 0,4 0-8 16,-3 3-7-16,0-2-2 0,4 3-9 0,-5 3-6 15,7-3-3-15,3 2-2 0,-2 3-3 0,2-2-4 16,2 2-2-16,1 2-1 0,1-2-2 0,3 1 2 16,1 2-3-16,4 2-8 0,1 0 0 0,3-3 0 15,4-1-2-15,0-1-1 0,10 2 0 0,-3-1-2 16,3-7 8-16,5 3-11 0,1-2-4 0,4-5-1 0,-1-2-1 0,-2 1 2 16,3-5 2-16,-3-3 4 15,-1 0-2-15,4-5 14 0,-8-1 7 0,3 1 10 16,0-6 5-16,-3-2 10 0,-2-4 13 0,0 2 7 15,-4-4 5-15,-3 2 2 0,3-4 20 0,-1-3 5 16,-1-1-9-16,0-15 18 0,3 2 23 0,-5 13 30 16,0 0 39-16,-1 4 21 0,-1 2 11 0,0 8 9 15,-3 3 0-15,3 5-16 0,-3 2-24 0,0 1-13 16,1 2-24-16,-1 1-26 0,2 1-19 0,-2-2-44 16,0 6-48-16,0-4-56 0,0 4-49 0,0 0 8 15,0 14 9-15,-2-3 8 0,-2 10 6 0,-1 5 6 16,0 3 5-16,1 2 5 0,-1 1 1 0,1 0 3 15,1-2-2-15,0-1 15 0,4-1-1 0,-2 0 5 16,0-3-2-16,2-6 7 0,-1 1 0 0,0-3-5 0,-1-2-18 16,2-2-14-16,0-1-21 0,1-1-25 0,-2-2-41 0,0 1-10 15,1-3-29-15,-1 0-7 0,0-1-27 0,0-2-27 16,0 1-40-16,0-2-43 0,2 1-299 0,-4 1-669 16,2-5 297-16</inkml:trace>
  <inkml:trace contextRef="#ctx0" brushRef="#br0" timeOffset="54001.94">10820 6796 154 0,'-4'3'307'0,"4"-3"-4"16,0 0-9-16,0 0-13 15,0 0-27-15,0 0-18 0,0 0-23 0,0 0-18 16,0 0-24-16,0 0-14 0,22-6-17 0,-3 4-16 15,2-1-2-15,-1 1-27 0,2-2-5 0,5 0-13 16,1 0-7-16,-8 1-8 0,3-2-9 0,4-1-5 16,-5 2 0-16,-3 0-4 0,0 0-1 0,-3-4-10 15,-4 6 13-15,-2-2 5 0,0 1 23 0,-2 0 15 16,-3-1 5-16,-1 2 8 0,0 0-4 0,-1-1-7 0,1 1-11 16,-4 2-10-16,2-5-21 15,-2 5-11-15,0 0-5 0,-8-6-19 0,2 5-4 16,-2 1-10-16,0 0 6 0,-3 2-13 0,0-1-4 15,-2 3-3-15,0 1-14 0,-1-2-6 0,4 4 0 16,-8 2-13-16,5 2 2 0,0-4-14 0,6 2-15 16,-3 4-5-16,4-1 5 0,5-2 6 0,1 4 10 15,5 3 11-15,8-2 2 0,5-2 7 0,6 5 5 16,7-4 2-16,3-2 0 0,15 4 0 0,2-7 0 16,3 0-5-16,-3-6 0 0,-12 0 1 0,15-4 3 15,-3-1 4-15,3-3 5 0,-17-2 1 0,1 0 6 16,-2-3 18-16,-4 0 25 0,-4-3 31 0,-5-1 8 0,-6 2 6 15,-2-2 11-15,-2-1-8 0,-2 1 5 0,-1-1 9 16,-3 1-8-16,-6 2-16 0,-1-1-11 0,-2 1-11 0,-4 1-13 16,-4 3-8-16,-5-2-9 0,-3 3-8 0,0 0-1 15,-5 4-3-15,0 0 6 0,-5 2-9 0,1 4-3 16,7 0-1-16,-2 2 1 0,0 2-16 0,4-1-9 16,1 5-7-16,1-2-11 0,1 0-22 0,6 0-14 0,1 1 4 0,2 2 4 15,2-2 9-15,4 0 4 0,0-1 11 0,4-1 9 16,6 1 2-16,-1-1 4 0,4-3 3 0,6 5 1 15,1-6 7-15,0-2-4 0,3-2-4 0,-3-2 0 16,3-1 2-16,-4-1 4 0,3-4 6 0,-2-1 8 16,-3-1 13-16,1-1 14 0,-4-1 17 0,1-4 8 15,1-5 8-15,-2-1 8 0,-7-2 5 0,1 1 17 16,0-5 3-16,-1-1 14 0,-4 0 11 0,2-5 12 16,-2-1 5-16,-1-10 22 15,-1 9 37-15,1 1 20 0,-1-1 18 0,2 3 14 16,-1 4-6-16,-2 3-6 0,0 10 2 15,-2 2-28-15,4 6-19 0,-2-3-23 0,0 8-20 16,0-5-20-16,0 6-35 0,0-2-66 0,0 4-74 0,0 0-38 16,0 0 5-16,-4 15 5 0,-1 4 0 0,-3 10 22 15,1 7 9-15,-5 10 8 0,1 2 14 0,3 1-8 16,-1-2-15-16,3-1-22 0,3-11-6 0,-1-1-38 0,3 0-39 0,2-1-42 16,-1-1-60-1,-1-1-103-15,2-6-376 0,-2-5-808 0,2-11 358 16</inkml:trace>
  <inkml:trace contextRef="#ctx0" brushRef="#br0" timeOffset="54845.54">13474 6691 124 0,'-2'-5'213'0,"-2"-2"-18"0,-2 3-19 16,-1-1-20-16,1 0-16 0,-6 2-20 0,1-2-3 16,-1 2-11-16,-3 2-9 0,2 1-10 0,-7 0-9 15,2 2-4-15,-1 1-9 0,0 2-9 0,2 2-3 16,-2-1-8-16,2 4-3 0,-1-2-5 0,4 2-3 16,-4 1-5-16,5 2-5 0,3-4-3 0,1 3-2 15,0 1-4-15,5-1 1 0,3-2 3 0,1 4-3 16,1-5 4-16,7 1-1 0,5 2 8 0,2-3 6 15,3-1 0-15,14-4-2 0,2-1-2 0,4-4-5 16,-1-2 2-16,1 0-1 0,0-4-3 0,1-3 3 0,-10-2-6 16,6 2 9-16,-7-4 14 0,-3-2 8 0,-3 0 4 15,-3 0 0-15,-6-1 0 0,-2 0-2 0,2-6-3 16,-9 5 20-16,1-2 5 0,-2 1 8 0,-3-1-9 0,-5 1-10 16,-2 1-6-1,-3 3-9-15,-4 0-6 0,0 3-11 0,-4 1-3 0,-3 3-11 16,0 2-6-16,-6 2-3 0,5 1-2 15,3 6-2-15,-4-2 1 0,4 4-4 0,-7 3-16 16,7 0-16-16,-6 5-17 0,9-2-28 0,2 1-21 16,1 4-21-16,5-1-12 0,4 0-16 0,0 2-30 15,6-3-49-15,2-2-184 0,8 1-441 0,1-2 196 16</inkml:trace>
  <inkml:trace contextRef="#ctx0" brushRef="#br0" timeOffset="55468.63">13916 6595 256 0,'-1'-6'410'0,"1"6"-32"0,0-4-46 0,0 4-47 0,0 0-28 0,0 0-29 31,0 0-26-31,-1-4-24 0,1 4-21 0,0 0-21 0,0 0-10 0,-4 18-4 16,4-8-25-16,0 2-8 0,-4 3-12 0,3 3-6 15,-3 0-5-15,0 1-5 0,0 5-8 0,-2-5-2 16,6-3-5-16,-4 1-26 0,2-5-8 0,2-1-2 16,-3-2-8-16,3-3 3 0,0 1-4 15,0-2 7-15,0-1 6 0,-1 0 28 0,1-4 39 16,-3 4-1-16,3-4-7 0,0 0-3 0,13-12 15 0,-5 7 0 16,-2-4-6-16,3 0 10 0,1-3-9 0,0-1 0 15,1-2-26-15,1 1-1 0,0 2 7 16,-3-1-6-16,0 2-7 0,-2 1 6 0,0 3-8 15,-2 2-4-15,0-1 4 0,0 1-33 0,0 1 6 16,-3 4-12-16,0-2-22 0,-2 2-9 0,7-3-3 0,-7 3-10 0,9 1 4 16,-2 1 1-16,-2 3-4 0,6-1 17 0,1 1-13 15,-3 3-3-15,0-2 8 0,9 3-7 0,-4-2 1 16,5 0-3-16,-3 0 1 0,0-2-4 0,3 1-5 16,-1-5-9-16,0 3 10 0,0-3-10 0,-4-2 8 15,0 0 5-15,0-3 4 0,-5 0 5 0,4-3 4 16,-3 0 4-16,-1-1 18 15,0-7 9-15,2 1 12 0,-3-2 12 0,-1 1 10 16,-2-2 10-16,2-3-14 0,-2-8 8 0,-1 3 19 16,-1-4 1-16,-1 3-2 0,1-3 8 0,1-2 10 15,-2 4 13-15,1 3 18 0,1 6 14 0,-4 6 14 16,0 0-4-16,0 3-5 0,1 2-17 0,-1 1-13 16,0 2-15-16,-1-1-26 0,1 5-43 0,0-5-53 15,0 5-56-15,0 0-6 0,0 0 18 0,0 0 2 0,-4 24 26 0,3-5-14 16,-4 8 9-1,2 2 7-15,-1 3 7 0,2 0 5 0,-4 0 9 16,4 1 2-16,1-1-14 0,-1 1-13 0,4-4-14 0,-2 0-4 0,2-2-20 16,-1-2-19-16,-1-7-16 15,-1 1-21-15,2-2-26 0,1 0-36 0,-4-2-57 0,4-6-60 16,-1-4-207-16,2-2-582 0,-3-3 258 0</inkml:trace>
  <inkml:trace contextRef="#ctx0" brushRef="#br0" timeOffset="55991.6">14535 6582 264 0,'0'0'299'16,"0"-4"-32"-16,0 4-30 15,-3-4-29-15,3 4-23 0,0 0-26 0,0 0-13 16,0 0-14-16,0 0-16 0,-1 11-8 0,2-4-10 16,-1 0-18-16,3 3-12 0,1 1-11 0,-2 0-12 15,2-2-6-15,4 1-13 0,-2 0-8 0,3 0-7 16,0-2-11-16,1-2-7 0,-1 1-3 0,1-4-5 15,-1-1 1-15,4 1 4 0,-3-3-4 0,2 0 3 16,-3-4 4-16,2 0 4 0,-2-3 17 0,0-1 17 0,0-1 11 0,-1 0 16 16,-1 0 8-16,2-4 12 0,-1 1 16 0,-4 0 0 15,5 0 16-15,-4 1 3 0,-4 2 9 0,6 0 26 16,-5 2-13-16,2 2-10 0,-1 1-22 0,-1-1-14 16,2 4-19-1,-4 1-31-15,4-6-20 0,-4 6-4 0,0 0-21 16,6 11 1-16,-2-1-15 0,1 7 1 0,-1 2 0 0,2 8 3 15,-2 1 0-15,-3 5 1 0,-1 2-1 0,-1 13-1 16,-5 1 7-16,1-3-2 0,-3 2 3 16,-2-1 3-16,-4-3 1 0,1-11 4 0,-1 0-4 15,1-1 3-15,-5-6-1 0,4-2 3 0,0-4 0 16,1-5 2-16,6-4 0 0,-2-4 14 0,2 1 14 0,1-4 14 16,-2-2 22-16,-1-3 17 0,2-3 14 0,-2-4 14 0,0 0 32 15,-1-7 2-15,3-2 0 0,1-8-3 0,3-2-21 16,3-6-10-16,4-2-12 0,8-13-9 0,7-2-12 15,4 3-12-15,6 1-19 0,6 2-8 0,0 1-15 16,5 4-4-16,-1 4-10 16,-13 12-1-16,2 4 1 0,-1 0-7 0,1 2-10 0,-4 2-13 15,-6 5-32-15,-1 1-31 0,-5 4-38 0,0 0-60 16,-5 2-58-16,-1 0-49 0,-3 4-15 16,-3-1-34-16,0 0-323 0,0 0-714 0,-17 10 315 15</inkml:trace>
  <inkml:trace contextRef="#ctx0" brushRef="#br0" timeOffset="56717.32">16494 6113 147 0,'-3'-4'244'16,"3"-2"-27"-16,0 6-27 0,0-6-29 0,0 6-13 16,0 0-16-16,-5 16-16 0,1-1-12 0,-2 11-10 15,-3 3-15-15,0 3-7 0,0 13-13 0,0 4-4 16,-4-1-7-16,6 0-5 0,0 1 12 0,-3-3-6 16,6-10-5-16,0-1-4 0,2-2-3 0,-1 1-4 15,1-7 1-15,0 2 6 0,0-8-1 0,0-2-3 16,0-1-1-16,1-5-4 0,1-1-1 0,0-3-2 15,-3-4-2-15,3 2 2 0,-1-2-2 0,0 0 4 16,1 0 0-16,0-5 2 0,-3 4-1 0,3-1 0 0,0-3-8 0,0 0-22 16,-10 0-33-16,3-5-46 0,-4 2-53 0,1-4-46 15,-6-2-203-15,1-4-412 0,-4-6 182 0</inkml:trace>
  <inkml:trace contextRef="#ctx0" brushRef="#br0" timeOffset="56993.2">15976 6589 84 0,'0'0'196'0,"-9"0"0"0,9 0-7 0,0 0-18 15,-6 0-16-15,6 0-15 0,0 0-9 0,0 0-6 16,0 0-8-16,36 0-8 0,-7-2-2 0,8-2-6 16,17-1-5-16,6-2 4 0,1 0 3 0,6 4-7 15,-5-7-6-15,3 5-10 0,-6 1-8 0,-4-1-3 0,-16 4-11 0,-7-1-5 16,-2 0-5-16,-8 2-3 0,-3-3-5 0,-6 3-4 15,-2-2-11-15,-3 2-2 0,-3 0-5 0,1-1-4 16,-6 1 0-16,8 0-3 0,-8 0-12 0,0 0-8 16,0 0-11-16,-20 3-9 0,7-3-9 0,0 5-11 15,-1-3-20-15,1-1-24 0,0 1-29 0,-1 0-41 16,5 0-45-16,-2-1-145 16,5-1-380-16,0 0 169 0</inkml:trace>
  <inkml:trace contextRef="#ctx0" brushRef="#br0" timeOffset="57972.38">16937 6199 225 0,'3'-6'376'16,"-2"1"-25"-16,-1 0-42 0,1 1-27 0,-1 0-37 15,0 4-23-15,2-4-32 0,-2 4-25 0,0 0-18 16,0 0-16-16,5 20-21 0,-4-8-8 0,-1 6-12 0,3 8-14 0,-6 7 1 16,-1 1-16-16,2 11-3 0,-5 2-7 0,-2-1-6 31,2-12-2-31,0 1-7 0,-2 0-2 0,0-1-5 16,3-3-2-16,-2-3-1 0,3-3-4 0,5-8 1 0,-4-3-3 15,3-2-5-15,-2-4-5 0,3-1 3 0,-1-1 5 0,1-4 19 16,0 5 24-16,-3-5 32 0,3-2 50 0,-1 5 18 15,1-5 28-15,0 0 13 0,0 0-20 0,0 0-17 16,0 0-19-16,18-19-15 0,-9 12-17 16,4-6-10-16,1-8-29 0,1 5-16 0,1-4-18 0,-2 3-12 15,2-2-9-15,-2 6-9 0,-3-1-2 0,-4 4-12 16,1 3 9-16,-3 1 1 0,0 1-10 0,-1 2-17 16,-1 0-37-16,-1-2-19 0,2 4-45 0,-4 1 3 15,10-1 5-15,-10 1 2 0,12 7-2 0,-2-4 1 0,5 6-3 0,3-1-2 16,0 1 2-16,1 0 1 0,10 3-2 15,2 1-12-15,-1-5-9 0,3-2-15 0,0 2-7 16,0-4-2-16,-1 0 0 0,0-1 12 0,-10-2 8 16,-5-1 14-16,0-3 17 0,-4 2 17 0,-3-3 22 0,-3 0 35 15,-1-2 26-15,-3 0 27 0,-2-4 20 0,-1 2 11 16,-3-1 20 0,2-1 15-16,-3 0 13 0,0 0 11 0,-1-2 1 15,0 6 0-15,-2-3-12 0,0 3-6 0,1 0-14 0,-1 2-9 0,-3-1-7 0,-1 3-13 16,-2 2-8-16,-5 0-8 0,-1 5-3 0,1 0 3 15,-4 2-8-15,2 2-6 0,1 2-3 0,0-2 0 16,-3 7-5-16,6-5 2 0,2 1-3 0,2 0 8 16,4 0-11-16,-2-3-21 0,3 0-8 15,1 0-2-15,2-2-4 0,1-1 2 0,1 0 4 16,-2-1 2-16,4-1 5 0,-5-1 20 0,5-1 31 16,0-2 22-16,0 0-5 0,0 0 9 0,20-4 1 15,-9-1-14-15,4-3 15 0,2 0-9 0,-1-2-2 16,8-2-4-16,-7 1-2 0,2 2-13 0,0-1 0 15,-2 0-7-15,2 1 3 0,-3 2-6 0,-6 2-7 16,-3 0-1-16,2 2-6 0,-2 1-21 0,0 1-8 0,-1 1-1 0,-6 0-3 16,12 1-2-16,-5 3 8 0,4 1-8 0,-3 3 5 15,2-1 0-15,0 2-2 0,-2 2 8 16,1-1 1-16,2 2-1 0,1 1-27 0,2 0-8 0,-1-1-12 31,-4-3-9-31,2 0-1 0,-2-1-3 0,0-1-1 0,4 0 5 0,-5-4 7 16,-2 0 9-16,3-3 7 0,-1-3 5 15,-1 1 6-15,2-4 5 0,-1-1 7 0,-2-4 14 16,3-4 9-16,0 1 15 0,-2-3 9 0,0 0 8 16,-2-8 9-16,3-3 18 0,0 1-8 0,-1-4 6 15,0 1 2-15,-1-4 3 0,1-2 9 0,-1 0 2 16,4 2 5-16,-3 0 23 0,0 5 19 0,2 3 21 16,-5 9 12-16,-3 2-4 0,2 8-12 0,-2 0-20 15,-1 0-15-15,1 2-24 0,2 2-46 0,-2 1-44 0,-1 2-20 0,0 0 4 16,0 10-1-16,-1 2 3 0,-3 7-2 0,0 5 4 15,-1 7 13-15,-4 1-4 0,4 2-4 0,0-2-31 16,-2 4-15-16,0 1-14 0,3-4-16 0,0 0-12 16,-1-1-14-16,3-3-14 0,-4-4-18 0,5-4-23 15,-1-6-38-15,0-2-36 0,-1-2-47 0,0-5-200 16,2-2-542-16,1-4 239 16</inkml:trace>
  <inkml:trace contextRef="#ctx0" brushRef="#br0" timeOffset="58219.78">17543 6428 255 0,'-8'-1'308'0,"3"-1"-13"0,0 2-25 0,5 0-25 16,-3-4-25-16,3 4-10 0,14-3-15 0,7 3-11 16,11-2-29-16,5 2-11 0,15-2-7 0,7-1 1 0,4 0 5 15,2 0-5-15,-1-1-15 0,-2 2-19 0,-7 0 2 16,-14 1-16-16,-6 0-5 0,-6 1-11 0,-10 0-14 15,-6 0 0-15,-4 0-7 0,2-1-5 16,-3 1-31-16,-3 0-23 16,-5 0-16-16,0 0-16 0,0 0-28 0,0 0-40 15,-36 3-50-15,7 3-61 0,2-3-80 0,-3 1-195 16,3-4-532-16,6 0 235 0</inkml:trace>
  <inkml:trace contextRef="#ctx0" brushRef="#br0" timeOffset="59152.7">19145 6299 90 0,'0'-4'313'16,"1"1"-27"-16,-1 3-24 0,0-7-33 0,0 7-26 16,-1-3-23-16,1 3-30 0,0 0-32 15,0 0-12-15,0 0-11 0,0 0-12 0,0 18-10 0,-1-2-9 0,-2 1 14 0,-2 7-9 16,-1 1-5-16,-3 3-7 0,1-2-7 15,-2 2-5-15,1-1-5 0,-1-1-4 0,1 0-3 16,0-4-3-16,6-4-3 0,-2-2 2 0,1-4-7 16,3-1-8-16,-1-5 0 0,0 2 1 0,2-6 7 15,0 4 17-15,0-2 40 0,0-4 51 0,-5 5 47 16,5-5 8-16,0 0-21 0,0 0-15 0,18-15-13 16,-9 5-18-16,4-3-17 0,0-2-5 0,1 0-6 15,-1 0 0-15,4-6-21 0,0 1-5 0,-3 6-15 0,-1-2 1 0,-2 1-9 16,2 2-3-16,-5 6-4 0,-2 0-6 0,-1 2-1 15,2 0-8-15,-4 1-4 0,1 2-20 0,0-1-3 16,0 0-31-16,-4 3 2 0,0 0-6 0,10 6 1 16,-3-2-1-16,-1 3 16 0,-2 3 5 0,2-1-15 15,-2 3 2-15,5 3 12 0,-1-1 3 0,-3-2 0 16,1 2 2 0,-2-3 0-16,4 1 1 0,-6-3 3 0,2-1 16 0,2-1-15 15,-3 0 8-15,1-2-1 0,-3-2 0 0,2 0 32 0,-2 1 42 0,-1-4 41 16,4 2 40-16,-4-2 37 0,0 0-11 0,0 0-19 15,7-11-15-15,-1 2-14 0,0-2-12 0,0-4-12 16,2-4-12-16,0 0-8 0,3-6-10 0,1-1-7 16,-1-1-8-16,-2-4-10 0,5 2-8 15,-5 1-11-15,1 3-9 0,1 2-8 0,-4 7-11 16,2 1-12-16,-5 4-21 0,1 3-25 0,-1 2-41 16,1-2-70-16,0 7-61 0,2-2-35 0,3 2-21 15,0 5-32-15,-1-1-45 0,4 6-66 0,-3-3-241 0,3 7-725 16,1-1 320-16</inkml:trace>
  <inkml:trace contextRef="#ctx0" brushRef="#br0" timeOffset="59497.05">19766 6607 331 0,'-1'2'412'0,"1"-2"7"0,0 0-18 0,-1 5-16 16,1-5-23-16,0 0-42 0,0 0-31 0,0 0-30 15,25-12-32-15,-8 5-23 0,9-5-18 0,2 0-22 16,4-1-18-16,0-2-8 0,-2-1-18 0,1 1-21 16,-2-2-8-16,1-1-1 0,0 0-9 0,-5-3-6 15,-4 1-6-15,2-1-16 0,-2-2-5 0,-2 2-1 16,-5-3-6-16,-4 7-2 0,-4 0 3 0,0 2 17 16,-3 1-1-16,0 6-6 0,-4-4-11 0,-3 3 3 15,-3 1-17-15,-3 3-6 0,-5-2-10 0,-7 6 2 0,-6 2-6 0,-4 7-2 16,-2 1-2-16,0 3-2 0,3 2-4 15,1 4-2-15,2-1-2 0,1 4 1 0,5 1-5 16,3 2 0-16,3 0-25 0,5 0 2 0,5-1-8 0,5-2 0 16,3 3 1-16,11 1 6 0,10-4 5 0,5-1-1 15,7-3-11-15,20 0-31 0,7-5-66 16,3-4-65-16,29-7-78 16,0-7-103-16,-3-4-286 0,-28-1-726 0,-1-3 322 15</inkml:trace>
  <inkml:trace contextRef="#ctx0" brushRef="#br0" timeOffset="60392.53">21656 5825 264 0,'6'-16'270'0,"1"3"-14"0,-5 3-7 15,5 1-24-15,-3 4-25 0,-3 0-21 0,-1 0-24 16,0 2-28-16,0 3-20 0,0 0-11 0,0 0-12 16,5 20-10-16,-9-3-6 0,3 11-12 0,-7 2-3 0,-1 2-8 0,-1 3-2 15,-4 12-7-15,0-1-2 16,1 0-6-16,0 2 0 0,3-15-5 0,1 0 1 15,2 1 1-15,-2 0-4 0,1-7-3 0,3 2-1 16,2-10-5-16,0-3 1 0,0-4 1 0,2-3 11 16,-2 2 17-16,3-6 32 0,-1 0 46 0,-1-1 61 15,2-1 32-15,0-3 18 0,0 0-19 0,12-12-24 0,2-3-21 0,8-2-19 0,1-6-15 16,2-1-21-16,11-7-4 0,-1-5-13 0,-2-2-9 16,0 4-8-16,-5 7-10 0,6-12-5 0,-9 11-6 0,-1 2-10 15,2 1-4-15,-7 3 1 0,-5 6-8 0,-2 3 0 16,-5 3 3-16,2 2-2 0,-4 2-5 15,-1 1-3-15,0 2-14 0,-1-1-21 0,1 1-20 16,-3 0-11-16,-1 3-16 16,0 0-3-16,0 0 9 0,-14 10 5 0,-3-2 7 15,-1 6-1-15,-9 3-11 0,0 0 19 0,-1 1 10 16,0 1-6-16,-4 0 5 0,4-1 5 0,1 0 8 16,1 3 1-16,1-6-8 0,6-5 4 0,1 2-2 0,8-5-1 0,-2 1 3 0,4-3-3 15,1-1 5-15,3 1 4 0,-1-2 1 0,1 0-2 16,0-1 1-16,1 1 4 0,3-3-6 15,-5 4 1-15,3-1 0 0,2-3 2 0,2 5-2 16,3-1-2-16,-2 1-1 0,4 2-2 0,3-2 0 16,4 8 15-16,0-2-13 0,1 0 6 0,7 4-3 15,3 1 4-15,-2 2 0 0,1-2 5 0,1 2-13 16,1 2-26-16,3-6-56 0,2 3-62 0,-3-1-58 16,3-1-76-16,-2-2-116 0,1-4-230 0,-4-2-684 15,1-3 303-15</inkml:trace>
  <inkml:trace contextRef="#ctx0" brushRef="#br0" timeOffset="60855.71">22332 6105 16 0,'-1'-6'466'0,"-2"3"-25"0,3 3-24 15,-5-3-32-15,4-2-37 0,1 5-39 0,-4-2-40 16,4 2-25-16,0 0-32 0,-4-4-40 16,4 4-45-16,0 0-43 0,0 0-6 0,-5 14-12 0,3-7-6 15,-1 4-6-15,-3 8-11 0,-5 5 10 0,1 1-1 16,1 0-21-16,-3 0 0 0,0 2-6 0,1-3-5 16,-2 3 3-16,2-1 2 0,3-9-2 15,1 1-6-15,1-3-11 0,2-4-8 0,0 2-12 0,0-7 4 16,1 0-7-16,3 0 11 0,-3-1 18 0,-1-2 27 15,4 1 44-15,0-4 28 0,-1 5 45 0,1-5 37 16,0 0 30 0,0 0-12-16,0 0-23 0,8-15-23 0,2 1-21 15,-1-2-11-15,6-5-14 0,-1 0-23 0,4-3-31 0,0-1-23 16,2 1-9-16,-2 3-4 0,1-1-4 16,-5 4-5-16,-2 6 0 0,-6 3-2 0,3 1-4 0,-4-1-4 0,0 5-11 15,-1 0-23-15,0 0-28 0,-1 1-31 0,-3 3-33 0,6 0-13 16,-6 0 10-16,9 7 11 0,-5-1 8 15,2 2 0-15,1 7-2 0,4-1 2 0,-2 2-10 16,6 6-3-16,2-3 0 0,3 1-8 0,2-1-6 16,5 0 11-16,5-1-23 0,0-2-21 0,15 2-31 15,-10-7-32-15,14 1-33 0,-1-5-20 0,-10-3-25 16,-2-4-186-16,-1-1-526 0,0-4 233 0</inkml:trace>
  <inkml:trace contextRef="#ctx0" brushRef="#br0" timeOffset="61178.4">23098 6353 371 0,'14'-17'127'16,"-2"1"23"-16,-4-1 21 0,-1-3 17 0,1-2 12 15,-4 4 26-15,-4 0 17 0,0 2 5 0,0 0 5 16,-2 6-10-16,2 1-22 0,-2 1-3 0,-1 2-40 16,0 0-21-16,-1 0-23 0,-1 3-19 0,-1 0-12 15,-3 3-15-15,-4 3-14 0,-2 4-11 0,-5 1-4 16,4 3-1-16,-6 6-14 0,6-5-1 0,-9 9-3 16,10-3-5-16,-6 4-5 0,11-6-9 0,-2 0-24 0,-3 6 3 0,8-6-20 15,-1-1 3 1,6-2 1-16,0-1 0 0,0-1 2 0,4-1 5 15,0-2 3-15,4 0 1 0,2-2 9 0,3-4 2 16,3 0 15-16,4-2-21 0,1-2 1 0,3 0 7 16,-4-4-3-16,1-1 0 0,0 0 11 0,0-5 2 0,4-3 1 15,-9 3-1-15,2-1 2 0,-3-2 0 16,2-8-10-16,-4 2 4 0,-3 2-4 0,2 1-8 16,-5-1 7-16,-1 1-21 0,0 1-2 0,-4 0 11 15,-3 6-16-15,2-3-2 0,-3 5-12 0,-3-1-11 16,-1 4-11-16,0-1-12 0,-5 3-12 0,2 4-17 0,-2-1-21 15,-1 2-30-15,-5 1-43 0,2 4-44 16,2 0-278-16,2-2-555 0,3 1 246 0</inkml:trace>
  <inkml:trace contextRef="#ctx0" brushRef="#br0" timeOffset="61672.94">23491 6150 3092 0,'3'-1'357'0,"-3"1"-125"0,0 0-64 0,9-1-85 0,-5 0-48 16,-4 1-8-16,0 0-16 0,7-2-6 0,-7 2-4 15,1 5-5-15,-1 2 4 0,-1 0-4 0,-3 3 2 16,1 2-5-16,-4 5 6 0,1-3-2 0,-1 3 5 16,1 0 0-16,1-2-7 0,0 4-11 0,-2-2 4 15,2-2-5-15,1-4-13 16,2-3 1-16,-2 1 2 0,0-4 0 15,4 0 5-15,-1-1 14 0,0 0 14 0,1 0 32 16,0-4 42-16,-3 4 30 0,3-4-13 0,0 0-9 16,13-12-10-16,-7 3-10 0,4 1-8 0,6-5-7 0,-2-1-8 15,5-6 5-15,-1 3-12 0,-3 3-16 0,-1-1 7 16,0 4 0-16,-5 4 6 0,-1-3-1 16,-1 5 0-16,-3 1-10 0,1 0-5 0,-1 1-3 0,0 1-7 0,-1-1-14 15,-3 3 1-15,0 0-7 16,11 8 7-16,-10-1-6 0,6 0 4 0,-6 3-5 15,4 2 6-15,3 3-12 0,-3-5 15 0,5 4-2 16,1 0-3-16,-1-1 10 0,1 1 9 0,2-4 3 16,2 1-11-16,2-3 13 0,5-2 9 0,-3-2 16 15,8-2 12-15,-7-2 12 0,3-6 17 0,-4 2 18 16,7-6 21-16,-7 1 16 0,4-6 3 0,-1 1 3 16,-8-1 2-16,2-8-8 0,-3 0-6 0,-4 6-12 15,-4-9-13-15,4-3-21 0,-9 0-13 0,-4 2-29 16,-4 1-42-16,-5 1-64 0,-6 1-88 0,-6 1-83 15,-10 7-90-15,-18 0-102 0,-12 6-475 0,-26 0-975 16,26 5 431-16</inkml:trace>
  <inkml:trace contextRef="#ctx0" brushRef="#br0" timeOffset="68353.35">25616 5963 17 0,'3'-14'219'0,"-1"3"-7"0,0 0-4 16,-1-1-9-16,-1 1-9 0,0 2-6 0,-1 0-17 0,-1 2-14 15,1-1-16-15,-3 4-6 0,3 1-21 16,-4-2-15-16,-7 3-10 0,2-1-11 0,-4 3-11 16,-7 5-4-16,1 0-6 0,-11 5-5 0,3-1-8 15,2 4-2-15,0 0-7 0,3 5-2 0,0-2-4 0,1 0-1 16,6-2-2-16,2 0-1 0,1 1-3 0,1 2-1 16,5-2-12-16,1 1-9 0,1-2-2 15,5-1-3-15,3 1 2 0,3-6 2 0,0 4-2 16,2-5 0-16,3 0 2 0,8-1-3 0,1-4 3 0,7-2 1 0,4 3-1 15,-2-8 2-15,-2-1 2 0,2-5-4 0,-6-2 5 16,-5 5-2-16,5-8 2 0,-8 4 0 0,1 0 4 16,-1-3 12-16,-2 1 3 0,-1-1 5 0,-2 1 3 15,-4 4 13-15,1 0 18 0,-1 1 6 0,0 2-2 16,-3 1-2-16,-1 0-6 0,1 5-13 0,-2-2-18 31,2-1-12-31,-3 4-7 0,0 0-2 0,0 0-4 0,-17 19 3 0,8-6 0 16,-5 9-3-16,-2 5 1 0,0 3 1 0,-3 16 0 15,1-1 0-15,0 5-2 0,4-3 0 0,-4 2 3 16,4 0 0-16,3-1 1 0,-3 1 1 0,6-3-2 16,2-10 2-16,2-2 8 0,-3 0-9 0,5-1 1 15,-3 0-1-15,1-4 3 0,0-4 0 0,-1 0-1 16,1-8 1-16,0-1 0 0,2-3-3 0,-2-3 3 0,0 0 0 0,0-1 1 16,-1-4 0-16,-1-1 5 0,-1-1-2 0,-3-1 3 15,0-2-2-15,-3-2 3 0,-5-2 10 0,-1-4-8 16,1 0 6-16,-2-3 13 0,-2-3 7 0,3-4-3 15,-2 0-2-15,1-3-2 0,3-3-2 0,1 0 2 16,4-5-7-16,3-3-13 0,4 2-5 0,5-6 20 16,9-11-9-16,5 1-10 15,4 1 0-15,-2 12-1 0,8-6-3 16,-1 9 0-16,10-7-1 0,-4 13-4 0,2 3-1 0,10-9 1 16,4 3-1-16,-12 10 0 0,3 2-2 0,1-1-1 15,-3 2 3-15,-2 4 3 0,-5 0-4 0,-8 9 2 0,0-5 0 0,-7 3 0 16,-2 0-1-16,-2 2 0 0,-2-2 0 0,0 2-4 15,-2-1 0-15,0 0 3 0,1 0-2 16,-5 2-9-16,4 0-14 0,-4 0-13 0,0 0-13 16,0 0 6-16,0 0 5 0,0 0-19 0,0 0-19 15,-9 14-25-15,5-10-35 0,-3 2-42 0,3-2-47 16,-4 2-216-16,3-1-480 0,2-3 212 0</inkml:trace>
  <inkml:trace contextRef="#ctx0" brushRef="#br0" timeOffset="68747.28">25980 6152 64 0,'0'0'308'0,"0"0"-8"0,0 0-7 0,0 0-8 15,0 0-1-15,0 0-14 0,0 0-21 0,0 0-28 0,0 0-26 0,0 0-20 16,4-12-18-16,5 5-16 0,5 5-5 0,0-4-25 15,3-3-9-15,1 3-13 0,-2-3-6 0,2 2-7 16,-1-5-5-16,1 5-21 0,-4-3 21 0,4-2 4 16,-4 0 11-16,2-3 4 0,-5 4 5 0,0-2-5 15,-1 3-5-15,-2-1 2 0,-3 1-3 0,0 0-5 16,3 2 6-16,-6 1-1 0,1 2-9 0,-2-4-4 0,-1 6-18 0,0-1-17 16,0-1-18-16,-4 2-7 0,-2 0-8 15,-3 2-14-15,-4 2 14 0,-5 2-6 0,2 4-6 16,-3-2-3-16,-7 8 6 0,3 0-4 0,5-4-12 15,-2 8 19-15,4-5-3 0,-3 10 4 0,9-8-22 0,0 2-21 16,2 1-14-16,3 0-11 0,1 0 11 0,4 1 6 16,5 0 6-1,-1-1 1-15,9 0 4 0,6 3 10 0,5-6-11 16,-1-1-6-16,5-2-21 0,-1-4-33 0,2-1-41 16,-1 1-48-16,2-5-62 0,2-2-44 0,-5-3-241 15,-5-2-581-15,-2-1 257 0</inkml:trace>
  <inkml:trace contextRef="#ctx0" brushRef="#br0" timeOffset="69494.67">26475 5966 102 0,'-3'-5'375'16,"6"0"16"-16,-2-2 9 0,-1 4-2 0,0-1-18 16,0 4-22-16,0-8-37 0,0 6-31 0,0 2-34 15,3-3-32-15,-3 3-24 0,0 0-24 0,0 0-26 16,0 0-26-16,0 0-37 15,0 0-35-15,0 0-16 0,0 0-5 0,0 0 0 16,-7 18-6-16,2-6-1 0,1 2-7 0,-1 3-1 16,-1 0 5-16,-3 8 4 0,1-7-11 0,-1 8 2 15,4-6-5-15,0-5 2 0,-1 2 3 0,1-5 0 16,1-3-9-16,1-1 6 0,2 0-19 0,0-2 13 16,-2-2 5-16,3 0 2 0,-2 0 14 0,2-4 24 15,-2 5 29-15,2-5 25 0,0 0 23 0,0 0-15 0,0 0-12 16,10-10-13-16,-2 2-5 0,1-2-9 0,1-3-9 0,4-3-7 15,-1-1 0-15,9-1-11 0,0-3-3 0,-4 0-9 16,1 3-3-16,-5 3-3 0,-3 3-2 0,-2 3 1 16,-1 1 1-16,-1 1-5 0,-1 3-8 0,-3 0-3 15,1 0-8-15,-1 1-32 0,1 1-27 16,-4 2-31-16,8 0 7 0,-8 0-14 0,12 5-5 0,-5 0-11 0,3 4-14 16,1 3-30-16,2 0-9 0,2 2-15 0,-2-1-13 15,8 7-15-15,-7-6-14 0,1 1-16 0,-1-3-11 16,1 2-3-16,-1-4-3 0,-2-2 4 0,-2-3 19 15,0 1 24-15,0-3 20 0,-2 0 23 0,-3-1 38 16,1-2 36-16,-3 2 35 0,-3-2 42 0,13 0 32 16,-13 0 25-16,5-2 19 15,-1 0 25-15,-4 2 13 0,5-3 14 0,-5 3 10 16,2-3 5-16,-2 3 3 0,0 0-3 0,4-2 1 16,-4 2-24-16,0 0-1 0,4-3-9 0,-4 3-9 0,4-5-13 0,0 3-7 15,1-1-6-15,0-2-7 0,7-3-9 0,-1 5-5 16,1-3-8-16,8-3-13 0,-2 0 4 0,-1-1-6 15,7-2 6-15,1 1-4 0,2-1-5 16,-3 1-5-16,1-3 0 0,-6 4-1 0,5-2-4 16,-1-3 14-16,-7 4-8 0,1 0-13 0,-1-1-5 0,-5 2 7 15,2 0-2-15,-6 1 6 0,0 0 13 0,0 4 1 16,-4 1 0-16,1-2 8 0,0 4-10 0,-4-3-11 16,1 1-4-16,-1 4-11 0,-7-4-6 15,0 4-6-15,-3 1 7 0,-3 2-6 0,-3 3 3 0,-1 2-6 16,-3 0 8-16,2 2 3 15,1 3-6-15,-6 3 6 0,0 1 2 16,4 1 6-16,5-4-10 0,-3 6-1 0,3-3-25 16,5 0-6-16,2 1-17 0,0-1-16 0,2-1-11 15,3 1 5-15,4 1 4 0,8-2-5 0,3-2-27 0,1-1-41 16,2 0-65-16,9-2-68 0,2-3-193 0,-8-3-515 16,11-4 228-16</inkml:trace>
  <inkml:trace contextRef="#ctx0" brushRef="#br0" timeOffset="70591.67">27491 5936 205 0,'2'-5'373'0,"0"1"-28"16,0 2-37-16,-1-3-34 0,-1 5-28 0,2-3-32 0,-2 3-24 16,0 0-20-16,6-2-20 0,-6 2-18 0,7 11-12 15,-4-6-15-15,5 7-12 0,-6 0-9 0,5 2-3 16,-2 3-18-16,-1 1-7 0,0 2 0 0,-3-3-7 15,1 4-4-15,-4 4-3 0,2-1-6 0,0-7-3 16,-4 0-3-16,4-5-6 0,-1-3-2 0,-2 0 1 16,2-1-2-16,0-3-4 15,-2 2 6-15,3-3 3 0,-4 0 26 0,4-2 31 16,0-2 48-16,0 5 41 0,0-5 37 16,0 0-24-16,0 0-22 0,0 0-6 0,4-15-9 0,0 6-14 0,0-3-12 15,1-3-16-15,5-1-8 0,-1-7-10 0,5-1-16 0,0 4-21 16,3-3-14-16,-3 2-11 0,2 0-11 15,0 3-7-15,0 3-19 0,-1 1-15 0,0 5-8 16,0-2-23-16,0-1-24 0,3 7-17 0,0-2-6 16,10 2-16-16,0 3-2 0,-1 1-6 0,2 2-13 15,1 1-7-15,-2 4-9 0,0 0-7 0,2-1-5 16,-3 6-4-16,-1-5 1 0,-4 0 0 0,-3-1 4 16,-1-2 17-16,1-2 18 0,-8 1 13 0,0 0 14 15,-3-4 34-15,-2 2 30 0,-1-2 41 0,-5 2 19 0,9-3 12 16,-5 1 12-1,-4-2 11-15,5-2 13 0,-4 3 7 0,-1-1-3 16,-1-2-7-16,-3 2 1 0,4 4-10 0,-5-5-9 16,1 2-6-16,-1 0-11 0,5 3-2 0,-15 0-7 15,2 4-2-15,0-2-5 0,-6 3 5 0,0 6-6 16,1-5 1-16,-4 9-9 0,0 2 1 0,5-5 5 16,0 2-5-16,3-1 0 0,-1 3 3 0,3-2 1 15,1 0 0-15,-1 1-3 0,7-3 1 0,1-4-17 0,-1 2-7 0,0-5-1 16,1 1 3-16,3-1 7 0,0-2 20 0,0 1 14 15,1-4 4-15,12 0 7 0,-12 0-2 0,18-7 3 16,1 0 10-16,-6 0-1 0,5-5 4 0,-1 1-6 16,3-6 10-16,0 1-11 0,-4 3 1 0,-1-1-1 15,-2 3-8-15,2-2 20 0,-6 4 13 0,0 1-14 16,-1 3 17 0,-2 1-4-16,-1-1-6 0,-1 1-8 0,0 1-14 0,-1 1-6 15,0-1-17-15,2 2-30 0,-5 1-25 0,0 0 0 16,0 0 4-16,12 4 10 0,-7 2 5 0,-1-1-2 15,1 3 0-15,1 1 16 0,-2-1-28 16,1-1-8-16,-1 1 2 0,4 1 4 0,-3-1-6 0,5 1-3 16,-3-4 5-16,0 2 6 0,0-6 0 0,0 0 6 15,1-1-1-15,0-2 8 0,3-1 1 0,-2-4-2 0,1 0 4 16,3-5 4-16,-5 3 4 0,3-7 1 0,-1 0 25 16,1 1 1-16,-2-4-3 0,3-5 2 0,-3-1 3 0,3-4 11 0,-2 0 4 15,0-2-2-15,-1-3 6 0,4 0 19 0,-4 0 12 16,1 3 13-16,2-1 14 0,-5 3 13 0,0 10 10 15,-3 0 5-15,2 3 6 0,-4 6 1 0,1-1-11 16,0 5-14-16,-2 0-13 0,0 1-15 0,0 0-12 16,-1 1-33-16,2 1-27 0,-2 3-39 0,0 0-39 15,0 0-6-15,0 0 8 0,0 0 11 0,-5 18 8 16,-2-1 5-16,0 6-2 0,-4 4 4 0,1 1 13 16,-1-1-6-16,-1 3 4 0,3 1-7 0,-1-3 24 15,2 4-5-15,3-5-3 0,-4 0 2 0,3-1 11 16,-2 1-2-16,3-4 2 15,-1-2 13-15,3-2-15 0,-2-2-17 0,1 2 17 16,2-7 7-16,2 0-4 0,-2-1 2 0,1-2 1 16,-1 1-3-16,0-3 3 0,2-2 2 0,0-1 3 15,0-4-2-15,-2 9-2 0,2-5-10 0,0-4 16 16,0 0 6-16,-2 7-3 0,2-7 6 0,0 0 0 16,0 7-4-16,0-7 5 0,0 0-4 0,0 0-4 15,0 0 15-15,0 0-1 0,0 0 0 0,-1 4 15 0,1-4-19 0,0 0 25 16,0 0-2-16,0 0 22 0,0 0 10 0,0 0 2 0,5 0 5 15,4 1-6-15,5-4-2 0,14 1-9 16,26-5-42-16,6 4-63 0,45-9-108 0,-11 0-129 16,6-7-182-16,1 2-269 0,-4 0-797 0,-2-2 353 15</inkml:trace>
  <inkml:trace contextRef="#ctx0" brushRef="#br0" timeOffset="72461.1">3101 8572 158 0,'2'-5'183'16,"2"0"-18"-16,-2 1-4 0,-1 1-7 15,2 1-16-15,-1-3-11 0,-2 5-15 0,1-3-10 0,-1 3-15 16,0 0-2-16,0 0-11 0,0 0-9 0,-11 8-7 16,2-3-8-16,-7 5-7 0,0 3-4 0,-6 4 9 15,-2-1-3-15,-1 2-5 0,1 1-3 0,-3 1-4 0,3 1-7 16,2-2-2-16,2 0-4 0,-3-2-2 0,5-4-2 0,7 2-1 16,-1-3-3-16,-2 0 0 0,6 0-4 0,3-4 0 15,0 4 2-15,1-3-4 0,4 0 2 0,0-1 1 16,5 2-3-16,0-2 2 0,7 1 0 15,2 0 2-15,4 1-2 0,0-3-2 0,1 1 1 16,8 1-1-16,-7-1-2 16,1 1 0-16,-3-1 0 0,2 1-2 0,-1-2-2 15,-9 1 3-15,2-1-3 0,1 0 0 0,-8-2-3 16,1 3 0-16,-2-4 0 0,-1 2 6 0,-6 0 2 16,-2 2 4-16,-4 1 4 0,-5-1 0 0,-4 1-1 15,-2-2 5-15,-6-2 5 0,-2 3-1 0,1-3 7 16,0-1 1-16,-1-1-1 0,5-2-5 0,-5-1 3 15,5 1-9-15,0-2 0 0,2 0-3 0,1 1 1 0,0-3-2 0,7 1-3 16,-1-1-7-16,4 1-28 0,1-1-48 0,1 0-46 16,3 2-36-16,4-3-217 0,1-1-402 0,0 5 177 15</inkml:trace>
  <inkml:trace contextRef="#ctx0" brushRef="#br0" timeOffset="72893.56">3695 8730 273 0,'-4'-3'298'0,"-1"0"-22"16,0 1-25-16,0 1-29 0,0-1-19 0,5 2-24 15,-17 0-19-15,8 0-21 0,0 3-17 0,-6 1-12 16,2 4-12-16,-5-1-12 0,3 3-10 0,-2 3-7 16,2 1-10-16,-4 5-6 0,0-1-7 0,2 2-6 15,3-2-5-15,4-2-3 0,1-1-6 0,1 0 3 0,-1-3-9 0,5-1-1 16,3-1 2-16,-3 2-3 0,3-3 1 0,1 2 2 16,4-6-2-1,-2 2 5-15,5-1 3 0,0-3 5 0,6-2 2 0,5-1-2 16,3-1 1-16,-1-3-5 0,7-6 5 0,-6 4 13 15,-1-2 16-15,-4-2 22 0,-2 0 22 0,0 0-6 16,-1-2 8-16,-1 0-10 0,-5-1-3 16,0-2-10-16,-1 0-8 0,-2-1-6 0,-1 0-13 0,-3-1-7 15,-3 0-1-15,3 1-22 0,-4 3-12 0,0 4-9 16,2-1-23-16,-2 0-22 0,0 4-33 16,-6 0-40-16,1 4-33 0,0 1-41 0,-5 4-33 15,4-2-42-15,-2 5-69 0,1 2-177 0,0-3-547 16,5 2 242-16</inkml:trace>
  <inkml:trace contextRef="#ctx0" brushRef="#br0" timeOffset="73363.61">3933 9075 91 0,'1'5'298'0,"-1"-5"-8"0,0 0 2 0,0 0 0 16,1 2 7-16,-1-2-4 0,0 0-21 0,0 0-27 15,9-14-21-15,-4 5-23 0,-1-1-13 0,6-3 12 16,-3-4-20-16,0 1-2 0,1-2-11 0,2-11-9 16,-1 1-7-16,0-1-7 0,3-1-8 0,-3-4-26 0,2-16-5 15,-4 4 6-15,5-1-8 0,-8 2-6 0,0 8-5 16,-3 2-2-16,3 0-1 0,-4 6-3 0,0 0 5 0,0 11-4 15,0 2 0-15,0 4 1 0,0 2-9 0,-1 1-10 16,1 3-9-16,-3 2-37 0,3-2-28 16,0 6-49-16,0 0-44 0,3-6-40 0,-3 6 9 15,0 0 12-15,-4 20 11 0,0 6 14 0,-4 1 8 0,2 7-4 0,-2 2 23 16,2 10 3 0,0 1 4-16,-1 0-2 0,3-13 15 0,-3 0 5 0,3 0 5 15,3-3-2-15,1-2 7 0,0-4-1 0,1 0 9 0,0-9 0 0,1 0 1 16,-1-3 6-16,-1-4-1 0,1-2 0 0,0-1 9 15,2 1 16-15,-3-5-14 0,4 3 7 16,-4-5-1-16,0 7 13 0,0-7 0 16,2 4 8-16,-2-4-4 0,0 0 2 0,0 0-7 15,0 0 6-15,0 0-7 0,0 6-23 0,0-6-33 16,0 0-35-16,0 0-35 0,0 0-42 0,0 6-48 16,0-6-51-16,0 0-74 0,0 0-236 0,-14 0-610 15,14 0 271-15</inkml:trace>
  <inkml:trace contextRef="#ctx0" brushRef="#br0" timeOffset="73983.1">4321 8818 95 0,'0'0'265'16,"8"2"-29"-16,-8-2-24 0,0 6-26 0,0-1-17 15,1-1-17-15,-2 1-17 0,-3 3-14 0,4 1-12 16,-4 3-10-16,3-2-7 0,0 2-11 0,-2 0-8 16,2 0-5-16,1-1-7 0,-3-2-5 0,2 3-5 15,1-8-3-15,0 2-3 0,0 1 0 0,0-5 10 16,0 2 18-16,0-4 27 0,0 6 41 0,0-6 50 16,0 0 21-16,0 0-7 0,0 0-18 0,9-12-19 0,1 0-19 0,-1-1-14 15,3-3-13-15,2-1-16 0,-2 3-9 0,2-2-11 16,-2 2-10-16,0 1-12 0,-1 4-24 0,-5 2 11 15,-2 2-8-15,1 1-16 0,-2-2-27 0,2 3-24 16,0 3-5-16,-5 0-14 0,9 4 1 0,0 3-5 16,1 2 5-16,0 2 3 0,3 3 1 0,0 0 8 15,-3 2-1-15,3-2 2 0,-3 1 6 0,7 6 4 0,-5-5 5 0,0-2 7 16,2 1-35-16,-1-2-4 0,1-3-10 0,-1 1-2 31,-3-4 5-31,1-1 4 0,0-2 4 0,3-1 8 0,-3-3 8 16,2-1 0-16,-3-5 4 0,-1 0 7 0,3-1 10 15,2-7 18-15,-4-3 5 0,-1-1 17 0,5-5 0 0,-5-5 3 16,1 0 2-16,-1-5 1 0,-1-1-6 16,7-14-5-16,-5 2 16 0,-1-2-6 0,4 2 11 15,-7 11 15-15,1 3 23 0,-3 5 30 0,2 0 30 16,-2 11 14-16,-2 7 4 0,0 0-19 0,0 3-16 16,-2-1-21-16,0 2-34 0,0 5-48 0,0 0-51 0,0 0-20 15,0 0-5-15,0 0 2 0,0 0 1 16,-6 36 5-16,2-7 1 0,-2 1 3 0,2 4 5 15,-5 11 8-15,2-7 4 0,-1 8-2 0,2-11 3 0,1-1 3 0,0 1 4 16,3-2 8 0,3-1-20-16,-4-4-40 0,2-3 0 0,0-7-17 0,2-1-8 0,-1-3-20 15,-1-3-20-15,1-2-23 0,-3-2-8 0,3-1-6 16,-1-4 10-16,1-2 4 0,0 0-51 0,-5 7-351 16,5-7-599-16,0 0 265 0</inkml:trace>
  <inkml:trace contextRef="#ctx0" brushRef="#br0" timeOffset="74246.34">4688 8791 83 0,'-3'3'243'0,"0"0"-9"0,3-3-2 0,-4 2-11 0,4-2-21 0,0 3-21 0,0-3-3 15,9 2-8-15,3-2-10 0,6 2-10 16,14-4-9-16,8-1-8 0,15-1-14 0,1-3-12 15,4 2-9-15,1-2-7 0,1 1-8 0,-1 2-12 16,-3-1-7-16,-19 0-6 0,-1 0-2 0,-6 3-3 16,-1-1-10-16,-12 2-17 0,-5 0-22 0,-2 1-16 0,-1-2-18 15,-3 1-17 1,-3 1-8-16,-5 0-8 0,0 0-34 0,0 0-22 16,0 0-28-16,0 0-36 0,-24 6-213 0,11-4-432 15,4 0 192-15</inkml:trace>
  <inkml:trace contextRef="#ctx0" brushRef="#br0" timeOffset="74519.19">5591 8703 427 0,'4'-5'448'15,"-4"5"-13"-15,3-3-14 0,-3 3-27 0,0 0-25 16,0 0-32-16,0 0-36 0,1-3-34 0,-1 3-31 15,0 0-27-15,0 0-33 0,0 0-18 0,0 0-35 0,0 0-17 16,0 0-12-16,0 15-11 0,0-3-7 0,0-2-10 16,-1 7-6-16,-3 1-9 0,0 0-2 0,1 1-33 15,2-1-15-15,-3 1-19 0,3-3-22 0,-2 1-27 16,2-4-13-16,-1-1-19 0,-1-2-14 0,-1 2-18 16,3-3-15-1,-3 0-26-15,3-2-29 0,-2-1-16 0,2-2-3 0,1-4-41 16,-8 1-262-16,8-1-568 0,0 0 252 0</inkml:trace>
  <inkml:trace contextRef="#ctx0" brushRef="#br0" timeOffset="74681.98">5572 8465 2901 0,'1'-12'232'0,"-1"0"-39"0,2 1-8 16,0 1-19-16,-2 3-48 0,0 1-27 0,0-1-28 0,0 2-17 0,0 5-12 15,0-7-14-15,0 7-37 0,0-5-25 0,0 5 1 16,0 0-10-16,0 0-12 0,17 15-22 0,-6-2-30 15,1 1-33-15,-2 3-26 0,8 2-52 16,1 2-81-16,-1-1-157 0,1-1-501 0,4 0 221 16</inkml:trace>
  <inkml:trace contextRef="#ctx0" brushRef="#br0" timeOffset="75051.45">6243 8611 302 0,'-4'-5'330'0,"-1"2"-33"0,5 3-33 16,-9-4-31-16,1 4-27 0,1 0-21 0,-6 2-25 15,-2 5-20-15,-3 0-13 0,0 6-15 0,1-2-6 16,-4 7-14-16,0 3-10 0,-2-2-8 0,4 4-5 16,2-1-10-16,3 0-6 0,4-5-2 0,2-1-20 15,2 1-11-15,2-5-3 0,3-2 2 0,1 0 1 16,1 1-3-16,3-6 3 0,4 2 7 0,1-1 4 15,3-2 4-15,9-2 3 0,-1-2-6 0,7-5-2 0,4 1 2 16,-4-4-5-16,0 1 2 0,-2-4 18 0,-6 1 5 16,-1 0 3-16,5-5 6 0,-8 1 8 0,1-2 9 0,-2-6 4 15,-4 6 1-15,-2 0-4 0,-2-1-4 0,0 2 4 16,-3 2 6-16,-2 2 1 0,-1-1-3 16,0 2-23-1,0 0 4-15,-1 1-3 0,-2 2-12 0,-3-1-19 0,-3 2-15 16,4 3-28-16,-4-2-21 0,-5 5-26 0,4 0-30 15,-8 2-35-15,0 4-35 0,-4-1-31 0,3 3-37 16,2 1-47-16,0 4-306 0,2-5-630 0,4 1 280 16</inkml:trace>
  <inkml:trace contextRef="#ctx0" brushRef="#br0" timeOffset="75405">6452 8597 233 0,'0'0'240'0,"0"0"-27"0,0 0-27 0,0 0-19 0,0 0-18 15,8 9-15-15,-8-5-12 16,0 1-12-16,-4 2-7 0,0 2-14 16,2 2-8-16,-2 0-5 0,-1 4-9 0,1 0-4 15,0 0-6-15,-1-2-5 0,3-2-6 0,-1-2 0 0,-1-1-4 0,4-1-3 16,-1-2 1-16,1 0 15 0,-2-1 32 0,4 0 48 15,-2-4 46-15,0 4 71 0,0-4 28 0,0 0 38 16,0 0 11-16,0 0-33 0,0 0-29 0,11-15-27 16,-5 9-23-16,-2 1-21 0,2-1-23 0,-3 0-18 15,1 2-18-15,0 2-17 0,1-3-15 0,-2 3-18 16,2-1-17-16,-5 3-29 0,9 1-33 0,0 4-23 16,0-1-21-16,10 3-9 0,-3 3-13 0,0 0-19 15,6 4-33-15,-4 1-55 0,3-1-60 0,3 0-63 16,1-1-102-16,-2-1-393 0,-4-5-847 0,-1-5 374 15</inkml:trace>
  <inkml:trace contextRef="#ctx0" brushRef="#br0" timeOffset="76037.32">8023 8178 304 0,'0'-3'340'16,"0"0"-33"-16,0-1-35 0,0 4-31 0,-5-3-30 15,5 3-25-15,-17 10-24 0,-6 5-20 0,-5 6-14 16,-9 13-18-16,-4 7-13 0,-16 27-9 0,4 2-9 16,7 1-12-16,16-19-5 0,-10 29-7 0,5-1-5 0,14-23-6 15,3-2 0-15,5 2 4 0,5-2 3 0,7-2-3 16,5 0-1-16,5-9 0 0,6 2-4 0,1-14 0 15,3-3 5-15,0-4-6 0,4-3 9 0,4-1 10 0,-2-2-4 16,3-5 3-16,-1-2 1 0,-6-7 13 0,-1 3-1 16,2-4 24-16,-11-2 15 0,2-1 19 0,-1 1 16 15,-6-1 16-15,1 0 14 0,-1 0 7 16,-1-1 3-16,-5 0-11 0,8 2-7 0,-8-2-16 0,0 0-13 31,7 0-20-31,-7 0-15 0,0 0-22 0,3 3-32 0,-3-3-41 16,0 0-47-16,0 0-47 0,0 0-55 0,6 1-49 15,-6-1-48-15,0 0-97 0,0 0-506 0,0-11-908 16,1 4 402-16</inkml:trace>
  <inkml:trace contextRef="#ctx0" brushRef="#br0" timeOffset="76507.02">8589 8635 166 0,'0'0'216'0,"-4"2"-14"0,4-2-15 0,0 0-23 16,0 0-13-16,0 0-12 0,0 0-16 0,17-7-11 15,-4 4-15-15,-2-2-10 0,2 1-4 0,2-1-14 0,3-2-4 16,0-1-7-16,0 2-7 0,-1-2-4 0,-2-1-5 16,0-2-4-16,-1 2-1 0,0-1-8 15,-4 1 13-15,-2 1 2 0,-1 0 12 0,-3 2 7 16,-1 0 8-16,1 2 1 0,-1-3-9 0,-3 5-10 0,0 2 3 16,-3-9-14-16,-2 8-7 0,-3-2-8 0,-3 3-2 15,-8 3-7-15,-2-1-1 0,-8 10-5 0,1 3-3 16,-7 2 3-16,7 2-9 0,-2 5-3 15,4 0 0-15,-1 2 0 0,1 1-3 16,-3 12-3-16,9-12 2 0,3 2 1 16,2 0-3-16,3-2 3 0,4 2 5 0,5-3 0 15,0 3 2-15,9-6 2 0,2 0 10 0,5-2-1 16,6 1 2-16,3-5 3 0,5-4-7 0,6-2-13 16,0-3-34-16,4-2-51 0,3-2-72 0,1-6-290 0,10-1-483 15,-15-2 215-15</inkml:trace>
  <inkml:trace contextRef="#ctx0" brushRef="#br0" timeOffset="76669.75">9085 8947 131 0,'-3'2'437'0,"3"-2"-12"0,-5 0-27 0,5 0-26 15,-4 4-36-15,4-4-29 0,-1 3-30 0,1-3-46 16,0 0-53-16,0 0-66 0,0 0-65 0,14-2-58 15,-4 1-84-15,3 1-86 0,8-4-313 0,-3-2-536 16,-2-1 238-16</inkml:trace>
  <inkml:trace contextRef="#ctx0" brushRef="#br0" timeOffset="77124">9660 8594 296 0,'1'-2'416'0,"-1"2"-38"0,2-3-52 15,-2 3-30-15,0 0-33 0,2-3-33 0,-2 3-36 16,0 0-14-16,0 0-25 0,0 0-15 16,1 17-19-16,3-5-11 0,-8 5-12 0,3 0-14 0,-4 10-10 15,0 0 5-15,-2 0-21 0,1 1 0 0,-2-1-9 16,2 3-8-16,-2-2-1 0,1-4-2 0,-1-5-7 15,2 4-2 1,-1-6-4-16,2-6-2 0,2 1 0 0,0 0-4 16,-2-5 2-16,3 0 6 0,1-1 0 0,-1-2 8 0,-1-2 35 15,3 1 35-15,0-3 52 0,-4 4 19 0,4-4-2 16,0 0-17-16,-2-9-12 0,0 2-6 16,1-6-9-16,1-3-9 0,-1-8-18 0,1-2-17 0,1 1-16 15,0-7-5-15,3-4-12 0,0-9-11 0,4-1-4 0,0-4-11 16,3-1 6-16,-2 2-7 0,1 2 1 0,1 3 15 15,-2 12 19-15,3 5 14 0,-4 2 3 0,-3 9 5 16,1-1-9-16,-1 6-10 0,0 0-8 0,-1 1-10 0,1 0-9 16,0 5-12-16,-1 1-37 0,6-3-33 15,-1 4-32-15,4 1-23 0,5 1-24 0,5 4-30 16,8 4-27-16,-1 1-39 0,0 3-31 0,2 2-39 0,-3 1-50 16,-1 6-71-16,0-3-317 0,-6-1-787 0,-8-1 348 0</inkml:trace>
  <inkml:trace contextRef="#ctx0" brushRef="#br0" timeOffset="77308.61">9601 8875 36 0,'-5'4'437'0,"0"-3"-33"0,1 0-31 16,3 2-42-16,1-3-40 0,0 0-25 0,0 0-39 15,25-9-47-15,-4 6-59 0,10-2-74 0,1 0-79 16,3 1-87-16,5 0-129 0,-3-5-138 0,3 0-418 16,-5 4 185-16</inkml:trace>
  <inkml:trace contextRef="#ctx0" brushRef="#br0" timeOffset="77495.39">10126 8860 241 0,'-6'3'467'0,"3"-1"-16"15,2 2-31-15,1-4-27 0,-5 2-30 0,5-2-31 16,-4 3-44-16,4-3-42 0,-4 2-56 0,4-2-77 16,0 0-98-16,0 0-78 0,18-7-87 0,0 2-94 15,-4-2-267-15,4-2-553 0,0-1 245 0</inkml:trace>
  <inkml:trace contextRef="#ctx0" brushRef="#br0" timeOffset="77780.11">10613 8063 194 0,'-1'-5'332'16,"1"5"-38"-16,0 0-34 0,0 0-30 0,0 0-29 15,10 16-18-15,-1 2-19 0,1 9-24 0,3 5-15 0,7 20-14 16,-7 2-11-16,2 0-7 0,1 28-9 0,-7-24-10 16,-3-1-4-16,-5 0-9 0,-1 2-6 0,-6-1-2 15,0-5-5 1,-3-3-3-16,-3-4-5 0,0-13 1 0,-4-1-6 16,-3-2 10-16,0-3 5 0,-3-2-3 0,-1-3 0 0,0-1 0 0,-4-3 0 0,2 2-7 15,2-4 9-15,-3-6-8 0,1 2-42 16,3-5-50-16,1-1-80 0,5-2-118 0,-6-4-254 15,5-5-544-15,7-1 241 0</inkml:trace>
  <inkml:trace contextRef="#ctx0" brushRef="#br0" timeOffset="78588.85">12283 8515 112 0,'-2'-9'257'0,"-1"0"-8"0,2-1-20 0,-2 5-16 16,2 0-18-16,-1-2-17 0,0 5-21 0,1-2-18 16,1 4-19-16,0 0-14 0,-22 10-9 0,8 1-15 15,-7 6-12-15,0 6-2 0,1-1-9 0,-1 5-6 16,2-2-8-16,1 3-4 0,5-3-6 0,-2 2-4 15,3-2-1-15,7-5-4 16,-4-3-4-16,4 0-4 0,5 0 2 16,-1-5 2-16,4 0-3 0,-1 0 5 0,2-4 3 15,6 1 8-15,-1-4 10 0,1 0 5 0,4-3 0 0,8-2 12 16,-4-5 5-16,9-2-1 0,-2-6 14 0,-2-1 4 16,-2-1-3-16,-1-3 2 0,1 1 15 0,-10 1-22 15,2-7-3-15,-3 1-11 0,-2-3-4 0,-3 1-14 0,-4-3-10 16,-1 2-10-16,-1-2-10 0,-2 8-17 0,1-8-10 15,-2 10-5-15,-2 0-12 0,-2 0-14 0,2 3 2 16,-5-1-27-16,0 9-17 0,-3-4-11 0,1 8-13 16,-6-1-17-16,0 3-16 0,1 4-29 0,0 1-26 15,4 2-38-15,-4-2-188 0,9 1-459 0,4-2 203 0</inkml:trace>
  <inkml:trace contextRef="#ctx0" brushRef="#br0" timeOffset="78981.64">12713 8103 121 0,'2'-5'381'0,"-1"2"-37"0,1-2-31 16,0 1-48-16,-2 4-32 0,2-3-35 0,-2 3-37 0,0 0-17 0,0 0-15 15,0 21-17-15,-2-1-13 0,-3 12-17 0,-4 2-3 16,-1 16-8-16,-2 2-7 0,-3 5-5 0,1 4-9 15,-1-3-3-15,6-1-6 0,0-5-3 0,5-1-6 16,1-4 0-16,2-12-2 0,2-5-6 0,1 0 0 16,3-3 3-16,0-5 6 0,0-3-9 0,2-3 3 15,-4-6-1-15,4 0 2 0,-2-3 4 0,-1 1 7 16,0-4 12-16,-2 0 30 0,1 0 32 16,-1-2 29-16,-2-2 15 0,6 1 13 0,-6-1-8 0,0 0-13 15,4-10-18-15,-4 6-8 0,0-4-11 0,-2-2-21 16,-3-2-21-16,-2-5-14 0,-2 0-12 0,-2 0-9 15,-7-5-2 1,8 8-3-16,-3 0-3 0,8 3 0 0,-3 3 2 0,3-1 0 16,0 2-4-16,4 3 3 0,-3-3-20 0,5 1-45 15,12-4-34-15,11-2-30 0,11 0-33 0,23-4-50 16,41-9-79-16,3 6-112 0,-1-2-320 16,-5-3-752-16,1 1 333 0</inkml:trace>
  <inkml:trace contextRef="#ctx0" brushRef="#br0" timeOffset="82350.58">14438 8187 282 0,'2'-12'362'0,"-2"0"-25"0,0 0-18 0,0 0-19 0,0 2-12 16,0 3-46-16,1 2-1 0,-1-1-45 0,2 2-18 15,-2 0-32-15,0 4-40 0,0-5-41 16,0 5-23-16,0 0-11 16,0 0 1-16,0 24-2 0,1-7-6 0,-2 8-2 0,1 2-4 15,-2 2-2-15,2 3 4 0,0 2-10 0,-1 2 3 0,1-1-4 16,0 0 1-16,0 0 1 0,0-2 0 0,0 1 0 15,0-5-5-15,0 0 3 0,-2-6-20 0,0-4-15 16,-1 0-18-16,1-2-11 0,1 0-9 0,-1-6-14 16,-1 0-7-16,-1 1-5 0,0-1-6 0,-2 0-3 15,-4-2-8-15,1 0-36 0,-8-4-43 0,-3 1-199 16,-1-4-415-16,-2-4 184 0</inkml:trace>
  <inkml:trace contextRef="#ctx0" brushRef="#br0" timeOffset="82635.83">13841 8569 24 0,'-20'-5'201'0,"2"1"1"0,4 1 4 0,2-1 0 16,3-1-5-16,2 4-13 0,0 0-17 0,2 0-7 15,1-1-8-15,4 2-17 0,-6-1-16 0,6 1-10 16,0 0-8-16,22 0-14 0,6-2-9 0,6 4-7 16,21-4-7-1,5 2-5-15,4-4-8 0,31-1-6 0,-33 3-6 0,30-2-1 16,-27 2-7-16,-3 0-3 0,-4 1-6 0,-4 1 1 15,-17-2-4-15,-5 0-1 0,0 2-6 0,-13-1 2 16,-1 1-3-16,-8 0 2 0,2 0-3 0,-5 0 1 16,1 0 4-16,-4 0 9 0,-4 0 5 0,10-1-1 15,-10 1-7-15,0 0-5 0,0 0-3 0,0 0-12 16,0 0-11-16,0 0-10 0,0 0-14 0,0 0-21 16,-28 1-23-16,22-1-30 0,1 3-40 0,5-3-30 15,-11 2-34-15,5 1-193 0,1-2-432 0,5-1 192 0</inkml:trace>
  <inkml:trace contextRef="#ctx0" brushRef="#br0" timeOffset="83321.53">14960 8203 54 0,'4'-6'450'0,"-4"1"-32"0,3 0-26 16,-2 0-34-16,2 1-37 0,-3 0-39 0,0 4-29 16,1-4-34-16,-1 4-28 0,0 0-27 15,1-5-40-15,-1 5-25 0,0 0-15 0,7 13-5 16,-5-2-8-16,-1 1-10 0,-1 5-7 0,0 10-2 16,-3-2-11-16,0 4-2 0,-1 4-1 0,-1 3-7 15,-4 9-4-15,1-10-1 0,1-1-6 0,-4-1-7 16,5-2-21-16,-4-2-12 0,2-3-11 0,4-9-11 15,3 0-10-15,-3-5 0 16,0-2-8-16,3-2 7 0,1 1 7 0,0-4 10 16,-3 1 19-16,2-4 25 0,-2 1 30 0,3-3 35 0,0 0 40 0,0 0-17 15,0 0-2-15,0 0-19 0,16-15-11 0,-7 1-5 16,5 0-6-16,0-10-7 0,3 4-7 0,-7 3-2 0,5 5-9 16,-3-2 0-16,-4 6 17 15,-2-1-23-15,-1 3-2 0,0 0-6 0,0 3-11 16,-1-1-20-16,-1 0-19 0,1 0-26 0,-1 3-22 15,-3 1-1-15,0 0 10 0,14 1-12 0,-9 4-2 0,2 0-1 16,-1 0 0-16,4 4 2 0,1-3-2 0,3 5-7 16,-1-1-2-16,3 2 0 0,2-1-3 0,-3-2 4 15,2 1 4-15,2-1 6 0,0-4 5 0,0 2 10 16,1-5 3-16,-2 2 11 0,3-4 8 0,-3 0 5 16,0-4 17-16,1 3 12 0,-1-6 13 0,0 3 19 15,-5-2 28-15,-2 1 23 0,1-1 35 0,-1 0 19 0,-2-1 22 0,-1-1 16 16,-2 0-1-16,2-3 12 0,-2 5 9 15,-1-4 22-15,-2 3 11 0,0-2-4 0,0 2-7 0,-1-3-7 16,-1 3-19-16,-1-1-16 0,0 4-14 0,0-5-16 16,-3 5-16-16,1 0-16 0,-1 0-16 0,-2-2-10 15,-3 2-14-15,-4 1-7 0,-1 5-12 0,-5 3-7 0,-1 4-3 16,-7 1-7 0,2 4-5-16,2 1-4 0,8 0-38 0,-1-1-22 15,3 2-31-15,3 0-47 0,2 3-12 0,3 0-1 0,4 8 29 0,5 0 0 16,9-1 12-16,4-2 19 0,8-4 10 0,22 4 9 15,4-5-3-15,12-4-12 0,0-4-26 0,30-1-23 16,-28-3-53-16,1-1-72 0,26-5-94 0,-37-2-262 16,-5-9-655-16,-18 3 290 0</inkml:trace>
  <inkml:trace contextRef="#ctx0" brushRef="#br0" timeOffset="84423.57">17190 7985 231 0,'-1'-4'302'0,"0"1"-19"0,1 3-14 0,1-6-17 15,-1 6-23-15,0-5-27 0,0 5-22 0,1-4-11 0,-1 4-32 0,0 0-32 0,0 0-27 16,0 0-10-16,0 0-9 0,0 20-8 15,-1-1-4-15,-2 8-7 0,-1 2-6 0,-2 5-4 16,0 0-1-16,-6 14-3 0,3-11-6 0,-2 10-2 16,-2 2-3-16,4 2 2 0,1-1-4 0,-2-2-2 0,2-14 0 15,2 1 0-15,0-2 0 0,2-2-4 16,-2-7 2-16,4-6 0 16,-2-2-1-16,3-4-1 0,-1-3 3 0,0-1 10 15,2-2 14-15,-2-3 28 0,2 2 47 0,0-5 29 0,0 5 37 0,0-5 33 16,0 0 22-16,0 0 5 0,0 0-27 0,0 0-23 15,6-17-18-15,-3 5-22 0,3-3-21 0,4-4-25 16,-1-5-22-16,4 0-12 0,-2-2-17 0,1 4-5 16,-3 4-2-16,4 4-15 0,-8 4 4 0,1 1-7 15,-2 1-1-15,1-1-8 0,0 5-21 0,-4 0-29 16,2 0-33-16,0 1-41 0,-3 3-14 0,6 0-8 16,-6 0-5-16,7 8 3 0,-1-1 4 0,-1 3 5 15,1 2 4-15,3 2 8 0,1 2 6 0,1 0-14 16,0 0-16-16,6 6-19 0,-2-4-17 0,4 0-40 15,-1-5-40-15,5 1-269 0,-2-4-565 0,-1 0 250 16</inkml:trace>
  <inkml:trace contextRef="#ctx0" brushRef="#br0" timeOffset="84824.49">17788 8451 351 0,'3'-10'323'0,"-2"2"-21"16,-1 2-19-16,0-1-21 0,0 1-16 15,0 2-24-15,0-1-23 0,0 1-29 0,0 4-20 0,-4-5-15 16,4 5-8-16,-5-1-25 0,5 1-16 0,-13 1-9 16,4 5-10-16,-5 3-7 0,0 2-8 0,0 2 0 15,0 3-10-15,-5 3-8 0,1 5-9 16,3-3 4-16,-2 4-5 0,2-3-3 0,2 2-2 0,5-7-13 16,1 0-14-16,-1 2-3 0,4-1-8 0,3-2-2 15,0-1 2-15,2-1 9 0,0-5-5 0,3 1 4 0,6 0 1 16,-1-2 15-16,4-5-10 0,7-1 1 0,2-2 4 15,6-2-2-15,0-2-1 0,3-3 6 0,-7 0 6 0,-2 0 10 16,-3-3 12-16,-3-1 11 0,-1 0 10 16,-2-1 7-16,1-3-1 0,-3-2 3 0,-2-1 7 15,-1-2-6-15,1-2-5 0,-5 3-2 0,-2 0-6 16,-1 1 0-16,-1 1-10 16,0 0 3-16,-2 1-11 0,-1 0-6 0,-6 5-11 15,-1-2-10-15,2 3-16 0,-3 3-12 0,-2 0-4 0,-4 3-10 0,-3 1-4 16,1-1-14-16,1 4-18 0,-1 0-18 0,-3 4-19 15,6 0-20-15,-4 2-25 0,6 2-27 0,2-3-31 16,3 4-26-16,0 1-221 0,5-3-498 0,2 0 221 16</inkml:trace>
  <inkml:trace contextRef="#ctx0" brushRef="#br0" timeOffset="85425.49">18156 8364 1 0,'2'-3'426'0,"0"0"-35"16,-2 3-38-16,1-5-33 0,3 3-38 0,-4 2-35 16,2-4-32-16,-2 4-21 0,0 0-17 0,0 0-31 15,0 0-36-15,0 0-22 0,0 0-17 0,4 11-8 0,-5-6-6 0,1 2-5 16,0 4-7-16,-3 3 1 0,1 2-7 0,2 2-4 15,-5 0-3-15,1 0-6 0,4 2-1 16,-4-3-1-16,3 1-4 0,-3-7-3 0,4 3-4 16,-4-5-17-16,3-2-3 0,0 0 2 0,-1-1 3 15,0-1 2-15,2-2 4 0,0-3 5 0,0 8 28 0,-2-7 22 16,2-1 38-16,0 3 29 0,0-3 21 0,0 0 4 16,0 0-12-16,8-13-9 0,0 4-18 0,2-5-8 15,3-2-11 1,2-6-12-16,2-1-10 0,1 0-7 0,1-4-6 15,-1 6-10-15,-7 6 1 0,-2 8-8 0,0-2-5 16,-2 0-2-16,-1 1-4 0,-2 4-7 0,0 0-9 16,-2 2-8-16,1-3-23 0,0 3-30 0,-3 2-25 15,7 0-3-15,-7 0-3 0,0 0-11 0,8 7-2 16,-6-1 8-16,2 1 11 0,-1 8 6 0,1 1 12 0,1 2 0 16,0 0 9-16,-1-1 6 0,-2 3 5 0,3-1-3 0,-1-2 5 15,0-5 5-15,-1 0 4 0,2 0 1 0,-3-6 4 0,2 0 5 0,-3-1 2 16,3 0 11-16,-3 0 14 0,2-3 25 0,-2 1 32 15,-1-3 19-15,0 0 7 0,17-5 3 0,-11-2-12 16,3 1-1-16,1-3-8 0,3-3-9 0,0-1 2 16,6-8-12-16,-1 2-6 0,0 0-5 0,0 0-7 15,-3 2-1-15,-3 2-10 0,-1 3-3 0,-2 4 0 16,1 1-4-16,-2 0-5 0,-5 2-6 0,3 2-4 16,-5-1-9-16,3 1-11 0,1 1-39 0,-5 2-29 15,9-2-26-15,-4 2-10 0,-5 0-6 0,9 4-6 16,1-1-14-1,-2 1-25-15,5 3-39 0,1 2-37 0,1 2-57 16,0-1-319-16,2-2-669 0,1-2 297 0</inkml:trace>
  <inkml:trace contextRef="#ctx0" brushRef="#br0" timeOffset="85857.61">19228 8281 25 0,'0'0'330'0,"-1"-4"-27"0,-1 2-29 15,2 2-21-15,0 0-33 0,0 0-21 0,-2-5-20 16,2 5-24-16,0 0-18 0,0 0-14 0,-6-1-16 0,6 1-12 16,0 0-15-16,-14 6-7 0,5-1-10 0,0 1-10 15,-5 4-7 1,0 1-6-16,0 2-3 0,-3-1-5 0,3 3-3 15,-4 7-4-15,0-3-5 0,8-3-1 0,1-1-1 16,1-1-2-16,0 1-2 0,4-3-2 0,1-2-2 0,-1 1 0 16,2-5 0-16,2 4 4 0,0-1 3 15,2-4 5-15,-1 0 7 0,3 2 13 0,2-4 15 16,2 0 7-16,1-1 1 0,-1-2 13 0,6 0 21 16,-1-3 5-16,-3 0 13 0,4-2 7 0,-5-1 2 0,5 0 0 0,-5-3-5 15,3 0-4-15,-2-1-15 0,-1-6-9 0,-2 1-7 0,1-2-20 0,-2-3-31 16,2-2-10-16,-5 3-13 0,-1 2 4 0,-2 3-5 15,0 2-17-15,-4-1-22 0,3 4-28 0,-5-1-26 16,-2 0-28-16,-2 3-23 0,-7 2-18 0,1 0-8 16,-6 5-7-16,-1 1-17 0,-4 4-17 0,0 1-13 15,4 2-33-15,4 0-261 0,0 1-550 0,2-1 243 16</inkml:trace>
  <inkml:trace contextRef="#ctx0" brushRef="#br0" timeOffset="86590.27">19729 8225 244 0,'-9'-6'240'0,"-1"0"-31"16,-1 1-21-16,-3 3-21 0,1 0-20 0,-6 2-18 0,4 2-14 0,-4 0-14 0,3 4-11 16,-3 0-9-16,3 2-11 0,0 2-4 0,-5 0-9 15,7 4-5-15,-8 5-9 0,10-3-9 0,0 0-26 16,3-1-24-16,0 1-6 0,5 1 1 0,2-2 3 16,0-3 5-16,6 1-2 0,0-2-3 0,5-3 14 0,1-1 0 15,8 1 4 1,0-4-6-16,-1 0 2 0,3-5 2 15,1-2 2-15,-5-1 6 0,3-1 7 0,-3-1 29 16,0-4 17-16,-3 3 19 0,0 0 13 0,-3-1 8 16,-1-5 8-16,1 4 1 0,-1-3 6 0,-1 3 6 0,-3 0 14 15,0 0 9-15,1 2 14 0,-2 1-24 0,0 1-15 16,0 0-19-16,-4 0-4 0,4 3-21 16,-4 2-24-16,1-5-21 0,3 2-49 0,-4 3-32 0,0 0-9 0,0 0 0 15,3 15 0-15,-6-5 6 0,3 11 5 0,-4 8 4 0,-1 4 11 0,4 2-3 16,-6 16 2-16,2 2 6 0,-1 1 1 0,0 1 6 15,0 1 2-15,1-2 4 0,-4-2 4 0,4-1 1 16,0-3 1-16,-1 3 3 0,-1-5 3 0,1 0 5 16,-3-13 2-16,1 0 0 0,-1-3-1 0,-2-2 2 15,1-2 1-15,1-9 5 0,-4-2-2 0,1-3-2 16,0 1 1-16,-5-5 5 0,-1-5 4 0,-1 2 9 16,-3-5 6-16,-6-3 6 0,0-5 9 0,-1-3 3 15,2-1 5-15,0-4 1 0,1-2-5 0,2-4 4 16,1 0 1-16,2-6 6 0,5 1-6 0,3-4-17 15,4-1 0-15,8-4-13 0,10-10-18 0,10-5-12 16,0-2-3-16,9 4-12 16,8 2-3-16,5 2 4 0,0 1 6 0,4 5 0 15,4 4 0-15,1 2 2 0,3 5 2 0,2-1 1 16,-3 3 2-16,2 6 9 0,-6 4 5 0,-12 3 11 16,-1 1 1-16,-6 2 6 0,-5 1 5 0,-7 1 12 0,-3 6 6 0,-5-3 0 15,0 3 10-15,-3-1-9 0,-2 1 2 0,3 0-9 16,-4 0-11-16,-3 2 4 0,8-1-7 0,-8 1-19 15,5-3-21-15,-5 3-3 0,4-1-47 0,-4 1-34 16,0 0-23-16,0 0-18 0,0 0-48 0,-18 7-58 16,12-6-58-16,-1 2-203 0,1-2-546 0,0-1 241 15</inkml:trace>
  <inkml:trace contextRef="#ctx0" brushRef="#br0" timeOffset="86997.25">20189 8504 207 0,'0'0'209'0,"0"0"-20"0,14-10-18 0,-1 3-17 15,4 2-13-15,3-2-18 0,7-4-6 0,1-2-15 16,0 1-6-16,0-1-9 0,-1 2-4 0,1-3-4 16,-5 1-4-16,2-2-8 0,-4 0 5 0,-7 3 2 15,2-2 4-15,-4 4 8 0,2-4 4 16,-6 5 10-16,-1-1 11 0,-1 1 12 0,0 1 1 16,-2 0-18-16,-4 1-8 0,0 1-17 0,-4 0-5 0,0 3-19 15,-4-1-10-15,-1 1-9 0,-11 2-1 0,1 4-7 16,-2 0-5-16,-6 7-3 0,-1 2-5 15,-2 2-1-15,2-1-3 0,1 5-2 0,4 0-5 16,0 2-6-16,2 3 7 0,4 1-6 0,0-2 2 0,4 0-3 16,5-2-3-16,2-2-1 0,3-1 1 0,0 0 0 0,6 1 6 15,-1-2 1-15,7-1 4 0,5-1 1 0,3-4-3 16,2 0 3-16,10-2-12 0,2-1-20 0,2-5-33 16,-1 0-46-16,3-3-46 0,2-2-62 0,-4-2-75 0,-2-2-157 0,-2-1-478 15,-6-3 212-15</inkml:trace>
  <inkml:trace contextRef="#ctx0" brushRef="#br0" timeOffset="87429.57">20773 8323 78 0,'0'-5'389'0,"0"1"0"15,0 4-2-15,2-7-6 0,-2 3-13 0,0 4-21 0,0 0-30 16,0-5-29-16,0 5-31 0,0 0-33 0,0 0-25 15,2-4-24-15,-2 4-23 0,0 0-22 0,0 0-31 16,0 0-31-16,0 0-30 0,0 0-1 0,0 0-2 16,-5 14-8-16,1-4-1 0,0 7-6 15,-1-1-3-15,-1 9 0 0,-4 1 2 0,1 2-11 0,0-2-4 0,-3 0 1 0,1 0-1 0,4-8-13 32,-2-1-4-32,4-2 4 0,1-4-6 0,1-3-8 0,-1 1-6 0,2-3 20 15,1 0-14-15,-2-3 18 16,2 2 24-16,0-3 51 0,1-2 35 0,0 6 20 0,0-6 17 15,0 0-2-15,0 0-12 0,9-13-18 16,3 2-6-16,0-3-12 0,1 0-8 0,5-6-10 16,5-4-8-16,-4 1-7 0,4-4-11 0,0 5 1 0,-5 0-7 15,1 3-1-15,-3 4-2 0,-3 3 2 0,-3 3-2 16,-3 1 1-16,-1 3-4 0,1-2-11 0,-3 5-3 16,0-1-11-16,-1 0-17 0,0 1-22 15,-3 2-28-15,5-4-19 0,-5 4 1 0,9 5-14 0,-5-3-7 16,2 3-14-16,3 4-18 0,-1 0-23 0,2 4-14 15,3 4-25-15,-2-2-25 0,2 0-38 0,0 1-50 16,0-4-48-16,-4-1-291 0,1-5-693 0,0 2 306 16</inkml:trace>
  <inkml:trace contextRef="#ctx0" brushRef="#br0" timeOffset="88108.14">21168 8486 107 0,'0'0'302'0,"-4"-1"-4"0,4 1-11 16,0 0-10-16,0 0-17 0,0 0-12 15,0 0-6-15,-6 0-16 0,6 0-15 0,0 0-22 16,0 0-23-16,0 0-22 0,0 0-13 0,20-5-9 16,-11 2-15-16,2-2-5 0,2 1-13 0,4-3-13 15,5 2-14-15,-6-2 2 0,5 0-7 0,-1-2-6 16,5-2-6-16,-1-1-1 0,-7-1-4 0,5-1 1 16,-5 4-9-16,2-2-1 0,-5 0 5 0,0 2 7 15,-1-4 11-15,-3 4 27 16,-1 2 7-16,-1-1 5 0,-1 1 7 0,-1 3 5 15,-4 0-6-15,2 0-9 0,-1 2-18 0,-1-2-11 16,-2 1-15-16,0 4-17 0,-1-6-16 0,1 6-9 16,-8-4-15-16,2 4-3 0,-7 1-6 0,0 3 0 15,-6 1 7-15,0 1-8 0,2 1-1 0,-2 3 0 16,5 0 1-16,-4 1-16 0,3 0-24 0,0-1-4 16,4 3-19-16,4-5-13 0,0 6-6 0,2-4 13 0,3 5 11 0,3-2 11 15,5 1 12-15,8 2 9 0,11 2 4 0,7-4 10 16,15 4 3-16,3-4-3 0,5-7 0 0,0-1-4 15,2 0-1-15,1-5 8 0,-1-1-3 0,-2-1 4 16,-4-5 4-16,-16 0 1 0,-2-2 3 0,-1-4 11 16,-5 4 43-16,-11-2 20 0,7-6 12 0,-5 3 11 15,-5-3 21-15,-2 1 5 16,1 3 14-16,-7-1 8 0,0 3-6 0,-1-1-11 16,1 2-19-16,-5 0-7 0,0-1-12 0,-1 4-11 15,-3-3-11-15,0 5-15 0,-5 0-11 0,-1-2-8 16,-4 6-6-16,-3 0-3 0,-2 0-8 0,-1 5 3 15,-1 0-3-15,1 2 1 0,-7 5 6 0,4-1-8 16,5-3-2-16,-5 8 0 0,4 5-34 0,6-9-35 16,4 1-21-16,-3 0-12 0,6-2 0 0,1 0 8 0,1-1 9 0,2 2 12 15,2-3 15-15,2-4 10 0,5 4 12 0,1-3 10 16,4 1 10-16,6-3 0 0,5-1 7 16,-4-1 0-16,9-4 4 0,-7-1 3 0,-1 2 8 0,2-4 15 0,-4 0 18 0,0-1 8 15,-3-3-4-15,3-1 1 0,-4 1-9 0,-2-5 0 16,-1 1-2-16,2-3-4 0,-7-2-21 15,3 3-7-15,-5-1-8 0,0 3-9 0,-3 2-6 16,-1-1-4-16,0 0-18 0,-2 0-11 0,-2 2-18 0,-4 2-17 16,-1 0-12-16,-9 0-11 0,1 3-15 15,-2 2-22-15,2-1-20 0,-1 3-28 0,-1 2-58 16,3 1-184-16,5-2-484 0,-2 1 214 0</inkml:trace>
  <inkml:trace contextRef="#ctx0" brushRef="#br0" timeOffset="88562.51">22310 8229 367 0,'0'0'362'0,"0"0"-34"16,4-1-40-16,-4 1-30 0,0 0-31 0,0 0-27 15,0 0-29-15,0 0-21 0,0 0-17 0,4 9-13 16,-4-3-12-16,-4 3-10 0,4 2-10 0,-4 1-10 16,1 3-6-16,0 3-7 0,-1 2-5 0,-1 6-5 15,1-2-8-15,3-6-14 16,1-1-7-16,0-1-5 0,0-4-1 0,0-2-5 16,0-1-4-16,1-1 1 0,1 1 13 0,5-4 3 15,-2-1-6-15,-1 2 2 0,5-3 8 0,1-3 14 16,2 2 20-16,-2-5 8 0,5-4 8 0,-2 2 5 15,5-5-8-15,-1 2 9 0,4-5 3 0,2-7 12 16,0 3-13-16,-5-2-1 0,5-1-5 0,0 1 0 16,-5 0-3-16,4 0 6 0,-3 2 1 0,-6 2 1 0,-2 5 7 0,-2 2 5 15,-1 1 4-15,-2-1-15 0,0 3-12 0,0 2-8 16,-2 1-19-16,-2-1-28 0,-2 3-32 0,5-2-44 16,-5 2-14-16,0 0-10 15,3 7 7-15,-2-1-1 0,0 5 13 0,1 1 7 16,0 3 5-16,-2-1 4 0,3 3-5 0,-1 2-5 15,1 6-28-15,5-1-26 0,-1-5-14 0,-2-1-26 16,4 0-42-16,1-1-62 0,6-2-77 0,-2-5-291 16,0-1-669-16,1-6 296 0</inkml:trace>
  <inkml:trace contextRef="#ctx0" brushRef="#br0" timeOffset="88893.92">23179 8156 336 0,'-1'-5'396'0,"1"5"-17"0,0-4-18 0,0 4-34 16,-4-7-23-16,4 7-31 0,0 0-32 0,0 0-26 0,0 0-33 16,-1-4-42-16,1 4-24 0,0 0-16 0,0 0-4 0,-9 10-21 15,1-5-7-15,-1 2-4 0,-5 5-12 0,5 0-4 16,-5 1-4-16,4 0-7 0,2 0-3 0,0 3-15 0,0 0 16 15,3 1-20-15,1-1-2 0,3 5 0 0,1-1-1 16,1 7-6-16,4-2 18 0,-2-6-15 16,3 7 3-16,0-11-12 0,1 5 5 0,-2-5-1 15,-1-4-3-15,-2 1-3 16,1-1 1-16,-1-4-3 0,2-1-16 0,-4 2-11 16,0-2-10-16,0-1 0 0,-2 0 5 0,-2 0 0 15,-4 2 12-15,-3-3-1 0,-6-1 0 0,-5 1-27 16,-11 2-59-16,-7-3-87 0,3-4-136 0,-3-1-179 15,8-1-555-15,4-5 245 0</inkml:trace>
  <inkml:trace contextRef="#ctx0" brushRef="#br0" timeOffset="90033.43">24024 8382 105 0,'0'0'114'16,"-4"1"-27"-16,4-1 1 0,0 0-5 0,0 0-9 16,0 0-3-16,-5 4-6 0,5-4 5 0,0 0 13 0,0 0 11 0,0 0 8 15,0 0 8-15,15 0-5 0,-6 0-7 0,4-2-6 16,6-5-8-16,11 2-10 0,-1-4-7 0,6-1-2 15,2 0-10-15,2-2-5 0,10-6 4 16,1 0-3-16,-4 1-2 0,1-2-2 0,-14 4-5 0,3 1-1 16,-4-3-5-16,-3-1-5 0,-1-1-3 0,-2 0 3 15,-6 0-2 1,-7 4 2-16,-3 3 3 0,-1 2 11 0,-4 1-2 16,-3 0-8-16,-4 3-4 0,-3-1-3 0,-9 1-6 15,-2 2-1-15,-11 1 0 0,-4 3-6 0,-2 3-2 16,-4 5-5-16,-3 1-1 0,-7 3 0 0,-2 5-5 15,12-4 1-15,-10 7-3 0,11-2-2 0,4-1 2 16,2 3-4-16,4-2 4 0,2 1-3 0,7 1 4 16,2 3 4-16,7-6-1 0,6-1 0 0,3 1 4 0,7 2 7 0,12 0 2 15,8 0 7-15,8-4-7 0,16 0 4 0,7-3-2 16,0-5-2-16,3-2 0 0,2-5-5 0,2 0 1 16,-4 0-1-1,0-1-2-15,-5-2 2 0,-20 0-23 0,0 0-22 0,-4 1-27 16,-6-2-24-16,-4 1-22 0,-5 0-28 0,-8 0-46 15,-2 0-196-15,-7 0-406 0,-1 3 179 0</inkml:trace>
  <inkml:trace contextRef="#ctx0" brushRef="#br0" timeOffset="90712.96">25261 8148 290 0,'1'-7'324'0,"1"2"-9"0,0 0-14 0,-1 0-23 15,2-1-1-15,2 1-7 0,-5 2-31 0,1 1-24 16,-1 2-23-16,3-6-24 0,-3 6-16 0,2-3-20 0,-2 3-9 15,0-4-24-15,0 4-21 0,0 0-9 16,0 0-31-16,0 0-8 0,0 0-2 0,2 15-5 16,-2-5-5-16,-2 1 11 0,2 7-18 0,-4 8-2 15,1 3 5-15,-5 2-5 16,0 1-4-16,3 2-2 0,-1 12 8 0,-3-9-4 16,3 8-4-16,2-11-1 0,-1 0 3 0,5-2-1 15,-4-2 0-15,1-1-3 0,2-4 2 0,0-5 12 16,1-3-13-16,-2-1 3 0,2-3-1 0,-2-1-7 0,2-2 8 15,0-2 0-15,-1-4-6 0,1 2 9 16,0-2-4-16,0 1 3 0,0-1 0 0,0-4-2 16,0 5-1-16,0-5 13 0,0 4-3 0,0-4 5 0,0 4-3 0,0-4 12 15,0 0 5-15,0 0 1 0,0 0 16 0,0 0 20 16,-3 4-2-16,3-4 4 0,0 0 16 0,0 0 19 16,0 0 12-1,0 0 16-15,0 0 6 0,0 0-8 0,0 0-6 0,6-13-13 16,-4 6-8-16,0 0-13 0,2-6-13 0,-1-3-21 0,2-10-22 15,1 1-26-15,3-6-13 0,-4-3-22 16,2-2-17-16,2-12 0 0,-3 0-6 0,0 12-4 16,-1-10-9-16,-5 12 33 0,2 0-12 0,-4 2 5 15,2 4 17-15,-6 2 3 0,0 1 8 0,1 7-5 16,-2 1-2-16,1 2 3 0,-1 5-4 0,-2 1-3 16,2 2-6-16,-5 1 1 0,-2 4-23 0,1 2-6 15,-6 2 4-15,-9 7 6 0,6 3 3 0,-5 3-4 16,3 1 8-16,3 0-4 0,3 1 8 0,1-2-24 0,5 0-24 0,0 0-6 15,4 1-4-15,3-1 1 0,2 2 15 0,5-3 7 16,5 1 6-16,12 4 12 0,7 0 5 0,10-5-4 16,15-2-24-16,8-2-45 0,1-5-59 0,3-7-71 15,27 1-61-15,-30-5-212 0,0-1-561 0,-3-3 248 16</inkml:trace>
  <inkml:trace contextRef="#ctx0" brushRef="#br0" timeOffset="91952.25">25749 8158 376 0,'0'0'376'16,"0"-7"-5"-16,0 2-11 0,0 0-23 16,0 5-29-16,0-5-23 0,0 5-21 0,0-5-33 0,0 5-28 15,0 0-17-15,0 0-31 0,0 0-17 16,-2-2-34-16,2 2-34 0,0 0-34 0,0 0-5 16,0 0-10-1,0 11 0-15,-2-3 0 0,0 2-5 0,-2 2-3 0,1 0-2 16,-1 3-3-16,-3 6 0 0,2-2 15 0,0 6-20 15,-2-1 5-15,2-3-4 0,1-3-15 0,2 2-1 16,-2 0-14-16,1-3-2 0,2-4 0 0,1-4 3 16,0 0 3-16,0-2 2 0,0-3 8 0,0 1 20 15,0-1 27-15,1 2 33 0,1-4 40 0,-2-2 16 16,0 0 8-16,0 0 9 0,0 0-2 0,16-11-7 16,-8 3-9-16,4-6-13 0,-1 2-9 0,4-2-14 15,3-4-3-15,1-4-9 0,-2 4-8 0,2-5-5 16,-1 5-9-16,0-1-6 0,-5 6-3 0,-1 0-5 0,-1 1-2 0,-5 4-3 15,0 1-2-15,-2 3-5 0,0-1-7 0,0 0-19 16,0 3-29-16,-2-1-37 0,1 1-37 0,-3 2-40 16,0 0-25-16,0 0 9 0,0 0 19 0,11 7 10 15,-6 2 11-15,-3 0 9 0,2 4-1 0,3 1 4 0,0 1 3 16,5 0 2-16,2 5-2 0,8-1 8 16,1-2-17-16,0 1-12 15,3-6-11-15,1 1-18 0,5-3-12 0,2-4-12 16,0-1-10-16,-2-4 18 0,3-4 14 0,-2-1 15 15,-2-1 15-15,-6-2 11 0,1-6 54 0,-11 5 38 16,3-3 37-16,-5-1 29 0,-3-3 34 0,0 1 12 16,-1-2 24-16,-2-1 11 0,-3 1 8 0,-1-1 5 15,1 2 11-15,0-1 2 0,-4 4 10 0,-1-1-8 16,1 2-11-16,0 1-12 0,-3 1-25 0,2 3-1 0,-2-1-16 0,1 2-14 16,-1 0-8-16,-2 3-15 0,-4 0-12 0,0 2 3 15,-1 3-26-15,-3 1-15 0,1 2-2 0,-4 0-4 16,-2 4 0-16,2 4-6 0,-5 3 7 0,0 2-3 15,3 0-4-15,2-4-14 0,5 0-21 0,-1 2-13 16,2-3-12-16,1 1-1 0,1-3-5 0,2 2 5 16,6-5 12-16,-4-1 6 0,4-2 11 0,0 0 16 0,0 0 13 0,3-2 17 15,2-1 23-15,-5-3 21 0,9 1 25 0,-3-2 10 16,3-2 13-16,3-1-9 0,-1-4 0 0,4 0 3 31,1-2-5-31,-1-1-4 0,1-1-11 0,-1 0-5 0,0-3 2 16,4-4-7-16,-2 0-9 0,2-1-7 0,0-1-12 0,-2 1-8 15,-6 3 4-15,2 3 3 0,-1 2 4 16,-4 3-5-16,-1 1-4 0,-1 0 4 0,-2 4-4 16,0 1-14-16,0-2-14 0,0 0-14 0,-2 3-36 15,1 0-23-15,-3 2-9 0,0 0 5 0,7 5 9 0,-3 0 3 16,-1 0 3-16,2 4 10 0,-1 0 6 0,2 1 5 16,3 5 1-16,-2-3 0 0,5 3 6 15,-1-2 0-15,1 0 3 0,5-1 4 0,-3 0-5 16,4-2-6-16,1-3-1 0,-1 0-2 0,-2-2 4 0,0-1 0 0,2-3 2 15,-5-1 5-15,1-2 5 0,-3-1 3 0,2-1 6 16,-2-2-1-16,2-1 10 0,-1-4-1 0,-1-2 7 16,0 0 21-16,1-1 5 0,-3-3 1 0,0-2 7 0,0-6 9 15,-1-1 3-15,-2-2 7 0,2-4 11 16,-2 0-6-16,0 3 6 0,0-2 14 0,0 0 11 16,-1 2 7-1,0 0 16-15,-2 1 10 0,1 9 15 0,-3 2 7 0,0 5-4 0,3 2-5 16,-4 1-8-16,0 1-12 0,1 3-15 0,-1-2-16 15,2 6-14-15,-2-3-46 0,1-1-38 0,-1 5-50 16,0 0-58-16,0 0-15 0,0 0 17 0,0 0 4 16,-4 22 11-16,1-5 13 0,-3 11 11 0,-3 2 8 15,3 5 7-15,-2 8 6 0,0-8 4 0,2 0 9 16,0 11 7-16,2-12 0 0,1-3 10 0,3-1 5 0,-1 1 2 16,1-3 1-16,1-2 8 0,-1-8 5 0,4 0 10 15,-4-3-8-15,0-3-13 0,3-1-10 0,-2-2-10 16,0 2-8-16,1-4 5 0,-2-2-12 0,0 0 8 15,0-1 0-15,0-1 3 0,0-3 1 0,0 3-6 16,0-3-7-16,0 0-30 16,0 0-82-16,0 0-120 0,-4-10-215 0,1 0-549 0,2-1 244 0</inkml:trace>
  <inkml:trace contextRef="#ctx0" brushRef="#br0" timeOffset="92115.02">26719 8090 138 0,'0'0'269'0,"0"0"17"0,-8 2-22 16,8-2-19-16,0 0-20 0,0 0-21 0,0 0-18 15,24 1-20-15,8-1-15 0,6 0-17 0,20-3-12 16,8 3-5-16,-3 0-43 0,3 0-46 0,1-2-53 0,0-3-76 16,-3 1-90-16,-6 0-191 0,-5-1-415 0,-15 0 184 15</inkml:trace>
  <inkml:trace contextRef="#ctx0" brushRef="#br0" timeOffset="92437.93">27542 8084 22 0,'0'0'505'16,"-8"-6"-7"-16,8 6-21 0,0 0-25 0,0 0-29 16,0 0-38-16,0 0-38 0,0 0-35 0,0 0-38 15,0 0-27-15,0 0-31 0,0 0-30 0,0 0-37 16,0 0-50-16,0 0-51 0,0 0-37 0,0 0-8 0,0 7 3 0,-1 0-4 16,-2 2 5-16,-1 1-4 0,3 1-1 0,0-1-2 15,-2 2-1-15,2 2-21 0,-4-2-19 0,3 0-18 16,0 2-18-16,-2-3-22 0,3 0-10 0,-3-1-21 15,2 0-25-15,0-1-23 0,-1 1-26 0,1-4-47 16,2-1-26-16,0 1-236 0,-4-3-554 0,4-3 246 16</inkml:trace>
  <inkml:trace contextRef="#ctx0" brushRef="#br0" timeOffset="92600.34">27612 7870 368 0,'-1'-12'373'0,"-2"3"-6"16,2 3-31-16,0 2-38 0,0-3-30 0,-1 4-23 16,1-2-64-16,1 5-58 0,0-3-57 0,0 3-42 15,0 0-30-15,0 0-36 0,0 0-37 0,6 9-51 0,-1-3-61 16,0 2-177-16,-1 0-396 0,0-3 175 16</inkml:trace>
  <inkml:trace contextRef="#ctx0" brushRef="#br0" timeOffset="92993.86">28085 7983 177 0,'0'0'255'0,"-5"-4"-22"0,4 2-24 0,1 2-21 0,-6-3-28 16,0 3-17-16,6 0-16 0,-18 5-15 0,8 1-7 15,-3-1-16-15,-1 5-8 0,-1 2-12 0,-1 1-5 16,0 2-5-16,-1-1-7 0,-1 5-7 0,4-7-5 16,3 4-2-16,2-2-7 0,2 1 0 0,1-4-2 15,0 1 0-15,2-1-3 0,4 0-5 0,0-1 4 16,4 1 8-16,2-1 5 0,3-2 0 0,6 2 6 16,4-3-1-16,3-3-1 0,6 1 2 0,2-2 0 15,-10-3 4-15,8-1 11 0,-6-1 4 0,0-1 17 0,-4-5 9 16,-1 3 2-16,0-4 9 0,1 1-10 0,-8-4-2 15,4-1-14-15,-5-1-3 0,3 2-7 0,-5-8-11 16,1 3-15-16,-4 0-4 0,0 0-16 16,-3 1-5-16,-5-1-17 15,2 0-18-15,-2 2-6 0,-4 3-14 0,-5 0-11 16,2 2-13-16,-10 3-7 0,3 0-13 0,-3 2-13 16,-2 1-19-16,1 3-26 0,-5 1-33 0,8 1-40 15,1 4-235-15,5-1-488 0,4-2 216 0</inkml:trace>
  <inkml:trace contextRef="#ctx0" brushRef="#br0" timeOffset="93417.88">28449 7972 432 0,'5'-2'459'0,"-2"-1"-34"0,-2 0-37 0,3 1-44 15,-4 2-35-15,0 0-34 0,5-4-24 0,-5 4-46 16,0 0-27-16,0 0-54 0,0 0-21 0,0 0-14 16,1 14 1-16,-2-4-15 0,0 2-8 0,-3 5-14 31,-4 1 2-31,3 4-13 0,-4 2-2 0,3-4-10 16,-3-3-7-16,1 0-15 0,-1 0-6 0,1-2-10 15,2-2-9-15,1-5-10 0,1 4-1 0,3-7 2 0,-2 0 4 0,0-1 3 16,1 1 12-16,0-2 27 0,2-3 31 0,-2 4 36 15,2-4 17-15,0 0-19 0,15-6-9 0,-3 0-11 16,6-3 0-16,1 0 13 0,8-6-2 0,0 0 1 0,0 1-5 16,-2-1 6-16,2 2-1 0,-8 5 4 15,-2-1-3-15,-2 1-6 0,-6 3-13 0,0 0-7 16,0 1-8-16,-4 3-10 0,3-2-9 0,-3 3-23 0,3 0-17 16,-2 4-5-16,3 1-10 0,0 1-17 0,1 4-6 0,2 2-12 15,-1 2-23-15,1 3-16 0,2 4-41 16,0 1-31-16,-1 0-49 0,-4-2-76 0,3-5-383 15,-3-1-741-15,-1-6 328 0</inkml:trace>
  <inkml:trace contextRef="#ctx0" brushRef="#br0" timeOffset="93587.08">29272 8299 4572 0,'0'0'674'0,"0"0"-222"0,-9-2-143 0,9 2-74 16,0 0-46-16,0 0-69 0,0 0-32 0,-8 0-16 0,8 0-29 0,0 0-64 16,0 0-70-16,0 0-91 0,0 0-118 0,0 0-142 15,0 0-511-15,0 0-1033 0,0 0 456 0</inkml:trace>
  <inkml:trace contextRef="#ctx0" brushRef="#br0" timeOffset="113318.55">3821 11693 165 0,'0'0'170'15,"-1"-4"1"-15,1 4-11 0,0 0 1 0,0-5-1 0,0 5-10 0,0-4-5 0,-2 0 3 16,2 4 0-16,-2-5-6 0,1 2 2 0,1 3-7 15,-1-4-1-15,1-2-1 0,0 6-11 0,0-6-10 16,-2 1-3-16,2 5-7 0,0 0-11 16,-1-4 1-16,1 4-30 0,0 0-9 0,0 0-15 15,0-3-29-15,0 3-30 0,0 0-5 0,0 0 4 0,-5 20-1 16,3-1 4-16,-3 12 4 0,-1 2 14 16,0 15-3-16,-4 7 2 0,3-4-2 0,0 2 1 15,2 0-1-15,1-3-3 0,-2 0 3 0,2 2 0 16,1-3 2-16,0-13-3 0,0-1 4 0,3-2-4 15,1-2 1-15,1-1 0 0,-2-2 0 0,0-1 2 0,0-10-1 0,2-3-1 16,-2 2 5-16,0-7-3 0,1 2 1 0,-2-4 6 16,2-1-3-16,-1 0 2 0,-1-1 2 0,2-2 15 15,-1 1 13-15,0-4 17 0,0 6 5 0,0-6 8 16,0 4 4-16,0-4 1 0,0 0-9 0,0 0-1 16,0 0-7-1,0 0-6-15,0 3-6 0,0-3 0 0,0 0-5 0,0 0-4 16,0 0-7-16,0 0-14 0,0 0-21 0,0 0-16 15,0 0-26-15,0 0-63 0,0 0-56 0,0 0-50 16,0 0-55-16,-9-8-208 0,9 8-524 0,0-9 232 16</inkml:trace>
  <inkml:trace contextRef="#ctx0" brushRef="#br0" timeOffset="113572.34">4168 12219 19 0,'0'0'203'0,"0"0"-21"16,0 0-21-16,-13 11-15 0,8-4-16 0,-4 3-5 15,-4 1-22-15,4 3 1 0,-6 1-21 0,2 2-6 0,-6 1-8 0,1 1 3 16,4-4-18-16,1 0-3 0,-1 0-7 0,3 1-1 15,-3-3-2-15,2 2-7 0,0-2 1 0,1-1-9 16,1 3-24-16,-4-5-27 0,8-1-28 0,-1 0-37 16,1-3-56-16,-1-4-103 0,1 0-269 0,1-1 119 15</inkml:trace>
  <inkml:trace contextRef="#ctx0" brushRef="#br0" timeOffset="113742.05">3993 12321 68 0,'0'0'220'0,"2"-1"-27"0,-2 1-16 0,5-2-16 0,-5 2-15 16,11 4-10-16,-2-1-10 0,5-1-8 15,-2 5-6-15,8-2-7 0,6 4-10 0,1 1-5 16,3-3-12-16,-1 3-6 0,2-2-4 0,1 1-10 16,2-3-20-16,-1 0-38 0,3 4-60 0,-1-4-69 0,-3-1-183 15,-3-1-338-15,-1-7 149 0</inkml:trace>
  <inkml:trace contextRef="#ctx0" brushRef="#br0" timeOffset="114135.75">4498 11987 2635 0,'-3'-19'183'0,"-4"-1"-20"0,2 2 9 16,1 2-15-16,3-1-20 0,-4 0-23 0,4 5-21 0,-2-1 17 15,2 1-12-15,1 5 2 0,-2-3-7 0,0 6-7 16,2 0-12-16,-1-2-15 0,0 3-10 0,1 3-36 16,0-5-42-16,0 5-43 0,0 0 0 0,0 0 7 15,2 17 1 1,-2 1 8-16,0 10 5 0,0 6 4 0,-1 0 2 0,0 15 8 16,-3-2 3-16,1 2 0 0,2-3 7 15,0-8 0-15,3 8 4 0,1-11 4 0,1 0 4 0,0-5 1 0,2 2-3 16,0-6 2-16,-2-8 1 0,-1 0 1 0,-1-2 3 15,2-4 1-15,-3-3 1 0,2 0 3 0,-2-4 3 16,3 2 3-16,-4-1 3 0,1-2 13 0,2-1 27 16,-3-3 18-16,0 4 17 0,1-1 2 0,-1-3 6 15,0 5-10-15,0-5-1 0,0 0-11 0,0 0-6 16,0 0-4-16,0 0-11 0,4 4-11 0,-4-4-24 16,0 0-41-16,0 0-31 0,0 0-38 0,0 0-37 15,0 0-60-15,0 0-159 0,0 0-213 0,0 0-617 16,0 0 273-16</inkml:trace>
  <inkml:trace contextRef="#ctx0" brushRef="#br0" timeOffset="114558.86">5019 12182 112 0,'-9'2'192'0,"0"-1"-23"0,-2 3-16 16,-1 1-16-16,-1-1-14 0,-5 6-12 15,3 1-14-15,-2 0-10 0,2 3-7 0,0-1-11 0,-6 9-5 16,5-4-6-16,2-3-8 0,2 2-4 0,-1 1-7 16,3-1-6-16,5-1-1 0,-2-1-4 0,4-3-5 0,-1 0-2 15,0 0 0-15,4 0 12 0,4 0 5 0,1-3 13 16,3-1 6-16,-2-1 13 0,8 1-1 0,-1-6-1 0,7 1-2 15,8-3-5-15,-8 0-4 0,6-3 0 16,-4-2 3-16,0-3-1 0,-4 3 3 0,0-6 8 16,-3 5 7-16,2-7 1 0,-6-2 6 0,-1 3 5 15,2-2-14-15,-4-1-1 16,-2-2-6-16,-3 0-8 0,-2-2-4 0,-4-1-12 16,1-1-2-16,-2 3-11 0,-3 2-8 0,0 2-4 0,-3 1 1 0,-2-1-4 15,-1 3-10-15,0 4-7 0,-2 1-6 0,-4 1-7 16,1 0-11-16,1 4-15 0,0 2-22 0,1 2-23 15,0 1-35-15,0 3-34 0,2 1-41 0,4-1-69 16,0 0-156-16,2 1-455 0,4-2 201 0</inkml:trace>
  <inkml:trace contextRef="#ctx0" brushRef="#br0" timeOffset="114922.16">5221 12101 87 0,'4'-3'276'0,"-4"3"-31"0,6-1-27 0,-6 1-24 0,11 3-24 16,-3-2-16-16,4 3-16 0,-1 1-14 0,1 1-15 15,4 7-10-15,-3-1-10 0,2 2-10 0,-1 2-12 0,-2-1-5 16,2 7-3-16,-5-4-9 0,-3 1-2 0,6 5-6 15,-10-5 0-15,2 1-10 0,-1-1-3 0,-2 1-1 0,-1-3-4 16,-4-1 0-16,4-4 3 0,-5-2-1 16,4 0-2-16,-6-2 2 0,5-2 0 0,-1 1 17 15,1-3 24-15,-1 0 37 0,2-2 37 0,1-2 5 16,0 0-1-16,0 0-19 0,0 0 6 0,-9-12-7 0,5 1-11 16,4-6-15-1,4 0-9-15,2-8-17 0,3-1-9 0,4-4-24 16,1 5-21-16,4-4-21 0,0 3-23 0,2 2-20 15,-1 2-25-15,1 1-29 0,-6 6-40 0,0 4-49 16,1-1-59-16,-5 4-309 0,3-1-601 0,-4 3 266 16</inkml:trace>
  <inkml:trace contextRef="#ctx0" brushRef="#br0" timeOffset="115707.92">5986 11764 231 0,'4'-9'334'0,"-3"1"-16"0,2-2-15 16,-1 4-12-16,0 1-23 0,-2 1-31 0,2-1-24 0,-2 1-35 0,0 4-17 15,0-5-29-15,0 5-39 0,0 0-31 0,0 0-7 16,0 0-8-16,7 18-6 0,-7-2-3 15,0 10-5-15,-2 3-3 0,1 4-6 0,-5 2 3 16,-2 13-11-16,-2-2-1 0,1-12-1 0,0 12 1 0,1-14-1 16,0 2-3-16,2-1-3 0,-1 1 1 0,0-2 0 15,1-3-3-15,2-2 2 0,0-1 0 16,1-7-4-16,1-2 2 0,-3-2-4 0,4-4 3 16,-1-1 6-16,1-3-5 15,1-1 2-15,-1 1 3 0,1-3-2 0,0 0 22 16,0-4 28-16,-2 6 19 0,2-6 30 0,2 5 28 15,-2-5 23-15,0 0 12 0,0 0-16 0,0 0-16 16,14-17-13-16,-4 5-15 0,5-9-7 0,1-4-6 16,5 4-16-16,2-7-11 0,3 2-7 0,11-8 1 0,-11 8-14 0,2-1-3 0,-1 4-5 15,-3 1-4-15,-3 4-5 0,0-1-1 16,-4 6 9-16,-5 2 11 0,-2 3 6 0,-3 1-2 16,-2 3-8-16,0-1-8 15,-1 0-7-15,1 2-7 0,-1 2-6 0,0-1-21 0,-4 2-19 16,2-2-24-16,-2 2-33 0,0 0-8 0,0 0 13 15,0 0 8-15,-9 12 5 0,-2 1 12 0,-2-2 2 16,-1 2 15-16,-10 6-5 0,1-3-5 16,-4 2 7-16,0 1 4 0,2-2 1 0,-2 0-1 0,5 0 13 0,4-5-3 0,4-2 0 0,0 0 5 15,2-3 4-15,2 0-4 0,3-2 0 0,0-1 5 16,3-1 6-16,0 0 15 0,2-1-10 0,-3 0 0 16,2 1-1-16,3-3 4 0,-3 2-5 0,3-2-2 15,0 0 1-15,-4 5-1 0,4-5-5 0,0 0 2 16,0 0 1-16,4 3 0 0,-1 1 3 0,5-2-5 15,2 4-1-15,0 1-2 16,7 0 5-16,1 1 12 0,9 1-42 0,-3 3-36 16,3 0-44-16,-2 0-50 0,1 2-61 0,1 1-66 15,1-2-74-15,-4-1-238 0,3-2-652 0,-8-4 288 16</inkml:trace>
  <inkml:trace contextRef="#ctx0" brushRef="#br0" timeOffset="116029.84">6588 12153 243 0,'0'-5'438'0,"-1"0"-24"0,2 1-6 16,-1 4-31-16,-1-3-21 0,1 3-29 0,0-7-38 0,0 7-36 0,0 0-25 15,1-4-29-15,-1 4-40 0,0 0-38 0,0 0-25 16,0 0-30-16,0 0-9 0,0 0-9 0,0 13 3 0,0-5-20 16,-1 1-3-16,1 1 9 0,0 6-16 0,0-5 7 15,-3 6-5-15,2 0-3 16,0 1-11-16,-2-7-31 0,2 5-5 0,1-1-11 0,-2-5-10 16,2-1-14-16,0 3-18 0,0-4-7 0,-2-2-8 0,1 2-6 15,1-5 6-15,0 3 12 0,0-3 7 0,-3 1 8 16,3-4 7-16,0 0-51 0,0 0-108 0,0 0-289 15,-10-16-552-15,9 3 245 0</inkml:trace>
  <inkml:trace contextRef="#ctx0" brushRef="#br0" timeOffset="116193.08">6575 11879 189 0,'-1'-12'410'0,"1"0"16"0,-1 7 4 0,-2-4-14 15,3 4-27-15,0 0-35 0,0 3-41 0,0 2-36 16,-1-8-25-16,0 6-38 0,1 2-45 0,0 0-54 15,0 0-69-15,6-5-45 16,-6 5-49-16,11 4-35 0,-3 3-62 0,2 2-68 16,3 3-81-16,-1-3-243 0,-4 4-581 0,0-4 257 15</inkml:trace>
  <inkml:trace contextRef="#ctx0" brushRef="#br0" timeOffset="117326.38">6824 12085 39 0,'2'-9'505'0,"-1"1"2"0,2 3-10 16,-2-5-24-16,0 5-26 0,0 0-35 0,1 1-40 0,-1 2-41 0,-1 2-37 16,3-5-35-16,-3 5-34 15,0-3-46-15,0 3-47 0,0 0-54 0,0 0-47 16,0 0 5-16,0 0-14 0,0 13-3 0,0-4-7 15,0 6 3-15,-2-3-11 0,1 4-11 0,-2 4-11 16,3-2-15-16,-1 0-8 0,2 0-5 0,-2 0-10 16,2-6-1-16,1 1 6 0,-1-2 4 0,2 0 7 0,-1-1 4 0,3-2 8 0,0-2 6 0,2-1 10 15,4-2 9-15,3-3-1 0,4-1 4 0,4-1-2 16,5-6 5-16,-1 1 9 0,0-5 12 0,-2-2 8 16,2 1-7-16,-1-4 12 0,1 1 5 15,-3-1 9-15,-5 0-1 0,4 1-4 0,-10 3-1 0,1 1 7 16,-5 3 9-16,1 3 5 0,-3-2-5 0,-1 3-9 15,-1 1-12 1,-1 1-16-16,1 2-26 0,-4 1-37 0,3-5-42 16,-3 5-15-16,0 0-6 0,0 0 5 0,4 10 7 15,-4-3 2-15,-1 2 9 0,2 3 1 0,3-1 10 0,0 6 6 16,0 1 7-16,2-1 2 0,7 7 5 0,3 0 9 16,7-4 5-16,8 0-4 0,1-3 8 0,5-1-1 0,12 0-7 0,-1-3-1 15,6-6-6-15,-2-6-8 0,-3-1 0 0,2-8 2 16,-13 3 6-16,2-7 3 0,-3 2 8 15,-6-2 12-15,-1-2 39 0,-6-2 47 0,-2 2 29 16,-8-2 31-16,-1 2 23 0,-3-2 2 0,-6-5-16 16,1 4-12-16,-3-1-15 0,-2-2-24 0,-3 3-13 0,-4 2-12 15,0 1-8-15,-6 2-18 0,-2 0-12 0,1 4-3 16,-5 3-7-16,-1 2-11 0,-1 5-9 16,-2-1-11-16,-4 6-13 15,6 1-6-15,-3 2-8 0,5-1-17 0,2 3-9 16,0 2-6-16,-5 1-8 0,5 4-8 0,2-3-4 15,2 0-4-15,-1 7-4 0,5-5-18 0,3-1-7 16,0 0 0-16,3 3 8 0,3-9 17 0,1 1 12 16,1-2 12-16,4 0 8 0,3-5 9 0,2 0 3 15,2-2 11-15,1-3-3 0,5-3 1 0,-1-2 6 16,1-3 7-16,0 0 5 0,0-2 21 0,-1-2 16 0,0 0 6 0,-1 1 17 16,-1-1 15-16,0-1 10 15,-2 0 12-15,-1 1 8 0,-1 2-3 0,-4 0 1 16,-1 5-7-16,-2-2-6 0,0 2-6 0,0 0-7 15,-1 3-13-15,-2-2-29 0,-2 4-18 0,5 0-5 16,-5 0 2-16,4 9 1 0,-3 3-1 0,2 5 2 16,0 2 3-16,4 5 3 0,-6 6 1 0,-1 0 0 15,0 5 2-15,2-1-3 0,-2 16 6 0,-3-4 0 16,-3-12 4-16,2 15 0 0,-2-13-2 0,-2 8 19 16,0-8-1-16,1-5-1 0,-2 1 0 0,-2-2 3 15,0-2-3-15,-3-3-2 0,-4 0 1 0,5-5 2 16,-2-5 3-16,2-3 1 0,-1-2 2 0,1-3 3 15,-1 0 12-15,0-4 25 0,0 1 31 0,-1-6 25 16,2-1 42-16,-1-2 9 0,-1-5 21 0,1 0 24 0,3-6-9 0,1-1-3 16,0-12-11-16,9 0-19 0,2-19-27 0,12-1-24 15,6-4-19-15,18-25-12 0,-4 28-13 0,21-23-11 16,2 7-2-16,-10 22 0 0,19-13-11 0,-20 20-5 16,5 2-2-16,-2 1 3 0,-2 7 10 0,-2 3 8 15,-14 7 15-15,-4 2 11 0,-3 3 11 0,-8 3 0 16,-4 4-9-16,-2-2-19 0,-2 4-1 0,-2 0-14 0,-1 1-43 15,0-1-52-15,-4 3-61 0,5-2-67 0,-5 2-70 0,0 0-27 16,-13 10-27-16,-3-2-64 0,-1 3-105 0,-3-4-279 16,2 3-802-16,6-7 354 0</inkml:trace>
  <inkml:trace contextRef="#ctx0" brushRef="#br0" timeOffset="117943.36">9614 11830 185 0,'4'-9'294'15,"-2"2"-19"-15,1 1-24 0,-2 0-24 0,2 2-29 16,-2 0-22-16,0 1-31 0,-1 3-50 0,0 0-24 0,0 0-8 16,5 11-11-16,-5 1-4 0,-2 8-6 0,1 9-7 15,-2 4-2-15,-3-1-1 0,-3 13-6 0,-4 1 1 16,4-11-3-16,-1 8-5 0,0-11 0 0,-1-1 0 16,2 1-2-1,2-1-1-15,-1-6-3 0,3 0 0 0,-2-5-2 0,5-5 1 16,-7 2 0-16,5-7-1 0,3-2 3 15,-3 0-1-15,4-3-1 0,-3 0-3 0,2 0-4 16,0 0 1-16,-2-3-3 0,3-2-54 0,0 0-74 16,0 0-46-16,-9-17-39 0,7 7-118 0,-1-7-355 15,2-2 157-15</inkml:trace>
  <inkml:trace contextRef="#ctx0" brushRef="#br0" timeOffset="118428.85">9532 11684 121 0,'4'-30'259'0,"1"5"-3"15,-1 7-13-15,2 0-13 0,-2 1-13 0,3 6-15 16,-1-3-25-16,2 5-17 0,2-2-15 0,5 0-18 16,3 3-15-16,4 0-10 0,3 1-11 15,7 6-12-15,4-2-10 0,-3 3-7 0,3 4-5 16,0 6-10-16,0 0-6 0,-4 2-7 0,-2 5-6 16,0 1-4-16,-7 2-9 0,0 0-3 0,-7 4-1 15,-3 1-7-15,-5 3-10 0,-4 1 2 0,-6 1-3 16,-7 4 2-16,-5-3 1 0,-9 12 1 0,-6-5 0 15,3-10 0-15,-11 5 1 0,9-11-2 0,-3-2 2 16,1-1-3-16,-1-2 2 0,2-3 11 0,-2 0-4 0,2-4 4 0,0-4 6 16,8 1 9-16,0-3 2 0,7-1 12 0,3-1 6 15,-1-1 2-15,5 0 3 0,0 2 1 0,0-2-8 16,2 1-1-16,5-2-4 0,-8 4 11 0,4-4-17 16,4 0-3-16,0 0-3 0,-1 5-7 0,1-5 3 15,10 7-6-15,0 0-2 0,4 3-1 0,4 3-6 16,4 6 1-1,2 3 0-15,2-1-7 0,-1 0 4 0,2 4 1 16,-5 0-5-16,5 0 4 0,-2 3-1 0,1-2 0 0,-2-1 0 16,-2 0 0-16,3-4-1 0,-3 0 1 0,-3-2-2 15,-5-6 11-15,-1 1-8 0,-4-7 3 16,-4 1-4-16,0-2 4 0,2-1-3 0,-5-2 2 16,3 1 18-16,-1 0 17 0,0-2 16 0,-3 0 15 0,-1-2 9 15,7 2 6-15,-7-2 6 0,2 3-19 0,-2-3-2 0,0 0-12 16,5 0-7-16,-5 0-14 0,0 0-54 0,5-5-48 15,-5 5-47-15,3-7-55 0,1 3-76 0,-2-1-92 16,1-3-230-16,-1 0-609 0,1 2 271 0</inkml:trace>
  <inkml:trace contextRef="#ctx0" brushRef="#br0" timeOffset="119099.48">10383 12197 13 0,'0'-3'358'0,"0"3"-42"0,3-3-36 0,-3 3-31 16,0 0-32-16,0 0-24 0,0 0-23 0,0 0-15 16,0 0-14-16,0 13-18 0,0-3-13 0,-4 3-9 15,1 3-13-15,-1-1-4 0,2 3-16 0,-2 2-2 16,-3-3-6-16,4 1-11 0,-1-1-13 0,0 0-10 15,2-5-9-15,-1-3-4 0,-1 2-4 0,4-6-2 16,0 1 6-16,-2 0 1 0,0-4 10 0,1 2 17 0,1-4 25 0,0 0 0 16,0 0 6-16,0 0-18 0,18-12-3 0,-4 1 4 15,-1-1-1-15,0-2-2 0,6-6-7 0,1-2-2 16,0 1 1-16,0 1-13 0,-1 2-3 0,-6 2-4 16,3 2-3-1,-3 1-4-15,0 2-6 0,1 4 0 0,-9 1-5 0,4 0-14 16,-3 3-9-16,2 1-8 0,1 2 0 0,-1 0-11 15,2 4 1-15,-1 1-2 0,3 2 3 0,-2 1 0 16,2 4 8-16,2 1-1 0,1 0 4 16,1-1 3-16,-3 1 3 0,3-1 4 0,1 2 1 15,-2-4 1-15,0 0 4 0,1 2 1 0,-7-7 0 0,4 0-6 16,-3-1-1-16,3-2 4 0,0-2 1 0,-3-2 2 16,0-2 3-16,0-2 0 0,-2-1 6 0,0-5 8 15,-1-2 6-15,2-3 7 0,-4 1 6 0,1-4 3 0,-1-7-2 16,-1 0 4-16,-2-2 1 0,1-2-2 0,0-3 5 0,-1-2 7 15,0-13-2-15,1 3 13 0,1-2 2 16,-3 0-9-16,4 14 16 0,-4 0 6 0,3 7 18 0,-3 0 15 16,1 11 3-16,-2 4-14 0,1 1-11 0,-1 4-13 15,0 0-24-15,0 2-33 0,0 1-60 0,0 4-30 0,0 0 9 16,0 0 6-16,-1 23 3 0,-2 4 8 0,-1 2 1 16,2 5 5-16,-2 12 5 0,-1 2 3 0,-2-4 9 15,2 2-3-15,3-12 4 0,2 2 4 0,1-5 6 16,2 4-1-16,0-6 1 0,0 5 5 0,1-8 2 15,-2-8 5-15,0 0 0 0,1-1-1 0,0-5 2 16,-2 1-21-16,1-4-17 0,0-1-14 0,-2 1-17 16,0-6-13-16,0 3-16 15,0 0-26-15,0-4-27 0,0-2-39 0,1 3-34 16,-1-3-237-16,0 0-503 0,0 0 222 0</inkml:trace>
  <inkml:trace contextRef="#ctx0" brushRef="#br0" timeOffset="119538.22">11141 12296 222 0,'0'0'284'0,"0"0"-8"16,0 0-8-16,0 0-28 0,0 0-25 0,0 0-21 16,20-13-21-16,-3 6-15 0,3 2-19 0,7-2-14 15,4-2-8-15,-2 1-16 0,1-3 5 0,-1 1 4 16,-1-1 3-16,0 0 10 15,-3-2 1-15,-5 2 8 0,0-5 7 16,-3 3-6-16,-3-2 1 0,-1-1 1 0,2 0-8 16,-5-1-8-16,0 1-9 0,-2 0-7 0,-3 0-18 0,-1-1 7 15,-2 3-18-15,-1 4-21 0,-2-1-3 0,-5 3-12 16,0 0-13-16,-4 1-11 0,-3 3-4 0,-7 4-17 16,-11 4 27-16,-4 2-20 0,2 8-1 15,0-1-4-15,1 4 0 0,3 1-8 0,-1 4 2 0,2 0-2 0,4 3 0 16,1 3 0-16,6 1 0 0,1-1 12 0,4 2-23 15,7-1-1-15,5-1 6 0,5 3 0 0,7-4-1 16,9 0 14-16,6-2 8 0,19 0-3 0,8-3 5 0,2-4-5 16,4-3-3-16,0-3 18 0,5 0-7 0,-3-5 17 15,-1 3-3-15,-3-8 15 0,-7 3 9 16,-18-3 3-16,-4-2 11 16,-11 0 15-16,-3 0 23 0,-3 1 19 0,-3 0 11 15,1 0-4-15,-3-1-3 0,-2 0-10 0,-5 0-14 0,10 0-12 0,-6 2-26 16,-4-2-39-16,5 0-62 0,-5 0-71 0,0 0-83 15,0 0-77-15,0 0-122 0,0 0-393 0,-22 5-853 16,3-5 379-16</inkml:trace>
  <inkml:trace contextRef="#ctx0" brushRef="#br0" timeOffset="121350.83">3709 13118 109 0,'3'-5'164'0,"-2"2"-6"16,-1 3-7-16,4-5-9 0,-3 1-16 0,3 2-13 15,-4 2-12-15,4-5-8 0,-4 5-9 0,3-2-12 0,-3 2-7 16,6-3-7-16,-3 1-6 0,3-1-6 0,-6 3-6 15,12-1-1-15,-4 0-6 0,2-1-5 0,3 0-2 0,5-1-2 16,2 3 0-16,3-3 1 0,8 3 3 0,1 0-5 16,2 0 1-16,2 0-4 0,17-1 2 0,-1-3-3 15,-2 4 0-15,5-2-1 0,1 3 2 16,3-5-5-16,-3 5-2 16,0-1 9-16,1 2-8 0,0-1-2 0,-2-1 0 15,1-1-3-15,-1-1 2 0,1 5-3 0,-2-4 2 16,2 1-2-16,-1 0-3 0,-1 2 1 0,-1-1-1 15,0-1 2-15,-1 4-1 0,2-4 0 0,-4 0-3 16,2-2 0-16,1 0 1 0,-14 2-1 0,15 0 0 16,-17 0 0-16,5 0-3 0,9-2 1 0,0-3-1 0,-11 5-1 15,15-3 3-15,-2 3 2 0,-3 0-5 0,4 0 2 0,2 0 5 16,0 0-2-16,6-3-1 0,-6 1-1 0,3 2 2 16,0-4-4-16,-1-1 0 0,1 4 1 0,-3 1-1 15,2 1 2-15,-3-2 1 0,4-3 3 0,-4 2-4 16,-2 1 1-16,1 1 1 0,0 1 0 0,-2 0-3 15,0 2 0-15,1-3-1 0,-3 2 2 0,2-1 0 16,-1 1-2-16,-9-2 3 0,-3 4-1 0,13-3-1 0,-2 1 0 0,-12-1-3 16,-1-2 5-16,17-1-3 0,-18 4 3 0,2-5-1 15,2 3-1-15,12 1-2 0,-15-1 6 0,17-1-3 16,-3 0 1-16,-15 0 2 0,3-1-3 0,2 2 2 31,-1-3 15-31,-2 3-18 0,4 0 1 0,-5 0 3 0,17-2-1 0,-14 2 4 16,11-3 0-16,-14 3-2 0,1 0 3 15,2-1-1-15,12 0 3 0,-15-1-2 0,5 1 3 0,11 1 0 16,-15-1 1-16,15 2 1 0,-1-3-4 16,-2 0-2-16,3 2 2 0,-2 0-2 0,-10-1-2 15,9 1 4-15,5-2-4 0,-16 2-3 0,0-2 2 16,12 1 1-16,-11-2-2 0,-2 3-2 0,-1-1 0 0,-1 1 2 16,5-2-1-16,-4 1 0 0,0 0-1 0,0 0 1 15,4-1-3-15,-4 1 0 0,1-1 0 0,2 2 2 0,11-3 5 16,-11 3-9-16,-3 0 1 0,2 1-1 0,-3-2-1 15,3 1 2-15,0 0 1 0,-2 1-2 0,-1 1 1 0,0-4 0 16,1 1-1-16,1 0 2 0,-1 1 2 16,-1-3 2-16,2 3-1 0,0 0-1 0,0-2 0 15,15 2 2-15,-13 0 5 0,12 0-3 0,-13 0 2 16,15 0-2-16,-5 0 0 16,-7 0-3-16,8 2 2 0,3 1 3 0,-14-1-4 15,12 0-2-15,2-2 3 0,-14 0-2 0,12-2 2 0,-11 4 2 0,15-4 2 16,-3 2 3-16,2-1 0 0,1 2 1 0,0-1 2 15,1-1-6-15,0 0 3 0,0 1-5 0,2 0 0 16,-3-3 0-16,-14 3-2 0,14 3-1 0,-4-2 1 16,3-2 1-16,-15 1-5 0,-2 1 2 0,2 0 2 15,-1 1-2-15,-2-5 2 0,0 4 0 0,-3 1 2 16,-3 1 3-16,1-4 5 0,-9 2-2 0,-2-2 8 16,3 1 3-16,-5 1 1 0,1-2 1 0,-2-1 0 15,-3 2-1-15,0 0-2 0,4-2-3 0,-1 2-6 16,-3 0 3-16,-2 0-4 0,2 0 0 0,-1 0 1 15,0 0-5-15,-3 0 1 0,2 0 9 0,-1 0 10 16,-4 0 7 0,-1 0 10-16,2-1 11 0,-1 0-2 0,0 1-4 15,-7 0-1-15,10 0 0 0,-10 0-3 0,9-1 1 0,-9 1-1 16,9 0-3-16,-9 0-7 0,6-2-5 0,-6 2 1 16,7-2-8-16,-7 2 3 0,0 0-6 0,7 0-2 15,-7 0 0-15,0 0 6 0,0 0 5 0,5-2 7 0,-5 2 3 0,0 0 1 16,0 0 9-16,0 0-7 0,0 0 2 0,0 0-1 15,0 0-11-15,0 0 0 0,0 0-4 16,0 0 10-16,0 0-20 0,0 0-15 0,0 0 13 16,0 0 3-16,8 2-3 0,-8-2-9 0,0 0-10 15,0 0-39-15,0 0-57 0,0 0-68 0,0 0-87 16,0 0-394-16,0 0-699 0,-22-3 310 0</inkml:trace>
  <inkml:trace contextRef="#ctx0" brushRef="#br0" timeOffset="125904.8">4012 14149 11 0,'0'0'153'0,"0"0"-4"0,4-4-3 0,-4 4 1 15,0 0-8-15,0 0-6 0,1-4-7 0,-1 4-10 16,0 0-6-16,0 0-12 0,0 0-6 0,0 0-5 15,0 0-6-15,0 0-5 0,0 0-3 0,0 0-13 16,0 0-5-16,0 0-1 0,0 0-10 0,0 0-9 16,0 0 2-16,0 0-4 0,0 0-10 0,0 0-5 15,0 0-6 1,0 0 0-16,0 0-7 0,0 0-7 0,0 0-4 16,0 0-3-16,0 0-7 0,0 0 2 0,0 0-3 15,0 0 12-15,0 0-1 0,0 0 7 0,17 5-8 16,-2-5 7-16,2 0-3 0,3-1 2 0,8 0-4 15,-1-2-2-15,4 2-3 0,-2-2-12 0,-1-1-6 16,-1 0 3-16,-4 0 5 0,-3-1-9 0,1-2 10 16,-2 2 3-16,-4-1 3 0,-1 0 24 0,-3 1 21 0,-5 2 22 0,2-1 19 15,-3 0 17-15,-1-2 0 0,-2 1-12 16,1 2-5-16,-3-4-8 0,-3 3-7 0,1 0-8 0,-4 0-6 16,-1-1-8-16,-6 1-3 15,-5 0-6-15,-9 4-4 0,-1 3-3 0,-6 2-2 16,-3 4-8-16,-17 4-2 0,4 2 1 0,-1 4 1 15,1 3-6-15,-5 2-2 0,-1 3-4 16,1 2 4-16,-2-3-6 0,3 3-3 0,-1 3-2 16,4-1 1-16,2-2 1 0,7 3-1 0,4 0-1 0,11-6-1 15,7 1-1-15,-1-1-5 0,7-2 4 16,2 3-2-16,5 0 2 0,4-3 0 0,6 2 6 16,7-1 3-16,3-2 2 0,14-2 4 0,19 5 7 15,10-5-3-15,32 4 5 0,9-9 0 0,4-8 1 16,3-1 0-16,9-7-22 0,2 3-38 0,-1 1-54 0,1-6-85 0,-14-3-205 0,-1-5-423 0,-11 1 188 15</inkml:trace>
  <inkml:trace contextRef="#ctx0" brushRef="#br0" timeOffset="126398.63">5067 14479 71 0,'-20'6'75'16,"1"1"-5"-16,-3 2-12 0,3-1-5 0,2 2-6 16,-1 0-6-16,4 2-6 0,0 0-2 15,4 0 0-15,2-2-7 0,-2 4-2 0,4-3 10 0,3 5 13 0,1-4 4 0,4 0 6 0,2 2 10 16,3-4 11-16,5 5 10 0,2-5 5 0,5 2-3 16,8-5-6-1,0 2 0-15,5-6-8 0,4 0-6 0,-3-3-7 0,0 0-4 16,2-1-4-16,-3-1-4 0,-4-5-5 0,-6 2 11 15,-4 2 21-15,-2 0 29 0,-4-4 29 16,-1 2 4-16,-3-3-17 0,-2-2-7 16,-3 0-9-16,-1-1-13 0,-2 2-13 0,-1-3-12 0,-3 0-9 15,-2 1-10-15,-2-4-6 0,-3 4-12 0,-2 0-9 16,-4-1-12-16,1 6-18 0,-4-3-12 0,1 5-11 16,-9 0-14-16,1-1-13 0,0 8-9 0,-1-3-26 15,8 1-25-15,1 0-24 0,0 0-31 16,6 2-36-16,0 1-148 0,0-1-386 0,8 2 172 0</inkml:trace>
  <inkml:trace contextRef="#ctx0" brushRef="#br0" timeOffset="126861.57">5649 14462 197 0,'1'-4'352'0,"-1"4"-39"15,0 0-32-15,0 0-27 0,4-1-32 0,-4 1-31 0,0 0-22 16,0 0-23-16,0 0-16 0,0 0-17 0,0 0-13 0,3 9-8 16,-2-4-14-16,0 2-8 0,0 3-8 15,-1 2-4-15,-1 2-10 0,1 2-5 0,-1 2-3 16,-3 1-7-16,4-3 0 0,-4 3-3 0,3-2-11 0,1-3-22 15,-1-4-2-15,-2 1 3 0,3-1 1 0,-1-2-2 16,2-1 6-16,-2-3 0 0,-2 0 6 0,3 0 6 16,3 0 14-16,-2 1 33 0,-1-5 37 0,0 0 39 0,0 0-9 15,0 0 0-15,8-14-7 0,-2 4-17 0,4-4-10 0,-2-1-8 16,5 1-5-16,5-10-12 0,1 4-8 16,-5 4-7-16,2-3-8 15,-3 5-10-15,-4 4 2 0,1 1 0 0,-2 2-14 16,-3 1-2-16,0 0-6 0,0 4-3 0,0-3-6 15,-1 3-19-15,0 1-23 0,-4 1-5 0,8-1-13 16,-8 1-5-16,9 6-5 0,-3-2 1 0,-1 3-3 16,2-1 6-16,-1 3 1 0,4 4-4 0,0 2 1 15,3-1-11-15,0 2-11 0,1-2-23 0,5 4-20 16,-1-1-40-16,0-4-45 0,8 1-65 0,-6-3-218 16,7 0-533-16,1-5 236 0</inkml:trace>
  <inkml:trace contextRef="#ctx0" brushRef="#br0" timeOffset="127615.84">6915 14525 47 0,'-10'-7'163'0,"-3"3"-19"15,-6-2-23-15,1 3-6 0,-2-1-12 0,-10 3-16 16,2 1-9-16,-2 0-6 0,-4 2-11 0,2 3-7 16,2-3-1-16,-1 5-6 0,3-1-9 0,0 5-5 0,1-3-8 0,12 2 2 15,-6-3-9-15,3 4-3 0,4 1-5 0,1-1-3 16,2 1 1-16,1 2-2 0,3-4-2 0,2 4 5 16,1-1 0-16,4-1 2 0,4 0 3 0,1-1 0 15,8 3 6-15,1-3 5 0,0-1 2 16,8-1-2-16,5-1-3 0,1 0 2 0,0-6-3 0,-1-2-2 15,0-2 3 1,2-1-1-16,-9-4 10 0,1 1 16 0,-7-3 31 16,5-1 28-16,-6-1 8 0,0-2 16 0,-1-2 14 15,-1 1 15-15,-1-8 6 0,0-4-19 0,-5-1-8 16,2 1 3-16,-1-1 4 0,-1-3-3 0,-1 1-10 0,-1 0-2 16,-1 1-12-16,-1-1-3 0,1 4 15 15,-1 6 5-15,0 0-7 0,1 4-4 0,-2 1-2 16,0 4-8-16,0 1-7 0,0 0 3 0,0 1-14 0,0 1-7 0,0 3-13 15,0-2-12-15,0 1-8 0,-2 2-9 0,2 3-8 16,0-6-29-16,0 6-23 0,0-5-21 0,0 5-27 16,0 0-21-16,0 0-3 0,0 0-36 0,0 0-10 15,0 0-5-15,0 0 3 0,0 0 6 0,0 0 7 16,0 0 7-16,0 0 15 0,0 0 7 0,0 0 11 16,0 0 8-16,0 0 7 15,2 14 5-15,-2-14 7 0,0 0 4 0,0 0 9 0,0 5 3 16,0-5 3-16,0 0 3 0,0 0 6 0,0 0 0 15,0 0 4-15,0 0 2 0,0 4 2 0,0-4 1 16,0 0-2-16,0 0-7 0,0 0-6 0,0 0-10 16,0 0-5-16,0 0-9 0,0 0-11 0,0 0-13 15,0 0-17-15,0 0-20 0,0 0-2 0,0 0-6 16,-3 7-16-16,2-4-15 0,-1 1-57 0,-1 1-111 16,-3-2-350-16,1-1 156 0</inkml:trace>
  <inkml:trace contextRef="#ctx0" brushRef="#br0" timeOffset="128663.71">7044 14262 69 0,'-23'20'97'0,"-4"2"-6"16,-2 2-9-1,-12 10-7-15,1-3 3 0,2 5 4 0,-1-1-9 0,-5 1-8 16,7-2-4-16,0 1-5 0,6-12-3 15,5 4-9-15,0-1 1 0,4-7 2 0,-2 3-3 0,5-4 6 16,6-4 3-16,0-5-2 0,3 1-5 0,2-5-2 16,3 3-2-16,0-4-5 0,0 0-1 0,0 0 21 15,1 0 10-15,0-2 12 0,3 0 8 0,1-2 4 16,-7 3 2-16,7-3-3 0,-1 3-3 0,1-3-7 0,-4 3-6 16,4-3-8-16,0 0-4 0,0 0-3 0,0 0-11 15,0 0-1-15,-6 1-5 0,6-1-5 0,0 0-28 16,0 0-22-16,0 0-36 0,0 0-28 0,0 0-43 15,0 0-39-15,0 0-42 0,0 0-129 0,0 6-357 16,0-6 159-16</inkml:trace>
  <inkml:trace contextRef="#ctx0" brushRef="#br0" timeOffset="129865.34">2955 14487 130 0,'0'0'151'0,"0"0"-16"0,0 0-9 16,-2-3-10-16,2 3-7 0,0 0-9 0,0 0 1 0,0 0-13 16,0 0-7-16,0 0-7 0,0 0-8 0,0 0-9 15,0 0-6-15,0 0-3 0,0 0-10 0,0 0-1 16,0 0-2-16,0 0-3 0,0 0-5 0,0 0-9 15,26 0 3-15,-9 1-1 0,2-1-3 0,12 2 7 16,10-4 2-16,17 2 7 0,33-2 5 0,8 2 8 16,7-3 1-16,11 1 6 0,11-2-1 0,11-2-2 0,16 1-1 0,14-1-2 15,13 6-3-15,10-5-3 0,1 2 3 0,10 1-7 16,-2 2-1-16,-1 3-5 0,-8-4-2 0,-11-2 1 31,-4 2-5-31,-2-2-2 0,-14 1-1 0,-5 1-1 0,-14-2-2 0,-10 1-3 16,-11 0 0-16,-14-1 2 0,-12-3 2 0,-35 6 0 15,-7-1 0-15,-19-1 0 0,-5 0 13 16,-10-1 9-16,-5 3 23 0,-1-1 28 0,-3 0 14 16,-3-1 14-16,0 2 3 0,-7 0-6 0,10-3-13 15,-6 2-31-15,-4 1-17 0,4-3-20 0,-4 3-25 16,0 0-32-16,0 0-44 0,0 0-52 0,0 0-50 16,0 0-52-16,0 0-63 0,-28 3-186 0,22-2-505 15,6-1 223-15</inkml:trace>
  <inkml:trace contextRef="#ctx0" brushRef="#br0" timeOffset="130741.66">8677 14136 64 0,'0'0'160'0,"0"0"-16"0,0 0-9 0,0 0-22 16,0 0-6-16,0 0-12 0,0 0-8 0,0 0-13 15,0 0-2-15,0 0-6 0,-1-4-1 0,1 4-6 16,0 0-8-16,0 0-3 0,0 0 8 0,0 0-5 16,8-3 14-1,-8 3 5-15,10-2 3 0,-1 0 2 0,1 0-6 0,2-1-1 16,2 1-1-16,0-3-6 0,2 0 4 0,1 0 1 15,2-2 3-15,-7 0 3 0,4 2 0 0,-3-4 6 16,-3 3 2-16,0 1 5 0,-2-2 5 0,1 2 10 16,-4 3 2-16,0-5 6 0,-1 3-13 0,0-1-13 15,-1 1-6-15,-3-1-11 0,0-2-11 0,-3 3-14 16,-1-1-9-16,-1 3-8 0,-4-1-7 0,-5 5-3 0,-8-4-7 16,-3 6 2-16,-6 4-5 0,-1-2-3 0,-5 5 1 15,0 3-2-15,-8 6-2 0,-1 4-2 0,3 4-1 0,2 0 5 16,12-5-6-16,-1 2-2 0,-3 11-4 0,11-10 0 15,-4 4-1-15,0 9 0 0,7-10 4 0,4 2-4 16,3 1 2-16,3-1 2 0,5-2-3 16,4 0 3-16,5 0 1 15,5 4 3-15,6-7 7 0,8 0 1 0,5-2 9 16,20-1-4-16,10-2-3 0,29-2-17 0,-23-4-30 16,24-2-47-16,-23-9-67 0,27-4-72 0,-27-1-241 15,24-5-509-15,-29 0 225 0</inkml:trace>
  <inkml:trace contextRef="#ctx0" brushRef="#br0" timeOffset="131167.54">9593 14368 50 0,'-10'3'99'0,"-2"2"-10"0,-4 3-14 15,-2-1-4-15,0 4-5 0,-5 4-1 0,0-2 5 16,0 3-4-16,0 4 1 0,2-2 0 0,-4 3-11 16,2 0-8-16,7 3 0 0,-1-2-8 0,7-5-10 15,-3 1 4-15,4-1-8 0,0-3 7 16,8-1-10-16,-3 0 26 0,1-2 3 0,3 0 13 0,3 0 16 31,1-1 24-31,-2 1 19 0,6-4 18 0,5 0 10 0,1-2 6 16,5-2 1-16,3-2-4 0,5-2-3 0,-6-2 0 15,8-1 5-15,-8-4-1 0,-3 5 12 0,1-6 1 16,-2 1 9-16,2-4-14 0,-2 2-7 0,-4-5-5 16,-1 4-12-16,1-4-8 0,-4-2-16 0,0-1-17 15,0 0-6-15,-4 2-6 0,-1 6-22 0,-3-1-17 16,2-1-3-16,-5 2-8 0,2 1-18 0,-3 0-23 0,0 1-30 0,-2 1-32 16,-4 0-41-16,-1 0-35 0,-3 3-26 15,-5 1-24-15,-1 1-21 0,-2 1-20 0,1 2-38 0,1 3-41 16,2-3-207-16,3 0-561 0,4 2 249 0</inkml:trace>
  <inkml:trace contextRef="#ctx0" brushRef="#br0" timeOffset="131590.53">9871 14379 253 0,'0'0'347'0,"1"-3"-33"0,-1 3-37 0,0 0-32 15,0 0-31-15,0 0-28 0,0 0-23 0,0 0-18 16,0 0-20-16,0 0-15 0,1 12-11 0,-1-9-9 16,0 9-6-16,-1-2-11 0,0-1-10 0,0 6-6 15,-1 2 2-15,-2-2-13 0,0 1-3 0,2 1-5 16,-2 2-5-16,3-1-4 0,-4-2-16 0,2-3-4 0,2-3-2 0,1-1-2 15,-1-2 3-15,-1-2 3 0,2 0-1 0,0-1 7 16,0 0 5-16,-1 0 29 0,1-4 26 0,0 0 19 16,0 0 18-16,0 0-14 0,14-9 6 0,-6 2-1 15,1-6-13-15,5-1-10 0,1-2-10 0,3-2-10 16,1 0 2-16,4-3-10 0,-1 5-7 0,-8 5-5 31,4-1-17-31,-4 2 3 0,-1 4 0 0,-6-2-7 0,2 5-1 0,-1-2-5 16,-3 1-10-16,1 2-3 0,1 1-15 0,1 1 0 15,0 0-9-15,0 1 3 0,2 4-2 0,3 1 8 16,-3-1 0-16,7 5-20 0,-3-1-15 0,0 2-14 16,0 0-28-16,3 2-32 0,-4-1-54 0,1 1-56 15,1-1-79-15,-2-2-242 0,-2 0-599 0,-1-6 266 16</inkml:trace>
  <inkml:trace contextRef="#ctx0" brushRef="#br0" timeOffset="131992.28">10710 14316 2 0,'-11'2'144'0,"11"-2"-10"0,-13 3-13 15,1 4-24-15,0-2-5 0,-5 2-13 0,-2 0-5 16,0 1-7-16,1 3-8 0,-4-3-8 0,-1 4 5 0,5 0-14 16,2-5-3-16,0 5-5 0,2-2-2 15,4-1-1-15,1 0-12 0,-1 0 4 0,5 3-6 16,1-2 5-16,3-1-3 0,-2 3-1 0,3 0-4 16,7 1 0-16,-1 3 1 0,8-2 5 0,1-1-1 15,7 4 0-15,2-2-6 0,-2 0 11 0,-3-4-4 16,5 0-11-16,-3 0 6 15,-6-4-7-15,2 5 0 0,-7-7 1 0,-1 2-5 16,0-3-4-16,-4 1-3 0,1-3 1 0,-3 2 2 16,-2 0 9-16,-1 2-1 0,-6-4 0 0,-4 2 3 15,-8 2-2-15,-10 0 4 0,-2-2-4 0,0 0-5 16,-4 2 8-16,0-2-1 0,1-1-16 0,-2-1-26 16,-2 1-36-16,5-1-42 0,0-7-118 0,4 5-246 15,9-3 110-15</inkml:trace>
  <inkml:trace contextRef="#ctx0" brushRef="#br0" timeOffset="132339.01">10977 14432 78 0,'0'-5'380'0,"0"5"-19"16,2-5-20-16,-2 5-31 0,0 0-27 0,0 0-38 16,0-3-28-16,0 3-25 15,0 0-34-15,0 0-16 0,0 0-19 0,0 0-10 16,0 0-18-16,0 0-10 0,-2 18-9 0,2-10-6 16,0 1-7-16,-2 3-8 0,2 1-4 0,-3 3-9 15,3 3-3-15,-2 6-3 0,0-6-1 0,1 1-2 0,1-2-4 0,-4 0-3 16,3-2-15-16,-2-1-30 0,3-2-14 0,-1-3-17 15,0 1-15-15,0-4-3 0,1-2-2 16,-3 0-3-16,2 0 8 0,-1-1 9 0,1-2 5 0,1-2 10 16,-2 6 6-16,2-6-55 0,0 0-62 0,-12-12-56 15,7 2-45-15,-1-5-141 0,-1-2-426 0,2-1 189 16</inkml:trace>
  <inkml:trace contextRef="#ctx0" brushRef="#br0" timeOffset="132470.5">10875 14230 218 0,'0'-16'342'16,"-1"3"-24"-16,1 1-25 0,0 2-26 0,1 1-30 16,-1 1-24-16,1 2-28 0,2 1-12 0,5 1-37 15,-2 1-43-15,4 1-41 0,3 4-52 0,-1-1-60 16,-1 3-56-16,7 3-74 0,-4 1-171 0,1 2-389 16,2-1 172-16</inkml:trace>
  <inkml:trace contextRef="#ctx0" brushRef="#br0" timeOffset="133124.25">11782 14478 163 0,'0'-4'298'0,"-1"-2"-30"0,1 0-30 16,-2 1-23-16,-1-2-21 15,-2-1-27-15,-2 0-15 0,0 2-17 0,-2 0-12 16,-4 1-18-16,-5-4-10 0,2 6-11 0,-5 1-9 16,-2 1-5-16,-5 2-9 0,0 0-10 0,1 2-3 0,0 3-8 0,2 1-7 15,-1 1-1-15,-1 1-7 0,3 4 0 0,1 0-6 16,5-3-4-16,2 2-1 0,3 3-2 0,-1-1-1 15,2 1-3-15,4 2 1 0,1 0-1 0,3-2-5 16,2 2 3-16,2-5-3 0,2-1 1 0,1 1-1 16,4-1 2-16,0-2 1 0,2 0-2 0,0-1 3 15,7 1 2-15,3-5-1 0,-3 2 1 0,4-3 1 16,-2-5-3-16,2 1 1 0,-2-2 12 0,-1-4 16 16,2-1 13-16,-1-1 22 0,-3 0 18 0,-2-4 21 15,1 1 13-15,-2-2-10 0,2-3 4 0,-3-5-10 16,2-2-7-16,-3-3-15 15,3-1-8-15,-4-4-18 0,1-2-15 16,0-14-4-16,3 2-8 0,-4-1-14 0,-1-1 20 0,-2 14-6 16,2-2 6-16,-3 5 15 0,-3-1-11 0,5 4 15 15,-5 2 3-15,1 1 2 0,-3 11 4 0,0 2 2 16,0 2-4-16,0 3-4 0,0 1-10 0,-1 0-6 16,1 1-12-16,0 1-26 0,1 0-40 0,-1 4-44 15,0 0-20-15,0 0 8 0,0 0 15 0,-4 15 3 0,2 1 5 0,-2 3 4 16,2 10 6-16,-4 1 5 0,-3 4 6 0,3 1 1 15,-2 9 8-15,0 5 4 0,2-16 0 0,5 0 3 16,1-2 21-16,0 2-20 0,0-4 8 0,1 2 1 16,2-5 1-16,0-7 5 0,4 7 4 0,-6-7 2 15,2-7 3-15,-1 2-25 0,2-3-28 0,1 1-23 16,-1 0-34-16,1 0-35 0,0-2-44 0,-1 0-59 0,1 0-251 16,2-4-545-16,3-1 241 0</inkml:trace>
  <inkml:trace contextRef="#ctx0" brushRef="#br0" timeOffset="133509.1">11959 14545 209 0,'0'0'218'16,"10"-5"-16"-16,4 3-15 0,-1-1-26 0,5 1-14 15,2-2-13-15,3 0-13 0,-4-3-7 16,9 1-2-16,2-1-2 0,-2-1-1 0,-8 2-6 0,5-5 4 16,-6 4 7-16,-1-3 7 0,0 1 11 15,-3-1 1-15,0-2-6 0,-2 0 6 0,-3 3-8 16,-1 0-6-16,-1-3-4 0,-3 1 2 0,1 1-13 16,-2 0-19-16,0-2-8 0,-4 3-15 0,0 0-4 0,0 1-12 15,-1 3-8-15,-6-2-4 0,1 5-7 0,-3-3-14 16,0 3-2-1,-5 1-4-15,-7 1 0 0,4 3-6 0,-4 2-1 16,2 2-1-16,-1 0 0 0,2 2-5 0,-5 6-1 16,1 2 1-16,-1 0-3 0,5 0 3 0,0 4-6 15,7-6 5-15,-1 2-2 0,7 0 0 0,-1 0-4 16,3 1 3-16,4 0-4 0,3 2 4 0,5 5-8 16,3-8-13-16,7 6-17 0,0-6-28 0,8-1-42 15,-3-3-59-15,8-4-82 0,-4-1-241 0,4-3-539 0,-1-5 238 0</inkml:trace>
  <inkml:trace contextRef="#ctx0" brushRef="#br0" timeOffset="133893.68">12540 14347 146 0,'0'-4'338'0,"4"2"-21"15,0-2-29-15,-3 1-23 0,5 2-31 0,1 1-26 16,-7 0-20-16,13 0-25 0,-7 1-15 0,3 2-21 16,1 0-10-16,-1 2-7 15,0 2-14-15,3 3-12 0,-3 0-5 0,2 3-14 16,-1 2-2-16,-1 0-8 0,-3 4-10 0,-2-1-3 16,0 8-5-16,-4-2-6 15,0 3-2-15,-2-1-2 0,-2-6-7 0,-1-1 3 0,-2-2-1 16,2-7-4-16,0 2 0 0,1-3 2 15,0-4 7-15,2 2 23 0,-2-3 40 0,3 0 59 0,-2-2 45 16,3-2 29-16,0 0 13 0,0 0 1 0,-5-9 9 0,3 1 20 0,2 2 18 0,0-5-14 16,1-5-38-16,4-2-25 0,5-8-23 0,0-1-22 15,3 2-31-15,2-5-25 0,2 0-36 16,4 0-44-16,0 0-37 0,0 0-31 0,-1 5-34 0,1 2-29 16,-10 7-42-16,2 1-65 0,-2 1-92 0,-3 7-96 15,1-1-132-15,-4 3-299 0,-1 0-900 0,-1 2 398 16</inkml:trace>
  <inkml:trace contextRef="#ctx0" brushRef="#br0" timeOffset="136814.91">14039 14323 239 0,'2'-5'276'0,"-2"1"-11"0,3-1-9 16,-3 0-11-16,0 1-17 0,0-2-16 0,0 2-16 16,0 1-14-16,0-2-19 0,-5 1-20 0,5 4-16 15,-4-8-14-15,3 7-23 0,-3-3-6 0,-2 1-15 16,1-1-9-16,5 4-10 0,-14-1-7 0,3 2-13 16,-2 2-6-16,-3 3-10 15,-2 0-4-15,1 1-7 0,-7 7-2 0,5-4-1 0,0 4-1 0,-3 2-2 0,8-3 0 0,-4 2 0 16,3-3-3-16,1 2-1 0,3 1 1 0,-1 0-3 15,3-1-8-15,0-1-8 0,5-1-3 0,-1-1-8 16,2 0-2-16,3 0 5 0,0-1 6 0,5-1 3 16,-1-2 8-16,0-1 5 0,3-2 8 0,-1 0 2 15,4 2 20-15,-1-3 10 0,0-3 18 0,1-3 16 16,-1 3 13-16,0-3 2 16,1-4 1-16,0-1 4 0,0 2 18 0,1-2-13 15,-1-1-1-15,-1-6 17 0,-1 6 6 16,1 0 6-16,-4-1-1 0,0 2 8 0,3 0 2 15,-7 0 4-15,4 3-12 0,0 0-9 0,-5 0-9 16,5-1-12-16,-3 3-14 0,-1 1-7 0,-1 2-21 0,2-4-25 16,-2 4-26-16,0 0-26 0,0 0-37 0,4-2-11 15,-4 2-1-15,0 0-11 0,0 0 4 0,0 9 16 0,0-1-9 16,-1-2 13-16,1 3 10 0,1 0 0 0,-2 3 8 16,1-2 5-1,0 1 5-15,1-1 1 0,-1-3 7 0,2 3 1 0,0 1 8 16,1-3-1-16,2 1 10 0,1-4 7 0,3 3 3 15,3-1 1-15,4-1-8 0,12-4-31 0,2-3-53 16,4-3-74-16,17-8-108 0,-1-2-277 0,1-1-600 16,4-9 265-16</inkml:trace>
  <inkml:trace contextRef="#ctx0" brushRef="#br0" timeOffset="137616.46">15468 13791 107 0,'7'-8'188'0,"1"-3"-14"0,1 3-16 16,2 3-17-16,2-3-17 0,2 3-12 0,2-1-6 15,2 6-13-15,3-1-5 0,-4 1-8 0,1 5-13 0,-1-2-5 16,4 5-15-16,-3 3-1 0,-4 0-7 0,7 8 0 16,-10-3-4-16,0 9-5 0,-3 2-6 0,-2 2 4 15,-5 4 5-15,-2-1 0 0,-4 2-7 16,-9 13 2-16,-2-1-3 0,-7 1-16 0,-3-4-9 0,-5-1 8 15,-3-2-5-15,-5-1 4 0,2-2-2 0,-2-3-5 0,-1-3 2 16,10-10-5-16,1-1 12 0,1-2-1 0,3-4 2 16,4-2 2-16,1-3 10 0,8-1 15 0,0-4 23 15,-1 1 31-15,3-2 37 0,3-1 37 0,1-2 25 16,-1 0 0-16,6 0-13 0,-9-5-5 0,5 1-4 16,0-4-4-16,2 3-19 15,2-7-22-15,4 2-20 0,0-2-14 0,5-2-20 16,0 0 5-16,1 3-10 0,-1 0-4 0,1 4-18 15,-3-1-2-15,3 4-11 0,-3 0-5 0,3 2-10 16,2 1-10-16,-2 2 3 0,2 1-25 0,-1 1-12 16,2 2 7-16,5 4-10 0,0-3-7 0,1 6-13 15,7 0-15-15,-3 1-31 0,2 0-38 0,0 2-43 16,0-3-69-16,2-2-71 0,-9-1-214 0,1-4-579 16,-1-2 256-16</inkml:trace>
  <inkml:trace contextRef="#ctx0" brushRef="#br0" timeOffset="138649.56">15933 14173 294 0,'0'0'342'0,"0"0"-32"15,0 0-27-15,0 0-30 0,0 0-25 0,0 0-26 0,-2-5-28 16,2 5-25-16,0 0-27 0,0 0-16 0,0 0-18 16,0 0-7-16,2 16-9 0,-4-5-12 0,1-1-5 15,0 3-8-15,-2 0-5 0,1 7-3 0,-3-1-7 16,0 5-1-16,0-4-3 0,-1 4-2 0,1-4-3 15,0-2-5-15,-1-3-2 0,2 1 4 0,3-5-2 0,-1-1-1 0,0-1-1 16,1-2 3-16,-1-1-4 0,1 1 8 16,2-5 5-16,-2 2 20 0,1-4 28 0,-1 5 29 15,1-5 38-15,0 0 23 0,1 3 19 0,-1-3-15 16,0 0-24-16,9-13-13 0,0 5-13 0,0-2-10 16,4-2-14-16,-1-2-28 15,4-9-21-15,4 6-22 0,-2-2-9 0,-4 6 1 16,0 0-1-16,-4 4-13 0,-1 1 6 0,0 0-2 15,0 4-7-15,-4 0-28 0,2 0-20 0,-2 2-21 16,-1-1-12-16,-4 3 1 0,11 3 1 0,-4 1 2 16,-1 1 3-16,3 3 7 0,1-1 3 0,2 5 6 15,3 0 3-15,2 1-1 0,-1 3 0 0,6 2-1 16,4-3 2-16,4 2 6 0,6-2-9 0,12 2-19 16,5-3-18-16,-2-3-17 0,0-2-20 0,-1-1-16 0,-10-6-14 0,-3 0-8 15,15-2-8-15,-19-2 12 0,2-1 9 0,-3-3 10 16,-3 1 23-16,-9-4 31 0,0 0 29 0,-4-1 47 15,-5-1 28-15,1-1 26 0,-3 3 30 0,-4-5 10 16,-1 5 1-16,-4-4-3 0,0-1 1 0,0 3-8 16,0-2 3-16,-5 2-19 0,1 0-7 0,-5 0-9 15,1 3-5-15,-3-4-5 0,-4 6-4 0,-3-1-4 0,-2 3-1 16,-6 2-5-16,4 2-1 0,-6 5-5 0,1-1-2 0,4 1 0 16,5 2-4-16,-3 0 0 0,3 1 0 0,2 1-2 15,1 1-1-15,2 0-3 0,4-1 5 16,2 2-7-16,0-2-5 0,3-2 0 0,3 4 0 15,2 0 3-15,2-3 3 0,5 1 2 0,3-2-1 16,7 1-2-16,1-2-4 16,11-4-8-16,-4-1-5 0,1 1-5 0,-4-4 1 15,4-3 1-15,0-4 8 0,0-1 1 0,-3-2-1 16,-6-1 12-16,2-3 24 0,-1-4 10 0,-2 1 1 16,0-5 5-16,-4-1 13 0,-1-4 7 0,-1-4-3 15,0-2-4-15,1-12 9 0,-2-2 0 0,1 1 2 16,-3-3 6-16,2 2 14 0,0-2 25 0,-1 6 27 15,-2 13 28-15,-1 1 18 0,-1 3-1 0,0 9 1 0,-4 0-4 0,2 2-13 16,-2 6-5-16,3 1-16 0,-4 3-11 0,0 1-19 16,2 1-14-16,0 1-43 0,-2 1-46 0,0 3-46 15,0-6-35-15,0 6 5 0,0 0 0 0,-4 14 7 16,-1 1 5-16,1 11 2 0,-8 3 7 0,3 17 6 16,-8 0 7-1,7 1 4-15,-2 2-1 0,-2 0 6 0,3-3 2 16,1 0-1-16,3-12 1 0,1 0 7 0,1-1 3 15,1-1-2-15,1-4 6 0,-1 0-3 0,4-4 6 16,0-7 0-16,-2-5-1 0,2 0 5 0,-1-2-1 16,1-1 8-16,0-1 7 0,0-1 0 0,0-3 0 0,0 1 1 15,0 0 18-15,0-1 2 0,0-4 9 16,1 4 12-16,-1-4 7 0,2 4 16 0,-2-4-8 16,0 0 9-16,0 3-16 0,4 1 0 0,5-3-4 0,0-1-5 0,12 1 0 15,5-3-43-15,8 1-72 0,3-5-96 0,20-2-136 16,36-8-421-16,-30 1-779 0,28-15 345 0</inkml:trace>
  <inkml:trace contextRef="#ctx0" brushRef="#br0" timeOffset="139435.59">18777 14064 129 0,'0'-8'329'0,"1"4"-28"0,-1 2-19 16,0-3-24-16,-1-1-21 0,0 1-29 0,-1 1-21 0,-1 0-19 16,0 0-20-16,1 3-22 0,2 1-15 0,-7-5-11 15,-2 7-17 1,-3 1-12-16,-4 2-11 0,-4 4-6 0,-7 6-7 16,0 2-9-16,4 1-4 0,-4 2-4 0,4 2-5 15,-1-2-23-15,2 1 2 0,4 0 2 0,4-5-8 0,3 0 0 0,2-1 5 16,0 2-6-16,5-5 6 0,-1 0-6 0,5-2 5 15,0 3 3-15,3-4 5 0,3 0 6 0,4-2 5 16,2 1 5-16,4-4-6 0,12 0 5 0,-8-3 0 16,8-2-1-16,-4 0 9 0,1-6 14 0,-4 3 21 15,-3-2 8-15,0-1 8 0,-2-2 2 0,2-2-1 16,-2-1-6-16,-2 0 6 0,-3-3-10 0,4-6 0 16,-2-3-31-16,0 1-20 0,-5 0-2 0,-2 3-1 15,-2 2-7-15,-3 0-17 0,-1 1-12 0,-1 3-6 16,-2 2-11-16,2-1-5 0,-3 4-15 0,-1-1-18 15,-5 4-22-15,2-1-21 0,-5 3-22 0,1 2-22 0,0 2-35 0,-2 2-33 16,0 1-39-16,-2 0-189 0,7 1-491 0,1-2 217 16</inkml:trace>
  <inkml:trace contextRef="#ctx0" brushRef="#br0" timeOffset="139778.37">19039 14026 50 0,'0'0'234'0,"8"-2"-32"0,-8 2-16 16,7 2-21-16,-3 1-13 0,1 1-14 0,2 3-12 0,-1 5-16 16,2 0-9-16,-2 4-11 0,-2 0-10 0,0 1-7 0,-1 2-7 15,-1-1-7-15,-2 2-5 0,0-2-8 0,-2 0-4 16,0-1-2-16,-3 1-5 0,4-5-3 0,-2-2 0 15,-2-1-1-15,1-1-8 0,3-3 10 0,-4 0 8 16,5-1 11-16,-1 1 23 16,-2-5 26-16,3 3 45 0,0-4 26 0,-1 4 39 0,1-4 20 0,0 0 23 0,0 0-31 15,0 0-41 1,5-12-35-16,4 3-22 0,0-4-37 0,1-1-35 16,11-7-51-16,-1-3-46 0,0 1-43 15,5-1-39-15,0-1-36 0,-1 6-37 0,3-1-43 0,0 2-32 0,-4 4-42 0,4 0-160 16,-7 5-515-16,7-1 228 0</inkml:trace>
  <inkml:trace contextRef="#ctx0" brushRef="#br0" timeOffset="140368.4">19710 14067 69 0,'0'0'225'0,"5"-3"-16"15,-5 3-16-15,0 0-19 0,0 0-14 0,0 0-13 16,0 0-19-16,0 0-12 0,0 0-13 0,0 0-14 15,0 0-10-15,-19 0-4 0,8 3-13 0,0-1-5 0,-2 1-5 0,-1 0-5 16,0 5 0-16,-5-2 0 0,1 1-6 16,-2 2-6-16,2-1 0 0,1 4-10 0,-2-1 1 15,0 0-4-15,2 1-5 0,3-1-2 0,0 2 0 0,1-1-2 16,3 0-5-16,0-2 3 0,5-1-2 0,0 1 0 31,-1 1-2-31,3-3 2 0,2 4 1 0,2-4 1 0,3 1 0 16,1-3 10-16,0 0 0 0,3 2 1 0,-1-4 4 15,5 0 2-15,3-3 5 0,-1 2 9 0,0-5 5 16,-1 1 11-16,1-1 7 0,4-2 3 0,-8-2-2 16,7-3 20-16,-1 1 10 0,-1-3-5 0,-2-4 5 15,0-2-14-15,4-3-3 0,-6-1-9 0,7-8-8 16,-5 2-16-16,2-6 4 0,0 1-2 0,5-14-9 16,-6 0-5-16,4-2-3 0,-4-3-1 0,4 0 0 0,-4 0 3 0,0-2-5 15,0 4 6-15,-1 3 15 0,-6 17 21 0,0 0 2 16,-2-2 6-16,1 7 19 0,-4 4-4 0,-1 5 6 15,0 4 4-15,0 1-10 0,1 2-11 0,0 2-14 16,-2 1-27-16,0 5-46 0,0-5-46 16,0 5-25-16,0 0 5 15,0 0 8-15,-11 20 7 0,1-3-2 0,-2 9 9 16,-1 5 6-16,0 1 1 0,-6 13 8 0,5-12-3 16,-2 17 8-16,2-2 3 0,1-4 1 0,4 2 8 0,4-12-5 15,-2-1 0-15,3-1 5 0,-2 1-2 0,1-3 10 0,5-3-2 0,0-2 0 16,0 1-3-16,0-7 8 0,4-2 1 0,-4-2 2 15,5 1 13-15,-4-6-12 0,-1 2-9 0,4-2 5 16,-3-1-2-16,2 1 2 0,-2-3-5 16,3 0-9-16,-4 0-2 0,5-4-8 0,-5 3-11 15,4 0-13-15,0-2-21 0,-2 0-22 0,2-2-15 16,1 3-25-16,-1-3-37 0,3 1-44 0,-1-3-69 16,7-1-179-16,-3-2-505 0,4-3 225 0</inkml:trace>
  <inkml:trace contextRef="#ctx0" brushRef="#br0" timeOffset="140760.9">19980 14180 272 0,'0'0'288'16,"0"0"-18"-16,0 0-19 0,0 0-12 0,0 0-26 15,0 0-20-15,20-4-20 16,-3 1-19-16,3-2-15 0,2 1-13 0,7-3-12 15,-1 1-12-15,3-4-9 0,-3 1-9 0,0 0-11 16,3-3-4-16,-4 1-5 0,0-4-8 0,-2 1-3 16,-4-1-3-16,2-1-4 0,-8 4-9 0,3-8 2 15,-5 7 3-15,-1-2 1 0,-1 3-4 0,-5-3-2 16,0 3 2-16,-3 0-2 0,2 0 0 0,-5 1-10 16,0 2-9-16,-4-3 4 0,0 7-8 0,-2-3-6 0,-4 4 1 0,-3 0-4 15,-5 3-3-15,0 2-1 0,-10 6-3 0,0 2 3 16,1 3-6-16,1 1-2 0,0 3 9 0,-1 2-11 15,3 3 0-15,1 1 0 0,-1 0-1 0,4 4 2 16,1-2 2-16,4 1-1 0,1-1-3 16,6 0 4-16,3-4 1 0,4-1 3 0,1 0 3 0,3-2-4 15,3 2-2-15,3-4-8 16,4 1-14-16,4-5-28 0,1 1-35 16,2-3-42-16,6-2-71 0,4-4-70 0,-2-2-175 15,-2-2-485-15,-4-2 215 0</inkml:trace>
  <inkml:trace contextRef="#ctx0" brushRef="#br0" timeOffset="141085.72">20712 13883 194 0,'4'-3'331'0,"1"-1"-34"0,-5 4-30 15,7-5-31-15,-3 5-27 0,-4 0-19 0,13 2-17 16,-5 3-17-16,1 1-13 0,1 7-14 0,0-1-16 15,-4 5-8-15,2 1-10 16,0 7-11-16,-4 1-10 0,-2 1-4 0,-2 1-7 16,-5 1-6-16,0-3-10 0,-3 2 3 0,-1-4-9 15,3-5-3-15,-3-2-5 0,1-1-2 16,1-2 1-16,0-2-7 0,4-6 3 0,-1 5 2 16,0-8 12-16,1 3 28 0,1-2 55 0,0-2 49 0,2-2 29 15,0 0 8-15,0 0 8 0,-3-10-6 0,4 3-18 0,3-7-22 16,3-4-23-16,6-5-13 0,5-4-15 0,0 0-12 15,4-2-12-15,7-10-11 0,-7 9-8 0,10-9-10 16,-8 10-17-16,0 0-8 0,0 4-32 0,-3 1-32 16,6 0-34-16,-13 12-54 0,1-8-64 0,-4 9-82 15,-4 4-96-15,-2 1-125 0,-2 2-275 0,-2-1-811 16,-1 5 360-16</inkml:trace>
  <inkml:trace contextRef="#ctx0" brushRef="#br0" timeOffset="144376.96">22482 14158 56 0,'0'0'222'16,"0"0"-9"-16,0 0-8 0,0 0-5 0,0 0-4 15,0 0-4-15,0 0-20 0,0 0-11 0,0 0-26 16,2-7-12-16,3 1-15 0,0-2-13 0,3-4-4 0,2 0-11 15,1-5-9-15,9-4-7 0,-5-2-6 0,6 0-6 16,-5-5-4-16,2 0-5 0,5-11-5 0,-3-7-1 0,0 15 0 16,3-13-7-16,-3-1-4 0,2 0-3 0,2 1-3 15,-2-3-2-15,-9-2-1 0,-3 3 8 0,0 0-9 16,-3 0-3-16,-3 13 0 0,-1-2 8 0,-3 4 11 16,2 4 4-16,-5 1 9 15,2 8 6-15,0-2-6 0,-2 8-4 0,-1-3-7 16,0 5-5-16,2 3-7 0,-1 1-7 0,-4 6-16 0,0 0-1 0,-6 8-3 0,-2 6-4 0,-7 10 0 15,-10 13-1-15,0 4 4 0,4 5-3 0,-4 5 4 16,-10 19-6-16,13-19 1 0,2 2 1 0,-6 24 1 16,12-21 2-16,6 4 4 0,1-6-4 0,5-1 1 15,5-3 2-15,3-4 1 0,5-12 1 0,5 2 2 16,3-6 1-16,6-1 3 0,5-3 4 0,4-4 2 16,4-4 1-1,2-3 5-15,4-4-1 0,15-4-1 0,-1 2 0 0,-11-9-1 16,1-8-1-16,10 1-1 0,-14-5 2 0,0 3 1 15,0-8-1-15,-5 3 2 0,1-5 6 0,-2 0 3 16,-1-1 6-16,-4-3 0 0,1 0 10 16,-5 0 6-16,-2 0-2 0,-2 1 16 0,-5 6 8 15,1 3 8-15,-4 0 14 0,-3 2 5 0,-2 3 6 0,-1 1-4 16,1 0-13-16,-1 4-3 0,-2-1-19 0,1-1-21 0,-2 2-27 16,2 0-23-16,-3 3-17 0,0 0 9 0,0 0-3 15,0 0 0-15,-4 13 1 0,1-5 2 0,-1 3-6 16,-1-1 6-16,1 2 2 0,1 4 0 0,-3 0-3 15,3-2 10-15,-4 1-2 0,6-1 2 0,-3-4 2 16,2 2 3-16,-1 2-1 0,-1-5-3 0,4 2 1 16,0-1-19-16,-1-1-8 15,0-4-13-15,1 0-14 0,-3 0-15 0,3 0-6 16,0-1-2-16,0 0-1 0,0-4-1 0,0 6-1 16,0-6-2-16,0 0-17 0,0 0-61 0,0 0-115 15,-10-16-211-15,7 6-531 0,-2-1 235 0</inkml:trace>
  <inkml:trace contextRef="#ctx0" brushRef="#br0" timeOffset="144514.57">23266 13629 2011 0,'3'-10'152'0,"-3"-2"-7"0,1 5-4 0,-1-1-25 0,0-1-23 16,0 6-26-16,0-4-22 0,0 2-15 0,-1 3-11 16,1 2-10-1,4-3-10-15,-4 3-25 0,0 0-17 0,11 8-24 0,-6-2-31 16,2 0-40-16,1 4-38 0,0-3-205 0,0 2-411 0,1-2 183 0</inkml:trace>
  <inkml:trace contextRef="#ctx0" brushRef="#br0" timeOffset="145031.07">23596 13754 44 0,'0'0'332'0,"1"-4"-5"16,-1 0-11-16,4-2-9 0,-2 1-18 0,2 3-8 0,-1-1-31 0,-2-1-25 16,3 1-25-1,-4 3-23-15,1-2-25 0,-1 2-13 0,4-3-22 16,-4 3-22-16,0 0-13 0,0 0-14 0,5 12-10 15,-2-5-3-15,-2 6-13 0,-1 4-4 0,-1 9-6 16,-3 2 0-16,-1 1-3 0,-3 4-11 0,0 0 2 16,-3-1 4-16,2 0-5 0,-1 0-3 0,-2-4 0 15,3 0-5-15,2 0-2 0,-1-11 2 0,3-1-2 16,1-5 4-16,2 0-7 0,-1-4 4 0,2 1 8 16,-1-4 5-16,1 1 34 0,0 0 41 0,0-2 43 15,1-3 32-15,0 0 13 0,0 0-13 0,0 0-18 16,0 0-14-16,14-19-16 0,-6 9-13 0,4-5-11 15,6-5-13-15,-1 1-9 0,4-4-7 0,-3 1-5 16,4 0-10-16,-3 2-9 0,0 1-11 0,-5 4-1 0,-2 2-5 0,-3 5-5 16,-2 0-6-16,1-1-3 0,-3 3-6 0,-1 2-14 15,0 0-20-15,0 3-30 0,2 1-26 0,-6 0-13 16,14 1-15-16,-9 3-21 0,5 1-13 0,0 3-18 16,2 5-22-16,2-1-15 15,-1 1-22-15,-3-1-29 0,3 2-27 0,0 0-44 16,-3-2-54-16,-2 1-190 0,1-6-608 0,0 1 268 0</inkml:trace>
  <inkml:trace contextRef="#ctx0" brushRef="#br0" timeOffset="145694.4">23940 14075 227 0,'-7'-3'288'0,"7"3"-8"0,-1-3-15 0,1 3-19 0,0 0-16 16,0 0-15-1,0 0-15-15,-2-3-16 0,2 3-8 0,0 0-13 16,0 0-11-16,-3-2-19 0,3 2-11 0,0 0-16 15,5-5-14-15,1 3-7 0,-1 0-10 0,2-1-3 16,3 1-10-16,3-1-3 0,2-4-7 0,4 1-6 16,-1-2-6-16,4 0-1 0,-3 2-5 0,8-5-2 15,-4-1-5-15,-5 2 1 0,1 1-5 0,-1-3 2 16,4-2-7-16,-7 1-1 0,7-4-1 0,-6 3-4 0,-3-3 1 0,1 2 0 16,-4-2-6-1,1 5 6-15,-1-2-4 0,-8 2 9 0,5 4-14 16,-6-3-1-16,0 3 1 0,1 3-11 0,-5-5-2 0,-1 6-3 15,-2 1-8-15,-7 0 6 0,0 3-2 16,-6-2 3-16,-4 7-3 0,-6-1 3 0,2 5-3 16,0 3 2-16,-1 2 3 0,2 1 3 0,1 1-5 15,-1 1-1-15,3 3 4 0,5-1 2 0,-1 2-1 16,4-3-1-16,5-1 3 0,2-1-7 0,4-5-11 0,0 5 5 16,6 1 3-16,3-2 5 0,5-3 3 0,8 2 1 15,9-2 1-15,8-2 1 0,18 2 1 16,2-3 2-16,1-5 0 0,4 2-6 0,4-5 8 15,-6-1-12-15,0-5-6 0,-3 2-7 16,0-4 3-16,-5 0-1 0,-14-3 3 0,-2 0 2 0,-3-2 4 0,-3-2-1 0,-5-3 7 16,-2 0 5-16,-2-4 3 15,-5 1 9-15,-4 1 22 0,-2 1 15 0,-2-1 6 0,-3 1 9 0,0 0 3 0,-3 6-9 16,0 2 5-16,-1-1-19 0,-1 1 5 0,-2 3-12 16,-1 1-5-1,-3 3-13-15,-2 1-3 0,-2 2 3 0,-1 3-15 0,-3 1 3 16,0 6 7-16,1 1-7 0,1 2-6 15,-4 4-3-15,4-2 4 0,0 0-2 0,2 9-1 16,1-8-3-16,2 8 2 0,3-6 6 0,1-3-2 16,3 1-2-16,0-1 2 0,3-2 0 0,0 3 2 15,1-4-4-15,1-2 3 0,4 2 3 0,1-5 1 16,4 3 2-16,-3-3 0 0,4-2 5 0,5 2-2 16,-4-2 0-16,5-1 2 0,0-1-4 0,-2-2-2 15,-3 0 4-15,-1 1-4 0,-1-2-3 0,0 1 0 0,-3-2 7 16,-3 2 3-16,2-1-3 0,-3 0-2 0,-5 0 3 15,9-1-20-15,-4-2-15 0,-5 3-24 0,4-1-48 0,-4 1-54 16,6-5-57-16,-6 1-79 0,-2-1-240 0,-2-1-571 16,2-1 253-16</inkml:trace>
  <inkml:trace contextRef="#ctx0" brushRef="#br0" timeOffset="146032.57">25074 13834 172 0,'8'-6'274'0,"2"3"-25"0,-3 3-22 15,0-2-22-15,2 4-21 0,4 2-17 16,-3 1-12-16,4 6-16 0,-5-2-11 0,4 3-12 0,-3 5-12 16,-1 0-11-16,-4 0-3 0,1 2-13 0,-5 6-8 15,-2-2-4-15,-2 4-6 0,-5-4-5 0,-1 0-3 16,-5 1-6-16,5-7-3 0,-1-2-5 0,-3-1-2 15,0-2-1-15,3-5 7 0,3 1 12 0,4-4 16 0,-5 0 41 0,6-2 52 16,-1 2 40 0,3-4 19-16,0 0 8 0,-10-7 8 0,9 0-12 0,2-5-24 15,4-3-26-15,5-2-15 0,3-7-14 0,5 0-16 16,0-5-15-16,5 3-14 0,0-3-10 0,1 2-11 16,11-8-17-16,-12 8-23 0,0 4-26 15,-2 3-31-15,1 1-36 0,-8 8-43 0,3 0-48 16,-2 2-51-16,-6 4-48 0,0 0-57 0,-1 4-68 15,-8 1-352-15,0 0-780 0,0 0 345 0</inkml:trace>
  <inkml:trace contextRef="#ctx0" brushRef="#br0" timeOffset="147751.22">27746 13912 53 0,'-10'-8'143'0,"-6"1"-16"15,-5-2-16-15,1 4-15 0,-10 2-4 0,-3-1-11 0,1 3-13 16,-5-1-4-16,1 4-2 0,0 3-5 0,2-2-3 15,-2 4-9-15,2 3 3 0,0-1-2 16,1 1-9-16,3 5-5 0,3-3 1 0,-2 2-7 0,7 1-6 0,5-6-1 16,3 6-1-16,1-3-8 0,3-1 5 0,2 0-1 15,3 3-9-15,1-5 5 0,4 3-1 0,3 0 1 16,1-3 5-16,2 3 1 0,7-3 15 0,3 1 2 16,2-2 3-1,2-3 10-15,0-1 5 0,9-2 3 0,-1-1 2 0,0-4 3 16,2 0 9-16,1-4 2 0,-2-2 7 0,0-4 3 15,-2 1 5-15,1-4 2 0,-1-2 2 0,-1-1 6 16,-3-3-3-16,0 1-5 0,-1-1-5 0,-1-5 2 16,-2-3-2-16,4-10-8 0,-3 9 0 0,2-11-7 15,-9 9 2-15,4 1 3 0,-3-2-2 0,-3 3 2 16,0-3 4-16,-2 5 2 0,1 0 22 0,-2 5-27 16,-5 6 16-16,0 2 0 0,0 1-5 0,-1 3-5 15,1 2-11-15,-1-1-5 0,1 6-10 0,-2-2 1 0,0 3-14 0,-1-1-6 16,1 0-8-16,1 4-18 0,-2-4-19 0,0 5-4 15,1-5-25-15,-1 5 4 0,1-5-11 0,-1 5-4 16,0 0 0-16,0 0-2 0,0 0 8 0,0 0-3 16,0 0 11-16,0 0 1 0,0 0 3 0,0 0 4 15,0 0 1-15,-6 12 3 0,6-12 1 0,-5 5 2 0,4 2 2 32,-2-4 3-32,2 2 3 0,0 0-2 0,-1-1 2 0,1-1 3 15,0 0 2-15,-1 1 2 0,2-4-3 0,0 5 4 0,0-5 3 16,-1 3-5-16,1-3 7 0,0 0 1 0,-1 5-4 15,1-5 6-15,0 0-2 0,0 0 8 0,0 0-2 16,-3 2-5-16,3-2 1 16,0 0 1-16,0 0 3 0,0 0-6 0,0 0 4 15,0 0 0-15,0 0 2 0,0 0-4 0,0 0-1 0,0 0 1 0,0 0 4 0,0 0 2 16,0 0-8-16,2 6 0 0,-2-6 0 0,0 0 2 16,0 0-5-16,0 0 2 0,0 0-2 0,0 0 2 0,0 0-1 15,0 0 3 1,0 0-3-16,0 0 4 0,0 0-3 0,0 0 5 15,0 0-6-15,0 0 0 0,0 0 2 0,0 0 3 0,0 0 0 16,0 0 0-16,0 0-2 0,0 0 0 0,0 0-2 0,0 0 2 0,0 0-1 16,0 0 0-16,0 0-1 0,0 0 2 0,0 0 3 15,0 0-4-15,0 0-1 0,0 0 0 0,0 0-1 16,0 0-1-16,0 0-11 0,0 0-2 0,0 0-1 31,0 0 3-31,0 0 0 0,0 0 2 0,0 0 2 0,0 0 1 16,0 0 3-16,0 0-3 0,0 0 4 0,0 0-2 15,0 0 5-15,0 0 0 0,0 0-4 0,0 0 6 0,0 0-1 16,0 0 0-16,0 0 0 0,0 0 0 0,0 0 0 16,0 0 0-16,0 0 0 0,0 0-1 15,0 0 0-15,0 0 2 0,0 0-2 0,0 0-2 16,0 0 4-16,0 0 0 0,0 0-3 0,0 0 1 0,0 0-1 16,0 0 3-16,0 0-1 0,0 0-3 0,0 0 3 15,0 0 0-15,0 0-1 0,0 0 8 0,0 0-7 0,0 0 2 16,0 0-2-16,0 0 3 0,0 0-3 0,0 0 1 0,0 0-2 15,0 0 1-15,0 0 2 0,0 0 0 0,0 0 1 16,0 0 0-16,0 0 0 0,0 0-3 0,0 0 1 16,0 0 3-16,0 0-5 0,0 0 0 0,0 0 2 15,0 0-3-15,0 0-12 0,0 0-4 0,0 0-5 16,0 0-11 0,0 0-5-16,0 0-21 0,0 0-23 0,0 0-28 15,0 0-28-15,0 0-31 0,0 0-27 0,-11 0-238 16,11 0-471-16,-14 0 208 0</inkml:trace>
  <inkml:trace contextRef="#ctx0" brushRef="#br0" timeOffset="149570.22">24700 13834 152 0,'-3'-4'197'0,"3"4"-17"15,-1-5-10-15,-3 2-19 0,4 3-16 0,-3-9-11 0,1 6-13 16,1 1-14-16,-3-3-10 0,0 1-10 0,-1 1-10 16,-8 1-8-16,4-1-2 0,0 3-12 0,-3-1 0 15,3 1-9-15,-4 1 1 0,-4 2-12 0,2 6-5 16,-4-1-1-16,0 2 6 16,2 3-12-16,-6 3-2 0,1 2-1 15,3-2-6-15,-1 5 7 0,3 0 6 0,0-1-5 0,7-3-1 0,1 2 2 16,3-1-3-16,1-2 1 0,2 2-6 0,1-1 3 15,2 0 2-15,4 0-2 0,-1-6 5 0,6 4-2 16,1-6 5-16,5 4 5 0,2-6 2 0,3-1-1 16,7 2-2-16,-6-8 2 0,-2 2 1 0,3-2 7 15,-1-5 7-15,-1 3 17 0,-1-5 6 0,0-1 6 16,-2-1 5-16,1 2 8 0,-2-6 7 0,-1 1-1 16,-4-1 1-16,3-1 9 0,-4-2-3 0,-1-1 2 15,3 2 11-15,-3 1 2 0,-5-3 10 0,3 3-3 16,-2 3 0-16,-1 1 7 0,-1 1-5 0,-1 1-13 15,1 0 11-15,-2 3-9 0,2 1-12 0,-2 2-13 16,0-3-9-16,1 1-9 16,-1 1-9-16,0-1-19 0,-1 4-28 0,0 0-29 15,4-3-21-15,-4 3-16 0,0 0 2 0,0 0 5 16,0 0 6-16,-3 14 2 0,2-8 4 0,0 4 2 16,-3 2 4-16,0 2 4 0,0 1 5 0,-1 1 0 15,3 4 3-15,-4-3 5 0,5 1-3 0,-4 0 2 0,4 2 3 0,-2-1 1 16,2 0 3-16,0-2 4 0,1-2 0 0,2-3 1 15,1 0 3-15,1 0 1 0,3 0-11 0,0-2-20 16,6 2-55-16,2-4-39 0,10 3-69 16,3-6-101-16,4 0-244 0,0-5-587 0,0-5 260 15</inkml:trace>
  <inkml:trace contextRef="#ctx0" brushRef="#br0" timeOffset="150812.79">27840 13455 178 0,'1'-5'227'15,"0"2"1"-15,-1 3-11 0,1-7-3 0,-1 4-17 16,0 3-6-16,2-7-8 0,-2 7-2 0,1-3-11 16,-1 3-11-16,0 0-11 0,0-6-16 0,0 6-12 15,0 0-13-15,1-3-14 0,-1 3-10 0,0 0-13 16,0 0-16-16,0 0-20 0,0 0 0 0,0 0-8 16,-1 15-4-16,-3-3-3 0,0 4-4 0,-1 2-2 15,-4 8-3-15,-1-1 3 16,0 3-6-16,-2 1-3 0,1 1 3 0,-5 2-4 15,6 1 4-15,0-2-6 0,1 3 0 0,0-5 1 16,2 0 1-16,0 0 0 0,1-4-4 0,0 0 0 16,2-7-1-16,2 1 3 0,0-4-2 0,0-3-1 15,1-2 3-15,0 1 1 0,0-5-1 0,2 1 2 16,-2 0-2-16,1-2 5 0,1 0-2 0,-1-3 6 16,0 3 3-16,1-3 1 0,0 2 1 0,-1-4 2 0,2 4-3 15,0-2 2-15,-2-2 2 16,4 6 4-16,2-5-4 0,-1 2 1 0,3-1-2 0,6 1 3 15,-1-2-3-15,6 2-5 0,-1-3-24 0,13 2-34 16,-4-4-51-16,1 0-76 0,4 0-109 0,2-10-188 16,2-1-510-16,-2 1 226 0</inkml:trace>
  <inkml:trace contextRef="#ctx0" brushRef="#br0" timeOffset="151189.43">28171 13817 261 0,'0'0'409'0,"0"-6"-11"0,0 6-20 15,0-4-21-15,0 4-33 0,0-4-31 16,0 4-32-16,0 0-32 0,0-5-25 0,0 5-19 16,0 0-21-16,0 0-20 0,0 0-24 0,0 0-34 0,0 0-29 15,0 0-20-15,0 0-4 0,0 0-3 0,-3 13-4 16,0-3-2-16,2-1-5 0,-3 2-1 0,0 6-4 16,-1-4 3-16,2 1-2 0,1 3 4 15,-3-1-12-15,3-3-19 16,-2-1-16-16,1 0-23 0,-1-1-26 0,2 0-17 15,-2-1-14-15,2 0-27 0,0 0-23 0,-2-1-19 16,0-4-10-16,2 2-4 0,-3-5-37 0,-2 1-220 16,-1-3-484-16,-1-3 214 0</inkml:trace>
  <inkml:trace contextRef="#ctx0" brushRef="#br0" timeOffset="151343.34">28165 13537 260 0,'4'-9'325'15,"0"1"-33"-15,-3 1-32 0,2 2-26 0,-2 0-37 0,-1 1-59 16,3 1-54-16,-3 3-35 0,7 0-42 0,-7 0-41 16,8 4-54-16,-3 1-59 0,0 0-117 0,-1 1-284 15,0-1 127-15</inkml:trace>
  <inkml:trace contextRef="#ctx0" brushRef="#br0" timeOffset="151706.51">28678 13392 360 0,'2'-10'354'0,"0"3"-20"0,2 0-21 16,-2 1-28-16,-1 2-29 0,1 0-32 0,-1 0-24 0,-1 4-28 0,1-4-32 15,-1 4-42-15,0 0-17 0,0 0-8 0,0 0-7 16,-10 25-9-16,2-7-8 0,-3 9 2 15,-2 4-6-15,-2 1-3 0,-5 12-2 0,0-1-3 16,0 5-1-16,2-2 3 0,0-1-3 0,1 5-6 16,1 0-4-16,1-4-2 0,2 0-3 0,4-14-7 15,1 1 1-15,-2-1-23 0,3-4-3 0,1 0 5 16,1-4-1-16,-3-5 6 0,3-4-4 0,1 0 1 16,0-2 2-16,2-4 2 0,-1 0-1 0,-1-1 1 15,0-4 1-15,3 3 1 16,-4-1-2-16,1-2 1 0,3 0 4 0,-3 1 3 15,3-2 4-15,1-3 1 0,-8 5 2 0,6-5 0 16,2 0-3-16,-10 0-3 0,10 0-22 0,-7 0-29 16,7 0-58-16,-13-7-85 0,5 1-91 0,0-5-216 15,3-3-533-15,-1-3 236 0</inkml:trace>
  <inkml:trace contextRef="#ctx0" brushRef="#br0" timeOffset="151875.54">28317 13764 84 0,'0'0'271'0,"0"0"-12"15,0 0-25-15,0 0-26 0,0 0-21 16,8-3-18-16,3 1-18 0,10-2-14 0,9 4-27 16,4-1-37-16,3-3-47 0,14 1-60 0,2-1-71 15,-18-1-190-15,1-3-321 0,-4 3 142 0</inkml:trace>
  <inkml:trace contextRef="#ctx0" brushRef="#br0" timeOffset="152278.65">29163 13426 94 0,'2'-12'327'0,"-1"2"-6"16,-1 2-20-16,1 1-13 0,-1 1-13 0,2 0-22 15,-1 1-18-15,-1 5-28 0,1-9-19 0,-1 9-9 0,1-5-29 0,-1 5-15 0,0-5-15 16,2 2-20-16,-2 3-13 0,0 0-14 0,0 0-31 16,0 0-20-16,0 0-7 0,0 0-2 0,-7 21-3 15,-2-3-2-15,0 9 1 0,-1 4-3 0,-1 1 9 16,-6 14-5-16,-1 2-2 0,3 1-4 0,-2-1 3 16,1 3-2-16,4 5-1 0,-1-5 7 0,4-3-8 15,-5-3 4-15,9-9-3 16,-1-6-2-16,2 1 1 0,-1 1-2 0,-3-7 2 15,2 1-1-15,2-8-2 0,1 0-2 0,-2-4 4 16,3-1 3-16,-2-2-5 0,-2-2-2 0,3 0 2 16,-1-2-4-16,4-1 3 0,-4 0 4 0,2-2-1 15,-1-3 5-15,-1 1 6 0,-3 1-2 0,7-3 0 16,-12-3 2-16,3 2-2 0,3-1 0 0,-7-2 2 16,7-2 7-16,-5 0-19 0,1 1-29 0,1-5-33 0,0 1-48 0,-5-4-71 15,7-1-93-15,0-6-229 0,0 2-543 0,5-2 239 16</inkml:trace>
  <inkml:trace contextRef="#ctx0" brushRef="#br0" timeOffset="152483.64">28855 13779 67 0,'0'0'362'0,"0"0"-8"16,-6-3-14-16,6 3-39 0,0 0-25 0,-1-4-24 0,1 4-28 0,11-5-27 15,2 4-22-15,10-1-22 0,9-1-38 0,4-2-39 16,4-1-55-16,13 3-62 0,-16 0-92 0,4-3-84 16,-3 2-204-16,-4-1-455 0,0-3 202 0</inkml:trace>
  <inkml:trace contextRef="#ctx0" brushRef="#br0" timeOffset="152892.87">29429 13837 132 0,'0'0'303'0,"0"0"-10"16,0 0-23-16,0 0-28 0,0 0-30 0,0 0-19 16,12-7-19-16,-1 2-24 0,1 2-16 0,4-3-16 15,2 0-9-15,0-1-12 0,3-3-10 0,3 0-12 16,0-2-4-16,-7 3-8 0,-1-3-6 0,0-3-7 16,0 2 0-16,-2 0-9 0,0 0 0 0,-1 1 1 0,-4 0-5 0,-3 1 5 15,-2 3-3-15,0-1-4 0,0 1-6 0,-4 1-3 16,-4 2-8-16,4 0-2 0,-5 3-8 0,-8-1-1 15,3 3-2-15,-8 0-2 0,0 5-1 0,-2 3-2 16,-2 1-4-16,-2 3 0 0,-2 3 3 0,5 2-1 16,-4 2-3-16,1 0 0 0,3 6 0 0,4-1 3 15,1-1-1 1,2 0 1-16,5 3 4 0,3-7 0 0,2 6-5 16,0-7 0-16,8 7-10 0,0-7-40 0,2-1-31 15,3 0-49-15,7-3-75 0,-4 0-250 0,6-7-496 0,-1-2 220 16</inkml:trace>
  <inkml:trace contextRef="#ctx0" brushRef="#br0" timeOffset="153247.34">29797 13711 111 0,'3'-6'284'0,"-1"5"-32"16,0-3-25-16,-2 4-27 0,5-3-21 0,-5 3-19 15,10 3-19-15,-6 1-12 0,3 0-12 0,0 6-12 0,-1 2-11 0,3 2-4 0,-3 1-10 0,-2 3-8 16,0 8-8-16,-4-7-5 0,0 6-5 0,0-1-9 16,-4-7-7-16,0 1 3 0,-2-3-8 0,0 0 0 15,2-3-5-15,1-2 5 0,-3-2-2 0,5-1 1 16,-1-2 15-16,0 1 12 0,0-3 25 0,0 0 35 16,0-1 39-16,2-2 44 0,0 0 32 0,0 0 11 15,0 0-3-15,0 0 6 16,0 0-15-16,0 0-22 0,2-17-22 0,6 7-20 15,-3-2-21-15,1-2-14 0,3-3-11 16,5-5-22-16,2 0-22 0,1-2-19 0,1 3-33 16,3-4-26-16,-2 2-25 0,3 2-39 0,-2 0-41 15,1 0-38-15,1 4-51 0,0 2-46 0,-3 4-57 0,4-1-51 16,-2 3-61-16,-1 2-264 0,-2 0-727 0,-1 2 321 16</inkml:trace>
  <inkml:trace contextRef="#ctx0" brushRef="#br0" timeOffset="153625.62">30192 13866 74 0,'-5'2'268'0,"1"1"2"15,4-3-7-15,0 0-14 0,0 0-28 0,0 4-21 16,0-4-15-16,14 0-21 0,-4-3-19 0,4-1-14 15,2 0-12-15,2-3-7 0,1-1-17 0,1-1-4 16,-1 1-9-16,-2-1-10 0,7-6-6 0,-1 1-4 16,-6 4 3-16,1-5-2 0,-5 2-2 0,8-3-9 0,-8 2 0 0,1 0-2 15,-5-1-3-15,-1 5 8 0,-1-2-6 0,1 3 2 16,-3 0-11-16,-2 0-6 0,-2 2-5 0,-2 0-7 16,0 0-7-1,-5 2-8-15,-3 0 3 0,-1 2-3 0,-4 1-10 16,-6 1 6-16,3 2-6 0,-5 4 3 0,2 0-3 15,-7 2-2-15,8 3-1 0,-5 2-1 0,1 5 0 16,3-1-1-16,3-3-2 0,0 8 4 0,3-6-3 16,5 2 1-16,-1 0 1 0,5 1 1 0,2 0-2 15,3 1 8-15,3 5 3 0,6-2-2 0,6 3-2 16,3-2 7-16,6-3-1 0,6-3-14 0,0 0-33 16,7-3-42-16,-4-1-54 0,3-3-61 0,-1-3-68 15,-5-3-193-15,-1-4-499 0,-3 3 221 0</inkml:trace>
  <inkml:trace contextRef="#ctx0" brushRef="#br0" timeOffset="154649.01">30758 13678 249 0,'0'-3'374'0,"0"-2"-21"0,0 1-27 0,2 0-36 15,-2 4-35-15,2-4-27 0,-2 4-31 0,0 0-20 16,0-5-22-16,0 5-25 0,0 0-12 15,0 0-17-15,0 0-13 0,-4 13-12 0,-1-4-6 0,-1 3-8 16,-1 5-3-16,-5 5-9 0,-1 4-4 0,-1 3-1 16,-3-2-6-16,-1-1-4 0,3 1 9 0,0-4-15 15,-1-1-4 1,6-5-2-16,2-6 1 0,3-4-8 0,1 2 3 16,0-4-1-16,2-2 8 0,-3 1 4 0,2 0 34 15,-1 0 49-15,3-2 25 0,1-2 4 0,0 0-15 16,0 0-11-16,15-10-15 0,-3 5-11 0,-2-6-5 15,4 0-12-15,-1-2-17 0,4-2 9 0,2-2-12 16,0-1-4-16,1 0-5 0,-7 3-4 0,8-1-5 16,-10 3-4-16,-1 4-2 0,3-2-3 0,-5 4-4 0,-2 0-1 15,2 0 2-15,-3 4-16 0,-1-1-13 0,0 1-24 16,1 0-16-16,1 3-3 0,-6 0-10 0,12 3-10 0,-5 2 1 16,1 0-5-1,2 3-6-15,3 4-2 0,-5-3-4 0,4 4-2 16,0-1-3-16,2 2-1 0,1 0 10 0,3 3 2 15,-2-5-15-15,1-4-12 0,0 4-14 0,-2-6 4 16,-2 0-8-16,6-2 5 0,-7-3 6 0,1-1 9 16,-1-3 8-16,1 0 12 0,-3-6 9 0,-1 3 14 15,3-7 14-15,-3-4 21 0,-2 0 27 0,4-9 12 16,-2 2 23-16,-4-4-3 0,1 0 10 0,-1-2 7 16,1-1 12-16,-2-3-5 0,4-2 4 0,1-10 0 15,1 0-1-15,2 2-6 0,-3 11-1 0,-3 2-1 16,3-1 9-16,0 7 6 0,-4 8 7 0,-1 1 5 0,0 5-4 0,0-2-18 15,-2 7-1-15,1-1-12 0,-2 2-18 0,0 2-40 16,-1-1-39-16,0 4 0 0,0 0 4 0,-1 12 2 16,-2 1 10-16,-5 13 0 0,1 0-1 0,-2 7 9 15,-5 0 1-15,-1 15 0 0,-2 0 6 0,-3-2 0 16,3 2 4-16,8-13 1 0,-1 11 1 16,-4 0 14-16,4 0-10 0,1-10 0 15,2-2 5-15,0-3-1 0,3-5 3 0,-1-1 1 16,2-6-1-16,-1-7 2 0,2-1 5 0,2-2-3 15,-3-1 5-15,3 1 0 0,-2-4 3 0,2 0 6 16,-3-1 19-16,2-1 26 0,1-3 18 0,0 0-11 16,0 0 1-16,0 0-12 0,0 0-3 0,-1-16-6 15,1 5-25-15,-2-6-16 0,0 0-7 0,3-9-4 16,-4-2-10-16,1 0-12 0,-1 1 7 0,-2 1 2 0,2-1-2 16,0 10 6-16,0-4 4 0,-2 4 0 0,5 5-3 15,-1 2 4-15,0-2 4 0,-1 4 2 0,4 3 4 16,-2-2-7-16,2 2 5 0,2 1-14 0,1 1-2 15,8-2-7-15,-2 1-2 0,7 3-6 0,2 0-15 16,0 0-3-16,9 1-1 0,-8 0 0 0,9 1 9 16,0-2-1-16,-2-1 7 0,4 2 2 0,-13 0 3 0,3-3 5 15,-1 3 3-15,-3 0 6 0,-2-4 13 0,-3 4 17 16,-1-2 16-16,0 1 8 0,-6-1 13 0,7 2 10 16,-7-2 19-16,1 1-11 15,-3-1-9-15,-4 2 0 0,11 0-9 0,-7 0-4 0,-4 0-3 16,0 0-8-16,6-1-5 0,-6 1 4 0,8 1-21 15,-8-1-8-15,1 3 3 0,1 1-4 16,-2 1-6-16,1 0 11 0,0 2 7 0,-2 3-8 16,1-1-2-16,0 4 3 0,-1-2-2 0,1 6-1 15,0 1 1-15,1 0 3 0,-2 0 2 0,-1-1-2 16,1-1-3-16,-4 0 0 0,6-4 0 0,-2-1-35 16,2 0-9-16,-3-2-8 0,2-4-16 0,0 2-20 15,-2-2-13-15,2 0-11 0,0-1-3 0,-1-1-4 16,1-3-4-16,0 0-52 0,0 0-99 0,0 0-196 0,0 0-504 0,3-22 223 15</inkml:trace>
  <inkml:trace contextRef="#ctx0" brushRef="#br0" timeOffset="154797.75">31623 13450 23 0,'0'-8'341'0,"1"-4"-16"0,-2 8-22 0,2-4-23 16,-1 4-32-16,0 0-24 0,0-1-31 0,0 1-46 15,0 4-49-15,0 0-42 0,3-2-41 0,-3 2-43 16,0 0-55-16,5 10-63 0,0-6-187 0,-1 1-361 16,2-1 160-16</inkml:trace>
  <inkml:trace contextRef="#ctx0" brushRef="#br0" timeOffset="155752.19">32065 13675 14 0,'0'-8'250'0,"-1"2"-28"16,-1 2-26-16,-4-3-16 0,1 1-28 0,-4 2-15 15,-5 3-8-15,0 0-20 0,-6 1-9 0,-1 2-10 0,1 2-11 16,-4 7-8-16,-2 0-10 0,-1 0-10 0,3 3-5 0,2 0-4 15,0 2-3-15,6-3-7 0,-1 7-2 0,3 2-2 16,3-5-2-16,3 1 7 0,1-2-9 0,3-1 1 16,2-2-3-16,1 3 2 0,4-4 8 0,2 1 6 0,4-7 9 15,2 4 1-15,4-5-7 0,3-1 9 0,3-2-7 16,-1-3-1-16,-1-2 7 0,8-2 7 0,-5-3 6 16,5 2 10-16,-9-6 5 0,6 0 10 0,-1-2 3 0,-1-2 1 15,-6 3 4-15,2 0 10 0,-4 0-15 0,-5 2-6 16,5 1-7-16,-5 3 3 0,1-3-5 0,-2 5-5 15,-3 0-19-15,0-2 5 0,-1 5-6 0,1-1-14 16,-1 0-7-16,-3-1-30 0,-1 4-20 0,0 0-3 16,0 0-6-16,0 0 4 0,11 10 4 0,-9-8-5 15,1 5-5-15,1 3 0 16,-2 2-1-16,3 0 4 0,0 0-1 0,-1-1-6 16,3 0-4-16,-2-1 2 0,-1-1 1 0,7-1 2 15,-6 1 1-15,0-4 10 0,0-1 3 0,4-3 1 16,-2-1-7-16,2-2 0 0,0-1 0 0,1-3 8 15,-3-2-2-15,4-7 5 0,0 1 1 0,-1-1 9 16,3-1 0-16,-3-2 8 0,-1-8 3 0,3 2 8 16,-5-1 2-16,2-3 4 0,-1 1 1 0,1-3 5 0,1-2 7 15,-3-1-7-15,3-11 4 0,1-1 0 0,-3 11-1 16,0-2 1-16,0 2 12 0,2 5-4 0,-3-2 0 0,0 6-4 31,-1 7 2-31,0 2 2 0,-2 4 1 0,-2 2-1 0,-1 4-15 16,1 0 2-16,-2 0-7 0,4 3-14 0,-4 0-37 15,0 3-16-15,0 0 1 0,0 0 6 0,0 12 5 16,-4 0-3-16,1 5 4 0,-5 10 5 0,0 6-2 16,-3-1 6-16,0 0 0 0,-3 14 7 0,0 0 5 15,-1-3-4-15,2-11 5 0,2 2-5 0,-1 1 6 16,3-5 0-16,-1 3 1 0,1-3 3 0,4-1 3 16,-3-2-5-16,1-1 7 0,4-4-2 0,-1-5 1 15,-1 2 5-15,1-4 4 0,0-3 1 0,3-2-6 16,1-1 0-16,-4-2 5 0,4 0 2 0,0-1 3 0,-1 1 3 0,-4-5 3 15,6 2-4-15,-2 1 7 0,6-2-1 0,-5-3 0 16,-4 5 5-16,4-1 5 0,0-4 7 0,0 0 5 16,0 6 2-16,0-6 9 0,0 0 0 0,0 0 8 15,5 2 18-15,-1 0 1 0,9 1-9 0,6 2 3 16,9 2-10-16,9 0-13 0,17 1-35 0,6 0-69 16,1-4-75-16,40-1-158 15,-5-6-320-15,-1-6-662 0,-2-2 293 0</inkml:trace>
  <inkml:trace contextRef="#ctx0" brushRef="#br0" timeOffset="158524.94">5886 16167 78 0,'0'0'157'0,"0"0"-7"0,0 0-7 0,0 0-8 15,-6-2-12-15,6 2-7 0,0 0-10 0,0 0 3 16,0 0-21-16,0 0-7 0,0 0-7 0,0 0-4 0,0 0-2 15,0 0 2-15,0 0-4 0,0 0-5 0,0 0-8 16,0 0-4-16,0 0-8 0,18-5 0 0,-8-3-6 16,6 4 2-16,1-8-9 0,3 7 3 0,5-6-10 15,3 1 3-15,0-2-4 0,2 1-2 0,0-1-2 16,-1-4-2-16,-3 5-6 0,2-4 9 0,-1 1 14 31,-5-2 7-31,-4 6 6 0,0-2 2 0,-4-3 10 0,-4 3 10 0,2 3 12 16,-6 1 5-16,0-1-7 0,-3 1-17 0,2-1-8 15,-5 2-9-15,-5-2-11 0,-1 2-11 16,-6 2-20-16,-10 1-4 0,-7 2 2 0,-6 2-5 0,1 4 3 16,-7-1-1-16,-9 7 0 0,-1 1-1 0,0-2-2 15,0 8 2-15,0 1-4 0,2-1 1 0,17-2-1 16,2 4-1-16,3-2 2 0,2 3 3 0,4 1-5 0,3-1 0 16,4 1 0-16,6-4 0 0,3 0 1 0,6 3 5 15,6 1-2-15,8 3 9 0,11-2 8 0,6-5-1 16,19 2 0-16,6-3 29 0,4-5-4 0,30 1 1 15,1-4-7-15,-27-1 0 0,26-5-6 0,-27-2-3 16,2 0-1-16,-3-1 2 0,-9-3-5 0,-15 4-2 16,-4-1 1-16,-4 2-1 15,-14-2-2-15,2 1 0 0,-6 0 0 0,-1-1 2 16,-5 2 15-16,-7-1-5 0,12-3-3 0,-12 3-6 16,0 0-3-16,4-3-8 0,-4 3-4 0,0 0-33 15,0 0-30-15,-22-9-36 0,12 8-51 0,0-3-64 0,-6 4-220 16,5-3-471-16,0 1 208 0</inkml:trace>
  <inkml:trace contextRef="#ctx0" brushRef="#br0" timeOffset="159156.78">7195 15962 233 0,'0'0'303'0,"0"-6"-23"16,0 6-21-1,0-2-28-15,0 2-23 0,0 0-22 0,0 0-22 0,0-6-21 0,0 6-19 16,0 0-18-16,0 0-18 0,0 0-10 0,0 0-8 15,3 18-8-15,-3-5-9 0,-3 3-4 0,-1 8-6 16,-1 3-6-16,1 3-5 0,-1 1-3 0,0 2-5 16,1 2 0-16,-1-2-9 0,1 0 1 0,0-3-4 15,2 4 2-15,-3-5-3 0,1 2-2 0,3-6 1 16,-2 3-1-16,2-10-3 0,-3 2 2 0,4-2-6 16,-4-1 4-16,3 0 1 0,1-7-2 0,-3 0 3 15,3 0 0-15,0-2-1 0,0-2-1 0,0-2 1 0,0 1-1 16,0 0 5-16,-1-1-2 0,1-4 2 0,0 6 3 15,0-6 3-15,0 5 22 0,0-5 28 16,0 0 10-16,0 3 45 0,0-3 27 0,0 0 15 16,0 0 24-16,0 0 3 15,0 0-18-15,1-15-14 0,2 7-14 0,-2-2-17 16,3-6-15-16,1-8-18 0,0-3-21 0,4-4-19 16,-4 0-10-16,3-1-27 0,-3-4-23 0,1-15-20 15,1 5-24-15,-6 11-4 0,-2 2-1 0,-2-4-2 0,-3 6 10 0,-2 1-1 16,-1 2 3-16,-6 2 6 0,2 1 8 0,-5 6-24 15,-1-2 27-15,-4 6-6 0,-1 5 2 0,-6 1-4 16,1 5 7-16,-3 2-2 0,3 4 4 16,-2 4 2-16,2 2-2 0,-3 4-10 0,4 1 13 15,2 4-2-15,2 3-2 0,1-1 8 0,2 3 1 16,7 2-3-16,1 1 2 0,8 2 0 0,4-9 1 16,10 7 7-16,2 1 0 0,10-2 8 0,11-2-1 0,19 2 7 15,6-4-1-15,6-3-21 0,28-3-44 16,-26-6-59-16,33-4-72 15,-4-4-85-15,-32-2-284 0,29-8-609 0,-30 4 270 16</inkml:trace>
  <inkml:trace contextRef="#ctx0" brushRef="#br0" timeOffset="160389.84">7718 16058 125 0,'-2'-5'387'0,"1"1"-21"0,0-1-8 15,1-1-21-15,0 2-21 0,-1 1-21 0,1 3-29 16,0-6-22-16,0 6-24 0,0-6-32 0,0 6-19 16,-2-3-21-1,2 3-21-15,0 0-16 0,0 0-21 0,0 0-24 16,0 0-33-16,0 0 19 0,0 0-12 0,2 13-6 0,-2-1-3 16,1 0-8-16,-2 0 0 0,1 7-8 0,0 4 6 15,0 6-8-15,-2-3 2 0,1 1-6 0,-2-3 8 0,3-3-5 16,2-1-16-16,-2-2 24 0,1-2-12 0,-1-4 1 15,1 0-15-15,1-3 12 0,-1-1 11 0,0-1-9 16,0-2 5-16,1 0 15 0,-1-1 13 0,0 0 21 16,-1-4 31-16,4 2 22 0,-4-2 3 0,0 0-1 15,10-6-7-15,-1 0-4 0,-1-2-8 0,5-3-10 16,2-3-9-16,4-7-5 0,-1 0-10 0,1-1-5 16,2-2-15-16,-1-1-18 0,2-4-12 0,-2 8-3 15,-3-4-3-15,-4 9 4 0,-2 3-1 0,-4 4-5 16,0 0-3-1,0 1-1-15,-4 6-10 0,1-2-18 0,0 0-25 0,0 1-21 16,-4 1-35-16,0 2-9 0,0 0-8 0,0 0 39 16,10 9-4-16,-9-1 8 0,3-1-5 0,0 7 8 15,0 2-4-15,1 6-3 0,-1-3-7 0,9 3 2 16,-3-4 5-16,8 5-4 0,0-1-8 16,5-1-6-16,0-4-11 0,5-2-6 0,1-1-10 15,3-3-3-15,-1-5-2 0,-2-3 3 0,2-1 7 0,-2-3 8 0,0-1 15 0,-8-2 10 16,-1-8 14-16,1 2 31 0,-7-2 32 0,0 0 21 15,-2-3 26-15,-2-2 26 0,-4-2 19 0,3-5 19 16,-5-1 5-16,-3 6 18 0,-2 0-1 0,1 0 12 16,-3 0 5-16,2 2-6 0,-4 3-16 0,1 2-12 15,-2 3-9-15,-2-1-14 0,2 3-28 0,-3 0 5 16,-4 5-3-16,0-1-9 0,-5 3-6 0,0 3-13 0,-1 3 1 16,0 2 4-16,-3-1-5 0,-1 5 0 0,4-1-7 15,2 2-3-15,-3 5-6 0,1 4 3 0,2-3 0 16,2 0-5-16,4 0-1 0,4-4 3 15,-2 4-23-15,4-4-8 0,0 1-8 0,2-5 2 16,3 0 3-16,0-1 2 0,4 0 7 0,0-5 8 16,6 0 1-16,1-1 5 15,5-3 3-15,2-2-2 0,4-3 1 0,-3-1 1 16,9-6 6-16,2 0-5 0,-5-4 4 0,3 1-4 16,-1-3 2-16,-3-1-3 0,2-3 4 0,0 0-3 0,-4-1 4 0,3 3-6 15,-4 1 4-15,-4 7-2 0,-2-4-1 0,-2 5 8 16,-3 3-3-16,-1 0 13 0,-4 1-20 0,0 4-2 15,2-2-12-15,-2 1-8 0,0 3 0 0,-5 0-5 16,6 3 0-16,1 2 4 0,-2 3 1 0,-1 2 0 16,2 1 5-16,3 3 1 0,-1 3 8 0,2 1-2 15,-1-2-2-15,5 7 5 0,-1-7 1 0,2 8 6 16,2-3-7-16,-3-9 7 0,2 2-10 0,1-3-13 16,0-2-10-16,-1-1-11 0,2-1-5 0,0-2-1 15,-5-5 2-15,-3 0 5 0,4-2 1 16,-2-4 6-16,0-1 4 0,-1-4 7 15,-4 0 10-15,3-5 5 0,-3-3 14 16,2-8 5-16,-4 0 9 0,1 3-1 0,1-3 15 16,-4-2 4-16,1-5 7 0,1 4 9 0,-1-5 4 15,4-15 18-15,-3 3-9 0,4-1-3 0,0 1 8 16,-3 4 0-16,-2 10 14 0,1 4 1 0,0 0 0 16,-1 11 12-16,0-1 2 0,-4 9-6 0,4 0-16 15,-4 3-11-15,0 1-4 0,1 1-36 0,-1 5-45 0,3-4-8 0,-3 4-9 16,0 0 1-16,-7 25 8 0,2-1 1 0,1 5-1 15,-5 5 4-15,-1 0 0 0,-4 16 8 0,0-1 0 16,1 0 3-16,2-5 3 0,1 1-3 0,3-16 3 16,2 7 2-16,-1-1 8 0,3-1-9 0,1-3 4 15,2-2-13-15,0-7-14 0,-2-3-31 0,4-3-18 16,-2-3-15-16,2-4-17 0,-4-1-7 0,2-1-8 0,0-2 1 16,0 2 7-16,0-5 8 0,0-2-17 0,-3 3-85 15,3-3-307-15,0 0-565 0,8-22 250 0</inkml:trace>
  <inkml:trace contextRef="#ctx0" brushRef="#br0" timeOffset="160590">8796 15979 64 0,'-6'0'204'15,"6"0"-14"-15,-9 0-4 0,9 0-11 0,-3 2 11 16,3-2 9-16,15 2-12 0,6 1-11 0,12-2-15 15,8 3-16-15,18-2-15 0,2 0-15 16,3 1-9-16,28-3-8 0,-29-3-29 0,2 6-43 0,-2-6-49 16,-5 3-71-16,-2-2-78 0,-17-1-170 15,-3-1-374-15,-2-1 166 0</inkml:trace>
  <inkml:trace contextRef="#ctx0" brushRef="#br0" timeOffset="160944.17">9642 16070 2893 0,'-3'-5'223'0,"1"-2"-13"0,2-1-37 15,0 2-19-15,0-1-15 0,0 1-6 0,0 0-8 16,2 0-17-16,0 2-7 0,-1 1-2 0,-1 3-14 16,1-7-10-16,-1 7-9 0,-1-5-12 0,1 5-6 15,0 0-21-15,0 0-23 0,0 0-11 0,0 0-12 16,0 0-3 0,0 0 4-16,-1 19 6 0,-1-9 2 0,-1 2-2 15,0 6 1-15,1 0 7 0,-2 3 3 0,2 4 0 16,0-4-10-16,-1 4-34 0,-2-1-19 0,3-6-27 15,0-2-23-15,0-3-24 0,-1 1-29 0,2-4-31 0,-2 0-34 0,2-1-56 0,1 3-254 0,-2-7-588 16,2-2 261-16</inkml:trace>
  <inkml:trace contextRef="#ctx0" brushRef="#br0" timeOffset="161106.5">9707 15881 2242 0,'0'-19'191'0,"0"0"-34"0,0 3-20 15,-2 4-5-15,2 1-9 0,0 1-28 0,0 4-25 16,0 0-13-16,0 1-17 0,0 1-6 0,0 1-10 16,0 3-26-16,2-6-16 0,-2 6-7 0,0 0-25 15,18 6-27-15,-4 0-38 0,0 1-50 0,4 3-54 16,-1-1-220-16,3 1-475 0,-2-2 210 0</inkml:trace>
  <inkml:trace contextRef="#ctx0" brushRef="#br0" timeOffset="161544.97">10319 15940 98 0,'0'0'216'0,"-5"-3"-21"16,5 3-21-16,-9-3-16 0,2 3-16 0,-4 3-4 15,0 0-14-15,-7 0-7 0,0 4-10 0,0 0-6 16,-6 5-9-16,-3 2-6 0,4 3-9 0,-2-1-7 16,-1 1-6-16,-1 4-6 0,5-2-5 15,5 1-7-15,0 0-3 0,3-2-4 0,5-1-5 16,1 0-7-16,2-1 3 16,2-2-1-16,4 3-2 0,0-6 19 0,4 4 9 15,1-3 8-15,9-1 6 0,3-1 0 0,1 0-6 16,10-3-5-16,0-2-9 0,2 0 0 0,1-3-4 15,1-4-3-15,-1-1-2 0,-4-3 13 0,-6 0 23 16,0 2 12-16,-3-3 22 0,-2-3 13 0,-2-1-8 16,0-2-5-16,-1 1-30 0,-3-5 8 0,-1 1-9 15,-4-2-13-15,2-2-1 0,-6 1-15 0,-1 2-8 0,0-4-13 0,-4 3-10 16,0 1-10-16,-1 3-8 0,-5-1-11 0,-2 2-12 16,-2 3-12-16,-5-1-12 0,0 5-15 0,-8-2-15 0,7 5-22 0,-2 1-22 15,2 4-25-15,-1-2-30 0,-2 3-41 16,4 2-48-16,-2 2-225 0,5-5-528 0,3 1 233 15</inkml:trace>
  <inkml:trace contextRef="#ctx0" brushRef="#br0" timeOffset="162019.04">10651 15957 328 0,'0'0'342'0,"2"-3"-24"0,-2 3-25 0,0-6-29 16,0 6-23-16,0 0-31 0,0 0-36 0,0 0-12 15,0 0-20-15,0 0-18 0,0 0-21 0,0 0 0 0,0 0-13 16,-5 17-8-16,2-6-12 0,-1-1-5 0,-2 4-4 15,-3 5-9-15,1-1-5 0,-7 8-4 0,3-1-1 16,-3-1-6-16,2 2-4 0,-2-2-5 0,2 2-1 16,2-8-9-16,-3 2-1 0,6-5 6 0,2-2 2 15,2-7-9-15,-3 3 1 0,4-4 6 0,1 2-2 16,1-5 11-16,1 1 10 16,0-3 0-16,0 0-2 0,0 0 12 0,28-7 0 15,-11-2-15-15,1-1 35 0,7-3-24 0,2-6 1 16,1 3 3-16,1-3-7 0,2-2-7 15,-1 1-5-15,1 1-4 0,0-1-5 0,-1 2 6 16,-1 4-6-16,-6 1-1 0,-5 3 7 0,-5 5-6 16,-2 0-18-16,-2 1-18 0,0 1 18 0,-1 3-10 15,-2 0-21-15,-6 0 14 0,18 5 1 0,-9 0-5 0,-1 6-2 0,2-1 2 16,-1 3 2-16,-2-1 5 0,2 3-2 0,1 4-9 16,-2 0-12-16,0-3-31 15,-3 4-38-15,1-2-49 0,1-2-51 0,-1 1-88 0,-2-6-283 16,0 0-619-16,1-1 274 0</inkml:trace>
  <inkml:trace contextRef="#ctx0" brushRef="#br0" timeOffset="162177.18">11478 16254 266 0,'-14'-10'543'0,"14"10"-43"15,0-4-51-15,0 4-42 0,0 0-58 0,0 0-79 16,0 0-120-16,-4-7-190 0,4 7-443 0,-5-6-523 16,5 6 233-16</inkml:trace>
  <inkml:trace contextRef="#ctx0" brushRef="#br0" timeOffset="165559.07">11464 15932 211 0,'0'0'411'0,"0"-4"-17"0,0 4-25 0,0 0-35 0,0 0-29 0,0 0-36 15,0-3-30-15,0 3-31 0,0 0-60 0,0 0-55 0,0 0-68 16,0 0-89-16,0 0-120 0,0 0-276 0,0 0-498 16,0 0 221-16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04:33.80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6625 2655 294 0,'3'-2'276'0,"-1"0"-8"0,3-3-20 0,-5 2-22 16,1-2-24-16,-1 5-31 0,-6-7-9 0,2 2-24 16,-2 0-12-16,-2 1-16 0,-10-3-10 0,0 4-11 15,-2 3-12-15,-9 0-7 0,-3 0-7 0,-3 2-11 16,1 5-5-16,-6-3-35 15,2 3 2-15,2 3-8 0,0-1-2 0,4 1-4 16,4 1 1-16,1-1-4 0,7 0 1 0,4 1-7 16,-1 1-12-16,6-1-21 0,-1 3 0 0,4-4 2 15,4 2 6-15,-1-2 5 0,5 5 5 0,0-3 5 16,3 0 2-16,3 2 6 0,7-3 0 0,3 0 5 16,3-1 2-16,7 2 3 0,5-7 1 0,2-3 2 15,-1 1-3-15,1-3 0 0,-1-3 1 0,-3 1 3 0,0-7-7 0,-1 0 11 16,-9 0 25-16,5-6 28 0,-1-2 10 0,-10 3 10 15,4-8 4-15,-5-2 12 0,-2-5 7 0,-1 2-3 16,2-4-3-16,-9-2-9 0,1-17-13 0,-3-3-17 16,-3 3-1-16,-3-1-6 0,5 2 8 0,-3-1-1 15,0 5 0-15,-1 9 24 0,0 3 9 0,1 1 9 16,-1 6 13-16,1 0-14 0,0 6 20 0,4 10 13 0,-2-2 5 16,-1 2-7-16,2 2-14 0,1 3-16 15,-3 1-14-15,3-1-13 0,-1 1-22 0,1 4-35 0,-4-5-41 16,4 5-40-16,0 0-26 0,0 0-9 0,0 0 17 15,4 17 0-15,-3-6 7 0,-1 16 8 0,4 3 1 16,0 18 22-16,0 0 0 0,0 4 7 0,-3 0-1 16,4 1 6-1,1 0 7-15,2-3 4 0,-3-2 1 0,3-2 2 16,2-10 8-16,-1-5-2 0,-1 2 18 0,-2-3 8 16,4 0 2-16,0-5 2 0,-3 0 2 0,-3-8 0 0,3-3 8 0,-4-4-5 15,-1 2 1-15,0-4-4 0,0-1 0 0,-1-2-4 16,2-1 19-16,-3-4 2 0,4 5 7 0,-3-2 5 15,-1-3 15-15,2 5 3 0,-2-5 12 0,0 0 5 16,2 6-2-16,-2-6-4 0,0 0-10 0,0 0-2 16,0 0-7-16,1 3-4 0,-1-3-4 0,0 0-7 15,0 0-6-15,0 0-3 0,3 2-1 0,-3-2-2 16,0 0-5-16,0 0-2 0,0 0 3 0,0 0-10 16,0 0 2-16,0 0-4 0,0 0-2 0,0 0 2 15,0 0-2-15,0 0-5 0,0 0 2 0,0 0-4 16,0 0 1-1,0 0-1-15,0 0 2 0,0 0-3 0,0 0-4 16,0 0 2-16,0 0 2 0,0 0 1 0,0 0 5 16,0 0-6-16,0 0 0 0,1 5 1 0,-1-5-1 0,0 0 0 15,0 0 0-15,0 0 3 0,0 0-1 16,0 0 15-16,0 0-2 0,0 0-9 0,0 0-29 16,15-14-47-16,2 4-71 0,9-4-101 0,3-3-129 0,14-11-462 0,0 2-896 15,-4-7 397-15</inkml:trace>
  <inkml:trace contextRef="#ctx0" brushRef="#br0" timeOffset="848.71">6731 1702 189 0,'0'0'249'0,"0"-5"-23"16,0 5-23-16,4-5-20 0,1 3-18 0,2 0-17 15,-1 2-14-15,7 0-14 0,-2 2-8 0,3 1-1 16,3 4-16-16,1 1 0 0,-3 1-10 0,2 5-12 16,-5-1-6-16,5 3-4 0,-3 6-3 0,-5-3-9 15,0 6-3-15,-5 1-1 0,-4 1-6 0,-4 1 2 16,-1-1-4 0,-8 1-1-16,-1-2-2 0,-3-1-4 0,-1-2 1 15,-1-3-8-15,4 1 3 0,-7-6-7 16,7 0 7-16,3-1 8 0,1 0-10 0,-3-7 3 15,7 2-4-15,-3-3-1 0,4 0-1 0,2-2-6 0,0 1 3 16,4-5-1-16,-5 8 16 0,5-8 15 0,-5 1 9 16,5-1-1-16,0 0 3 0,0 0-8 0,0 0 7 15,0 0-1-15,14 5 0 0,0-5-8 0,3-1-8 0,3 0 4 16,7-2-9-16,-4 3-3 0,10-4-7 0,-6 3 2 16,5-1-8-16,-4 2 6 0,-2-2-6 0,-5 1 8 0,-2-3-18 0,-6 4 2 15,1-3 1-15,-5 3 15 0,-9 0 12 16,13-2 17-16,-5 2 20 0,-8 0 10 0,0 0 3 0,11-2 0 15,-11 2-3-15,0 0-8 0,8 0-4 0,-8 0-21 16,0 0-22-16,0 0-26 0,10-3-30 0,-10 3-51 16,0 0-39-16,0 0-41 0,0 0-47 0,0 0-53 15,-20 10-67-15,11-6-299 0,1-1-670 0,8-3 296 16</inkml:trace>
  <inkml:trace contextRef="#ctx0" brushRef="#br0" timeOffset="1681.61">7204 2367 253 0,'-1'-7'366'0,"1"0"-18"0,0 2-6 0,0 0-10 16,0-2-18-16,0 7-39 0,-2-6-34 0,2 3-24 16,0 3-23-16,2-6-49 0,-2 6-19 0,0 0-15 0,0 0-11 15,0 0-7-15,0 0-17 0,12 17-28 0,-8-9 3 16,1 1-12-16,6 5-16 0,-4-3-16 0,2 3-9 16,1-1-15-16,2 0-9 15,-2-2-8-15,0-2-9 0,-1 1-1 0,0-3-3 16,-4 0 5-16,3-4 3 0,1 0 5 0,-3-2 6 15,2-2-1-15,2 0 7 0,3-5 2 0,-4 0 10 16,-4-4 12-16,6 1 12 0,-4-3 11 0,-2 2 11 0,2-8 12 0,-1 4 6 0,0-3 8 0,-2 1-6 16,0-1 12-16,0 2 13 0,-2 3 5 0,1 2 0 15,-1 0 8-15,1-1-5 0,-2 6-7 0,1 0-2 16,-2-2-18-16,3 4-18 0,-3 3-43 0,2-5-17 16,-2 5-15-16,0 0-4 0,0 0 8 0,0 13 4 15,0-4-1-15,0 8 2 0,-2 3 0 0,-1 11-5 16,1 1 5-16,-2 4-3 15,2 13 6-15,-2-1 1 0,-2 1-12 16,0 1 17-16,0-1-3 0,5-14 5 0,-4 14 5 16,1-3-2-16,-1-12 5 0,1-1 2 0,3-1 3 15,-2-1 1-15,-1 4-1 0,-2-7 4 0,2 1-1 16,-1-4 0-16,1-6-3 0,0-3 2 0,2-2-7 0,-2-2 6 16,-4-4-5-16,3 1 15 0,1-4 5 0,-1 1 8 15,0-3 12-15,-5-1-2 0,1-2 10 0,-3 0-1 0,1-4 18 16,1-1 3-16,-2-1 6 0,-2-8 0 0,0-1-3 15,1-2 5-15,4-7-6 0,2-3-6 0,3-2-13 16,6-5-12-16,5-11-2 0,3-4-8 0,9 2-1 16,7-5-3-16,-7 6-25 0,7-2 21 0,0 4-5 15,0 1-4-15,-5 14-18 0,1 1 20 0,-3 3 0 16,3 1 15 0,-4 3 4-16,1-2 3 0,-5 11 14 0,-5 2-3 0,0 4-3 15,-1-1-5-15,-3 3-3 0,4-2-8 16,-7 2-3-16,1 3-7 0,1-2-23 0,-4 3-31 15,5-3-61-15,-5 3 12 0,0 0 1 0,5 11-21 16,-5-3-31-16,-5 4-47 0,1 5-59 0,-5-3-82 16,-1 1-346-16,1 1-728 0,-4-2 322 0</inkml:trace>
  <inkml:trace contextRef="#ctx0" brushRef="#br0" timeOffset="2320.71">5627 3521 131 0,'-5'0'192'0,"5"0"-7"16,-9-1-4-16,9 1-15 0,-9 1-8 0,9-1 17 15,-6 0-13-15,6 0-16 0,0 0-9 0,0 0-15 16,-8 3-7-16,8-3-6 0,0 0-11 0,0 0-11 16,0 0-7-16,0 0-13 0,0 0-4 0,0 0-8 15,0 0-2-15,-5 0-10 0,5 0-2 0,0 0-8 16,0 0-1-16,0 0-2 16,0 0-4-16,0 0-5 0,0 0-1 0,0 0-2 15,0 0-3-15,0 0 0 0,0 0-1 0,0 0 6 16,0 0 7-16,0 0 8 0,23 3 6 0,-5-3 6 15,10 0-3-15,11-6-2 0,21 2-1 16,35-7-9-16,11 1-1 0,4 1-3 0,15-1-13 0,6-3 16 16,1 0 0-16,7 0 1 0,4 0 8 15,4-2-5-15,-9 1 2 0,-3 0 3 0,-8 2 5 0,-15 2 6 0,-10-3 13 16,-10-1 14-16,-27 6 6 0,-2-1 9 0,1-1 0 16,-10 3 6-1,-17 2 1-15,-5 0 5 0,-6 1 11 0,-9 1 1 0,-5 1 19 16,-6-1 12-16,4 3 0 0,-5-2 4 0,0 0-11 15,2 2-16-15,-7 0-20 0,6-1-20 0,-6 1-26 16,0 0-33-16,0 0-46 0,0 0-56 0,0 0-53 16,-14 8-63-16,-5-1-64 0,-8 0-82 0,1 3-429 15,-2-5-830-15,7 0 367 0</inkml:trace>
  <inkml:trace contextRef="#ctx0" brushRef="#br0" timeOffset="3191.3">6907 4228 191 0,'3'-4'243'15,"-3"-2"-14"-15,-3 2-11 0,3 4-15 0,-2-9-18 16,-3 5-15-16,-3 0-17 0,-1-4-12 0,-5 6-12 16,1-1-15-16,-4 2-9 0,-5 0-12 0,-6 2-4 15,6-1-11-15,-8 4-7 0,1 4-3 0,-2-2-11 16,3 5-4-16,2 0-2 0,6-4-12 0,-4 5-1 16,5-1-7-16,2-1-4 0,2 4-4 0,2-1 0 15,-1 0-2-15,8 0-5 0,-5 1-1 0,9 1 1 16,-3-5-3-16,5 3 4 0,1-2-1 0,4 1-3 15,0-1 2-15,3-1-1 0,4 3 2 0,3-6-2 0,2 1-2 16,2-3 4-16,9 0-1 0,0-3 2 0,-7-1-6 16,0-2 0-16,8-5 1 0,-2 1 0 0,-5-4-1 15,2-2-3-15,-6-2 18 0,4-1 7 0,-2-4 1 16,-6 4 10-16,4-10 3 0,-4 2 11 0,-1-4-3 16,-3-2-2-16,-1-1-6 15,-1-5 3-15,-2-2-7 0,-2-11 2 0,0 12 15 16,-4-13 4-16,0 11 5 0,0-9 13 0,-3 14 12 15,1 3 25-15,-1 2 4 0,-3 6 0 0,3 3 1 16,2 2-3-16,-3 7-18 0,3-1-10 0,-2 4-15 16,2 1-19-16,1 2-37 0,0 0-50 0,0 3-31 15,0 0 3-15,0 0 1 0,-9 18 12 0,5 0 3 16,-1 7 15-16,0 6-6 0,1 1 0 0,0 3 3 16,-2 10 9-16,3 5 2 0,-2-4 3 0,4-12 9 0,1 0-13 15,0-1 10-15,1 2-2 0,3-7-1 0,0 1-7 16,1-1-3-16,-1-2-1 0,-1-7-5 0,0-4-1 0,1 1-17 15,1-4-14-15,-3-1-20 0,0-5-22 0,-1 2-15 16,2-3-10-16,-3-1-14 0,1 0-6 16,-1-1-24-16,0-3-63 0,0 0-297 0,0 0-572 15,0 0 254-15</inkml:trace>
  <inkml:trace contextRef="#ctx0" brushRef="#br0" timeOffset="3684.3">7144 4073 82 0,'9'0'191'0,"1"1"-6"0,-1 0-18 16,1 2-12-16,3 3-9 0,3 1-14 0,-1 2-9 0,1 3-12 15,-2 0-8-15,-2 3-9 0,1 0-9 0,-2 1-7 16,0 9-2-16,-3-9-8 0,-3 1-3 0,-2 5 1 15,-3 1-2-15,-3-3-2 0,-2 4-1 0,0-4-2 0,-4-3-6 16,0 3-2-16,-2 0-4 0,-1-3-3 0,2-3-2 16,1-4 3-16,-1 0 4 0,1-2 3 0,1 0 3 15,0-3 9-15,2 0 26 0,1-1 22 0,0-1 30 16,4-1 47-16,-3 1 14 0,4-3-19 0,0 0-10 16,-8-10-13-16,8 3-20 0,0-2-11 0,4-3-16 15,0-5-12-15,4-3-14 16,2-3-7-16,5-5-10 0,1 1-28 0,3-2-10 15,1 0-11-15,-2 0-3 0,1 2-5 0,-5 0-3 16,3 6-1-16,-7 9-5 0,-1 2 10 0,-4 1-1 16,0 2-15-16,-1 2-10 0,1 1-4 0,-5 0-21 15,4 3-16-15,-4 1-8 0,0 0 7 0,7 9 7 16,-5-2 2-16,-1 4-1 0,-1 4 5 0,0 2 7 16,-1 0 1-16,1 2 5 0,0 0 1 0,-3 6 3 0,4-6 8 15,2 6 1-15,1-7-4 0,1 3 9 0,2-3 4 0,0-3 4 16,5 2 4-16,-1-5-3 0,3-1-1 15,0-2-20-15,4-2-35 0,-2-4-57 16,5-3-70-16,6-5-102 0,-8 2-313 16,3-2-646-16,-3-6 286 0</inkml:trace>
  <inkml:trace contextRef="#ctx0" brushRef="#br0" timeOffset="4139.35">7654 3830 14 0,'0'-5'354'0,"0"5"-32"0,-2-8-29 0,2 8-32 15,0 0-23-15,2-3-28 0,-2 3-22 0,0 0-22 0,5-1-19 16,-5 1-15-16,10 4-17 0,-4 1-11 0,3 2-9 16,-2 1-7-16,0 1-11 0,1 8-3 15,-3-5 3-15,2 2-14 0,-1 6-4 0,-5-4-3 16,2 3-5-16,-2 0-3 0,-2 5-6 0,-3-4 3 15,2 5-10-15,-1-7 0 0,-1-2-5 0,0-1-1 0,3-3-3 0,-2 0 2 16,1-5-8-16,0 1-1 0,1-4-1 0,0 2 1 16,0-2-4-16,1-4 2 0,-2 8 9 0,1-7 20 15,0 2 19-15,1-3 14 0,0 0 16 0,0 5 13 16,0-5 11-16,0 0 11 0,0 0 9 0,0 0-1 16,0 0 4-1,0 6 1-15,0-6 1 0,0 0 4 0,0 0 1 16,0 0-1-16,0 0-17 0,10-8-15 0,4 0-15 0,17-1-7 15,2-3-15-15,22-3-8 0,5-1-13 0,1 2-5 16,30-7-7-16,-31 9-2 0,2 0-8 16,3 3-3-16,-4-2 0 0,-1 0 0 0,-5 3-4 15,-19 4-5-15,-5-2 0 0,-3 3-2 0,-12 0 1 16,-4 1-4-16,-2 1 0 0,-2 0 2 0,-2 0-3 0,0-2 4 16,0 3-2-16,-6 0-2 0,7-1-14 0,-7 1-19 0,6-2-30 15,-6 2-59-15,0 0-65 0,0 0-82 0,0 0-87 16,0 0-84-16,-29 6-458 0,19-5-952 0,-2-1 421 15</inkml:trace>
  <inkml:trace contextRef="#ctx0" brushRef="#br0" timeOffset="6279.92">8960 3213 34 0,'-4'-2'181'0,"-1"1"-19"0,1-2-16 0,4 3-11 16,-9-2-14-16,4 0-11 0,5 2 17 15,-8 0-16-15,8 0-11 0,-9 2-10 0,9-2-8 16,-6 2-9-16,1-2-5 0,5 0-12 0,-8 1-1 16,8-1-5-16,-6 2-6 0,6-2 1 0,-4 2-2 0,4-2-1 15,0 0 4-15,-9 1 3 0,9-1 7 0,0 0 4 16,0 0 3-16,0 0 7 0,-4 1 3 0,4-1 5 16,0 0-2-16,0 0 4 0,0 0-4 0,0 0 3 0,0 0-4 15,0 0 1-15,0 0-5 0,0 0-2 0,0 0 4 16,0 0 6-16,0 0 6 0,0 0-6 0,0 0-12 15,0 0-7-15,19-4-3 0,-1-1-11 0,14 2-16 16,1-4 7-16,17 0-4 0,5-1-3 0,4-1-3 16,0 3 0-16,2 0-4 0,-1-1-2 0,-1 2-20 15,-3 0 19-15,-6 0-6 16,-13 2-14-16,-4 0 16 0,-4 2-4 0,-9 1-22 16,-2 0-8-16,-7 0-31 0,-1-3-30 0,-3 3-24 15,-5 3 3-15,-2-3-10 0,0 0-15 0,-13 7-30 0,-4-5-17 16,-4 3-21-16,-7 2-16 0,-4 1 1 0,4-4-172 15,-4 1-412-15,3-3 183 0</inkml:trace>
  <inkml:trace contextRef="#ctx0" brushRef="#br0" timeOffset="6480.84">9165 3067 180 0,'-1'-12'271'15,"1"-5"-3"-15,-1 0-4 0,-1 6-5 0,2 0 22 16,0 4 5-16,-1-4 2 0,2 3-21 0,-2 2-9 15,1 2-25-15,0 4-35 0,0-7-22 16,0 7-20-16,-2-5-49 0,2 5-20 0,0 0-14 0,1 19-8 0,-1-1 5 16,-1 9-18-16,2 6-3 0,-1 3-5 0,1 11-5 15,0 4 4-15,5-2 3 0,0 0-55 0,3-2-50 16,1-13-62-16,0 13-64 0,2-16-96 0,1-4-287 16,0 0-615-1,-1-13 272-15</inkml:trace>
  <inkml:trace contextRef="#ctx0" brushRef="#br0" timeOffset="7128.57">10392 2770 251 0,'-1'-11'250'0,"-2"0"-9"0,2 3-4 16,2 3-11-16,-2-3-15 0,1 2-18 0,0 3-25 16,-4-1-20-16,4 4-24 0,0-4-17 0,0 4-14 15,0 0-14-15,-1 25-4 0,-2-7-12 0,2 11-4 0,-2 3-8 0,-2 3 0 16,0 13-5-16,4 3-3 0,-1-3-6 15,-1 1 1-15,3-14-5 0,0 12-1 0,-3-12-3 16,2-2-3-16,1-2-1 0,0 2-1 0,1-5-2 0,2-3-2 16,-3-6-1-16,1-1-4 0,-1-1 1 0,-1-5-2 15,2 1-2-15,-1-6 3 0,2 1 0 0,-4-1-3 16,4-2 0-16,-4 0-2 0,2-5-2 16,2 7-1-16,0-5-22 0,-2-2-54 0,0 0-49 15,0 0-48-15,0 0-51 0,-21-12-212 0,15 1-465 0,-3-3 206 0</inkml:trace>
  <inkml:trace contextRef="#ctx0" brushRef="#br0" timeOffset="7474.13">10335 2552 1523 0,'-3'-16'208'0,"-3"6"-35"0,3-3-18 0,-2 1-4 0,2 5 6 0,0 1-19 16,1-1-33-16,0 3-14 0,2-1-23 0,-3 2-10 15,3 3-10-15,5-5-7 0,-5 5-7 0,8 0-3 16,2 5-5-16,4 1 1 0,9 3-3 16,7 5 0-16,-1 2-3 0,3 5 1 0,2-1 0 15,-3 1-3-15,6 11-1 0,-10-6-1 0,-4 0 0 16,-1-2-5-16,-4-1 0 0,-6 1-1 0,-1 0 4 16,-5-5-5-16,-6 0 9 0,-1 1-5 0,-3-3 6 15,-9 5-1-15,-5-3 0 0,-1 2-11 0,-5-3 13 16,-3-2 2-16,0 2-14 0,-2-3 18 0,-1-1-1 15,2-3-15-15,3 1 14 0,-1-4-14 0,6 1 11 16,3-3 0 0,3-2 2-16,1 0-9 0,3 1-5 0,2-4 7 15,2 4-13-15,0-5-23 0,-1 2-28 0,7-2-34 16,-5 5-1-16,5-5-11 0,0 0-25 0,12 5-51 0,4-2-76 0,3-6-220 16,9 2-504-16,3-3 223 0</inkml:trace>
  <inkml:trace contextRef="#ctx0" brushRef="#br0" timeOffset="8192.84">11623 2894 211 0,'-4'-7'211'0,"-5"-2"7"0,1 2-16 0,-2 0-20 0,-3 2-16 0,-5-1-17 16,-3 2-14-16,-7 1-16 0,-2 1-9 0,-2 4-11 15,-2 1-11-15,0 1-9 0,0 3-4 0,1 1-8 16,-2-2-7-16,7 3-4 0,-3 0-6 0,5 4-6 16,6-4-4-16,4 3-8 0,-2-1 2 15,4 2-8-15,2 0 0 0,6-3-3 0,-2 5-3 16,3-4 1-16,5 2-1 0,0-2 4 0,8 4-5 16,5-3 3-16,2 1-4 0,3-1 0 0,11-6-1 15,2 4-1-15,1-7-1 0,0 2 1 0,3-8-5 16,-3 1 0-16,0-4 2 0,-2-1-2 0,-3-3-4 15,-3-6 5-15,-1-1 18 0,-1 0 19 0,-4-2 30 16,-4-3 11-16,-1 1 19 16,-3-1 7-16,-5-6 16 0,1 1-7 0,-5-1 1 15,-2-3 2-15,-4-3 4 0,0 0-5 0,-3-17-14 16,-2 5 3-16,1-4 3 0,-1 5 8 0,1 12 16 16,1 1 15-16,3 3-4 0,-5 1 9 15,6 8-5-15,-1 5-15 0,1-2-9 0,0 5-11 0,3 4-7 0,-3 2-15 0,3 1-16 16,-2-2-12-16,1 4-19 0,-2 1-42 15,4 2-42-15,0 0-47 0,0 0-3 0,0 0 10 16,-4 17 2-16,-1 2 12 0,1 8 1 0,-1 2 4 16,1 5 14-16,-2 3 2 0,2-2-1 0,4 1 6 15,-4 1 9-15,4-3-4 0,2-1 9 0,0 3-6 16,3-4 11-16,0 0 0 0,0-6 3 0,0 3-4 16,2-4 7-16,-5-8-12 0,5 1 10 0,-5 0-2 15,2-8-4-15,0 2-4 0,1 0 1 0,-5-4-2 0,4-3-17 0,-4 3-8 16,1-5 1-16,2 2-9 0,-3-5-14 0,1 8-16 15,-1-8-15-15,0 4-17 0,0-4-26 0,0 0-67 16,0 0-62-16,0 0-67 0,0 0-299 0,3-22-687 16,-2 10 305-16</inkml:trace>
  <inkml:trace contextRef="#ctx0" brushRef="#br0" timeOffset="8847.69">11636 2561 178 0,'2'-6'334'0,"-2"0"-11"0,4 1-20 0,-3 0-25 16,0 3-36-16,-1-3-22 0,0 5-26 0,2-5-18 16,-2 5-23-16,0 0-15 0,0 0-20 0,0 0-16 15,12 9-7-15,-4-1-10 0,1 2-12 0,-3 5-5 16,3-1-7-16,2 2-15 0,-1-1-9 16,0 2-4-16,4-2-10 0,-5 2-8 0,4 0-8 15,0-3-9-15,-4-1 1 0,0-2-12 0,-2-1 4 16,2-1-6-16,-1-4-7 0,-3 1 8 0,0-2 4 15,-1-1 2-15,0-1 4 0,1-2-1 0,-5 0 3 0,7-5 17 16,-3-2 5 0,0 0 11-16,2-6 3 0,-2 3 8 0,-2-2 6 15,0-5 7-15,2 0 2 0,-7-1 0 0,6 1-4 16,-3 0 31-16,1 0-2 0,1 5 14 0,-2-2 0 16,0 3 5-16,0 2 6 0,2 2-4 0,-4-1-11 0,2 4-13 0,2-1-12 15,-2 5-22-15,-2-4-11 0,4 0-25 0,-2 4-32 16,0 0-7-16,0 0 2 0,0 0 6 15,0 14 2-15,-2-2-1 0,0 8 3 0,1 3 5 0,-2 7 0 16,0 3 3-16,-3 2 1 0,-2 14-4 16,1 0 3-16,-1-1 0 0,1 5 8 0,-1 0-2 15,2 0 9-15,1-2-6 0,1-2 5 0,0-4-3 16,1-11-1-16,1 1 7 0,-3-1-7 0,5-1 7 16,-1-3-2-16,-1-3-6 0,0-9 4 0,2 2 0 15,-3-3-2-15,2-1-1 16,1-6 4-16,-3 2 3 0,2-5-7 0,-2 0 6 15,2-1 5-15,0-2 3 0,1-4 11 0,-5 7-18 16,-3-7 20-16,8 0 4 0,-15-2-7 0,2-4-1 16,-1 0 12-16,1-4 17 0,-1-2 1 0,1-5-7 15,-2-6 0-15,6-4 1 0,0-1-2 0,2-8-4 16,3-12-8-16,6-5-7 0,-2 3 0 0,12 0-4 16,0 0-2-16,5 6-4 0,-4 13-3 0,-3 0 6 0,4 2 0 15,2 2 0-15,0 2 1 0,2 1 0 0,0 3-6 0,-3 7 3 0,-1 2 2 16,3-1-7-16,-7 4 7 0,-1 1-6 0,1 0 0 15,-1 3-2-15,-5-2-4 0,1 2 0 0,0 1-4 16,-1 4-16-16,1-1-29 0,0-1-26 0,-5 2-26 16,0 0-9-16,0 0-11 0,8 7-15 0,-7 0-18 15,-1 1-25-15,-5 4-35 0,1 0-23 0,-1 1-73 16,-5 4-314-16,1-1-669 0,-3-1 295 0</inkml:trace>
  <inkml:trace contextRef="#ctx0" brushRef="#br0" timeOffset="9379.84">10715 3634 41 0,'-5'4'296'0,"0"-4"-21"16,1 3-13-16,4-3-14 0,-7 3-11 0,7-3-16 16,-5 1-16-16,5-1-22 0,0 0-17 0,0 0-17 15,-7 1-13-15,7-1-13 0,0 0-13 0,-5 2-13 16,5-2-6-16,0 0-12 0,0 0-8 0,0 0-7 16,0 0-2-16,0 0-8 0,0 0 0 0,-3 2 7 15,3-2-10 1,0 0-3-16,0 0 9 0,0 0-12 0,0 0-8 15,0 0 1-15,0 0-12 0,0 0 2 0,0 0-6 16,0 0 1-16,0 0-3 0,0 0-4 0,-3 2 2 0,3-2-4 0,0 0-1 0,0 0 7 16,0 0-14-16,0 0 3 0,0 0-1 0,0 0 0 15,0 0-2-15,0 0 4 0,0 0 0 16,0 0-5-16,0 0 1 0,0 0 0 0,0 0 1 16,15-4-3-16,4 0 1 0,10-2 1 0,11-1-1 15,23-1 11-15,29-9-2 16,9 6 3-16,3-1 13 0,8 0 4 0,0-1 17 0,4 0-10 15,2 0-6-15,1 2 9 0,-3-3 6 0,-7 3-1 16,-6-1-2-16,-16 1-7 0,-28 4-2 0,-7 1 0 16,-16 2 12-16,-4-1 15 0,-13 2 26 0,0 0 12 15,-7 1 13-15,-6 1 13 0,2 1 17 0,-2-3-6 0,1 3-7 0,-2-1-14 16,-5 1-21-16,8-1-30 0,-8 1-31 0,3-2-41 0,-3 2-68 16,0 0-70-16,0 0-68 0,-20 7-71 0,2-3-76 15,-5-1-416-15,5 2-837 0,-2-3 371 0</inkml:trace>
  <inkml:trace contextRef="#ctx0" brushRef="#br0" timeOffset="10134.84">11707 4146 108 0,'-4'-6'205'0,"-6"0"-10"15,5 2-14-15,-2-1-17 0,-4 2-9 0,-2-1-18 16,-6 0-16-16,-3 4-8 0,-5-1-9 0,-1 4-11 16,-2 1-11-16,0 3-6 0,-2 0-3 0,0 1-14 0,-1 4-1 15,1 1-8-15,0 2-3 0,-1-1-7 16,6-1-2-16,3 3-6 0,6-3-4 0,0-1-3 16,4-1 0-16,1 3-3 0,3 0-1 0,2-4-7 15,3 2 1-15,1 0 9 0,4-2 9 0,2 2 8 16,0-3 3-16,5 3 5 0,-1-4 0 0,6-1 3 15,2 0-1-15,6-1 2 0,-1-2-5 0,13 0 2 16,-3-4-1-16,-1-2-1 0,0-4 2 0,0 0-5 16,1-2 5-16,-5-4 8 0,2-1 9 0,-6-1 0 0,1-4 15 0,-3-2-3 15,-2-1-1-15,0-4 1 0,-6-1-4 0,0-4 0 16,-2-1-10-16,-3-5-2 0,4-10-1 0,-4-3-4 16,-1 2-1-16,-3-2-1 0,0-1 0 0,0 2 6 0,-2 12-2 15,0 1 23-15,-2 3 9 0,-2 3 10 0,3 11 11 0,1 0 4 16,-5 5-1-16,5 4-15 0,0 0-8 15,1 5-22-15,-1-3-24 0,1 4-63 0,0 3-37 16,0 0-2-16,0 0 11 0,-4 12-2 0,1 4 9 16,0 8 7-16,3 8 12 0,-1 3-5 0,-1 10-1 15,-1 5 10-15,2-1-2 0,-3-2 3 0,8-2 12 16,0-10-12-16,-1 2-34 0,1-1-6 0,3-2-11 0,-3-1-13 16,2-6-21-16,0 2-20 0,1-3-22 15,-1-8-33-15,-2 0-43 16,1-6-60-16,-1-1-305 0,0-3-630 0,-2-3 278 15</inkml:trace>
  <inkml:trace contextRef="#ctx0" brushRef="#br0" timeOffset="10717.41">11860 3939 90 0,'5'-4'230'0,"4"2"-18"0,4 0-24 0,0 2-16 16,5 0-7-16,0 4-16 0,2 0-10 0,7 6-9 16,-3 2-17-16,-2 4-16 0,0 2-11 0,-2 0-4 15,-6 4-12-15,0 2-8 0,-5 1 0 16,-5 0-12-16,0 0 1 0,-8 3-3 0,-1-3 5 16,-6 0-5-16,-2 1-4 0,-3-3-2 0,-3 0 2 15,-1-3-4-15,0-1-2 0,0-3 2 0,1-4 5 16,6 0 8-16,-2-4 13 0,2-3 7 0,4 0 24 15,-1 0 33-15,5-2 35 0,1-1 31 0,-3 0 38 16,7-2 10-16,0 0-38 0,-11-7-20 0,11 1-20 16,0-3-17-16,5-1-14 0,0-6-19 0,4-4-8 0,4-6-15 0,1 1-12 15,5-1-7-15,0-1-10 0,7-14-9 16,2 1-6-16,-9 11-3 0,2-1-3 0,-1 0-6 16,-1 4-7-16,-1 0-3 0,-4 6 18 0,-5 5 32 15,-1 6 7-15,-3 0 1 0,-1 4-7 0,1-1-14 0,-4 4-12 16,3-1-20-16,-1 0-24 0,-3 3-29 0,0 0-6 15,0 0 7-15,2 11-3 0,-3 1-3 0,-2 5 8 0,-2 0 2 16,4 11 2-16,-2-2 2 0,-3 4 4 0,5-4-3 16,-2 2 3-16,6-1 0 0,-2-2 4 0,5 0 3 15,1-6 3-15,-1-2 3 0,4-2 7 0,3-1-1 16,-1 0 11-16,3-3 2 0,2-1-5 0,2-2 2 16,0-2 2-16,3-1 7 0,7 0 2 0,-7-3 2 15,-4 1 4-15,0-3 8 16,-7 0 14-16,-1 2 11 0,-2-2 10 0,-2 0 14 15,1 0 4-15,-7 0 5 0,9 0-4 0,-9 0-18 16,9 0 1-16,-9 0-10 0,5 0-7 16,-5 0 0-16,0 0-20 0,0 0-24 0,0 0-42 0,7 0-46 15,-7 0-53-15,7-6-132 0,-4 2-139 0,5-3-127 16,-1 1-455-16,4-2-1051 0,3-3 466 0</inkml:trace>
  <inkml:trace contextRef="#ctx0" brushRef="#br0" timeOffset="14126.52">13490 3363 77 0,'-9'1'106'0,"9"-1"-14"0,-6 0-7 15,6 0-13-15,0 0-9 0,0 0 4 16,-6 0-10-16,6 0 0 0,0 0-11 0,0 0 9 15,0 0 0-15,0 0 0 0,-11 2 0 0,11-2-4 16,-8 0-1-16,3 1 0 0,-2-1-2 0,7 0 4 16,-7 0 1-16,7 0 3 0,0 0-1 0,-12 0 7 0,12 0 0 0,-5 3 2 15,5-3 0-15,-5 0 0 0,5 0 1 0,0 0-2 16,0 0-6-16,-4 2 2 0,4-2-2 0,0 0 4 16,0 0 4-1,0 0 7-15,0 0 0 0,0 0-6 0,0 0-7 0,0 0-6 16,17-5-5-16,3 1-4 0,12 0-5 0,5-3-6 15,21-1-2-15,3-3-3 0,30-5-5 16,-3 5 0-16,3-1 1 0,-26 6 1 0,0-2 0 16,26-2 2-16,-32 3-3 0,-6 2-4 0,-13 2 0 0,-8-2-2 15,1 1-6-15,-6 2-1 0,-9 0-20 0,-5 1-20 16,-2-1-20-16,-3 1-16 0,-4 0-21 16,-4 1-16-16,0 0-23 0,0 0-26 0,0 0-24 15,-43 1-8-15,16 0-138 0,-2 1-347 0,1-5 153 16</inkml:trace>
  <inkml:trace contextRef="#ctx0" brushRef="#br0" timeOffset="14341.99">13930 3084 71 0,'-3'-14'331'0,"0"-1"-8"0,-1 3 19 16,3 2 7-16,-2 3-17 0,2 1-34 15,-1 1-36-15,2 5-25 0,-3-6-29 0,3 6-38 16,0 0-16-16,-4 14-34 0,4 6 2 0,-5 9-9 16,4 5-16-16,-3 15-6 0,-1 3-3 0,5 1-7 15,-4 3-7-15,4-2-29 0,0-2-40 0,9 1-50 0,0-1-52 16,1-4-67-16,2 0-102 0,-5-15-292 0,-2-5-603 0,1-9 268 16</inkml:trace>
  <inkml:trace contextRef="#ctx0" brushRef="#br0" timeOffset="15428.16">15639 2776 72 0,'0'-5'167'0,"-4"-2"-1"0,4 0-4 0,0 2-2 15,-1-2-8-15,-2 2-14 0,2 2-4 16,1-2-7-16,-4 1-17 0,0 0-12 0,-3 1-10 31,-1 3-9-31,-5 0-9 0,-5 4-8 0,-6 3-8 0,-5 3-2 0,-3 5-10 16,-2 4-3-16,3 1-5 0,-12 9-2 0,3 1-4 15,4 3 3-15,1 0-9 0,4 4 0 0,9-10-4 16,1 3-1-16,3 2-7 0,5-3 6 0,-2 1 0 16,7 3-3-16,1-6 0 0,4-1 1 0,4-1 20 15,3 1-3-15,4-6 8 0,2-6-2 0,4 3-1 16,0-5-2-16,12 5 3 0,-1-9-4 0,5-1 1 16,-1-3-6-16,6 1 1 0,-1-9-4 0,2-1-1 15,2-3-6-15,-5-5 2 0,1 2 1 0,-2-3 6 16,-2-3 8-16,-3-3 5 0,1-1 9 0,-8-1 4 0,-1-2 3 0,0-4-8 15,-4 0-1-15,0-3-7 0,-1-1 0 0,-3-2-9 16,-2 0-1-16,-4-2-2 0,-1 3-2 16,-2-1-5-16,-2 1 0 0,-2 2 0 0,-1 2 3 15,-2 4 6-15,-3 0 0 0,2 7 3 0,-2-1 1 16,0 3 6-16,0 1-5 0,0 5-4 0,0 1 0 16,2 1-5-1,-3 2-6-15,0 0-7 0,1 6-3 0,-1 0-8 0,-3 3-4 0,-4 6-2 16,-2 4-2-16,-2 8 4 0,2-1-3 15,-2 8 5-15,2 2-3 0,-2 12 4 0,4 6-5 16,4 4 9-16,1-1-16 0,5 3 11 0,0-2 1 16,6 4-1-16,6-2 7 0,1-1-3 0,3 1 2 15,5-5 0-15,0-2 5 0,5-1-6 0,2-3 2 16,-7-11 0-16,2 2-5 0,1-3 1 0,-4 1 3 0,1-2-3 16,-3 2 3-16,-5-3-1 0,0 1-4 0,-5-4 3 0,-2-7 0 15,-2 1-3-15,-3-2 6 0,-4-1 1 16,0-2 1-16,-4 1 3 0,-9 1 3 0,-2 0-4 15,1-4-4-15,-4-4-34 0,-3 2-60 0,6-2-74 16,5-6-121-16,-2-2-265 0,4-5-592 0,4-2 261 16</inkml:trace>
  <inkml:trace contextRef="#ctx0" brushRef="#br0" timeOffset="19265.49">16210 2865 112 0,'0'-6'251'0,"0"-2"-10"0,0 1 0 0,0 2-9 16,0 1-20-16,0 0-17 15,0 4-22-15,1-6-22 0,-1 6-17 0,-1-4-16 16,1 4-15-16,0 0-16 0,0 0-12 0,0 0-12 16,0 0-10-16,5 21 0 0,-3-12-7 15,0 3-2-15,3 3-10 0,-2 4 2 0,3-2-2 16,-1 3-4-16,0-3-1 0,3 7-1 0,1-7-4 0,-3 0-2 16,3-3-2-16,-2-2-4 0,0-2 4 0,1 0-5 15,-3-2 3-15,0 0 0 0,-1-3 5 0,2-2 2 0,1-2 3 0,-7-1 0 16,16-4-3-16,-3-3-1 0,3-4 7 0,-1-3 7 15,0 0 0-15,2-6 7 0,-4 4 2 0,-1-1 3 16,0 3 4-16,-2-10-1 0,0 9 7 0,-1-2-4 16,-1-2 9-16,-3 2 2 0,0 6 8 0,0 0-17 15,-1 1 32-15,-1 2-17 0,-1 2 1 0,-1 2-16 16,2-2-21-16,-3 4-20 0,3-1-38 0,-3 3-16 16,0 0 5-16,0 0 6 0,-3 15-2 0,0 2 7 15,0 9 1-15,-4 4 4 0,1 2 0 0,-2 15 2 16,-1-3 2-16,4 9 4 0,-5-4-1 0,10 1 2 15,-8 2 3-15,7-2 3 0,-3 1 0 0,4-2 1 16,-1-2 1-16,-2-2 2 0,3-9-4 0,4 11 5 0,-4-10-2 16,1-3-1-1,2 0 4-15,2 3 5 0,-2-4-6 0,-2-2 2 16,-1 2-5-16,2-2-14 0,-4-2 12 0,-2 0 8 16,3-6 2-16,-6-3-2 0,2-3-4 0,0 0 2 0,-4-2 3 0,0-3-1 15,-1 2 3-15,2-5 2 0,-2-1 4 0,-1-1 5 16,-1 1 1-16,-1-6 3 0,1 1 1 15,-6-3 7-15,-3 0 0 0,2-3 11 0,-4-2-10 16,-1-7 13-16,-3-2 1 0,2-1 0 0,3-5 15 0,-1-1 5 16,1-4-4-16,5-4-3 0,2-2 1 15,5-16 3-15,1 3-3 0,4-5-14 0,6 2 0 16,8-3-8-16,5-1-8 0,5-2-3 0,7 1-5 16,2 0-4-16,4 2-2 0,5 6-7 0,1 2 1 15,4 4-1-15,-1 1-6 0,0 6 4 0,-13 8-3 16,3 5-1-16,-4 1-7 15,-3 4 4-15,-6 4 2 0,-3-2-14 0,-6 6 12 16,0-1 4-16,-3 1-13 0,0 2 13 0,-1 0-10 0,0 2-2 0,-5 1-12 16,6-4-14-16,-2 1-19 0,-4 3-12 0,0 0-23 15,0 0-10-15,0 0 3 0,0 0 9 0,0 0 0 16,0 0-7-16,3 9-9 0,-7-2-16 0,-1-2-20 16,2 1-27-1,-3 1-26-15,1 3-30 0,-1-4-40 0,3 0-45 0,-2 1-189 0,2-4-532 16,3-3 236-16</inkml:trace>
  <inkml:trace contextRef="#ctx0" brushRef="#br0" timeOffset="20437.06">17062 3057 111 0,'0'0'122'0,"0"0"-10"0,0 0-7 0,0 0 2 15,0 0-4-15,0 0 2 0,0 0-1 0,0 0-11 16,0 0 3-16,0 0-4 16,0 0-1-16,0 0-9 0,0 0 2 0,0 0 0 15,0 0 10-15,0 0 5 0,0 0-9 0,0 0-6 16,0 0-11-16,0 0-8 0,0 0-5 0,22-2-8 15,-4-3-4-15,9 3-4 0,5 1-6 0,5-5 1 16,2 3-9-16,1 3-18 0,15-5-34 16,-4 5-34-16,-14-1-44 0,0 2-47 0,-1-2-186 0,-3 1-360 15,-5-1 160-15</inkml:trace>
  <inkml:trace contextRef="#ctx0" brushRef="#br0" timeOffset="20637.59">17030 3234 199 0,'-1'3'194'0,"1"-3"-18"0,7 5-19 16,5-4-14-16,6-1 12 0,14 1-11 0,10 1-20 15,16-2-29-15,8 0-41 0,30 0-64 0,-3-2-87 16,-30 2-126-16,34-5-241 0,-35 3 107 15</inkml:trace>
  <inkml:trace contextRef="#ctx0" brushRef="#br0" timeOffset="21239.04">18497 2894 1885 0,'-5'-14'111'0,"0"2"116"0,1-1-71 15,0 2-10-15,1 1-31 0,-2 1-10 0,1-2-10 16,3 5-21-16,-2-1 13 0,2 2 2 0,-2-2-9 15,3 2-8-15,0 1-8 0,0 0-14 0,0 4-7 16,0 0-21-16,0 0-5 0,0 0-7 0,0 0-1 16,0 13-9-16,4-1 3 0,-1 7-2 0,-1 5-1 15,3 3-1-15,-1 5 4 0,0 2-1 0,1 0-9 0,-1 1 8 0,0 2 1 16,2 9 3-16,-1-10 0 0,1-5 1 0,-4 4 2 16,2-2-3-1,-2-4 0-15,1-2 1 0,-2-3-1 0,2-8-2 16,-1 1 2-16,-3-6 0 0,1-2-2 0,1-3 1 15,-1 1 11-15,0 0 33 0,-1-5 36 0,1-2 42 16,-1 8 37-16,1-8 25 0,0 0-22 0,0 0-14 16,-12-20-19-16,4 6-14 0,-3-1-8 0,1-9-11 15,-1-2-11-15,0-4-10 0,2-2-4 0,0 0 4 16,-1-16-2-16,2-2-4 0,4 4-4 0,4-3-4 16,0 1-2-16,0-3-1 0,4 1 1 0,1-1 6 15,2 17 8-15,0-13 4 0,0 11 3 0,-1 3 6 16,1 2-7-16,0 2 0 0,1 7-1 0,-3 2-14 15,4 3-6-15,-3 3-12 0,4-1-4 0,-3 5-9 0,8-3-12 16,0 2-8-16,12-1-9 0,4 4-11 0,1-3-24 0,1 8-16 16,6 0-27-16,13 2-19 0,0 1-31 0,2 4-25 15,-4 2-25-15,-13 3-33 0,11 1-34 0,-17 2-44 16,-2 3-36-16,-2 1-50 0,0 1-56 16,-6 0-276-16,-4-3-757 0,-1-2 335 15</inkml:trace>
  <inkml:trace contextRef="#ctx0" brushRef="#br0" timeOffset="21514.02">18583 3127 97 0,'-4'3'275'0,"-2"-3"-10"0,2 2-4 0,4-2-9 15,-8 2-17-15,8-2-25 0,0 0-22 0,0 0-17 0,25 0-9 16,4-3-20 0,4-1-26-16,21 0-41 0,-1-1-36 0,6 1-16 15,5 0-50-15,27-3-57 0,-26 0-70 0,3 4-221 0,-4-6-406 0,-3 1 181 16</inkml:trace>
  <inkml:trace contextRef="#ctx0" brushRef="#br0" timeOffset="22024.77">19764 2767 197 0,'6'-1'245'0,"2"-1"-20"0,3 0-17 0,2 2-14 15,0 2-16-15,5 0-14 0,1 3-13 0,1 0-7 16,7 7-14-16,-12-2-12 0,6 2-4 0,-2 5-12 16,-5-5-12-16,0 3-3 15,0 7-10-15,-6-4-7 0,-3 8-5 0,-2-7-6 0,-3 1-3 0,-7 6 1 0,1-8-12 0,-7 5-1 16,-1 0-3-16,-9-2-5 0,1-3 0 0,-1 2-11 15,-2-3 7-15,-1-3-3 0,2-1-2 0,5-5-2 16,-7 2-5-16,10-7 10 0,0 1 9 16,5-3 13-16,2 3 21 0,1-3 32 0,-1 0 23 15,9-1 24-15,0 0-11 0,-14-3-11 0,10-2-5 16,0-3 7-16,3-1-9 16,5-4-11-16,1-3-9 0,0-1-9 0,9-5-11 15,-1-3-12-15,6-1-4 0,2 2-9 0,0 0-4 16,2 2-7-16,2-2-4 0,-5 4-2 0,-1 1-11 15,4 2 1-15,-10 5-8 0,-4 4 2 0,1 2-5 16,-5 1-9-16,3-1-1 0,-3 2-4 0,-1 1-3 16,2 1-19-16,-2 2-4 0,-4 0-1 0,0 0-3 15,12 7-5-15,-6-2 10 0,2 4-8 0,1-1 0 0,1 7 15 0,3 0-8 16,2 6 4-16,3 1-7 0,-3 2 3 0,3-2-26 16,0-1-32-1,1 0-29-15,-10-2-24 0,5-3-35 0,-1-1-38 16,0 0-37-16,-3-4-53 0,3 2-71 0,-7-9-194 15,-1-1-603-15,2-2 267 0</inkml:trace>
  <inkml:trace contextRef="#ctx0" brushRef="#br0" timeOffset="23143.21">19661 2677 29 0,'8'-2'118'16,"-3"2"-10"-16,6 0-13 0,-3 2 4 0,4 1-17 16,-2-1-6-16,0 5-11 0,-2-2 4 0,1 3-5 15,5 4 5-15,-5 1-3 0,-3 2-7 0,1 2 5 16,-2 1-9-16,-4 8 5 0,-1-2-2 0,-1 3 1 16,-4 2 3-1,-3 2-7-15,-1-2 1 0,3 1-10 0,-8-1-3 16,2 0 0-16,-2-2-6 0,0-1-6 0,-2 0 2 15,5-4-1-15,-2-5 0 0,2-1-7 0,1 1-3 16,1-4-1-16,0-1-2 0,3-3-1 0,2-4 1 16,1 0 1-16,-1 0 16 0,3 1 24 0,-2-5 28 15,1 3 26-15,2-4 23 0,0 0 16 0,-5 4 26 16,5-4-9-16,0 0-12 0,0 0-10 0,14-18-28 16,-4 3-14-16,3 1-10 0,3-8-12 0,6 0-5 0,-2-6-13 0,6-10-9 15,7-1-11-15,-1-1-11 0,1 2-8 0,-1-2-4 16,4 2-1-16,-12 10-5 0,-2 1-4 0,0-2 0 15,0 7 10-15,-7 1 7 0,3-1-2 0,-5 7-3 16,-3 1 2-16,-2 4 5 0,-1 2 0 16,0 2-1-16,-1-1 0 0,-2 3-2 0,1-2 1 15,-1 4-5-15,-2-3-10 0,2 2 6 0,-2 1-12 0,1-1 0 0,-3 3-10 16,5-2-16-16,-5 2-8 0,0 0-7 0,0 0-12 16,4-3-12-1,-4 3 1-15,0 0 3 0,0 0-4 0,0 9 8 0,-4-1 5 16,2 0 0-16,-3 4 5 0,-3 0-1 0,0 4 10 15,1 2 2-15,-6 6 7 0,3 3-3 0,-3-1 3 16,0 3-1-16,-1 0 4 0,4 1 5 16,0 1 7-16,1 0-5 0,1 0 1 0,2-4-2 15,-1 0 3-15,3 0 4 0,7-1 0 0,-2-2 7 16,3-7 22-16,0 1 4 0,9-2 7 0,-2 0 12 16,11 2 3-16,2-1-1 0,11-2-1 0,12 1-5 15,8-1 0-15,4-6-18 0,0-1-43 0,3-2-59 0,-6-3-85 16,4-6-103-16,-21-1-315 0,13-3-626 15,-15-5 276-15</inkml:trace>
  <inkml:trace contextRef="#ctx0" brushRef="#br0" timeOffset="23516.89">20548 2537 1816 0,'-4'-11'212'0,"3"0"23"0,1 5-20 15,0-2-22-15,0 3-42 0,-2 1-43 0,2-1-34 16,0 5-18-16,2-6-14 0,-2 6-4 0,0 0-8 15,10 8-6-15,-2 1-5 0,6 7-2 0,0 9 2 16,5 6-2-16,-2 1 0 0,5 14 3 0,-2 3 0 16,-7 2-10-16,1 4 17 0,-10 1-2 0,0 2 5 15,-7 0 1-15,-6 1 0 16,-7-2 3-16,-4-4-7 0,-4-5 4 16,-4-2 0-16,-9-4-2 0,-4-5-2 0,-3-4 2 15,0-3-3-15,-5-4-2 0,-6-2-11 0,3-7-32 0,-4-1-41 0,-2-3-49 0,-2-6-69 16,-2 1-116-16,0-11-221 0,-3-2-558 0,2-7 248 15</inkml:trace>
  <inkml:trace contextRef="#ctx0" brushRef="#br0" timeOffset="23860.45">19575 2329 101 0,'-3'-15'356'0,"2"4"-22"0,-1 3-22 16,1 1-25-1,0 1-37-15,2-2-35 0,-2 5-30 0,1 3-29 0,0 0-19 16,0 0-15-16,-15 26-10 0,7 2-17 0,-7 22-3 15,-5 7-14-15,-8 28-9 0,3 0-6 0,1-3-2 16,1 1-6-16,10 3-1 0,5 0 8 0,9-27 11 16,10 24-1-16,0-25-16 0,8-2 12 0,4 0-5 15,10-3-4-15,6-9-11 0,4-1-29 0,-1-7-35 16,7-4-69-16,2-3-91 0,0-11-153 0,3-3-179 16,1-6-551-16,-16-9 244 0</inkml:trace>
  <inkml:trace contextRef="#ctx0" brushRef="#br0" timeOffset="24561.69">21583 3064 56 0,'-9'0'148'0,"5"-1"-9"16,4 1-1-16,-10-1 1 0,10 1-4 0,-6 0-4 0,6 0-7 15,-8-1-5-15,8 1-10 0,0 0-2 0,0 0-6 16,-10 0-10-16,10 0 0 0,0 0 1 0,0 0-1 15,0 0 12-15,-4 2 1 0,4-2 3 0,0 0-8 16,0 0-8-16,0 0-5 0,21-4-12 0,-1 2-7 16,13-2-6-16,7-5-8 0,16 3-4 0,0 2-8 15,4-2-3-15,-1 3 5 16,4-1-13-16,-1-3 4 0,1-1-2 0,-3 3 0 16,-4 2-7-16,-4-1 0 0,-17 4-4 0,-3-6-3 15,-10 5-1-15,-3-2 1 0,-5 1-11 0,-2 2-15 0,-6 0-15 0,0 0-12 16,-6 0-2-16,6 2-10 0,-6-2-10 0,0 0-13 15,-22 4-19-15,1-3-10 0,2-1-13 0,-3 0-13 16,-6 0-22-16,9 0-20 0,-1 0-25 16,2 3-121-16,-1-7-340 0,7 3 151 0</inkml:trace>
  <inkml:trace contextRef="#ctx0" brushRef="#br0" timeOffset="24877.9">22237 2776 16 0,'-3'-4'271'0,"3"4"-24"0,0-5-24 0,0 5-23 15,-4-1-23-15,4 1-24 0,0 0-13 16,0 0-16-16,0 0-11 0,9 9-13 0,-3 0-8 31,6 3-10-31,4 2-7 0,2 6-7 0,5-2 4 0,4 3-7 0,-3 0-3 16,1 3-5-16,-5 1-5 0,2-1-1 0,-3-2-8 15,0 2-4-15,-7-8-4 0,-1 7 1 0,-4-5 3 16,-5 0 2-16,-4-1-3 0,-4 0 4 0,-3 0-3 16,-12 3-2-16,-5 0-3 0,-1-2-1 0,-3-3-2 15,-5-2-5-15,3 3 0 0,-4-7-7 0,3 5 7 16,0-3-9-16,5-2-4 0,0-2-24 0,2 2-26 16,7-3-37-16,1-3-40 0,4-2-47 0,6 2-54 0,-1-6-192 15,9 3-442-15,0 0 196 0</inkml:trace>
  <inkml:trace contextRef="#ctx0" brushRef="#br0" timeOffset="25247.1">23333 2846 2265 0,'3'-7'229'15,"-1"0"-75"-15,0 2 5 0,2 0-23 0,-4 0-15 16,3 1-23-16,-2 0-25 0,2 1-14 0,-3 3-11 16,2-3-9-16,-2 3-8 0,0-5-6 15,0 5-8-15,0 0-2 0,0 0-3 0,0 0-9 16,8 11 3-16,-6-5 0 0,-2 4 0 0,4 2 2 16,-3 3-1-16,1 1 2 0,0 3-4 0,-2-1 2 15,0 7-3-15,0-6 2 0,2 0 2 0,-2 1-3 16,-2-2 4-16,2 1-2 0,0-6 3 0,0-1-1 15,0 0 0-15,-2 0-4 16,2-2 1-16,-2-5 2 0,1 0 0 0,1 2 0 16,0-3 2-16,0 0 3 0,0-4 1 0,-2 4-2 15,2-4 6-15,-2 4 3 0,2-4-5 0,0 4 6 16,0-4-6-16,0 0-37 0,0 0-42 0,0 0-43 16,0 0-46-16,-5-15-46 0,4 8-63 0,-3-1-237 15,4-2-538-15,-2-1 239 0</inkml:trace>
  <inkml:trace contextRef="#ctx0" brushRef="#br0" timeOffset="25610.12">23342 2467 28 0,'-13'-7'207'16,"-1"4"-13"-16,1 3-24 0,-4 5-20 0,-2 2-18 15,-4 8-17-15,-2 7-8 0,-2 2-19 0,-10 15 4 16,1 0-17-16,0 9-2 0,1 1-4 0,-13 22-7 16,14-20 23-16,4 4 5 0,5 1 6 0,0 0 11 15,4-5 8-15,5 0 12 16,6 0 0-16,3-4 11 0,7-13 4 0,2 1 0 16,11-2-1-16,2-3 7 0,8-3 7 0,14 7-2 15,7-8-1-15,7-6-1 0,4-6-4 0,3-5 6 0,9-2 1 0,24-11 4 16,-2 0-3-16,-33-6 5 0,2-5-5 0,-5-2 0 15,-3-7 1-15,0-3-14 0,-6-3-2 0,-2-10-18 16,-10 2-15-16,0-8-23 0,-6-3-24 16,-5-4-20-16,-7-3-13 0,-10 3-20 0,-7-1-19 15,-8-1-13-15,-7 6-32 0,-11 2-40 0,-11 7-59 16,-14 4-64-16,-34 0-64 0,-14 10-96 0,-20 9-374 16,0 6-816-16,-18-1 360 0</inkml:trace>
  <inkml:trace contextRef="#ctx0" brushRef="#br0" timeOffset="29221.6">3309 6888 123 0,'-2'-4'206'0,"2"4"-3"0,-2-7 1 16,2 3-10-16,0 4-6 15,2-8-9-15,-2 3-7 0,1 1-4 16,-1 0-6-16,2 1 4 0,-2-2-7 0,0 5-6 15,3-6-9-15,-2 4-11 0,-1 2-1 0,0-7-12 16,0 7-2-16,0 0-13 0,3-2-12 0,-3 2-11 0,0 0-12 16,0-5-7-16,0 5-9 0,0 0-13 0,0 0-5 15,0 0-15-15,0 0-5 0,-1 22-2 16,1-5-2-16,-2 9-1 0,2 4-6 0,-2 3-2 0,-3 13 31 0,-1 1-5 16,4 1-5-16,-6 0 0 15,4-12-2-15,3 10 0 0,-1-10 1 0,2 10-9 16,0-14-1-16,-3 1-3 0,3-3 0 0,0-3-2 15,-1 0 2-15,2-4 3 0,-1-3-1 0,-1-4 4 16,1 0-3-16,0-3 1 0,0-3 2 0,0 0 2 16,0-3-2-16,0-1 7 0,1-1 16 0,-2-1 30 15,1-4 19-15,0 7 16 0,0-7 17 0,0 3 20 16,0-3 8-16,0 0 4 0,0 4 1 0,0-4-2 16,0 0-5-16,0 0-5 0,0 0-11 0,-2 3-7 15,2-3-17-15,0 0 2 0,0 0-11 0,0 0-9 16,0 0-5-16,0 0-12 0,0 0-5 0,0 0-9 15,0 0-2-15,0 0-5 0,0 0-6 0,0 0-3 16,0 0-12-16,0 0-17 0,3 4-17 0,-3-4-16 0,0 0-25 0,0 0-24 16,0 0-21-16,0 0-82 0,0 0-82 0,0 0-35 15,0-16-49-15,0 11-52 0,0-2-93 0,-1-3-254 16,-1 1-796-16,2-4 353 0</inkml:trace>
  <inkml:trace contextRef="#ctx0" brushRef="#br0" timeOffset="30494.62">1659 7106 101 0,'3'-6'141'0,"-1"2"-8"16,2-2-10-16,1 2 3 0,-1 1-12 15,0-1-7-15,1-1-6 0,-5 3-14 0,0 2-7 16,4-2-4-16,-4 2-9 0,4-4-7 0,-4 4-14 16,0 0-4-16,0 0-2 15,0 0 4-15,-8 20-5 0,-2-7-7 0,-7 5-3 0,0 6 0 16,-4-2-1-16,2 2 1 0,-3 0-4 0,4 1-1 0,0 0-2 0,-3-3 1 0,-1 2-6 15,0 1 2-15,3-4 1 0,0 3-2 0,0-1-7 16,1-3 4-16,9-5-3 0,1 0-9 0,-1 0 6 16,4-2-3-16,3-2-2 0,-2 2 5 0,3-4-3 15,1 2 3-15,3 2 2 0,3-5 4 0,4 2 1 16,2 0 1-16,1-1 1 0,5-2 0 0,1-1 0 16,8 1-2-16,-9-3-5 15,1 2 5-15,-2-1-11 0,-3-1 7 0,-3 0-3 16,2 1-3-16,-7 0-3 0,2 1 3 0,-4-2-4 15,1 1 1-15,-2 2 11 0,-2-1 2 16,-2 1-3-16,-3 0-3 0,-4 0 0 0,-5 5 2 16,-3-4-2-16,-1 1 4 0,-2 0-3 0,0 2-4 0,2-2 0 15,-4-1-7-15,1-2-13 0,2 1-11 0,-1-2-26 16,1-2-18-16,4-1-33 0,1 0-39 0,2-2-170 0,1-2-335 16,5-3 149-1</inkml:trace>
  <inkml:trace contextRef="#ctx0" brushRef="#br0" timeOffset="30835">1860 7093 233 0,'0'-7'280'0,"1"4"-22"0,-1-2-27 0,0 5-29 16,2-6-27-16,-2 6-18 0,0-2-18 0,0 2-18 0,0 0-15 16,7 9-7-16,-6 1-14 0,2 1-11 0,1 16-4 15,-2-8-8-15,1 10-3 0,1 0-6 0,-3 3-4 16,0 2-5-16,2-4-7 0,-2 3 1 0,2 1-7 0,-1-5-1 16,2 0-5-1,0-2-1-15,-3 0-2 0,3-3-4 0,0 1 2 16,0-8 0-16,-4 1-1 0,1-4-4 0,-1-4 1 15,3 2 2-15,-3-4-4 0,0-2 1 0,0-1 2 16,1 0 3-16,-1 1-6 0,0-2-1 0,0 1-5 16,0-5-10-16,0 5-8 0,0-5-5 0,-4 4-9 15,0-2-26-15,-1-1-46 0,-6-1-51 0,0 0-51 16,1-3-201-16,-4-1-431 0,4-4 192 0</inkml:trace>
  <inkml:trace contextRef="#ctx0" brushRef="#br0" timeOffset="31057.42">1696 7481 189 0,'0'0'244'0,"0"0"-10"0,0 0-2 0,0 0-19 15,0 0-17-15,-6 0-18 0,6 0-17 16,0 0-7-16,18-7-6 0,-5 4-12 0,6-7-9 0,10 3-11 0,2-1-9 16,1-2-8-1,-1 1-14-15,-2-1-6 0,-2 1-7 0,0 4-11 0,-8-2-6 16,-3 2 0-16,-3 4-13 0,-3-3-12 0,-3 3-8 0,-1-1-26 15,0 1-23-15,0 0-19 0,-2-2-23 16,-4 3-22-16,0 0-18 0,0 0-29 0,0 0-35 16,-18 8-48-16,7-4-139 0,1-3-389 0,0 2 172 15</inkml:trace>
  <inkml:trace contextRef="#ctx0" brushRef="#br0" timeOffset="31921.85">2104 7478 121 0,'0'0'151'0,"0"4"-9"16,0-4-7-16,0 0-2 15,0 0-7-15,9 1 0 0,-9-1 1 0,9-2-6 16,-4-1-7-16,4 0-8 0,1-1-10 0,2-1-6 15,-2 0 0-15,4-2-7 0,1-2 1 0,3-3 5 16,-1 1-7-16,-2-3-5 0,-1 4 5 0,2-2-4 16,-4-3-5-16,1 1 1 0,-3 0 1 0,-1 4 2 15,-1 0 3-15,-3 2 2 0,-1-1 12 0,0 3 1 16,-3 1-9-16,3 0-10 0,-7 0-9 0,3 5-18 16,-5-3-6-16,0 3-10 0,5 0-7 0,-19 6-1 15,1 2-5-15,0 1 0 0,0 2-3 0,2 1-6 0,-6 2 0 16,1 4-3-16,5-6 1 0,3 2-4 0,-1 0 0 0,4 1-1 15,0-1-1-15,2-1-7 0,3-1-21 0,1-1-4 16,0-1-12-16,4-1-1 0,0 2 5 16,1-3 3-16,6 0 2 0,-1-1 5 0,4-4 3 15,2-2 4-15,7 1 5 0,-2-4 2 0,3 1-2 0,-1-6-2 16,11-1-2-16,-3-2 2 0,-1-2-1 0,0 0 7 0,-2-2-2 16,-1-4 8-1,-14 3 8-15,11-4 18 0,-8 2 22 0,0-5 7 0,-2-3 7 16,-3 0-1-16,-3 0 2 0,1-2 7 0,-2 0 3 15,0-1 10-15,-5 2 6 0,4-1 5 0,-2 8 29 16,0 2 0-16,1 2 14 0,-2 3 9 0,1 2 0 16,0 3-15-16,0 1-17 0,-2 1-17 0,2 1-15 15,-1-1-34-15,1 5-47 0,0 0-52 0,0 0-1 16,0 0-2-16,0 0 3 0,4 24 14 0,-3-5-1 16,-1 8 8-16,3 7-4 0,-1 11 4 0,-2 2 5 15,-1-1 0-15,1 2 3 0,0-12 5 0,2 10 2 16,0 3 6-16,2-3-4 0,-3-12 12 0,3 0 1 15,-3-4-10-15,2 0 9 0,-1-10-2 0,1-1 5 16,-2-2 1-16,0-5-2 0,2 0 11 0,-1-3-4 0,-1-1 5 16,1-4 33-16,-1 0 45 0,-1 0 39 0,0-4 37 15,0 3 37-15,0-3 18 0,0 0 17 0,0 0 5 16,0 0 0-16,0 0-14 0,0 0-47 0,5-23-23 0,-5 7-25 16,2-3-25-1,0-7-34-15,1-1-28 0,-1-1-24 0,2-1-14 16,1 3-4-16,1-1-4 0,1 2 0 0,-1 2-2 15,-3 3-2-15,6 6 0 0,1-1-7 0,-2 2-1 16,1 4-8-16,1 0-15 0,-2 2-15 0,3 2-12 16,3 2-11-16,-2 1-10 0,0 2-12 0,-1 1-11 15,-1 3-7-15,1 0 3 0,-2 4-7 0,0-3-2 16,-2 4 5-16,-1 1 2 0,-4 0 7 0,0-1 8 16,-6 4 8-16,-5 0 14 0,-4 0 8 0,-5 0 7 15,-3 1 10-15,-5 1-3 0,1-5 4 0,-5-2-2 0,3 0-7 16,-1-3 1-16,7-3-11 0,-5-4-11 0,9 2-14 15,0-3-22-15,4-1-24 0,2-1-31 0,0-1-45 0,7-3-36 16,3 1-54-16,-3-5-188 0,8 2-537 0,1-3 238 16</inkml:trace>
  <inkml:trace contextRef="#ctx0" brushRef="#br0" timeOffset="32338.1">2830 7142 265 0,'0'0'318'0,"3"-4"-9"0,-3 4-14 0,-3-4-21 15,3 4-25-15,0 0-24 0,0 0-23 0,0 0-22 16,0 0-17-16,3-5-16 0,-3 5-15 0,0 0-14 16,0 0-9-16,1-2-42 0,-1 2-37 0,0 0-42 15,0 0-23-15,0 0-44 0,0 0-51 0,0 0-50 16,6 9-72-16,-6-9-148 0,-1 8-432 0,1-8 191 16</inkml:trace>
  <inkml:trace contextRef="#ctx0" brushRef="#br0" timeOffset="32723.51">2913 7403 93 0,'3'4'356'16,"-3"-4"-18"-16,0 0-13 0,0 0-32 0,0 0-30 0,0 0-28 0,2 1-21 16,-2-1-23-16,0 0-33 0,0 0-40 0,0 0-57 15,0 0-48-15,0 0-43 0,10-2-47 0,-10 2-62 16,7-3-58-16,-7 3-173 0,2-5-399 0,-1 1 177 16</inkml:trace>
  <inkml:trace contextRef="#ctx0" brushRef="#br0" timeOffset="33438.42">3328 6846 171 0,'1'-5'175'0,"-1"5"-3"0,0-7-3 0,2 5 2 15,-2 2 9 1,1-4-8-16,-1 4 2 0,-1-6-4 0,1 6-1 0,0 0-8 16,2-2-6-16,-2 2-12 0,0 0-14 0,2-5-10 15,-2 5-18-15,0 0-12 0,0 0-15 0,0 0-16 16,0 0-8-16,0 0-6 0,-8 14 1 0,2-1-3 15,-2 5-8-15,-5 7-3 0,-2 2 2 16,1 2-15-16,-4 4-31 0,4-2-50 0,-8 12-62 0,7-12-85 16,-2 1-230-16,3-5-477 0,0-4 212 0</inkml:trace>
  <inkml:trace contextRef="#ctx0" brushRef="#br0" timeOffset="33885.78">3138 7583 89 0,'0'0'234'0,"-4"3"-16"16,4-3-16-16,0 0-26 0,0 0-16 0,0 0-9 15,23 0-16-15,-4-3-17 0,9-1-39 0,4 2-56 16,3-2-65-16,3-4-86 0,-1 1-109 0,3 1-255 15,-5-6 114-15</inkml:trace>
  <inkml:trace contextRef="#ctx0" brushRef="#br0" timeOffset="34941.03">1340 8073 59 0,'0'0'136'0,"0"0"-5"0,-9-2-4 15,9 2 2-15,0 0-3 0,-4 3-3 0,4-3 7 16,0 0-12-16,-6 1-5 0,6-1-4 0,0 0-7 16,0 0-1-16,0 0-12 0,0 0-5 0,0 0-8 15,0 0-11-15,0 0-2 0,0 0-7 0,0 0-5 16,0 0-6-16,0 0-3 0,-9 0-5 0,9 0-7 16,0 0-7-16,0 0 2 15,0 0-3-15,0 0-7 0,0 0-2 0,0 0 2 16,0 0-2-16,0 0-1 0,0 0 9 0,19 7 13 15,-1-6 8-15,15-2 6 0,20-2 3 0,13-1-5 16,44-8-1-16,5 0 3 0,11-3 13 0,11 2-1 16,6-3 0-16,7 2 4 0,8 0 6 0,7-2-9 15,0 4-3-15,-7 3-1 0,1-2 11 0,-1-2 7 16,-2 8 0-16,-12-6-3 0,-12 3-3 0,-3 3-4 0,-11-2-3 0,-15 4-1 0,-11-1-15 16,-27 2-3-16,-6-1 7 0,-4 3-16 15,-19 0-2-15,-4 0-5 0,-11 0-3 0,-4 0 0 16,-3 0-2-16,-4 0 1 0,1 0-6 0,-5 0-19 15,-6 0-12-15,0 0-12 0,12 0-25 0,-12 0-25 0,0 0-48 16,0 0-62-16,-31 5-100 0,9-3-253 0,1-1-583 16,0-1 258-16</inkml:trace>
  <inkml:trace contextRef="#ctx0" brushRef="#br0" timeOffset="35525.91">4812 6931 264 0,'0'0'379'0,"0"0"0"0,0 0-12 16,-4-3-30-16,4 3-19 0,0 0-35 0,0 0-25 15,0 0-29-15,0 0-21 0,-5-1-27 0,5 1-44 0,0 0-48 16,0 0-64-16,0 0-56 0,0 0-56 0,0 0-58 0,0 0-69 15,14 11-283-15,-13-5-537 0,0 0 238 16</inkml:trace>
  <inkml:trace contextRef="#ctx0" brushRef="#br0" timeOffset="35704.33">4739 7589 166 0,'0'3'247'0,"1"1"6"0,-1-4 1 15,0 7 0-15,0-3-18 0,3-3-17 0,-2 4-21 0,-1-5-23 16,0 3-15-16,0-3-31 0,0 0-40 0,9 0-48 16,-9 0-59-16,0 0-64 0,21-5-75 15,-15 2-204-15,3 1-391 0,1-2 173 0</inkml:trace>
  <inkml:trace contextRef="#ctx0" brushRef="#br0" timeOffset="36058.08">5447 7415 76 0,'0'0'324'0,"0"0"-11"0,0 0-12 16,0 0-20-16,0 5-6 0,0-5-35 0,0 0-20 16,0 0-15-16,0 0-21 0,5 2-16 0,-5-2-18 15,9 0-15-15,0-2-14 0,5-1-7 0,4 3-19 16,1-2-3-16,3 0-8 0,7 0-9 0,-10-1-9 16,3 1-4-16,1-1-8 0,-2 2-7 0,-2-3-4 15,-2 2 0-15,-5-1-6 0,-3 1-4 0,0 1 12 16,-1 1 2-16,-3-1 0 0,0 1-6 0,-5 0-9 15,5-3-24-15,-5 3-38 16,5-1-62-16,-5 1-101 0,0 0-115 16,-18-7-265-16,8 6-620 0,-2-2 274 0</inkml:trace>
  <inkml:trace contextRef="#ctx0" brushRef="#br0" timeOffset="39911.28">8391 7173 123 0,'0'0'197'0,"0"-8"-1"16,0 4 6-16,1-2 0 0,3 1 10 0,-4 0 4 15,0-3-2-15,0-1-3 0,1-2-6 0,3 1 4 16,-4 1 2-16,0-1-4 0,1 0-8 0,2 3-18 16,-3 1-2-16,0-2-6 0,0 3-13 0,0 1-22 15,1-1-16-15,-1 5-20 0,0-6-8 0,3 3-27 0,-3 3-30 16,0 0-30-16,0 0-34 0,0 0 2 0,0 0 0 16,1 20-1-16,-1-3 3 0,1 12 1 15,-2 3 11-15,1-1-8 0,-1 6-1 0,-3-1 3 0,1 0 3 16,-2 8 4-1,4-8-2-15,-4-2 1 0,5 0 1 0,-4-1 2 16,4-2-1-16,-2-1 11 0,0 1-6 0,1-3-1 16,-3-2 4-16,3-10 2 0,1 0-2 0,-1-4 1 15,-1-5-1-15,2-1 6 0,-1 0 6 0,0-1 29 0,1 0 30 16,-3 0 50-16,3-5 24 0,0 4 44 0,0-4 40 16,0 4 16-16,0-4-24 0,0 0-22 15,-7-15-21-15,2 2-13 0,-1-4-12 0,-3-8-3 0,3 0-8 0,-3-5-12 0,3-3-10 16,-2-2-10-16,-2-12-16 0,1-7-5 15,5-1-10-15,-1-2-6 0,4 0-6 0,-2 1-10 16,3 1-7-16,4-3-1 0,-4 4-5 0,6 4-1 16,-2 13-3-16,0 3-6 0,2 5-4 0,-1 0 3 0,1 2-6 15,1 1-3-15,1 8-12 0,1-1 0 0,1 2-2 16,0-2-6-16,8-1-6 0,3 1-16 0,3 4-23 0,4-1-24 16,2 2-28-16,3 3-34 0,4 0-28 0,1 5-27 15,17 2-41-15,-15 4-33 0,11 5-38 0,-17 4-33 16,2-1-76-16,-4 6-434 0,-4 0-907 0,-5 1 400 15</inkml:trace>
  <inkml:trace contextRef="#ctx0" brushRef="#br0" timeOffset="40381.37">8401 7427 196 0,'-4'2'288'0,"4"-2"-18"0,-6 0-16 16,6 0-15-16,-4 3-16 0,4-3-4 0,-2 3-14 16,2-3-16-16,0 0-20 0,0 0-11 0,0 0-15 15,0 0-7-15,17 2-15 0,-4-3-12 0,17-3-7 0,-2 1-15 0,4 2-8 0,5-5-8 16,1 1-5-16,16 3-3 0,-13-5-10 0,-3 5-8 15,-1-2 3-15,-4 0-6 0,-2-1-8 0,-3 2 9 16,-10 2-18-16,-4-2 5 0,-1 2-9 0,-7 2-2 16,2-2 2-16,-3-1-1 0,4 1-4 0,-9 1 1 15,8 0-11-15,-8 0-15 0,6-4-17 0,-6 4-19 16,0 0-3 0,0 0 1-16,0 0-11 0,0 0-27 0,-15 12-27 15,2-9-32-15,5 3-24 0,-1-3-35 0,3-2-38 16,-6 2-200-16,6-2-476 0,2-1 210 0</inkml:trace>
  <inkml:trace contextRef="#ctx0" brushRef="#br0" timeOffset="40712.94">9279 7320 254 0,'0'-4'406'15,"0"4"8"-15,0-5-6 0,0 5-7 0,0 0-20 16,0-6-28-16,0 6-38 0,0 0-30 0,-3-3-37 0,3 3-32 16,0 0-20-16,0 0-29 0,0 0-36 0,0 0-41 15,0 0-14-15,0 0-19 0,0 0-2 0,3 11-8 16,-3-3-5-16,1 0-7 0,-1 2 0 0,3 3-5 16,-2-3-1-16,-1 6-2 0,1 2-8 0,-1-6 0 15,3 5 3-15,-3-1-10 0,0-1 1 0,4 1 4 16,-4-4 0-1,0-1 0-15,0-3-15 0,0-1 0 0,0 1-19 16,0-4-6-16,-4 2-10 0,5 1-13 0,2-3-8 0,-3-4 3 16,-3 5-4-16,3 0 3 0,0-5 2 0,0 4-3 15,0-4-40-15,0 0-63 0,-10-10-52 0,3 3-34 16,0-2-35-16,1-2-33 0,-1-5-210 16,-3-6-563-16,1-3 249 0</inkml:trace>
  <inkml:trace contextRef="#ctx0" brushRef="#br0" timeOffset="40866.21">9228 6996 191 0,'1'-14'280'0,"1"2"4"16,0 0-3-16,-2 2-3 0,1 0-16 0,1 3-13 16,0-3-22-16,0 5-21 0,-2 0-20 0,2 1-24 15,-2 1-19-15,5 1-20 0,-5 2-34 0,9-3-29 16,-4 5-32 0,3-1-36-16,-2 3-46 0,3 5-45 0,0 0-54 15,-1 6-55-15,-2-4-214 0,-1 4-456 0,-1 2 202 16</inkml:trace>
  <inkml:trace contextRef="#ctx0" brushRef="#br0" timeOffset="41937.28">9513 7377 349 0,'0'0'442'0,"0"0"-24"0,0 0-17 0,0 0-16 16,0 0-35-16,0 0-27 0,0 0-35 0,0 0-28 15,0 0-33-15,0 0-24 0,0 0-23 0,0 0-25 16,0 0-22-16,0 0-24 0,0 0-34 0,0 0-4 16,6 5-24-16,-6-1-12 0,0 1-6 0,3 3-4 15,-2 1-5-15,-1 3 0 0,0 0-5 0,0 0-6 16,0 2 1-16,0 2 3 15,0-2 1-15,0-3-10 0,-1 0-2 0,2 0 7 16,-1-1 4-16,0-2-4 0,0-4-1 0,0 2 5 16,0-2-5-16,1-1 5 0,-1-1 9 0,0 3 3 15,0-5 9-15,0 5 20 0,0-5 16 0,3 2 23 16,-3-2 24-16,0 0-7 0,0 0-11 0,9-10-10 16,-5 6-9-16,1-2-10 0,1-4-7 0,3 1-3 15,2-3-8-15,0-3-7 0,-1 1-12 0,2-1-4 0,-1 1-6 0,-1 2-3 16,-3 3-1-16,0 1-4 0,0 0-1 15,-3 4 0-15,-2-1-4 0,2 1-5 0,-3 1-10 0,3 1-14 16,-4 2-17-16,4-6-16 0,-4 6-24 0,5-2-26 16,-5 2 6-16,0 0 1 0,0 0 11 0,10 8 10 15,-5-3 7-15,3 1 0 0,4 4 7 0,3 0-7 16,8 5-4 0,1-1-3-16,6 1-2 0,3-1-3 0,3-2 11 0,16 5 5 15,4-2 2-15,-1-6-4 0,0-1-5 16,1-3 12-16,2 1-11 0,-2-5 5 0,-2-1 6 15,-3 2 1-15,-14-4 11 0,1-1 5 0,-5-4 5 16,-3 2 3-16,-10 0 19 0,-2-3 31 0,0 1 21 0,-6-2 14 16,-2 4 15-16,-3-4-4 0,0-1 13 0,-5 0-6 15,1 2-11-15,-3-2-10 0,-4 1 0 0,-1 0-14 0,-8 0-16 16,-1-1 5-16,-5 2-17 0,-8 1-9 0,-3 2 2 0,-2 3-1 16,0 1-7-16,-7 1 0 0,6 3 1 15,-3-1-8-15,2 4 8 0,-1 0-6 0,6 2 2 16,2 0-5-16,8-3-18 0,1 3-6 0,3 0-13 15,3-1-8-15,3 1-12 0,2-1-15 0,0 0 1 16,6 0 7-16,-2 4 8 0,5-4 10 0,3 0 11 0,1 2 1 0,4-5 10 16,4 0 4-16,4 2 7 0,4-3 3 0,6 0 5 15,-8-3-1-15,2-3 7 0,0-5 8 0,-2 3 20 16,0-2 18-16,5-5 27 0,-6 1 23 0,3-4 3 16,-3-5 19-16,2 3 10 0,-6-6 1 0,-1-1-7 15,2-2-4-15,-4-6-8 0,0-1 9 0,3-13-4 16,-6 1 3-16,3 0 0 15,0-1 6-15,-7 14 13 0,1-5 21 0,-1 3 19 16,-1 3 18-16,2 2-5 0,-5 2-3 0,4 1-14 16,-5 10-5-16,1 5-10 0,-1 0-16 0,3 0-12 15,-3 4-11-15,0 1-15 0,0 1-10 0,1 2-33 16,-1 0-28-16,0-3-36 0,0 6-47 0,0 0-47 16,0 0-15-16,0 0 3 0,-1 18 14 0,-3 4 13 0,-4 9 10 0,-3 3 9 15,-2 14 11-15,-5 6 4 0,6-6 5 0,-2 0 14 16,3 1-2-16,4-4 4 0,-1-12 8 0,2 0 1 15,3 0 0-15,-2-1 10 0,4-3-1 0,1 0 2 16,0 0 5-16,-3-5 2 0,6 1 16 0,-1-8 8 16,0-1 0-16,-1-3 1 0,0-3 1 0,0-1 0 15,1-2 0-15,-1 0-1 0,-1 3 6 0,3-6 1 16,-2 4-2 0,-1-3-6-16,2-2 14 0,-2 1-2 0,0-1 8 0,0-3 9 15,3 5 10-15,-3-5 9 0,0 0 10 0,0 0 5 16,1 4 5-16,-1-4 5 0,0 0-6 0,0 0-3 15,12 1-5-15,2-1-8 0,14-4-39 0,9-3-57 16,19-1-99-16,8-4-128 0,29-11-174 0,3-4-510 16,0-4-1023-16,-3 0 452 0</inkml:trace>
  <inkml:trace contextRef="#ctx0" brushRef="#br0" timeOffset="43086.8">12934 7042 121 0,'-7'0'285'0,"7"0"-17"0,0 0-19 0,-6-2-21 16,6 2-18-16,0 0-20 0,0 0-24 0,0 0-15 16,0 0-12-16,0 0-12 0,0 0-11 0,0 0-13 15,0 0-4-15,0 0-17 0,0 0-9 0,0 0-9 16,17-6-6-16,-4 0-2 0,3 0-9 0,3 0-9 16,-1-1 1-16,4 1 4 0,5-5-13 0,-2 3-3 0,1-2-4 0,-3-6 2 15,-3 8-3-15,-1-1 4 0,4-5 19 0,-5 3-3 16,-1-3 21-16,1 2 4 0,-3 0 4 0,-3 0 6 15,-1-1 2-15,-2 4 1 0,-3-1 7 0,1 3 19 16,-5 0-15-16,1 2-10 0,0-2-13 0,-5 2-3 16,1 0-35-16,-3 0-15 0,-6 1-20 0,-8 1 5 15,-9 5-4-15,-5 1-7 0,-5 5 5 0,-15 6-4 16,-1 5 1-16,0 7 0 16,-1 1-1-16,5 7 0 0,-2-3 3 0,3 3 1 15,-1 3 5-15,8 1-4 0,8 3-2 0,2-3 0 16,12-6 25-16,3-1-13 0,1 0 3 0,3 2-3 15,9-2 0-15,3-2 3 0,7-1-3 0,8 0 1 16,4-6 3-16,5-2-2 0,8-2-2 0,4-3 8 16,14 0-2-16,1-4 0 0,3-1-1 0,-2-6-2 15,3 2 0-15,-18-4 4 0,1 0-5 0,-4-5 5 0,-4 3-10 0,-3-1 6 16,-13 1 18-16,-1 0 26 0,-3 0 19 0,-2 0 14 16,-3 0 22-1,0-2-2-15,-5 2 4 0,10-1 1 0,-10 1 0 0,7 0-7 16,-7 0-8-16,5-3-7 0,-5 3-12 0,0 0-13 15,0 0-14-15,5 0-8 0,-5 0-13 0,0 0-11 16,0 0-11-16,0 0-16 0,0 0-24 16,0 0-29-16,0 0-32 0,4-1-51 0,-4 1-123 0,0 0-69 15,-8-11-53-15,3 5-317 0,1 1-766 0,0-1 340 16</inkml:trace>
  <inkml:trace contextRef="#ctx0" brushRef="#br0" timeOffset="43271.77">13514 7406 141 0,'0'0'401'0,"0"0"-17"0,1 2-25 0,-1-2-34 16,1 4-31-16,-1-4-33 0,0 0-24 0,4 3-29 15,-4-3-34-15,0 0-36 0,0 0-46 16,3 2-41-16,-3-2-36 0,0 0-52 0,0 0-50 15,0 0-55-15,0 0-68 0,13-2-224 0,-8 0-471 16,-1 0 209-16</inkml:trace>
  <inkml:trace contextRef="#ctx0" brushRef="#br0" timeOffset="43803.7">13939 7045 349 0,'3'-5'390'0,"-3"-1"-7"0,1 0-6 0,1 1-28 16,-2 0-24-16,0 5-34 0,3-5-33 0,-3 2-30 0,0 3-28 31,3-4-34-31,-3 4-22 0,0 0-35 0,0 0-21 0,0 0-17 0,0 0-20 16,5 10-10-16,-4-3-4 0,2 5-5 0,1 4-3 15,-2 3-1-15,-2 0-8 0,3 7-2 0,-3 3 5 16,0-3-6-16,-1 4 0 0,-1-3-4 16,-2 2 3-16,3-3-6 0,-3 0 5 0,2 0-4 15,-1-8-1-15,-1 1 0 0,3-1 2 0,-1-7-6 16,0 0 3-16,1 0 12 0,-3-4-12 0,3 0 2 16,1 1 0-16,-1-3 4 0,1-1 42 0,-3-2 24 15,2 4 43-15,1-6 44 0,-2 3 41 0,2-3 23 0,0 0-13 16,0 0-19-16,-5-10-24 0,3 1-18 15,-1-4-15-15,-2-4-16 0,4-2-14 0,-3-9-12 0,4-4-15 0,-1-2-13 16,2-15-14-16,3-2-8 0,2-2-15 0,-2-2-6 16,2-1-4-16,3 0-9 0,4 1-1 0,-4 5 0 15,-1 15-4-15,1 1-5 0,0 4 5 0,0 2-1 16,-2 2-3-16,2 8-2 0,0 1-1 0,0 2 26 16,0 2-8-16,5 0 0 0,-4 1-12 0,8 0-17 0,0 3-10 0,4 1-23 31,7 3-22-31,-2 1-23 0,2 3-29 0,2 3-32 15,-3 2-32-15,-6 3-43 0,1 2-36 0,1 4-27 16,-6-1-38-16,-5 2-40 0,-2-1-57 0,-3 3-314 16,-2 0-792-16,0-2 351 0</inkml:trace>
  <inkml:trace contextRef="#ctx0" brushRef="#br0" timeOffset="44242.04">13897 7240 296 0,'-5'0'307'0,"5"0"-12"0,0 0-18 16,-9 0-16-16,9 0-14 0,0 0-9 0,0 0-17 15,-2 4-15-15,2-4-23 0,0 0-17 0,0 0-14 0,0 0-14 16,23-4-14-16,-7 3-20 0,5-2-3 0,6 0-10 15,1-1-13-15,0 2-7 0,1-3-5 0,-9 2-9 0,6-1-3 16,-5-1-4-16,-1 2-5 0,-7 2-4 0,1-3-7 16,-3 4 0-16,-2-2-7 0,-1 2 1 0,-2-1 5 0,-2-3-19 15,-4 4-22-15,8-2-20 0,-4 1-12 16,-4 1-40-16,0 0-57 0,0 0-48 0,0 0-26 16,0 0-56-16,-23-3-248 15,14 3-555-15,1-1 245 0</inkml:trace>
  <inkml:trace contextRef="#ctx0" brushRef="#br0" timeOffset="46224.24">15261 6996 112 0,'0'0'176'0,"0"0"-11"16,0 0-11-16,0 0-8 0,0 0-15 16,0 0-10-16,0 0-9 0,0 0 1 0,-8 0-7 0,8 0 1 15,0 0 3-15,0 0 13 0,0 0-6 0,0 0 2 16,0 0 3-16,0 0 0 0,0 0-4 0,0 0-7 15,0 0-2-15,0 0-5 0,0 0-16 0,0 0-7 0,0 0-11 0,0 0-7 16,27 0-7-16,-9-1 4 0,2 0-16 0,9-2-2 16,2 1-16-16,1 0-26 0,5-1-34 15,-4 3-46-15,-2 0-48 0,2 0-55 0,-6 0-60 16,-7-2-167-16,0 2-445 0,-9-3 197 0</inkml:trace>
  <inkml:trace contextRef="#ctx0" brushRef="#br0" timeOffset="46424.42">15180 7250 163 0,'-1'3'228'0,"1"-3"-23"0,-4 3-21 0,4-3-15 16,0 0-10-16,9 4-16 0,1-3-15 0,6-2-12 15,5 1-14-15,11-2-7 0,5 0-17 0,14-1-36 16,2-1-40-16,3 0-48 0,3-2-56 0,2 3-176 16,-2-6-301-16,2 1 133 0</inkml:trace>
  <inkml:trace contextRef="#ctx0" brushRef="#br0" timeOffset="47125.71">16618 6888 106 0,'-8'-3'173'0,"8"3"-11"0,-6-1-14 0,2 0-9 0,4 1-14 15,0 0-19-15,0 0-3 0,-7-3-14 0,7 3-8 16,-5-2-12-16,5 2-5 0,0 0 4 0,0 0-1 16,0 0 4-16,0 0 2 0,0 0-3 0,0 0-3 15,-3-3-7-15,3 3-3 0,0 0 0 0,0 0 1 16,0 0-7-16,12-3-2 0,-12 3-4 0,18 0-9 16,-8-2 2-16,3 0-5 0,1 0-4 0,4-3-2 0,1 3-2 0,-1-3-8 15,3 1 3-15,-2 0 0 0,0 0-6 0,1-1 0 16,-2-3 0-16,-2 3-1 0,-1-2 9 0,-4 2 16 15,1 0 21-15,-2-2-2 0,-4 3 7 0,2-1 6 16,-3 0 8-16,-1 2 1 0,1-2 2 0,-5 1-21 16,1 1-6-16,-1 3-14 0,-6-6-10 0,-3 5-2 15,-4 1-5-15,-4 1-2 16,-4 1-4-16,-7 5-2 0,-4 0-5 0,-1 2-2 16,-3 4-2-16,-9 8-3 0,-2 4 4 15,1 1-3-15,-1 6-1 0,3-1-4 0,-2 1-2 0,9 2 3 0,3 0 1 0,3 2-1 16,8-7 0-16,4-3-1 0,6 4 0 0,4-5 2 15,5 1 0-15,-1-1 13 0,10-7 7 0,3-1 6 16,9 4 5-16,6-5 1 0,6 1 2 16,6-3-1-16,18 0-3 0,1-4-3 0,2-1-1 0,-1-3-1 15,1-2 0-15,2-2-19 0,-5-3-15 16,-15 0-22-16,-3-3-27 0,-3 1-24 0,-4 0-25 16,-7 1-33-16,-11-1-36 0,8-6-35 0,-9 5-36 15,-4 0-192-15,-5-3-473 0,0 1 211 0</inkml:trace>
  <inkml:trace contextRef="#ctx0" brushRef="#br0" timeOffset="47548.84">16964 7249 135 0,'-1'-4'371'0,"-2"0"2"16,3 4-4-16,-1-3 7 0,1 3-17 0,-2-3-39 15,2 3-25-15,0 0-29 0,-2-6-30 0,2 6-28 16,0 0-28-16,0 0-19 0,0 0-26 0,0 0-14 16,0 0-18-16,0 0-15 0,-5 11-14 0,4-5-9 0,-2 6-6 0,1 4-15 15,-1 1 7-15,-1 3-3 0,0 4-9 0,-1 1-4 16,1-4-3-16,-2 4-3 0,2-2-9 0,4-3 2 15,0-2 4-15,0 1-7 0,0 1-4 0,-1-4-1 16,2 2 5-16,-1-6-10 0,3-3 10 0,-3 3-2 16,0-6-8-16,0 2 15 0,0-1-10 0,-3-2-1 31,6-1 9-31,-2 0 6 0,-1 0 1 0,0-4-4 0,-1 4 14 0,2-1-2 16,-1-3-2-16,0 0 3 0,0 5 0 0,0-5-3 15,0 0-3-15,0 0-2 0,3 2-10 0,-3-2-18 16,0 0-9-16,0 0-16 0,0 0-66 15,6-10-68-15,-2 3-53 0,-2 2-41 0,2-4-47 0,5-2-58 16,0-2-283-16,1 0-691 0,1-4 305 0</inkml:trace>
  <inkml:trace contextRef="#ctx0" brushRef="#br0" timeOffset="48281.44">17430 6820 206 0,'-1'-5'302'0,"1"1"-22"0,1 0-23 0,-1 4-34 16,-2-4-23-16,2 4-27 0,0 0-18 0,0 0-14 16,0 0-13-16,0 0-14 0,0 0-12 0,14 8-10 0,-9-2 0 0,4 1-16 0,-1 3-12 15,0-1-15-15,4 6-12 0,-2-3-14 16,4 2-12-16,-3-3-20 0,5-2-10 0,-7 1-12 15,1-3-7-15,7 3-6 0,-7-5-4 0,2-1-2 16,-3-1-1-16,-3-2 10 0,2-1-2 0,3-3 9 16,1 0 2-16,-3-1 5 0,1-3 1 0,-3-5 10 15,4 0 16-15,-1-1 5 0,0 0 13 0,-1 1 12 16,-4-4 3-16,4-1 7 0,0 5 10 0,-4-1 8 16,-1 1 12-16,0 1 6 0,2 1 11 0,-2 0 2 0,-3 0 11 0,3 4-1 15,-2 1 1-15,0-1-9 0,-2 1-12 0,4 1-10 16,-3 0-8-16,-1 4-20 0,3-4-16 0,-3 4-13 15,0 0-8-15,0 0 0 0,0 0-2 0,-3 19-1 16,-1-6-4-16,1 6 3 0,-4 10 4 0,2 7-1 16,-9 15 2-16,1 2 3 0,-3 2-5 0,1 1 2 15,0 0 3-15,0 0-2 16,-2 1 2-16,2-3 1 0,2 0-6 0,0-5 3 16,2-2 2-16,3-10-1 0,-1-6 10 0,3 16-11 0,2-14 1 0,-4 1-4 15,3-5 1-15,-1 1-1 0,-1-2 2 0,1-1 3 16,-2-3-3-16,2-5 0 0,-2-3-2 0,3 0 0 15,-5 0 2-15,6-6 7 0,-4 0 4 16,-1-1-12-16,1-1 8 0,1 0-6 0,-2-6 4 0,-2 2 7 16,1-1-3-16,-3-3 6 0,0-2-4 0,1-3 2 15,-5-1-3-15,0-6 9 0,-6-4 6 16,1-1 2-16,8-4 16 0,-2 0 5 0,5-7 0 16,6-6 1-16,5-12-6 0,3 0-3 0,12-5-8 0,4 1-4 15,12-5-10-15,15-17 0 0,3-7-2 0,-1 10-8 16,-11 18-3-16,22-18 1 0,-19 23 2 0,-1 0 17 15,3 2-8 1,-5 3 21-16,3 5 11 0,-2 4 9 0,-13 8 13 16,0 2 3-16,-2 3 5 0,-6 7 9 0,-1 0-1 0,-2-2 2 15,-5 7-4-15,0 1-10 0,-3 2-8 16,1-1-14-16,-2 0 3 0,-1 3-15 0,0-1-37 16,-2 0-32-16,-2 3-53 0,7-4-43 0,-7 4-28 15,0 0 1-15,0 0 9 0,1 9-4 0,-6-3-4 0,0 1-13 0,-3 3-15 16,-2 1-17-16,1 1-30 0,0 4-34 0,0-2-37 15,-1 2-255-15,4-2-590 0,0 2 261 0</inkml:trace>
  <inkml:trace contextRef="#ctx0" brushRef="#br0" timeOffset="48682.03">17906 7453 16 0,'0'0'432'16,"-3"-7"-5"-16,2 6-15 0,1 1-28 0,-1-5-28 0,1 5-32 0,-2-4-37 15,2 4-33-15,0 0-24 0,0 0-26 0,0 0-33 16,-2-4-30-16,2 4-33 0,0 0-16 0,0 0-12 15,-3 14-15-15,2-5-14 0,0 3-2 0,0 4-7 16,-2 1-3-16,0 4-14 0,-1 3 6 0,2 3 0 16,-3-3-6-16,1 3 1 0,1-1-6 0,2-8-3 15,0 1-2-15,1-2-1 0,-4-2-1 0,4-4 4 16,-1 0-5-16,0-5-3 0,1 2-2 0,0-1-1 16,0-3 5-16,-2 0-2 0,1 1 18 0,1-1 10 15,1-1 25-15,-1-3 15 0,0 0 18 0,0 4-4 16,0-4-6-16,0 0 0 0,0 0-8 0,0 0-5 15,0 0-7 1,0 0-42-16,0 0-63 0,0 0-52 0,10-12-58 16,-5 2-54-16,-2 3-72 0,6-7-79 0,-5 1-334 0,5-4-746 15,-2 1 330-15</inkml:trace>
  <inkml:trace contextRef="#ctx0" brushRef="#br0" timeOffset="49283.13">18592 7168 25 0,'-9'-1'200'0,"9"1"-14"16,-8 0-12-16,8 0-13 0,-7 1-15 0,7-1-14 0,0 0-10 15,0 0-10-15,-9 2-10 0,9-2-4 16,0 0-2-16,0 0-3 0,0 0 3 0,0 0-1 0,-7 0 1 0,7 0 0 16,0 0 5-16,0 0-3 15,0 0 4-15,0 0-4 0,0 0 0 0,0 0-6 16,0 0-5-16,0 0-3 0,0 0-9 0,0 0 6 15,0 0-15-15,0 0-10 0,0 0-7 0,0 0 1 16,0 0-8-16,0 0-6 0,0 0-1 0,0 0 1 16,0 0 7-16,0 0 2 0,0 0 4 0,-1 4 4 0,1-4 5 0,0 0-4 0,0 0 14 0,0 0 1 15,0 0 0-15,0 0-6 0,0 0 8 0,0 0-11 16,0 0 3-16,0 0-15 0,0 0-8 0,0 0 0 16,0 0-4-16,0 0-1 0,0 0-1 0,0 0-4 15,0 0-4-15,0 0-7 0,0 0 1 0,0 0-8 16,0 0-4-16,0 0 7 0,0 0-2 0,0 0-1 15,0 0 5-15,0 0 7 16,0 0 8-16,0 0-10 0,28-3-1 0,-9 2-15 16,8-2 22-16,0 1-16 0,9 0-5 0,2 0 7 0,20-2 1 0,0 2-6 15,8 0-11-15,0-2 6 0,-1 1 3 0,26-2 5 16,-34 1-9-16,-3-1 2 0,-17 2-10 16,14-3 1-16,-18 3-8 15,-4-2-4-15,-11 2-4 0,-2-1-8 0,-2 2-17 0,-4-1-34 16,-3-2-29-16,-1 1-36 0,-6 0-27 0,0 4-28 0,-13-8-27 0,1 5-27 15,-5-2-27-15,-3 3-240 0,-2 1-562 0,1-1 249 16</inkml:trace>
  <inkml:trace contextRef="#ctx0" brushRef="#br0" timeOffset="49552.37">18955 6897 233 0,'-4'-9'361'0,"2"-1"5"0,-1 3 20 0,2 1-7 0,-1 1-12 16,1 0-32-16,1 2-42 0,-1 0-31 0,1 3-35 0,0 0-32 16,-3-5-35-16,3 5-18 0,-1 11-25 0,-2 6-1 15,-2 13-3-15,-1 2-23 0,-2 16-10 0,2-2-8 0,1 7-1 16,-3-2-5-16,6 1-4 0,-2-1-5 15,4-1-63-15,1-15-64 0,4 1-53 0,-1-1-78 16,4 1-123-16,-6-8-314 0,5-2-691 0,-1-12 305 16</inkml:trace>
  <inkml:trace contextRef="#ctx0" brushRef="#br0" timeOffset="50485.18">20130 6737 197 0,'0'0'228'0,"-1"-5"-10"0,1 5-11 0,0 0-17 16,0 0-14-16,0 0-16 0,0 0-13 0,1-4-14 0,-1 4-16 0,0 0-13 15,0 0-13-15,0 0-10 0,0 0-2 0,0 0-11 16,0 0-8-16,0 0-6 0,0 0-5 0,0 0-4 15,10-3-5-15,-3 3-4 0,-1-1-4 0,7 1-3 16,5-2 0-16,-1 0-2 0,4-1-5 0,6-1-3 16,-5 1-2-16,5-2-1 0,-7 0-4 0,3 0 1 15,-4-1 0-15,1 1-5 0,-4-3 6 0,-4 3-3 16,-1 1 8-16,1-2 9 0,-5 0-2 0,1 1 11 16,-4 3 3-16,-2-2-6 15,0 1-4-15,-2 3-6 0,-7-5-6 0,-3 7-3 16,-4 0-5-16,-6 3 3 0,-11 4-2 15,2 4-5-15,-1 4 1 0,-3-1-7 0,-8 12 1 16,10-6 0-16,-7 10-3 0,2 1 1 0,12-5 2 0,2 2-1 16,2 0 0-16,3 3 2 0,3-2 0 0,6 1-1 15,3 2 8-15,8-3 1 0,5 1 7 0,6-4-7 16,6 0 0-16,6-5-7 0,6 1-10 0,1-6-24 0,15 1-46 0,4-5-58 16,1-6-65-16,-17-3-246 0,18-3-483 0,-17-2 213 15</inkml:trace>
  <inkml:trace contextRef="#ctx0" brushRef="#br0" timeOffset="50976.05">20699 7149 172 0,'10'6'181'0,"-3"-4"-16"0,0 2-16 0,2 0-19 15,0 1-11-15,-1 0-11 0,2 4-15 0,-5-1-6 16,0 2-7-16,1 3-11 0,-4-1-9 0,-2 2-1 16,-4 5 9-16,-5-1 2 0,-2 4-5 0,-6 0-3 0,-4 1-4 0,-1 0-7 15,-4-2-1-15,-1-3 2 0,-1-1 4 0,5-2 4 16,-1-4 5-16,7 2 6 0,-2-4 0 0,6 0-3 15,1-4-10-15,3 1-3 0,0-1 1 0,2 0 10 16,1-4 9-16,1 3 4 0,1-4 4 0,1 3-3 16,3-3-1-16,0 0-4 0,11 3-9 0,7-5-4 15,10 2-8-15,2-1-6 0,6-2-4 0,-1 2-7 16,0-3-1-16,4 4-7 0,-4-3 2 0,5 1-6 16,-7 0-1-1,1-1 6-15,-2 1-4 0,-6 1 1 0,-7 1-2 0,1-1 4 16,-9 1-8-16,-1-2 13 0,-1 1 6 0,0 1-4 15,-5 0 2-15,-4 0 6 0,9 0-3 0,-4-1-3 16,-5 1-7-16,0 0-14 0,10-2-4 0,-10 2-21 16,0 0-30-16,-1-4-25 0,1 4-27 0,0 0-20 15,-13-8-25-15,10 5-20 0,-3 0-36 0,2-3-30 16,1 1-59-16,-3-3-170 0,2-1-488 0,2 0 216 0</inkml:trace>
  <inkml:trace contextRef="#ctx0" brushRef="#br0" timeOffset="51788.04">21495 6561 122 0,'0'-3'314'16,"0"3"-19"-16,0-5-24 15,0 5-23-15,0-4-26 0,0 4-25 0,0 0-25 16,0 0-19-16,4-3-16 0,-4 3-13 0,0 0-14 0,0 0-9 0,9 8-11 0,-5-3-10 0,2 1-7 15,2 2-3-15,2 1-10 0,4 1-3 0,-4-2-8 16,7 2-4-16,-2 0-18 0,2-1-9 0,0 0-15 16,-1 1-5-16,-3-5-2 0,2 2-4 0,-2-4-1 15,0 1 6-15,-3-1-3 0,3-2 7 0,-3-2-3 16,0 1 0-16,2-3 0 0,-5-1 7 0,2-1 4 16,-1 0 12-16,1-2 8 15,-1-1 8-15,-1-1 10 0,-2 0 0 0,4 0 13 16,-2 0 1-16,-2-1-5 0,1 1 11 15,-2-1 4-15,1 1 2 0,-2 3 14 0,-1 1-1 0,2-2-2 16,-3 4-7-16,3 1-18 0,-2-3-4 0,0 3-17 16,-2 2-26-16,0-5-17 0,0 5-8 0,0 0 3 15,0 0-1-15,-4 20-6 0,2-5 6 0,-1 4-5 16,-1 0 5-16,-3 11-5 0,0 1 5 0,0 5 4 0,-4 13 3 0,1 1 1 16,1 2 0-16,-1 2 7 0,1 7 1 0,-1-6 7 15,-1 3 3-15,-1-4-15 0,0 1 0 16,6-6 1-16,-7-2-1 0,4-2 5 0,0-12-4 15,-1 4 4-15,1-6-8 0,-3 1 6 0,1-3 0 16,-2 0-3-16,3-5 3 0,-1 1 3 0,0-2 1 0,-1-6-4 16,3 0 9-1,-3-3-4-15,1-1-2 0,0-4 8 0,2 0 7 16,-3-2-2-16,3-3 15 0,-3 1 9 0,2-2 11 16,0-3 10-16,-3 0 11 0,3-3-1 0,-2-5 4 15,-2 2 1-15,1-4-1 0,-2-5-10 0,6 0 13 16,-4-9-4-16,-1 2 0 0,8-7-10 0,2-1-7 15,5-5-11-15,10-11-16 0,5-4 3 0,2-4-6 16,20-23-9-16,7 2-20 0,6 5-10 0,3 2-9 0,-16 18-2 0,21-16 13 16,-22 27 6-16,4 1 0 0,-3 4 11 0,-6 12-4 15,-4 0 1-15,3 2-4 0,-5 2 2 0,2 3 5 16,-3 2-12-16,-7 3 9 0,-4 1 9 0,-2 5-5 16,-3-2-3-16,-4 2-4 15,1 1-10-15,2 2 1 0,-6-2-38 0,2 2-58 16,-4 1-30-16,0 0-4 0,0 0-14 0,7 8-11 15,-9-1-22-15,-3 3-36 0,-5 2-43 0,-1 1-54 16,-1 3-285-16,1-2-649 0,-1 1 287 0</inkml:trace>
  <inkml:trace contextRef="#ctx0" brushRef="#br0" timeOffset="52304.89">22051 7315 87 0,'0'3'301'0,"0"-3"-27"16,0 6-30-16,4-2-27 0,2 2-21 0,-1-1-22 0,3 5-18 0,-1-2-15 31,3 6-13-31,0 1-11 0,-4 2-17 0,2 0-8 0,-3 0-10 16,-1 1-7-16,-3-1-4 0,3 1-10 0,-4 2-4 0,-4-3-6 15,0 0 5-15,-1 0 14 0,-1 1-13 16,-3-2 3-16,-3-3-5 0,0 2 1 0,0-2-3 16,-2 0-1-16,5-5-2 0,0 0-11 0,-2-1 1 15,2 1-5-15,1-2-2 0,2-2-2 0,-1 0-4 0,4-2 8 16,-1 2 9-16,1-1 12 0,3-3 22 16,-5 3 8-16,5-3 25 0,-4 2 15 0,4-2 11 15,0 0 8-15,-4 2 8 0,4-2 2 0,0 0 8 0,0 0-4 16,0 0 2-16,0 0 2 0,0 0-4 0,0 0 2 15,0 0-2-15,0 0-17 0,0 0-8 0,27-4-19 16,-1 1-10-16,11-6-10 0,15 4-15 0,3-3-5 0,10 1-12 16,27-2-2-16,0 7-13 0,-25 0 2 0,27 1 1 15,-29-2-2-15,-1 3-4 0,-4 4-1 0,-5-3 0 16,-16 2-6-16,-6 0-3 0,-4-4-3 0,-6 1-3 16,-5 1 1-16,-8 1-1 15,-1-2-6-15,0 1-4 0,-1-1-2 0,-2-1-15 0,-2-1-7 16,-4 2-25-16,8 2-25 0,-8-2-30 15,0 0-55-15,5-5-84 0,-5 5-95 0,0 0-78 16,-6-8-104-16,-1 5-381 0,-2-2-955 0,-1-4 423 16</inkml:trace>
  <inkml:trace contextRef="#ctx0" brushRef="#br0" timeOffset="74753.17">1808 10399 25 0,'0'0'122'0,"0"0"-3"16,0 0-4-16,0 0-7 0,0 0 2 0,0 0-7 16,0 0-6-16,0 0-8 0,2-5-4 15,-2 5-3-15,0 0-8 0,0 0-7 0,0 0-7 16,0 0-7-16,0 0 0 0,0 0-8 0,0 0-2 15,0 0-11-15,0 0-2 16,0 0-9-16,0 0 0 0,0 0-3 0,0 0-7 16,0 0-8-16,0 0-13 0,0 0 6 0,0 0 4 15,-11 13 1-15,3-6-5 0,-5 2 2 0,-3 3 2 16,-6 2-2-16,0 1-2 0,-2 1 4 0,-2-2-4 16,2 3 6-16,-3-1 5 0,3-1-11 0,0 3-6 15,-3-1 9-15,3-2 3 0,-1-2-2 0,2 3-2 0,8-6-1 0,-3 2 1 16,4 0-1-16,0 1 0 0,2-3-3 0,5 1 7 15,2-6-7-15,-2 0-12 0,5 3 2 0,1-4-2 16,1 2 9-16,1 0 1 0,5-1-5 0,2-1 9 16,5 3 0-16,6-3 1 0,10 2 5 15,-1 0-9-15,7-2 6 0,-5 1-3 0,1-1 0 0,0 2 0 16,-3 1-10-16,-9 0-7 0,-1-2 3 0,1 3-4 16,-5 1-12-16,0-1-14 0,-5-2-14 0,-2 5 9 0,-5-3 9 15,2 0 8-15,-5 3 3 0,-7-1 2 0,-1-2 8 16,-9 5 4-16,1-1-1 0,-9 0 18 0,1 0-4 15,-3-1 22-15,7-5 1 0,-6 3 14 0,-1-4-6 0,7 0 7 16,-7-1-1-16,5 2-1 0,1-3-12 16,2 1 6-16,-1 0-4 0,9-1 3 0,-4-3-7 15,7 3 2-15,-2-1-7 16,5-1 9-16,-1-1-8 0,2 1-4 0,5-1-2 16,-9 3-11-16,9-3-11 0,-5 2-6 0,5-2-13 0,0 0-23 0,0 0-41 15,0 0-78-15,14-8-190 0,-6 4 85 0</inkml:trace>
  <inkml:trace contextRef="#ctx0" brushRef="#br0" timeOffset="75161.97">2095 10467 281 0,'0'-5'276'0,"1"2"-11"0,2 0-20 0,-3 3-17 16,0-5-30-16,0 5-19 0,0 0-21 0,0-5-23 15,0 5-31-15,0 0-32 0,0 0-24 0,0 0-5 0,0 0-9 0,3 13-6 16,-5-3-2-16,2 6-3 0,0 1-3 0,0 8-2 15,-1 5-3-15,1-5 0 0,-4 10-2 0,4-4 0 16,-2 3-7-16,-1-1 7 0,3 1-7 0,-4-3 1 16,4-1 1-16,-5-1-5 15,1-4 5-15,4 1-2 0,0-8 3 0,-1-3-2 16,-1-3-1-16,0 0 1 0,2-2-1 16,-1 1-1-16,1-4 0 0,-1-1 0 0,-1-1 0 0,2 1 5 0,-1-3 3 0,1 1-2 0,-1 0 6 0,1-4-10 15,-3 4-8-15,3-4-8 0,-5 3-25 16,1-2-29-16,4-1-37 0,-12-3-43 0,5 0-50 15,-2-3-151-15,-1 0-373 0,2-1 164 0</inkml:trace>
  <inkml:trace contextRef="#ctx0" brushRef="#br0" timeOffset="75415.42">1860 10776 107 0,'0'0'171'0,"0"0"-12"0,0 0-9 16,0 0-7-16,24-5-1 0,-1 3-3 0,8-3-12 0,3 2-6 15,2-2-17-15,1 1-6 0,4-2-8 0,-9-1-12 16,4 6-7-16,-5-2-3 0,-11 0-10 16,-1 0-4-16,0 3-7 0,-4-1-11 0,-3 1-16 0,-2 0-21 15,-2 0-27-15,-8 0-17 0,9 1 2 0,-9-1 12 16,0 0-17-16,0 0-11 0,-18 14-25 0,8-8-18 15,-4 0-31 1,-2-1-103-16,-1-1-253 0,5 0 112 0</inkml:trace>
  <inkml:trace contextRef="#ctx0" brushRef="#br0" timeOffset="76379.87">2418 10879 95 0,'12'-1'98'0,"6"-3"-1"0,-2-5-14 16,5 4-1-16,4-4-5 0,2 1-13 0,-1 0 6 15,2-3-2-15,-9 4 6 0,7-3 5 0,-10 1-4 0,2 0 9 16,-1 1-13-16,-4-1 9 0,-4 1-2 0,-2-1 7 0,2 1 2 16,-4 3-6-16,-1-2-13 0,-4 1-9 0,0 0-6 0,-2 0-8 0,-4 1-11 15,-4 1-3-15,-1-1-2 0,-6 3-8 0,-2 2-3 16,-1 0 2-16,-9 5-2 0,9-1-2 0,-7 1-2 0,-1 5-4 15,1-2-2-15,2 5-3 0,0-3 0 16,3 5 2-16,5-5-8 0,4 2 2 0,1 0 0 16,1 1-3-16,2 0-1 0,3-1-2 0,3-2 5 15,-1 2-1-15,4 1-2 0,3-1 1 0,2-3 3 16,4 2-5-16,4 0 7 0,2-3-1 0,3-1 0 16,2 0 4-16,8-3-3 0,3-1 3 0,1-3-1 15,4-4 5-15,-3-2-4 0,5 1-1 0,-1-2 4 16,-1-3 2-16,0-2-2 0,-3 0-2 0,-2 0-1 15,-4-2 9 1,-3-1 3-16,-2 1 1 0,-1-3 12 0,-5 2-6 16,-1-6 2-16,-4-1 2 0,1-4 2 0,-3 0-3 0,-4 0 8 15,1 0 4-15,1-3 13 0,-6 2 9 0,0 1 16 16,2-2 12-16,-3 9 17 0,0-1-4 0,0 2-3 16,0 1 5-16,0 5 7 0,0 0-8 15,1 4-10-15,-1-1 1 0,0 3-18 0,-1 0-13 0,1 1-14 0,0 1-29 16,0 4-38-16,0 0-33 0,-3-3 2 0,3 3 3 15,0 0 7-15,3 24 2 0,-6-8 5 0,2 4-1 16,-4 11 6-16,1 1 0 0,-1 5 7 0,-3 15 0 16,2 1 2-16,-2 1 1 0,2 0 5 0,0-2 1 15,-1-5-1-15,5-9 9 0,0-4-10 0,0 0 8 0,0-2-5 16,1-3 5-16,-1 1-1 0,0-5 0 16,1-5 0-16,-3-5 2 15,4-2 2-15,-1-4 5 0,0-2-1 0,2-1 7 16,-3-1 34-16,2 0 36 0,0-1 38 0,0-4 45 15,-3 5 20-15,3-5-22 0,0 0-15 0,-4-12-14 16,3 8-11-16,0-9-13 0,-1 1-16 0,2-7-28 16,-1-8-23-16,4-1-27 0,-1-4-17 0,3 2-17 15,3-1-9-15,-1 0-4 0,5 4-2 0,-3-1 7 16,1 10-3-16,0 3-7 0,4-2 15 0,-1 3 2 0,0 5-2 0,4 1 3 16,-1 1-5-16,-3 2-1 0,0 3-6 0,1 4-4 15,-1 1-6-15,4 1-6 0,-2 4-2 0,-1 1-10 16,-5 0-3-16,0 0-8 0,-2 2-1 0,-2 0 3 15,-1 0 3-15,-4 3 8 0,-2-2 6 0,-2-2 8 16,-9 1 5-16,0-1 4 0,-5-3 4 0,-2 2 6 16,-8-3-3-16,1 0 9 0,-1-4 2 0,-2-2-2 0,7 0 4 0,-3-2 0 15,6-4 1-15,1 2-1 0,1-2 0 16,3 1-19-16,0-6-21 0,6 2-31 0,1 1-38 16,2-1-36-16,3-3-26 0,7 0-45 0,1 4-165 15,5-7-429-15,4 2 189 0</inkml:trace>
  <inkml:trace contextRef="#ctx0" brushRef="#br0" timeOffset="77241.39">3474 10634 185 0,'0'0'275'0,"0"0"-13"0,0 0-14 0,5-4-17 15,-5 4-22-15,0 0-17 0,0-4-18 0,0 4-23 16,0 0-15-16,0 0-18 0,0 0-27 0,0 0-36 0,0 0-43 16,5 0-55-1,-5 0-45-15,0 0-47 0,9 3-55 0,-5-1-125 0,-1 2-339 16,-2 0 150-16</inkml:trace>
  <inkml:trace contextRef="#ctx0" brushRef="#br0" timeOffset="77404.06">3465 10972 54 0,'-1'3'293'0,"1"-3"-13"0,-3 6-4 15,3-6-19-15,0 3-13 0,0-3-25 0,0 0-20 16,0 0-29-16,0 0-38 0,0 0-32 0,0 0-36 15,13-7-46-15,-4 4-49 0,-4-2-62 0,4 0-58 16,2-2-188-16,-2 1-366 0,2-2 161 0</inkml:trace>
  <inkml:trace contextRef="#ctx0" brushRef="#br0" timeOffset="77936.47">3968 10519 94 0,'11'3'109'0,"3"-1"-14"0,1 5-7 0,-3-3-3 16,-1 3-13-16,1-3-14 0,-3 7-3 0,-1-3-3 16,0 2-4-16,-3 0-5 0,3 2-9 0,-3 2 3 15,-4 1-4-15,-1 2 9 0,-1 0-11 0,-8 0 3 16,1 1 0-16,-2 4-9 0,-8 0 1 0,0 0 5 0,-1-3-3 0,-1 1-5 16,4-9 2-1,-3 6-5-15,3-5 4 0,-1-1 13 0,4 1-10 0,-2-3-4 16,3-1 0-16,2-3 0 0,1 3 0 0,4-4-4 15,0-2-1-15,1 3 1 0,-2-3-9 0,2 2 1 16,1-3 5-16,3-1 15 0,-3 3 7 0,3-3-3 16,0 0 11-16,0 0 6 0,10 5 1 0,-3-3 1 15,5-4-3-15,6 2-8 0,1-1-3 0,3 0-3 16,8 2 0-16,1-2 3 0,1-2 4 0,0 3 5 16,-4-2-4-16,3 1 1 0,-4 1-6 0,-7-3-3 15,-3 3-7-15,-5 1 0 0,0-1-11 0,-2-1 5 16,-2 1-3-16,-2 0-2 0,-6 0-2 0,9 0-1 15,-9 0-4-15,7 0-4 0,-7 0-3 0,0 0-16 16,6 3-6-16,-6-3-18 0,-4 6-18 0,0-2-44 0,-2 1-48 16,-6-1-215-16,0 1-389 0,-4 3 172 0</inkml:trace>
  <inkml:trace contextRef="#ctx0" brushRef="#br0" timeOffset="78537.8">1744 11379 103 0,'0'0'99'0,"0"0"-14"0,0 0-4 0,0 0-3 16,0 0 1-16,0 0-6 0,-4 2-7 0,4-2-4 15,0 0-7-15,0 0-6 0,0 0-6 0,0 0-5 16,0 0 1-16,0 0-4 0,0 0-6 0,0 0-4 16,0 0 0-16,0 0 0 0,0 0-9 0,0 0 2 15,0 0-4-15,0 0 1 0,0 0-5 0,0 0-8 16,0 0 3-16,0 0-6 0,0 0 6 0,0 0 8 16,0 0 28-16,14 4 18 0,4-3 8 15,11 2 1-15,9-3 3 0,23 0 4 0,5-4-2 0,38-5 8 16,8 5-3-16,2 0 8 0,10-3 0 0,11 0-3 15,7 0-4-15,0 1 3 0,2-5-3 0,-1 5 4 16,-2 0-2-16,-7 1-8 0,-13-1-6 0,-12 3-5 0,-9-3-6 16,-36 5-5-16,-2-6-6 0,-4 3 4 0,-6 2 5 0,-15-1-2 15,-5 1 3-15,-5 0-8 0,-9 1 3 0,-3-2-1 16,-3 3 1-16,-3-1 5 0,-3-2 10 16,2 3 4-16,-3 0-5 0,-5 0-3 0,10 0-19 15,-10 0-15-15,6 0-20 0,-6 0-40 0,0 0-43 16,0 0-54-16,0 0-62 15,-12 7-77-15,4-4-216 0,8-3-526 0,-13-2 234 16</inkml:trace>
  <inkml:trace contextRef="#ctx0" brushRef="#br0" timeOffset="79208.23">4787 10488 193 0,'2'-4'359'0,"-2"4"-8"16,0 0-3-16,0 0 5 0,0-6-31 0,0 6-25 15,0 0-21-15,0 0-19 0,0 0-32 16,1-2-8-16,-1 2-34 16,0 0-21-16,0 0-22 0,0 0-28 0,0 0-48 0,0 0-49 15,0 0-53-15,0 0-57 0,0 0-73 0,0 0-77 16,0 0-46-16,0 0 33 0,0 14-206 0,-1-6-502 0,-2 1 223 0</inkml:trace>
  <inkml:trace contextRef="#ctx0" brushRef="#br0" timeOffset="79370.64">4753 10901 80 0,'0'5'264'0,"0"-5"-9"0,-4 4-10 16,4-4-21-16,0 0-23 0,-1 4-16 0,1-4-28 16,0 0-50-16,0 0-63 0,0 0-61 0,0 0-55 15,22-5-73-15,-16 2-110 0,5-3-276 0,-4 3 122 16</inkml:trace>
  <inkml:trace contextRef="#ctx0" brushRef="#br0" timeOffset="79808.89">5281 10752 152 0,'0'0'171'0,"0"0"-6"0,0 0-11 0,0 0-11 0,21-3-14 16,-10 1 3-16,0 2-10 0,7 0-12 0,-4-1-17 0,8 1-1 31,-3-2-5-31,-1 2-13 0,1-2-5 0,-6 2-5 0,1-1-5 0,-1 1-7 16,-2-2-3-16,-3 1-12 0,-2 1 8 0,1 0-9 15,0 3-1-15,-7-3-1 0,8-2-4 0,-8 2-23 16,5 3-21-16,-5-3-24 0,0 0-44 0,0 0-50 16,0 0-181-16,0 0-339 0,0 0 151 0</inkml:trace>
  <inkml:trace contextRef="#ctx0" brushRef="#br0" timeOffset="82893.16">8245 10478 59 0,'-6'2'146'16,"6"-2"-14"-16,0 0-11 0,0 0-16 0,0 0-10 15,0 0-7-15,0 0-10 0,0 0-1 0,0 0-5 16,0 0-6-16,0 0 4 0,0 0 5 0,0 0 7 16,0 0 0-16,0 0 6 0,0 0 2 0,0 0-3 15,0 0-8-15,0 0-9 0,0 0-5 0,14-9-6 0,-9 5-6 0,-1 1 1 16,2 0-3-16,2-2 8 0,1-1 1 0,-3 2 1 15,2-3 0-15,0 3 4 0,-1-2-1 0,2-2-2 16,-1 0 7-16,0 2 1 0,-5-1 0 0,3-2 1 16,-1 1-2-16,-1 3-5 0,1-1 17 0,-2 0 0 15,-1 2-4-15,0-1-4 0,1 3 5 0,-3-2-24 16,2-2-3 0,-3 1-10-16,1 5-3 0,0-4-7 0,0 4-6 15,-4-5-5-15,-3 4-8 0,-4-1-12 0,-1 2-6 0,-9 3 3 0,1 2-2 0,-11 2 0 16,-1 5 1-16,-5 0 6 0,-11 11-8 15,-1-1-2-15,-3 3 0 0,4 2 8 0,-2 3-11 16,1 4 1-16,3 1-2 0,4-1 0 0,3 8 1 16,5 0 2-16,0 1 2 0,15-12-5 0,3 0 6 0,2 1-3 15,5 0-1-15,2-2 1 0,7 0 3 16,7-2 5-16,5-1 4 0,10-3-4 0,20 4 14 16,8-4-7-16,11-8-10 0,30-6-18 0,-27-4-22 15,32-3-44-15,-30-4-43 0,34-2-52 0,-3-2-73 16,-6-5-190-16,-30 0-484 0,1-4 215 0</inkml:trace>
  <inkml:trace contextRef="#ctx0" brushRef="#br0" timeOffset="83547.95">8935 10836 11 0,'2'-2'250'0,"-2"2"0"0,1-7-14 16,-1 4-12-16,0 3-10 0,0-5-11 0,1 1-20 0,-1 4-13 0,-1-8-20 15,-2 3-12-15,2 0-16 0,-4 1-20 0,2 0-13 0,-3 1-8 16,-3 1-12-16,-6 1-5 0,2 2-10 0,-9 3-9 15,-5 1-3-15,-2 2-2 0,2 3-8 0,-3 2-5 16,1 0-2-16,3 3-3 0,1 3-5 0,-2-2-8 16,4 1 5-16,3 1-4 0,3-3-4 0,5 0-2 15,0 1 2-15,2-1-15 0,2 0-6 0,2-3 1 16,2 0-1-16,1-1 1 0,3-1 7 0,2-2-1 0,2 3 3 16,2-5 4-16,4 1 5 0,3-3 10 0,5-3-3 15,-1-1 2-15,4-1 4 0,-3-3 7 16,0 0 8-16,1-3 1 0,-1-3 1 0,0-1 4 15,-1 1 1-15,-1-4-2 0,0 2 23 0,-2-1 19 0,-3 1-12 16,0-1 0 0,1 1-1-16,-5 5 8 0,0-1 5 0,-2 1-3 15,-1 2-5-15,-1 1-9 0,0 0-9 0,0 3-11 16,1-4-7-16,-4 5-15 0,2-2-9 0,-2 2-15 16,3-2-26-16,-3 2-1 0,0 0-1 0,6 6 4 15,-5-1 2-15,2 2 4 0,1 0 1 0,1 0 5 0,0 5-6 0,3-3-3 16,2 5-17-16,3 0-15 0,0-2-24 0,1 1-39 15,1 1-46-15,3-7-70 0,1 4-268 0,-1-6-545 16,1 0 241-16</inkml:trace>
  <inkml:trace contextRef="#ctx0" brushRef="#br0" timeOffset="85019.33">9195 11044 208 0,'0'0'228'0,"0"0"1"0,0 0 3 0,0 0 0 16,1-9-27-16,-1 9-20 0,4-6-14 0,-3 2-9 0,4-3 2 15,-1-1-12-15,1-1-3 16,-1-3-10-16,4-1-5 0,-1-3 0 0,1-1-9 15,2-5-9-15,-2-3-2 0,2-3-16 0,0 2-10 16,2-4-9-16,-3-3-10 0,2-2-5 0,6-10-11 16,-7 11-5-16,-1 2-9 0,-1-1-10 0,0 1-3 15,-2 3-3-15,-2 0-2 0,-1 4-4 0,-3 7-6 16,0 0 6-16,0 6-5 0,0 3-1 0,0 1-1 16,0-2-7-16,0 4-4 0,0 1-5 0,0 1-30 15,0 4 0-15,-5-2-2 0,5 2 12 0,-14 8-5 16,4 5 0-16,-3 3 4 0,-6 5 2 0,0 6 2 15,2 2 0-15,0 4 0 0,-4 12 3 0,1 3 3 0,0 1 3 16,4-1 3-16,1 0-3 0,3-4 3 16,3-10 3-16,4 0 3 0,1-3-3 0,3-2 2 0,3-2 0 0,1-1 4 15,2-1 4-15,3-10 7 0,-1 1 6 0,4-2 5 16,5-3 5-16,1 1-2 0,2-6-1 0,9 2 0 16,0-3-3-16,0-1-12 0,-5-1-31 0,-1-2-39 0,-2 2-61 0,1-3-77 15,-3-1-317-15,1-2-559 0,-4-2 248 0</inkml:trace>
  <inkml:trace contextRef="#ctx0" brushRef="#br0" timeOffset="85598.53">9682 10802 201 0,'0'0'195'0,"0"0"-16"15,0 0-19-15,0 0-16 0,0 0-15 16,0 0-14-16,0 0-10 0,0 0-10 0,0 0-8 16,0 0-10-16,0 0-8 0,0 0-5 0,0 0-4 15,0 0-9-15,0 0 1 0,11-6-6 0,-7 4-3 0,1 1-4 16,0-2-2-16,0-1-2 0,3 2 4 15,-3-1 0-15,4 0-2 0,0-3 7 0,-4 2 9 16,3-3 10-16,-2 1 2 0,2-2 11 0,-3 5 11 16,-1-3 5-16,1 1-3 0,-2 1-5 0,-1 2-10 0,2-2-7 0,-4-1-9 15,0 5-15-15,-4-6-12 0,2 4-12 0,-5 0-4 0,-2 1-4 16,-5 1-3-16,1 1-2 0,-6 3-3 16,-1 2 0-16,-7 5-1 0,1 2 3 0,-3 4-7 0,2 0-2 15,-1 1 2-15,4 5-12 0,3-1-2 0,-2-1 4 16,4 2-2-16,4 3 0 0,-1-4 1 0,9-3 2 15,0 0 4-15,3 1-1 0,4-3 0 0,2 2 4 0,5-1 2 16,5-1 6-16,11 1-2 0,5 0 4 0,5-7-2 16,17 1 4-16,-10-4-7 0,13-1-25 0,-2-6-28 15,-11 0-45-15,0-2-40 0,9-6-60 0,-13 4-218 16,0-4-447-16,-1-1 198 0</inkml:trace>
  <inkml:trace contextRef="#ctx0" brushRef="#br0" timeOffset="86168.52">10107 10800 250 0,'0'0'321'0,"0"0"-18"16,-2-7-26-16,2 7-23 0,0 0-29 0,0 0-21 16,2-5-24-16,-2 5-21 0,0 0-18 0,0 0-17 15,0 0-18 1,0 0-18-16,0 0-16 0,0 0-8 0,0 0-10 16,-4 17-4-16,6-8 0 0,-5 1-13 0,0 2-3 15,2 5-6-15,0-2-3 0,0 6-1 0,-1-4-1 0,-3 1-2 16,4 1-2-16,1-2-2 0,-1 0-3 0,1 0 0 15,0-1-1-15,0-4-3 0,1-1 1 0,0 0-2 16,-1-3 4-16,2 0-4 0,1-1 1 0,-3-2 6 16,2-1 12-16,0-1 6 0,1-2 19 0,-3-1 18 0,6 1 13 15,-6-1 4-15,13-6-12 0,-3-2-7 0,-1 1 0 16,4-6-5-16,2 1-9 0,-2-1-9 0,6-6-4 16,-1-2-4-16,0-1-2 15,-2-2-9-15,3 2-8 0,-3 0 0 0,-4 7-5 16,-2-2 2-16,0 1 1 0,-4 7 0 0,-2-2 0 15,1 4-6-15,0 1 0 0,-1 2-6 0,0 2 0 0,-3-3-7 0,1 2-21 0,0-1-20 0,-2 4-14 16,0 0 3-16,0 0 5 0,0 0 6 0,0 14 3 16,0-7 1-16,-2 3 2 0,0 2 1 0,1 1 5 15,-2 2 4-15,2 3 5 0,-3-1-2 0,6 1 1 16,-2 0 15-16,2-2-7 0,-1-3 4 0,2-1 0 16,2 1 4-16,3-3 3 0,-2 3-2 0,4-3 3 15,7-2 8-15,1 3-1 16,9-5 1-16,1-1-1 0,4 1 0 0,0-5-40 15,1-1-57-15,-1-1-78 0,-1-6-114 16,-3 2-236-16,-4-6-563 0,-7 3 249 0</inkml:trace>
  <inkml:trace contextRef="#ctx0" brushRef="#br0" timeOffset="86771.27">10738 10391 155 0,'0'-2'249'15,"2"-4"-9"-15,-1 2-13 16,-1 4-21-16,1-5-22 0,-1 5-21 0,0 0-19 16,1-2-17-16,-1 2-17 0,0 0-12 0,0 0-14 15,0 0-10-15,2 19-7 0,2-3-10 0,-4 4-7 16,-3 5-4-16,0 7-7 0,2 3-6 0,-1 11 1 16,-1 3-6-16,-2 4 0 0,1-19-2 0,2 16-6 15,2-3-1-15,0-10-2 0,-2-4 0 0,4-1 2 16,-1-1-8-16,-1-2 3 0,1-11-7 0,4 3 6 0,-2-5-4 15,-2-2-1-15,2-4-2 0,-3-2 4 0,1 2-2 0,-1-5 3 16,1 0 6-16,0 1 22 0,-1-3 13 0,2 0 13 16,-2 2 7-16,0-5 6 0,1 4 0 15,-1-4-4-15,0 0 2 0,0 2-9 0,0-2-1 16,0 0-6-16,1 6-7 0,-1-6 8 0,0 0-17 0,0 0-3 16,0 0-5-16,0 0-7 0,0 0-7 0,0 0-36 0,0 0-22 0,0 0-21 15,0 0-31-15,0 0-34 0,0 0-42 0,-2 2-38 16,2-2-44-16,0 0-215 0,0 0-497 0,0 0 221 15</inkml:trace>
  <inkml:trace contextRef="#ctx0" brushRef="#br0" timeOffset="87539.38">11169 10897 199 0,'-1'-3'301'0,"-1"-1"-28"0,2-4-25 0,-1 5-20 16,0-2-25-16,-2-1-20 0,1 2-20 0,-2 0-19 16,2-1-15-1,-4 3-13-15,2-2-16 0,-2 1-11 0,0 2-8 0,-6 0-10 16,2 3-6-16,-3 2-10 0,-2 4-9 15,-3-2-3-15,4 4-4 0,-4 1-7 0,5 0-5 16,-5 2 1-16,6 0-6 0,1 1-3 0,-1 0-6 16,3-3-3-16,1 0-9 0,2-2 1 0,3 2 2 0,-2-4-7 15,4 0 0-15,-2-2 5 0,2 1 4 0,1-1 1 16,0-2-1-16,0-3 5 0,5 3 10 0,3-3 11 16,-8 0 6-16,16-9 10 0,-7 4 12 0,1-1 2 15,-2-1 2-15,6-5-7 0,0-1 18 0,-4 0-15 16,3-3-1-16,1 0-4 0,-5-1-8 0,5 0-5 0,-1 2-11 15,-3 1 2-15,0 4 0 0,-2 1 9 0,-1 0-18 16,-1 5-2-16,-1-3-6 0,0 4-6 0,-2-1-6 16,-1 1-13-16,-2 3-4 0,9 0 0 0,-1 3-1 0,-1 2-3 15,4 2 0-15,0 1 0 0,2 1 1 0,-1 2 3 16,4 1 2-16,-3-1-6 0,5 1 0 0,-3 2-6 16,3-2 5-16,0 1 1 0,-3-1-9 0,2-3-6 0,-2 1-3 15,-1-5-1-15,-2-1 1 0,-2 1 5 0,3-2 6 0,-4-2 1 16,0-2 6-16,-1-4 2 0,0 1-2 0,1-2 7 15,-4-3 6-15,4-1 10 0,-5-7 3 16,1 1-2-16,-1-4 0 0,1 2 0 0,-1-11-1 16,1 1 1-16,-4-1 2 0,2 0-2 0,-2-5-1 0,2-1-1 15,-2 0-1 1,0-1 3-16,-1 2 7 0,3 1 18 0,-6 2 12 16,6 5 5-16,-3 7 8 0,0 2 7 0,0 7 7 15,0 0-16-15,1 4-10 0,-1 0-15 0,0 2-29 16,0-1-33-16,0 5-2 0,0 0 2 0,0 0 7 15,-1 23-2-15,-2-8 3 0,3 9 2 0,0 5 1 16,-5 2 2-16,4 3 1 0,-2 13 3 0,-2-1 2 16,4-10 2-16,1-1 0 0,0-2 16 0,1-2-14 0,3-2-3 0,-3-3 2 15,3 1 12-15,-4-11-7 0,4-4 2 0,-3 1 4 16,-1-3-7-16,4-4 7 0,-4 0 1 0,0 2 4 16,0-4 1-1,3 0 5-15,-2 0 7 0,-1-4 5 0,0 4 18 0,0-4-3 16,0 2-5-16,0-2-1 0,0 0-1 0,0 0-3 15,0 0-19-15,0 0-32 0,0 0-54 0,-9-9-82 16,4 0-103-16,-4-3-296 0,4 2-604 0,-3-7 268 16</inkml:trace>
  <inkml:trace contextRef="#ctx0" brushRef="#br0" timeOffset="87855.59">11280 10733 5 0,'0'0'261'15,"-9"2"-6"-15,9-2-15 0,0 0-14 0,-5 3-20 16,5-3-11-16,0 0-17 0,0 0-18 0,0 0-15 0,0 0-17 16,18 0-9-16,3-1-13 15,9 2-10-15,7-1-11 0,14-3-9 16,3 1-7-16,3-1-9 0,0 3-3 0,-2-2-8 15,-3-2-2-15,-12 3-4 0,-6-4-8 0,-2 2-3 0,-4 1 0 16,-9 1-4-16,-5 1 4 0,-2-1 7 0,-2 0 6 16,-1 1 7-16,-4-2 2 0,0 2 0 0,2-1-6 15,-7 1-11-15,6-1-6 0,-6 1-15 16,0 0-18-16,0 0-19 0,0 0-25 0,0 0-24 0,-23-3-27 0,15 7-18 16,-2-1-37-16,1 0-35 0,0 1-50 0,-3 2-166 15,5-2-436-15,-1-2 194 0</inkml:trace>
  <inkml:trace contextRef="#ctx0" brushRef="#br0" timeOffset="88271.61">11940 10965 128 0,'0'0'183'0,"0"0"-7"0,0 0-2 15,0 0-9-15,11 3-9 0,-2-4-12 0,3 1-15 16,5-4-9-16,2 2-7 0,1-2-4 0,1-1-3 16,6-1 0-16,0-2 1 0,-8 0 1 0,8 0 3 15,-5 0-2-15,-3-2-6 0,-1 0 4 0,-2-2-11 16,0 1 10-16,-3-2-4 0,-2-1-16 0,-2-1-2 0,-1 3-8 15,-2-7-14-15,-3 1-14 0,-5 2 10 0,1-1-21 16,-3 7-6-16,-8-4-5 16,0 1-2-16,-3 4-5 0,-3 2-6 0,-8 2 1 0,-3 2-2 0,2 3-7 15,-5 6-6-15,3 3-1 0,3 8 0 0,-2 2 1 16,4 3 0-16,1 0-3 0,1 4-3 0,9 1 3 16,-1 0 4-16,12 6 0 15,3-1 0-15,11-1 5 0,17 11 1 0,10-6-2 16,16-4-17-16,27 6-51 0,8-7-91 0,7-14-141 15,7-6-174-15,0-7-509 0,-1-7 225 0</inkml:trace>
  <inkml:trace contextRef="#ctx0" brushRef="#br0" timeOffset="89245.88">14233 10452 50 0,'0'-5'250'0,"0"-2"-16"16,0 2-11-16,0 0-17 0,0 5-15 0,0-3-25 15,0 3-19 1,0-6-15-16,0 6-22 0,0 0-22 0,0 0-9 16,0 0-5-16,0 21-10 0,0-6-7 0,0 9-9 15,-4 5-2-15,3 3-11 0,0 3 0 0,1 10-7 0,1 1-2 16,-2 1-2-16,2-10 0 0,2-1-6 16,-1-2-3-16,-2-3-1 0,2 1-2 0,0 0 2 15,1-6-3-15,1-2-3 0,-2-6 3 0,1-7-4 16,-2 1 4-16,0-1-3 0,2-1 2 0,-3-4-1 0,2 1 24 0,-2-2 22 15,0-2 22-15,0 3 18 0,0-3 16 0,0-3 14 16,1 5 8-16,-1-5-5 0,0 3-8 0,0-3-6 16,0 0-15-16,0 0-20 0,0 0 10 0,3 4-14 15,-3-4-8-15,0 0-16 0,0 0-20 0,0 0-29 16,0 0-27-16,0 0-27 0,0 0-34 0,0 0-41 16,0 0-50-16,0 0-49 15,-14-10-32-15,10 9-245 0,-3-2-546 0,1-2 242 0</inkml:trace>
  <inkml:trace contextRef="#ctx0" brushRef="#br0" timeOffset="89706.35">14532 10893 50 0,'0'0'160'0,"0"0"-6"0,0 0-15 0,-14 6-19 0,8 1-14 31,-3 1-10-31,-4 4-11 0,-1-2-7 0,0 2-7 0,1 0-2 16,0 3-18-16,-6 2-4 0,-1-2-1 0,7-1-6 15,0-2-4-15,2 2-8 0,3-5 8 0,-2-3-10 0,5-1-8 16,1 0 2-16,0-1 6 0,0-2 1 0,-1 1 30 15,4 0 30-15,-3-1 30 0,0 1 32 16,4-3 28-16,0 0 29 0,0 0-7 0,0 0-15 0,-5-9-26 16,5 9-19-16,9-13-11 0,-4 3-14 0,3-1-4 15,-2-2-22-15,1 3-5 0,1 0-8 16,-1 0-17-16,-1 2 0 0,0 2-7 0,2-2-10 16,-3 3-3-16,3-2-9 0,-3 5-6 0,2-1-2 0,5 0-6 15,-1 5-10-15,0-1 6 0,3 3-4 0,3 2-6 16,-1-1 0-16,6 5 5 0,-4-2-2 0,8 6 2 0,-2 0 0 15,-5-4-5-15,3 2-5 0,1 5-2 0,-4-6-7 0,-2-2-13 16,0 0-13-16,0 0-20 0,-7-4-18 0,2 2-16 16,-3-2-27-16,-2 1-21 0,0-3-20 15,-3 0-17-15,-2 1-16 0,2-4-49 0,-4 0-195 16,0 0-475-16,5-7 210 0</inkml:trace>
  <inkml:trace contextRef="#ctx0" brushRef="#br0" timeOffset="90107.01">14729 10596 155 0,'-4'-17'298'0,"-1"5"-3"0,1 1-11 16,3-1-11-16,-2 1-16 0,2 2-10 0,-2 1-18 15,1 2-13-15,2 1-15 0,-1 0-19 0,-2 0-22 16,3 3-24-16,0 2-14 0,-1-5-15 0,1 5-37 15,0 0-19-15,0 0-17 0,0 0-4 0,1 15-2 16,-1 1-8-16,3 7 0 0,-3 3-5 0,1 8 1 16,-1 14 1-1,0-12-5-15,5 10-4 0,-5 3 1 0,0-12-2 0,0 8 2 16,0-11-5-16,0-1 0 0,1 0 0 0,3-4 2 16,-4-2 1-16,4 0-2 0,-4-11 2 0,1 1-2 15,2-6 5-15,-2 1-6 0,-1-2-3 0,0-3 1 0,0-1 4 16,0 0 1-16,3-1 0 0,-3-2 6 0,0-3 30 15,1 6 15-15,-1-6 15 0,0 3 9 0,0-3-1 16,0 0-4-16,0 5 14 0,0-5-9 0,0 0-14 16,0 0 1-16,0 3-7 0,0-3-1 0,0 0-10 15,0 0 1-15,0 0-23 0,0 0-17 0,0 0-28 0,0 0-35 16,0 0-39-16,1-12-39 0,2 7-46 0,-3 1-56 16,1-6-65-16,2 0-305 0,-1 0-651 0,2-2 289 15</inkml:trace>
  <inkml:trace contextRef="#ctx0" brushRef="#br0" timeOffset="90545.4">15302 10442 238 0,'0'0'220'16,"0"-5"-24"-16,0 5-25 0,0-4-17 0,0 4-20 15,0 0-17-15,-8 11-13 0,1 0-14 16,-5 6-11-16,-1 6-9 0,-6 8-10 0,-4 11-10 0,2 7-3 0,-2-1-6 16,0 5 0-16,7 2-1 0,-5-1-7 0,6-2-1 15,5 0 5-15,1-5-2 0,4 0 7 0,5-12 10 16,2-2 4-16,3-1 9 0,4-4 8 0,3-2 14 15,1-4 3-15,-6-4 7 0,7-2 5 0,-4 0 4 16,3-5 4-16,-1-4-7 0,-2 3-4 0,0-4 3 16,-5-2 0-16,3 0 10 15,-4 0 12-15,1 0 11 0,0-4 23 0,-1 3-4 16,-4-3 10-16,6 1 2 0,-3 0-8 16,-3-1-10-16,0 0-16 0,0 0-8 0,5 1-15 0,-5-1-9 15,0 0-12-15,0 0-25 0,0 0-34 0,9-1-30 0,-9 1-41 16,0 0-39-16,1-5-39 0,-1 5-35 0,2-6-40 15,-2 3-41-15,0-3-55 0,1-1-57 0,-1 0-281 0,1-3-680 16,1-1 301-16</inkml:trace>
  <inkml:trace contextRef="#ctx0" brushRef="#br0" timeOffset="91208.4">15461 10722 273 0,'2'-8'298'16,"0"4"-19"-16,1 0-22 0,-2-2-27 0,-1 2-22 0,0 4-26 16,0-4-20-16,0 4-21 0,2-6-26 15,-2 6-30-15,0 0-26 0,0 0-10 0,0 0-3 16,0 0-12-16,11 9-2 0,-7-5-6 0,-1 3-5 16,4-2-1-1,-2 1-8-15,2 2-2 0,1 0-2 0,-3 1-6 0,4-4 0 16,0 3-3-16,-5-2-1 0,2-3-3 0,3 2 1 15,-4-2 3-15,3-1-1 0,0 0 2 0,-3-4 0 16,5 1 0-16,-1-3 3 0,-4 2 9 0,4-6 4 16,0 1-1-16,-1-2 3 0,0-1 0 0,0 1 5 15,-1-4 6-15,-1 3-3 0,2-5 7 0,-3 5 13 16,1 1 0-16,-2-1 12 0,-1 4-3 0,-1 0 2 0,2 1-4 0,-3 1-8 16,1 1-5-16,-1-1-7 0,0 1-25 0,-1 3-18 15,0 0-22-15,0 0-3 0,0 0 2 0,0 0 7 16,3 9-2-16,-6 0 3 0,-1 7-3 0,1 3 6 15,-1 12 2-15,-2 0 3 0,-1 1-1 0,-2 14-1 16,0-1 4-16,4-10 3 0,-4 12 0 0,5-11 2 16,-1 0 3-16,1-3-4 15,2 2 5-15,-2-2 0 0,0-1 1 0,-1-3 0 16,1-1 4-16,0-2-4 0,0-8 4 0,2-1 0 16,-2 0 1-16,0-5-4 0,0-2 4 15,-2 0 1-15,3-3 2 0,1-2 2 0,-2 2 10 0,1-2 18 0,0 0 25 16,1-5 21-16,-3 3 13 0,5-3 11 0,-13-3 1 15,7-2 14-15,0 0 7 0,-3-3 10 0,0 0-3 16,-2-7-8-16,5-2-8 0,-4-8-19 0,5-4-23 16,4-5-21-16,3 1-16 0,6-16-10 0,3 2-9 0,5 2 5 15,3 2-5-15,-3 10-4 0,1 3-2 16,2 3-2-16,-1 1 3 0,1 3-3 0,4 0-2 16,-4 3-4-16,1 3 2 0,-6 4-5 0,1 2 3 15,-6 2 1-15,2 3 1 0,-3-1-7 0,-3 3-2 0,0-2 5 16,0 4-5-16,-1-1-2 0,3 1 13 0,-5-2-17 0,-2 4-13 15,0 0-29-15,7-3-25 0,-7 3-16 0,0 0 2 16,0 0 2-16,0 0-11 0,2 12-3 0,-4-9-11 16,0 5-6-16,1 0-13 0,-5 2-22 0,-2 5-24 15,4-3-26-15,-1 2-46 0,-3 0-193 0,2-1-481 16,-2-1 213-16</inkml:trace>
  <inkml:trace contextRef="#ctx0" brushRef="#br0" timeOffset="91592.92">15855 11105 354 0,'0'0'340'0,"0"0"-17"0,0 0-26 15,0 0-25-15,0 0-29 0,0 0-30 0,0 0-20 16,0 0-32-16,0 0-15 0,0 0-13 15,0 0-15-15,-8 0-14 0,8 0-17 0,0 5-8 16,0-5-9-16,0 9-8 0,0-5-7 0,3 4-3 0,-3 1-4 16,0 2-6-1,0-1 4-15,0 1-16 0,0 0-1 0,-3 3-6 16,3-2-1-16,0-2-1 0,0 4-4 0,0-4-3 0,3 0-1 16,-6-1 2-16,3-3-2 0,0 1-2 0,0-1-1 15,0-1 4-15,0-2-4 0,0-3 7 0,0 5-3 0,0-5 4 0,0 4 11 16,0-4 22-16,0 0 24 0,0 5 12 0,0-5 17 15,0 0-7-15,0 0 12 0,0 0-4 16,0 0-9-16,0 0-8 0,0 0-9 0,0 0-7 16,0 0-4-16,0 0-6 0,0 0-17 0,0 0-20 15,0 0-41-15,0 0-51 0,0 0-46 0,0 0-44 16,0 0-56-16,0 0-62 0,0 0-59 0,0 0-291 16,3-17-676-16,-2 15 300 0</inkml:trace>
  <inkml:trace contextRef="#ctx0" brushRef="#br0" timeOffset="91795.92">16141 11229 183 0,'0'0'192'0,"0"0"-20"31,0 0-12-31,0 0-23 0,0 0-14 0,0 0-15 0,-11 6-10 0,5 1-10 16,3-2-9-16,-4 1-5 0,2 1-12 0,-2 2-5 15,0-1-2-15,1 1-22 0,1-1-14 0,-3 1-40 16,2-2-24-16,-1 1-40 0,2-3-55 0,1 1-86 16,-1-5-243-16,1 4 108 0</inkml:trace>
  <inkml:trace contextRef="#ctx0" brushRef="#br0" timeOffset="92462.98">16370 10708 180 0,'2'-7'272'0,"0"1"-17"16,-1 3-24-16,0-3-24 0,2 2-30 0,-2-1-17 16,-1 5-33-16,1-3-21 0,-1 3-13 0,0 0-10 15,5 9-5-15,-3-3-5 0,0 0-15 0,0 2-7 0,0 2-14 16,1 4-8-16,-1-4-12 0,1 0-6 0,1 7-9 15,1-5-8-15,-2 0-10 0,0-3-8 0,0 1 2 16,0-3-2-16,0-2-7 0,2 0 9 0,-4 2 4 0,3-4 6 16,1-1-2-16,0-2 3 0,-5 0 4 0,9-4 6 15,-2-1 6-15,0-3 7 0,1 1 4 0,-3 0 3 16,3-2 5-16,-3-1-1 0,5-4 0 0,-1-2 15 16,-2 3 4-16,-1 0 5 0,3 0 3 0,-4 2 9 15,0 0 2-15,-1 2 4 0,-1 1-5 0,-1 4 3 16,3-1-4-16,-4-2-10 15,2 5 1-15,-1-3-16 0,0 3-6 16,-2 2-24-16,2-3-14 0,-2 3-2 0,0 0 2 16,0 0-4-16,2 12 5 0,-2 0-2 0,1 0 7 0,-1 8-3 15,0 4 1-15,0 6 0 0,0-2 3 0,0 3-3 16,0 1 3-16,1 0 2 0,-1 4-1 0,2 10-1 16,-2-12 4-16,1 0-3 0,-4 0 4 15,1 1-2-15,-2-2-2 0,0 0 10 0,-5-4-13 0,1 0 3 0,1-2 4 16,-5 0-1-16,2-6-2 0,0-4 3 0,1-3 1 15,-1-4 1-15,-2 2 2 0,2-5-1 0,-2-1 2 16,2-1 9-16,-3-1 17 0,3-4 18 0,-3 0 9 16,1 0 13-16,0-7 16 0,-1 5 19 0,3-6 29 0,1-1 13 15,0-1 12-15,2-4-2 0,1-1-20 16,5-4-16-16,1-6-20 0,4-3-7 0,5-2-15 0,4-1-9 0,10-12-8 16,-8 11-5-16,5 1-9 0,1 1-1 0,3 0-8 15,-1 4-7-15,0 1 0 0,0 4-12 0,-1 3 1 16,-2 1-5-16,-5 6 3 0,-4 2-10 0,-1 3 3 15,-1-1 5-15,-1 3-17 0,-2-1-3 0,-2 2-29 16,1 1-32-16,-1-1-49 0,-4 3-14 0,6 0-19 16,-6 0-14-16,5 5-16 15,-2-1-11-15,-3 4-12 0,-3 0-26 0,2 3-27 16,-4-3-48-16,1 4-200 0,-1-1-539 0,1-3 238 16</inkml:trace>
  <inkml:trace contextRef="#ctx0" brushRef="#br0" timeOffset="92910.15">16770 11132 5 0,'3'4'225'15,"-3"-4"-32"-15,0 0-11 0,4 4-21 0,0 0-15 16,1-1-13-1,-1 3-16-15,4-1-11 0,-1 5-9 0,-1-4-14 16,-1 3-7-16,-1 2-6 0,-1-3-8 0,0 4-8 0,-2-1-3 16,-2-1-5-16,0 3-3 0,-3-1-9 15,-1-3 3-15,0 4-4 0,-3 0-5 0,-1-3 2 16,4-1-2-16,0-1 0 0,1-1 1 0,0-1-6 16,-1-4 5-16,3 3 15 0,0 0 13 0,0-5 22 0,2 0 23 15,-2 4 20-15,2-4 12 0,-1 4 23 0,1-4-6 0,0 0-28 16,0 0-15-16,19-2-11 0,-8-1-9 0,2 3-13 15,0-3 0-15,0 2 7 0,6-4-23 0,-5 1 0 16,3 2-3-16,-3-1-3 0,-4 1 4 0,3 1-1 0,-3-2 5 16,-1 2 1-16,-2 0 7 0,-1-1-3 15,1 2 7-15,-1-1-12 0,-6 1-1 0,7-2-14 16,-7 2 2-16,7-1-6 0,-7 1-5 0,0 0-5 0,6 0-3 0,-6 0 7 16,0 0-39-16,0 0-20 0,0 0-20 0,0 0-20 15,9 0-16-15,-9 0-12 0,0 0-16 0,0 0-15 16,0 0-18-16,0 0-23 0,0 0-10 0,0 0-40 15,0 0-69-15,0 0-243 0,-9-10-569 0,7 7 251 16</inkml:trace>
  <inkml:trace contextRef="#ctx0" brushRef="#br0" timeOffset="93764.74">17016 10366 171 0,'0'0'189'0,"4"-2"-25"0,-4 2-13 16,0 0-21-16,17 8-18 0,-6-1-18 0,2 7-1 15,4 5-12-15,3 7-11 0,-1 3-6 0,7 11-4 16,-4 9-7-16,-3 1-7 0,-1 5 4 0,-7 2-1 16,1 25-5-16,-9-26-7 0,-3 2-4 0,-5 0-1 0,-1-1-5 15,-6-7-1-15,-1-3-6 0,1-13 2 0,-6 10-3 16,3-14-1-16,-2-4-1 0,3 0-4 0,-4-4 4 16,1 0 4-16,4-5 4 0,2-3 9 0,-5-3 1 15,5 2 8-15,2-2 3 0,-1-5 7 0,3 0-5 16,1-1 2-16,1-1-4 15,0-2-1-15,3 1-1 0,-2 1-2 16,1 0 2-16,1-2 8 0,-1 1 3 0,3-3 9 16,-2 4 4-16,2-4 2 0,0 0 9 0,-4 1-1 15,4-1 2-15,0 0-4 0,0 0-3 0,0 0-3 0,0 0-6 16,0 0 7-16,-5 2-20 0,5-2-6 0,0 0-4 16,0 0-8-16,0 0-20 0,0 0-22 15,0 0-35-15,0 0-39 0,7-8-54 0,-7 8-77 0,8-8-71 0,-4 4-181 0,3-3-503 16,2-3 223-16</inkml:trace>
  <inkml:trace contextRef="#ctx0" brushRef="#br0" timeOffset="94080.79">17751 11006 107 0,'0'-3'390'0,"0"3"-34"0,-3-2-37 16,3 2-36-16,4-7-24 0,0 3-37 0,5 0-49 16,4 0-41-16,4-1-42 0,2 2-55 0,0 1-67 15,0-3-69-15,4 3-95 0,-4-3-144 0,2 2-368 16,-1 1 163-16</inkml:trace>
  <inkml:trace contextRef="#ctx0" brushRef="#br0" timeOffset="94234.02">17719 11128 181 0,'0'0'180'16,"7"4"-15"-16,5-2-25 0,2-1-63 0,16 0-88 16,-3-2-111-16,-7 0-133 0,7-6 59 0</inkml:trace>
  <inkml:trace contextRef="#ctx0" brushRef="#br0" timeOffset="96114.67">18878 10089 47 0,'0'17'64'0,"0"0"3"0,3 7-3 16,-3 2-5-16,1 1-3 0,-1 1 0 0,-1 4-4 0,1-4-10 16,-3 0 14-16,2 0-6 0,-3 0-2 15,0 0 7-15,-1 1-3 0,1-2-2 0,-1 1-8 16,0-2 2-16,1-1 1 0,-5 1-12 0,4-2 3 16,-4 1-4-16,4 1 4 0,-1 0-2 0,-2 1-3 0,2-2-5 15,-1 2 4-15,2-1-4 0,-1-3-9 0,-2 1-3 16,3-4-2-1,2 4 4-15,-2-4-6 0,0 2 2 0,3-1 4 16,-2-3-7-16,0-2-9 0,0 4 16 0,3-2 19 16,-3-1-1-16,4 1-6 0,-1-2 1 0,0 0-4 15,-1-4-2-15,1 0-4 0,1 0 0 0,0-1-3 16,0 1-3-16,-1-3-5 0,1 2 7 0,-2 1-6 16,1-2 5-16,1 0-13 0,-1-1 5 0,2 3 4 0,-2-4-6 0,1 3 2 15,-2 0-3-15,1-2 3 0,2 0-2 0,-2 1 6 16,0 0-7-16,0-2-2 0,1 1 1 0,0-1-1 15,-2-1 3-15,2 2 1 0,0-3-4 0,0 2-4 16,2 2 5-16,-2-3-1 0,-2 0-1 16,2 1 0-16,0-2 5 0,2 2-6 0,-2-2 4 0,0 3 1 15,0-1-1-15,1 0-3 0,-1 0-3 16,0 2-3-16,0-5 5 16,1 6-1-16,0-2 8 0,1 0-4 0,-2 1-5 15,0-3 4-15,0 3-1 0,1-2 0 0,-1 3 0 0,0-4 0 16,0 5 3-16,-1-1-2 0,2-1-4 0,-1-1-4 15,1 4 13-15,1-2-8 0,-1-2 6 0,0 3-5 16,1-3 9-16,-1 1-5 0,0 0 1 16,0 0-4-16,2 0-2 0,-2-1-2 0,2 1 9 0,-2 0-6 15,-1-2-5-15,4 1 7 0,-6-3-4 0,4 2 4 0,-2 1 1 0,1 1-8 16,0-3 4-16,-1 1 4 0,0 4 0 0,0-5-6 16,0 2 4-16,0 0 7 0,2-1-5 0,-2 0 2 15,1 1-9-15,-1 0 1 0,0-2 2 0,-1 4 2 16,1-2 2-16,0 0-10 0,1-3 8 0,-1 2 4 15,0 2-8-15,-1 0 4 0,1-2-7 0,-2 2 6 16,4 1 2-16,-2-3 6 0,1 2-8 0,-2 0 3 0,1 1 7 16,0 0-11-16,-2 0 6 0,2 0-6 0,-1-1 5 0,0 2-13 15,1 2 10-15,-4-2 3 0,3 1 0 16,1-1 0-16,-1-1-7 0,-2 1 8 0,0 0-2 16,2-2-2-16,-1 0-7 0,0 1 6 0,0 0 4 15,-1-1-4-15,2-1-4 0,-2 1 1 0,2 0 5 0,0-3 0 16,-1 3 4-1,1-3-8-15,-3 2 0 0,3-2 9 0,0 0-3 16,-2-1-2-16,2 4 0 0,-2-4 2 0,1 0 2 16,1-1-1-16,1 4-5 0,-2-4-4 0,0 1 4 15,2 1 0-15,-2-1 2 0,1 3-4 0,0-1 0 16,0 0 0-16,-2 1 15 0,2-4-11 0,-2 6-4 16,3-3 2-16,-5 2 5 0,3 2-2 0,-1-4-12 0,2 4 16 0,-2-1 1 15,2 0-8-15,-3-2 1 0,0 1-1 0,3 0 1 16,-3 0 0-16,-1 1 4 0,1 1-5 0,3-5 1 15,-3 3-5-15,3 0 4 0,-6-1 6 0,3-1-10 16,2 2 4-16,-2-1 0 0,-1-2 1 0,1 3-1 16,0-5 5-16,3 2 1 0,-3-2-5 0,3 3 2 15,-2-3-4-15,2 0 8 0,-3 1 13 0,4-1 4 16,-4 1 1-16,2-2-7 16,2 1 3-16,-3 2-1 0,2-1-3 0,1 1-3 15,-2-1 1-15,0-2-4 0,1 3 3 0,0-1-2 16,-2 1-1-16,1 1-1 0,0-2 2 0,2 2-2 0,-4-1-3 0,4 0 2 15,-1 1-2-15,1-1 3 0,-1-1 2 0,1 0-5 16,-1-1 2-16,-1 1 3 0,2 0-3 16,0-1 2-16,0 1-1 0,-5 0 2 0,5-1-7 15,-1 1 1-15,0-2 1 0,1-2 1 0,-1 5-2 16,1-2 2-16,-2-1-3 0,2 2 2 0,-2-1 1 0,2-3-3 16,0-2-5-16,0 5 6 0,2-2-2 0,-2 1-1 15,0-4 2-15,-2 7-4 0,2-7 5 16,-3 5-1-16,3-5-2 0,1 5 5 0,-1-5-2 15,0 3 0-15,0-3 1 0,0 0 1 0,-1 4 2 0,1-4 10 16,0 0 4-16,0 0 7 0,0 0 1 0,0 0 9 0,1 5 6 16,-1-5 7-16,0 0 4 0,0 0 3 0,0 0 0 15,0 0-4-15,0 0-13 0,0 0-40 0,7-9-52 16,-2 1-50-16,0-1-54 0,5-4-74 0,-1-6-140 0,1 2-397 16,3-6 176-16</inkml:trace>
  <inkml:trace contextRef="#ctx0" brushRef="#br0" timeOffset="97301.87">20045 10084 41 0,'0'-5'246'0,"0"0"-19"0,0 5-20 0,1-2-22 16,-1 2-20-16,0-6-20 0,0 6-21 0,0 0-17 15,0 0-6-15,0 0-14 0,0 0-8 0,9 8-11 16,-5-1-7-16,-2 1-4 16,4-1-5-16,1 7-11 0,1-1 0 0,-1 2-6 15,1 1 2-15,3-1-5 0,1 1-3 0,-3-2-2 16,0 1-1-16,1-2-11 0,2 0 2 0,-3-5 0 15,0 0-3-15,0-2-3 0,-3-1-4 0,4-1 8 16,-2-2-5-16,2 0 6 0,3-4-4 0,-3-3 2 16,0 0 2-16,2 0 9 0,2-5 4 0,-4 2-2 15,4-5-1-15,-5 1 5 0,-2 2-1 0,3-5 4 0,-3 3-1 0,-3 2 5 16,1-1 0-16,2 3 6 0,-3 2-2 0,-2 1-4 16,3-1-9-16,-1 3-12 15,-3-1-29-15,-1 4-14 0,0 0 0 0,0 0 2 16,0 0 3-16,-5 19 3 0,0 1-1 0,-8 9 0 15,1 2 2-15,-2 3 5 0,-4 13-4 0,-1-1 2 16,2 2 2-16,-5-1 4 0,2 0-1 0,-1 2 0 16,2-2 0-16,1 3 2 0,3-4 2 0,-6-2 2 15,11-9 1-15,-2-1-2 0,-3-3 1 0,5 0 2 16,1-8 0-16,-2 2 2 0,3-11 2 0,2-2-2 16,2-3 0-16,0 0 10 0,1-4 39 0,0-1 43 15,0-1 21-15,3-3 5 0,0 0-14 0,-9-7 0 16,4-3 1-16,3-2-13 0,2-6 2 0,1-7-12 15,1-3-5-15,6-1-7 0,2-3-6 0,4 0-9 0,7-12-15 16,4 0-8-16,2 1-3 0,0 0-1 16,0 3-4-16,5 2 0 0,-8 9-6 0,9-7-2 0,-8 11-2 15,3 4-4-15,-3-2 9 0,-2 4 0 0,0 4 1 16,-9 2 2-16,0 1 5 0,-2 5-5 0,-5 2-9 16,2 0 7-16,-5 0-15 0,1 2-2 0,-1 1-29 15,0 0-31-15,-1 1-29 0,-3 1 3 0,0 0-11 0,5 5-8 0,-5 1-3 16,-2 1-8-16,0 2-8 0,-1 2-6 0,-2-1-17 15,0 3-22-15,-1 2-21 0,-3-3-27 0,4-1-39 16,-3 1-145-16,4-1-430 0,0 0 191 0</inkml:trace>
  <inkml:trace contextRef="#ctx0" brushRef="#br0" timeOffset="97640.07">20642 10578 85 0,'0'0'345'0,"0"0"-10"15,0 0-16-15,0 0-29 0,0 0-32 0,0 0-23 0,0 0-22 0,5 1-27 16,-5-1-25 0,0 0-21-16,0 0-21 0,-2 6-9 0,2-1-17 15,-2 2-11-15,1 2-4 0,-3 4-12 0,1 6-6 0,-2-2-3 0,-4 7-4 16,4 3-8-16,0-4-7 0,1 3 1 0,-4-2-9 0,3-6-5 15,4 0 0-15,-3-1 2 0,3-1-7 16,-3-4-4-16,4 0-2 0,0-4 5 16,-1 3-3-16,-2-5 3 0,3-3-2 0,0 3 1 15,0-1 0-15,-4-2 24 0,3 0 26 0,1-3 16 16,0 5 29-16,0-5 3 0,0 0 0 0,0 0-4 16,0 0-8-16,0 0-1 0,0 4-21 0,0-4-46 15,0 0-56-15,0 0-69 0,0 0-62 0,0 0-97 16,5-14-104-16,-2 10-280 0,-2-3-684 0,3 2 303 15</inkml:trace>
  <inkml:trace contextRef="#ctx0" brushRef="#br0" timeOffset="99089.43">22459 10239 13 0,'0'-6'265'0,"0"1"-15"0,-2 1-20 0,2-1-15 15,0 5-25-15,2-8-18 0,-2 7-18 0,0 1-17 16,1-4-15-16,-1 4-16 0,1-4-14 0,-1 4-10 16,0 0-10-16,0 0-6 0,7 8-8 0,-3-3-5 15,4 4-3-15,-4 0-9 0,3 2-5 0,2 5 0 16,3-3-8-16,-3 2 1 0,4-1-2 0,1 2-8 15,-1-4-6-15,2 1-2 0,-1-4-1 0,-2-4 0 0,3 4 0 0,-5-3-1 16,3-2 0-16,-3-3 2 0,4 0 1 0,0-2-4 16,0-4-1-16,3-1 0 0,-2-3-2 0,2-1 2 15,-2-1 2-15,1-2 6 0,-2-1 0 0,-1-2-1 16,-2 1 4-16,0-3 4 0,-1 2 0 0,-1 0 7 16,-1 0 1-16,1 2 6 15,-5 5 4-15,3-2 3 0,0 4 2 0,-4 0-7 16,-1 3-9-16,2-2-1 0,-1 2-12 0,-3 4-36 15,1-3-17-15,-1 3 1 0,0 0 3 0,0 0 2 16,-1 19 3-16,-2-4 3 0,-2 10 4 0,0 4 1 16,0 1-1-16,-2 5 6 0,-2 10-2 0,3 1 1 15,-4 3 2-15,1 1 0 0,2 0 3 0,1-1 3 16,-3 2 2-16,4-5 0 0,0 0 3 0,1-9-2 16,0-4 3-16,3 1-2 0,1-2 4 0,-4-3-1 0,4 0 0 0,-2-4 0 15,-1-7 3-15,2-1-7 0,-3-4 8 0,3-4 0 16,-2 2 2-16,2-2 10 0,-2-7 10 15,-2 3 6-15,0-5 4 0,-8 0 0 0,3-2 2 16,1-2 12-16,-4-2 3 0,-1-4 10 0,0-2 5 0,1 0 7 16,1-2 16-16,1-4-2 0,0-9-3 0,1 2-5 15,6-3-12-15,4-5-10 0,4-1-9 0,7-12-1 0,1 11-3 16,9-9-13-16,6 2 5 0,-7 13-10 0,5 0 1 16,11-6-5-1,1 3 1-15,-10 8 4 0,6 4-16 0,-3 0 0 0,6 1-2 16,-4 4 11-16,-1-1-18 0,-2 3-1 0,-2 3 4 15,-8 3 10-15,-2 0-18 0,-5 2 2 0,-2 3-2 16,-3-1 4-16,0-1-24 0,-1 3-21 0,-2 0-31 16,2-1-41-16,-6 2 2 0,0 0 8 0,2 8-1 15,-2-8-17-15,-12 12-17 0,4-3-28 0,-3 4-25 16,-3-1-27-16,1 0-228 0,-2 2-484 0,3-3 214 16</inkml:trace>
  <inkml:trace contextRef="#ctx0" brushRef="#br0" timeOffset="99511.18">23247 10755 264 0,'0'5'283'0,"0"-5"-30"16,0 0-31-16,-1 4-23 0,1-4-15 0,1 5-22 15,0-1-23-15,1 1-12 0,-1 1-12 0,-1 0-13 16,1 4-10-16,0-3-2 0,1 4-18 0,-2 0-8 16,-2-1-5-16,0 1-7 0,1 0-6 0,-2 0-3 15,2-3-3-15,-2 4-3 0,2-7-6 0,0 4-4 16,-1-4-4-16,1 1 0 0,-1-2-5 0,2-1 0 16,-3 1 0-16,3-4-2 0,0 5 5 0,0-5-5 0,0 3-2 15,0-3 9-15,6 4 23 0,2-1-6 0,5 0-2 0,7-3 0 16,2 0-6-16,9 1-6 0,1 0-1 0,2 1-3 15,-1-1-4-15,4 1 0 0,1 2-1 0,-3-4-5 16,-3 4 1-16,-10-2-2 0,-3 0 0 0,-5 0-5 16,-1 0 0-16,-3-2 2 0,-2 3 0 0,-2-6 13 15,2 6 15-15,-8-3 9 0,9 2 19 0,-5-2 3 0,-4 0 4 16,7 0 10-16,-7 0-15 0,0 0-4 0,0 0-10 16,7-2-21-1,-7 2-29-15,0 0-30 0,0 0-44 0,0 0-63 0,0 0-81 16,0 0-102-16,-26-3-202 0,17 3-563 0,-1-2 249 15</inkml:trace>
  <inkml:trace contextRef="#ctx0" brushRef="#br0" timeOffset="100946.45">19665 12082 219 0,'2'-6'223'0,"-2"1"-15"0,2 0-19 16,-2 2-15-16,0 3-22 0,3-7-16 0,-3 7-15 16,2-3-18-16,-2 3-11 0,0 0-9 0,2-2-12 15,-2 2-9-15,0 0-7 16,3 8-8-16,0-4 0 0,3 1-8 0,-2 5-3 16,1-2-3-16,0 3-1 0,3-1-6 15,1 0-1-15,-3-1-8 0,6 4 3 0,-4-1-1 0,2-3-4 0,-4 1-1 16,2-1-3-16,1-2-5 0,-3-1 6 0,1-1-5 0,-2-1 2 15,1-1 2-15,0-1 0 0,1-2 1 16,-7 0-4-16,13-5 3 0,-6 2 6 0,2-3 5 16,-1 0-3-16,0-4 8 0,-1 4 2 0,2-6 5 15,0 5-2-15,-4-3 0 0,0-1-1 0,4 2 10 16,-5 2-3-16,1-3 8 0,-4 4 0 0,2 1-4 16,1 2-9-16,-3-2-3 0,3 2-11 0,-4 1-14 15,0 2-24-15,1-6-18 0,-1 6 9 0,0 0 2 16,0 0 2-16,-5 19 4 0,0-5-1 0,1 4-2 0,-4 10 6 15,-3 1-2-15,2 7 3 0,-6 11 4 0,-1 5-1 0,1 0 2 16,-2 0 2-16,5 6 6 0,-1-2-2 0,0-3 5 16,3 1 0-16,1-4 0 0,0-4-1 0,-1 0 1 15,2-12 3-15,3-2-3 0,-3 0 0 0,3-1 0 16,-4-2 0-16,0 0 1 0,4-6 1 0,-3-5 2 16,1-1 1-1,-1-3-1-15,-1-4 2 0,3-1 4 0,-4-1 6 0,2-3 12 16,0-2 11-16,-2-2 14 0,-1-4 8 0,0-1 8 15,-1-1 2-15,0-2 11 0,-3-4 16 0,5-2 20 16,-2-3 2-16,3 0-12 0,0-10-4 0,4-1-7 16,5-2-14-16,8 0-9 0,2-5-12 0,12-11-14 15,3-1-4-15,6 0 1 0,2 1-4 0,4 1-19 16,5 4 8-16,2 4-3 0,-1 5-2 0,-2 1-3 16,1 5-4-16,-10 3 0 0,4 5-3 0,-8 2 1 0,-2 2 2 0,-8 4-5 15,-2 2-6-15,-6 2-1 0,-1 2-2 0,-2-1-6 16,2 1-7-16,-4-1-35 0,-1 3-36 15,0-2-40-15,-4 3-15 0,0 0 8 0,2 6 6 16,-2 0-14-16,-6-1-17 0,-1 5-15 0,-5 1-9 0,-1 1-31 16,1-1-31-16,-3 4-199 0,1-2-473 0,0-1 210 15</inkml:trace>
  <inkml:trace contextRef="#ctx0" brushRef="#br0" timeOffset="101325.18">20161 12766 143 0,'0'0'323'0,"0"0"-12"0,-8-8-19 0,8 8-16 15,0 0-25-15,0 0-18 0,0 0-27 0,0 0-32 16,0 0-23-16,0 0-18 0,0 0-15 0,0 0-14 15,0 0-18-15,0 0-6 16,0 0-14-16,-1 10-8 0,0-3-6 0,-2 5-6 16,2-2-4-16,-3 6-5 0,-2 3-9 0,-1-3-1 15,2 3-1-15,0 1-2 0,1 1-6 0,-2-3-4 16,0 2-2-16,3-3 2 0,-3 9-1 0,2-9-2 16,2-4 0-16,1-1-4 0,1 0-1 0,-2-4 1 15,0-1 0-15,1 0 1 0,0-2 3 0,1-3 1 0,-3 2 2 0,3-4 3 16,-1 7 21-16,1-7 14 0,0 4 12 0,0 0 16 15,0-4 8-15,0 0-1 0,0 0 8 0,0 0-9 16,0 0-6-16,0 0-7 0,0 0-29 0,0 0-32 16,0 0-36-16,1-16-39 0,2 8-48 0,-1-4-64 15,0-2-71-15,0-4-43 0,-1 0-271 0,1-10-607 16,0 0 268-16</inkml:trace>
  <inkml:trace contextRef="#ctx0" brushRef="#br0" timeOffset="101894.96">20480 11763 196 0,'3'-6'208'16,"0"2"-4"-16,-2-1-10 0,0 3-12 0,1-2-20 16,-2 4-16-16,1-5-14 0,-1 5-17 0,0-5-13 15,0 5-15-15,0 0-10 0,0 0-7 0,0 0-11 0,0 0-7 0,0 0-11 16,-4 11 1-16,-1-3-9 0,1 5-2 0,-5 3-5 15,1-2-3-15,-1 4-3 0,-3 6-1 0,0-2-3 16,3-4-3-16,-1 0 0 0,4-1-7 0,-2-2 4 16,0 0 0-16,3-3 2 0,3-1 1 0,-5-3 0 15,6 1 2-15,-3-3 4 0,3-2 4 0,-2 2 7 16,2-2 4-16,-2 0 7 0,2-1 2 0,1-3 7 16,0 0 2-16,-2 4-3 0,2-4-1 0,-2 3-4 0,2-3-7 0,0 0-11 15,0 0-31-15,-2 4-49 0,2-4-48 0,0 0-58 16,6 6-78-16,-2-6-143 0,0 2-411 15,-4-2 183-15</inkml:trace>
  <inkml:trace contextRef="#ctx0" brushRef="#br0" timeOffset="103050.34">22482 12243 101 0,'1'-8'261'0,"0"1"-24"0,0 1-18 16,1 0-13-16,0 0-17 0,-2 1-19 0,0 1-17 0,0 4-20 0,2-7-17 15,0 5-14-15,-2 2-10 0,0 0-16 0,0 0-9 16,0 0-8-16,0 0-7 0,0 0-8 0,9 13-2 15,-4-5-13-15,0-2-1 0,-1 5-5 0,1-1-9 16,0 2 1-16,3 1-6 0,1-2-4 0,0 2-3 16,-3-3 0-16,5-1 6 0,-1 1-8 0,-4-3-2 15,3 0 1-15,0-2 3 0,-3 0 2 0,2-4 0 16,2 2 1-16,2-6-2 0,-1 2-2 0,2-4 4 16,-3-3 8-16,6-1 2 0,0-3 3 0,-5-3 4 15,2 3 0-15,0-3 5 0,1 0-2 0,-2-1 8 16,1 0 0-16,-2 0 4 0,1 0 4 0,-1 1 2 15,-2 1-1-15,-2 4 12 16,-2 1 5-16,0 0 0 0,0 4-9 0,-4 0-6 16,3 0-8-16,-2 2-8 0,0-1-25 0,0 1-25 15,-2 3-6-15,0 0-4 0,0 0 6 0,4 10-2 16,-5-2 3-16,-2 5 2 0,-3 9 2 0,1 6 0 16,-4 4 4-16,0 14 0 0,-3 0 3 0,0 5 8 15,-1 2-2-15,-5 1 5 0,5 1-2 0,-2-2 2 0,-1 1 0 0,5-2 16 16,-2-4 0-16,0-1-1 0,3-1-2 0,1-12-2 15,3 2-1-15,-3-4 2 0,3 4 0 16,-2-2-1-16,1-3-1 0,1-2 2 0,-3 0-2 16,2-3-3-16,0-6 3 0,-3-6-2 0,5 1 0 0,-3-7 8 15,4 3-4-15,-2-6-1 0,-3 1 7 0,1-2 7 16,-1-4 12-16,-2-2 10 0,-1-2 16 0,-2-4 19 16,2 1 11-1,1-6-3-15,-4-3 12 0,5-9-20 0,-2 0 14 16,2-3-2-16,6-3-5 0,4-1-16 0,5-4-2 15,11-10-14-15,5-3-7 0,5 0-1 0,2 2-4 16,4 2-7-16,0 1 8 0,2 4-9 0,-2 3-11 16,-10 14 4-16,6 1-10 0,3 2-2 0,-3 1-5 15,3 3 2-15,-4-1 2 0,-2 5-8 0,-5 4-5 0,-3-1 0 16,2 4 2-16,-6 2 6 0,-3-3-9 0,0 3-4 0,-2 3-3 16,-3-3-29-16,2 3-24 0,-1 0-21 0,-6 0-20 0,9 3-10 0,-8 1-10 15,2 1-2-15,-2 2-3 0,-2 3-14 0,-2 2-6 16,-2-3-20-16,0 7-19 0,-4-2-35 0,0 1-45 15,-4-1-169-15,-1-1-471 0,5 1 209 0</inkml:trace>
  <inkml:trace contextRef="#ctx0" brushRef="#br0" timeOffset="103503.55">23036 12847 253 0,'0'0'342'0,"0"0"-30"16,0 0-26-16,0 0-29 0,0 0-31 0,0 0-23 16,0 0-25-16,0 0-20 0,13 3-16 15,-5-1-18-15,-2-1-11 0,0 5-13 0,3-3-10 0,2 1-14 0,-2 4-6 16,-2-1-8-16,2 3-8 0,-1-1-4 0,-2 3-7 15,-2 3-6-15,-3 1-3 0,1 2-4 0,-2-1-2 16,-4 2-2-16,-1 0-6 0,-4 4-2 0,-5 0 1 16,3-5 0-16,-3-5-1 0,2 4-1 0,-4-2-4 15,5-3 1-15,-2-2-2 16,4-1-3-16,3-1 3 0,-2-3-3 0,3 0 4 0,1 0-1 0,0-2 15 16,2 1 51-16,-1-3-3 15,3-1 27-15,-4 4 23 0,4-4 11 0,-5 2-3 16,5-2-6-16,0 0-17 0,0 0-10 0,18-2-9 15,-5 0-9-15,-3 0-10 0,5 1-9 0,3-3-4 16,3 3-5-16,-2-1-7 0,1-1-6 0,1 3-3 16,0-2-5-16,0 1-9 0,-7 0 1 0,-1 0-2 15,-2 2-1-15,-2-2-6 0,-2 1 4 0,-1 0-2 16,-6 0-3-16,10 0-2 0,-5-2-6 0,-5 2-11 0,7-2-25 0,-7 2-26 16,0 0-25-16,5-1-27 0,-5 1-16 0,0 0-15 0,0 0-38 15,0 0-67-15,0 0-62 0,-13-9-51 0,4 0-255 16,-1 5-659-16,-3-10 291 0</inkml:trace>
  <inkml:trace contextRef="#ctx0" brushRef="#br0" timeOffset="104034.57">23259 11913 123 0,'0'0'285'0,"1"-4"-9"0,-1 4-19 0,0 0-22 0,1-4-26 0,-1 4-23 16,0 0-21-16,0 0-24 0,0 0-18 0,0 0-15 0,0 0-6 15,-5 13-12-15,1-3-12 0,-1 5-5 0,-3 1-10 16,-3 1-4-16,-2 7-8 0,-1-2-35 0,1 4-24 15,-2-3-39-15,-2 3-42 0,0-3-66 0,-4 0-236 16,-3 2-422-16,2-11 187 0</inkml:trace>
  <inkml:trace contextRef="#ctx0" brushRef="#br0" timeOffset="107759.22">24549 9941 98 0,'0'0'104'0,"-2"-4"-3"0,2 4 0 0,0 0-12 16,0 0-3-16,0 0-33 0,0 0 29 0,0 0-14 0,0 0-6 15,0 0-12-15,0 0 2 0,0 0-13 0,0 0 4 16,0 0-9-16,0 0-24 0,0 0 19 0,0 0-4 0,0 0 0 16,-3 8-5-16,3-8 0 0,-4 8-12 0,2-2-3 15,-1 0-11-15,3 1 21 0,-1 3-3 0,0 0-3 16,-2 0-7-16,-1 2-2 0,-1 2-3 0,1 1-4 16,3 2-1-16,-4 0 0 0,1 1 5 0,0-1 6 0,-1 3-8 0,1-1-1 15,0 1-1-15,0-1 6 0,3 1 3 0,-4-1-8 16,4 3 4-16,-2-5 2 0,2 2-4 0,-3-2-12 15,3-2 16-15,-2-3 0 0,2 0 3 0,1-2-6 16,-4 1 6-16,4-1 5 0,-2-3 3 0,-1 2 12 16,3-3-6-16,0 1 0 0,0-2-3 0,-2 0 3 15,2 0 11-15,2 2-8 0,-4-3 5 0,0 2-3 16,2-1 1-16,0 2 2 0,-3-3-5 0,1 2-1 16,0 1 0-16,2 1 0 15,-2-2-9-15,1 4 14 0,-1-4-10 0,2 5-7 16,-2-1 3-16,-2-1 4 0,2-1-5 0,1 2-1 15,-1-2 0-15,0 2 0 0,-1-3-2 0,3 0 2 16,-2 1-3-16,2 0-5 0,-3-1 7 0,1 3-3 16,-1-3-10-16,3 0 13 0,-2 0-3 0,2-1-5 15,-2 0 5-15,0 1 7 0,0 1-5 0,2-2-1 16,-2 2 2-16,-1 0 1 0,2 1 2 0,1-2-2 0,-3 1 1 0,2-1 2 16,-2 2-7-1,2 2 3-15,0-6 1 0,-1 5 2 0,0-4-5 0,1 2 3 16,0-1 0-16,1 0-2 0,-2 0-5 0,1 1 4 15,0-4-6-15,1 3-4 0,-1 1 10 0,-1-2-1 16,1 1 2-16,0-1-5 0,1-1 3 0,-2 2-1 16,2 0-4-16,-1-1 6 0,0 0-6 0,0 1 4 15,-1-1-1-15,1 3-3 0,0-6 5 0,-1 6-3 16,1-2 1-16,0-4-2 0,-1 6 0 0,0-3 0 16,1 1 0-16,1-2-1 0,-1 3-5 0,1 1 7 15,-2-2-3-15,1 0-2 0,1 0 2 0,-1 1 1 16,1 2 2-16,0-3 5 0,-2 3-1 0,2-2-5 15,-1-1-3-15,1 4 4 0,-1-4-1 0,1 2 2 16,0-3-5-16,-1 6 9 0,-1-4-7 0,2-3 4 0,-1 4 0 0,-2 0-3 16,2-1-3-16,0 1 6 0,-2-1-4 0,3-1-2 15,-2 3 6-15,-1-3-7 0,3-1 4 0,-2 2 1 16,2-3-5-16,-3 2 7 0,2 0-3 0,0 0 5 16,-2 0-5-16,2 1 1 15,1-2-4-15,-3 2 8 0,2-2-6 0,0-1 8 16,-1 2-10-16,1 0 5 0,0-1-4 15,-2 1 4-15,2 0-4 0,-2 0 3 0,3-2 5 16,-2 2-8-16,-1 1 1 0,1-2-1 0,-1 3 6 16,2-1 1-16,-3-1-2 0,3-2-8 0,-2 3 6 0,3-2 0 15,-1 0 0-15,-2 1 0 0,2 1 0 16,1-3-3-16,0 2 4 0,0-1-6 0,-1 2 9 16,1-1-8-16,0-1 2 0,0 1 2 0,0 2-1 15,-3-1-2-15,3-2 4 0,0 1 1 0,0 1-7 0,0-3-2 0,0 3 13 16,0 1-8-16,0-1 4 0,0 2-3 0,-1-1 0 15,-2 0-2-15,6 2 4 0,-6 0-2 0,3-2 0 16,3 2 3-16,-3 1-5 0,0 0 6 0,0-2-5 16,1-1 5-16,-1 0-5 0,0 3 5 0,3-2-1 15,-2 0-6-15,-1-2 6 0,0 3-2 0,1-1 1 16,-1 0 6-16,4 0-10 0,-4-1 1 0,0 0 2 0,0 2-1 0,0-2-1 16,0-1-1-1,3 4 5-15,-3-3-5 0,0 1 3 0,0 0-3 0,0 0 3 0,1-1 1 16,-1 0-2-16,0 1-1 0,3 1 2 0,-2 0 1 15,-1-2-1-15,0 2 3 0,1 1-14 0,-1-3 17 16,0 1-7-16,3 1 0 0,-1 0-4 0,-2-2 3 16,3 1 3-16,-1 0-1 15,-2-1 2-15,0 2 1 0,3 0-5 0,-2-3-1 0,-1 2 8 16,3 0 1-16,-3 1-8 0,0-6 2 0,0 5 1 16,0-1 0-16,0 0-4 0,0-1-2 0,0 0-5 15,1 1 6-15,-1 0 1 0,0-3 1 0,0 1 2 16,1 0-1-16,-1 0 4 0,-1 1-8 0,2 2 6 15,-1 0 0-15,0 1-11 0,-1-1 14 0,1-1-9 16,-1 1 5-16,-2 0-4 0,3 0 6 0,0 1-4 0,-1-1 2 16,-2-1-1-16,2 3-4 0,0-3 0 0,-2 2 3 15,1-4 1-15,-1 3-3 0,2-2 3 0,0 1-12 0,-2-3 12 16,3 3 0-16,0-2 2 0,-4 3-2 0,4-2-10 16,-1-4 9-1,-3 6 6-15,4-2-5 0,-1 1-1 0,-2-2-1 16,3-1 2-16,-4 0-1 0,4 4 2 0,-1-3-10 15,-2 2 9-15,1-3-2 0,1 5-1 0,-2-4 0 0,3 1-5 16,-1-1 10-16,1 0 11 0,-3-1-16 16,2 1 7-16,1 0-1 0,-4 1-4 0,4-2 1 15,-4 4 1-15,3-5 0 0,1 4-11 0,-4-4 12 16,4 0 2-16,-4 5-2 0,3-5 0 0,-2 2-3 0,3-1 4 16,-2 0-3-16,-2 1 3 0,4-2-3 0,-2 2-6 15,0 0 9-15,1 1-3 0,-1-1 3 0,0 0 11 0,0 3-6 16,0 0 1-16,1-3 0 0,1-2 2 0,-2 7-2 15,0-7-5-15,2 1 0 0,-2 2-3 0,0-4 2 16,0 4 0-16,1-1 4 0,-2 0 2 0,3-1-4 16,-2 0-3-16,0 1 0 0,0 1-4 0,-1-3 8 15,2 1-5-15,0 0 1 0,-2 0 0 0,2 1-2 16,1 1 2-16,-3-2 8 0,2-1-7 0,0 3-2 0,-2-2-1 0,3-1-1 31,-1 1 3-31,-2 0-3 0,2-1 3 0,0 1-4 0,-2 0 3 0,3-2 0 16,-2 1 2-16,2 1-1 0,-3 0 0 0,3-2-1 15,-1 3 2-15,0-3-4 0,-1 1-1 0,0 0 8 16,0 0-6-16,0 2-3 0,1-4 6 0,-1 3-5 16,1 0 2-16,0-2 5 0,-1 2-4 0,-1 0-2 15,2-1 1-15,-2 3-1 0,2-3 4 0,1 2-1 16,-2-2 0-16,2 4 0 0,-1-4 3 0,0 2-3 16,-1-2 0-16,2 2-1 0,-2-2-3 15,1 0 7-15,1 3-2 0,-2-4-4 0,2 4 2 0,-1-4-4 16,0 3 1-16,-1 1 3 0,1-1 1 0,1 0 0 15,-1-2 1-15,0 0 0 0,1 1 0 0,0 0-1 16,-2 4-3-16,2-5 0 0,-1-2 0 0,1 1 2 0,-1-1-1 16,1-3-1-16,-4 9 3 0,4-7 0 0,0 4 1 0,0-2-1 15,0-1 4-15,0 2-3 0,-1-1-2 0,1-4 0 16,0 10-2-16,0-5 0 0,0 1 1 16,-1 0 1-16,1 1-1 15,-2 1-4-15,2-2 4 0,-1 2 0 0,1-1 3 16,0 1 0-16,-4 1-3 0,4 1 4 0,0-2-6 15,0 3 4-15,0-4-1 0,-1 1-3 0,-2 1 2 16,3-1 1-16,-1-1 7 0,0 0 0 0,-1-1-7 16,1 0-1-16,0 1-1 0,1-4 3 0,-3 2 0 15,3 1-3-15,0-6 1 0,0 6-2 0,0-4-1 16,0-2 2-16,0 8 3 0,0-4 2 0,0-4 5 16,0 6-2-16,3-2-3 0,-3 1 1 0,0-1 2 15,0 0-3-15,0 3-2 0,1-1 5 0,0-2-5 0,-1 4 2 0,0-2 0 16,0 2-3-16,2-1 1 0,-1-1 3 0,-1 2-3 15,0-3 1-15,1 2 1 0,-1 1-2 0,0-2 2 16,0 2-1-16,3-3-1 0,-3 2-1 0,0 0-1 16,0-2-3-16,1 1 4 0,-1-1 1 0,0 1-5 15,0 0 2-15,0 0 0 0,0-1 4 0,0 2-1 16,0-2-2-16,0 2 3 0,0-2-2 0,0 2 0 0,-1 0-3 31,1-2 4-31,-3 1-1 0,3 0-2 0,3-1-1 0,-6 0 0 0,3 0 5 0,0-1-4 16,0 1 0-16,0-1 1 0,0-4-2 0,0 8 1 15,0-4 0-15,0-4 4 0,0 4-4 0,0 1 4 16,0-5-5-16,0 8 1 0,0-8 4 16,0 4-3-16,0-2-3 0,0-2 8 0,0 8-5 15,0-4-2-15,0-1 6 0,0-3-6 0,3 6 5 16,-2-3-3-16,-1 0 2 0,0-3 1 0,0 6-2 16,0-6 1-16,0 6-3 0,0-6 2 0,0 5-3 15,0-5 5-15,0 5-4 0,0-5 5 0,0 6-5 0,0-3 1 16,0 0-2-16,0-3 1 0,3 9 3 15,-3-6-2-15,0-3 2 0,-3 7-2 0,3-4 0 16,0 1 2-16,0-4-4 0,0 6 3 0,0-2-1 0,0-2-1 0,0-2 0 16,0 0 3-16,3 7-1 0,-3-7 0 0,0 0 2 15,-3 4-3-15,3-4 0 0,3 4 0 0,-3-4 3 16,1 2 2-16,-1-2-1 0,0 0 6 0,0 0 4 16,0 0-3-1,0 0 1-15,0 0 3 0,0 0-4 0,0 0-18 0,0 0-25 16,0 0-59-16,3 3-89 0,-3-3-143 0,0 0-349 15,0 0 155-15</inkml:trace>
  <inkml:trace contextRef="#ctx0" brushRef="#br0" timeOffset="117026.53">2728 14725 9 0,'0'0'141'0,"0"0"-16"0,0 0-17 15,0 0-13-15,0 0-5 0,0 0-14 0,0 0-15 16,0 0-10-16,0 0 3 0,-13 0-14 0,4 7 3 16,-3-2-7-16,-5 0-6 15,-3 5-10-15,-7 4 9 0,2-2-6 0,-2 2-3 16,-1-1-2-16,-3 3 1 0,1 2-7 0,-4 0 3 15,3 0-4-15,-15 7 10 0,11-6-11 0,4-2-2 16,5 2-8-16,-1-2 0 0,5-1-1 0,0 1-1 16,11-2-5-16,-2-3 7 0,0 2-4 15,7 1 3-15,-2-5 6 0,6 2-6 0,3 0-5 0,4 0 1 16,4 1 8-16,2 0 4 0,6-1 2 0,7 1 0 16,6-1 0-16,4 0 5 0,-1 0-1 0,3-2 1 0,0-2 1 15,1 1-7-15,-2 0 2 0,0-1-8 0,-3 2 3 16,-6-1-3-16,-7-3 0 0,0 1 5 0,-7-2 7 15,-3-1-24-15,-3 0 6 0,-1 1-1 0,-1 0 7 16,-8-2 1-16,-1 3 0 0,-5 0-12 0,-8 1 15 16,-9 3 3-16,-4-4 13 0,1 3 17 0,-5-4-2 15,1 4 22-15,1-2-2 0,1-3-1 0,-2 1-3 0,5-4-2 0,0 3 0 16,2 0-10-16,6-3-3 0,2-1 1 0,5 0-2 31,0 3-8-31,4-3-2 0,2 0 1 0,-1 3 0 0,4-3-2 0,5 0-15 16,-9-3-8-16,9 3-30 0,0 0-46 0,5-7-36 15,4 4-38-15,4-4-130 0,1 0-298 0,5 0 132 16</inkml:trace>
  <inkml:trace contextRef="#ctx0" brushRef="#br0" timeOffset="117441.61">3151 14803 59 0,'-2'-6'205'0,"2"6"-20"16,0-2-28-16,0 2-16 0,0 0-21 0,0 0-20 0,0 0-14 16,0 0-2-16,0 0-16 0,-2 17-2 0,2-5-7 15,-3 7-11-15,0 7-6 0,0-1-10 0,0 5 2 16,-2 0-6-16,3 0-3 0,-1 1-2 16,-1 4-11-16,0-6 5 0,-1 0-5 0,3 0 9 0,-1-4-3 0,-1 0-2 15,2-5 5-15,-1-4-15 0,1 1 6 0,2-4-2 16,-2-3 1-16,1 2-3 0,-1-1 2 0,2-2 1 15,-3-3 1-15,2 1 1 0,-2-2 0 0,2 0-4 16,-4 2-5-16,4-6-13 0,-5 4-23 0,0 0-33 16,0-5-35-16,-4 4-36 0,-2-4-107 0,2-4-263 15,-3 1 116-15</inkml:trace>
  <inkml:trace contextRef="#ctx0" brushRef="#br0" timeOffset="117719.96">2812 15169 123 0,'0'0'146'0,"0"0"-16"0,0 0-8 16,0 0-8-16,23-3-24 0,0 0 5 0,9-2-7 15,4-1 0-15,17 0-6 0,1-2 0 0,1 2-7 16,1 0 1-16,-5 0-16 0,-10-1-1 0,-5 3-3 15,-1 2-14-15,-6-2 1 0,-9 3-2 0,-2-1-3 0,-5 2-6 0,-4-3-6 16,0 3-7-16,-4 0-6 0,1 0-8 0,-6 0 2 16,0 0-6-16,0 0-14 0,0 0-18 15,0 0-28-15,-23 11-23 0,11-7-20 0,0-1-27 0,-1 2-95 16,-1-1-240-16,3-2 106 0</inkml:trace>
  <inkml:trace contextRef="#ctx0" brushRef="#br0" timeOffset="118205.23">3540 15232 9 0,'0'0'104'0,"20"-4"-11"16,-6 2-7-16,2-4-10 0,5 2-10 0,5-1-5 16,-4-2-1-1,5-3-12-15,0 3 0 0,-4 0-1 0,2-4-2 0,0 0-11 16,-7 1 8-16,-1 3 4 0,-1-4 2 0,-1 1 14 15,-6 2 2-15,1 1 6 0,-2-1 9 0,0 1-1 16,-6 0 1-16,2 0-10 0,-4 2-7 0,-1 0-12 16,-3 0-6-16,0 1-4 0,-6-1-7 0,-3 3-4 15,-5 1-11-15,-1 3 2 0,-9-1-4 0,1 6-4 16,-2 3-1-16,-2 0 2 0,-1 1-3 0,-1 1-2 16,2 2-4-16,1 0 3 0,4 2-8 15,2-1 4-15,3-1-5 0,6 1 1 0,5-8-3 16,2 3 2-16,-1 2-12 0,4-2 12 15,4 1-4-15,2-1 7 0,3-1 4 0,6 2 3 0,8-1-2 0,9 4 2 0,6-7 0 16,5 0 1-16,13-2 0 0,-11-2 4 0,14-3-9 16,-2-1 3-16,-14 1-1 0,1-2-14 0,2 0-14 15,-8-1-34-15,3-3-49 0,-4 0-172 0,-7-2-298 16,-7 2 132-16</inkml:trace>
  <inkml:trace contextRef="#ctx0" brushRef="#br0" timeOffset="118606.12">4205 14854 221 0,'0'0'231'0,"-3"-4"-20"0,3 4-22 0,0 0-16 16,0 0-24-16,-1-7-20 0,1 7-27 0,0 0-26 15,0 0-9-15,0 0-5 16,1 15-10-16,2-3-5 0,-1 8-9 0,0-1-1 16,-2 10-11-16,0 4 3 0,0 1-13 0,-3 1 5 15,2 1-1-15,-2 9-5 0,0 2-1 0,1-13 0 0,2 1-7 16,0-1 3-16,2-1 0 0,-1-1-3 0,-1-2 3 15,1-1-2-15,0-4 0 0,-1 0 0 0,0-7-2 16,3-2 2-16,-6-1-1 0,2-2 1 0,1-4 3 16,0 3-3-16,-1-3 0 0,1-1 2 0,-1 0-3 0,-1-2 2 15,2 1-1-15,-1-2-13 0,-2 0-15 16,1-1-11-16,-1-1-21 0,1 1-28 0,-2 0-39 16,-1-4-180-16,-3 0-323 0,8 0 143 0</inkml:trace>
  <inkml:trace contextRef="#ctx0" brushRef="#br0" timeOffset="118922.31">4205 15138 128 0,'11'0'128'0,"1"0"4"0,7 3-14 0,3 1-15 15,7 2-14-15,2 1-1 0,-6 1-7 0,5 1-8 0,-5 2-8 16,1-2-6-16,-7 3-6 0,-2-3-1 16,-3 1-11-16,-4-3-1 0,-1 3-4 0,-3 0-6 15,-6-1-1-15,0 1 5 0,-9 0-3 0,-4 1 9 16,-4 1-5-16,-9 1 12 0,-1 0 7 0,-2-1 7 16,-2-5 1-16,-2 3 3 0,1-4 2 0,0 1-6 0,2-1 0 0,0-2-3 15,2-1-1-15,7-1-7 0,4 0-2 0,0-1-4 16,3-1-10-16,6 1 4 0,3 0-5 0,-5 1-9 15,10-2-22-15,-9 0-18 0,9 0-56 0,0 0-67 16,0 0-215-16,19-17-384 0,-5 8 170 0</inkml:trace>
  <inkml:trace contextRef="#ctx0" brushRef="#br0" timeOffset="120146.74">5199 14879 47 0,'0'0'206'0,"0"0"-13"0,4-4-20 0,-4 4-25 15,0 0-23-15,0 0-16 0,0 0-7 0,0 0-14 0,0 15-9 16,-1-5-12-16,-2 1-3 0,-1 6-7 0,-1 0-4 15,-4 9-1-15,-4-2-2 0,3 1 1 0,-4-3-6 16,0 5-6-16,1-4-11 0,-1-2-4 0,5-2 2 16,-1-3-2-16,2 0-2 0,1-1-6 0,3-4 1 15,1-2 1-15,1 3-6 0,-1-4-3 0,-1-2 6 16,3-1 0-16,0 1-2 0,2-1-1 0,-1-1 3 16,5 3 8-16,1-4-8 0,6 1-1 0,7 0 3 15,4 2-2-15,2-3-30 0,4 1-34 0,3-4-51 16,-4 0-42-16,1-2-157 0,-8 0-324 0,0-1 144 15</inkml:trace>
  <inkml:trace contextRef="#ctx0" brushRef="#br0" timeOffset="120362.9">5402 15134 14 0,'-4'-5'228'0,"4"5"-14"0,-1-3-16 0,1 3-20 16,0 0-23-16,0 0-19 0,0 0-17 0,0 0-12 0,0 0-15 0,0 0-5 15,-1 15-16-15,1-6-8 0,0 3-5 0,-3 2-8 16,2 4-4-16,-2 1-7 0,1 8 7 0,-2 0-4 16,0 1-4-16,3 2-4 0,-2 2-4 0,2-3 0 15,-3-2-3-15,5 1 0 0,-2 0-6 0,0-4-38 16,-2-5-35-16,2 2-38 0,-2-2-38 0,2-1-33 16,-5-4-123-16,2 2-308 0,2-8 137 0</inkml:trace>
  <inkml:trace contextRef="#ctx0" brushRef="#br0" timeOffset="120663.77">5852 14979 45 0,'1'-5'350'16,"-1"-1"-36"-16,3 3-26 0,-2 0-28 0,-1 3-28 15,0-5-24-15,3 2-26 0,-3 3-29 0,1-4-54 16,-1 4-49-16,0 0-27 0,0 0-34 0,5 8-47 15,-1-3-40-15,2 7-30 16,-2-1-54-16,-1 6-107 0,0 0-311 0,0 3 138 16</inkml:trace>
  <inkml:trace contextRef="#ctx0" brushRef="#br0" timeOffset="120795.12">5880 15378 202 0,'0'0'231'0,"-1"5"-12"16,1-2-15-16,0-3-21 0,0 0-17 0,1 4-22 0,-1-4-24 15,9 0-40-15,-9 0-39 0,18-7-67 0,-5 4-77 16,4-4-141-16,0-1-264 0,2 3 117 0</inkml:trace>
  <inkml:trace contextRef="#ctx0" brushRef="#br0" timeOffset="123130.53">4849 14857 22 0,'0'0'127'0,"0"0"-5"16,0 0 4-16,0 0-6 0,-1-4-4 0,1 4-1 15,0 0-6-15,0 0-10 0,0 0-4 16,0 0-5-16,0 0-8 0,0 0-8 0,0 0-13 15,6-5 0-15,-6 5-11 0,9-2-14 0,-3 1 5 16,2-1-6-16,2 2 0 16,1 0-9-16,1 0-4 0,1 0 1 0,1 0-8 15,1 2-1-15,3 0-1 0,-1 3 2 0,2-2-4 16,-2 3 3-16,1 1-8 0,-1-2 8 0,-2 5-2 16,1-1-2-16,-2 3-2 0,0 0-3 0,-5 2 2 15,0 1-1-15,-2-2 0 0,0 4-2 0,-6-1 1 0,2 2 1 0,-6-1-3 16,2 1 1-16,-4 0 5 0,0 2-8 0,-5-2 4 15,-5 2-2-15,-1 1-1 0,-2-3 2 0,-2 0-1 16,-2-2 3-16,-2 0-2 0,0-1-8 0,7-3 6 16,-4-3 4-16,1 0 9 0,3-1 1 0,-2-1 1 15,5 0-6-15,1-1 5 0,3-2-2 0,4-2 0 16,-2 3 1-16,2-4 3 0,2 1 2 0,0 0 4 16,0 0 7-16,4-2 14 0,-5 1 8 0,5-1 5 15,0 0 13 1,0 0 4-16,-9 3 5 0,9-3 1 0,0 0-2 15,0 0-5-15,0 0-5 0,0 0-3 0,-4 1-5 16,4-1-7-16,0 0-3 0,0 0-8 0,0 0-3 16,0 0-7-16,0 0-4 0,0 0 1 0,0 0-6 0,0 0 1 15,0 0 5-15,0 0-16 0,0 0 0 16,0 0 0-16,0 0 0 0,0 0-2 0,0 0 0 16,0 0-5-16,0 0-1 0,0 0 2 0,0 0-2 0,0 0 0 0,0 0-4 15,0 0 2-15,0 0 1 16,-6 3 9-16,6-3-8 0,0 0-3 0,0 0 0 0,0 0-3 15,0 0 5-15,0 0 2 0,0 0-9 0,0 0 6 16,0 0-3-16,0 0-1 0,0 0 8 0,0 0-2 16,0 0-5-16,0 0 5 0,0 0 3 15,0 0-3-15,0 0 3 0,0 0-2 0,0 0 3 0,0 0 5 0,0 0-9 0,0 0 4 16,0 0-6-16,0 0-3 0,0 0 1 0,13-8 2 0,-13 8-2 16,9-4-3-16,-4 2 1 0,1-1 0 0,6 3 0 15,-1-4-3-15,3 1-3 0,3-1 5 0,1 0 3 16,2 4-4-16,2-1-1 0,5 0 0 0,-7-1 0 15,9 2 0-15,-3 2-3 0,-4 0 2 16,1 1 1-16,4-2 2 16,2 5-6-16,-1-1 1 0,-10 0-2 0,10 3 1 15,-7-1 1-15,-3 1-2 0,-1-2 0 0,1 1 0 16,-2 4 3-16,-1 0 1 0,-4 1 1 0,1 2-12 16,-2 1 1-16,-5-5-2 0,3 1-2 0,-4-1-3 0,-3 5 0 0,0 2-1 0,-2-5-1 15,-3 4 2-15,-1 0 1 0,-4-2 4 0,-4 2 9 16,1-3-9-16,-9 7 1 0,-2-6 5 15,0 3 2-15,-5-4 2 0,-4 0 7 0,0-1-7 16,0-1 0-16,-3-2 1 0,0-1 3 0,4 3-1 16,1-5 0-16,-1-2 0 0,0 1 3 0,3 1 3 15,8-5 2-15,-7 2 9 0,6-3 10 0,2 0 7 16,0 0 2-16,5 0 7 0,-4 0 4 0,4-3-3 16,1 2 2-16,3-2-7 0,0 0 7 0,-2 1-6 15,6-1-3-15,-3 3-2 16,4-3-3-16,-3 3-5 0,3-1 1 0,-1-1-6 15,-1 1 3-15,7 1-7 0,-9-3 0 16,4 3-4-16,5 0 3 0,-8-2-4 0,8 2-3 16,-4-2 4-16,4 2-4 0,0 0-1 0,-8-3 7 15,8 3-11-15,0 0 3 0,0 0-2 0,-4-1 3 16,4 1-2-16,0 0-5 0,0 0 6 0,0 0-5 16,-4-3 5-16,4 3-2 0,0 0 0 0,0 0-2 0,0 0-1 0,0 0 2 15,0 0 2-15,0 0-5 0,0 0 1 0,0 0 3 0,0 0-5 0,0 0 4 16,0 0-2-16,0 0 0 0,0 0 5 0,0 0-7 15,0 0-1-15,0 0-1 0,0 0 5 16,0 0-4-16,0 0-5 0,0 0 0 0,0 0-7 16,0 0-1-16,0 0-4 0,0 0-11 0,0 0-1 0,0 0-14 15,0 0-7-15,0 0-6 0,0 0-18 0,0 0-17 16,0 0-21-16,0 0-23 0,0 0-22 0,0 0-46 16,0 0-262-16,0 0-506 0,10-3 224 15</inkml:trace>
  <inkml:trace contextRef="#ctx0" brushRef="#br0" timeOffset="124070.89">6469 15228 43 0,'0'0'140'0,"0"0"-8"16,0 0-6-16,0 0-13 0,0 0-6 0,0 0-11 16,0 0-3-16,0 0-11 0,0 0 0 0,0 0-4 15,0 0-10-15,0 0-4 0,0 0-1 0,0 0-2 16,0 0-10-16,0 0-1 0,0 0-6 0,0 0-5 16,0 0-5-16,0 0-2 0,0 0-3 0,0 0 0 15,0 0 4-15,0 0-3 16,0 0 3-16,0 0 2 0,0 0 1 0,0 0 2 15,0 0-3-15,0 0 0 0,0 0-3 0,0 0 1 16,0 0 1-16,0 0-6 0,0 0-1 0,0 0-1 16,0 0 3-16,0 0-6 0,0 0-9 0,0 0 5 15,0 0-2-15,0 0 0 0,0 0-3 0,0 0-3 16,0 0 2-16,0 0-7 0,0 0 3 0,0 0 0 16,0 0 0-16,14-4 0 0,-2 4 3 0,2-1 1 0,1 1 3 15,5 0 3-15,-4-2 5 0,4 1 3 0,-3 0 1 16,1-2 3-16,-4 0-3 0,1 3 0 0,-4-1 4 0,-1 0 8 15,-3 1 11-15,-2 0 3 0,2-2 7 0,-7 2-7 16,10-1-5-16,-5 1-3 0,-5 0-5 16,0 0-15-16,9-1-39 0,-9 1-45 0,0 0-85 15,8 0-85-15,-8 0-197 16,0 0-461-16,0 0 205 0</inkml:trace>
  <inkml:trace contextRef="#ctx0" brushRef="#br0" timeOffset="127709.04">8382 14870 14 0,'0'0'179'16,"-4"-1"-11"-16,4 1-20 0,0 0-13 0,0 0-11 0,-5-2-11 15,5 2-8-15,0 0-7 0,0 0-6 16,0 0-8-16,0 0-4 0,0 0-1 0,0 0-12 0,0 0 1 0,0 0-9 15,0 0-5-15,0 0-1 0,0 0-8 0,0 0-3 16,0 0-4-16,0 0-7 0,0 0 0 0,0 0-4 16,0 0-4-16,0 0-3 0,9-5-2 0,-5 2 0 15,2 1-1-15,7 0-2 0,-3-1 1 0,4-2-2 0,3 1-4 16,1-3 3-16,-5 4-7 0,3-4 2 16,-3 3 3-1,0-1-3-15,-2 0 0 0,-2 0 1 0,1-2-1 0,-2 2 17 16,-3 1 9-16,2-1 15 0,-3-1 0 0,0 2 8 15,-1-1 3-15,0 0-3 0,-3 0-10 0,-3 1-3 16,0-1-7-16,-3 1-6 0,-4-2-7 0,-3 5 4 16,-9 1-6-16,-7 1-2 0,-4 4-7 0,-2 0-2 15,-2 5-1-15,-10 6-4 0,0 3 1 0,-3 2-2 16,0 7-4-16,-5 3-20 0,-19 18 3 0,0 0-3 0,23-12 2 0,-19 16-2 16,23-16 2-16,8-1-2 0,2 6 4 15,4 2-3-15,5-2 1 0,8 4 4 0,6-1-3 16,10-10 6-16,6-1-1 0,7 13 7 0,12-4 23 15,13-7 0-15,14-6 4 0,11-4 4 0,37 0 0 16,5-8 3-16,0-5-7 0,6-12-7 0,4 2-22 16,-5-3-38-16,4-4-48 0,-1 0-72 0,-8-5-244 0,-12 0-440 0,-31-1 196 15</inkml:trace>
  <inkml:trace contextRef="#ctx0" brushRef="#br0" timeOffset="128193.97">9095 15282 190 0,'-5'-3'191'0,"0"0"-26"16,2 1-24-16,-2 0-6 0,0 1-12 0,-4 0-20 16,0 1-4-16,-4 0-16 0,-1 4-6 0,-2 1-6 15,-3 2-11-15,1 3-6 0,-8 2-4 0,3 5-7 16,-2 1-3-16,2 1 4 0,3 2-11 0,1-4-18 16,6-1 8-1,2 0-3-15,-1 0 1 0,3 0-13 0,3-1 5 0,2 0 1 0,2-2-2 16,3 1-10-16,2-2 19 0,4 0-6 0,5-2 2 15,6 0 13-15,1-1-4 0,6-4 5 0,6-1-2 16,-2-1-2-16,3-3-1 0,0-4-1 16,-2-2-2-16,-3 0 5 0,-1-2 13 0,-5-1 5 15,3-3 21-15,-7 1-7 0,-4-3 3 0,-1 0 1 16,-1-2-6-16,-2 0-1 0,-3-1-12 0,-2-3 3 0,-3 0-5 16,-2 0-6-16,-5 3-4 0,-4-7-10 0,3 8-4 15,-4 5-2-15,-4-2-3 0,0 2-10 0,-3 3-5 16,-5 2-1-16,5 1-8 0,-5 3-6 0,-4 1-5 15,-2 2-8-15,8 2-12 0,1 1-14 0,1 0-21 16,2 2-27-16,2 2-33 0,3 1-23 0,5 0-29 16,-1-1-151-16,4 2-367 15,8-4 164-15</inkml:trace>
  <inkml:trace contextRef="#ctx0" brushRef="#br0" timeOffset="128779.66">9409 15308 29 0,'0'-3'311'0,"2"0"-34"0,-2 3-29 16,2-2-27-16,-2 2-24 0,0 0-17 0,3-4-33 16,-3 4-20-16,0 0-10 0,0 0-11 0,4 12-14 15,-3-7-7-15,-2 2-9 0,2 3-6 0,-1 3-10 16,0 5-2-16,0-1-7 0,0 0-6 0,-1 0-4 0,-1-3 0 0,1 4-5 15,1-7-5-15,0-1-2 0,-1 0-5 0,2-5 1 16,-1 1-4-16,0 1 4 0,0-5-2 0,0 3 4 16,0-1 8-16,0-4 33 0,0 5 8 0,0-5-4 15,0 0-10-15,10-12-12 0,-3 5 2 0,0-3-9 16,1 0-5-16,5-5-3 0,-3 1-2 0,3-1-6 16,-3 1-3-1,4 0 0-15,-4 2-3 0,-2 2-5 0,0 3 0 0,-2-1-3 16,-2 4-5-16,1-1-2 0,-4 1-7 0,3 4-15 15,-4 0 1-15,8-1-2 0,-3 4 2 0,0 4 3 16,3-1 1-16,-3 4 0 0,2 4 0 0,-1-1 2 16,1 0-3-16,1 3 5 0,-2 0 9 0,1 1-8 15,-1-2 0-15,3 1 4 0,-3-1-5 0,1-7-2 16,-5 0-1-16,2-2-2 0,-1 0 5 0,-1-1 4 0,2-1 3 16,-1-1 9-16,-3-3 6 0,7-3-10 0,1-1 2 15,-3-4-1-15,0 2-1 0,4-5 0 0,0-3-1 16,0 3 4-16,1-5 1 0,-2-4-8 0,5-3 5 15,-2 0-1-15,1 0-1 0,-3 3-3 0,1 3 1 16,0 1 3-16,-2 1-5 0,-1 5-1 0,-1 0 3 16,-1 3-3-16,-1 0 0 15,-1 2-5-15,1 2-3 0,0-1-7 0,1 3-4 16,0 0 0-16,-5 1-4 0,12 2-3 16,-4 1 2-16,2 1-3 0,1 3-7 0,3 2-13 15,-1 1-13-15,1 0-18 0,4 2-31 0,-3 3-21 0,2-7-37 0,-2 4-31 16,3-4-32-16,-7 0-137 0,0-3-396 0,-1-1 175 15</inkml:trace>
  <inkml:trace contextRef="#ctx0" brushRef="#br0" timeOffset="129060.4">10133 15069 147 0,'2'-12'289'0,"-2"-1"-20"0,0 6-20 16,0-1-29-16,0 2-20 0,0 2-31 0,0 0-29 0,0 4-26 0,0 0-14 15,0 0-3-15,0 0-19 0,4 25-8 0,-6-8-9 16,0 9-4-16,2 6-14 0,-4 1-1 16,-1 16-4-16,-1 4-8 0,0 2 3 0,0 0-5 0,5-2-1 15,-3 0-3-15,2-3-4 0,-2 1-2 0,1-14 1 16,3-5-2-16,-6 1-2 0,5-4 2 0,-1-3-3 31,4-7 1-31,-2-1-3 0,0-3-2 0,-3-4-12 0,2-1-9 0,1-3-14 16,1 1 1-16,-2-4 8 0,0 0 5 0,-1 2 0 15,2-3 3-15,0-3-6 0,0 0-60 0,0 0-65 16,-13-6-65-16,6-4-154 0,-1-5-386 0,3-3 171 16</inkml:trace>
  <inkml:trace contextRef="#ctx0" brushRef="#br0" timeOffset="129342.66">10073 15300 38 0,'0'-6'234'16,"0"0"-24"-16,0 2-15 0,-2 0-29 0,2 4-19 15,3-5-15-15,1 4-5 0,-4 1-11 0,13 2-8 16,-1 1-7-16,5 0-6 0,2 1-10 0,0 3-5 16,2-2-8-1,-1 5-7-15,-2-3-8 0,-1 3-3 0,-2 2-4 16,-1 0-6-16,-1 2-5 0,-3-1-8 0,-4 2-1 16,-2-4-7-16,-1-1-4 0,-4 2-2 0,-3-3 2 15,-5 1-2-15,-4 2-2 0,-2-2 0 0,-4 0 3 0,-8 1-7 0,6-4 5 16,2-1 3-16,-4-1-10 0,2 1 0 0,1-4-6 15,0 2 8-15,2 0 0 0,0-3-4 0,6 2 0 16,1-3-1-16,2 2-9 0,0-4-27 0,5 4-12 16,-3-1-25-16,7-1-13 0,0 0-29 0,0 0-35 15,0 0-16-15,17-4-156 0,-5 1-342 0,2-1 151 16</inkml:trace>
  <inkml:trace contextRef="#ctx0" brushRef="#br0" timeOffset="129979.4">10434 15361 328 0,'0'-7'327'0,"1"3"-24"15,-1 1-22 1,0 3-25-16,0 0-31 0,2-5-23 0,-2 5-31 16,1-2-16-16,-1 2-22 0,0 0-12 0,0 0-19 15,0 0-9-15,0 19-7 0,-1-8-7 0,-1 5-10 0,0 2-6 0,-2 0-4 16,-1 1-9-16,3 6-3 0,-1 1-5 0,-1-8-25 15,4 0-8-15,0-1-14 0,0-7-4 0,0 1-5 16,0-2 1-16,0-2 2 0,0-1 4 0,0-3 3 16,3 1 19-16,1-3-1 0,-4-1-2 0,12-3-1 15,-1-4-2-15,-1 0 1 0,4-6 3 0,-1 1 0 16,1-4-3-16,4-2-1 0,-1-3-1 0,2 1 9 16,-1-5-11-16,0 0-1 0,-1 3-1 0,-2 1 1 0,-2 5-5 15,-3 3 1-15,-1 1-1 0,-5 4 0 0,5 1 9 16,-4-3-12-16,1 6-5 0,-3 1-7 0,2 1 0 15,2 0-1-15,-7 2 1 0,15 5-2 16,-6 1 2-16,0 1 2 0,2 2 2 0,-1 4 3 16,6 0-1-16,-1 1 2 15,-1 1 1-15,2-1-2 0,0 0-15 0,1-1-4 16,-3-1-16-16,4-1-6 0,-3-1-7 0,-3 0-5 16,-2-6 5-16,0-1 7 0,-2-2 9 0,-1-1-2 15,0-2 11-15,0-3 0 0,1-1 3 0,-3-2 10 0,0-1 13 0,0-6 11 16,-2 1 7-16,3-5 11 0,-6 0 12 0,4-1 6 15,-1-3-1-15,-2-4 7 0,0 2-2 0,1-3-5 16,-4 3 1-16,4-1-5 0,0 1 2 0,-1 3 6 16,2 5 6-16,-2 2 5 0,-1 3 0 0,2 3-3 15,0 0-11-15,-2 3-4 0,0 0-18 0,0 3-30 16,0 3-15-16,0 0 7 0,0 0-4 0,0 0 4 16,-4 20-2-16,-1-3 3 0,1 2 1 0,-3 7 2 15,3 1 1-15,-4 4-1 0,0-1 0 0,1 3 6 16,0 12 2-1,4-19 0-15,-1 3 2 0,-1-4 0 0,3 0 6 16,0-8-1-16,-1 0-1 0,2-5-1 0,0 0-10 16,-1-3-17-16,1-4-14 0,0 2-6 0,-1-1 8 15,1-3 6-15,1 1 2 0,-1-1 6 0,1-3 2 16,0 0-65-16,0 0-63 0,0 0-51 0,-6-10-29 0,3 0-134 16,-1 3-395-16,0-9 176 0</inkml:trace>
  <inkml:trace contextRef="#ctx0" brushRef="#br0" timeOffset="130228.62">10673 15318 130 0,'0'0'129'0,"-10"1"0"16,10-1-8-16,0 0 9 0,0 0-6 0,0 0 2 0,0 0-7 16,27 0-7-16,-7-1-5 0,8 1-7 15,3-3-6-15,-2 0-8 0,6 2 0 0,-3-2-1 16,1 0 2-16,2 2-6 0,-5-6-2 0,1 6-14 15,-12 0-4-15,-1 0-3 0,-4 0-4 0,-1-1-8 0,-8 2-3 16,4 0 2-16,-4 0-1 0,3-3-4 0,-8 3 0 16,6-1-13-1,-6 1-13-15,0 0-17 0,0 0-28 0,0 0-24 16,0 0-29-16,0 0-32 0,-10 8-39 0,2-6-182 16,3-1-364-16,0 2 162 0</inkml:trace>
  <inkml:trace contextRef="#ctx0" brushRef="#br0" timeOffset="130577.54">11209 15516 197 0,'0'0'250'16,"0"0"-27"-1,0 0-20-15,20-5-22 0,-3-4-16 0,3 2-16 16,7-2-14-16,4-2-11 0,-1-2-3 0,0-3-16 16,-4 2-6-16,1-3-7 0,0-3-9 0,-5-1-3 15,1 4-4-15,-8 2-10 0,-3-2 0 0,-2 3-3 16,-1-2-5-16,-7 4 0 0,1 1-7 0,-3-2 8 16,-4 6-20-16,-3-4-4 0,-2 3-7 0,-7 0-4 15,-3 4-7-15,-1 3 1 0,-11 6-7 0,-1 2-1 0,3 4-7 0,-1 3 2 16,4 4-2-16,0 0-2 0,3 4 0 0,1 6 1 15,8 0-3-15,4 4 6 0,6 2 0 0,9-3 0 16,13 13 4-16,4-14 2 0,17 7-1 0,9-4-19 16,2-5-31-16,7-6-46 0,7-4-68 0,25 2-101 15,2-13-146-15,-24-5-433 0,25-9 192 0</inkml:trace>
  <inkml:trace contextRef="#ctx0" brushRef="#br0" timeOffset="133102.18">13717 15193 86 0,'0'-6'204'0,"0"0"-8"0,0 0-11 0,0 0-8 16,0 0-4-16,0 1-36 0,0 2-12 0,0 3-15 15,3-5-7-15,-3 5-12 0,0-4-14 0,0 4-13 16,0 0-10-16,0 0-3 0,0 0-6 0,0 0-11 0,-3 22-4 16,-1-8 1-16,0 6-7 0,-2 8-3 0,2 1-3 15,-1 0-2-15,1 6 1 0,2-1-3 0,-2-1-3 0,1 1-1 16,3-3-2-16,0 4 3 0,-1-9-5 0,2 3 3 16,-1 0 3-16,4-10-6 0,-1 4-2 0,-1-5 0 0,2 0 3 0,1-7-2 15,-1 2 7-15,1-6-6 0,0 4 3 0,2-5 20 16,2 1 16-16,2-5 12 0,-1 1 7 0,2-3 8 15,0 0 4-15,3-5 3 0,2-2 4 0,0-3 2 16,1-3 0-16,1-4-4 0,-1-1-2 0,-3 1-4 16,2-7-4-16,0-1-11 0,-1-3-4 15,1-1-3-15,-4 1-7 0,2-4 2 0,-2 5-1 16,-2 2 6-16,-2-2 2 0,0 9 1 0,-5 0 2 0,1 0 1 16,1 4-1-16,-2 2-2 0,0 0-6 0,-3 3-4 15,3 0 0-15,-4 2-8 0,2 2-5 0,0 1-6 16,-2 0 5-1,0 4-12-15,1-7-4 0,-1 7-4 0,4-5-13 16,-4 5-24-16,0-2-15 0,0 2-3 0,0 0 2 16,0 0 2-16,0 14 2 0,-1-2 9 0,-3 0-4 15,0 7 7-15,-1 6 4 0,-1 0 0 0,0 3 1 16,0 1 10-16,1 0-7 0,-1 0-1 0,1-4 6 16,-1 1-1-16,4 1 0 0,-2-9 6 0,2 0-6 0,0 1 5 0,1-2-1 15,-2-5-1-15,2 0 15 0,1-1-11 0,-1-2-5 16,1 1 8-16,0-6-2 0,-1 4 1 0,2-2 2 15,-1-3-4-15,0 4 5 0,-1-3 1 0,2 0-1 16,-1-4 4-16,0 4-1 0,1-1 1 0,-1-3 5 16,4 4 6-16,-4-4 3 0,9 3 6 0,1-3-1 15,3-3 1-15,6 3-3 0,9-4-10 0,0-1-37 16,5-3-60 0,2-1-88-16,21-11-131 0,-5-1-231 0,1-9-582 15,1-6 257-15</inkml:trace>
  <inkml:trace contextRef="#ctx0" brushRef="#br0" timeOffset="133772.81">14316 15567 110 0,'0'-2'255'0,"0"2"-10"0,0-10-8 16,0 7-14-16,0-1-10 0,0 4-9 0,0-5-19 16,0 5-16-16,0-5-18 0,0 5-18 0,0 0-14 15,-1-2-17-15,1 2-10 0,0 0-15 0,0 0-13 16,0 0-10-16,0 0-6 16,-4 9-4-16,3 1-6 0,1 2-8 0,-4 5-1 15,-1 7-2-15,1 0-5 0,0 4-3 0,-1-5-3 16,1 6 5-16,-1-3-9 0,4 1-1 0,-3-1 0 15,0-6 0-15,3 0-4 0,1-3 1 0,0 0-2 16,0-3 1-16,0-2-2 0,0-2 8 0,0 0-8 16,0-4 6-16,0 0-5 0,0-2 1 15,0 0 3-15,0 2-1 0,0-6 5 0,0 4 3 0,0-4 24 0,0 3 3 0,0-3-1 16,0 5 8-16,0-5-6 0,0 0-5 16,0 0-3-16,0 0-1 15,4 3-14-15,-4-3-21 0,0 0-27 0,0 0-35 16,0 0-52-16,0 0-81 0,0 0-74 0,-3-20-199 15,7 13-503-15,0-4 222 0</inkml:trace>
  <inkml:trace contextRef="#ctx0" brushRef="#br0" timeOffset="134651.9">14824 15448 42 0,'0'0'83'0,"0"0"1"0,0 0-6 16,0 0 0-16,0 0-6 0,0 0 2 0,0 0-1 15,0 0-2-15,-8 0-5 0,8 0 3 0,0 0 11 0,0 0-12 0,0 0-6 16,0 0 10-16,0 0 0 0,0 0-9 0,0 0-9 15,0 0 2-15,0 0-10 0,19-3-4 0,-9 1-9 16,8 0-2-16,1-1 1 0,4 2-1 0,-1-2-3 16,6-2-12-16,3 2 4 0,-4 1-2 0,-8 0 1 15,3 0-8-15,-6 1 8 0,-2-2-9 0,-3 3 3 16,1 0-9-16,-5 0-8 16,-1-1-10-16,-6 1-23 0,9 0 1 0,-9 0-3 15,0 0 11-15,0 0-11 0,0 0-1 16,0 0-28-16,-17 10-22 0,6-9-14 0,1 2-95 15,-2 0-215-15,-1-2 95 0</inkml:trace>
  <inkml:trace contextRef="#ctx0" brushRef="#br0" timeOffset="134990.44">14941 15665 102 0,'0'0'107'0,"-5"1"-7"16,5-1-9-16,0 0 3 0,-5 3 6 0,5-3-2 16,0 0 14-16,0 0-12 0,0 0 0 0,-4 2-6 15,4-2-7-15,0 0-8 0,0 0-6 0,22-5-11 16,-8 5 0-16,3-3-11 0,3 2-4 0,2-1-27 16,4 0-25-16,1-4-55 15,3 3-47-15,-5 1-128 0,-3-2-254 16,1 1 112-16</inkml:trace>
  <inkml:trace contextRef="#ctx0" brushRef="#br0" timeOffset="135908.31">15626 15494 121 0,'0'0'138'0,"0"0"0"16,0 0 8-16,0 0-14 0,0 0-5 0,0 0-15 15,0 0 5-15,0 0-5 0,31-2-14 0,-12-4-8 16,3 4-7-16,8 1-5 0,0-1-7 0,0-2-3 0,2 2-8 16,-1 0 0-16,1-1-7 0,-4 2 0 0,-8 0-12 15,-3-1-2-15,-3 2-5 0,-2-1-1 16,-5 0-1-16,-7 1-5 0,14 0-10 0,-14 0-36 15,9-1-27-15,-9 1-10 0,4 3-37 0,-4-3-46 0,-11 9-150 0,11-9-311 16,-17 1 138-16</inkml:trace>
  <inkml:trace contextRef="#ctx0" brushRef="#br0" timeOffset="137026.56">16940 14623 66 0,'-3'-10'190'16,"3"4"-11"-16,-1-1-16 0,0 1-13 0,1 1-20 15,0 2-17-15,0 3-12 0,-3-6-14 0,3 6-17 0,0 0-13 16,0 0-7-16,0 0-9 0,-4 22-2 0,0 4-7 0,-3 4-5 15,-1 17 9-15,-5 7-3 0,3 4 11 0,-3 26 3 16,-2-2 7-16,2-24-6 0,-1 26-3 16,3 2-2-16,0-1 9 0,1 2-12 0,4-4-4 15,-5 3-18-15,8-27-3 0,-5 22 7 0,3-27-7 16,1-1-11-16,-2-2 5 0,2-1 0 0,-4-2 2 16,3-13-4-16,-4 11-9 0,0-12 13 0,3-2-2 0,-7 0 1 15,4-7 4-15,-4 0 6 0,2-3 5 16,-1-6 37-16,-2-3 12 0,0 0 12 0,-2-4 12 15,-2-3 11-15,-4-2 5 0,-6 0-2 0,-2-6 0 0,0-1-14 0,-1-2 2 16,0-2-11-16,3 0 0 0,2-1-15 0,8 1 1 16,-2-1-7-16,4 2-6 0,3 1-9 0,4 2-4 15,-1-1-3-15,1 0-4 0,1 2-6 0,3 0-7 16,-1-1 4-16,6 3-10 0,-8-5-4 0,8 5-19 16,-8-1-23-1,8 1-19-15,0 0-23 0,-2-3-19 0,2 3-51 0,0 0-90 16,1-10-103-16,4 3-176 0,9-5-545 15,-1 0 241-15</inkml:trace>
  <inkml:trace contextRef="#ctx0" brushRef="#br0" timeOffset="139577.87">17526 14640 168 0,'0'-3'163'0,"0"3"-21"0,0 0-16 0,4-3-14 15,-4 3-10-15,0 0-12 0,0 13-6 0,2-5-16 16,-2 1-4-16,3 3-4 0,-3 1-6 0,4 3-7 15,-3-1-4-15,4 2-1 0,2-2-8 0,-1 1 1 16,2-1-5-16,-2-5-2 0,-2 0-8 0,4-4-2 16,-2 2 5-16,-1-3-8 0,3-1 6 0,-3-1-3 15,3-3-4-15,1 0 4 16,1-4 9-16,-1-3 2 0,3-2 2 0,-1 0 1 16,2-5 4-16,-3-1 2 0,1 3-2 0,-2-5-1 0,1 0 5 15,-2 3 7-15,1-1-2 0,-5 5-1 0,2-1 5 16,-2 2-6-16,0 2 3 0,-1 3-5 0,-1-1-7 15,2 0-4-15,-3 3-23 0,2-1-22 0,-3 3-5 16,0 0 6-16,0 0-3 0,1 15 2 0,-2 2-1 16,-3 2 1-16,0 10 6 0,0 5 5 0,-1 12-4 15,-5 0 8-15,4 2-1 0,-1 1-15 0,-1-1 5 16,5 2-2-16,-4-1 3 0,2-1 0 0,-3 0 2 16,1-14 2-16,-3 15 2 0,-1-2-4 0,2-13 11 15,-1 2 1-15,1-7-6 0,-1-1 2 0,-1-3-1 16,2-9 5-16,-2-1-1 0,0-1 6 0,1-4-2 15,-2-3 13-15,-2-1 19 16,5-5 29-16,-5-1 21 0,3-4 6 0,-4-2 4 16,-2-8-13-16,2 0 4 0,-1-8-8 15,2-1-9-15,1-5-6 0,7 0-6 0,1 0-16 0,3-5-1 16,5-2-6-16,6-10-2 0,5-1-10 0,4 1-5 16,-2 13 4-16,6-10-7 0,-1 15-2 0,-1-2-5 15,3 2 3-15,-1 4-3 0,2 4-2 0,2 2 1 16,-2 0-4-16,-9 8-1 0,0 1-3 0,-6 1-1 0,3 2-2 15,-2 3-26-15,-3 0-19 0,0 1-17 0,-7 1-15 16,0 0-18-16,14 5-12 0,-10-1-11 0,0 4-17 16,-3 1-15-16,-2 2-32 0,-2-2-19 0,-2 3-154 15,0-3-385-15,0 1 171 0</inkml:trace>
  <inkml:trace contextRef="#ctx0" brushRef="#br0" timeOffset="139979.31">17899 15138 91 0,'0'0'220'0,"5"3"-25"0,-5-3-15 16,7 4-27-16,-3-2-22 0,2 1-6 0,0-1-13 15,2 4-14-15,-3 0-10 0,4 5-9 0,-5-4-6 16,2 4-7-16,-1 5-8 0,-2 3-1 0,-2-2-8 16,-2 3-8-16,-3 3-6 0,-6 3 3 0,1 1-5 15,-4-5-5-15,1 1 1 0,1-6-6 0,0-1 2 16,1-2-9-16,1-4 17 0,1 0 1 0,3-2-5 16,-3-3 8-16,4 1 3 0,1-2 6 0,0 0 14 15,0-1 14-15,2 0 3 0,1-3-1 0,-3 5 2 16,3-5-4-16,0 2-2 0,0-2 1 0,0 0-12 15,0 0-5 1,15 0-10-16,-8-1-2 0,2 0-9 0,3-3 1 16,-1 3-5-16,1-2 1 0,-1 2-10 0,1 0 1 15,-1 0-6-15,2-2-21 0,-3 2-22 0,3 0-26 0,-2-2-32 16,2-1-43-16,0 1-47 0,6-1-62 16,-7-2-189-16,4 0-459 0,-4 1 203 0</inkml:trace>
  <inkml:trace contextRef="#ctx0" brushRef="#br0" timeOffset="140563.81">18661 14848 236 0,'1'-3'237'0,"-1"3"-5"0,0-4-14 0,0 4-21 0,0-5-20 16,0 5-17-16,4-2-17 0,-4 2-17 0,0 0-14 0,0 0-17 0,0 0-14 15,0 0-6-15,0 0-13 0,0 0 0 0,4 11-11 16,-3-1-3-16,-1 5-2 0,3 2-3 0,-2 3-3 15,2 3-4-15,-6 2 1 0,3 2-1 0,-4-1 4 16,2 2-1-16,-2-2-14 0,0-1 10 0,0 1-17 16,-1-1 3-16,1-5-2 0,4-3-6 0,-5 1 5 15,4-2-7-15,-2-4 4 0,-1 3-3 0,0-6 0 16,3-2-5-16,-3 0 16 0,3-1 5 0,1-1 16 16,-4 0 19-16,3-1 32 0,1-4 37 0,0 4 30 15,-4-3 9-15,4-1-19 0,0 0-11 16,-9-12-17-16,4 2-7 0,1 0-2 0,-5-5-9 0,2-10-10 15,2 3-7-15,1-9-19 16,1 1-8-16,3-6-16 0,3-13-10 16,-1 1-4-16,3 2-2 0,-1 11-3 0,1-11-1 15,2 11 1-15,-1 5 9 0,-1 1 2 0,4 3-2 16,0 0-4-16,-4 10-4 0,0-1-3 0,2 2-9 0,-1-1 0 16,4 2-11-16,-2-1 4 0,1 5-1 0,1 2 6 15,0 3-11-15,6-3 3 0,-2 4-7 0,3 0-9 0,0 2-24 16,4 3-20-16,-3 0-23 0,2 3-20 0,-1 5-25 15,-1-1-26-15,-1 1-15 0,-2 0-18 0,-1 3-23 16,2 0-18-16,-3 0-41 0,-2 1-27 0,-1 1-29 16,-5-3-171-16,0-3-530 0,-5 2 235 0</inkml:trace>
  <inkml:trace contextRef="#ctx0" brushRef="#br0" timeOffset="140776.41">18648 15103 160 0,'-5'2'264'0,"5"1"-24"15,0-3-27-15,-4 1-20 0,4-1-19 0,13 0-19 0,1 0-14 0,9-1-27 16,6-4-47-16,5 2-52 0,1-2-65 15,3 0-85-15,-4 1-124 0,2-6-280 0,-1 0 124 16</inkml:trace>
  <inkml:trace contextRef="#ctx0" brushRef="#br0" timeOffset="141257.1">19359 14818 55 0,'5'-4'231'0,"-1"2"-30"0,-2-2-18 0,2 1-23 0,0 2-13 0,-4 1-20 15,9-1-14-15,-9 1-17 0,9 5-4 16,-5 1-9-16,1 2-17 0,-3 3 1 0,0 4-7 15,-2 5-6-15,-3-4-7 0,-1 9-4 0,-1-6-2 16,-4 5-7-16,-1-1-8 0,-2-1 0 0,2-4 4 16,-5 4 1-16,3-5-7 0,1-5-5 0,3 0 3 15,2-4-1-15,-1-1 4 0,2 0 11 0,0-3 22 16,4 1 32-16,-3-2 36 0,0 0 40 0,4-3 31 16,0 0 22-1,0 0-26-15,0 0-20 0,0 0-16 0,9-12-16 0,0 4-16 16,-1-1-17-16,1-1-8 0,3-4-11 0,-1 3-7 15,0 0-11-15,-1 2-3 0,-1 1-11 0,-1 0-5 16,1 1-12-16,-3 0 2 0,2 2-12 0,-3 2-2 16,0-2-13-16,-1 2-1 0,-4 3-15 0,8-3-2 15,-8 3-14-15,9-2-2 0,-9 2-14 16,0 0-1-16,13 6-16 0,-7-4-16 0,0 4-13 0,-3-2-24 0,3 3-26 16,-2-1-20-16,1 3-37 15,0-4-33-15,2 2-33 0,-1 1-38 0,-5-4-206 16,3 1-536-16,0 0 237 0</inkml:trace>
  <inkml:trace contextRef="#ctx0" brushRef="#br0" timeOffset="141474.54">19689 14751 81 0,'0'0'161'0,"12"1"-7"15,-3 4-10-15,0 2-11 0,0 2-3 0,1 5-22 16,0 4 5-16,2 7-3 0,-2 2-6 0,-2 3-10 0,-5 2-4 0,-3 1-6 16,-3 1-6-16,-6 0-12 0,-1 3-2 0,-7-6-5 15,-5 10-1-15,1-9-15 0,-2-3-14 16,-3 0-29-16,-8 2-11 0,4-9-40 0,-1-6-42 0,-2-2-56 16,-4-4-118-16,3-3-288 0,2-6 127 0</inkml:trace>
  <inkml:trace contextRef="#ctx0" brushRef="#br0" timeOffset="141778.28">19290 14584 143 0,'-3'-6'207'0,"-2"3"-21"16,0 1-19-16,5 2-24 0,-18 8-17 0,5 2-11 15,-6 10-10-15,-2 2-14 0,-8 14-9 0,0 3-8 16,-2 10 1-16,3-2-4 0,0 4-10 0,6 1-3 0,8-6-6 0,3 1 0 16,4-10-13-16,11 9 4 15,1-16-1-15,9 3-4 0,3-3-1 0,16 6-3 0,3-1 0 16,5-8-7-16,1 3-37 0,5-9-92 0,-10-6-230 15,4-8-360-15,-4-2 160 0</inkml:trace>
  <inkml:trace contextRef="#ctx0" brushRef="#br0" timeOffset="142521.57">17421 15831 132 0,'0'0'187'16,"-6"0"-15"-16,6 0-11 0,0 0-12 0,0 0-11 0,0 0-5 0,0 0-12 16,0 0-5-1,0 0-15-15,0 0-5 0,0 0-8 0,0 0-6 16,0 0-4-16,0 0-8 0,0 0-4 0,0 0-2 15,0 0-2-15,0 0-2 0,0 0-8 0,0 0-1 16,0 0-6-16,0 0-3 0,0 0 0 0,0 0-5 0,0 0-1 16,0 0 1-16,0 0 4 0,0 0 0 15,0 0-3-15,0 0 5 0,0 0-3 0,0 0-1 16,0 0-1-16,0 0 4 0,0 0-6 0,0 0-1 16,0 0-2-16,0 0 0 0,0 0-5 0,33-4-5 15,-1-3-1-15,18 2-3 0,14-1-2 0,37-8-1 16,9 6-3-16,7-4-2 0,17 0 1 0,12 7 0 15,4-8 4-15,6 6 6 0,2-2 0 0,3-1 0 16,-4 0-1-16,-11 3-2 0,-16-1 2 0,-5-3-6 0,-20 2 3 0,-10 1-1 16,-34 4-2-16,-5-4-3 0,-16 3 0 15,-8-1 4-15,-9 1 36 0,-3 3 27 0,-8-1 34 16,1 0 19-16,-6 0 21 0,0 1 1 0,-1-1-20 16,-2 1-6-16,2-2-17 0,-3 2-16 0,-1 0-30 15,-2 2-29-15,6-4-48 0,-4 1-62 0,-2 3-72 16,0 0-77-16,0 0-64 15,0 0-90-15,0 0-196 0,-28 6-619 0,28-6 275 16</inkml:trace>
  <inkml:trace contextRef="#ctx0" brushRef="#br0" timeOffset="144942.13">18257 16088 191 0,'0'-10'253'0,"3"4"-9"0,-6-4 14 15,3 4-25-15,0 0-12 0,0 1-19 0,0 1-23 16,0 4-22-16,3-7-23 0,-3 7-24 0,0 0-28 16,0 0-7-16,0 0-11 0,0 0-5 0,-4 24-12 15,3-7 4-15,-2 2-8 0,1 7-3 0,-2 2-6 16,0 3-3-16,1-4-3 0,-2 2-1 0,5 0-3 15,-4-2-7-15,4 1-31 0,-5-3-17 0,4-4-13 16,0 4-23-16,-2-9-25 0,-1 2-29 0,4-2-23 0,0-4-32 0,-1 1-177 16,-3-5-382-16,4 0 169 0</inkml:trace>
  <inkml:trace contextRef="#ctx0" brushRef="#br0" timeOffset="145373.62">18592 16305 54 0,'0'0'224'0,"0"0"-28"15,-12 11-23-15,5-5-15 0,-2 5-20 0,-5 2-9 0,-8 4-14 16,4 2-7-16,-4-1-18 0,2 3-8 0,1-1-8 15,-3 1-8-15,0 0-7 0,8-6-5 0,-1-2-9 16,5-4-3 0,2 0 0-16,2-1-4 0,-2-3 3 0,4-1-3 0,-2-1 32 0,2 2 24 15,1-4 34-15,1 3 34 0,2-4 22 0,0 0-18 16,0 0-13-16,0 0-18 0,-4-17-11 16,9 7-16-16,0-4-10 0,4-1-12 15,0-2-10-15,5 0-11 0,-5 0 2 0,5 1-15 0,-5 3-8 0,0 4-4 0,0 1-4 16,0 1-11-16,-4-2-1 0,4 4-8 0,-3 3-15 15,5-1-11-15,-5 2-1 0,-6 1 1 16,22 4-15-16,-11 1-1 0,1 1-4 0,2 5-4 16,-1-1-1-16,1 1-11 0,-1 1-5 0,2 0-14 15,0 3-16-15,-1-3-24 0,0-2-13 0,-1-2-18 16,-3 2-15-16,-1-4-16 0,1 1-18 0,2-2-7 16,-3 0-1-16,0-3-17 0,-4-2-131 0,-5 0-367 15,8-5 163-15</inkml:trace>
  <inkml:trace contextRef="#ctx0" brushRef="#br0" timeOffset="145643.04">18708 16512 1186 0,'0'-9'-56'16,"-1"0"33"-16,0-6 33 0,-1-2 4 0,0 3 25 15,1-8 12-15,-2 2 6 0,-3-3-1 0,4-4 20 16,0 0 3-16,-1-2 9 0,3 2 15 0,0 8 7 0,0-9 12 0,-2 10 10 16,4-1 3-16,-4 4 4 0,2 3 0 15,0 0-5 1,0 7-20-16,0-2-11 0,0 7-11 0,2-10-18 16,-2 10-10-16,0-8-26 0,0 8-7 0,0 0-8 15,0 0-5-15,0 0-2 0,-6 28-2 0,6-11-5 0,-4 7 3 16,0 5-4-16,2 0 0 0,-5 3 0 0,3 0 5 15,3 1-6-15,0-1-5 0,-3-1 2 0,4 0 2 16,0-4-4-16,0-3 4 0,0-5-4 0,0-2 2 16,0-5 0-16,0-2-1 0,0-1-2 0,4-1-9 15,-4-2 1-15,-4-2 4 0,4-4 6 0,0 7 4 16,0-7 12-16,0 7 2 0,0-7-1 0,0 0-27 16,0 0-47-16,0 0-39 0,0 0-53 0,0-24-48 15,0 14-68-15,4-7-168 0,-4 0-464 0,1 0 206 0</inkml:trace>
  <inkml:trace contextRef="#ctx0" brushRef="#br0" timeOffset="145797.68">18726 16181 179 0,'-5'5'230'0,"5"-5"-22"0,0 0-23 0,34-7-13 15,0 5-23-15,19-6-25 0,9-3-52 0,3 1-60 16,24-7-85-16,-35 6-137 0,-3-3-227 0,0 1 100 16</inkml:trace>
  <inkml:trace contextRef="#ctx0" brushRef="#br0" timeOffset="146660.81">20912 15614 135 0,'-1'-11'227'0,"-1"-1"-23"0,-2 0-13 0,-2 2-20 0,0-1-22 0,-1 1-8 16,-2 2-20-16,-8-2-13 0,2 4-14 0,-6-2-6 15,2 5-11-15,-3 2-10 0,-4 2-9 0,5 2-5 16,0 2-1-16,-5 2-9 0,7 1-7 0,-2-1-1 16,3 4-5-16,-1 1-4 0,5 1-4 15,0 2 0-15,1-1-7 0,-1 3 1 0,7 0 0 16,1-1-1-16,1-1-5 0,5 2 1 0,0 0 0 16,-2-5-2-16,4 0 1 0,2 0 0 0,-1-1 1 15,3-2-2-15,1-2 32 0,4 0-6 0,-2-2 0 16,-3 0-6-16,8-5 1 0,-2 0-1 0,-2-3-3 15,4-1 15-15,-5-3 3 0,5-5 9 0,-2-2 4 16,-1-1 7-16,2-8 3 16,-2 0 6-16,0-2 0 0,0-4-5 15,-4 0-2-15,2-3-9 0,-2-1-1 0,2-3-7 16,0-11-3-16,-2 1-5 0,4 0-6 0,-9 14-3 16,5-2 11-16,-4 3 8 0,-1 1-3 0,-1 3 30 15,2 8 3-15,-2 4 6 0,-1 1-12 0,0 3-3 0,0 4-2 0,0-1-16 16,0 2-10-16,3 2-22 0,-3-1-46 0,0 5-21 15,0 0 5-15,0 0 4 0,-8 13 3 0,6-1 9 16,-4 6-18-16,1 9 19 0,-4 3-2 0,3 5 0 16,-4 15 3-16,7-5 11 0,-1 3-5 0,2-14 3 15,0 0 2-15,4 2 1 0,0-2-1 0,2-4 3 16,-1-1 1-16,-1-1 1 0,2-8 3 0,-4-3 0 16,1-1 1-16,-1-5 2 0,0 0-6 0,0-2-25 15,3-1-17-15,-6-2-15 0,3-2-5 0,3 0-7 0,-3 0-12 0,-3 0-6 16,3-4-19-16,-1 4-49 0,1-4-70 0,0 0-228 15,0 0-497-15,-11-10 221 0</inkml:trace>
  <inkml:trace contextRef="#ctx0" brushRef="#br0" timeOffset="147092.84">21044 15472 115 0,'14'3'194'0,"-2"-1"-10"16,-1 5-15-16,3 3-11 0,-1 0-14 0,2 2-14 16,-6 4-14-16,0 2-11 0,0-1-2 15,-4 3-16-15,-1 4-11 0,-4 1-5 0,-2 1-9 16,-2-7-3-16,0 3-8 0,-5 1 0 0,-1 0-5 16,1-8-1-16,-3-1-2 0,3-4 1 0,-1 2 3 0,1-2 2 15,2-4 6-15,0-3 10 0,3 5 21 16,-1-4 22-16,1-4 24 0,-1 2 32 0,5-2 23 15,-5 3 9-15,5-3-16 0,0 0-15 0,-4-12-17 16,8 1-10-16,3 2-17 16,4-8-11-16,3-3-9 0,3-2-11 0,1-3-14 15,3 0-8-15,11-14-6 0,-9 9-6 0,7-8 1 16,-6 9-20-16,-2 0 0 0,-2 6 1 0,-2-1-7 16,-3 4 2-16,-3 6-5 0,-6 6-16 0,1-1 21 15,-4 1-10-15,1 1-8 0,-1 3-5 0,-1 0-29 0,-2 4-12 16,0 0 4-16,0 0 0 0,0 0 14 0,-18 27-8 15,9-12-5-15,-5 9-1 0,0-1 13 0,2 3-2 16,0 0-2-16,1 3 1 0,4 0 3 0,2 0-2 16,4-1 4-16,6 1 3 0,6-2 9 0,6-2-11 0,7-1-34 15,10-4-53-15,17 2-75 0,6-3-97 0,3-9-382 16,32-1-705-16,-31-9 312 0</inkml:trace>
  <inkml:trace contextRef="#ctx0" brushRef="#br0" timeOffset="149002.72">22965 15375 16 0,'-8'-9'192'0,"0"2"-15"0,-1-3-24 0,-5 2-13 15,-2 0-16-15,-3 4-16 0,0 1-14 0,-2 2-5 16,-1 1-9-16,-6 2-12 0,8 3-9 0,-1 3-4 16,-3 6-8-16,-3-2-3 0,5 5-8 0,6-5-10 15,-1 2 1-15,2 7-11 0,1-5-1 0,5 1-4 16,0 1 0-16,0 0-1 0,9-1-5 0,-3-1 6 15,6 0 1-15,3-5 9 0,-1 2 4 0,3-2 7 16,2-3 12-16,4 2-5 16,2-3 12-16,-2-2-1 0,4-4 7 0,2 0 8 15,-3-2 13-15,2-2 4 0,-3-4-4 0,4-3 4 16,-1-1 6-16,4-3 0 0,-9-1-1 0,8-1-9 16,-3-3 1-16,-8 2-5 0,4-4 0 0,2 2-9 15,-8 2-8-15,5-6 5 0,-5 9-5 0,-1 4 3 0,-2-1-6 0,-1 3 6 16,-1 0 1-16,0 2-22 0,0 2 2 15,-3 0-9-15,2-1-4 0,-3 5-7 0,2-8-34 16,-2 8-24-16,0 0-1 0,0 0 6 0,0 0 1 16,0 0 3-16,4 18 3 0,0-7 3 0,-3 2 3 15,-1-4 3-15,3 5-1 0,-1-2 9 0,2 4-4 16,1-4 1-16,-1 1 2 0,0-2 1 0,2-3 1 16,-1 3 4-16,2-5 3 0,1 0-1 0,-3 0 2 15,3-4 0-15,-2-1 3 16,5 1-1-16,3-5 10 0,-4 3 4 0,3-4 6 15,1-4 9-15,0 1-1 0,4-4 10 0,-5 2 2 16,1-3 3-16,-1 0 0 0,-2 1-3 0,1-1 4 16,-3 5 3-16,0 0 11 0,-2-3-11 0,0 3-2 15,-3 2-2-15,-1 1-7 0,1-2-6 0,0 4-2 16,-4 2-6-16,5-5-10 0,-5 5-7 0,5-4-3 16,-5 4-16-16,0 0-11 0,0 0 4 0,0 0-1 0,5 10 0 15,-5-6 14-15,0 4-12 0,0 1 8 16,2-1-3-16,-2 4 0 0,1-2 3 0,0 1 1 15,1-1 0-15,-1 0 0 0,1 1 2 0,1-6 4 16,1 2 2-16,-1 1 3 0,1-5 4 0,2 2-2 16,0-3 8-16,0 0-6 0,8 2 3 0,-1-8-7 15,-1 2 6-15,6-2 9 0,-2-1-17 0,1-5 5 0,-1 3 3 0,-3-3-4 0,4 2 0 16,-3-2 1-16,0-2 2 0,-1 0 0 0,-1 0 0 16,-3 2-1-16,-1 1-7 0,0 2 4 0,1-1 11 15,-2 0-14-15,-3 0 1 0,-1 3-1 0,-1 2-2 16,2-1-2-16,-4 4-2 0,6-6-29 0,-6 6-11 15,4-1-28-15,-4 1-12 0,0 0 7 0,0 0 11 16,0 0 6-16,4 11 4 16,-1-4 7-16,1 1 4 0,2 1 6 0,1 0 4 15,6 4 5-15,14 2 2 0,3-1 6 16,4-2 4-16,4-4 2 0,16 5-2 0,5-7 7 0,-2 1 0 16,0-2 1-16,1-3 1 0,-4-3 1 0,4-1 8 0,-19-1-5 0,-2-1-1 15,-1-3 4-15,-8 0 1 0,-1-2 1 0,-10 4 17 16,-2-3 16-16,-5 1 0 0,-2-2-5 15,-2 1-2-15,-3-1-5 0,-5-1-4 0,0 0-5 16,-8 2 0-16,-2 2-4 0,-7-3-2 0,-9-2 0 16,-3 5-4-16,-3 6 2 0,-1-2-3 0,-1 1 2 15,2 4-2-15,1 1-4 0,-3 1 3 0,0 0 2 16,4 1-1-16,0 4-1 0,7-3-2 0,4-1-2 16,6 3-4-16,1-2-14 0,1-1 6 0,7 1 4 15,-1 0-6-15,2 0 1 16,-1-3 3-16,6 1-1 0,0 2 6 0,2-4 3 15,6 2 2-15,1 0 3 0,4-4-1 0,2 2 0 16,4-3 3-16,-1-4 5 0,1 1-7 0,2-4 5 16,-3 0-3-16,7-5 6 0,-2-4 6 0,-9 3 11 15,4 0 10-15,0-5 6 0,0-4 0 0,-4 1 2 16,3-1 5-16,-3-2 10 0,-3 1 0 0,2-4-7 16,-3-1 3-16,0-2-1 0,-1-4-3 0,3-9-5 0,-5 7 0 15,5-11-8-15,-5 11 4 16,1 3 7-16,0-1-19 0,-3 0 0 0,0 2-9 15,-1 7 1-15,2 4 3 0,-3 4-4 0,-3 6 5 16,1 1-1-16,2 1-3 0,-3 1-4 0,2 3-8 16,-2 0-8-16,3-2-40 0,-3 7-14 0,0 0-3 15,0 0 11-15,0 0 0 0,-13 20 4 0,7-4 4 0,-4 9-1 0,1 1 5 0,-1 7 3 0,-1 2-1 16,0 13 5-16,-3-1 1 0,3-2 3 0,2 4 0 16,1-15 3-16,0 10 3 0,1-10 2 0,4 1 4 15,1 2-1-15,1-4 3 0,1-1 0 0,-1-3-1 16,1-1 4-16,1-3 1 0,0-4 2 0,1-4 1 15,-2-1 1-15,2-5 7 0,-1-1 12 0,-1-3 10 16,2 1 10 0,-2-4 14-16,1 2 20 0,0 1 17 0,1-4 18 15,-1-1 8-15,4-1-1 0,0 1-1 0,-5-2-9 0,24-3-10 16,-1 1-9-16,5-6-8 0,2 1-19 0,8-1-54 16,11-7-67-16,-2-2-85 0,-9 5-105 0,8-9-427 0,4-1-738 15,-1-3 326-15</inkml:trace>
  <inkml:trace contextRef="#ctx0" brushRef="#br0" timeOffset="150136.78">25612 14841 134 0,'0'-5'236'0,"3"-2"-6"15,-2 0-10-15,-1 2-1 0,3 0-16 0,-2 2-16 16,0-2-23-16,1 2-18 0,-2 3-19 0,1-4-16 16,-1 4-15-16,0 0-15 0,0 0-9 15,0 0-11-15,1 17-9 16,-5-2-4-16,-1 4-6 0,1 8-2 0,-6 5-4 16,1-3-9-16,1 1 0 0,-1 1-5 0,3 2-4 15,-1-1 1-15,1-1-5 0,1 0 9 0,1-4-11 16,3 1 2-16,-3-8-2 0,4 0 3 0,5-3 8 15,-3 0 3-15,0-7 7 0,-2 1 11 0,4-1 11 16,0-3 23-16,-1-3 35 0,0-2 36 0,4-2 14 16,0 0 8-16,-7 0-9 0,18-6-3 0,-6-1-11 0,2-1-2 0,2-3-17 15,-1-4-8-15,5-2-11 0,-1-3-12 0,0 0-13 16,2-5-5-16,-3-2-11 0,3-1-13 0,-3 1-1 16,0-5-7-16,1 1-7 0,-6 2-4 0,4 1-7 0,-7 4-3 15,-2 8 0-15,-1 2 0 0,-3 2-7 0,1 2 1 16,-2 3-1-16,-1-1-1 0,1 5-10 0,-2-1-26 15,2-1-25-15,-2 1-42 0,-1 4-19 0,0 0 8 16,0 0 5-16,1 11 9 0,1-1 16 0,-4 6-1 16,1 1 4-16,-2 3 7 0,3 4 11 0,-1-5 3 15,1 8 0-15,1-4 8 0,1 3 3 0,0-7 1 16,6 5 2-16,-6-7-15 0,2 1-12 0,1-2-30 16,1-1-27-16,1-1-26 0,1-6-29 0,-2 3-35 15,3-1-46-15,3-2-56 16,-5-1-191-16,4-3-533 0,1-2 237 0</inkml:trace>
  <inkml:trace contextRef="#ctx0" brushRef="#br0" timeOffset="150584.63">26100 15183 16 0,'-2'4'288'16,"2"-4"-34"-16,0 0-27 0,0 0-26 0,2 5-23 15,2-4-21-15,1 4-13 0,2 1-15 0,3 1-15 16,-2 1-4-16,3 6-20 0,-1-2-9 0,-1 2-10 0,0 3-7 16,-5 2-8-16,4 0-7 0,-6-1-5 0,0 4-3 15,-2 2-4 1,-4 1-3-16,-2-6-5 0,-4 6-1 0,1-8-2 16,-2 0-6-16,0-1 2 0,0-1-2 0,-1 0 1 15,1-4-5-15,2-1 3 0,1-3 1 0,1 0 28 16,2-3-7-16,0 1-2 0,1 0-6 0,0-2 0 15,-1 0-1-15,1-1-2 0,3 1 11 0,1-3 18 16,-4 1 9-16,4-1 16 0,-4 3 0 0,4-3 1 16,0 0 0-16,0 0 13 0,-4 3-7 0,4-3-30 0,0 0 11 0,0 0-3 15,0 0-8-15,25-6-2 0,-9 4-5 0,5-1-6 16,7-1-9-16,1 0-1 0,3-1-1 16,-2 0-2-16,3 2-10 0,0 0-1 0,-2-1-2 15,-3 3 0-15,-7-1-2 0,-1 2-4 0,-4-4-1 16,-3 4-9-16,-6 0 10 0,5-3 0 0,-7 3-6 15,-1-2 3-15,-4 2-4 16,9-1 1-16,-9 1 7 0,9-1-6 0,-9 1-4 16,5 0-12-16,-5 0-15 0,0 0-21 0,0 0-17 15,5-1-20-15,-5 1-31 0,0 0-27 0,0 0-27 16,0 0-36-16,0 0-39 0,0 0-319 0,0 0-604 16,0 0 267-16</inkml:trace>
  <inkml:trace contextRef="#ctx0" brushRef="#br0" timeOffset="150991.81">26882 15014 199 0,'0'0'292'15,"0"0"-23"-15,0 0-34 0,0 0-17 0,0 0-31 16,26-6-23-16,-3 3-31 0,4 2-37 0,6-2-47 16,0 0-50-16,1 1-61 15,2 0-71-15,-5-1-142 0,1-3-297 0,-14 3 131 16</inkml:trace>
  <inkml:trace contextRef="#ctx0" brushRef="#br0" timeOffset="151123.21">26929 15164 68 0,'11'4'128'0,"17"-2"-20"16,9 3-55-16,0-5-113 0,13 0-64 0,1-9 28 15</inkml:trace>
  <inkml:trace contextRef="#ctx0" brushRef="#br0" timeOffset="156130.6">28210 14325 152 0,'0'-5'141'0,"-1"1"4"15,0 0-9-15,-1-1-2 0,2 2-8 0,0 3-8 16,-2-9-2-16,-1 5-8 0,3 0-8 0,0 4-6 0,-1-5-6 16,1 5-7-16,-3-5-10 0,3 5-9 0,0-5-13 15,0 5-4-15,0 0-18 0,0 0-10 0,0 0-8 16,-9 10 0-16,3 2-4 0,-2 5 3 0,-2 10-5 15,-4 6 5-15,-8 19-1 0,-3 4 1 0,-6 30 4 16,6-1 3-16,4 2-6 0,1-2 2 0,-1 0-13 16,7-7-4-1,1-19 0-15,1 26 3 0,-2-3 0 0,1 0 1 0,-4 0 0 16,6-2 4-16,-2-22-5 0,-4 27 8 0,-3-4-4 16,3-23 23-16,-1-2-2 0,-6-1 0 15,0-2-2-15,-5 0 0 0,-1 0 5 0,-1-7-10 0,3-5 3 0,-5-4-10 16,6-13 3-16,3 2 1 0,-2-6 7 0,-4-1-10 15,2-5 1-15,-1-4 3 0,10 0-2 0,-8-4 14 16,6-1 11-16,-1-4 7 0,-1-1 2 0,5 0 3 16,-4-1 2-16,3-2-9 0,3-2 4 0,2 2 2 15,1 0-1-15,2-1-5 0,0 0-4 0,2-1-6 16,3 4-4-16,-3-1-2 0,4 0-4 0,5 2-17 16,-11-5-28-16,11 5-27 0,-7-1-32 0,7 1-22 15,-10 0-54-15,10 0-232 0,-11 1-423 0,11-1 186 16</inkml:trace>
  <inkml:trace contextRef="#ctx0" brushRef="#br0" timeOffset="158595.87">28804 14371 77 0,'0'0'247'0,"0"-3"-11"16,0 3-34-16,0 0-16 0,2-6-14 0,-2 6-23 15,0 0-15-15,0-4-17 0,0 4-10 0,0 0-25 16,0 0-20-16,0 0-8 0,0 0-3 0,0 0-8 16,7 13-6-16,-3-10-17 0,-2 8 7 15,1-3-4-15,2 4-8 0,-1 1 3 0,1-3 1 0,4 6-5 16,0-3 0-16,-1 1 0 15,2 0-1-15,-1 1-1 0,4-3 2 16,-3 1-5-16,-1-4 2 0,2-3 0 0,-3 2 0 16,0-4 1-16,2-1-3 0,0-1 2 0,1-4 0 15,0 0-6-15,-1-5 4 0,4 1-1 0,0-4 12 16,0-1 5-16,3-1-1 0,-3-3 3 0,1-1 6 16,-2 2 2-16,1-1 0 0,-2-2 6 0,2 2-3 15,-4-2-2-15,-1 4-1 0,1-4 9 0,-3 8 0 0,-1 2 2 0,-2 2-2 16,0-1-3-16,1-1-9 0,-3 3-12 0,1 2-29 15,-1-1-22-15,-2 3-3 0,0 0 3 0,3 9 4 16,-3 4-5-16,-1 4 0 0,-1 10 4 0,-3 4 3 16,-1 4 3-16,0 10 0 0,-2 8 5 0,0 3 2 15,-1-3 0-15,4 2 3 0,0-1-3 0,-3-1 8 16,2-2-2-16,-3 0 1 0,5-3 2 0,-5-4 2 0,0 2 0 16,3-15-2-16,-2 1 4 0,-1-3 0 0,-1-1-2 0,0-3 3 15,-2-8-2-15,2 0 6 0,-1-3 3 0,4-4 1 16,-2-3 0-16,0-4 2 0,-4 1 2 0,1-4 6 15,0-3-1-15,1-3 7 0,-6-6 9 16,3-3 10-16,4 0 6 0,-4-8 7 0,5-5-4 16,0 0 6-16,4-6-2 15,2-2-4-15,3-11-4 0,4-3-1 0,5 1-5 16,8-1-3-16,0 4-5 0,5 0-4 0,3 3-3 16,3-1-4-16,2 8-1 0,2-2 0 0,-5 13 0 0,1 3-8 0,3 4 1 15,-3 1-1-15,-3 1-4 0,-1 6 2 0,1-2-5 16,-6 6 1-16,-1 0-3 0,-4 4 0 0,-2-1-2 15,-1-1-5-15,-2 3 2 0,3-1 0 0,-5 0-19 16,0 1-20-16,-7 1-16 0,10 1-6 0,-10-1-7 16,6 2-4-16,-6-2-4 0,3 2-1 0,-3-2-5 15,0 0-13-15,-3 8-6 0,0-6-25 0,-1 4-9 16,0-2-15-16,-3 3-26 0,1 3-162 0,-2-3-366 16,1 0 163-16</inkml:trace>
  <inkml:trace contextRef="#ctx0" brushRef="#br0" timeOffset="159049.68">29475 14861 37 0,'0'0'278'15,"0"0"-16"-15,-4-6-20 0,4 6-19 0,0 0-23 16,0 0-19-16,0 0-21 0,0 0-20 0,3-3-19 0,-3 3-16 16,0 0-10-16,0 0-11 0,0 0-8 0,-3 15-4 15,3-9-11-15,-4 5-7 0,1 4-7 16,-4 1-3-16,0 2-6 0,2 1-5 0,-1-1-5 15,1 0-1-15,-2-1-3 0,2 1-3 0,1 1-2 16,-1-3-2-16,3 0-1 0,-2-4-2 0,2-1-2 0,2-1-4 16,-1-4 6-1,-1 2-4-15,1-3 0 0,-1-1 2 0,2 0 5 16,0 0-4-16,0-4 21 0,-2 6 23 0,2-6 13 16,0 3 14-16,0-3 4 0,0 0-5 0,-2 4-5 0,2-4-6 0,0 0 0 15,0 0-5-15,0 0-14 0,0 0-41 0,0 0-24 16,0 0-23-16,2-13-32 0,0 7-22 15,1 0-48-15,0-1-37 0,-1-3-48 0,4 1-53 0,-5-1-154 16,3-1-465-16,2-2 205 0</inkml:trace>
  <inkml:trace contextRef="#ctx0" brushRef="#br0" timeOffset="159566.47">30114 14487 38 0,'0'-7'281'0,"0"3"-21"0,0-2-21 15,0 2-25-15,0 4-23 0,1-5-22 0,-1 5-20 0,-1-4-21 16,1 4-15-16,0 0-10 0,0 0-15 0,1 13-11 0,-1-3-4 15,-1 2-12-15,1 5-4 0,-2 3-5 0,0 6-3 16,2 3-6-16,-4-1-3 0,4 1-4 0,-1-2-3 16,-3 1-5-16,4-1-2 0,-5 1-7 15,1-1 2-15,4-8 0 0,-1 1-4 0,-1-1-1 16,2 0-3-16,-2-6 4 16,-2-2-7-16,4 0 2 0,-1-3 0 0,1-2 2 15,-2-1 14-15,0-1 18 0,2-1 32 0,-2 1 38 16,2-4 42-16,0 0 9 0,0 0-14 0,0 0-10 15,-7-13-22-15,2 0-9 0,2-4-15 0,-1-1-10 16,-1-9 6-16,3-2-11 0,1-3-3 0,-2-2 1 16,3-14-16-16,0-1-5 0,4 1-6 0,1-1-6 15,1 1-4-15,2 3-2 0,-1 10-3 0,0-1 4 0,1 4 14 0,0 3 9 16,-1 5 11-16,-1 5-11 0,0 1-4 0,-1 2-4 16,4 6-7-16,-3-2-12 0,2 2-6 0,1 2 0 15,9 0-9-15,0 0-7 0,0 6-1 0,2-1-14 16,2 3-19-16,0 3-27 0,8 2-14 0,-2 2-26 15,3 2-29-15,-3 4-20 0,0-4-27 0,-4 6-27 16,-1-1-32-16,-6 0-30 0,-2-4-48 0,-2 3-40 0,-4-3-233 16,-3 0-618-16,0-2 273 0</inkml:trace>
  <inkml:trace contextRef="#ctx0" brushRef="#br0" timeOffset="159882.07">30223 14636 60 0,'-9'1'243'0,"9"-1"-16"0,0 0-11 15,-7 0-14-15,7 0-15 0,0 0-15 0,0 0-18 16,0 0-14 0,0 0-15-16,21 3-10 0,-4-2-15 15,3-1-7-15,9 2-13 0,3-3-25 0,4 2-45 16,-1 1-60-16,3-5-69 0,-1 3-80 0,-1 0-104 0,-2-1-326 15,-1-3 144-15</inkml:trace>
  <inkml:trace contextRef="#ctx0" brushRef="#br0" timeOffset="160467.81">30976 14480 82 0,'4'-4'236'16,"0"1"-25"-16,0-1-21 0,1 3-21 0,3-1-19 15,3 0-14-15,-2 2-14 0,4 2-16 0,-1 1-13 16,-1 1-8-1,7 3-13-15,-6-2-7 0,0 3-5 0,4 0-7 0,-6 3-6 16,0 0-1-16,0 5-4 0,-5-1-6 0,1 1-3 16,-4-2-6-16,-2 4 2 0,-2-1-5 15,-2-2-1-15,-3 2-2 0,-2-1-2 0,-1 3 0 16,-3-5-6-16,2-1 5 0,-4-1-4 0,2 0 3 16,0-4-3-16,3-2 3 0,-3 0 3 0,5-1 5 0,2-1 5 0,-2-1 14 15,4-2 18-15,-2 2 24 0,6-3 24 0,-9 2 29 16,9-2 14-16,0 0-11 0,-2-6-16 0,2 6-7 15,6-12-17-15,-1 3-10 0,8-5-8 0,-2 0-5 16,6-5-11-16,1 0-10 0,1-1-6 0,1 0-2 16,0 2-2-16,1 1-8 0,-8 0-4 0,1 2-2 15,-2 4-2-15,2 0-6 0,-4 1 0 0,-4 3-1 16,3 0-10-16,-5 3 0 16,1 0-2-16,-1 1-5 0,-3 1-13 0,3 0-12 15,-4 2-12-15,4-2-20 0,-4 2 0 0,0 0 1 16,0 0 3-16,4 6 4 0,-4 2-2 0,1 1 1 15,-1-3 7-15,-1 7 3 0,1 2 6 16,1 0-3-16,-1-2 4 0,0 3 2 0,0-3-1 16,0 3-4-16,4 0-10 0,-3-5-4 0,0 0-14 15,2 2-17-15,1-3-13 0,1-1-23 0,0-1-38 0,-1-5-47 0,6 1-55 16,-3 2-195-16,-1-5-481 0,2 1 212 0</inkml:trace>
  <inkml:trace contextRef="#ctx0" brushRef="#br0" timeOffset="160721.69">31470 14408 101 0,'0'0'219'0,"0"0"-21"0,0 0-28 16,0 0-9-16,0 0-25 0,14 14-13 15,-9-4-7-15,3 4-9 0,2 3 0 0,3 4-5 16,-3 7-4-16,-2-1-7 15,-2 3-10-15,-2-2-5 0,1 5-9 0,-4-1-4 16,-2-1-4-16,-1 1-8 0,-8 1-3 0,-1-1-6 16,-4-4-10-16,-3 0-8 0,-7-1-28 0,-4-2-22 15,-2-3-46-15,-4-2-44 0,-11-1-44 0,-4-2-156 16,13-9-342-16,-2-1 152 0</inkml:trace>
  <inkml:trace contextRef="#ctx0" brushRef="#br0" timeOffset="161024.19">30947 14253 136 0,'-3'0'208'0,"3"0"-25"0,-15 4-14 16,5 6-18-16,-6 0-13 0,-4 10-11 0,-1 6-12 15,-4 1-8-15,-4 12-11 0,-2 8-10 0,4 0-9 0,5 0-6 0,2 3-10 16,4-4-1-16,4 2-7 0,10-14-5 0,2 15-5 16,6-5-1-1,0-9-3-15,10-1-1 0,9 7 1 0,7-5-1 16,8-3-3-16,1-2-21 0,3-6-53 0,8-4-98 15,-3-7-196-15,4-3-361 0,-15-6 159 0</inkml:trace>
  <inkml:trace contextRef="#ctx0" brushRef="#br0" timeOffset="161801.64">28755 15543 61 0,'0'0'138'16,"0"0"-5"-16,0 0-1 0,0 0-7 16,0 0 1-16,-8-2-9 0,8 2-6 0,0 0-8 15,0 0-7-15,0 0-5 0,0 0-10 0,0 0-3 16,0 0-11-16,0 0-6 0,0 0-6 0,0 0-7 16,0 0-6-16,0 0-4 0,0 0-1 0,0 0 2 15,0 0 12-15,0 0-1 0,0 0 6 0,0 0 3 16,20 4 1-16,8-7-5 0,12 1-2 0,23-2-1 15,36-4 5-15,15 0 7 0,15 3 7 0,13 1 6 0,10 3-2 0,4-7 8 16,11 6-10-16,6 2-1 0,2-1-4 0,-4 2-8 16,-12 3 1-16,-5-6-13 0,-3 2 32 0,-12-2-11 15,-11-3-4-15,-8 1-9 0,-16 0-3 0,-14-4-7 16,-31 4 0-16,-4-1-6 0,-19-1-2 0,-2 0 1 16,-6-1 14-16,-6 0 19 0,-5 1 7 0,-1 0 25 0,-4 0 8 15,-1 0-3-15,-4 1-4 0,1-1-16 0,-2-1-4 16,0-2-14-16,-2 3-20 0,-1-1-28 0,-2 3-58 15,0-1-62-15,-2 3-58 0,1 2-52 0,-13-4-66 16,3 5-86-16,-3-1-206 0,-6 3-610 0,0-3 270 16</inkml:trace>
  <inkml:trace contextRef="#ctx0" brushRef="#br0" timeOffset="162418.6">29604 15973 25 0,'7'-8'236'0,"0"-1"-5"16,-2 2-4-16,2 1-3 0,-3 1-4 0,-2 1-8 15,2 0-27-15,0 1-17 0,-4 3-20 0,6-2-19 16,-5-1-17-16,-1 3-18 0,0 0-12 0,0 0-10 16,6 9-6-16,-6 1-8 0,-2 1-5 0,2-1-8 15,0 7-2-15,-2 2 1 0,4 0-7 0,-2 8-4 16,0-1-4-16,-2 1 0 16,2-2-6-16,2 3 1 0,-2-9-6 0,0 5 3 15,0-5 1-15,-2-1-4 0,2-1 2 0,0 0-1 16,-3-2-18-16,3-4-21 0,0-1-51 0,0 1-30 15,-2-3-21-15,0-2-27 0,0 0-36 0,-3-3-202 16,-2 0-419-16,2-3 185 0</inkml:trace>
  <inkml:trace contextRef="#ctx0" brushRef="#br0" timeOffset="162819.04">29988 16170 142 0,'-4'5'202'0,"-3"-1"-23"0,-3 5-16 0,-4 1-19 16,0 3-10-16,1 1-20 0,-5-2-2 0,-1 8-17 16,1 0-6-16,-1 1-11 0,-1 1-5 0,-1-1-5 0,1 0-9 15,2-1-4-15,5-5-6 0,0-3-5 16,3-2-6-16,1-2-12 0,3-2-1 0,-1 0 9 15,5-2-5-15,-1-2 28 0,-1-2 3 0,4 0-12 0,0 0-5 0,3-12-5 16,2 2 2-16,0 1-5 0,2-1-3 0,4-4-3 16,-1-1-1-16,3-1-8 0,0 3 0 0,0 0-6 15,2 0 5-15,-2 4-13 0,-3 0 5 0,2 2-2 16,-2 0-3-16,1 2 0 0,-2 3-3 0,0-2-2 16,0 3-4-16,1-1 3 15,1 4-1-15,1 1 2 0,-3 1-6 16,3 2 5-16,-1 0 1 0,5 2-1 0,-1 4 0 15,-5-6 4-15,0 4-6 0,6 3-14 0,-6-6-11 16,4 4-18-16,-4-3-19 0,3 2-24 0,-2-3-30 16,0-1-29-16,0 0-17 0,-2-4-137 0,-4-1-326 15,0 1 145-15</inkml:trace>
  <inkml:trace contextRef="#ctx0" brushRef="#br0" timeOffset="163103.93">30123 16257 37 0,'-2'-20'142'0,"2"-5"-4"0,2 0 8 0,-2-1 4 0,0-4 5 16,1 4 14-16,2 2-1 0,-1 4 8 0,-2 0 14 15,4 4-7-15,-4-1 4 0,0 4-3 0,1 4-8 16,-1 0-11-16,3 1-14 0,-2 2-19 0,-1 3-10 16,0-3-21-16,0 6-19 0,0-5-13 0,0 5-15 15,0 0-13-15,0 0-1 0,0 0-5 0,-5 20-7 0,4-8-2 16,-4 7-2-16,-3 6-2 0,4 3-4 0,1-1 0 31,1 6-4-31,-2 2 3 0,1-2-7 0,1 2 1 0,2-4 0 0,-2 1-5 16,2-4 5-16,2 1-3 0,-2-10 0 15,2-1 1-15,1-3-2 0,-3-2 3 0,4-4 0 0,-4 0 3 16,2-4-2-16,-2 2 4 0,0-5-1 0,2 3 6 16,-2-2 4-16,0-3-4 0,0 4 1 0,0-4-25 15,0 0-49-15,0 0-46 0,7-9-46 16,-5 4-58-16,-1-2-71 0,4-5-197 0,-1 2-509 16,1-5 226-16</inkml:trace>
  <inkml:trace contextRef="#ctx0" brushRef="#br0" timeOffset="164121.2">32361 15287 5 0,'-6'-8'185'0,"-1"1"-12"0,-1 4-17 0,-5-1-15 16,4-2-7-16,-2 5-16 0,-2 0-9 0,-3 2-7 16,1 0-12-16,-4 3-13 0,6 2-5 0,-2 1-7 15,4 3-5 1,-1 0-8-16,-1 2-2 0,3 0-7 0,0 1-1 15,2 2-5-15,3 0-5 0,1 2-2 0,4 1 1 0,-1-3-8 16,4 2 2-16,-1-1-6 0,6 0 4 0,1-3-6 16,-3-2 3-16,4-3 0 0,1 0-3 0,-1-1-3 15,3-4 17-15,-2 1 14 0,2-1 10 0,-2-6 5 16,3 2 5-16,1-7-2 0,5-4 6 0,-10-1 4 16,7-7-4-16,-11 2 6 0,8-4-13 0,-4-2 8 0,-2-1-5 15,0-3-3-15,-2 1 3 0,0-3-6 0,0 0-4 16,-2-3-7-16,-1-2-2 0,1 0 2 0,2-1 5 15,0-14 17-15,-3 15-9 0,-1-1 17 0,0 3-13 16,-2 1 27-16,2 6-1 0,-1 6 4 16,1 3 0-16,0 6-8 0,-4 0-4 0,2 4-18 0,0-1-9 15,0 1-11-15,0 7-12 0,-1-7-30 0,1 7-35 0,1-1 7 16,-1 1-1-16,-2 14 3 0,-2 2 0 0,0 5 13 16,-2 6-8-1,-3 6 1-15,1 0 9 0,3 3-8 0,-5 8 2 0,6-8-2 16,2-2 4-16,2-1 2 0,-3-1 2 0,6 2-5 15,-3-4 3-15,0-1-1 0,0-2 9 0,1-8-4 16,1-1 3-16,1 0 2 0,-2-7-3 0,0 2 6 16,2-2-13-16,-3-3 6 0,1-1-19 0,0-2-1 15,-1 0-5-15,0 2-6 0,0-4 1 0,2 0-2 16,-2-3-11-16,0 5-13 0,0-5-13 0,0 0-34 16,0 0-85-16,0 0-100 0,0 0-200 0,0 0-532 15,-2-23 235-15</inkml:trace>
  <inkml:trace contextRef="#ctx0" brushRef="#br0" timeOffset="164621.91">32579 15122 243 0,'0'0'257'0,"5"-2"-31"0,-5 2-21 16,8-1-29-16,-8 1-12 0,10 3-22 15,-2 0-15-15,1 4-16 0,0 2-5 0,-2 0-16 16,2 5-9-16,1 2-11 0,-6 1-2 0,1 2-11 0,-1 1-3 0,-2 6-7 16,-4-8-5-16,-2 7-2 0,2 3-7 0,-2 0-1 15,-4-3-1-15,-1-2-4 0,2-3-1 0,-1-5-1 16,-1-1-4-16,2 1 3 0,-5-4-2 0,5-1 2 16,1-2-2-16,2 0 8 0,1-5 7 15,-1 0 6-15,0 2 17 0,1 0 24 0,3-5 27 0,-5 3 42 16,5-3 30-16,-5 1 25 0,5-1 19 0,0 0-12 15,0 0-18-15,0-11-26 0,6 4-12 0,-2-5-13 16,4-4-21-16,2 0-11 0,8-6-20 0,0-3-13 16,0 2-10-16,4 0-6 0,-3 0-4 15,-1 1-9-15,-2 7-7 16,-6 1 0-16,3 1-5 0,-3 1-5 0,-1 3 0 16,-2 1-5-16,-1 2-5 0,-1 1-2 0,0 2-7 15,-2-2-6-15,-2 2-4 0,2 2-16 0,-3 1-18 0,5-6-28 0,-4 4-22 16,-1 2-2-16,0 0 0 0,0 0 5 0,0 0 12 15,-11 20 8-15,4-9-1 0,-3 5 9 0,0-3 3 16,0 4-1-16,-2 1 15 0,3-1-1 0,1 0 0 16,3 0-1-16,-3-1 10 0,6-4-3 0,-2-1 6 15,4 1 0-15,0 0 7 0,6-2 1 0,4 4 7 16,11 4-4-16,10-3-59 0,16 3-89 16,7-1-156-16,5-9-371 0,1-3-739 0,0-6 327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07:24.34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3843 2656 223 0,'0'-5'212'0,"0"5"-25"0,0 0-19 16,7-3-18-16,3 6-15 0,-1-1-9 0,2 3-24 16,2 0-1-16,1 0-12 0,2 2-11 0,-6 2-8 15,4 1-6-15,-4-2-10 16,3 4-1-16,-6-5-10 0,-1 3-7 15,-4-3-2-15,-2 0-8 0,-4 1-26 0,-3-1-34 16,-4 2-53-16,-7-2-67 0,-11 1-126 0,1-4-302 16,1-1 133-16</inkml:trace>
  <inkml:trace contextRef="#ctx0" brushRef="#br0" timeOffset="1403.05">2715 2235 85 0,'6'-4'207'0,"-1"3"-10"0,1-4-3 0,-4 0-10 16,3 3-7-16,-1-2-8 0,-4 4-12 15,6-1-15-15,-6 1-13 0,4-3-16 0,-4 3-12 16,0 0-10-16,0 0-26 0,0 0-6 0,0 0-7 0,0 0-7 16,-18 20-3-16,4-8-5 0,-7 10 2 0,-4 1-9 15,0 0 0 1,-3 1-4-16,3 1-6 0,-2 0-1 0,4-3-5 16,1 3 3-16,2-5-4 0,0 1-1 0,2 1-1 15,6-6-4-15,5 1 3 0,-3-3 0 0,2 0-4 0,7 0 2 0,-2-3-1 16,2-1 2-16,2 2-2 0,3-1 2 0,4-2 0 15,7 3 5-15,0-3-3 0,12-1 0 0,1 1 0 16,4 3-3-16,-1-4 2 0,0-1 0 16,1 0-3-16,-3 0-3 0,-4 1-2 0,-4-2 4 15,-6 0-4-15,-1-2-3 0,-5 3 8 0,-1-2-8 0,-3-1 2 16,0 2 1-16,-9 0 7 0,-1-2-1 0,-3 5 2 16,-7-1-2-16,-12 2-2 0,-1-3 1 15,-3 0-1-15,-3 0 0 0,0-2 2 0,-2 0-2 16,-1 1 1-16,3-6-2 0,2 1 5 0,4 2-5 15,5-5 1-15,-1 1 1 16,6 1-4-16,3-1 2 0,3-2-15 0,6 2-23 16,-4-2-35-16,6-1-30 0,4 4-44 0,0-9-35 15,3 4-38-15,8-5-126 0,4-2-368 0,8-5 163 16</inkml:trace>
  <inkml:trace contextRef="#ctx0" brushRef="#br0" timeOffset="1757.07">3107 2213 306 0,'-2'-8'313'0,"0"4"-21"15,1-1-14-15,1 5-35 0,-1-10-30 0,2 8-23 16,-1 2-22-16,0 0-21 0,0 0-24 0,0 0-34 15,0 0-20-15,0 0-7 0,0 0-9 0,10 26-5 16,-6-9-1 0,1 9-7-16,0 6-2 0,2-3-2 0,3 17-1 0,-2-2-3 0,-6-10-1 15,-1 4 4-15,2-4-7 0,1 0-2 16,2-2-2-16,-3-1 0 0,4-4-4 0,-4-7-1 16,2-2-2-16,-1-1 0 0,-1-4 1 0,-1-2-3 15,-2-1 0-15,1-1 2 0,-2-3-3 0,2-2 3 0,-2 2-2 0,1-6 1 16,1 9 5-16,-1-9 4 0,0 2-9 0,0-2-11 15,0 0-27-15,-5 5-34 0,5-5-35 0,-9 0-41 16,9 0-54-16,-12-6-42 0,5 3-196 16,-2-2-459-16,1-3 203 0</inkml:trace>
  <inkml:trace contextRef="#ctx0" brushRef="#br0" timeOffset="2019.78">2845 2607 208 0,'-10'0'231'0,"10"0"-17"0,0 0-20 16,0 0-14-16,0 0-11 0,0 0-7 0,0 0-8 15,38-7-17-15,-6 2-13 0,3 0-11 16,17 0-11-16,2-4-11 0,0 3 0 0,-1 0 0 16,-2-1-10-16,-14 5-2 0,0 0-11 0,-5-2-9 15,-4 3-3-15,-8 0-7 0,-8-2-8 0,0 3-1 0,-2 0-7 0,-5 0-2 16,3 0-10-16,-3-2-12 0,-5 2-2 0,0 0-6 15,0 0-16-15,0 0-16 0,-22 9-14 0,12-6-19 16,-4 0-25-16,1 1-26 0,0 3-45 16,2-5-52-16,-3 1-140 0,5 0-379 0,0-1 168 15</inkml:trace>
  <inkml:trace contextRef="#ctx0" brushRef="#br0" timeOffset="2458.27">3519 2687 205 0,'0'0'215'0,"-4"2"-9"0,4-2-12 15,0 0-8-15,0 0-4 0,0 0-13 0,0 0-13 16,27-3-16-16,-13 2-10 0,6-4-16 0,7 0-2 15,1-1-18-15,4-3-10 0,-5 2-8 0,0-2-5 16,1-4-5-16,0 2 9 0,-9 0-5 16,0 2 0-16,3-6 7 0,1 0-4 0,-10 2-3 0,1 0-3 15,-4-1-3-15,-3 3-2 0,-1-3 0 0,-2 2-4 16,-3-1-5-16,-1 2-11 0,-4-1 0 0,0 2-11 16,-6 1-2-16,1 4-10 0,-6-2-1 0,-2 4-2 15,-5 3 0-15,-7 0-4 0,0 9-3 16,-2-3-1-16,2 7-2 0,-2 0-1 0,4 3-6 15,0 2 1-15,3 3-1 16,2-1 3-16,3 2 0 0,4-2-5 0,0 2 1 16,8-4 7-16,2 2-1 0,5-3 3 0,0 2 3 15,8-2 7-15,4-2 1 0,2-3-1 0,11 5 3 16,4-5-5-16,4-5 5 0,6-4-8 0,14 3-13 16,2-5-30-16,0-6-31 0,-5 0-25 0,4-2-37 15,-3-1-38-15,-13 3-50 0,-2-8-62 0,-3 3-167 0,-2-3-477 16,-3-1 211-16</inkml:trace>
  <inkml:trace contextRef="#ctx0" brushRef="#br0" timeOffset="2790.09">4160 2268 70 0,'-1'-9'315'0,"-3"3"-13"15,3-1-15-15,1 0-23 0,-2 3-21 0,2 4-32 16,-2-5-20-16,2 5-23 0,-4-6-26 0,4 6-17 16,0 0-15-16,0 0-9 0,-1 23-14 0,-3-2-3 15,3 7-12-15,-3 5-6 16,0 15-4-16,-1-1-9 0,1 5 0 0,3-1-7 16,-2 0-6-16,1-2-2 0,2-1-6 0,1-13 4 0,3 0-7 0,0 1 1 15,2-4-2-15,2-3-4 0,-2-1 2 16,2-1-3-16,-3-3 1 0,1-1-2 0,-2-7 0 15,2 1-4-15,-2-5-18 0,-1-2-12 0,-1-3-2 16,0 0-12-16,-1-2-11 0,2-2-5 0,-2 2-17 16,-1-5-43-16,0 0-40 0,0 0-32 0,0 0-44 15,0 0-219-15,0 0-472 0,-16-20 209 0</inkml:trace>
  <inkml:trace contextRef="#ctx0" brushRef="#br0" timeOffset="3106.45">4173 2553 230 0,'0'0'305'0,"-3"-6"-28"0,3 6-25 0,-1-6-30 16,1 6-24-16,6-4-20 0,5 3-21 0,0 0-16 0,7 1-13 16,4 1-12-16,8 2-7 0,-3 4-7 0,4 0-4 0,2 0-8 0,-4 3-7 15,-4 1-10-15,-5-2-6 0,-2 3-2 16,-4-1-6-16,0 2-8 0,-6-3-5 0,1 2-4 15,-4-1-3-15,-7-1-3 0,-1 2 4 0,-6-1-6 16,-6 1 0-16,-7 2-7 0,-5-2 3 16,1-2-3-16,-2 0-2 0,-1-2-4 0,1 1 0 0,-4-2 2 15,0-1-3-15,3-2-3 0,6-1 2 0,-4-1-5 16,9 0 5-16,4-1-5 0,5-1-2 0,-1 1 1 16,2-1-17-1,8 0-21-15,-10 0-21 0,10 0-27 0,0 0-42 16,0 0-59-16,0 0-63 0,0 0-247 0,23-17-523 15,-9 10 231-15</inkml:trace>
  <inkml:trace contextRef="#ctx0" brushRef="#br0" timeOffset="3701.46">5002 2269 203 0,'0'-10'332'16,"0"10"-6"-16,0-7-20 0,0 7-16 0,0-8-26 16,0 8-23-16,0 0-26 0,0 0-27 0,0 0-21 15,0-7-14-15,0 7-31 0,0 0-22 0,0 0-15 16,0 0-11-16,0 0-7 0,-1 29-12 0,-3-12 1 16,-1 7-5-16,0 3-4 15,0-1-8-15,1 3-5 0,-1 3 3 0,-3 2-9 16,-2-2-3-16,6 1 0 0,-5-2-1 15,4-1-1-15,5-6-4 0,-3-4-1 0,3-2-1 16,0-1-2-16,0-2 10 0,3-4 6 0,-3-1 0 16,5-1 11-16,-1-3 7 0,0 4 7 0,-2-4 11 15,10 2 0-15,-2-5-10 0,7 0 7 0,-2 1-12 16,7-2-1-16,0-2-3 0,4-2-1 0,-3-1-23 0,5-2-33 0,-1 0-38 16,-6-3-40-16,6 4-43 15,-8-5-52-15,-5 2-47 0,4-1-78 0,-8-1-254 16,0-1-608-16,-2 1 269 0</inkml:trace>
  <inkml:trace contextRef="#ctx0" brushRef="#br0" timeOffset="3929.59">5231 2546 295 0,'0'0'311'16,"-5"-7"-7"-16,5 7-11 0,-4-4-11 0,4 4-23 16,0 0-24-16,-4-4-29 0,4 4-24 0,0 0-25 15,0 0-17-15,0 0-20 0,-2 15-9 0,-1-5-8 16,3 7-13-16,-1 1-5 0,-2 10-6 0,3 1-9 15,-1 0-5-15,-3-1-8 16,9 5-2-16,-6-2-6 0,2-2 0 0,3 0-1 16,1-4-21-16,-1 0-31 0,-4-7-32 0,5-1-32 15,-2 1-35-15,-2 0-42 0,2-6-66 0,-2-1-48 16,2-5-216-16,1 1-514 0,-1-3 228 16</inkml:trace>
  <inkml:trace contextRef="#ctx0" brushRef="#br0" timeOffset="4162.39">5649 2307 432 0,'-4'-6'434'0,"4"1"-40"16,0-4-35-16,-4 5-33 0,7 0-36 0,-3 4-28 16,-3-9-34-16,3 9-29 0,0-4-69 0,0 4-63 15,0 0-60-15,0 0-72 0,0 0-79 0,18 13-92 16,-14-4-212-16,2 3-484 0,-2 2 214 0</inkml:trace>
  <inkml:trace contextRef="#ctx0" brushRef="#br0" timeOffset="4309.13">5683 2846 278 0,'-2'5'372'15,"2"-1"-20"-15,0-4-33 0,0 0-31 0,0 0-33 16,0 0-28-16,0 0-42 0,0 0-51 0,18-3-53 16,-18 3-71-16,18-6-86 0,-3-1-99 0,-4 0-200 15,7 0-407-15,-2-3 180 0</inkml:trace>
  <inkml:trace contextRef="#ctx0" brushRef="#br0" timeOffset="4625.41">6136 2605 275 0,'0'0'338'0,"-8"2"0"0,8-2 6 0,-5 1-4 15,5-1 1-15,-4 1 3 0,4-1-8 0,0 0-1 0,0 0-16 16,0 0-19-16,0 0-14 0,0 0-19 0,0 0-24 16,0 0-29-16,17-6-22 0,11 4-20 0,1-4-20 15,7-1-14-15,5 4-15 0,10-8-13 0,-1 7-14 16,-14-2-10-16,2 1-12 0,0 0-6 0,-3 2-14 16,-6-1-7-1,-7 1-7-15,-3 1 0 0,-6 1-8 0,0 1-14 16,-3-2-18-16,-5 0-23 0,-5 2-24 0,10-2-57 15,-10 2-68-15,0 0-71 0,0 0-55 0,-27-4-68 16,6 5-436-16,0-1-869 0,-8-1 386 0</inkml:trace>
  <inkml:trace contextRef="#ctx0" brushRef="#br0" timeOffset="15263.46">7839 2406 90 0,'0'0'261'0,"0"-4"2"0,0 4-6 0,0-8-11 0,0 8-5 15,-1-5-9-15,1 1-8 0,0 4-5 0,0-5-2 16,0 1-9-16,0 4-3 16,-2-7-2-16,4 3-13 0,-2 4-11 15,0 0-10-15,0-5-10 0,0 5-12 0,-2-4-25 16,2 4-1-16,0 0-13 0,0-5-14 0,0 5-9 0,0 0-15 16,0 0-11-16,0 0-19 0,0 0-36 0,0 0-30 0,0 0-29 0,0 0-30 15,0 0 1-15,0 0 11 0,2 25 6 0,-1-12 8 16,-1 7 8-16,4 9 2 15,-4-4 2-15,3 4 5 0,-3-2 6 0,4 3 5 0,-2-3 4 16,-2 0 1-16,1-1 11 0,2-7-5 0,-2-2 1 16,-1 0 5-16,2 0-1 0,0-6-1 0,-4 0 4 15,4-2 1-15,-2-1 4 0,0-3 4 0,0 2 2 16,0-2 9-16,0-3 40 0,0-2 49 0,0 3 43 16,0-3 41-16,0 6 41 0,0-6 26 15,0 0 9-15,0 0-14 16,0 0-28-16,-8-21-16 0,5 11-28 0,-1-9-18 15,-3-8-14-15,-2-2-15 0,6-5-18 0,-4-11-12 16,-2-2-11-16,5-3-13 0,3-1-9 0,-3-1-12 16,4-3-7-16,0 2-4 0,0 2-8 0,5 3-4 15,-1 12-6-15,0 0-5 0,2 2-3 0,2 4-5 16,1 2-4-16,-4 1-3 0,8 1-4 0,-4 8-7 16,0 2-13-16,3-1-11 0,2 1-13 0,3 3-11 0,5-1-14 0,-4 3-19 15,8 1-23 1,4 5-15-16,-1-1-17 0,2 5-20 0,1 5-25 0,0 2-27 15,1 5-29-15,4 1-42 0,-5 4-39 0,0 1-48 16,-3 2-301-16,-3 1-733 0,-3-2 324 0</inkml:trace>
  <inkml:trace contextRef="#ctx0" brushRef="#br0" timeOffset="16010.15">7919 2523 30 0,'-3'2'237'16,"-4"-1"-13"-16,7-1-9 0,-9 1-12 0,9-1-10 15,0 0-9-15,-7 0-11 0,7 0-3 0,0 0-5 16,-7 0 1-16,7 0-6 0,0 0-5 0,-5 3-13 16,5-3-7-16,0 0-12 0,0 0-3 0,0 0-8 15,0 0-1-15,0 0-1 0,0 0-12 0,0 0 2 16,0 0-1-16,0 0-4 0,0 0-6 0,0 0-2 16,0 0-2-16,0 0-6 0,0 0 0 0,0 0-3 0,0 0 2 0,0 0-13 15,0 0-1 1,0 0 8-16,0 0-14 0,0 0-3 0,0 0 0 0,0 0-13 15,-5-5-2-15,5 5-3 0,0 0-5 0,0 0-6 16,0 0 0-16,0 0-13 0,0 0 13 0,0 0-1 16,0 0-7-16,0 0-2 0,0 0-4 0,0 0-2 15,0 0 3-15,0 0-3 0,0 0-1 0,0 0-4 16,0 0 3-16,0 0 5 0,0 0-5 16,0 0-3-16,0 0-1 0,0 0-1 0,0 0 1 15,0 0-5-15,0 0 6 0,0 0 3 0,0 0-9 16,0 0-4-16,0 0 4 0,0 0-1 0,0 0-9 15,0 0 7-15,0 0 7 0,0 0 2 0,28 0-7 16,-5-5 2-16,4 3-3 0,5-2 3 0,0 0 4 16,4 2 1-16,1-5-10 0,0 2 16 0,1-2-14 0,-2 2 4 0,-3 0 2 15,-6 0-11-15,2 1 7 0,-10 3 0 0,-6-1 1 16,1 2-3-16,-3-3 0 0,-5 3 6 0,2-2 3 16,-1 2 1-16,-7 0-6 0,8-2-2 0,-8 2-20 0,6 0-14 0,-6 0-36 15,0 0-25-15,6-2-17 0,-6 2-33 16,0 0-10-16,2 6-9 0,-2-6-18 0,-8 8-39 15,3-4-38-15,-1 1-48 0,-2 1-209 0,-1-1-559 16,3-1 248-16</inkml:trace>
  <inkml:trace contextRef="#ctx0" brushRef="#br0" timeOffset="16379.72">8759 2481 109 0,'0'-5'480'0,"0"3"-1"0,0 2-11 16,0-7-21-16,0 4-19 0,0 3-21 0,0-6-27 0,1 5-32 0,-1 1-34 15,0 0-31 1,0 0-31-16,-3-7-24 0,3 7-28 0,0 0-24 0,0 0-23 15,0 0-26-15,0 0-28 0,0 0-26 0,0 0-34 16,0 0-35-16,0 0-33 0,0 0 0 16,0 0 0-16,4 12 2 0,-1-5 10 0,-2 1-12 15,3 3 4-15,-1-1 1 0,1 5 10 0,-2-1-4 16,5 1 2-16,-5-1 1 0,2 0-10 0,-3-1-9 16,2-4-3-16,-2 4-35 0,0-4-10 0,1-2-26 0,-2-1-9 15,2 1-11-15,-2-3-12 0,0 1-3 16,0-2-1-16,1 2 0 0,-1-5 1 0,0 0 8 15,-1 4 9-15,1-4-17 0,0 0-66 0,0 0-42 16,-18-9-43-16,8 0-165 0,-6-4-495 0,-1-6 219 16</inkml:trace>
  <inkml:trace contextRef="#ctx0" brushRef="#br0" timeOffset="16526.91">8639 2201 239 0,'1'-12'310'0,"-1"2"-3"15,1 1-4-15,2-1-12 0,-2 2-24 0,2 1-19 16,-2 0-29-16,0 4-21 0,2-3-25 0,-2 3-18 15,3-2-19-15,-4 5-38 0,5-1-38 0,-5 1-38 16,13 3-40-16,-8-2-48 0,4 6-49 0,-1 2-53 16,-2 3-70-16,-1 0-166 0,-1 3-437 0,0 0 194 15</inkml:trace>
  <inkml:trace contextRef="#ctx0" brushRef="#br0" timeOffset="17728.91">9054 2452 8 0,'0'0'428'16,"2"-5"-37"-16,-2 5-17 0,0 0-24 0,0 0-36 15,0 0-41-15,0 0-24 0,0 0-26 0,0 0-36 16,0 0-11-16,0 0-31 0,0 0-25 0,0 0-16 16,0 0-9-16,3 13-16 0,-3-6-6 0,4 2-4 0,-4 3-14 0,0 1-4 15,0 3 0-15,0-1-6 0,0-3-7 0,0 4-3 16,0-5-7-16,0 3 9 0,1-7-6 0,2 4-4 16,-3-6-2-16,1 3-4 0,-1-4 0 0,0 1 4 15,1-3-3-15,-1 2 3 0,0-4 29 0,0 0 13 16,3 6 27-16,-3-6 24 0,0 0 25 0,0 0 20 15,0 0-19-15,0 0-14 0,8-10-12 0,-3 3-17 0,5 0-5 16,-2-3-9-16,1-5-19 0,0 1-14 0,2 0-3 16,-4-2-4-16,2 3-5 0,-2 1-3 0,-1 3-5 15,0 0-1-15,-2 1-7 0,-1 2-1 0,1 0-5 16,-1 5-10-16,0-3-20 0,0 0-11 0,-3 4-24 16,3-3-27-16,-3 3-25 0,0 0-29 0,0 0 9 15,0 0 12-15,6 7 15 16,-5-2 7-16,1 3 9 0,0 1 9 0,1 1 1 15,1 1 1-15,3 5 5 0,-2-5-2 0,3 4 9 16,4 0-2-16,2-3 1 0,2 1-1 0,11 3 3 16,5-6 7-16,7 0 3 0,13 1 9 0,4-5-8 15,3-1-1-15,-2-4 2 0,-1-1 2 0,-2-1-7 16,1-2 2-16,-15 0 12 0,-2-4 0 0,-5-2 0 16,0-1 12-16,-2 0-6 0,-3-2 8 0,-5-3 12 0,-10 1 17 15,4 2 0-15,-5-1-2 0,-2-3 31 0,-2 1 8 0,-3 0 14 16,-3 3-19-16,-2-4-1 0,-4 3-16 0,-1 4-22 15,-4 0 15-15,-5 1-13 0,-4-4-7 0,-8 6-23 16,-7 2 26-16,1 2-7 0,-5 2 10 0,1 5-4 16,0-3-4-16,-2 5-2 0,1 2 2 0,3-3-7 15,2 6 8 1,5-3-6-16,8 1-23 0,1 0-16 16,4-1-18-16,1-1-16 0,4 1-12 0,4 0 4 15,0 2-1-15,0-2-14 0,5-2 15 0,5 1 13 0,1-1 4 16,3 0 8-16,5-4 8 0,5-1 4 0,11 1 5 15,-1-5 8-15,-1 1 2 0,-1-3 5 0,1-2 4 16,0-5 2-16,-6 0 19 0,-2 0 21 0,1-6 17 16,-6 5 16-16,2-9 13 0,-6 4 9 0,7-6 6 0,-8-1 8 15,-1-3-8-15,0-3 6 0,-5-2 2 0,0 1 5 16,-4 1-8-16,0-6 7 0,0 2 3 0,-3 1 6 16,-2 0 12-1,0 2 8-15,0 1 9 0,3 3-1 0,-4 2 2 0,5 6-3 0,-4 0 1 16,2 8-3-16,2-3-6 0,-3 5-6 15,2-1-9-15,0 5-10 0,1-2-12 0,-1 2-14 0,1 0-12 0,-1 2-26 0,2 3-40 16,0 0-50-16,-2-3-38 0,2 3-10 0,0 0 10 16,-2 12 15-16,4-4-1 0,-2 4 6 0,1 5 13 15,-2 3 3-15,3 5 10 0,0 1 3 0,-1 3 5 0,2 4 8 16,-3-1 8-16,3 2 1 0,0 2 3 0,-1-2 1 16,1 0-4-16,-3 2 13 0,6-4 3 15,-2 1-3-15,-3-4 8 16,1-2-3-16,1-1 5 0,1-5-8 0,0-3 0 15,-3-1 6-15,3-5-1 0,-4 1 6 0,4-1 2 16,-4-3-6-16,3 1 7 0,-1-3-4 0,-1 1 0 16,-1-6 3-16,3 3 0 0,-3-5 12 0,0 9-9 15,4-6 2-15,-4-3 10 0,0 4 15 0,0-4 15 16,0 0 13-16,1 7 8 0,-1-7-2 0,0 0 7 16,0 0-6-16,14 2-4 0,5-3-5 0,8 0-16 0,9-5-51 0,14 1-84 15,2-5-120-15,3-3-174 0,6-6-391 0,-2-4-843 16,1-2 374-16</inkml:trace>
  <inkml:trace contextRef="#ctx0" brushRef="#br0" timeOffset="21034.97">11998 2118 16 0,'-1'-9'262'0,"1"1"-13"0,1-1-34 15,-2 1-11-15,2 4-7 0,-2-3-13 0,1 1-10 16,1-1-13-16,-2 4-14 0,2-1-14 0,-3 2-17 0,2 2-12 16,1-7-17-16,-1 7-11 0,0 0-34 0,0 0-13 15,0 0-8-15,0 0 2 0,5 20-5 0,-3-4-5 16,1 3 0-16,-6 6-1 0,7 10 0 0,-2-1-5 15,0 10 3-15,0-10-6 0,-2 2 3 0,1 1 0 16,1-1-2-16,1 8-2 0,-2-10 2 0,2 0 4 16,-1-1-4-1,2-5 1-15,-2 2 2 0,0-6-2 0,1-4-1 16,-2-3-2-16,-1-1 3 0,0-4-3 0,1 0 3 0,0-4-1 16,-1-1-2-16,2-1 4 0,-2 0-5 0,1-1 7 15,-1 0-3-15,0-2 0 0,1 1 4 0,-1-4-1 0,0 7 3 0,0-7-3 16,0 3 22-16,0-3 3 0,0 0 5 0,2 2 6 15,-2-2-3-15,0 0-4 0,0 0-1 16,0 0 2-16,0 0-17 0,0 0-37 0,0 0-45 16,-12-13-51-16,6 6-45 0,-2-6-44 0,0 0-38 15,-4-4-135-15,0-9-405 0,0-1 179 0</inkml:trace>
  <inkml:trace contextRef="#ctx0" brushRef="#br0" timeOffset="21404.48">11830 1867 74 0,'-2'-4'179'15,"2"-1"-23"-15,0-1-14 0,3 5-24 0,-3 1-10 16,8-3-8-16,-1 2-5 0,7 2-3 0,-1 1-8 16,6 3 4-1,9-3-10-15,3 5-1 0,4 5 5 0,-2-2-7 16,15 7-4-16,-12-3-9 0,0 1 0 0,-3 4-6 15,-2-2-3-15,-4 2-4 0,-3 1-5 0,-5 0-5 16,-4 1-4-16,-2-6-5 0,-4 3 3 0,-4 2-2 16,-4-2 9-16,-2-2-1 0,-8 9 8 0,-3-1 0 15,-6-3 3-15,-4-1-4 0,-4-3 1 0,-1 5 0 16,-3-4-1-16,-1-2 0 0,-1-1 1 0,4-3 1 0,-1-1 3 0,2-1-3 16,7-3 1-16,2 0-7 0,-2-2-4 0,8 0-6 15,-1 1-3-15,5-2-2 0,2-3-4 0,-2 2 3 16,2-1-5-16,6-2-18 0,-12 3-13 0,11 0-6 15,1-3 0-15,0 0-6 0,-7 2 3 0,7-2-5 16,0 0-7-16,0 0-15 0,21 2-26 16,-11-4-26-16,-1 0-37 15,5 1-52-15,-1-1-50 0,-4 2-120 0,4-3-386 16,-3-1 170-16</inkml:trace>
  <inkml:trace contextRef="#ctx0" brushRef="#br0" timeOffset="21651.54">12360 2627 498 0,'-4'4'493'0,"4"-1"-27"16,0-3-39-16,0 0-40 0,-1 4-33 0,1-4-39 0,0 0-40 0,0 0-44 15,0 0-53-15,0 0-47 0,0 0-57 0,1 5-71 16,-1-5-68-16,0 0-56 0,0 0-48 0,0 0-47 16,22-9-54-16,-18 6-229 0,2-2-540 0,-2-1 239 15</inkml:trace>
  <inkml:trace contextRef="#ctx0" brushRef="#br0" timeOffset="22051.92">12801 2063 328 0,'-3'-10'371'0,"3"1"-26"16,-1-1-8-16,1 1-35 0,-5 3-5 0,5 1-25 15,0 5-39-15,0-9-24 0,0 9-31 0,0-7-15 16,0 4-20-16,0 3-41 0,0-4-36 0,0 4-16 16,0 0 0-16,0 0-15 15,6 17-8-15,-6-6-4 0,7 5-7 0,-5 4 2 16,5 7 4-16,-4 3-11 0,3 6 0 0,-1-3-1 16,-3 3 5-16,2-1-9 0,1-2 0 15,-1 2 0-15,-4-4 2 0,5-1-2 0,-1-2 3 0,-1 0-4 0,0-10 3 16,1-1 1-16,-3 2-4 0,-1-8-3 0,2 0 6 15,-1-1-6-15,-1-3 5 0,0-2 2 0,0 1-6 16,1 0 3-16,-1-6 2 0,0 6 3 0,0-6 2 16,0 6-9-16,0-6-10 0,2 4 1 0,-2-4-3 15,0 0-5-15,-4 2-20 0,4-2-47 0,0 0-50 16,-23-10-63-16,11 4-46 0,-7-4-273 0,-1-4-553 16,-1-5 244-16</inkml:trace>
  <inkml:trace contextRef="#ctx0" brushRef="#br0" timeOffset="22237.46">12591 2044 209 0,'4'-10'295'0,"-1"2"-16"0,3-1-25 0,-2 0-24 16,-1-1-23-16,7 0-23 0,1 0-21 0,6 1-15 31,-1-4-20-31,11 3-5 0,1 1-19 0,3 2-22 0,2 2-22 0,2 2-23 16,-5 4-33-16,1 1-45 0,-1 4-35 0,-9-2-50 15,-1 3-33-15,-3 3-43 0,-2 1-116 0,-3 2-343 16,1 2 152-16</inkml:trace>
  <inkml:trace contextRef="#ctx0" brushRef="#br0" timeOffset="22405.74">12690 2687 25 0,'-3'5'323'0,"3"-5"-13"0,-3 4-19 0,3-4-18 16,0 0-29-16,0 0-25 0,19 0-22 0,-4-2-27 16,12-3-55-16,3 1-61 15,0-1-92-15,5-2-96 0,-4-2-208 0,1 0-370 16,-4 2 164-16</inkml:trace>
  <inkml:trace contextRef="#ctx0" brushRef="#br0" timeOffset="25859.93">13837 2253 2 0,'-4'-2'158'0,"4"2"-3"0,0 0-9 16,0 0-6-16,0 0-5 0,0 0-7 0,0 0-8 15,0 0-5-15,0 0-4 0,0 0 1 16,0-5-3-16,0 5-6 0,0 0 2 0,0 0-4 16,0 0 4-16,0 0-2 0,0 0 3 0,0 0 4 15,0 0 5-15,0 0-7 0,0 0-9 0,0 0-7 0,0 0-5 16,0 0-13 0,0 0-9-16,18 0-5 0,0-5-4 0,10 1-16 15,4 2-22-15,1-3-30 0,2 2-40 0,-2 0-35 16,-1 2-51-16,4-2-48 0,-4 0-51 0,-3 0-141 15,-1 3-409-15,-7-4 181 0</inkml:trace>
  <inkml:trace contextRef="#ctx0" brushRef="#br0" timeOffset="26060.44">13842 2449 8 0,'-4'2'243'0,"4"-2"-16"15,-1 4-17-15,1-4-23 0,0 0-17 0,32-4-19 16,0 0-14-16,20-2-14 0,2 3-34 0,6-2-68 16,5-2-104-16,-8 1-165 0,1-3-268 0,-3-1 119 15</inkml:trace>
  <inkml:trace contextRef="#ctx0" brushRef="#br0" timeOffset="27100.35">15031 2106 266 0,'-2'-5'310'0,"2"-2"-24"0,-1 2-4 0,0-3-18 15,1 4-4-15,0-3-19 0,0 4-13 0,0-1-32 16,-1-1 1-16,1 5-9 0,1-6-23 0,-1 6-23 16,0-4-16-16,0 4-17 0,0 0-19 0,0 0-31 0,0 0-34 15,0 0-5-15,0 0-6 0,4 12 1 0,-4-3-6 16,2 7 4-16,0 2-2 0,0 9 1 0,-1-2-2 15,3 4-1-15,-1-3-5 0,-2 3 10 0,1 2-7 16,2-4-2-16,-1-2-3 0,2 1 5 0,-2-6-1 16,3 4-11-16,-2-7 13 0,2-2 0 0,-1-1-10 15,-2-3 13-15,-2-3 9 0,2-1 0 0,-1-1 8 16,2-1 14-16,-4-1 23 16,3-2 44-16,2 1 41 0,-5-3 22 0,0 0 2 15,9-5-18-15,-2-3-7 0,2 0-8 0,4-5-11 16,-8 1-3-16,4-5-8 0,8-3-12 15,-7-4-12-15,3-2-14 0,1 4-6 0,-3-5-8 0,3 1-2 16,-2-1-10-16,2 2-7 0,-5-1-2 0,-3 8-10 16,-1-2 1-16,4 5 1 0,-2-1 0 0,-3 6 2 15,-1-3 5-15,0 6 4 0,0 0-7 0,-1 1 5 0,2 1-7 16,-3 1-4-16,-1 0-6 0,1 0-12 0,-1 4-7 16,2-4-19-16,-2 4-18 15,0 0-25-15,2-2-27 0,-2 2-20 0,0 0 9 16,0 0 6-16,0 12 6 0,-2-3 10 0,-2 1 3 15,1 3 7-15,0 1 7 0,1 3 0 0,0 5 12 16,2 2-5-16,-2-3 13 0,0 5-1 0,2-1 5 16,0-7-10-16,0 1 21 0,0-3-6 0,1 0 6 15,2 0 1-15,-1-5 8 0,2 0-4 0,0-1 11 16,2-2 0-16,-5-3 10 0,3 3 2 0,4-1 8 16,-1-2-2-16,5-2 6 0,-2 2-1 0,8-1 0 15,0-3-2-15,5-1 1 0,7 0-21 0,-1-1-28 16,2-6-60-16,-1 2-68 0,1 1-95 0,-2-7-101 15,-2 1-417-15,0-4-830 0,-3-2 367 0</inkml:trace>
  <inkml:trace contextRef="#ctx0" brushRef="#br0" timeOffset="27601.29">15856 2329 236 0,'0'0'403'15,"0"0"10"-15,-1-7-4 0,1 7-12 0,0-3-19 16,0 3-17-16,0 0-30 0,0 0-32 0,-1-5-27 16,1 5-31-16,0 0-25 0,0 0-31 0,0 0-24 15,0 0-23-15,0 0-32 0,0 0-37 0,0 0-31 0,0 0-11 16,-3 13-4-16,3-5 3 0,0 5-4 0,0 2-1 16,-1 3-5-1,1 2-6-15,1 2 4 0,-1-3-3 0,3 8 4 0,-2-10-7 16,0-1 8-16,2 2-4 0,-2-2-6 0,3-4 1 15,0 0-1-15,-3-1 5 0,0 1-10 0,2-7 7 16,-2 5 7-16,0-6-10 0,1 1 9 0,-2-3-1 16,0 3-4-16,1 0 4 0,-1-5 7 0,1 5 2 15,-1-5-2-15,1 3-2 0,-1-3 2 16,0 4-3-16,0-4 1 0,0 0-2 0,0 0 5 0,0 0-6 16,0 0-3-16,0 0-19 0,0 0-15 0,0 0-58 15,0 0-71-15,0 0-46 0,0 0-44 0,-2-12-37 16,1 6-57-16,-2 0-310 0,-1 0-699 0,4-4 309 15</inkml:trace>
  <inkml:trace contextRef="#ctx0" brushRef="#br0" timeOffset="28365.49">16136 2063 95 0,'0'-3'353'0,"-1"-1"-28"15,1 4-33-15,0-8-28 0,0 8-34 0,0-2-30 16,0 2-30-16,0 0-17 0,0 0-21 0,0 0-12 16,0 0-15-16,7 11-7 0,-5-5-14 0,0 0-8 0,2-1-6 0,1 5-9 15,2 0-3-15,0-1-11 0,0 3-10 0,0-4-13 16,0 4-6-16,0-4-5 0,2 2 0 0,-2-3-8 15,0 2 1-15,0-6 2 0,0 1-1 0,-2-1 0 16,2-1-1-16,-2-2 2 0,-5 0 1 0,14-1 3 16,-9-3-4-16,4-1-1 0,1-2 3 0,-1 0 1 15,0-3 13-15,-1 1 7 0,1 0 4 0,0-4 4 0,0-1-2 16,0-1 7-16,-2 5 0 0,0-2 7 0,-1 3 5 0,2-1 3 31,-5 2 12-31,3-1-4 0,-2 4 18 0,-3-2-7 0,3 3 1 16,-2 0-11-16,-2 4 0 0,4-6-19 0,-3 3-11 15,-1 3-11-15,5-4-30 0,-5 4-22 0,0 0-31 16,0 0 6-16,4 9-2 0,-4 0 3 0,0 4 3 16,0 4 2-16,0 7 2 0,-2 7 3 0,0 15 11 15,-3-11-2-15,5 15 14 0,0 0-6 0,-1 0 3 16,2 0 1-16,-1-4 2 0,2 4 1 0,1-6 5 16,-1-9 2-16,0 1 0 0,-1-1 2 0,3-1 0 15,0-2-3-15,0-3 7 0,-4 2 0 0,3-6-1 16,-1 2 4-16,-4-8-1 0,-1 0 2 0,0-1 0 15,2-7 0-15,-4 6 2 0,1-6 0 0,0-2 4 0,-3 2 3 16,2-4 1-16,-2 1 6 0,-1-3 1 0,0 0 18 16,-3-1 0-16,1-2 4 0,-4-2 0 0,1-1 4 15,-4-4 16-15,-3 0-10 0,1 0 2 0,1-5 1 16,4 0 22-16,-1-2 17 0,2-2 4 0,0-3 2 16,-3-3-11-16,7-6-18 15,6-1-5-15,2-4-20 0,5-6-11 0,9-13-10 16,4 0-8-16,4 0-5 0,6 2-5 0,2 5 4 15,-1 3-6-15,2 0 8 0,3 4-5 0,-9 11-1 16,2-1 4-16,-1 2 5 0,-4 2 1 0,-1 3 10 16,2 1 11-16,-8 6 6 0,0 2 2 0,-5 2 4 15,-1 0 0-15,-1 3-2 0,1 0-4 0,-4 0-1 16,0 3-8-16,-1-1-8 0,-3 3-4 0,4-5-15 16,-4 5-18-16,5-2-27 0,-5 2-17 0,0 0-24 0,5-4-39 0,-5 4-25 15,0 0-24-15,0 0 15 0,0 0 10 16,0 0-9-16,0 15-21 0,-2-7-13 0,-3 1-24 15,0 2-17-15,-2-1-32 0,2 1-43 0,-4 2-189 16,0-3-530-16,2 3 234 0</inkml:trace>
  <inkml:trace contextRef="#ctx0" brushRef="#br0" timeOffset="28750.47">16685 2617 25 0,'0'0'435'15,"0"0"7"-15,0 0-7 0,0 0-17 0,0 0-29 16,0 0-33-16,0 0-42 0,0 0-29 0,0 0-33 16,0 0-34-16,0 0-23 0,0 0-44 0,0 0-29 15,0 0-23-15,0 7-14 0,-1 0-4 0,1 3-8 16,0 2-11-16,0 4-8 0,0 1-4 0,0 1-2 15,0 1-1-15,0-1-8 0,0 1-4 0,0 2-3 0,4-4-2 0,-4 0-1 16,1 0-6 0,-1-1-3-16,0-4-2 0,3-1 0 0,-2 0-5 0,-1-2 4 15,1-1-3-15,-2-2 3 0,1-6-3 0,1 9 6 16,-1-3 2-16,0-6-1 0,0 0 5 0,0 7 15 16,0-7 9-16,0 0 1 0,3 7 10 0,-3-7-2 0,0 0-3 0,0 0-1 15,0 0-10 1,0 0 2-16,0 0-18 0,0 0-12 0,0 0-25 15,0 0-79-15,0 0-66 0,0 0-50 0,0 0-38 16,5-20-50-16,0 13-79 0,-5-3-331 0,5 0-758 16,2-6 335-16</inkml:trace>
  <inkml:trace contextRef="#ctx0" brushRef="#br0" timeOffset="29304.47">17176 2431 149 0,'-4'1'205'0,"-1"0"-20"0,0 1-6 15,5-2-8-15,-9 0-7 0,9 0-7 0,0 0-7 16,0 0-10-16,-5 0-12 0,5 0 2 16,0 0-3-16,0 0 6 0,-8 2-3 0,8-2 0 15,0 0 6-15,0 0-11 0,0 0 2 0,0 0-2 16,0 0-6-16,0 0-7 0,0 0-11 0,0 0-11 16,0 0-4-16,0 0-11 0,0 0-3 0,0 0-8 15,0 0-3-15,0 0-4 0,0 0-10 0,0 0-3 16,0 0-1-16,0 0-5 0,0 0 3 0,0 0-8 15,0 0-3-15,0 0 7 0,0 0-14 0,0 0 8 0,0 0-8 16,0 0-3-16,0 0-1 0,0 0-2 0,0 0 1 16,0 0-2-16,0 0-2 0,0 0-3 0,0 0 3 15,0 0-2-15,0 0 10 0,0 0 3 0,0 0-3 16,25-9-8-16,-4 7 6 0,10-4-12 0,2 4 0 31,7-5 5-31,11 0 1 0,4 4-6 0,-18-4-2 0,4 2 2 0,10-3-2 16,-13 7 0-16,-6-3 3 0,-2 1 1 0,-11-1-7 15,-5 3 11-15,0 0-7 0,-3-1-4 0,-2 1-5 16,-4 0-5-16,-5 1-30 0,12 0-23 0,-12 0-20 16,0 0-19-16,0 0-22 0,0 0-26 0,0 0-24 15,-26 4-22-15,7-2-15 0,1 2-26 16,0-2-11-16,-2 0-32 0,0-2-141 0,3 0-452 16,-5-2 201-16</inkml:trace>
  <inkml:trace contextRef="#ctx0" brushRef="#br0" timeOffset="29490.02">17436 2251 169 0,'-2'-9'349'0,"2"1"10"0,2 4 5 15,-2-2-18-15,0 6-22 16,1-6-31-16,-1 6-41 0,-1-5-35 0,1 5-37 16,0 0-19-16,0 0-19 0,-3 14-20 15,3 3-8-15,-1 4-10 0,-2 9-10 0,2 4-13 0,1 0-5 0,4 12-8 16,0-8 4-16,6 7-28 0,-1-10-45 0,8 8-54 15,-5-10-75-15,2-2-104 0,0-6-352 0,-1-4-633 16,-3-9 280-16</inkml:trace>
  <inkml:trace contextRef="#ctx0" brushRef="#br0" timeOffset="30352.87">18104 2153 304 0,'-1'-3'296'16,"-1"-1"-16"-16,2 4-20 0,-1-6-29 0,1 6-22 15,0 0-31-15,-3-2-18 0,3 2-21 0,0 0-13 16,0 0-17-16,0 0-10 0,-2 15-13 0,1-4-7 16,1 5-6-16,0 5-8 0,-2 2-7 0,2 5-6 15,0-1-7-15,0 3 1 0,-1-1-10 0,4 1-1 16,0-2-3-16,1-1-3 0,0 2-3 0,4-5-1 15,-1-2 1-15,-1-6-12 0,1 0 10 0,-3-5-4 0,1-1-7 0,0-2 9 16,0 1 28-16,-1-7 25 0,1 2 31 0,4-2 34 16,-2-2 13-16,3-3 12 0,0 0-6 0,3-6-6 15,1 0-1-15,1-4-4 0,-2 0-9 16,7-5-7-16,-4-3-9 0,-1-2-11 0,1 1-11 16,0-1-3-16,-2-4-8 15,0 0-6-15,-1 3-10 0,-2 0-8 0,-2-3 0 16,-1 8 0-16,-3 5 6 0,0 3 2 0,-1 2-2 15,1-1-3-15,-5 5-8 0,4-2-3 0,-3 2-10 16,3 1-8-16,-4 0-12 0,3 0-16 0,-3 4-23 16,0 0-30-16,1-2-33 0,-1 2 2 0,0 0 5 15,0 10 6-15,-1 2 6 0,-2 1 7 0,-1 3 11 16,3 3 0-16,1 2 3 0,0 4 5 0,0 1 2 16,1-1-4-16,3-1-17 0,0-5-14 0,2 8-16 0,2-9-21 0,1 0-18 15,0 0-33-15,4-2-49 0,-2-1-56 0,1-2-82 16,-3-5-366-16,1-3-761 0,3-1 337 0</inkml:trace>
  <inkml:trace contextRef="#ctx0" brushRef="#br0" timeOffset="30784.49">18588 2520 2466 0,'-2'3'259'15,"2"-3"-88"-15,-4 4-38 0,4-4-36 0,0 0-36 16,0 0-22-16,6 3-10 16,6-3-4-16,-1 1-1 0,3 0-5 0,0 2-1 15,4 1-5-15,-4 3 1 0,0-1-5 0,-2 1 0 0,-3 3-3 16,3 1 0-16,-4-3 0 0,0 9-1 0,-4-2-2 16,-2 1-1-16,-3-1 2 0,-5 3 1 0,-1-1-1 15,-3 0 1-15,0 0 0 0,-3-2-1 16,-1 0-5-16,1-3 15 0,-2 1 0 0,6-4 3 15,-3 0 2-15,7-4-1 16,-4 2-3-16,5-3 6 0,-1 0-6 0,1 0 7 16,4-4 28-16,-5 5 20 0,5-5 21 0,-4 3 15 15,4-3 12-15,0 0 5 0,0 0-14 0,0 0-13 16,0 0-6-16,35-4-7 0,-21-2-11 0,5 4-13 16,1-2 1-16,1-1-10 0,-1 2-6 0,-1 0-2 15,0-2-1-15,-2 3-4 0,-4-1-7 0,-2 2 2 0,-3 0-2 16,0-1-4-16,-3 2-7 0,0-2 12 0,-1 1-5 15,-4 1-7-15,9-1 4 0,-9 1-9 0,5-3-9 16,-5 3-13-16,0 0-19 0,4-1-25 0,-4 1-25 0,0 0-22 16,0 0-23-16,0 0-22 0,0 0-43 0,0 0-44 15,0 0-49-15,0 0-55 0,0 0-271 0,-22-5-655 16,21 1 291-16</inkml:trace>
  <inkml:trace contextRef="#ctx0" brushRef="#br0" timeOffset="31608.3">19025 2158 98 0,'-4'-5'346'0,"4"0"-10"0,0 2-11 15,-2-4-25-15,2 7-22 0,-3-3-30 16,3-1-21-16,0 4-29 0,0 0-28 0,0-5-20 0,0 5-14 16,0 0-17-16,-2-3-18 0,2 3-27 0,0 0-11 15,0 0-5-15,0 0-3 0,7 15-6 0,-3-10-2 16,1 4-8-16,-1-1 1 0,5 3-7 0,-1-1 0 15,3 7-15 1,-2-5-7-16,5 2-7 0,-2 1-3 0,-2-3-12 16,5-4 3-16,-6 2 0 0,3-6-2 0,-5 2 6 15,2-2-1-15,-2-2 5 0,2 1-3 0,-2-4 6 16,-7 1-3-16,16-7 7 0,-6-2 3 0,-1 7 12 16,-1-10 3-16,0 6 11 0,0-6 7 0,1 3 5 15,-2-7-3-15,1 7 6 0,-3-3 11 0,2 0-3 0,-1 2-2 0,-2-1 13 16,2 1-6-16,-2-2 9 0,0 5-18 0,1-3 7 15,-2 7 21-15,-2-3-6 0,3 1-17 0,-4 1-2 16,1 2-10-16,-1 2-13 0,0-7-14 0,0 7-28 16,3-2-43-16,-3 2 1 0,0 0-1 0,0 0 6 15,1 14-2-15,-1-4 8 0,0 5 3 0,-1 6 5 16,1 6 4-16,-4 4 11 0,0 1-8 0,3 2 8 16,-4 15 8-16,2-14-6 0,-5 12-1 0,5-11 0 0,-1 13 6 15,1-14-4-15,-2-2 2 0,5 0 4 0,-4 1 0 16,-1-5-1-16,1-1 5 0,-2-1-7 0,2 0 13 15,-1-8-18-15,-3-1-5 0,1-2-11 0,-1-1 16 16,-2-1-2-16,-1-2-1 0,1-2 6 0,0-3 7 16,-3-1 5-16,1-2 5 0,-6-3 4 0,0 1 9 15,0-5 8-15,1-1 3 16,-2-3 10-16,5-2 15 0,-4 0 17 0,5-4 18 16,-1-1 10-16,7-3-6 0,0-2-6 0,3-8-10 0,11 0-5 15,3-6-11-15,9-10-12 0,8-2-3 0,1 4-9 16,4-4 1-16,4 3-7 0,0 2-1 0,0 5-4 15,-2 1-9-15,-6 9 2 0,0 2 17 0,3-1 16 16,-6 5 8-16,0-1 12 0,-9 10-1 0,0-1 1 16,-7 1 2-16,3 5-4 0,-5-2 1 0,0 2-9 15,-1 1-7-15,1 1-10 0,-2-1-4 0,-1 3-15 16,-3-2-34-16,-1 3-30 0,7-2-43 0,-7 2-45 0,2-2-59 16,-2 2-43-16,0 0 27 0,0 0-2 0,0 14-19 15,-2-4-24-15,-1 2-44 0,-2-2-58 16,-4 4-292-16,0-2-691 0,4-4 307 0</inkml:trace>
  <inkml:trace contextRef="#ctx0" brushRef="#br0" timeOffset="32209.23">19619 2585 64 0,'0'0'324'0,"3"3"-36"16,1 0-27-16,-4 1-29 0,3 2-25 0,1 0-21 15,-1 1-19-15,3 3-14 0,-2 0-28 0,-1 0-1 16,4 5-13-16,-3 1-11 0,-4 1-9 0,0-3-10 16,-2 3-8-16,-5-2 0 0,3 2-10 0,-2-1-5 0,2-3-9 0,0-3-2 15,-2 2-8-15,-2-3 0 0,5 1-7 0,-1-4-4 16,-2 2-3-16,4-3-5 0,-2 0 3 0,3-1 3 15,-2-2 15-15,3-2 13 0,-6 5 17 0,6-5 15 16,-3 5 14-16,3-5 15 0,0 0 11 0,0 0 6 16,0 0-3-16,-1 5 2 0,1-5-9 15,0 0-5-15,0 0-5 16,0 0-7-16,0 0-7 0,-5 1-7 0,5-1-9 0,0 0-7 16,0 0 1-16,0 0-8 0,0 0-11 0,0 0 1 0,0 0-7 15,0 0-5-15,0 0-13 0,0 0 0 0,0 0 4 16,0 0-7-16,0 0-3 0,0 0 0 0,0 0-2 15,0 0-1-15,0 0 1 0,0 0 1 0,0 0 2 16,1 5 2-16,-1-5 1 0,0 0 2 0,0 0-6 16,0 0 2-16,0 0 3 0,0 0-7 0,0 0-1 15,0 0 3-15,0 0-5 0,0 0-4 0,0 0 5 16,0 0 15-16,0 0 11 0,0 0 11 0,0 0-2 16,0 0-9-16,26-6-4 0,1 2-11 0,7 0 5 15,21-5-8-15,5 4-1 0,3-1-5 0,31 0-6 16,-3-3 0-16,-26 4-5 0,2 0 1 0,-3 1-1 15,-2-1-2 1,-7 2 1-16,-14 1-3 0,-10-1 4 0,-4 1-1 16,-8 2 5-16,-5-2 7 0,-4 2 6 0,0 0 2 0,0 0 1 15,-5-2 0-15,-1 1-8 0,-4 1-15 16,8-1-28-16,-8 1-47 0,0 0-46 0,6 0-81 16,-6 0-108-16,0 0-94 0,0 0-127 0,-23-4-332 15,12 0-922-15,1-3 409 0</inkml:trace>
  <inkml:trace contextRef="#ctx0" brushRef="#br0" timeOffset="36262.39">3102 4359 190 0,'0'0'205'15,"3"-4"-7"-15,-2 1-14 0,-1 3-14 0,4-2-16 0,-4 2-14 0,0 0-10 16,2-4-20-16,-2 4-16 0,0 0-21 0,0 0-21 15,0 0-16-15,0 0 0 0,0 0-6 16,-14 11 0-16,4-1-7 0,-5-1-2 16,-2 3-1-16,-6 5-2 0,-1 1-2 0,-3 0-1 15,4 4-4-15,1-1 2 0,-3 1-6 0,4 2 7 0,2 1-4 16,-1-6-2-16,3 2-1 0,3-7-1 0,5 2 0 16,3 1-1-16,-1 0 3 0,5-2-4 0,-1 0 3 15,7 3 3-15,1-2 3 0,4-2-1 16,4 1-2-16,2-1 0 0,7 0 1 0,2 1-7 0,2-1 3 0,2-2 2 15,1 1 2-15,-1-2-3 0,-1-3-3 0,-1 3-1 16,-7-3-1-16,-1 1 0 0,-3-1-3 0,0 1-1 16,-4-3 0-16,-5 1-1 0,-2 1 3 0,-3-2 2 15,-3 1-1-15,-3 2 0 0,-8 1 12 0,-4 0 1 16,-1 0-3-16,-10 2 14 0,0-4 3 0,1 3 7 16,-4-6-1-16,1 5 6 15,-1-5 3-15,-2 0 2 0,1 2-12 0,0-5-1 16,0 2-4-16,10-2-2 0,2 0 1 0,6 0-3 15,1-2 6-15,5 2-9 0,1-2 2 0,0 0-14 16,0-2-10-16,7 2-19 0,-5-4-33 0,5 4-48 16,6-7-13-16,7 1-30 0,3-3-45 0,10-4-166 15,-1 1-383-15,6-2 170 0</inkml:trace>
  <inkml:trace contextRef="#ctx0" brushRef="#br0" timeOffset="36629.82">3535 4428 140 0,'0'-7'330'16,"3"3"-6"-16,-6-3-26 0,3 2-23 0,3 0-22 0,-2 0-32 16,-1 5-28-1,0-4-15-15,0 4-25 0,0-5-23 0,0 5-28 0,0 0-13 16,0 0-11-16,6 12-11 0,-2-3 0 15,1 8-15-15,2 8-8 0,2 4 0 0,-2 6-4 16,-1-1-2-16,0 3-6 0,-1 7-5 0,0-8 5 16,-1-2-7-16,1-1-3 0,-2-1-1 0,-2 0-1 15,0-6 3-15,3 3-4 0,-4-11-7 0,0 0 2 16,0-1 2-16,0-4-3 0,-2-1 1 0,0-2-2 16,1-1 2-16,0-2 0 0,1 1 0 0,-2-1-2 15,1-1 2-15,-3 2 1 0,2-3-6 0,-2-2-8 16,0 3-10-16,-2-3-8 0,-2 1-26 0,0-1-18 0,-3-1-18 15,1-1-22-15,-2-1-21 0,-1-1-33 0,2-1-33 0,-2-1-41 16,-1-3-190-16,0-4-451 0,1-3 199 0</inkml:trace>
  <inkml:trace contextRef="#ctx0" brushRef="#br0" timeOffset="36883.48">3245 4749 42 0,'0'0'218'0,"0"0"-20"0,-6 0-18 0,6 0-18 15,0 0-14-15,0 0-7 0,0 0-11 0,0 0-3 16,0 0-2-16,0 0 4 0,0 0-7 16,23-3 1-16,8 2-11 0,5-2-8 0,4 3-8 15,16-6-2-15,3 2-9 16,4 0-6-16,-7-2-4 0,-2 4-8 0,-14-1-3 16,-4 0-7-16,-4 2-8 0,-4-1-4 0,-6 2-4 15,-4-1-10-15,-4-1-27 0,-5 1-19 0,-3 1-22 16,1 1-17-16,-7-1 3 0,2 3 1 0,-2-3-27 15,-10 6-15-15,-3-2-26 0,-2 2-11 0,-4 1-15 16,1-2-20-16,-1 1-156 0,0-2-346 0,2 1 153 16</inkml:trace>
  <inkml:trace contextRef="#ctx0" brushRef="#br0" timeOffset="37815.87">3948 4884 102 0,'-4'2'201'0,"4"-2"-9"0,0 0-12 16,0 0-5-16,-1 4-3 0,1-4-10 0,0 0-16 0,0 0-13 15,0 0-15-15,20-6-10 0,-8 3-12 0,6-1-7 16,-2-3-8-16,5 0-9 0,4-3-10 0,2-1-3 16,3 2-8-16,-4-3-5 0,0-2-2 0,-2-1-7 15,-1 3 10-15,-6 1 7 0,-1-2-1 0,-1 0 2 16,1-1-2-16,-3-1 2 0,-3 1-2 0,-1-2-1 16,-5 3 4-16,1 1-5 0,-2-5-1 0,-2 8 2 0,-2-1-3 0,-2-2-5 15,-1 0-7-15,-1 4-7 0,0 3-2 0,-8 1-9 16,3 0-2-16,-8 3-5 0,0 3-1 15,-2 3 0-15,-6 2-5 0,7 1-3 0,-4 6 1 0,-1 3-4 32,2-2 2-32,4 4-3 0,-4 2 1 0,5-1-2 15,5 3 5-15,-1-1-4 0,1-1-8 0,4 3 1 16,5-3 0-16,3-2 2 0,3-2 0 0,2 2 3 0,4-4 1 16,6 1 2-16,6 0 3 0,0-2 1 0,5-4-1 15,6-1-1-15,1-3 2 0,4-4-3 0,3-4 4 16,12-2 1-16,-2-3-2 0,-11 1 1 0,-4-4-1 15,-2-2-1-15,-1-2 1 0,-5-1 4 0,-4-2 3 16,0-2 13-16,-3-1 9 0,-5-4 1 0,-3 3 9 16,-3-4 2-16,-1-3 3 0,-2-2 3 0,-3 0 6 0,-2-3-9 0,-1-1 0 15,-1 0 12-15,0 2-1 0,-4 2 6 0,1 2 10 16,1 3 4-16,2 7 20 0,-2 2 5 0,1 8 0 16,0-3-5-1,1 5-17-15,0 0-9 0,0 1-12 0,1 1-35 0,-2 0-46 16,2 4-40-16,0 0-21 0,0 0 8 0,0 0 7 15,-1 17 7-15,1 2 11 0,-1 7-3 16,1 11 6-16,0 9 8 0,-2 2 2 0,1 2 2 16,-1-1 10-16,-3 3 1 0,2-2 2 0,-2 0 3 15,1-2 3-15,1-13 3 0,1-1-2 0,1-1 8 0,-2-2 2 16,2-3 5-16,1-3-7 0,-3-6 2 16,3-9 4-16,0 1 2 0,-2-3-4 0,1-1 0 15,1 0 17-15,-3-3 40 0,3 0 47 0,0 1 33 16,0-5 37-16,-1 4 32 0,1-4-8 0,0 0-20 0,0 0-20 0,-5-18-21 15,2 5-17-15,3-2-14 0,0-4-13 0,4-6-26 16,0-5-21-16,1 0-18 16,5-4-19-16,-1 3-10 0,6-2-18 0,-2 3 0 0,2 3-5 15,-1-1 3-15,-2 5 4 0,5 2-4 0,-5 6 1 16,4 4-2-16,-1 0-4 0,3 4-7 0,-3-2-5 16,3 6 0-16,1-2-8 15,-2 5-6-15,1 2 3 0,0 1-10 0,0 0-9 0,-7 3-5 16,6 2-7-16,-4 2-4 0,-3-2 2 0,-4 2 0 15,0-1-3-15,0 2 5 0,-4-1-5 0,-1 0 2 16,-3 1 10-16,-2-3 9 0,-9 4 7 0,-6 0 12 16,-9-4 2-16,-1 1 12 0,-6-3 1 15,-1-5 1-15,0 2 2 0,1-6-2 0,-2 3-20 16,2-2-20-16,2-3-17 0,4 0-25 0,7-1-27 0,4 0-46 0,0-2-47 16,6 4-285-16,6-8-561 0,3 4 248 0</inkml:trace>
  <inkml:trace contextRef="#ctx0" brushRef="#br0" timeOffset="40019.46">5483 4452 55 0,'-8'0'127'16,"8"0"-8"-16,0 0-5 0,0 0-28 0,0 0-10 16,-5 2-6-16,5-2 3 0,0 0-6 0,0 0-22 15,0 0 9-15,0 0-6 0,0 0-7 0,0 0 0 16,0 0 7-16,0 0-10 0,0 0 24 0,0 0 6 16,0 0 6-16,0 0-4 0,29 0-5 0,-15-1-1 15,6-2-7-15,1 2 0 0,6-2-4 0,2 0-15 16,1 0 1-16,0-1-11 0,-1 0 4 0,-10 1-8 0,1 1 4 0,-7 0-6 15,-2 1 3-15,1 1-9 0,-7 0 1 0,4-1-16 16,-4 1-9-16,-5 0 8 0,0 0-5 0,0 0-1 16,0 0 1-16,-38 6 2 0,17-3-3 0,0-1 2 15,-2 0-2-15,-3 4-1 0,-2-2 5 0,0 0-2 16,5-1-2-16,-6 1 6 0,2 0 0 0,6 1 5 31,3-3 2-31,4 1 0 0,2 0 3 0,0-2 4 0,3-1 0 0,0 0-4 16,4 0 3-16,1 3 0 0,4-3-1 0,-10 2 4 15,10-2-4-15,-5 0 16 0,5 0-3 0,0 0-1 16,-8 0-6-16,8 0-5 0,0 0-4 16,0 0 5-16,0 0-2 0,0 0-3 0,12 9-1 15,-5-6 6-15,5 2-8 0,1-1-3 0,2 4 3 0,13 4-5 16,-2-3 0-16,0 4 8 0,5 1 3 0,-4 1 0 0,4 3 2 16,-4-2-2-16,1 6 0 0,-2 0-3 0,-1-1 2 15,-5 5-2-15,-2 1 4 0,-7 0-5 0,1 2 1 16,-8 0 5-16,-4 1-3 0,-7-2-2 0,-2-1-3 15,-4-3 3-15,-3-2 3 0,-3-3-2 0,-1-2-2 16,2-2 8-16,0-6 7 0,-6 4 5 0,4-9 14 16,1 1 16-16,0-4 25 15,1-2 21-15,0-1 21 0,5-1 22 0,1-1 12 16,0-3-1-16,3 1 5 0,-1-3 11 0,4-3-1 16,0 4-16-16,3-4-10 0,-1 2-18 0,5-1-13 15,-1 1-15-15,4-2-14 0,1 0-5 0,1 3-12 0,7-2-7 16,1-1-8-16,1 3-14 0,2 1-5 0,1 0-26 15,0 0-26-15,10 4-22 0,-1 0-27 0,-5-1-26 16,-1 5-42-16,0-1-35 0,-2 0-47 0,0 1-42 16,2 0-59-16,-1 0-295 0,-6 0-661 0,0-3 293 0</inkml:trace>
  <inkml:trace contextRef="#ctx0" brushRef="#br0" timeOffset="40236.48">6193 4475 239 0,'0'-2'425'0,"1"-3"-28"0,1 3-29 16,-2 2-43-16,2-5-32 0,-2 5-29 0,4-3-28 16,-4 3-36-1,0 0-42-15,0-4-65 0,0 4-62 0,0 0-28 0,0 0-34 16,10 12-31-16,-6-3-38 0,1 3-47 0,3 3-43 15,-3 4-50-15,0-2-137 0,0 3-409 0,-1 7 180 16</inkml:trace>
  <inkml:trace contextRef="#ctx0" brushRef="#br0" timeOffset="40382.1">6289 4857 151 0,'0'7'193'0,"0"-4"15"0,0 2 19 16,0-2 15-16,0-3 7 0,3 5 1 0,-3-5-5 15,1 4-10-15,-1-4-20 0,1 2-18 0,-1-2-22 16,9 1-17-16,-9-1-34 0,13-1-45 0,-4-1-53 15,3 0-55-15,1 1-47 0,5-3-62 0,3 1-57 0,-3 0-228 16,3-1-458-16,-3-3 203 0</inkml:trace>
  <inkml:trace contextRef="#ctx0" brushRef="#br0" timeOffset="41152.25">7135 4703 92 0,'0'0'169'0,"0"0"-2"0,-8 0-7 15,8 0-2-15,0 0-9 0,0 0-8 0,0 0-12 16,-8 2-9-16,8-2-9 0,0 0-12 0,0 0-6 16,0 0-10-1,0 0-6-15,0 0-5 0,0 0-3 0,0 0 1 0,0 0-2 16,0 0-9-16,0 0 2 0,0 0-2 0,0 0 0 15,0 0-4-15,0 0-5 0,0 0 4 0,0 0-2 16,0 0-1-16,0 0-5 0,0 0 2 0,0 0-1 16,0 0-2-16,0 0-6 0,0 0-2 0,0 0 5 15,0 0-4-15,0 0-3 0,0 0-9 0,0 0 0 16,0 0-6-16,0 0-1 0,0 0-2 0,0 0-3 0,0 0-5 0,0 0 4 16,0 0-4-16,0 0 2 0,0 0-5 0,0 0 3 15,0 0-1-15,0 0-4 0,0 0 1 16,0 0 1-16,0 0 5 0,0 0 5 0,0 0-1 15,0 0 3-15,0 0 4 0,0 0 0 0,0 0 1 16,0 0 0-16,0 0 0 0,0 0-5 0,0 0-1 0,0 0-3 16,0 0 0-1,0 0 2-15,0 0 0 0,0 0-3 0,0 0 3 16,0 0-4-16,0 0 1 0,0 0-1 0,0 0-3 0,0 0 0 16,0 0 6-16,0 0-5 0,0 0-8 15,0 0 6-15,0 0 1 0,0 0-4 0,0 0 0 0,0 0-2 0,0 0 0 16,0 0 1-16,0 0-2 0,0 0 0 0,0 0-2 15,0 0 0-15,0 0 1 0,0 0-2 0,0 0 3 16,-2 1-3-16,2-1-2 0,0 0 4 0,0 0-1 16,0 0 3-16,0 0-5 0,0 0 2 0,0 0 4 15,0 0-8-15,18-1 6 0,-3 1-2 0,3 0 1 16,3-3 1-16,7-1-1 0,-8 2 1 0,12 1-2 16,1-5 1-16,0 5-6 0,1-2 6 0,-8-1 0 15,-7 3 3-15,1-1-2 0,-1-1 0 0,-7 2 1 16,0 0-1-16,0-1 6 0,-6 2 0 0,-1 0 6 0,1-3 3 15,-6 3-6-15,8 0-19 0,-8 0-23 0,4-2-25 0,-4 2-54 16,0 0-62-16,0 0-76 0,-23-2-249 0,12 2-537 16,-2-3 237-16</inkml:trace>
  <inkml:trace contextRef="#ctx0" brushRef="#br0" timeOffset="43541.04">8268 4368 70 0,'0'-7'123'0,"0"7"-13"0,-1-4-8 0,1 4-8 0,0 0-10 0,0 0-13 16,0 0-3-16,0 0-6 0,-1-3 0 0,1 3-13 15,0 0 2-15,0 0-13 0,0 0-2 16,0 0 0-16,0 0-4 0,0 0-10 0,0 0-3 16,0 0-4-16,1-5 0 0,-1 5 0 0,0 0-4 15,0 0-3-15,0 0 2 0,0 0 9 0,0 0-8 16,0 0 0-16,0 0-1 0,0 0 3 0,0 0-8 16,0 0-1-16,0 0 7 0,0 0-5 0,0 0 6 15,0 0 3-15,0 0-1 0,0 0 2 0,0 0 2 16,0 0 2-16,0 0-3 15,0 0 2-15,0 0 1 0,0 0-3 0,0 0-2 16,0 0-2-16,0 0-2 0,0 0-2 0,0 0 5 16,0 0-6-16,0 0 6 0,0 0-8 0,0 0-3 15,0 0 0-15,0 0 0 0,0 0-1 0,0 0 1 16,0 0 24-16,0 0-25 0,0 0 1 0,0 0-1 16,0 0-1-16,0 0 0 0,0 0 0 0,0 0 1 15,0 0 4-15,0 0-3 0,0 0 10 0,0 0-12 0,0 0 5 16,0 0 2-16,0 0 1 0,0 0 0 0,0 0-4 15,0 0 9-15,0 0-10 0,0 0-3 0,0 0 4 0,0 0-1 16,0 0-3-16,0 0 3 0,0 0-4 0,0 0-2 16,0 0 1-16,0 0 0 0,0 0 8 0,0 0-5 15,0 0 5-15,0 0-1 0,0 0 3 16,0 0 9-16,0 0 1 0,0 0 5 0,0 0 1 0,0 0-5 0,0 0-2 0,4-2 3 16,-4 2-7-16,0 0 2 0,0 0-4 15,0 0 0-15,0 0-2 0,0 0 3 0,0 0-3 16,0 0-2-16,0 0-1 0,0 0-1 0,0 0-5 15,0 0 3-15,0 0-2 0,0 0 0 0,0 0 2 16,0 0 2-16,0 0-3 0,0 0-3 0,0 0 5 0,0 0 4 16,0 0-3-1,0 0 2-15,0 0 3 0,0 0 1 0,0-5-1 16,0 5 0-16,0 0 0 0,0 0 3 0,0 0 1 0,0 0 4 16,0 0-1-16,0 0-1 0,0 0 3 0,0 0-4 0,0 0 4 15,0 0 5-15,0 0-12 0,0 0 10 0,0-4 10 0,0 4-1 16,0 0-4-16,0 0 0 0,0-5-1 0,0 5 5 15,0 0 17-15,0-5 9 0,0 5 7 16,-1-4-6-16,1 4 1 0,0 0 3 0,1-6 8 16,-1 6 17-16,0-2-14 0,0 2-7 0,0-5-12 15,0 5-3-15,0 0-3 0,0-5-7 16,0 5 0-16,0 0-10 0,0 0-9 0,0 0-14 0,0 0-21 16,0 0-21-16,0 0-22 0,0 0 11 0,0 0-7 15,4 18 1-15,-3-5 6 0,0 4 1 0,4 8 5 16,-3 1 2-1,-2 3 9-15,1 4 4 0,2 1 4 0,0 0-1 16,-1-1 7-16,2-2 3 0,-3 0-4 0,1-2 5 16,1 0 3-16,-3 0 0 0,4-5 2 0,-3-4 0 15,-1-1-2-15,0-3 3 0,0-3-6 0,1 2 8 16,-1-3 1-16,0-2-2 0,-2-4 2 0,2-1 1 16,0 0 0-16,-2-2 1 0,2 2 5 0,0-5 22 15,0 5 13-15,-1 0 10 0,1-5 7 0,0 4 12 0,0-4 2 0,0 0 6 16,1 2-1-16,-1-2 5 0,0 0-5 0,0 0 1 15,0 0 1-15,0 0-1 0,0 0-4 0,0 0-4 16,0 0-7-16,0 0-5 0,0 0-3 0,-2 4-3 16,2-4-18-16,0 0 9 0,0 0-8 0,0 0-3 15,0 0-3-15,0 0-5 0,0 0-5 0,0 0 6 16,0 0-7 0,0 0-12-16,0 0 8 0,0 0-6 0,0 0 1 15,0 0-6-15,0 0 2 0,0 0-1 0,0 0 1 0,0 0-4 16,0 0-5-16,4-10-3 0,-4 10 6 0,0 0-3 15,0 0 2-15,-3-7-6 0,3 7-6 0,0 0 6 16,0 0 0-16,0-5-3 0,0 5-2 16,0 0-1-16,0 0 4 0,0 0-1 0,0 0 2 15,1-3-1-15,-1 3 15 0,0 0-16 0,0 0 3 0,2-3 1 0,-2 3-2 16,0 0-3-16,0 0 4 0,0 0-5 0,0 0 2 16,0 0-15-16,0 0 14 0,-3-5-6 0,3 5-1 0,0 0 0 0,0 0-1 15,0 0 3-15,0 0-9 0,0 0-2 0,0 0-2 16,0 0 5-16,0 0 3 0,0 0-9 0,0 0-4 15,0 0 0-15,0 0-4 0,0 0-10 0,0 0-13 16,0 0-24-16,0 0-28 0,0 0-15 0,0 0-8 16,-1-4-17-16,-3 1-7 0,4 3-46 0,-1-5-32 15,-3-1-187-15,0 5-459 0,4 1 204 0</inkml:trace>
  <inkml:trace contextRef="#ctx0" brushRef="#br0" timeOffset="46786.63">8538 4228 112 0,'0'0'120'0,"0"0"-16"16,0 0-10-16,0 0-6 0,0 0-8 0,0 0-11 15,-14 7-7-15,11-4 1 0,-1 0-16 0,0 1 3 16,1-1-7-16,0 1-14 0,2 0 6 0,-1 0-15 15,0 0 8-15,1 0-5 0,1-4-4 0,-1 7 1 16,1-3-5-16,0-4-2 0,0 6 1 0,1-2 4 0,-1-4-8 0,3 4 7 16,-3-4 10-16,3 3 6 0,0-3 25 0,-3 0 2 15,11 3 2-15,-6-3 3 0,3 0-4 0,-1-3-1 16,3 0 0-16,0 0 4 0,-1-2 6 0,1 0 2 31,-1 0 3-31,0 0 7 0,-2-2 2 0,1 0 2 0,-3 3-3 0,3-4 5 16,-4 2 1-16,0 1 2 0,-3-2-1 15,4-1-7-15,-4 3 5 0,-1-1-1 0,0 0-11 16,-1 1-9-16,0-2-6 0,-4 2-8 0,1 3-14 16,-5 0-5-16,1-3-11 0,-3 5-2 0,-2 3 8 15,-7 1-15-15,-6 2-4 0,2 7-1 0,-7 3 0 0,3 2-8 16,1 3 1-16,0 3 0 0,-7 12 0 0,13-5-4 16,-11 10 4-16,6 5-4 0,4 4 2 15,3 1 1-15,-3-2-2 0,13 0 1 0,-5-1 1 0,10-1-1 0,3-12-1 16,5-1 4-16,3 0 4 0,2-3-1 0,4-3 4 15,5-2 6-15,4-1 5 0,2-5 8 0,3 0-4 16,6-6-2 0,0-2 5-16,4-2 0 0,12 0-4 0,-10-3 2 0,-5-6-4 0,1 1 2 15,4-2-6-15,-7 2 0 0,0-2 1 0,-11 0-1 16,0-2 6-16,-10 1 11 0,1 1 13 16,-2-1 15-16,-2 0 39 0,-2 1 10 0,-6 0-2 15,9 0 11-15,-3 0 3 0,-6 0 1 0,8-2-10 0,-8 2-10 16,4-1-7-16,-4 1-14 0,0 0-8 0,0 0-14 0,9-2-20 15,-9 2-20-15,0 0-24 0,0 0-23 16,0 0-26-16,0 0-15 0,0 0-60 0,1-4-45 16,-1 4-21-16,0-5-33 0,0 2-29 0,0-1-67 15,-1-2-307-15,1 1-678 0,-2-2 300 0</inkml:trace>
  <inkml:trace contextRef="#ctx0" brushRef="#br0" timeOffset="47242.31">9117 4671 89 0,'0'0'231'15,"-5"-3"-24"-15,5 3-21 0,-8 0-19 0,8 0-20 16,-14 3-12-16,5 0-15 15,-3 4-6-15,1 0-16 0,2 2-17 0,-6 2-7 16,-2 8-9-16,-2 0-2 0,5 1-8 0,1 2-9 0,3-3-3 16,1-2-3-16,4 0-4 0,0 2 10 0,-2-2-3 15,4-2 2-15,0-1-1 0,3-2 4 16,0-2-1-16,5 0 3 0,-2-1 10 0,4-2 4 16,1 1 6-16,1-2 2 0,5-3 0 0,3-3-4 15,2 0-4-15,0-4-2 0,1-2-6 0,10-2 6 0,-6-3-6 0,2-1 4 16,-11 3-3-16,5-3 11 0,-7-1-2 0,1-1 4 15,-1 0-2-15,0-2 0 0,-3 0-12 0,2-8 6 16,-5 9-10-16,-2-2-5 0,-5 0-5 0,0-1-2 16,0 7-2-16,-4-2-5 0,0-3-9 0,-2 8-11 15,-1-3-5-15,-4 3-10 0,0 1-8 0,1 0-7 16,-3 2-3 0,-6 3-9-16,-3 2-4 0,4 0-10 0,-1 2-21 0,-3 5-19 15,4-2-25-15,-1-2-21 0,2 7-21 0,3-6-38 0,5 5-7 0,-1-3-22 16,4-1-45-16,1 2-130 0,3-1-423 0,5-3 187 15</inkml:trace>
  <inkml:trace contextRef="#ctx0" brushRef="#br0" timeOffset="47835.51">9399 4688 315 0,'3'-2'366'0,"-2"-1"-16"0,-1 3-23 16,1-5-19 0,-1 5-32-16,0 0-25 0,0 0-37 0,2-5-23 0,-2 5-20 15,0 0-23-15,0 0-39 0,0 0-7 0,0 0-9 16,6 12-10-16,-3-8-7 0,-3 7-16 0,2-1-1 16,-1 5 6-16,2 1-18 0,0 1-3 0,1-1-5 15,-2 1-4-15,-1-1 1 0,0-4-7 0,2 0-1 0,-2-2-5 16,1 2 3-16,-1-5-6 0,0 0-1 0,0-2 3 15,1-2 2-15,-1 3-4 0,-1-3 7 0,0-3 31 16,0 3 34-16,0-3 24 0,0 0 8 0,0 0-15 16,0 0-11-16,10-15-10 0,-2 6-10 0,-1-1-8 15,5-5-6-15,-2 1-8 0,0-3 0 0,1 2-13 16,-1 1-10-16,-1-1-2 0,-3 3-3 0,2 3-5 16,-2 2-1-16,-2 1-5 0,0 1-3 0,0 1-3 15,-3-1-7-15,2 3-17 0,-2-1-31 0,-1 3-10 0,0 0 8 0,10 5 5 16,-5-2-2-16,-1 3 2 0,2 2-2 0,1 1 18 15,-1 2-5-15,2 0 13 0,0 4-1 0,-1-5 3 16,3 4-14-16,-3-4-2 0,1 2 2 0,-2-3 9 16,-1-3-12-16,1 0-4 0,-2-1 17 0,0 0 8 15,-1-3-1-15,-1 1 23 0,2-3 5 0,-4 0-4 16,14-5 1-16,-9-3 0 16,4 0 8-16,0 0 11 0,-3-2-1 15,3-6 6-15,-1 2 0 0,1-2-1 0,1-1-8 0,-1-6 1 0,-1 5-2 16,1-1-9-16,0 2 1 0,-2 0 5 0,0 2 6 0,-2 3-4 15,0 0 13-15,-2 7-7 0,-1-4-2 16,1 5-4-16,-1 0-13 0,0 0-19 0,-2 4-22 16,3-4-20-16,-3 4-20 0,0 0 7 0,8 1-11 15,-3 4 10-15,0 0-2 0,0 5-6 0,2-1 3 16,1 1-10-16,4 4-5 0,1-2-17 0,1 1-20 16,0 1-31-16,1-2-30 0,5 1-40 0,3-1-25 15,3-3-50-15,-7-3-235 0,2-3-573 0,7 0 253 16</inkml:trace>
  <inkml:trace contextRef="#ctx0" brushRef="#br0" timeOffset="48289.81">10111 4408 243 0,'-1'-10'272'15,"2"1"7"-15,-1 0-6 0,1 0 0 0,-2 5-8 16,1-2 5-16,1 0-13 0,-1 2-16 0,2-1-24 16,-2 5-27-16,0-5-25 0,2 2-15 0,-2 3-20 15,0 0-38-15,0 0-36 0,0 0-6 0,0 0-7 0,1 13-5 0,-1 3-3 16,0 9-6-16,0 5-2 0,3 18-4 0,-9 0-1 15,6 2 9-15,2-1-17 0,-2 5 2 0,1-1 1 16,2 1-2-16,-2-4-4 0,4 0 3 0,-1-3-2 16,-4-13-1-16,3-2-3 0,-1 1 7 0,2-1-5 15,0-3-1-15,-3-5-2 0,3-3 2 0,-3-1-2 16,2-5 4 0,-2-3 3-16,-1 0-8 0,5-2 6 0,-5-3-4 15,0 3 5-15,0-5-2 0,0-1 1 0,0 2-4 0,0-6 2 0,0 7-1 16,0-7-13-16,0 0 4 0,1 7-10 0,-1-7-4 15,3 2-2-15,-3-2-4 0,0 0-22 0,0 0-32 16,0 0-38-16,0 0-51 0,-18-14-48 0,13 5-47 16,5-4-248-16,-4-2-549 0,2-4 243 0</inkml:trace>
  <inkml:trace contextRef="#ctx0" brushRef="#br0" timeOffset="48869.21">10162 4578 71 0,'0'0'197'15,"-4"-3"-21"-15,4 3-5 0,0 0-12 0,0 0-5 0,27 9-10 16,-9-3-9-16,13 0-8 0,-1 5-12 0,4-1-5 16,0 6-11-16,3-4-7 0,-4 4-4 0,3-2-8 15,-3 4-8-15,-1-4-3 0,-2 2-9 0,-5 0-11 0,-8-3-5 16,-2 1-5-16,-2-2-8 0,-8-2-5 0,1-1-6 15,-6 1 2-15,0 2-1 0,-7-3 1 0,-9 2-2 0,-8 2 3 16,-4-1-7-16,-4-3-1 0,0-1-2 16,-1-3 6-16,0 1-3 0,-2 0 2 0,1-2 1 15,-1 0 2-15,6-3 2 0,1 1-4 0,6 0-5 16,4 0 0-16,4-2-1 0,3 0 2 0,3 0 8 16,3 0 24-16,-3 0-10 0,8 0-7 0,-3-4-25 15,3 4-6-15,17-8-6 16,5 1-5-16,7-3-16 0,3-2-16 0,4 0-15 15,15-2 0-15,-14 1-2 0,-1-1 5 0,15-4 2 16,-15 1 4-16,-3 1 6 0,10-7 6 0,-12 2 2 16,-5 0 7-16,-3-2-3 0,-2-3 18 0,-3 0 20 15,-2-3 24-15,-5-2 12 0,-2 1 16 0,-1-1 14 16,-2 2 17-16,-6-3 4 0,2 6 17 0,-4-2 9 16,4 2 17-16,-4 6 6 0,-2-1 19 0,3 7 17 0,0-1 4 0,-2 5 11 15,2 1-9-15,1 2-11 0,0 0-18 0,-1 2-16 0,-1 2-27 16,2-2-15-16,0 5-40 0,-1-5-55 0,1 5-39 15,0 0-33-15,0 0 10 0,0 0 0 0,-3 23 9 16,3-5 8-16,0 9 3 0,-2 6 5 0,0 2 3 16,0 14 4-16,1-1 7 0,1 0 3 0,3 0-5 15,-1-11 11-15,0-3 1 0,1 1 11 0,1-4 2 16,0-2-4-16,2-3-2 0,-3-8 9 0,-1 0 0 16,5-1-4-16,-5-5-1 0,-1-4-10 0,1 1-10 15,-1-2-18-15,0 0-1 0,-1-2-12 0,2-2-14 16,0 0-19-16,-2-1-24 0,0-2-60 0,0 0-79 15,0 0-59-15,0 0-203 0,9-10-550 0,-5 2 244 16</inkml:trace>
  <inkml:trace contextRef="#ctx0" brushRef="#br0" timeOffset="49507.63">10864 4839 60 0,'0'0'165'0,"-3"3"3"0,3-3 0 0,0 0 3 16,12 4 0-16,-6-4-10 0,8-4-14 0,4 3-12 16,10-4-14-16,4-1-9 0,0 0-13 0,5-1-4 15,-4-3-4-15,3-1-1 0,-3 2-6 0,-1-3-5 16,0-2 0-16,-8-1-3 0,-1 1 5 0,-6 2 2 16,-2-3 3-16,-2-2-10 0,-2 2-1 0,-4-1 0 15,-2 0 5-15,-4 3-1 16,1 1-1-16,-5 0-11 0,-1 0-5 0,-4 4-6 15,-3-3-10-15,-2 2-5 0,-6 1-4 0,1 5-6 16,-5 3 3-16,2 2-10 0,-8 4 3 0,4 5-14 16,-2-1 2-16,8-1-2 0,-4 9-3 0,1-2-5 15,3 4 1-15,-3 3 0 0,9-2 1 0,2 4 0 16,-1-2-5-16,9-4-7 0,1 7 13 0,4-1-14 16,3-6 6-16,10 5-3 0,4-6 4 0,4 0-6 0,5-2 4 15,7-5 5-15,15 1-8 0,2-2 0 0,-1-5-4 0,-1-5-6 0,5-2-6 16,1-3 0-16,-6-3 1 0,-13-1 2 0,0 0 4 15,-5-4-2-15,-2-1 5 0,-4-4 3 0,-1-3 8 16,-4 1 4-16,-7-5 9 0,0 0 18 0,-1-3-9 16,-4 0-2-16,-5-3 1 0,1-4 3 0,-1-15 1 15,-5 6-1-15,1 7-2 0,0 2 2 0,-3-2 7 16,-2 5 7-16,5 2 11 0,-1 1 21 0,-2 4 22 16,1 8 18-16,-1 3 4 0,2 3 6 0,-2 1-9 15,3 3-15-15,0 0-15 0,-1 1-14 0,0 3-39 16,1-2-52-16,0 5-8 0,0 0 3 0,0 0 2 15,-4 18 1-15,1-2 13 0,3 3-12 0,-4 10 1 16,1 3 9 0,0 2-3-16,-1 13 3 0,4-1 6 0,4 1-4 15,-4-12 10-15,3 1 2 0,-1-3-3 0,2-1 1 0,0 0 0 16,0-4 0-16,-2-1-1 0,5-4 3 0,-6-6 1 16,2 0 1-16,-2-7-6 0,0 0 0 0,-1-2-2 0,0-4-8 15,0 1 2-15,0 0-1 0,0-1 19 0,0-4-10 16,0 4-17-16,0-4-19 0,0 0-70 0,0 0-79 15,0 0-56-15,-4-13-57 0,-1 5-260 0,1-4-610 16,-1-5 270-16</inkml:trace>
  <inkml:trace contextRef="#ctx0" brushRef="#br0" timeOffset="49770.6">11528 4599 248 0,'-4'2'260'0,"4"-2"-25"16,0 0-23-16,0 0-17 0,0 0-22 0,35-2-16 15,-6-1-18-15,4-1-10 0,4 2-15 0,17-4-14 16,1 0-8-16,-1 0-7 0,-1 1-6 0,0 2 4 16,-14-1-16-16,0 0-7 0,-5 1-1 0,-5 0-8 0,-8 0-3 0,-6-2 1 15,-3 4 0-15,-7 1 1 0,5 2-5 16,-6-3-11-16,-4 1-18 0,0 0-18 0,0 0-11 15,-22-4-25-15,5 7-14 0,1-1-30 0,-2 1-29 16,2-2-47-16,2 2-50 0,1-1-154 0,1 1-390 16,3-3 173-16</inkml:trace>
  <inkml:trace contextRef="#ctx0" brushRef="#br0" timeOffset="50108.73">12089 4842 295 0,'0'4'353'15,"0"-4"-36"-15,0 0-37 0,0 0-22 0,19-7-26 16,-1 3-21-16,3-5-11 0,7 0-14 0,2-4-12 16,2 1-15-16,0 0-11 0,0-2-11 0,-4-1-19 0,-1-1-2 15,-1 2-15-15,-10 1-8 0,6-4-8 0,-7 7-10 16,-2-3-7-16,-3-1-6 0,-3-2-18 15,-4 3-17-15,-3-1-4 0,-3 2-12 0,-6 3-4 0,-1 1-3 16,-9 4 1-16,-7 3-2 0,-6 1-1 0,0 2-7 16,-4 5-3-16,2 3 5 0,2 5-2 0,0-1-5 15,1 6 3-15,7 3-2 0,-2-2 0 0,8 4 9 16,3 0 1-16,6-1 7 0,7 5-2 0,7 0 5 16,6 0 4-16,12-2-2 0,16 3 7 0,8-5 3 15,8-4-21-15,6-6-50 16,31-5-64-16,-4 0-73 0,4-12-116 0,-28-8-232 15,0 1-575-15,-4-9 255 0</inkml:trace>
  <inkml:trace contextRef="#ctx0" brushRef="#br0" timeOffset="51173.16">14182 4158 167 0,'-2'-4'213'0,"2"4"-19"0,-4-5-24 16,0 2-16-16,-4 2-22 0,-4 1-15 0,-8 1-11 0,0 3-11 0,-11 8-17 15,-1-3-5-15,0 4-5 0,-2 3-10 0,-2 0-8 16,4 2-7-16,0 1-3 0,3 1-7 0,3 0-1 16,1 3-3-16,2-2-1 0,2-1-5 0,8 3-1 15,4-6-7-15,2 3 1 0,2-3-1 0,3 7 4 16,6 1-3-16,3-1 11 0,7 2-4 0,1-6 1 15,8-1 2-15,3 0-1 0,4-4-4 0,6-1 1 0,1 0-3 16,1-3 0-16,-1 1-6 0,-1-1 2 0,0 1-2 16,-4-3 1-16,-5 2-7 0,-8-4 3 0,-2 3-6 15,-5-6 0-15,-3 0 1 0,-1 2 4 0,-2-1 7 16,-4 1 7-16,-7 1 0 0,-4 1-1 0,-8 3-1 16,-11 1-3-16,-8-1 2 0,-1-1 0 0,-12 0-6 15,11-2 3-15,0-3 6 16,2 1 0-16,0 0 1 0,3-3 4 0,-4 3-8 15,5-3-6-15,4-1 1 0,7 1 1 0,1-1 0 16,10-1-4-16,0-1-6 0,1 1-17 16,2-1-22-16,2 0-14 0,5 0-34 0,0 0-37 0,0 0-50 15,17-2-206-15,-6-3-404 0,10 0 179 0</inkml:trace>
  <inkml:trace contextRef="#ctx0" brushRef="#br0" timeOffset="51580.42">14582 4601 203 0,'0'0'208'0,"-5"-2"-19"0,5 2-20 0,-9 0-16 15,9 0-20-15,-14 4-15 0,5 2-9 0,-4 2-11 16,-2 3-7-16,-2 1-13 0,2 0-6 0,2 3-10 16,-3 1-6-16,4-1-5 0,1 1-4 0,0-1-6 0,2 2-3 15,4-2 0-15,0-1-2 0,4-1 0 0,6-1-3 16,-1-3 0-16,2 3 1 0,7-3 2 0,6-1-4 16,4-7-2-16,9 2-3 0,3-3-6 0,-1-3-1 0,3-1-1 0,-2-6-1 15,-1 2 1-15,-5-5-2 0,-4 1 5 0,-1-2 5 16,-6 4 11-16,-4-1 5 0,-1-3 5 0,-4 0 3 15,-4 2-9-15,-1-2 2 0,-4-1-3 0,-1-2-3 16,-2 5-8-16,-5-5-6 0,-1 3-8 0,-1-1-2 16,-3 5-3-16,-3 0-13 0,-1 3-12 0,-2 1-14 15,-4 3-2-15,-4-3-11 0,7 6-8 0,-2-1-13 16,3 1-18-16,1 0-30 0,0 2-19 0,8 0-30 16,-3 1-30-16,3-2-139 0,5-1-353 0,1 1 157 15</inkml:trace>
  <inkml:trace contextRef="#ctx0" brushRef="#br0" timeOffset="51933.27">14866 4346 1677 0,'4'-21'102'0,"-2"4"41"0,-1-2 19 0,2 1 9 15,-2 5 3-15,-1 1 3 0,0 4-4 0,2 0-30 16,0 1-22-16,-2 2-16 0,0 0-15 0,1 1-14 15,-1 4-36-15,0 0-24 0,0 0-8 0,0 0 1 16,6 17-3-16,-3-5 1 0,-3 7-2 0,4 6-1 16,-4 6-1-16,1 3 7 0,-1 3-7 0,4 9-5 15,-4 8 5-15,0-4 0 16,2-2-3-16,-2-14 6 0,2 1-2 16,-2 0-3-16,4-4 1 0,-3-5-1 0,1-6 5 0,0-3-4 15,-1-2 7-15,2-3-3 0,-2-1 0 0,2-4-6 16,-1 1 8-16,-1-3 17 0,-1-1 4 0,3 2 12 15,-3-2 21-15,1-1 9 0,-1-3 13 0,0 2 4 16,0-2-1-16,3 5 0 0,-3-5-5 16,0 0 1-16,0 0-10 0,0 0-15 0,0 0-42 0,0 0-29 0,0 0-34 15,0 0-32-15,0 0-43 0,5-12-42 0,-5 9-49 16,0 3-47-16,0-8-58 0,-3 4-207 0,3-3-569 16,0 3 251-16</inkml:trace>
  <inkml:trace contextRef="#ctx0" brushRef="#br0" timeOffset="52597.81">15161 4630 137 0,'0'0'378'0,"1"-9"-35"16,-1 9-36-16,5-2-29 0,-5 2-35 0,0 0-20 15,3-3-44 1,-3 3-25-16,0 0-16 0,0 12-11 0,0-6-14 0,-3 5-8 15,3-1-12-15,-1 6-9 0,1 1-7 16,0 3-10-16,-5 1-10 0,4 4-1 0,-2-4-3 16,-1-1-9-16,3-1-14 0,1-2-8 0,0-3-5 15,0-4-4-15,0-2 1 0,0-1 0 0,-3 0 18 16,3-2 24-16,0-3 37 0,0-2-10 0,0 0 1 16,12-7-3-16,-6-2-23 0,2-2 0 0,2-1 2 0,3-5-4 0,-4-2-3 15,5 0-3-15,1-5 2 0,0 0-5 0,0 0-1 16,-2 1-8-16,-2 6 2 0,-1-2-4 0,-1 5 0 15,0-1-2-15,-4 8 0 0,-1 0-8 0,1 2-6 16,-1-2 7-16,-1 4-21 0,-1-2-25 0,3 2-7 16,-5 3-21-16,5-1 3 0,-5 1 1 0,9 7-4 15,-1 1 11-15,-3-2 4 16,9 6 4-16,-5 1 1 0,5 0 6 0,0 2 14 16,9 0-14-16,-6-5-1 0,6 4-15 0,4-1-6 15,-7-4-9-15,8-1-9 0,-9-3 3 16,-1-3-4-16,5-1 3 0,-10 1 3 0,5-8 7 15,-7 2 6-15,2-2 12 0,-3-1-4 0,3-5 4 0,-3-2 7 16,-3-4 21-16,-2 1 11 0,-1-2 14 0,-2 1 7 16,0-10 10-16,-1 2 10 0,-4-2 15 0,1-1-9 0,-1-1-6 15,2 0 8-15,-3 0-5 0,1 1 1 0,0 2 7 16,-1 1 13-16,3 6 8 0,1 5 10 0,-2 2 6 16,1 2-10-16,0 4-8 15,0 2-9-15,1-1-17 0,-2 0-40 0,2 3-43 16,0 3-44-16,0 0 8 0,0 0 9 0,0 0 3 15,-1 20 4-15,0-4 3 0,-2 10 4 0,-1 3 4 16,0 3 7-16,-2 2 5 0,1 0 7 0,2 19 1 16,0-19-1-16,0-2 0 0,3-1 8 0,0-2 1 15,0 0 3-15,0-3 2 0,0-8 3 0,3-2 2 16,-2-5 10-16,0 0-34 0,2-2-18 0,-2-3-11 16,-1 0-6-16,0 0 1 0,0-3 7 0,0 0-1 15,0-3 2-15,0 0-38 0,0 0-63 0,0 0-40 16,-10-8-46-16,6 1-33 0,-1-1-183 0,-2-4-491 0,0-2 218 15</inkml:trace>
  <inkml:trace contextRef="#ctx0" brushRef="#br0" timeOffset="52760.51">15525 4507 144 0,'0'0'217'0,"-5"0"-12"15,5 0-14-15,0 0-14 0,0 0-16 0,0 0-13 16,38-2-17-16,-6 1-9 0,8-2-14 0,19 3-14 15,2-4-13-15,4 3-41 0,-2-4-51 0,2 2-80 16,-7 0-196-16,-5 0-310 0,-16-1 138 0</inkml:trace>
  <inkml:trace contextRef="#ctx0" brushRef="#br0" timeOffset="53083.21">16201 4507 306 0,'0'0'376'0,"0"0"-5"0,-1-7 6 0,1 4-19 0,0 3-29 15,0 0-31-15,0-5-30 0,0 5-32 16,0 0-24-16,0 0-27 0,0-5-23 0,0 5-23 15,0 0-43-15,0 0-33 16,0 0-6-16,0 0-8 0,0 0-8 0,4 26 1 16,-2-16-5-16,-1 8-5 0,3-2-1 15,-2 2-7-15,0 0-5 0,0 0-8 0,0 1-10 0,-1 0-8 16,2-2-23-16,-3-2-19 0,-3-3-12 0,2 0-22 16,1 0-13-16,-2-4-15 0,0 1-14 0,0-3-14 15,-4-1-25-15,1-4-43 0,0 2-57 0,5-3-200 16,-14-8-503-16,9 1 222 0</inkml:trace>
  <inkml:trace contextRef="#ctx0" brushRef="#br0" timeOffset="53232.25">16156 4255 126 0,'0'-7'284'0,"0"2"-31"15,0 0-24-15,0 2-26 0,0 3-35 0,0-5-38 16,0 5-26-16,7-2-30 0,-7 2-27 0,15 7-42 15,-6-3-55-15,8 3-48 0,-6 2-149 0,4-3-265 16,2 3 118-16</inkml:trace>
  <inkml:trace contextRef="#ctx0" brushRef="#br0" timeOffset="53630.41">16661 4411 43 0,'-8'0'207'0,"0"0"-20"0,8 0-14 0,-18 2-18 0,4 2-16 15,3 0-19-15,-5 4 0 0,0 2-20 0,0 0-13 16,0 4-10-16,-4 6-7 0,5-2-8 0,1-1-3 16,2 1-6-1,2-2-8-15,1-1 1 0,5 0 4 0,3-1 1 16,-2-1 0-16,6-1 3 0,2 0 14 0,0-3 3 15,10 1 3-15,2-1-3 0,13-2-3 0,0-4-7 16,3-1-4-16,4-4-5 0,-5 2-3 0,3-7-4 16,-3 0 4-16,-2-1 13 0,1 0 7 0,-11 0-8 0,0-1 4 15,-2-2 3-15,-3 0 0 0,0 0 2 16,-6-2-8-16,-1-4 0 0,-1-1-7 0,0 3 5 16,-3-4-7-16,-3 2-20 0,-1 0-10 0,-4 5-7 15,0-2-7-15,-1 1-11 0,-1 4-8 0,-7-1-8 16,0 1-9-16,-3 1-10 0,-3 3-9 0,1 3-12 0,-1 1-22 0,-2 1-21 15,3 3-17-15,-2 0-37 0,3 4-30 0,-1-4-35 16,4 3-180-16,1 0-431 0,8-3 191 0</inkml:trace>
  <inkml:trace contextRef="#ctx0" brushRef="#br0" timeOffset="53999.83">17023 4420 159 0,'0'0'350'0,"5"-3"-31"15,-5 3-38-15,5 0-27 16,-5 0-32-16,0 0-22 0,0 0-24 0,0 0-20 0,4 7-18 0,-4-1-9 16,0 1-14-16,0 2-12 0,1 4-12 0,-2 3-10 15,-2 10-3-15,1-6-11 0,-1-3-3 0,2 2-6 16,0-5-3-16,-1-5-3 0,2 1-7 0,-1-1 8 15,0-2-10-15,1-2 10 0,-2-3 32 0,2 2 39 16,0-4 19-16,0 0-6 0,0 0-9 16,15-8-15-16,-5 0-13 0,5-3-8 0,-2-1-9 0,3 1-3 15,6-6 4-15,0-2-14 0,-4 6 1 0,0 0-1 16,-3 0-3-16,-5 5-4 0,0 2-5 0,-2 1-9 31,-1-1-9-31,-2 5-11 0,2-2-8 0,-2 3-24 0,3 3-15 16,2 2-13-16,2 2-20 0,1 7-26 0,4 8-44 15,0-1-58-15,-2-1-70 0,2 2-116 0,-7-7-295 16,-2-5-714-16,-3-1 317 0</inkml:trace>
  <inkml:trace contextRef="#ctx0" brushRef="#br0" timeOffset="56835.59">18917 4378 212 0,'0'-7'244'0,"-2"0"-13"0,2 0-5 0,-1 1-3 16,0 1-14-16,-2 0-8 0,3-2-11 0,0 7-20 0,0-4-16 15,0 4-19-15,0-6-20 0,0 6-13 0,0 0-4 16,0 0-33-16,0 0-7 0,0 0-12 0,0 0 0 31,-4 17-5-31,2-7-8 0,-1 5 2 0,3 0-6 0,0 1-4 16,-1 4-4-16,-1-2 1 0,2 0-3 0,-2 2 0 15,2-1-4-15,0 0 3 0,-1-2-5 0,2-2-3 0,-1-3 4 16,-1 0-3-16,1-1 2 0,0-4-5 16,-1 0 2-16,1-3-1 0,-3 3 2 0,3-2 1 15,0-5 1-15,3 8 3 0,-6-7 2 0,3-1 3 16,0 0-18-16,0 0-45 0,0 0-34 0,-19-9-37 0,6 3-37 16,-1-4-25-16,-3-2-29 0,7-3-25 0,-10-5-138 0,4-4-395 15,2-1 175-15</inkml:trace>
  <inkml:trace contextRef="#ctx0" brushRef="#br0" timeOffset="56958.75">18774 4093 134 0,'3'-12'206'0,"2"2"-8"0,-3 1-14 0,0 3-14 0,-1 0-23 16,1 1-15-16,0-1-12 0,-2 2-31 0,0 4-19 16,4-2-22-16,-4 2-17 0,0 0-25 0,0 0-25 15,9 13-29-15,-4-5-38 0,0 2-31 0,-1 2-95 0,-4-3-227 16,4 2 100-16</inkml:trace>
  <inkml:trace contextRef="#ctx0" brushRef="#br0" timeOffset="57460.44">19545 4246 2 0,'-14'4'150'15,"-1"2"-5"-15,-7 1-22 0,-5 4-11 0,2 1-13 16,0-2-12-16,0 5-11 0,1-1 3 0,-2 2-9 0,3-1-8 0,9-3-9 16,-4 1-5-16,5-1-1 0,4 1-6 0,-3 2-5 15,6-4-1-15,3 3-1 0,5 3 1 0,2-2 0 16,5 2 1-16,6-1-3 0,8 2 2 0,5-2-1 15,3-3-1-15,4 2-4 0,-1-3 4 0,3-1-7 16,0 0-7-16,0-2 1 0,-4 0 7 0,-1 1-5 16,-2 0-3-1,-11-3-3-15,-2-2-6 0,-6 1 0 0,-1-2-2 0,-2-3 0 16,-3 2 5-16,-1 1 9 0,-7 1 1 0,-2-1 1 16,-10 0-7-16,-2 3 3 0,-15-2-17 15,0 2-28-15,-6-3-27 0,1 0-16 0,5-2-49 0,0-1-158 0,0-2-297 16,2-1 132-16</inkml:trace>
  <inkml:trace contextRef="#ctx0" brushRef="#br0" timeOffset="58739.7">22040 4085 1 0,'-7'-8'240'0,"-1"2"-30"0,-4 1-21 0,0 3-19 15,-6 0-15-15,-1 6-20 0,-4 1-14 0,-4 8-13 16,-1-1-13-16,4 3-7 0,-3 2-11 0,7-2-3 16,-2 5-10-16,8-5-6 0,2 2-5 0,3 1-6 15,2-3-7-15,3 3-8 0,4-1-3 0,5-1-5 16,3-2 3-16,3-1-6 15,7-1-1-15,8 0-5 0,4-5-3 0,2-2-2 16,3-2-5-16,2-6-8 0,0-2-5 0,1 0 2 16,-1-6-7-16,-4-1-1 0,1-1 4 0,-6-1 2 15,-3-5 8-15,-4 2-7 0,-6 2 12 0,-2 0 11 16,-2-2 3-16,-2 0 12 0,-3-2 6 0,-1 2 11 16,-3 0 8-16,0 1 11 0,-4 6 11 0,2 0-5 15,-2 2-9-15,-1 2-9 0,1 1-9 0,-4 2-17 0,0 3-6 16,6 0 0-16,-18 7-6 0,8 7-3 0,-7 5-2 15,2 4 0-15,1 5-3 0,0 2 2 0,-3 3-2 0,3 10 2 16,0-8-3-16,5 16-1 0,0-3 0 0,4 0 4 16,-4 1-1-16,7-1-1 0,0-13 5 0,6-1 4 15,-4 1-8-15,6 0-11 0,-2-4 3 0,-2-6-5 16,0 2 0-16,-2-1-4 0,1-9 0 0,-1-1-1 0,-1-5 0 16,-3 3-5-16,-6-4 3 0,1-2 2 0,-6-1 2 15,-2 0 1-15,-4-3-1 0,-6-2 1 0,-3-2 3 16,-3-2 3-16,4-5 6 0,-2-2 3 0,-1-2 1 15,0-3 0-15,2 0 4 0,1-3 4 0,0-3-3 16,2 1-2-16,5-3-1 0,3 0-1 0,2-4-2 16,6-1-2-16,3-2-5 15,10 1-6-15,4-4-6 0,9 4-5 0,6-1-5 16,8 5-2-16,12-4-2 0,-8 6-6 0,13-2 5 16,4 1 0-16,5 6 1 0,-1 0 4 0,5 0 5 15,2 0-1-15,4 1 2 0,-4-1-1 0,-2 3 5 0,-4 1-3 0,-2 0 1 16,-16 2 1-16,-5 2 1 0,-2 1 9 0,-3 1 17 15,-8 2 18-15,-6-1 28 0,-3 3 30 16,-1 0 23-16,-1 0 13 0,-3 1 12 0,1 0 7 0,1 0-6 16,-3 1 4-16,-4 1-11 0,7-2-2 0,-7 2-13 15,4-4-9-15,-4 4-9 0,4-1-8 16,-4 1-16-16,0 0-13 0,0 0-4 0,8-2-17 16,-8 2 2-16,0 0-10 0,0 0-12 0,0 0 5 15,0 0-3-15,0 0-11 0,0 0-5 0,0 0-29 0,0 0-21 16,0 0 1-1,5 7 5-15,-5-3 5 0,0 4 9 0,0-2-9 16,-2 5 8-16,2-1 4 0,-1 0-3 0,1 4-2 16,0 0 8-16,0 1 9 0,0 1-6 0,0-3-9 15,1-4 18-15,-1 4-7 0,-1-2 1 0,1-3 7 16,0 0 1-16,1-2-1 0,-1-2-2 0,0 0-8 16,0 1-5-16,2-1-4 0,-2-4 3 0,0 3 3 15,0-3 1-15,0 0 2 0,0 0-37 0,0 0-78 0,0 0-57 0,-17-12-48 16,8 4-52-16,0-2-26 0,-2-6-219 0,-5-6-572 15,0-2 253-15</inkml:trace>
  <inkml:trace contextRef="#ctx0" brushRef="#br0" timeOffset="58871.66">22425 3882 215 0,'0'-14'249'16,"0"9"-12"-16,0-4-9 0,3 1-24 0,-2 2-20 15,1 0-23-15,0 2-18 0,2 1-18 0,0 0-9 16,1 2-29-16,1 1-20 0,1-1-31 0,-7 1-27 15,14 3-30-15,-4 1-32 0,-2 4-28 16,3 0-41-16,0 2-42 0,-4-2-106 0,-2 2-293 0,4 0 129 16</inkml:trace>
  <inkml:trace contextRef="#ctx0" brushRef="#br0" timeOffset="59256.44">22792 4032 78 0,'4'-2'316'16,"1"2"-14"-16,-5 0-29 0,7-2-29 0,-7 2-27 16,7-3-26-16,-7 3-22 0,0 0-17 0,9 5-19 15,-2-1-11-15,-1 4-16 0,4 2-6 0,-2 6-12 16,1 0-6-16,2 7-8 0,-2 2-5 0,0-1-7 16,0 3 0-16,1-3-13 0,-5 0-4 0,-1-5-6 15,1 5-3-15,-1-5-4 0,1 1-2 0,-1-3 0 16,-3-8-4-16,1 2-3 15,0-2-3-15,-2-2 2 0,1-2-2 0,2 0 1 16,-3-1 38-16,0-4 48 0,1 6 41 0,-1-4 47 16,0-2 36-16,0 0 34 0,0 0 17 0,0 0 5 15,0 0-36-15,0 0-30 0,9-17-24 0,-5 8-21 16,5-6-17-16,-4-2-18 0,4-2-18 0,5-3-29 16,-1-4-15-16,2 1-18 0,-2-2-20 0,1-1-17 15,1 3-18-15,3 1-16 0,-4 1-22 0,-1 6-22 0,1 1-30 0,-3 4-33 16,2-3-45-16,2 6-45 0,-1 0-28 0,2 4-33 15,-3-2-25-15,5 3-25 0,-4 4-24 0,3-1-36 16,-1 5-269-16,-3-2-701 0,1 4 311 0</inkml:trace>
  <inkml:trace contextRef="#ctx0" brushRef="#br0" timeOffset="59893.48">23391 4264 134 0,'0'4'215'0,"0"-4"8"0,-1 5 11 0,1-5 6 15,-4 4 10-15,4-4-6 0,0 0-19 0,9 1-25 16,-9-1-24-16,14-6-17 0,7 0-13 0,-2 0-15 16,7-2-17-1,0-5-9-15,1 2-10 0,-1 1-12 0,-1-1-7 16,2-1-3-16,-4-3-11 0,3-2-1 0,-6 0-10 16,-1 0-6-16,-1-1-1 0,0-1-9 0,-6 4 4 0,-2-2-5 0,1 2 8 0,-4 0-2 15,-2 1 7-15,-3 3-3 0,-2 1-3 16,0-1-5-16,-1 1-7 0,-3 2-10 0,-3 1-5 15,-2 3-8-15,-9-1-3 0,-1 3-1 0,-1 3 4 16,-6 5 0-16,-1 0-5 0,-3 4-10 0,4 1 11 16,-3 3-4-16,5 3 0 0,4 0-1 0,1 0 0 15,-2 4 2-15,10-4-22 0,2 1-2 0,-3 4-3 16,11-4 0-16,1 2 2 0,4-3 1 0,10-2 5 16,2 3 6-16,7-3-3 0,8-1-3 0,6-4-10 15,1-2-11-15,15-4-11 0,-1-1-5 0,-12-3-6 16,16-3 6-16,-15 1 8 15,-3-4-2-15,1 0 7 0,-5-3 4 0,1-2 6 16,-5-2 12-16,-3-2 21 0,-4 0 28 0,0-1 31 16,-9 2 1-16,3-9 8 0,-8 9 27 0,2-1 15 15,-3-2 23-15,-2 2 27 0,-2 4 29 0,1 0 7 16,-2 2 20-16,-1 2-2 0,2 2-20 0,-3 0-15 16,1-2-26-16,0 5-22 0,-2 2-17 0,1-4-25 15,-1 4-43-15,2-4-48 0,-2 4-29 0,0 0 1 0,0 0 6 0,0 14 3 16,-2-4 2-16,1 0 3 0,-1 2 5 0,-1 5-7 15,-2 0-10-15,1 1-14 0,2 1-9 0,-1-2 0 16,1-3-2-16,2-4-6 0,-2 2-4 0,1-7 10 16,1 1 3-16,0 0 11 0,1-2 16 0,-1-1 42 15,0-3 22-15,0 7 38 0,0-7 16 0,0 0-10 16,0 0-10-16,23-14-7 0,-9 3-7 0,4 1-10 0,0-1-9 16,0-3 0-16,-2 4-7 0,0 0 0 0,-1 2-7 15,-3 1-9-15,-2 0 3 0,4 3-9 0,-2 0 1 16,-1 1-10-16,2 3-15 0,0 0-16 0,1 4-32 15,1 1-24-15,5 3-29 0,7 3-39 0,-4 3-45 16,-6-2-51-16,-2 1-63 0,3 7-105 0,-4-8-242 16,2 2-712-16,-9-7 316 15</inkml:trace>
  <inkml:trace contextRef="#ctx0" brushRef="#br0" timeOffset="60889.15">25741 4301 64 0,'0'0'190'0,"-3"3"-15"0,3-3-3 0,0 0-25 16,0 0-10-16,-2 4-6 0,2-4-22 0,0 0-5 15,0 0-4-15,0 0-9 0,20-9-11 0,-8 6 0 16,-3-1-5-16,9-4 7 0,-1-1-1 0,7-4 4 16,0-3 7-16,-1-2 10 0,-1 2-1 15,1-8-6-15,1-1 5 0,-3 0-8 0,-1-4-4 16,-1-2-9-16,4-10-6 0,-7 8-7 0,3-11-7 16,-1 0-3-16,-3-2-6 0,-5 13-2 0,-1-4-10 0,1-7 1 15,-6 11-8-15,1 1-5 0,-3-2-5 0,0 7 1 16,-3 1 1-1,1 6 2-15,-3-1-1 0,0 3 5 0,1 2 5 16,0 4-6-16,-1 1 1 0,1 1-7 0,-1 3-4 16,2 2-2-16,-2-1-24 0,-1 4-16 0,-1 1-3 15,5 1 2-15,-13 7 2 0,3 3 0 0,0 1-1 16,-3 13 7-16,-1 0 2 0,1 9 1 0,1-1 2 16,0 18-1-16,4 5 6 0,3-1 0 0,4 0 0 0,2 0 3 0,3-3 1 15,1-3 5-15,8 2-2 0,0-16 0 0,1-1 5 16,1-3-1-16,2-1 2 0,2-4-1 15,-4-4-2-15,-2-4 5 0,-4-7 0 0,-1-2 4 16,-1-1 14-16,0 2 21 0,-3-6 46 0,-2 0 45 0,3-1 37 16,-3 1 30-16,-2-3-14 0,0 0-25 0,8-9-20 15,-4 4-11-15,-2-2-15 0,0-3-16 0,-4-1-23 16,2-2-17 0,-2-3-12-16,0-1-22 0,-2 2-13 0,0-5-11 15,-4 5-14-15,3 4-9 0,-1 0-12 0,-3 0-14 16,1 4-21-16,-3-2-17 0,-2 4-14 0,-4-1-13 15,-3 2-19-15,3 2-23 0,-4 3-18 0,0 0-24 16,3 2-41-16,-1 3-32 0,6-2-46 0,-3 3-212 16,7-2-566-16,4-1 251 0</inkml:trace>
  <inkml:trace contextRef="#ctx0" brushRef="#br0" timeOffset="61512.16">26439 3924 234 0,'1'-3'316'0,"3"-2"-30"16,-4 2-31-16,0-1-33 0,4 1-26 0,-4 3-38 15,0 0-13-15,0 0-16 0,11 7-9 0,-7 1-14 16,3-1-14-16,2 8-18 0,2 1-14 0,-2 0-20 16,3 1-18-16,6 4-10 0,-6-4-10 0,2-2-9 15,1-1-1-15,-3-2 0 0,-2-5 2 0,1 0 1 16,1-3 2-16,-3 0 0 15,-1-3 3-15,2-2 0 0,0-1 7 0,0-4 9 16,1-2 9-16,-1-1 1 0,2-2 5 0,-1-4 7 16,-2 1 5-16,1-1 5 0,0-3 3 0,-1 1 2 15,-1 1 9-15,1-1-8 0,-1 0 8 0,-2 3 1 16,-2 4 7-16,-1-2 3 0,2 3 9 0,-2 1-8 16,0 1-7-16,-2 2-13 0,2 1-22 0,-2 0-29 15,-1 4-19-15,0 0-10 0,0 0 3 0,3 15 3 0,-2 3 1 16,0 0 4-16,1 10 1 0,-1 4 5 0,1 2-4 15,-2 17 12-15,0-2-5 0,0 4-1 0,0 1 0 0,-2 0 2 16,1 1 6-16,-6 0-4 0,5 4 11 16,-1-5-13-16,0-3 7 0,-4 0-3 0,2-3 1 15,2-11-1-15,-1-1 1 0,0 9 0 0,1-15 1 16,0 0 2-16,-1-4 2 16,-1-8-4-16,1-2 7 0,-1-4-5 0,1-1 4 15,-2-2 13-15,-3 0 4 0,0-3 16 0,-4-1 11 16,-3-4 15-16,-6-1 2 0,5-4 19 0,-4-1 21 15,3-4 12-15,-5-4 13 0,1-3 6 0,3-5 0 16,2 0-2-16,3-6-10 0,3-4-1 0,3-2-13 16,7-12-14-16,-2-4-18 0,15-1-5 0,8-3-16 15,8-3-14-15,18-15-15 0,-9 21-13 0,18-15-1 0,-11 20-15 16,-1 5 4-16,-1 2-3 0,0 4-1 0,-2 5 0 0,-9 8-1 16,1 1-3-16,-2 5-1 15,-3 0-1-15,-8 4 0 0,-2 3 3 0,-7 3-3 16,-1-3 2-16,0 7-3 0,-4-2-4 0,-1 0-8 15,2 0-15-15,2 0-34 0,-4 3-36 0,-4 0-32 16,0 0 13-16,0 0 3 0,-4 9-19 0,-10-4-40 0,0 5-44 0,-13 4-69 0,4-2-344 16,-1 0-688-16,5-5 305 0</inkml:trace>
  <inkml:trace contextRef="#ctx0" brushRef="#br0" timeOffset="64604.36">11094 6702 20 0,'-3'-10'219'0,"1"0"-9"15,-1 0-10-15,2 0-5 0,-2-2-11 0,3 0-2 16,-1 2-3-16,1 2-15 0,0-2-8 0,0 2-5 16,-1 3-13-16,1 0-14 0,0 0-14 0,0 5-13 15,1-7-15-15,-1 5-29 0,0 2-26 16,0-5-15-16,0 5-2 0,0 0 0 0,0 0-1 16,5 16-3-16,-2-7-2 0,-1 2 1 0,3 4 1 0,-1 2-3 15,1 0 3-15,3 1-3 0,0-1 0 0,2 1 0 16,-1-1 1-16,4 5 1 0,-3-5 1 15,1 0-2-15,2-3 0 0,-2-1 0 0,-2-4 5 0,1 0-2 0,-1-2 2 16,-1-2 0-16,4-2 8 0,-1-1 7 0,1-2 3 16,-1-4 4-16,2-1 3 0,3-4 5 0,-1-4 0 15,0 1 15-15,-4-5-2 0,1 2 6 0,-1-2 12 16,-2 0-8-16,2 0 0 0,-4-1-7 0,2-5-2 16,0 5-4-1,-5 1-3-15,4 1 0 0,-5 5-6 0,1 1 12 0,0 1-15 16,-3 3-6-16,2-1-18 0,-2 3-20 0,2 1-22 15,-3-1-44-15,0 4 0 0,0 0 9 0,0 0 0 16,1 21 8-16,-1-5 6 0,-4 11 2 0,4 2 7 16,-1 6 6-16,-3 12-2 0,-1 7 7 0,1 4 1 15,-1 2 6-15,-2 23 5 0,1-25 0 0,-1 25 4 16,0-29 0-16,0 3 2 0,-1-2 1 0,3 0 2 16,-2-1 1-16,0 0 3 0,0-1 2 0,2-1 1 0,-1-8 1 0,1-11 1 15,-3 1 0-15,3-2 10 0,-1-2-12 0,-1-1 1 16,1-3 2-16,-3-9 0 0,3 2 1 0,-1-5 6 15,2-3 4-15,0-2 10 0,-3-1 18 0,3-3 16 16,-1-3 16-16,-6 0-3 0,-6-6-3 0,-1-4-4 16,-4-4-9-16,-2-2 7 0,2-6 11 0,-2-2 8 15,6-4 3-15,-4-4 6 16,8-1-9-16,-7-16 10 0,8 2-30 0,6-1 7 16,3-4-36-16,9-4 2 0,5-2 7 0,1-1 0 15,8 2-4-15,5 1-8 0,4 1-9 0,2 4-2 0,2 3-2 16,6 2-6-16,0 5 4 0,3 2-7 0,1 5 3 0,-2 3 6 15,-8 10-13-15,-2 1 1 0,2 1-4 0,-7 2-8 16,-6 4 9-16,0 1 0 0,0 3 4 16,-8 2 3-16,-1 0-10 0,-2 0 2 0,0 3-10 15,0-1 8-15,-4-1-5 0,3 3-19 0,-4 0-17 0,-2 1-23 16,5-3-22-16,-5 3-22 0,0 0-11 0,0 0 8 16,0 0-2-16,0 9-10 0,-4-2-12 0,2 1-11 15,-5 2-25-15,2 0-29 0,3-4-54 16,-3 3-160-16,2-2-452 0,3 1 199 0</inkml:trace>
  <inkml:trace contextRef="#ctx0" brushRef="#br0" timeOffset="64835.98">12000 7057 356 0,'0'0'340'0,"-7"0"-24"0,7 0-29 0,0 0-32 16,0 0-30-16,0-6-30 0,0 6-29 0,17-11-32 0,-1 4-30 16,5-2-38-16,8 2-38 0,2 0-39 0,2-1-55 0,3 1-65 15,0 1-70-15,-6 1-144 0,1-1-372 0,-5 0 166 16</inkml:trace>
  <inkml:trace contextRef="#ctx0" brushRef="#br0" timeOffset="64982.82">12100 7261 51 0,'-10'9'157'0,"1"-2"-15"0,4-2-27 15,-3 0-1-15,7-1-9 0,-6 0 13 0,7 0 12 16,0-4 3-16,7 4-7 0,7-4-17 0,13-1-8 15,9-1-41-15,16-2-69 0,3-5-77 0,-1 0-142 16,2-2-247-16,3 1 109 0</inkml:trace>
  <inkml:trace contextRef="#ctx0" brushRef="#br0" timeOffset="65536.8">13179 6970 131 0,'0'0'218'0,"-4"2"-14"0,4-2-8 0,0 0-12 0,-5 3-10 16,5-3-12-16,0 0-12 0,0 0-15 0,0 0-15 15,0 0-13-15,0 0-11 0,27-5-6 0,-13 2-8 16,4-1-10-16,1 1-11 0,8-4-2 0,2 2-9 16,-1-5-7-16,-1 1-1 0,0-1-1 0,0-2-5 15,-3 2-3-15,-6 1 4 0,1-4 8 0,-5 3 4 16,2 0 7-16,-2-2 7 0,-6 3 8 0,0-1 2 16,-1 3 3-16,0-2 4 0,0 1 0 0,-5 2 1 15,1 1-8-15,-3-1-14 0,0 0-8 16,-3 0-14-16,-3 4-10 0,-3-2-3 0,-4 5 7 15,-15 0-18-15,-4 3-3 0,-4 8 1 0,-14 4-9 0,-2 2 2 16,-1 11 4-16,1 2-5 0,1-1-5 0,8 4-1 16,1 3-1-16,3-4-4 0,6 3 2 0,10-11 4 15,4 3-1-15,4 1-2 0,4-1 4 0,5 0 1 16,3-2 5-16,12-1 4 0,2 0 8 0,6-4 3 16,8-1 6-16,4-2 3 0,9-5 2 0,14 1 1 0,3-4-6 0,2 0 2 0,0-6-4 15,2 2-3-15,-4-1-1 0,-5-2 2 16,-10-3-13-16,-9 0-11 0,-2 0-11 0,-11-2-6 15,-4 2-6-15,-3 0-10 0,-2 0-5 0,-4-1-14 16,4 1-17-16,-5-4-34 0,-4 4-42 16,0 0-66-16,0 0-12 0,0 0-57 0,-14-8-152 0,5 5-471 15,1-4 209-15</inkml:trace>
  <inkml:trace contextRef="#ctx0" brushRef="#br0" timeOffset="65737.03">13869 7292 191 0,'0'0'381'16,"0"0"-21"-16,0 0-29 0,0 0-29 0,1 4-25 31,-1-4-27-31,0 0-22 0,4 3-24 0,-4-3-28 0,0 0-19 0,0 0-44 16,0 0-48-16,4 1-54 0,-4-1-66 0,0 0-66 15,13 0-67-15,-7-1-259 0,3 1-485 0,0-3 214 16</inkml:trace>
  <inkml:trace contextRef="#ctx0" brushRef="#br0" timeOffset="66191.23">14310 6904 119 0,'0'-2'367'0,"0"2"-38"16,-1-5-40-16,1 5-26 0,0 0-34 0,0 0-29 15,0 0-25 1,0 0-27-16,0 0-4 0,0 0-23 0,0 23-14 16,-3-7-14-16,3 5-3 0,-1 6-11 0,-2 5-11 15,2 0-3-15,0 1 2 0,-2-1-21 0,3 0-4 0,0-3-6 0,0 0-6 16,-4-1-6-16,3-9-3 0,1 1-1 0,0-3-3 15,0-5 0-15,0 0-5 0,-3-2-6 0,2-3 0 16,1 0-1-16,0-2 1 0,0 1 13 0,-1 0 24 16,1-4 37-16,0-2 45 0,-3 3 19 0,3-3-9 15,0 0-17-15,-10-10-4 0,6 1-7 0,-1-1-1 16,0-7 6-16,1 0-2 0,-5-10-2 0,4-1-6 16,1-4-14-16,1-3-1 0,1 0-8 0,-3-16-11 0,4-1-9 15,2 0-8-15,4-3 0 0,-1 5-7 0,1 15 5 16,2 1 5-16,1 3 13 0,0 2 12 15,1 3-7-15,-4 9-11 16,5-1 0-16,-3 6-5 0,-2-1-15 0,4 0-6 16,1 2-10-16,-1 5-6 0,8-4-22 0,1 4-28 15,8 0-25-15,4 3-22 0,2 5-38 0,1 0-37 16,-1 4-39-16,0 1-35 0,-4 3-30 0,1 2-38 16,-3 2-39-16,-8-4-344 0,-3 2-735 0,0-1 325 15</inkml:trace>
  <inkml:trace contextRef="#ctx0" brushRef="#br0" timeOffset="66401">14332 7195 349 0,'-4'5'343'0,"1"-3"-29"0,1 0-19 0,2-2-37 15,0 0-31-15,14-1-23 0,4 0-21 0,8-2-42 16,6-3-59-16,5 1-71 0,17 1-86 0,1-3-101 16,1-3-184-16,-2 0-389 0,-3 2 172 0</inkml:trace>
  <inkml:trace contextRef="#ctx0" brushRef="#br0" timeOffset="66808.09">15013 7332 145 0,'0'0'424'0,"0"0"-22"16,0 0-32-16,0 0-31 0,0 0-44 0,0 0-23 15,0 0-38-15,0 0-80 0,0 0-104 0,0 0-106 16,7-8-126-16,-1 4-227 0,-1-1-441 0,1-3 196 16</inkml:trace>
  <inkml:trace contextRef="#ctx0" brushRef="#br0" timeOffset="67608.92">15820 7040 50 0,'-5'2'133'0,"1"-1"7"16,4-1 1-16,-6 2-3 0,6-2 0 0,-4 2-3 16,4-2 2-16,0 0-8 0,0 0-7 0,0 0-12 15,22-4-9-15,-3 1-11 0,13 1-9 0,0-2-6 16,5 2-13-16,1-6 1 0,16 2-8 0,1 3-7 16,0-2-3-16,4-2-2 0,2 0-5 0,-5 2-9 15,-3-2-3-15,-14 5-12 0,-3-2-25 0,-7 1-27 0,-7 2-25 16,-4-2-20-16,-5 2-16 0,-7-2-55 15,-3 1-129-15,-3 0-306 16,0 2 135-16</inkml:trace>
  <inkml:trace contextRef="#ctx0" brushRef="#br0" timeOffset="67871.89">16149 6849 127 0,'-2'-11'294'0,"1"2"3"0,0 0-5 0,0 2 4 16,1 1-12-16,-2 2-16 0,1-3-28 0,1 4-28 16,0 3-25-16,-1-5-18 0,1 5-33 0,0 0-35 15,0 0-11-15,0 0-15 0,1 17-9 0,-2 5-3 16,2 6-7-16,-1 4-7 0,0 14-6 0,3 0-7 16,-3-1-5-16,2-8 0 15,-1 10-3-15,3-1-11 0,1-11-28 0,-1 0-19 16,2-2-23-16,2-2-22 0,-3-3-32 15,1-1-34-15,-1-8-40 0,3 0-57 0,-2-6-204 0,0-1-480 16,3-5 213-16</inkml:trace>
  <inkml:trace contextRef="#ctx0" brushRef="#br0" timeOffset="68157.06">17046 6725 269 0,'0'-4'342'0,"0"0"-34"0,0 4-36 15,2-4-30-15,-2 4-40 0,0 0-24 0,0 0-22 16,0 0-13-16,-6 15-21 0,2 2-12 0,-2 9-13 16,2 6-8-16,-1 14-9 0,1 6-7 0,0-4-8 15,-3-1-7-15,3 4-6 0,-2-4-6 0,6-12-4 16,0-1-2-16,0-2-3 0,-1-3 2 0,0 0-4 15,0-3-4 1,-2-9-2-16,0 0-18 0,2-2-25 0,0-4-11 16,-3 1-22-16,2-3-17 0,0-1-29 0,1-4-1 0,-3 1-14 15,0-4-52-15,4-1-92 0,0 0-134 0,-14-8-417 16,8-2 185-16</inkml:trace>
  <inkml:trace contextRef="#ctx0" brushRef="#br0" timeOffset="68465.23">16922 6710 2419 0,'-1'-11'123'16,"-2"1"-3"-16,3 0 5 0,-1 3-27 0,1 2-24 15,0 0-20-15,0 0-18 0,0 5-13 0,1-4-7 0,-1 4-1 16,10-3-4-16,-1 6-1 0,11 2 5 16,5 4 2-16,8 3-3 15,0 2-3-15,12 8 2 0,-13-2-1 0,1-1-2 16,-2 5 0-16,-3-3-3 0,-4 0-2 0,-1 2-9 15,-9 0-1-15,-5-5-4 0,1-1-1 0,-7-1-2 16,-2 0-1-16,-5-1 10 0,-3 0-3 0,-6 0-1 16,-4-2 4-16,-6 4 4 0,-3-4-5 0,-4 0 5 15,1-2-1-15,1-3 0 0,-3 3 1 0,4-4-1 16,-1 0-2-16,8-2 3 0,-2 1 1 0,2-1-3 0,0 1-1 0,1 0-28 16,4-5-37-16,2 3-48 0,1 0-59 0,6-2-42 0,1 2-212 0,3-2-461 15,2-2 204-15</inkml:trace>
  <inkml:trace contextRef="#ctx0" brushRef="#br0" timeOffset="68626.85">17410 7288 270 0,'1'4'418'0,"-1"-4"-15"15,3 4-16-15,-3-4-30 0,0 0-27 16,1 3-29-16,-1-3-28 0,0 0-33 0,0 0-39 15,0 0-81-15,6 0-76 16,-6 0-80-16,11-4-82 0,0 0-84 0,1-1-296 16,-1 1-540-16,6-4 239 0</inkml:trace>
  <inkml:trace contextRef="#ctx0" brushRef="#br0" timeOffset="68905.14">17954 6728 377 0,'0'-4'397'0,"-1"1"-17"0,1 3-28 15,0-6-37-15,0 6-33 0,0-5-29 0,0 5-36 16,0 0-30-16,5-4-28 0,-5 4-21 0,0 0-16 16,5 16-12-16,-1-3-8 15,1 6-13-15,-1 6-19 0,1 7-20 0,-1 1-10 16,1 1-19-16,-4 2-19 0,3 8-21 0,-4-8-18 15,0-2-17-15,-4-1-23 0,4 0-2 0,-6-3-21 16,2-2-12-16,-4-2-19 0,-2-2-22 0,0-7-13 16,1-3-18-16,0-3-44 0,-4-5-160 0,3 1-419 15,0-3 186-15</inkml:trace>
  <inkml:trace contextRef="#ctx0" brushRef="#br0" timeOffset="69090.03">17712 6708 270 0,'-2'-9'374'0,"4"-1"-44"0,1 0-26 0,2 3-26 16,3 0-47-16,5 0-24 0,6-1-39 0,12 3-42 0,3 3-51 16,7 3-51-16,14 3-56 0,4 2-65 0,-3 5-60 15,-1-1-194-15,-4 3-379 0,-16-1 169 16</inkml:trace>
  <inkml:trace contextRef="#ctx0" brushRef="#br0" timeOffset="69243.53">17695 7475 205 0,'-9'7'438'0,"6"-5"-40"15,0 0-51-15,3-2-28 0,25-2-34 0,3 0-35 16,8-2-63-16,20 0-82 0,7 2-94 0,33-3-115 15,-4 2-304-15,-25 0-440 0,0-3 196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11:02.52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2478 2196 67 0,'0'0'180'15,"0"0"-8"-15,0 0-12 0,0 0-11 0,0 0-12 16,0 0-4-16,0 0-8 0,0 0 2 0,0 0-4 16,0 0-10-16,0 0 0 0,0 0-6 0,0 0 0 15,0 0-1-15,0 0-5 0,0 0-5 0,0 0-5 16,0 0-11-16,0 0-2 0,0 0-6 0,0 0-9 16,0 0-4-16,0 0-11 0,0 0 3 0,0 0-6 0,0 0 2 0,0 0-1 15,0 0 1-15,0 0 7 0,0 0-2 0,0 0 6 16,0 0 7-16,0 0 9 0,0 0 6 0,0 0 2 15,0 0 9-15,0 0 2 0,0 0 14 0,0 0 9 16,0 0 4-16,0 0 17 0,0 0-28 0,0 0-12 16,0 0-1-16,0 0 1 0,3-15 3 15,-3 15-6-15,0-6 8 0,-1 3-5 16,1 0-1-16,0 3-9 0,0 0-8 16,0-5-6-16,0 5-9 0,0 0-10 0,0 0-17 0,-3-4-11 0,3 4-31 0,0 0-31 15,0 0-47-15,0 0-8 0,0 0 10 16,0 21 0-16,0-6 21 0,1 11-5 0,-1 5 11 15,0 3 1-15,2 0 9 0,-2 13 3 0,1-1 8 16,0-9 7-16,-2 10 2 0,1-11 2 0,1 0-3 16,-1 1 9-16,2-5 3 0,-1 2 4 0,0-4 0 15,-2-5 1-15,2 2 2 0,0-11 0 0,-1-1 4 16,0-3-2-16,3-1-4 0,-2-3 4 0,-1 0 2 16,0-3 0-16,0 0 2 0,2 2 22 0,-2-7-11 15,2 6 12-15,-2-3 6 0,0 0 0 0,0-3 12 16,0 5 10-16,0-5 0 0,0 0 5 0,0 3 4 15,0-3-5 1,0 0 9-16,0 0-11 0,0 0 2 0,0 0-10 16,0 0-31-16,0 0-68 0,0 0-48 0,-2-16-45 15,0 9-45-15,2-2-62 0,0-3-72 0,-2-2-333 16,0-3-713-16,2-1 316 0</inkml:trace>
  <inkml:trace contextRef="#ctx0" brushRef="#br0" timeOffset="338.47">2478 2215 194 0,'0'0'352'0,"-6"-2"-20"0,6 2-15 0,0 0-5 16,-4-3-30-16,4 3-13 0,0 0-15 0,0 0-30 15,0 0-24-15,0 0-18 0,-2-2-18 0,2 2-22 16,10-6-12-16,1 2-13 0,10-1-15 0,12-3-9 16,4 0-15-16,18-2-10 0,3 3-6 0,-6 0-7 15,4 0 0-15,-3-1-5 0,-18 5-9 0,3 1-3 16,-6-2-7-16,-3-1 0 0,-9 2-6 0,1 2 4 0,-10 0-11 16,1 1-1-16,-3-1 5 0,-3-1-15 0,0 4-1 0,-6-2-14 0,7 0-16 0,-7 0-6 15,0 0 5-15,2 3 6 0,-2-3-8 16,-15 12-27-16,-1-5-25 0,0 4-29 0,-2 0-42 15,-4 6-35-15,5-4-57 0,-4 3-54 0,1 0-213 32,4-4-552-32,3-2 245 0</inkml:trace>
  <inkml:trace contextRef="#ctx0" brushRef="#br0" timeOffset="777.55">2586 2920 257 0,'-4'2'277'0,"0"1"-6"16,4-3-14-16,-5 1-11 0,5-1-17 0,-4 3-6 16,4-3-12-16,-6 1-14 0,6-1-9 0,0 0-6 15,-4 2-22-15,4-2-6 0,0 0-17 0,0 0-8 16,0 0-9-16,0 0-8 0,22-6-14 16,-6 2-7-16,15-4-17 15,1 2 1-15,4 0-5 0,16-4-4 0,-15 6-11 16,17-7-6-16,-17 5 1 0,0 1-6 0,-5 1 0 15,-1-2-16-15,-10 3 17 0,0-1-7 0,-7 3-13 16,-4-1 20-16,3 0-11 0,-7 2-2 0,1-2 19 16,-2 2-6-16,0-3-5 0,-5 3-7 0,9 0-2 15,-9 0-8-15,6-3-4 0,-6 3-29 0,0 0-8 16,3-1-16-16,-3 1-38 0,0 0-35 0,-16 4-29 0,9-4-36 0,-1 3-39 16,-1-3-62-16,-1 0-314 0,1 0-637 0,-4-3 282 0</inkml:trace>
  <inkml:trace contextRef="#ctx0" brushRef="#br0" timeOffset="1170.58">2707 2593 123 0,'0'0'303'15,"-7"2"-17"-15,7-2-29 0,-6 3-19 0,6-3-20 16,-3 1-10-16,3-1-20 0,0 0-10 0,0 0-19 16,0 0-7-16,-7 2-18 0,7-2-14 0,0 0-7 0,0 0-1 0,13 2-10 15,-3 0 2-15,8-2-2 0,5 0-2 0,9 0 3 16,0-3-4-16,5 0 1 0,-2-1-9 0,3-1-9 15,1 3-6-15,-4-1-2 0,-3-1-11 16,-1-1-4-16,-12 5-3 0,3-3-2 0,-3 1-14 16,-6 1-1-16,-2 1 0 0,-5-1-3 0,2 1 1 15,-8 0 1-15,10-4-7 0,-3 3 4 0,-7 1-23 16,0 0-11-16,0 0-13 0,0 0-21 0,0 0-21 16,0 0-29-16,0 0-29 15,-7 7-34-15,7-7-36 0,-14 10-33 0,8-6-39 16,0-2-62-16,0-1-177 0,6-1-534 0,-6 4 237 15</inkml:trace>
  <inkml:trace contextRef="#ctx0" brushRef="#br0" timeOffset="1486.66">3828 2498 232 0,'0'0'411'16,"0"0"-15"-16,5-5-18 0,-5 5-15 0,0 0-26 0,0 0-27 0,0 0-34 0,0 0-31 15,0 0-30-15,0 0-27 0,0 0-22 0,0 0-26 0,0 0-10 16,0 0-22-16,-5 17-11 0,-2-7-15 16,2 2-6-16,-5 3-9 0,3 2-9 0,-4-1-5 15,-4 5 5-15,3-5-15 0,1 1-4 0,-3 0 3 16,4 0-1-16,-4-3-3 0,2 2 4 0,-2-1-11 15,1-1-2-15,8-3-5 16,-6 1-25-16,3-4-29 0,0 1-28 0,-1-2-30 16,3-1-24-16,-2 0-25 0,2-3-35 0,-1 0-52 15,0-1-71-15,-3-2-305 0,10 0-650 16,-16-7 288-16</inkml:trace>
  <inkml:trace contextRef="#ctx0" brushRef="#br0" timeOffset="1818.29">3526 2563 2836 0,'-2'-11'246'15,"-2"0"-65"-15,3 1 30 0,-1 4 23 0,0-1 12 16,2 2-22-16,-2 0-27 0,1-1-34 0,0 2-33 16,1 4-14-16,0-5-19 0,0 5-16 0,0 0-22 15,0 0-8-15,0 0-13 0,0 0-1 0,14 8-10 16,-5 1-1-16,6 4 4 0,4 5 2 0,3 2 1 16,3 2-7-1,0 0 5-15,-1-2-3 0,2 3 3 0,0-1-7 16,-4 0 2-16,3-3 3 0,0 1-9 0,-5-1 2 15,-4-3-5-15,-2-6 0 0,1 2-5 0,-3-2 1 16,-2 0 4-16,-1-4-4 0,-5 0 3 0,1-1-2 16,-2-3 4-16,1 3 24 0,-1-2 27 0,-3-3 22 15,0 0 24-15,8 4 14 0,-8-4 9 0,0 0-3 16,5 5-6-16,-5-5-11 0,0 0-5 0,0 0-14 0,0 0-3 0,0 0-15 16,8 2-5-16,-8-2-10 0,0 0-16 0,0 0-26 15,0 0-34-15,0 0-36 0,0 0-49 0,0 0-50 16,0 0-53-16,0 0-94 0,0 0-111 0,12-9-101 15,-9 4-421-15,5 3-1002 0,-8 2 444 16</inkml:trace>
  <inkml:trace contextRef="#ctx0" brushRef="#br0" timeOffset="3074.62">4546 2580 84 0,'0'-7'304'0,"-1"3"4"0,-3-5-2 15,-1 3-12-15,1 0-16 0,0-3-22 0,-1 5-14 16,-4-4-22-16,4 3-23 0,-6 0-12 0,0 1-25 0,2 1-18 0,-3 2-18 16,0 2 4-16,-6 2-34 0,1 4-5 0,-3 3-13 15,-4 4-9-15,1 6-6 0,1-3-3 0,0 5-14 16,3-1-6-16,5 1-1 0,-2-1-6 0,5 4 3 15,2-3-11-15,1-4-6 0,2 0-1 0,4 1-11 16,-1-2-2-16,2-5 3 0,2-1-5 16,2-2 3-16,-2-2 3 15,2-2 9-15,-1 1 19 0,3-3 4 0,4 0 18 16,0-3 10-16,1-6 6 0,3 0-5 0,0 1 8 16,2-7 1-16,-2 0 8 0,2-1 9 0,2-6-7 15,-3 3-2-15,1-6-1 0,-1-2-8 0,-1 2 5 16,-5 4 1-16,-1-1 11 0,1 5 10 0,-1-1 20 15,-4 4 15-15,0 4-1 0,0 1-7 0,-1-1-12 16,2 4-16-16,-3-1-17 0,0-1-15 0,-1 5-14 0,3-3-30 16,-3 3-37-16,0 0-22 0,0 0-3 0,0 0 6 15,9 10 2-15,-4-3 6 0,2 3 3 0,0-2 1 16,2 4 5-16,0 2 6 0,5 0 4 0,-1-2-7 16,1 1-26-16,-1-2-23 15,3 1-25-15,-2-2-32 0,2-2-38 0,0-1-39 16,-4-3-43-16,4 3-54 0,-3-4-66 0,0-3-79 0,1 0-251 0,-4-5-743 0,-1 0 329 0</inkml:trace>
  <inkml:trace contextRef="#ctx0" brushRef="#br0" timeOffset="4008.57">4848 2608 239 0,'-4'-5'450'0,"4"1"-11"0,-4 0-6 0,4-1-14 0,0 5-8 0,-1-5-29 16,1 0-25-16,-2 1-20 0,2 4-23 0,0-6-30 31,0 6-29-31,2-2-27 0,-2 2-22 0,0 0-29 0,1-5-20 16,-1 5-25-16,0 0-36 0,0 0-29 0,0 0-24 15,0 0-8-15,0 0-5 0,0 13-4 0,1-1-3 16,3-2-3-16,-3 0-3 0,1 3 0 0,-2 4-11 16,1 0 2-16,0-2-8 0,0-3-15 0,-1 0-20 15,3-1 2-15,-3-1-4 0,3-4-3 0,-2 1 3 16,-1 0 8-16,0-4 5 0,0-3 25 0,1 5 23 16,-1-5 35-16,0 0 34 0,0 0 6 0,0 0-9 15,0 0-10-15,0 0-5 0,14-12 5 0,-6 2 1 16,-2 3-9-16,2-4-10 0,7-3-4 0,-10 5-5 15,3-3-5-15,-2 3-4 0,2 1 1 0,-3-1-6 16,3 1-10-16,-3 0-3 0,-1 3-7 0,1 1-2 0,-4 1-9 16,0-1-8-16,-1 4-23 0,7 0-10 0,-7 0-3 15,6 7 4-15,-2-3-1 0,0 2 2 0,5 1 0 16,0 3 0-16,-4 1 2 0,0-1-2 0,-1 2-5 16,5-2-3-16,-4 1-7 15,0 0-4-15,0 0-1 0,0-4 1 0,-1 1-1 16,-3-5 8-16,4 0 8 0,-2 1 8 0,-2 1 10 15,0-2 26-15,2-1 36 0,-3-2 27 0,0 0-3 16,0 0-6-16,10-7-7 0,-6 0-4 0,4 3-4 16,-1-6-4-16,-1-1 0 0,0 0-5 0,4-2-8 15,-1 1-3-15,0-5-3 0,-2 2-7 16,1 6 2-16,0-1-7 0,0 0-4 0,-6 4 2 0,7-2-2 16,-5 4-9-16,1 1-10 0,-2-3-14 0,1 2-16 15,-2 4-10-15,2-1-6 0,-4 1-5 0,14 1 0 0,-6 1-16 16,1 1-4-16,1 4-1 0,1-2-10 0,1-1-7 15,6 4-11-15,-4 0-23 0,2-2-22 0,1 2-5 16,-2-3-8-16,3 2-13 0,-5-4-8 0,0-1 0 16,2 0 2-16,-2-2 9 0,0-3 13 0,-4-1 17 15,-2-1 16-15,1-3 14 0,-3 0 23 0,-4-3 35 16,2-1 29-16,-3-5 23 0,0 0 33 0,0-1 18 0,0-1 29 0,-1 0 19 16,-1-5 38-1,1 5 15-15,1-8 16 0,-3 0 9 0,3 9 14 0,0 0 9 16,0 2 8-16,2 6-3 0,-4 0-8 0,2 4-17 15,2-1-18-15,-2 2-20 0,0 1-20 0,0-1-22 16,0 5-42-16,0-4-52 0,0 4-39 0,0 0-2 16,1 12 5-16,-1-2 1 0,1 9 2 15,2 10 5-15,-3 5 6 0,0 15 6 0,0 1 6 16,-3 0 1-16,3-1 0 0,2-3 3 0,-2-10 1 16,0 0 0-16,1-3 1 0,2-3 7 0,-1 0-4 15,-1-6 6-15,2-7-1 0,-3 3 2 0,4-6 3 16,-4-2-3-16,1-2 4 0,-1 0 2 0,1-5 3 15,1-1 16-15,0 3 17 0,-2-7 6 0,1 6 13 16,-1-6 7-16,0 0 3 0,2 4-1 0,-2-4-38 0,0 0-46 16,0 0-44-16,0-19-50 0,0 9-56 0,3-7-59 15,1 0-59-15,0 0-50 0,3-7-59 0,3-1-58 16,-3 1-233-16,2 0-733 0,0-3 324 0</inkml:trace>
  <inkml:trace contextRef="#ctx0" brushRef="#br0" timeOffset="4545.84">5605 2481 73 0,'-1'-2'248'16,"1"-3"-17"-16,0 5-17 0,-5-4-26 0,5 4-22 15,0 0-17-15,0 0-17 0,0 0-14 0,0 0-10 16,0 0-3-16,24 9-1 0,-11-4-8 0,1 2 3 16,5 0-10-16,-2 4-5 0,10 0 1 15,-11-1-9-15,2-1-1 0,-1 1-9 0,-2 1-2 0,-1-2-7 0,-5-2-6 16,-1 2-4-16,-2-3-6 0,-5 3-3 0,-1-4 4 15,0 3 0-15,-7 0-3 0,-1 1-3 0,-5-1 3 16,-7 0-5-16,1 0-1 0,-7 1 4 0,-2-3-8 16,1 0-4-16,-1 0-1 0,0-2-4 0,5-2-3 15,1 0 2-15,3 1-2 0,0-3 0 0,2 0 6 16,5 0-6-16,4 0-3 0,0 0 0 0,3-3-14 0,5 3-15 0,-6-3-16 31,7-1-14-31,4-1-4 0,5 0-3 0,2-2-7 0,8 0-11 16,7-5-8-16,1 0-4 0,0 2-3 0,3-6 6 15,-3 3 6-15,-1-2 2 0,1-1 10 0,0-4 10 16,-1 2 3-16,-3-2 12 0,-2-2 18 0,-5 0 26 16,-2-2 20-16,-6 0 31 0,-4 4 30 0,4-6 29 15,-5 9 17-15,-3-3 24 0,-1 2 31 0,-1 0 21 16,1-1 23-16,-3 7 11 0,0-1 16 0,5 3-1 16,-7 1-10-16,5 2-13 0,-1 1-34 0,-2 1-17 15,3 5-25-15,0-6-24 0,0 6-25 0,0-6-30 16,0 6-58-16,0 0-29 0,0 0-4 0,0 0-1 15,-9 28 2-15,9-7 2 0,-4 4 3 0,3 6 6 16,1 4-1-16,1-1-2 0,-1-1 2 0,3 5 5 0,1-5 1 0,0 0 2 16,-2-2-1-16,2-4 1 0,1 1-3 0,-4-10 3 15,3 7 2-15,-1-11-10 0,-2-2-10 16,0 0-19-16,2-3-26 0,-2-4-34 0,2 2-30 16,-2-4-34-1,0 2-31-15,2-1-27 0,-3-1-30 0,0-3-48 0,5 4-108 16,-5-4-274-16,0 0-725 0,15-10 320 0</inkml:trace>
  <inkml:trace contextRef="#ctx0" brushRef="#br0" timeOffset="4978.05">6036 2675 172 0,'-3'0'284'15,"3"0"-8"-15,0 0-3 0,-4 2-19 0,4-2-11 0,0 0-17 16,0 0-14-16,0 0-10 0,0 0-12 0,16 0-22 15,-11-4-10-15,12 1-18 0,-2 0-13 0,4-1-14 16,-1-1-6-16,1-2 2 0,0 2-1 0,-1-3-5 16,3 1 0-16,-3-2 8 0,-2 0-3 0,-1 1 6 15,-2-5 0-15,0 6 10 0,-8-4 4 0,3 1 9 0,-3 1-8 16,0 0 3-16,-1-1 3 0,-4 1-8 0,4-1-10 0,-8 3-8 31,0-2-12-31,-1 1-11 0,-3 1-12 0,-2 2-9 0,-4 1-10 16,-4 3-4-16,-2 1-10 0,-2 3-4 0,0 2-5 15,-2 3-8-15,-2 1-2 0,6 3-5 0,0 2-5 16,4 3 1-16,0 2-4 0,4-1-6 0,3 4-12 16,0-3-1-16,5 1-2 0,4-2-2 0,8 7 0 15,-2-7 11-15,11 4 6 0,6 0 6 0,4-3 0 16,5-4 7-16,5 0 6 0,1-5 7 0,16-2 5 16,2 3 8-16,-16-6 6 0,-2-3 5 0,-1 2 3 15,-5-1 4-15,-1-3 10 0,-11 3 18 0,-3-3 16 16,-3 0 11-16,-7 0 17 0,-7 0 0 0,15 0-5 15,-15 0-11-15,12 0-10 0,-12 0-7 0,0 0-31 16,11 0-26-16,-11 0-53 0,0 0-76 0,0 0-99 0,0 0-112 16,0 0-102-16,-50 7-97 0,17-7-475 0,-1 0-1053 15,-3-2 466-15</inkml:trace>
  <inkml:trace contextRef="#ctx0" brushRef="#br0" timeOffset="5726.94">2506 3298 214 0,'0'0'222'16,"0"0"-12"-16,-7 1 0 0,7-1-16 15,0 0-17-15,-3 3-5 0,3-3-23 0,0 0-14 16,0 0-13-16,0 0-10 0,0 0-11 0,0 0-8 15,0 0-4-15,0 0-10 0,0 0-5 0,0 0-5 16,0 0-5-16,-5 2-7 16,5-2-2-16,0 0-2 0,0 0-3 0,0 0-5 0,0 0-7 0,0 0-2 15,0 0-3-15,0 0 4 0,0 0 18 0,0 0 8 0,21 1 10 16,-2-2-2-16,9-1-1 0,23-4-2 0,12 2 3 16,34-7 3-16,11-2 9 15,10 1 21-15,18-2-1 0,16-2 2 0,15-3 4 16,8 3-5-16,1-2 2 0,10 4-10 0,6-1-12 15,-1 1-10-15,-12 0-8 0,-3 2 10 0,-7-3 0 16,-6 3 14-16,-8-1 4 0,-21 6 6 0,-11-6 6 16,-3 0-1-16,-20 3 5 0,-35 4 2 0,-3 0-3 15,-4-2 1-15,-20 5 2 0,-3-3 11 0,-6 2 11 0,-12 1 19 16,-2 0 25-16,-5 1 10 0,3 2 16 16,-8 0-5-16,3-3-2 0,-8 3-17 0,9 0-13 15,-3 0-8-15,-6 0-18 0,4-2-11 0,-4 2-14 0,5 0-15 0,-5 0-11 16,0 0-28-16,0 0-62 0,0 0 0 0,0 0 0 15,0 0 0-15,12 2 0 0,-12-2 0 0,0 0-15 16,0 0-148-16,0 0-57 0,0 0-75 0,0 0-74 16,0 0-98-16,0 0-89 0,0 0-462 0,0 0-1102 15,0 0 487-15</inkml:trace>
  <inkml:trace contextRef="#ctx0" brushRef="#br1" timeOffset="14102.88">7263 2236 454 0,'0'-5'472'0,"0"5"-14"0,0-7-10 0,-2 1-8 15,2 1-21-15,0 1-17 0,0-2-30 0,-1 4-26 16,1-3-34-16,0 5-32 0,0 0-29 15,0-8-28-15,0 8-48 0,0 0-63 0,0 0-67 16,0-4-74-16,0 4-99 0,0 0-125 0,0 0-86 16,0 0-405-16,8 12-805 0,-8-7 356 0</inkml:trace>
  <inkml:trace contextRef="#ctx0" brushRef="#br1" timeOffset="14279.29">7328 2831 3524 0,'0'11'255'0,"-3"0"-117"0,2-5-68 16,-1 0 40-16,2-2 30 0,-2 0-3 0,1-1-32 15,1-3-17-15,0 0-21 0,0 0-8 0,0 0-5 16,0 0-18-16,0 0-24 0,0 0-30 0,0 0-67 16,-3-11-57-16,3 11-38 0,6-6-88 0,0 1-125 0,0 0-226 15,2-2-669-15,-2-1 296 16</inkml:trace>
  <inkml:trace contextRef="#ctx0" brushRef="#br1" timeOffset="14819.71">7830 2634 64 0,'-6'0'300'0,"6"0"-10"0,-10 0-13 16,3 0-18-16,7 0-15 0,0 0-21 0,-6 2-12 16,6-2-21-16,-7 0-13 0,7 0-16 0,0 0-4 0,0 0-18 0,0 0-11 15,0 0-14-15,-10 0-8 0,10 0-6 16,0 0-14-16,0 0-3 0,0 0-12 0,0 0 4 0,0 0-17 15,0 0-10-15,0 0 0 0,0 0-4 0,0 0-3 16,0 0-5-16,0 0-1 0,-5 1-11 0,5-1 7 16,0 0-5-16,0 0-4 0,0 0-2 0,0 0-5 15,0 0 3-15,0 0-8 0,0 0 4 0,0 0-3 16,0 0 0-16,0 0-6 0,0 0 17 0,0 0-13 16,0 0 1-16,0 0 11 0,0 0-4 0,0 0-1 15,0 0-1 1,0 0 2-16,0 0-5 0,0 0 0 0,0 0-2 15,0 0 3-15,0 0 5 0,28-3-6 0,4 3 4 0,1-3-5 16,22-2 3-16,0 3 0 0,5-1-5 16,3-1 8-16,3 0 13 0,30 0 11 0,-32 3 4 15,1 0-7-15,-6 1 0 0,-7-2 4 0,1 2-6 16,-20-3-2-16,-4 2 3 0,-1 0 15 0,-10 1 2 0,-6-1 5 16,-7 0 1-16,3-2-9 0,0 1 5 0,-2 2-11 0,-6 0-3 15,6-1-25-15,-6 1-59 0,0 0-65 16,0 0-54-16,-19-4-61 0,5 4-78 0,-5 0-401 15,-2 0-758-15,-1-3 335 0</inkml:trace>
  <inkml:trace contextRef="#ctx0" brushRef="#br1" timeOffset="17962.55">10797 2091 47 0,'1'-4'258'0,"-1"4"-5"0,4-5-14 16,0 3-9-16,-4-1-12 0,0 3-19 0,0 0-13 16,1-7-17-16,-1 7-16 0,3-2-20 0,-3 2-14 15,0 0-13-15,0 0-10 0,-26 6-14 0,11 0-1 16,-5 0-18-16,-5 6 2 0,0-1-12 0,-3 3-3 0,-2 1-9 15,-3 2-2-15,1-1-8 0,2 2 5 0,-4-1-8 16,4 4-8-16,-1-2 4 0,3 1-5 0,3-1-3 16,2 1 2-16,3-1-5 0,5 0-1 0,2-2-4 15,4-1 3-15,1-3-5 0,2 4 7 0,6-4-3 16,1 3 1-16,7 0-26 0,2 0-1 0,9 1 8 16,1 0 3-16,6 0 1 0,5-1 4 0,5-2 0 0,2-1 1 0,11 2-2 15,-10-3 1-15,-2 2 3 0,-2-3-4 0,-3 1 4 16,-4-1-4-16,-1-1 1 0,-11-2-1 0,2-2-10 15,-9 2 4-15,1-1 0 0,-6 0 2 0,-4 0 2 16,-4 1-1-16,-5 0 13 0,-6 2-1 0,-9 3-1 16,-7-3 9-16,-6 2-5 0,-1-4 10 0,-12 4 0 15,-2 2 8 1,0-9 4-16,2 2 0 0,10-5-3 0,0 3-1 16,2-3 0-16,2 1-3 0,-1-1 2 0,5-2-2 15,10 3 2-15,3-3-3 0,6 0 0 0,1 1 3 16,5-1-12-16,3 0-1 0,-4 0-8 0,8 0-22 15,0 0-19-15,0 0-23 0,0 0-33 0,19-6-36 16,1 2-46-16,9-2-50 0,2 4-255 0,-2-6-516 16,2 2 229-16</inkml:trace>
  <inkml:trace contextRef="#ctx0" brushRef="#br1" timeOffset="18425.75">11188 2605 73 0,'-13'0'215'0,"2"0"-17"0,-4 0-16 15,-1 0-17-15,2 2-16 0,3 0-16 0,-3 2-16 16,2 0-7-16,-2 0-13 0,-1 5-8 0,3-2-18 16,-3 2-1-16,6 0-12 0,-1-1-6 0,2 2-1 15,-1 1-8-15,3-1 3 0,-1 1 6 0,2 0 2 16,0 0-6-16,5 0 10 0,1 1-7 0,2-2 2 16,3 1 2-16,3 0 5 15,4-1 1-15,6-1-2 0,0-1-6 0,7 0-3 16,7-3-5-16,-1-2-3 0,-1-1-3 0,3 1-5 15,-1-6-2-15,1 3-1 0,-5-5-4 0,0-2 19 16,-8 1 19-16,-3-3 9 0,-2 0 9 0,-4-2 11 16,0-2 5-16,0-1-7 0,-5-1-7 0,-5-3-7 15,0-3-5-15,-2 3 6 0,-2 0-15 16,-6-1-5-16,2 1-3 0,-5 0-11 0,0 2-9 0,-1 4-6 0,-5 2-10 16,-2 0-6-16,-4-1-13 0,0 8-14 0,-4-4-15 15,-5 7-22-15,4 0-20 0,0 5-21 0,-2-1-36 16,10 2-39-16,2 0-52 0,2 3-51 0,0 0-229 15,5 0-539-15,3-4 239 0</inkml:trace>
  <inkml:trace contextRef="#ctx0" brushRef="#br1" timeOffset="18879.99">11648 2827 151 0,'0'0'258'16,"0"0"-10"-16,-2 3-2 0,2-3-19 0,0 0-21 16,0 0-20-16,11-7-18 0,-3 5-17 0,-2-4-15 15,3 1-13-15,4-1-4 0,-3-2-2 0,2-1 2 16,2-4-1-16,1-2-5 0,-3-1 1 0,0 0 2 0,6-8 1 15,-1 1-13-15,-2-6-7 0,0 0 1 0,-4-5-4 0,3-10-15 16,-4 10 0-16,0-12 3 0,-1 10 2 16,-5 2 12-16,1 0 0 0,-4 0-3 0,-2 3 11 15,-2 1 5-15,2 2-1 0,-4 4 1 0,0 7-2 0,0 1-12 16,-4 0 2-16,5 9-18 0,-2-3-4 0,-1 3-15 16,4 4-24-1,-3-1-13-15,-1 4-11 0,-6 2-3 0,2 3-4 16,-5 10 0-16,-4 7 1 0,1 6-1 0,-9 13 3 0,4 1-3 15,1 9-18-15,4-1-11 0,5 2-13 0,5-2-13 16,4-2 8-16,7-13-3 0,6 0 2 0,1 0 8 16,5-2-10-16,4-5 6 0,5 2-7 0,-1-8-20 15,10 1-32-15,2-5-48 0,0-3-65 16,0-3-81-16,2-7-352 0,-3-4-696 0,-1-1 308 0</inkml:trace>
  <inkml:trace contextRef="#ctx0" brushRef="#br1" timeOffset="19296.64">12121 2556 209 0,'0'0'375'0,"-9"-1"-23"31,9 1-17-31,0 0-28 0,-3-2-22 0,3 2-36 0,0 0-22 16,0 0-31-16,0 0-15 0,0 0-21 0,0 0-24 15,0 0-18-15,-1 11-8 0,2-5-11 0,2 2-7 16,1 2-14-16,1 7-6 0,-4-1-3 0,3 0-11 0,0 1-4 16,0-1 3-16,-3 3-8 0,0-2-5 15,3 0-1-15,-4 1-7 0,3-2 2 0,-2-3-6 16,2-1-4-16,-1-2-2 0,-2-1-3 0,3-2-4 16,-3-2 1-16,1 0 16 0,-1-1 70 0,3-1 33 15,-3-1 57-15,0-2 43 0,1 4 45 0,-1-4 24 16,0 0 15-16,0 0-35 0,0 0-26 0,9-16-29 0,-5 7-26 0,2-1-20 15,3-6-21-15,5-7-16 0,-1-2-11 0,3-1-19 16,0 0-19-16,0-1-5 0,-2 0-12 0,0 1-3 16,-6 7-12-16,2 2-10 0,-1 1-5 0,-1 5-4 15,-3 4-13-15,0 0-37 0,-1 1 0 0,-3-1-9 16,7 2-93-16,-7 1-61 0,3 1-76 0,-4 3-49 16,8 0-46-1,-8 0-38-15,15 10-46 0,-6-5-59 0,0 7-67 16,1-2-331-16,0-1-947 0,-1 0 420 0</inkml:trace>
  <inkml:trace contextRef="#ctx0" brushRef="#br1" timeOffset="19728.89">12535 2769 194 0,'0'0'338'0,"0"6"-6"0,0-6-5 15,0 0-3-15,0 0-9 0,0 0-17 16,0 6-23-16,0-6-31 0,0 0-23 0,0 0-20 15,27-9-15-15,-17 4-23 0,4 0-14 0,3-2-20 16,2-1-10-16,0-1-11 0,4-4 1 0,0-2-19 0,-10 3-11 16,11-4-5-1,-3-1-4-15,0-2-12 0,-3-1-2 0,-4 3-6 16,-1-4-4-16,-4 3 1 0,0 2 11 0,-4 1 2 16,-2 3 7-16,-3 2-2 0,-3-1-9 0,-1 1-7 15,-6 2-7-15,1 1-6 0,-9 0-3 0,-1 4-10 0,-12 3 1 16,1 5-9-16,-2 3-3 0,0 6-2 0,0-2 3 15,1 8-11-15,3-1 3 0,1 5 2 0,5 2 0 16,2-1-8-16,9 2 3 0,3-1 1 0,9 3 1 0,6 0 0 16,2-2 16-16,10-1-1 0,6-4 9 0,3-1 9 15,17 1 4-15,10-4 3 0,2-5 8 0,7-2 18 16,27 1 13-16,-27-5 11 0,28-2 9 16,-36-2 1-16,-2-1-2 0,-16-2 3 0,-7 0 14 15,1 0 17-15,-13 0 25 0,-6-2 4 0,-1 1 18 16,-3 0 4-16,-1 1 5 0,-3-3 0 0,-5 3-16 0,9 0-13 0,-6-3-37 15,-3 3-48-15,0 0-69 0,-2-9-73 0,2 9-73 16,-12-6-94-16,5 4-100 0,-3 0-101 0,-3 1-93 16,-3-2-520-16,3 0-1132 0,3-1 502 0</inkml:trace>
  <inkml:trace contextRef="#ctx0" brushRef="#br1" timeOffset="21301.36">15008 2331 247 0,'-2'-5'271'16,"2"-1"-10"-16,0 3-9 0,0-2-22 0,0 0-19 16,0 5-29-16,-1-4-19 0,1 4-15 0,-1-3-16 31,1 3-19-31,0 0-15 0,0 0-13 0,0 0-6 16,0 0-6-16,9 7-17 0,-4-1-2 0,0 1-5 0,3 4-4 15,-3 1-4-15,6 3-5 0,-2-1-2 0,1 3-5 0,2-3 1 0,-1 3-4 16,1 1-3-16,3-4-2 0,-4-2 0 0,1 3 1 15,-4-6 0-15,2-1-4 0,-1-2 1 0,-4 0 1 16,0-4-4-16,7 2 1 0,-6-4 20 0,3-1 6 16,0-2 8-16,4-4 14 0,0-3-1 0,-4 1 6 15,3-4-2-15,0-1 4 0,-3-2-4 0,1-1 6 16,0 2-4-16,-5 0 2 0,3 3 11 0,-3 0 0 16,0 2-1-16,-1-2-4 0,1 5 6 0,-5 0-5 15,4 3-8-15,-4-1-10 0,0 5-8 0,5-6-11 16,-5 6-23-16,0-6-31 0,2 5-39 0,-2 1-36 15,0 0 2-15,0 0 5 0,3 15 8 0,-6 1 10 16,-1 8 8-16,-1 6 6 0,-5 15-4 0,3 6 18 16,-2 0 8-1,1 7-5-15,-2-1 16 0,1 0 4 0,3-2-3 16,1 1 5-16,3 0 6 0,4-2-1 0,1-2 7 16,-1-1-4-16,3-15-1 0,1 11-11 0,-1-15 20 15,2 0-7-15,-2-3 3 0,-1-1-3 0,-2-9 7 0,0 0-9 0,0-2 8 16,-6 0 0-16,2-5 7 0,-2 1-4 0,-3-4 6 15,1 1 4-15,-9 0 9 0,1-3 4 0,-7-3 3 16,2-1 4-16,0-3 5 0,-8 0 0 0,-4-6 14 16,5-2-10-16,0-1 7 0,-2-3-7 0,-1-5-6 15,-1-1-6-15,2-2-5 0,2-4 14 0,2-4 4 16,6-4-5-16,1-10-4 0,4-4-10 0,13-4-10 16,5 1 6-16,6 1-6 0,7 5-1 0,9-1-6 15,-3 5 4-15,-1 11-12 0,3 3 5 0,1-2-1 16,1 1-1-16,4 4 0 15,2 3-10-15,-2 2 13 0,1-1 1 0,0 2-3 16,-4 3-2-16,-4 1 8 0,0 2 0 16,-9 2-2-16,-4 5 0 0,0 0-7 0,-7 1 11 15,3 0-7-15,-3-3-2 0,3 4 8 0,-6-1-13 16,-2 2 1-16,8-2 0 0,-8 2-2 0,5-1-4 16,-5 1 2-16,3-2-19 0,-3 2-13 0,0 0-18 0,0 0-20 15,5-4-17-15,-5 4-14 0,0 0-17 0,0 0-21 0,0 0-22 16,0 0-30-16,0 0-32 0,-13 7-62 0,8-7-306 15,5 0-639-15,-14 0 284 0</inkml:trace>
  <inkml:trace contextRef="#ctx0" brushRef="#br1" timeOffset="21663.68">15834 2155 73 0,'0'-3'402'0,"0"3"-28"0,3-6-13 0,-3 3-32 16,0 3-22-16,0 0-36 0,0-5-33 0,0 5-42 0,0 0-9 16,0 0-39-16,0 0-46 0,0 0-30 0,0 0-7 15,0 0-14-15,-4 13 2 0,-2-1-4 0,2 4-11 16,-4 1-17-16,-1 1-22 0,-1 7-31 0,-3 0-30 16,2-2-34-16,-2-1-33 0,3-4-53 0,3-1-43 15,-4-1-210-15,4-1-472 0,2-10 209 0</inkml:trace>
  <inkml:trace contextRef="#ctx0" brushRef="#br1" timeOffset="21836.8">15967 2162 135 0,'0'-5'349'0,"5"1"-34"0,-3 1-35 15,-1 0-33-15,-1 3-30 0,0 0-23 0,3-4-25 0,-3 4-12 0,0 0-16 0,-9 17-15 16,3-1-11-16,1 2-26 0,-9 8-30 0,5 5-36 15,-1 3-52-15,-3-2-48 0,7 2-72 0,-1 1-83 16,-3-2-124-16,8-5-383 0,-3 1 169 0</inkml:trace>
  <inkml:trace contextRef="#ctx0" brushRef="#br1" timeOffset="22634.89">16106 2907 124 0,'-29'1'296'16,"10"1"-16"-16,1 2-16 15,8-1-21-15,-3-3-20 0,4 2-22 0,4-2-14 16,-3 1 4-16,8-1-9 0,-7 1-15 0,7-1-9 16,-8 1-11-16,8-1-6 0,0 0-9 15,0 0-11-15,0 0-8 0,0 0-11 0,0 0-1 16,0 0-6-16,0 0-7 0,0 0-2 0,15-8 16 0,-15 8-1 16,0 0-19-16,0 0 0 0,8 0-8 0,-8 0-5 15,0 0-2-15,0 0-10 0,0 0-7 0,5 0-5 0,-5 0-6 0,0 0-22 16,0 0 16-16,4-4 0 0,-4 4-4 15,0 0-6-15,0 0-1 0,0 0 1 0,0 0-22 16,0 0 21-16,0 0-13 0,0 0 5 0,0 0 0 16,0 0-2-16,5-1-3 0,-5 1 5 0,0 0-4 0,0 0 1 15,0 0-7-15,0 0-5 0,0 0 11 0,0 0-3 16,0 0 3 0,0 0-5-16,0 0 4 0,0 0 8 0,0 0-4 15,0 0 5-15,0 0-3 0,0 0-2 0,0 0 8 16,0 0-3-16,0 0 7 0,0 0-8 0,0 0 4 15,0 0-2-15,0 0-7 0,0 0 1 0,0 0-1 16,0 0-6-16,0 0 7 0,0 0-5 0,0 0-22 16,0 0 24-16,0 0-5 0,6 5 2 0,6-5 3 15,7 0-2-15,-1 0-1 0,16 3 0 0,4-6 0 0,1 3-4 16,16-2 6-16,0 2-8 0,1-3 10 0,-4 1-13 16,-12 2 8-16,-3 0-2 0,-1 0-1 0,-5 1-3 0,-8-1 2 0,-5-1-4 15,-4 1 4-15,-3 0 3 0,-1 0 3 0,-2 0 0 16,-1 0 10-16,-1 0 2 0,-6 0 4 0,6-2 2 15,-6 2 1-15,0 0-8 0,9 0-1 0,-9 0-13 16,0 0-13-16,0 0-17 0,0 0-19 0,4 2-36 16,-4-2-41-16,0 0-30 0,0 0-28 0,0 0-29 15,-23 5-34-15,23-5-48 0,-9 0-48 0,9 0-261 16,0 0-646-16,0 0 285 0</inkml:trace>
  <inkml:trace contextRef="#ctx0" brushRef="#br1" timeOffset="23467.56">16909 2656 202 0,'-1'-3'318'16,"-2"1"-22"-16,3 2-31 0,0 0-26 0,-1-5-29 15,1 5-24-15,0 0-30 0,0 0-5 0,0 0-18 0,0 0-13 0,0 0-14 16,0 0-5-16,5 14-14 0,0-6-6 16,2 1-9-16,0 0-12 0,1 2-8 0,0-1-4 0,3 3-13 0,-1-1-9 15,-1-3-3-15,0 2-6 0,5-3-3 0,-3 1-4 16,0-3 3-16,0-1-5 0,0-1 2 0,-4-1-3 15,6-2 5-15,-4-1-4 0,2-2 3 0,1-2-3 16,-3-2 2-16,2 0 9 0,1-2 6 0,-3-1 9 16,1-1 2-16,-1 2 0 0,0-7 7 0,1 2 13 15,0 0 11-15,-3 4-9 0,-2-1 5 0,1 2 8 16,-2 1-2-16,0 3 13 0,0-1-37 0,-2 2 19 16,1-1-15-16,0 2-7 0,-2-2-20 0,-1 4-18 15,0 0-17-15,0 0-4 0,0 0 8 0,5 13-1 16,-5-4-3-1,0 11 2-15,0-3 0 0,0 10 4 0,-1 6-15 16,-1 1 15-16,-1 11-1 0,-1 6 5 0,0 1 3 0,-4 1 2 16,6-5-12-16,-5 1 12 0,5-13 3 15,-2 9-16-15,0-12 17 0,0 2-3 0,-1-3 0 16,-1-3 6-16,-2-2-21 0,-1-3-6 0,0-4 1 16,-2-6-2-16,-1 0 7 0,-7-2-2 0,1-2 6 0,-2-7 0 0,-8-1 10 15,-2-6-9-15,-4-4 4 0,3-5-2 0,0 0 7 16,2-4 20-16,0-3 23 0,3 0 15 0,5-4 27 15,5-2-2-15,2-3 16 0,4-5-3 0,7 1-6 16,7 1-10-16,7-14-6 0,9 3-8 0,-1 11-3 16,17-5-13-16,-2 6-3 0,-2 7-12 0,10-3-1 15,-6 10-7-15,-2 3 4 0,16-2-8 0,-13 5-4 16,16 1-5 0,-15 3 0-16,-1 1 0 0,0 0-8 0,-5 2-13 15,-5 1 17-15,-8 0-2 0,-2 2 1 0,-6 1-13 16,-2-1-9-16,-1 1-7 0,-1 0-12 0,0 0-14 15,-7 0-31-15,8 0-26 0,-8 0-34 0,0 0-29 16,6 0 0-16,-6 0-20 0,-1 7-21 0,1-7-41 16,-3 5-53-16,3-5-253 0,0 0-597 0,-4 6 264 15</inkml:trace>
  <inkml:trace contextRef="#ctx0" brushRef="#br1" timeOffset="23820.95">18027 2914 267 0,'-9'0'383'0,"9"0"-6"0,0 0-25 0,0 0-25 0,0 0-28 15,0 0-36-15,0 0-40 0,0 0-36 0,21-5-37 16,-1 5-52-16,7 0-61 0,4-2-60 0,-1 2-68 15,2-2-90-15,-1 2-264 0,-3-5-482 0,-9 4 214 16</inkml:trace>
  <inkml:trace contextRef="#ctx0" brushRef="#br1" timeOffset="23952.47">18008 3035 127 0,'-9'5'223'0,"1"-2"-5"0,2 1-9 0,2-3-9 15,4-1-9-15,4 7-13 0,6-5-17 0,8 0-16 16,15 3-69-16,4-3-107 0,13-6-253 0,4 1-305 16,-2-3 135-16</inkml:trace>
  <inkml:trace contextRef="#ctx0" brushRef="#br1" timeOffset="25377.4">19469 2063 47 0,'3'-3'175'0,"5"-2"-20"0,-2-2-15 0,3 3-13 15,1-1-10-15,3 1-14 0,5 0-36 0,-2 0-1 16,3 1-3-16,0 0-5 0,1 1 3 0,1 2-8 16,-1 0-11-16,1 2 1 0,-1 1-18 0,-4 3 16 15,1-2-5-15,0 4-4 0,-3 1-6 0,-2 3-4 0,-6 0-1 0,3 5-1 16,-8 3 6-16,-4 5-11 0,-5 5 8 0,-6 1 0 16,-13 10 5-1,-4 5-3-15,-5-5-1 0,-1 2-4 0,-4-3 0 0,-2 2-2 16,1-6-1-16,0-1 3 0,-2-8-8 15,13-6 11-15,3-3 6 0,-1-1 10 0,5-3 4 16,3-4 9-16,7-2 12 0,2-3 10 0,1-1 23 16,5 1 24-16,-1-2 42 0,1-3 15 0,6 0-13 15,-4-6-18-15,4 1-14 0,4-4-14 0,2-1-10 16,3-7-15-16,2-2-9 0,6 1-8 0,0-4-9 16,1 1-3-16,2 2-15 0,-3-2-1 0,-2 8-5 15,-1-1-10-15,-1 4 0 0,-5 1-10 0,0 3 4 16,-2 3-13-16,-1-3-3 0,1 3-1 0,1 1-14 15,-7 2 2-15,11 5-3 0,-1 2 1 0,-1-2-4 0,0 8-1 16,0 0 0-16,4 4 0 0,1 4 2 0,0 4 2 0,-1 0 7 16,2-1 4-16,1 5-4 0,0-4 2 0,0-2 3 15,0-3-5-15,-3-4 6 0,2-3-1 0,-3-2-2 16,3-1 0-16,1-2 3 0,-4-2 0 0,1-5 5 16,6-1 7-16,-1 0 5 15,-1 0 3-15,-1-6-11 0,2-1 2 0,-1 0 2 0,-1-4 4 0,1 1 4 0,-3-2-10 16,0-1 4-16,0 0 15 0,-1-2-14 0,1 2-12 15,-5 4 4-15,-2 1 2 0,1 1-2 0,-4 1 1 16,1 0-7-16,-1 2-1 0,0 1-11 0,0 0-46 16,-3-1-52-16,-1 4-25 0,0 0-6 0,4 7-36 15,-4 4-42-15,-4-3-51 0,3 5-82 0,-7 1-181 16,3-2-564-16,-3-2 251 16</inkml:trace>
  <inkml:trace contextRef="#ctx0" brushRef="#br1" timeOffset="25856.18">18831 2970 58 0,'-8'0'218'0,"3"1"-13"0,5-1-25 0,-6 0-10 16,6 0-8-16,0 0-15 0,-10 0-6 0,10 0-23 15,-6 1-6-15,6-1-10 0,0 0-6 0,0 0-3 16,0 0 0-16,-5-4-3 0,5 4 3 16,0 0 1-16,0 0-3 0,0 0-8 0,0 0-5 15,0 0-6-15,0 0-8 0,0 0-9 0,0 0-7 16,0 0-1-16,0 0-6 0,0 0-4 0,0 0-4 15,0 0 1-15,0 0 8 0,0 0 6 0,32 0 2 0,-5-3 1 0,9 2 5 16,2 0 7-16,30-2 1 0,33-2 8 0,0-2-1 16,11 3 5-16,-1 4 1 0,12-1 1 0,2-3-9 15,8 2 3-15,5 2-2 0,-2-3 7 0,-5 3-2 16,0-2 2-16,-9 7-12 0,-6-12-8 0,-7 3-1 16,-7 2 4-16,-38-1-15 0,-2-1-5 0,-9-3 3 15,-16 5-1-15,-5 1 3 16,-1-6 5-16,-17 5 9 0,0 1-7 0,-2-1-1 15,-2 1-3-15,-3-2-6 0,1 3-22 0,-8 0-22 16,9-1-37-16,-9 1-49 0,0 0-40 0,0 0-35 16,-24 1-35-16,6 2-29 0,-10 2-41 15,-3 1-58-15,-3-3-238 0,-1 3-610 0,1-1 271 16</inkml:trace>
  <inkml:trace contextRef="#ctx0" brushRef="#br1" timeOffset="26264.99">19383 3292 2478 0,'-6'-7'42'0,"0"-1"-12"0,0-6-22 0,1 5 22 15,1-3 28-15,1-1 19 0,-1-3 18 0,1 5 18 16,2 1 3-16,-2 0 25 0,2 1 2 16,-1 4-9-16,1 0-18 0,0 1-18 0,0 1-31 15,1 3 5-15,-3-4-16 0,3 4-2 0,0 0-13 16,-1 12-5-16,-2 4-1 0,1 3-4 0,-2 8-4 16,-4 6-1-16,2 2-2 0,-2 1 9 0,4 12-13 15,-3-1-6-15,0-1-2 0,2-11-2 0,1 1 12 16,3-5-7-16,-3 2-1 0,4-1-1 0,0-3 2 15,0 0-10-15,0-8 5 0,0-1 3 0,1-3-6 0,-1-4 7 16,0-3-4-16,3 1 7 0,-3-6 1 0,0 1-7 0,0 0 2 16,0-5 4-16,0-1 0 0,1 6 2 0,-1-6-17 15,0 4-19-15,0-4-67 0,0 0-58 0,0 0-49 16,0 0-54-16,0 0-64 0,-1-17-275 0,2 7-632 16,3 4 280-1</inkml:trace>
  <inkml:trace contextRef="#ctx0" brushRef="#br1" timeOffset="26533.48">19536 3692 90 0,'0'0'338'15,"-6"1"-8"-15,6-1-11 0,-5 2-20 0,5-2-26 0,0 0-22 16,0 0-22-16,0 0-25 16,0 0-19-16,24-4-16 0,0 0-18 0,8 1-20 0,4 1-15 15,2-1-7-15,17 1-12 0,-1-5-9 0,-2 3-10 0,-11 0-27 0,-5 1 10 16,-4-3-19-16,0 3-19 0,-13 3-28 0,0-1-29 16,-5-3-19-1,-3 3-36-15,-3-1-50 0,-2-1-58 0,-4-1-57 0,-2 1-224 16,-5-2-516-16,-2 2 228 0</inkml:trace>
  <inkml:trace contextRef="#ctx0" brushRef="#br1" timeOffset="26779.57">19791 3485 332 0,'0'0'368'0,"-3"-4"-16"0,3 4-18 0,0 0-28 0,0-4-36 15,0 4-34-15,0 0-27 0,0 0-29 0,0 0-21 0,0 0-14 16,-8 12-17-16,2-1-10 0,5 1-9 0,-4 7-13 16,1 0-9-16,0 8-9 0,0 2-4 0,-1 3-3 15,5-3-9-15,1 3-9 0,-1-4-33 0,4 1-33 16,0-10-32-16,-3 0-40 0,6-1-45 0,-1-2-73 16,4-1-91-1,-3-9-210-15,3 0-544 0,2-3 242 0</inkml:trace>
  <inkml:trace contextRef="#ctx0" brushRef="#br1" timeOffset="27158.21">20242 3739 18 0,'0'0'379'0,"0"0"-33"0,0 0-29 15,0 0-37-15,0 0-22 0,0 0-29 0,0 0-18 16,26-6-29-16,-8 0-26 0,11 2-4 0,1-3-14 16,1 0-11-16,1 1-17 0,0-1-12 0,-2-2-11 15,1-1-9-15,-3-3-3 0,-1 2-6 0,0 0 8 0,-8 1-1 0,3-4 3 16,-6 1-11-16,-3 0-6 0,0-2-9 0,-3-2-2 31,-3-1-11-31,-4 0 4 0,1-1 9 0,-5 3-10 0,-5 0-1 16,-2 3-8-16,-4 1-3 0,-3 3-4 0,-3 0-8 15,-9 4-6-15,-1 1-2 0,-4 4-3 0,1 4-3 16,2 1-2-16,-2 4-12 0,2 4 14 0,-3 2 0 16,5 2-5-16,0 4-5 0,5 1 5 0,2-3 2 15,4 2-4-15,3 4 1 0,1-3 4 0,10-4 3 16,3 0-2-16,4 2 0 0,11 1-7 0,4 0-16 16,6-6-35-16,3-3-53 0,4-4-64 0,8-1-95 15,-3-7-325-15,15-4-639 0,-15-3 284 0</inkml:trace>
  <inkml:trace contextRef="#ctx0" brushRef="#br1" timeOffset="27712.64">20827 3243 236 0,'5'-4'304'0,"4"2"-23"15,-1-1-22-15,1 1-25 0,1 2-27 0,2 2-18 16,-1 2-22-16,-1 0-8 0,-1 2-18 0,0 2-8 16,1 7-15-16,-1-2-20 0,-3 5 2 0,-2-1-6 0,-2 2-8 15,-2 0-6 1,-4 8-4-16,-5-2-9 0,-4-2-8 0,3 0-2 16,-3-2-6-16,2-5-1 0,-1-3-17 0,2-4 10 15,1 4 2-15,1-8 5 0,2 4-15 0,-2-4 24 0,3 0 5 0,1 2 32 16,0-3 37-16,3-3 25 0,1-1 25 0,0 0-12 15,0 0-20-15,0 0-21 0,26-17-9 0,-12 8-13 16,9-4-10-16,0-4-9 0,2 1-11 0,3-2-8 16,-1-1-11-16,0-3-6 0,1 3-8 15,-2-1-2-15,-5 2-6 0,-6 4 5 0,-5 3 7 16,0 5 6-16,-4-1-5 0,1 2-3 0,-1 0-13 16,-4 3-16-16,2 0-29 0,-2-1-16 0,-2 3 5 15,0 0-4-15,-4 12 6 0,-4-1 2 0,-1 3-2 16,2 4 8-16,0-1-25 0,1 1-2 0,-2 5-11 15,6 3-13-15,3-9-37 0,8 7-10 0,5 0-33 0,1-3-40 0,6-3-57 16,0-1-87-16,6-8-381 0,1-2-766 0,0-1 338 16</inkml:trace>
  <inkml:trace contextRef="#ctx0" brushRef="#br1" timeOffset="28914.99">20396 3734 163 0,'0'0'260'0,"0"0"-1"0,0 0-7 16,0 0-14-16,0 0-25 0,0 0-25 0,0 0-18 0,0 0-15 0,13-9-18 15,-5 5-13-15,1-1-11 0,0 1-15 0,3-4-10 16,4 0-7-16,0-1-10 0,2 2-4 0,3 1-10 15,0-2-4-15,-3-1-8 0,1 2-3 0,-1-1-5 16,3-1-3-16,-3 2-4 0,-7 2-2 0,1-2-3 16,0-1 2-16,-1 2-1 0,-1-1 5 0,-1 1-1 15,-3 2 3-15,2-2 1 16,-1 2 9-16,-3-2-1 0,1 2-19 16,-1 1 7-16,0 1-4 0,-1-5-5 0,1 5 1 15,-2-1-3-15,-2 3 5 0,5-1-9 0,-5 1 1 0,0 0-5 0,3-6-1 0,-3 6-2 16,2-2 3-16,-2 2-10 0,0 0 10 0,0 0-6 15,4-5 2-15,-4 5 0 0,0 0-1 0,0-3 1 16,0 3-3-16,0 0-2 0,0-3-11 16,0 3 16-16,0-6-3 0,0 6 2 0,0 0-2 15,0-6-12-15,0 6 7 0,0 0 3 0,0 0 0 16,-2-5 2-16,2 5-3 0,2-3 4 0,-2 3-4 16,0 0-3-16,-2-6 1 0,2 6 7 0,-2-2 0 15,2 2-1-15,-4-4-12 0,4 4 11 0,-5-5 2 16,5 5 1-16,-1-5-5 0,-3 3 17 0,4 2-4 15,-2-4 1-15,0 1-2 0,2 3 6 0,-2-4-8 0,-3 0-3 0,5 4-13 16,-5-4 12-16,-1 3-3 0,0-2-2 16,-2 3 0-16,-2-4-3 0,-2 3 6 0,-1 2-7 15,-6 0-1-15,-1 3 6 0,0 1-1 0,-7 3-1 0,0 3-3 16,-1 3 2-16,-1 1 3 0,-1 1-6 0,4 1 3 31,0 3 5-31,0-2 6 0,3 3-2 0,4-2 9 0,5 2 5 16,3-4 9-16,2 1 0 0,6 1 11 0,1-1 13 15,7 8 10-15,11-2 2 0,1-3 1 0,10-4-8 16,2-5-3-16,21 5-1 0,-1-2-5 0,8-2-8 16,1-7-6-16,0 4 2 0,-1-5-9 0,-5 1 0 15,-14-2-5-15,-2-2-4 0,-6-2-19 0,-10-2 20 16,-2 2-3-16,-5 0 2 0,-4 0-14 0,-2 2-18 16,-7-2-10-16,14-3-58 0,-13 3-46 0,-1 0-54 0,0 0-46 0,0 0-78 15,-10-14-337-15,1 4-691 0,4 5 305 0</inkml:trace>
  <inkml:trace contextRef="#ctx0" brushRef="#br1" timeOffset="31834.92">22703 2694 60 0,'0'0'78'0,"0"0"11"0,0 0 8 16,0 0 11-16,0 0 7 0,0 0 18 16,0 0 5-16,0 0 15 0,0 0 8 0,0 0-1 15,9-9-15-15,-3 5-13 0,4-4-14 0,4-2-15 16,4-5-2-16,0-2-7 0,5-1-1 0,-3-7-5 0,3 5-4 0,-3-11-3 16,4 3-7-16,7-12-2 15,-2-5-9-15,-5 2-7 0,3-2-11 0,-2 2-2 16,-2-1-7-16,-2 1-4 0,-8 9-8 0,1 4 10 15,-2 1-3-15,-2 1 5 0,-3 3 15 0,-3 8 1 16,-3-1-5-16,1 6 0 0,-1-1-7 0,0 3 4 16,-2 0-10-16,1 3-4 0,0 3-9 0,0-2-15 0,-4 4-19 0,4 2-8 0,-14 3-1 15,4 4 0-15,-4 7 1 0,-5 6 2 0,0 6 7 0,-1 3-6 16,-4 15 0-16,0 4 4 0,2 1 3 0,5 1 2 16,7 0-4-16,-2-5 2 0,8-10 2 15,6 3 3-15,-2-6 2 0,2 1 3 0,5-7 1 16,3 1 8-16,1-4-7 0,0-7 4 0,3-1 5 15,3-1 1-15,-2-3 6 16,4-2 3-16,-1-4 4 0,1-1 9 0,-6-1 17 16,0-2 25-16,-3-1 23 0,-1-2 13 0,1-3 1 15,-3 1 1-15,0-3 0 0,2-3-8 0,-4 1-5 16,0-7-11-16,-3 2-2 0,0-2-10 16,0 0-11-16,-2-1-10 0,-4 3-8 0,1 2-13 0,-1 0-17 15,-4 0 0-15,0-2-33 0,1 8-29 0,-3 0-39 0,0 0-32 16,-2 4-29-16,-2 2-29 0,3 0-33 0,-3 0-28 15,5 4-15-15,2 3-36 0,1-1-209 0,1-3-533 16,1 3 237-16</inkml:trace>
  <inkml:trace contextRef="#ctx0" brushRef="#br1" timeOffset="32435.88">23257 2424 177 0,'2'-3'312'0,"-2"3"-21"0,0 0-30 16,2-5-30-16,-1 2-28 0,-1 3-23 0,0 0-19 16,0 0-33-16,0 0-34 0,0 0-13 15,0 0-7-15,11 7-9 0,-8-4-4 0,0 2-7 16,3 5-6-16,1-2-6 0,2-1-7 0,-2 2-3 0,1-1-8 0,0-1-4 16,1 0-1-16,-2 0-4 15,2-2-2-15,0 1 3 0,0-3-4 0,-2 0 1 16,2-3 1-16,3 0-3 0,-3-3-1 0,0-1 3 15,4-3-3-15,-4 1 2 0,1-1 11 0,3-7-2 16,-4 4 10-16,0-4 3 0,1 6 2 0,-4-4 18 16,1 3-1-16,-1 1 27 0,-2 3 3 0,1-2-5 0,-1 2-8 0,-2 1-4 0,2-1-7 15,-1 2-16-15,-3 3-27 0,4-4-27 0,-4 4-22 16,0 0 2-16,4 9 5 0,-2 3 1 0,0 1 2 16,-1 8 3-16,1 8 1 0,-2 3 11 0,-2 2-9 15,1 13 3-15,-2-1 2 0,-3 1 4 0,-1-3 2 16,1 4-1-16,-3-2 7 0,4-11-4 0,-6 12 3 15,1 2 2 1,1-4-1-16,0-10 8 0,2-2-3 0,-10-2-1 16,4 1 4-16,-5-5 1 0,8-10 2 0,-4-3 12 0,1 0 15 15,-2-6 18-15,3-2 9 0,-2-2 7 0,-7-5-3 16,0-3 0-16,2-4 23 0,1-2 16 0,-5-6 7 16,9-4 8-16,-1-6-3 0,6-6-17 0,5-1-9 0,8-17-10 0,6 0-17 15,9-1-10-15,8 0-7 0,4 5-10 16,1 3-5-16,2 2-1 0,-2 5-7 0,5 2-5 15,-10 12-3-15,1 1-5 0,0 1-7 0,0 2 4 16,-3 4-9-16,-9 4-3 0,2 3 4 0,-5 3-9 16,-2-1 3-16,1 0-11 0,-7 4-1 0,0 0 6 15,1-2-13-15,-6 3-37 0,8-2-8 0,-8 2-10 16,0 0 8-16,8 5 1 0,-8-5-4 0,1 9-12 16,-2-2-16-16,-2-2-14 15,-2 5-24-15,1-2-35 0,-1 3-40 16,-4-3-54-16,4 3-285 0,0-6-597 0,1 2 264 15</inkml:trace>
  <inkml:trace contextRef="#ctx0" brushRef="#br1" timeOffset="33257.68">24722 2406 197 0,'1'-14'337'0,"-1"4"-7"0,0 5-14 15,-1-3-10-15,1 2-21 0,0 2-23 0,0-2-26 16,1 4-39-16,-1-3-20 0,0 5-24 0,0 0-18 16,0-4-34-16,0 4-27 0,0 0 4 0,0 0-12 15,10 18-2-15,-6-6-24 0,0 1 15 0,0 5-10 16,2 0-2-16,4 8-7 0,-3 1 1 0,-3-3-9 0,3 4-1 0,1-5 0 16,-2 1-4-16,-1-7-5 0,0 1-1 0,1-1 3 0,-1-1 0 15,0-6-3-15,-3-1-2 0,2 0 7 0,-3-3-6 16,2-1 0-16,-2 1 31 0,-1-3 45 0,0 0 37 15,0-3 47-15,4 2 49 0,-4-2 31 0,0 0-30 16,9-9-22-16,-3-1-18 0,7-2-28 0,-2-5-9 16,6-7-19-16,1 0-12 0,4-4-14 0,0-5-13 15,6-6-10-15,-7 11-16 0,-1-2-3 0,-1 9-3 16,-5-4-5-16,-3 11-1 0,-2-2-5 0,-1 7-9 16,0 0 1-16,-5 4-8 0,3 0-7 0,-4 3-6 15,3-3-4-15,-3 1-8 0,0 1-20 0,-1 1-27 16,-1 2-39-16,0 0-28 0,3-3-29 0,-3 3-33 15,0 0 3-15,0 0 20 16,10 10 21-16,-5-2-16 0,0 1-3 0,3 2-6 16,2 3-5-16,-1-1-6 0,4 1-12 0,5-1-11 15,0 4-12-15,7-2-16 0,1-1-24 0,7 0-16 16,0-3-29-16,4-4-13 0,-1-1-18 16,0-3-164-16,2-5-516 0,0 1 229 0</inkml:trace>
  <inkml:trace contextRef="#ctx0" brushRef="#br1" timeOffset="33606.55">25747 2420 100 0,'13'-14'142'0,"0"2"8"0,-5-2 16 15,-4 2 8-15,2 2 19 0,-6 0 1 0,0-3-9 16,0 7 2-16,-2-4-12 0,-1 3-17 0,-1-2-17 16,-1 3-16-16,0 2-15 0,-4-1-14 0,-5 5-8 15,-5 0-10-15,-2 3-9 0,1 4-9 0,-7 4-8 16,-1 1-5-16,4 2 1 0,-6 4-8 0,2 2-10 16,0 1 0-16,1 3-5 15,-2-1-1-15,5 5-4 0,-1-3 1 16,6 0-4-16,1 0 0 0,4-1-3 0,4-7 3 15,1-2-3-15,4-6-3 0,1 3 6 0,0-2-5 0,2-3 4 16,-1-1 8-16,8 1 14 0,-1-4 11 0,5-1 1 16,5 0 1-16,4-5-4 0,1-1-5 0,0-1 3 15,2 0 0-15,-1-5 6 0,7-1-1 16,-4-2-7-16,1-3 5 0,-1 1-11 0,3-4-2 0,-2 6 6 0,-7 0 4 16,1 1-6-16,-3 2 0 15,-4 2-4-15,-2 3 11 0,0 0 9 0,-1-2-22 16,-2 4-4-16,0 1-10 0,-1-1-5 0,-3 1-22 15,-2 2-30-15,5-2 0 0,-5 2-5 0,10 7-18 16,-6-5-21-16,3 6-21 0,-1-1-21 0,-1 2-22 16,-1-1-24-16,2 2-38 0,0-1-46 0,-3 1-219 15,0-3-513-15,-2-2 226 0</inkml:trace>
  <inkml:trace contextRef="#ctx0" brushRef="#br1" timeOffset="34091.78">25914 2365 211 0,'9'-7'229'0,"-1"0"-21"0,3 2-20 0,1 0-19 15,-1 2-19-15,3 3-16 0,-2 0-15 0,0 4-6 0,1 0-10 16,0 1-7-16,2 4-12 0,-2 3-7 0,-4-3-9 16,2 4-4-16,-4 2-6 0,2 2-4 0,-5-3-6 0,-2 3-3 15,1 1-4-15,-3-1-5 0,0 0-2 0,-3-1-2 16,1-4-4-16,0-1 1 0,1 0-3 0,0-2-2 15,-2-6-2-15,3 4 1 0,-2 0 3 0,1-4 37 16,-1-3 35-16,2 0 38 0,0 5 22 0,0-5 3 16,0 0-42-16,12-8-11 0,-5-1 0 0,6-3-23 15,1-1-3-15,4-8-6 0,4 1-5 0,-2-3-14 16,-1 0-1-16,7-1-8 0,-3 5 14 0,-3-4-1 16,0 6 1-16,-4 3 2 15,-4 2 12-15,-2 3 10 0,-3 1 5 16,-1 1-8-16,-1 3-18 0,0 2-4 0,-2-1-7 15,1 0-12-15,-4 3-8 0,7-5-8 0,-7 5-24 16,4-2-26-16,-4 2-24 0,0 0 2 0,0 0 3 16,4 13 2-16,-2-4 1 0,-2 1 7 0,0 2 4 15,-2 5 6-15,0-1-3 0,2 4 10 0,-4 6-1 0,2-6-1 16,2 0 3-16,-3 6 3 0,1-10-2 0,2 2 11 0,-2-2-6 16,1-4 2-16,0-2 5 0,-1 2 1 0,0-7 4 15,1 4-4-15,1-5 8 0,0-4 3 0,-4 6-5 16,4-1 9-16,0-5-6 0,0 0-1 0,-2 6 0 15,2-6-11-15,0 0-47 0,0 0-67 0,-10-10-67 16,4 3-91-16,-7-6-91 0,3-3-204 0,0-7-620 16,-2-5 275-1</inkml:trace>
  <inkml:trace contextRef="#ctx0" brushRef="#br1" timeOffset="34223.32">26324 2106 240 0,'0'0'270'0,"1"-4"-34"0,-1 4-24 0,2-3-27 16,-2 3-36-16,0 0-17 0,0 0-13 0,0 0-30 0,12 7-36 0,-3 0-38 16,-1 1-57-16,1 2-71 0,0-1-145 0,-1 2-279 15,1 2 124-15</inkml:trace>
  <inkml:trace contextRef="#ctx0" brushRef="#br1" timeOffset="34993.42">26881 2367 257 0,'0'-11'345'0,"-3"-1"-18"0,1 2-32 16,-2 0-24-16,-1 3-32 0,1-3-21 0,-1 6-28 0,-4-2-18 0,-1 4-22 16,-2 0-15-1,-3 5-21-15,-1 1-12 0,-2 3-10 0,0 0-9 0,1 6-10 16,-6 2-3-16,9-1-21 0,-6 5 6 0,3 0-8 15,-1 3-4-15,9-6-11 0,-1 2-10 0,1-1 1 16,3-3-6-16,0 3-4 0,5-5-4 0,-1 0 0 16,-1-3-1-16,1-1 5 0,2-1 0 0,0 0 17 15,2-4 22-15,3 0 4 0,0-3 9 16,-5 0-2-16,23-5 0 0,-9 0 7 0,4 0-4 16,-1-4 2-16,1 0 3 0,4-7-3 0,-6 4-9 0,8-2-4 15,1-3 9-15,-9 5-6 0,2-2-5 0,-2 5 5 16,0-3 3-16,-2 1-1 0,-4 6 1 15,-2 2 0-15,-3-4-9 0,-1 4-2 0,1-1-14 16,-1 1 5-16,2 0-13 0,-2 2-23 0,-4 1-32 0,7 0 15 0,-7 0-5 16,10 5 3-16,-5-1-1 0,6 1 0 0,-3 3-2 15,6 3-7-15,-1-1 3 0,0 4 3 0,5-4-8 0,-1 0-16 16,0 0-8-16,10-1-3 0,-8-1-2 0,-5-3-10 16,5 2 5-1,-6-5 7-15,0-2 1 0,0-2 7 0,0 0 3 0,-1-4 7 16,0-1-3-16,3-5 13 0,-5-2 11 0,-1 0 13 0,0-4 20 0,0-4 1 15,-4-3 12-15,0-3 13 0,-1 1-10 0,1-4 23 16,-1 0-1-16,-1 3 3 0,1-2-4 0,-1-4-10 16,1 5 6-16,0 0 12 0,-3 4 16 0,3 6 9 0,0 5 1 15,-4 2 4-15,1 2-10 0,-1 3-14 0,0-1-8 16,1 4-28-16,2 1-49 0,-3-1-47 16,0 4-73-16,0 0 22 15,0 0 13-15,-9 10 15 0,8 1 6 0,-8 7 7 16,-1 7 9-16,0 0 7 0,1 9 3 0,-2-1 10 15,2 2 6-15,-5 10 3 0,7-11 23 0,-1-2-18 16,0-1-10-16,7-2-8 0,-1 0-10 0,-1-9-9 16,0 1-10-16,3-6-13 0,2-1-15 0,-4-2-25 15,2-4-26-15,-1 0-12 0,0-4-7 0,0 1-41 16,1-5-280-16,0 0-536 0,0 0 239 0</inkml:trace>
  <inkml:trace contextRef="#ctx0" brushRef="#br1" timeOffset="35171.75">27125 2185 36 0,'0'0'168'0,"0"0"-13"16,0 0-4-16,0 0-14 0,37 8-13 0,-5-5-15 15,7 2-8-15,18-1-35 0,6 0-45 0,2-3-63 16,27 4-129-16,-33-1-186 0,-2-4 82 0</inkml:trace>
  <inkml:trace contextRef="#ctx0" brushRef="#br1" timeOffset="35468.17">27819 2191 119 0,'0'0'315'16,"0"0"-19"-16,0 0-21 0,-2 3-29 0,2-3-23 15,0 0-31-15,0 0-20 0,0 0-16 16,0 0-25-16,-3 4-17 0,3 1-11 0,0 1-7 16,0-1-11-16,0 1-1 0,0 6-9 0,0 2-7 15,3 4-8-15,-3-2-3 0,-3 1-8 0,3 3-1 0,0-1-4 0,-1 1-3 16,2 0-4-16,-1-2-10 0,0-1 9 0,-1 3-1 15,0-11-36-15,-1 6-30 0,1-6-29 0,-2 2-25 16,2-5-39-16,1 1-23 16,-1-2-15-16,-2-2-39 0,3-3-195 0,0 0-428 0,0 0 189 15</inkml:trace>
  <inkml:trace contextRef="#ctx0" brushRef="#br1" timeOffset="35625.51">27872 2009 157 0,'1'-4'238'0,"0"1"-29"0,0 1-27 0,-1 2-33 0,0 0-22 16,0 0-19-16,0 0-34 0,0 0-21 15,16 9-36-15,-11-1-34 0,1 1-59 0,1 0-128 16,0 0-220-16,2-1 97 0</inkml:trace>
  <inkml:trace contextRef="#ctx0" brushRef="#br1" timeOffset="35995.01">28270 2205 152 0,'-11'5'157'0,"-7"4"-16"0,1 3-10 0,-3 4-8 15,-2 2-11-15,2 4-8 0,3-4-13 0,0 2-4 31,3-4-11-31,3 2 12 0,3 0-2 0,1-3 1 16,4 2-13-16,-1-2 9 0,7 1-3 0,1-3 5 16,3-2-1-16,5 1 9 0,1-2-3 0,6-3-6 15,2-4-3-15,7 2-1 0,-8-5 4 0,3-3 5 16,-3 1 8-16,-1-5 3 0,0-1 6 0,-2-1 0 16,1-3-4-16,-2 1-4 0,-3-5-4 0,-2 2-10 15,-1-4-8-15,-3-3-6 0,-1 1-14 0,-4 2-2 0,-1-3-9 16,-1 2-2-16,-1 0-12 0,-3 2-11 0,-1 0-4 0,-8 2-16 15,6 5-8-15,-5-4-10 0,-2 10-8 0,-3-6 2 16,-2 5-12-16,1 2-16 0,-1 1-20 0,2 5-19 16,-3-1-37-16,6 1-32 0,5 1-14 0,-1 3-31 15,2 1-34-15,3 1-163 0,5-4-434 16,4 2 192-16</inkml:trace>
  <inkml:trace contextRef="#ctx0" brushRef="#br1" timeOffset="36326.3">28567 2259 61 0,'6'0'326'16,"-6"0"-32"-16,0 0-35 0,0 0-28 0,0 0-29 16,0 0-23-16,8 6-18 0,-11-2-17 0,3 1-13 15,-5 4-15-15,1-1-9 0,-2 4-12 0,-1 5-13 16,-3-1-3-16,1 0-7 0,0 4-4 0,-1-5-7 15,0 0-9-15,5-4-5 0,0-3-2 0,2-1-2 16,-1 2-5-16,3-6 8 0,-3 0 33 0,2 3 51 0,0-4 50 0,2-2 29 16,0 0-17-16,0 0-25 0,18-11-17 15,-4 2-18-15,4-3-10 0,6-3 0 0,-2 0-12 16,-3 6-8-16,7-6-4 0,-7 5-7 0,0 1-10 0,-4-1-7 16,-4 5-7-1,-1-1-1-15,0 2-16 0,-3 0-11 0,0 4-35 16,1 0-15-16,3 2-18 0,-2 1-28 0,5 2-27 15,-5 3-21-15,4 5-37 0,1 2-32 0,-4-1-47 16,3 3-52-16,1-2-81 0,-6 0-272 0,3-1-678 16,-2-5 300-16</inkml:trace>
  <inkml:trace contextRef="#ctx0" brushRef="#br1" timeOffset="37096.51">30169 2285 233 0,'-4'-9'246'16,"3"6"-25"-16,-3 0-24 0,-2 3-25 0,-1-1-15 16,-3 2-20-16,-4 0-12 0,-3 4-14 0,-2 6-15 0,-6 0-8 15,3 4-10-15,-4 1-7 0,2 1-7 0,1 0-13 0,5 2 1 16,0 2-9-16,8-4-1 0,-3-2-8 0,7 1 7 15,2-3 3-15,2 3 6 0,0-4 1 0,4-1 8 16,4 1 9-16,-1-2 12 0,10 0 5 0,2-1-8 16,2-4 10-16,3-1-2 0,6-3-9 0,-2-3 15 15,2-3 5-15,-8-1 6 0,-1-3 10 0,-1-1 3 16,0-2-14-16,-4-2 11 0,3-1-11 0,-3-3-4 0,-3-2-11 0,-3 3-5 31,0-7-12-31,-4-2-19 0,-2 6-16 0,-3 0-11 0,-2 3-10 0,-2-1-3 16,-4 2-22-16,0 1-21 0,-2 1-18 0,-2 2-18 15,-6 2-14-15,1 0-14 0,-3 4-23 0,2 2-16 16,-4 3-42-16,5 1-43 0,1 0-46 0,4 2-242 16,3 3-549-16,2-3 244 0</inkml:trace>
  <inkml:trace contextRef="#ctx0" brushRef="#br1" timeOffset="37479.65">30551 2043 2295 0,'0'-12'190'16,"0"5"-92"-16,3 0 3 0,-3 2-31 0,2 1-23 15,-4 1-24-15,2 3-13 0,0 0-8 0,0 0 0 16,0 0-5-16,-12 12-2 0,3 2 2 0,-5 10-2 16,0 3 2-1,-4 7-3-15,-4 17 8 0,-1-3-2 0,3 3 0 0,-3-3 1 0,9 1 2 16,1-6 11-16,4-9 2 0,4 0 7 15,0-3-1-15,5-2 4 0,0-4 8 0,1-6-1 16,2 1 4-16,-2-10 3 0,-1 1 4 0,4-1 7 16,-4-3 19-16,1-1 29 0,-1-2 51 0,0 1 42 15,3-3 40-15,-3-2 34 0,0 0 23 0,0 0-30 16,0 0-37-16,4-11-26 0,-7 0-34 16,3 1-30-16,-4-6-18 0,-1-1-21 0,-3-1-13 15,-3-5-9-15,2 6-9 0,1 0-4 0,-1 2-6 0,3 5 17 0,2 1-1 0,-1 1-8 0,3 4-7 16,0-3 0-16,0 4-2 0,0-1-8 15,2 4-18-15,8-7-33 0,15 2-27 0,14 2-37 16,23 3-53-16,37 2-78 0,-2-1-106 0,3 0-117 16,-1-5-441-16,2-1-940 0,-5-7 416 0</inkml:trace>
  <inkml:trace contextRef="#ctx0" brushRef="#br1" timeOffset="39023.37">2679 5116 129 0,'8'-28'270'0,"-3"1"-5"0,3 0-9 0,-1-3-1 0,0 4 0 15,-1 1-2-15,-2 7 2 0,0 1 7 0,-2 7-21 16,2 1-18-16,-4 2-21 0,1 1-36 0,1 2-63 16,-1 2-62-16,-1 2-16 0,0 0-5 0,1 26-6 15,-2 3-1-15,-3 17 0 0,0 7-1 0,0 4 0 0,-6 31-3 16,6 4 11-16,-5-5-10 0,4-3-1 0,0-1 4 0,0-24 1 15,5 1-4-15,-1 0-2 0,3-1 8 16,2-2-2-16,0-6-3 0,0 3 2 0,-2-6 6 16,2-14-3-16,-4-3-1 0,2-2 0 0,-1-10 0 15,-1-2-16-15,0-6-5 0,0 2-4 0,0-4 4 16,0-3 1-16,-3-3-32 16,-1-1-58-16,4-2-54 0,-15-9-68 0,5-1-76 15,0-5-157-15,-4-11-486 0,3-3 216 0</inkml:trace>
  <inkml:trace contextRef="#ctx0" brushRef="#br1" timeOffset="39679.35">2636 5280 187 0,'-4'-4'240'16,"0"2"-28"-16,-1-1-22 0,5 3-26 0,0 0-19 15,0 0-16-15,-4 7-11 0,4-7-14 0,8 13-5 16,1 3-15-16,5-3-9 0,10 8-4 15,3 1-3-15,2-3-5 0,3 2-7 0,9 6 4 16,-9-4-11-16,-1-2-2 16,-3-2-5-16,-4 1-4 0,-1-2-3 0,-7-7-3 15,-4 6 0-15,-3-7-4 0,-4 1 5 0,-2 0 10 16,-2-2 5-16,-6 1 1 0,-3 1-3 0,-7 0-3 16,-7 3-4-16,-7-1 0 0,2-3-5 0,-2-1-3 15,1-1-6-15,1-2 1 0,0-1-4 0,8-3-3 0,2 1 3 0,3-2-2 16,1 0-3-16,6 2-1 0,0-3-3 15,1 0-13-15,6 0-22 0,0 0-20 0,0 0-11 0,11-10-2 16,10 3-8-16,9-5-3 0,6 3 4 0,0-3 1 16,18-2-6-16,-4-2-3 0,3 2-3 0,1 1 9 15,-1-1 10-15,0-1 4 0,3 3 9 0,-5-2-3 16,-1-3 12-16,-13 5 4 0,0 2 21 16,-5-3 21-16,-4-1 17 0,-1 5 30 0,-10-2 24 15,-2-1 25-15,-3 3 15 0,-4-1 21 0,-1 1 10 0,-2-1 18 0,-5 5-4 16,2-3 5-16,-4 3-25 0,1-4-16 0,-5 5-12 15,0 0-14-15,-4-1-17 0,0 2-13 0,-3 3-8 16,-5 0-9-16,-1 7-9 0,-7 1-6 0,2 3-4 16,-3 4-2-16,0-1-7 0,2 6-2 0,2-3-8 15,-1 2 11-15,3 3-18 0,2-1-7 0,-3 0-21 16,8 1-18-16,-1 1-12 16,7-6-4-16,0-3-10 0,1 0-2 0,4-2 6 15,0-4-1-15,0 0 8 0,4-3 5 0,-2 0 10 0,1-1 14 0,3 0 15 16,1-3 26-16,-4-1 1 0,15-4-4 0,-1 0 1 15,1-3-4-15,4-3 4 0,8-1-6 16,-5-4 0-16,-3 5 0 0,0-2 1 0,-2 2 3 0,-1-1 4 16,1 2-12-16,-1 1-12 0,-1 0 8 0,-3 3-5 15,-1 3-4-15,0-2-1 0,-2 1-2 0,0 3-6 16,0 0 8-16,2 3-8 0,1-1-2 16,-2 2-10-16,3 3-16 0,1 1-24 0,-1-2-31 15,1 3-28-15,1-1-41 0,-1 0-60 0,4 0-85 0,-6-4-216 16,3-3-566-16,-1-1 250 0</inkml:trace>
  <inkml:trace contextRef="#ctx0" brushRef="#br1" timeOffset="40070.56">4141 5375 38 0,'-1'-9'350'0,"1"-3"-6"16,-2 7-18-16,2-3-5 0,-2 1-18 0,2 0-12 16,-1 0-31-16,-2 4-29 0,-1-4-27 15,2 5-21-15,-5-1-22 0,7 3-33 0,-19 0-8 16,9 2-13-16,-8 3-17 0,6 7-10 0,-5-1-10 0,-8 6-8 16,3 4-6-16,0 1-9 0,-3 2 3 0,4-2-14 15,-1 2 1-15,3 1-16 0,1-1 2 0,1-1-17 0,6-6-12 16,-1 0-3-16,7-2 4 0,-1-5-16 0,0 1-1 15,5-5-3-15,-4 1 7 0,3-2-1 0,-1-1 8 16,2 1 12-16,0-3 8 0,3 3 18 0,-2-5 2 16,10 1-2-16,-10-1 4 0,16-5-6 0,-5 3 5 15,3-2-9-15,-4 2-1 0,3 0-3 0,-1 0 2 16,-2 1-12-16,3-2 3 16,-4 2 4-16,-3 1-9 0,4 0-4 0,-1-3 2 15,-1 6-1-15,2-1-12 0,-2 0-1 0,2 0-7 0,0-1-23 16,4 3-30-16,-2-1-50 0,2 0-85 0,5-1-107 0,0-4-240 15,-6 0-599-15,1-2 265 0</inkml:trace>
  <inkml:trace contextRef="#ctx0" brushRef="#br1" timeOffset="40834.99">3552 5327 256 0,'0'0'254'0,"1"-3"-15"15,-1-1-16-15,1 1-25 0,-1 3-24 0,0 0-18 16,3-4-21-16,-3 4-15 16,0 0-13-16,17 5-10 0,-11 1-15 0,4 2-6 0,4 3-6 15,-1 3-8-15,1 2-4 0,1 3-11 16,3 6-1-16,-2 0-5 16,-1 0-3-16,-2 2-25 0,-1-1 3 0,-3 2 0 15,0-2-2-15,-1 0 1 0,-2 1-2 0,0-1 1 16,-5-1-1-16,1-5 1 0,-3-2 1 0,0-1 4 0,-3-5 1 15,1 0 13-15,-3-4 12 0,0 3 7 0,-2-5 17 0,-1 3 11 0,-1-7 22 0,1-1 8 16,-4-2 9 0,2-3 5-16,-1-3 9 0,1 1-9 0,-2-10 13 15,4 1 4-15,-5-9-11 0,8-2-3 0,2-1-9 16,4-4-16-16,4-1-13 0,5-16-7 0,4 4-8 16,3-4-13-16,3 4-7 0,-1 15-5 0,-1 0-5 15,-1 1 0-15,3 5-10 0,-5 7-27 0,-1 1-22 0,2 0-25 0,-2 3-44 16,-5 7-39-16,1-2-46 0,-2 5-53 0,0-3-47 15,2 5-48-15,-3 1-301 0,-2 3-669 0,-4-4 296 16</inkml:trace>
  <inkml:trace contextRef="#ctx0" brushRef="#br1" timeOffset="41393.75">4205 5331 195 0,'-4'-5'262'0,"0"-1"-13"0,0 0-11 0,1 0-26 16,-4 3 3-16,2-2-18 0,0 1-21 0,0 1-20 16,-2 1-20-16,0 2-11 0,7 0-15 0,-18 0-14 15,5 5-8-15,2 1-9 0,-2 2-12 0,-4 2-6 16,3 4-8-16,0 1-6 0,-6 2-5 0,7 0-5 0,-4 4-4 15,1-1-3-15,4 3-6 0,4-6 1 16,-4 6-4-16,4-6-1 16,3 2-2-16,-2-2-1 0,4-3 0 0,-1-1 0 15,4-1-3-15,0-3 2 0,0-2 4 0,0 1-2 16,0-3 4-16,0-1 8 0,0-1 26 0,0 2 16 16,0-5 26-16,0 0 12 0,14-3-11 0,-8-2 17 0,2 0 1 0,1-5-4 15,0 4-6-15,0-7-1 0,1 4-8 0,1-6-1 16,1 3-12-16,1 0-3 0,-7 5 5 15,2 0-5-15,-3 2-10 0,-2 0-2 0,2 1-16 16,-3 1-11-16,2 0-4 0,-4 3-19 0,5-2-29 0,-5 2-6 16,5 5 2-16,0-1-9 0,3 6 3 0,-3 1 9 15,7 3-22 1,-3 1-16-16,2 2-24 0,4 4-41 0,1-2-47 0,0 2-70 16,0-6-108-16,-2-2-317 0,1-6-708 0,-2-2 313 15</inkml:trace>
  <inkml:trace contextRef="#ctx0" brushRef="#br1" timeOffset="42368.77">4554 5426 8 0,'1'-9'338'15,"3"3"3"-15,-3-1-8 0,-1 2 13 0,4 1-32 16,-4 0-42-16,3-1-28 0,-2 1-30 0,-1 4-31 16,3-4-8-16,-3 4-26 0,0 0-31 0,0 0-22 15,0 0-10-15,7 10-12 0,-5-2-11 0,1 3-5 16,0 2-2-16,1 3-9 0,-3 2-2 0,1 2-4 16,1-1 3-16,1 6-9 0,-4-1-4 0,1-4-8 0,0-2 3 0,-1 0-8 15,0-4 11-15,1-1-3 16,-1-6-10-16,0 2 8 0,2-4-5 0,-2 2 3 15,0-3 0-15,0 0 49 0,0-4 44 0,1 5 24 16,-1-5 43-16,0 0 30 0,0 0-16 0,0 0-21 16,6-10-18-16,-2 0-18 0,1 0-13 0,2 0-13 15,4-7-12-15,-4 1-10 0,0 1-10 16,3-1-9-16,0 2-7 0,-4 3-8 0,0 4-3 16,3-4-9-16,-8 6-5 0,3-1-8 0,1 2-7 15,-2 1-12-15,1 0-8 0,-3 1-28 0,-1 2-29 0,0 0-6 16,0 0 7-16,14 5-2 0,-10 1 5 0,1 3 4 15,0 0 8-15,2 3-12 0,0 3 9 16,1 0 2-16,0 1 11 0,-2-2 2 0,2 1-3 16,-2-2-4-16,-2-4 13 0,-2-1-13 0,1-4 4 0,1 3 1 0,-1-1 3 15,-1-2 9-15,-1-1 7 0,3-1 23 0,-4-2 26 16,4 3 30-16,-4-3-4 0,0 0-7 0,10-10-8 16,-5 1 2-16,0 0 0 0,2-2-4 0,2-6-8 0,-2 2-2 0,1-2-5 15,2-3-6-15,0-3-5 0,0 4-4 0,2-4-18 16,-3 4-14-16,0 3-17 0,0 1-21 0,1 3-20 15,-5 2-39-15,3 4-54 0,1 0-50 0,-4 1-37 16,0 3-17-16,6 2-11 0,0 2-13 0,-1 5-11 16,2-2-18-16,-1 7-6 0,-3-2-260 0,2 5-632 15,-2-3 279-15</inkml:trace>
  <inkml:trace contextRef="#ctx0" brushRef="#br1" timeOffset="42954.21">5097 5610 1 0,'0'4'160'0,"0"-1"-1"0,0 2 8 0,0-5 7 15,0 5 6-15,0-5 5 0,0 4 5 0,1-1-7 16,-1-3-6-16,0 0-2 0,0 0-18 0,0 0-10 16,9 0-11-16,-9 0-12 0,15-5-14 0,-2 3-11 0,5-4-5 15,0-2-12-15,4 0-1 0,3-5-6 0,1 2 3 16,0 0 5-16,-2-2 0 0,1 1 4 0,-4-3 5 0,-5 1 19 16,-1 1-10-1,1-1-4-15,-1 0-6 0,-3-1 9 0,-1 1 3 0,-2 1-6 16,-2 1 0-16,-4 3 3 0,0-1-2 0,-3 0-2 15,0 1-15-15,0 0-10 0,-3 3-12 0,0 1-13 16,-4 3 1-16,-6-1-19 0,-1 4-6 0,-1 4-4 16,-7 1-5-16,-5 6-2 0,3 1 0 0,0 3 1 15,5-1-9-15,0 4-1 0,6-4-9 16,0 2-24-16,3-1-10 0,2 2-7 0,3-4 6 0,0 6-1 16,5-2 7-16,5 2 3 0,0-3 5 0,8 0 4 15,6 0 7-15,5-3 4 0,7-1 1 0,3-5-4 16,2-2 10-16,5-3-5 0,-1-3 2 0,11-3-1 15,-12-2-2-15,-5-2 4 0,1-4 10 0,-5 0-2 16,-2-3 18-16,-5-4 18 0,-4 0 4 0,-1-2 12 16,0-6 9-16,-5 0 2 0,-2-3-3 0,-2-3 2 0,1-15 0 15,-5 11 10-15,-1 2 2 0,4-15-8 0,-7 2 17 16,3 13 11-16,1-1 18 0,-1 1 28 0,0 3 30 0,-3 6 13 16,-1 8 3-16,1 4-8 0,2 2-15 0,-3 3-14 15,0 3-29-15,0-2-18 0,1 4-42 0,2-2-43 16,-3 5-63-16,0 0-68 0,0 0-1 0,0 0 12 15,-4 17 7-15,1 1 10 0,2 10 9 0,-3 5 8 0,0 13 8 16,-3 6 8-16,4-1 10 0,-2 0 3 0,5 0 6 16,0-6 5-16,0-8 3 0,1-4 4 0,3-1-9 15,0-1 5-15,1-3 13 0,-4-5 4 0,2-4 5 16,-3-4 3-16,5-3-1 0,-1-3-1 0,-4 0 4 16,1-3-1-16,3-1 3 0,-4 0 5 0,0-3 5 0,3 1 2 15,-2 0 2 1,-1-3 1-16,0 0 2 0,0 0-7 0,0 0-70 15,0 0-86-15,0 0-80 0,-4-18-59 0,-1 4-85 16,0-1-98-16,-3-5-242 0,-1-8-766 0,5-1 340 16</inkml:trace>
  <inkml:trace contextRef="#ctx0" brushRef="#br1" timeOffset="43107.66">5669 5371 106 0,'-5'2'251'0,"1"0"-10"15,4-2-9-15,-6 3-15 0,5-1-9 0,1-2-11 16,0 0-17-16,0 0-14 0,0 0-14 0,14 1-9 16,-2-2-19-16,18-4-13 0,4 5-32 0,20 0-56 15,-3-7-74-15,8 0-98 0,-21 4-223 0,17-4-403 16,-18 0 178-16</inkml:trace>
  <inkml:trace contextRef="#ctx0" brushRef="#br1" timeOffset="43439.42">6105 5458 158 0,'0'1'184'0,"3"3"19"16,0-2 9-16,5 1-1 0,5-1 0 0,7-2-5 16,8-2-15-16,4-1-10 0,0 0-12 0,3-1-8 0,-2-4-9 0,-1-1 2 15,0-1-7-15,-4 0 6 0,-4-2 7 16,3 1 8-16,-13 0 1 0,1-1-13 0,2 0 12 15,-8 2-11-15,0-3-9 0,-4 4-15 0,3-8-10 16,-7 7-8-16,-1-2-19 0,0 1-7 0,-2 1-7 0,-5 2-15 16,2 2-18-16,-5-1-9 0,2 2-8 0,-6 5-3 15,0-3-3-15,-7 3-10 0,1 5-5 16,-2 2-2-16,-3 8 2 0,-1-4-2 0,3 9-4 16,-1-2-3-16,5 4-1 0,2 1-18 0,-1 1-35 0,4 2-12 15,4 2-14 1,2-2-10-16,3 3-15 0,3-2-21 0,3-2-25 15,2-6-35-15,3 0-61 0,5-5-84 0,2-2-227 16,5-4-601-16,-1-6 266 0</inkml:trace>
  <inkml:trace contextRef="#ctx0" brushRef="#br1" timeOffset="43724.77">6547 5317 199 0,'0'-5'392'0,"3"1"-47"0,-3 4-38 15,0-3-41-15,0 3-27 0,0 0-26 0,0 0-23 16,10 15-19-16,-5-3-19 0,3 4-16 0,1 0-11 16,-3 3-18-16,2 7-12 0,3-2-8 0,-6 2-7 15,0 1-3-15,1 1-15 16,-4-1 4-16,1-9-5 0,-3 2-14 16,0-3-1-16,0-5-10 0,-2 1 3 0,1-5 2 15,0-1 8-15,0 0 31 0,1-4 49 0,0 0 46 0,0 1 46 16,0-4 38-16,0 0-11 0,0 0-30 0,0 0-24 15,-3-24-28-15,6 9-16 0,0-4-35 0,7-7-52 16,3-5-42-16,10-9-57 0,4-8-65 16,-1 5-72-16,2 2-72 0,5 6-83 0,1-3-98 0,-8 14-301 0,-2-3-787 15,2 4 349-15</inkml:trace>
  <inkml:trace contextRef="#ctx0" brushRef="#br1" timeOffset="44857.64">8641 5238 233 0,'3'-6'309'0,"-3"-1"-10"0,0 2-19 0,1-1-18 16,-1 3-23-16,0-1-34 0,0 4-18 0,3-5-31 15,-3 5-37-15,0 0-17 0,0 0-11 0,0 0-14 16,9 12-13-16,-5-2-4 0,1 7-7 0,-3 1-4 0,6 9-2 0,-7 1-8 15,2 2-7-15,-2 1-1 0,-1 1-1 0,0 2-4 16,-1-3-2-16,-2 0-2 0,1-2 1 16,-1-2-4-16,2-8-1 0,-2-2 0 0,1-4-5 15,2-1 2-15,-3-5 2 0,2 1 4 0,1-2 13 0,0-1 38 16,0-2 44-16,0-3 31 0,0 0-18 0,0 0-12 16,4-12-13-16,2 2-11 0,-1-7-14 0,3 0-1 0,1-1-5 0,1-4-13 15,3-3-5-15,2-4 1 0,1-2-15 0,0 4-7 16,2-5-4-16,1 4-19 0,0 1-2 0,2 4 19 15,-10 6-4-15,2 3-8 0,-5 5-4 0,-3-2-1 16,1 2-5-16,1 7-3 0,-5-4-10 0,5 4-4 16,-1 2 9-16,-6 0-11 0,14 8 5 0,-5-2-8 15,-1 5-7 1,3 3 1-16,-2 0 3 0,0 9 4 0,-1-3 1 16,-1 4 3-16,1-1-1 0,0 3-2 0,-1-1 10 0,0-1 0 15,-3-4 1-15,1 0-1 0,-1-2 12 0,-1-2-11 16,0-2 0-16,-1-3 7 0,0-3-3 0,-1 1 2 15,0-4 3-15,-1 0 16 0,2-2 28 16,1-1 29-16,-3-2 51 0,3 3 35 0,-3-3 11 16,0 0-21-16,3-10-15 0,0 0-11 0,3 0-15 0,2-6-13 0,0 1-12 15,5-9-9-15,1 0-8 0,-4-1-7 0,2-1-9 0,3-3-4 16,-1 7-8-16,0-2-4 0,-5 9-6 0,0 1-4 16,-1 4-3-16,-3 3-9 0,-1 1 1 15,2 2-8-15,-5-1-6 0,2 1-18 0,0 1-30 0,0 1-5 16,-3 2-4-16,0 0-19 0,18 9-13 0,-11-2-11 15,3 0-18 1,0 1-17-16,2 5-28 0,1 1-26 0,0 0-23 16,4-2-32-16,-4 3-26 0,2-2-56 0,2-3-42 15,-3 1-296-15,-3-5-713 0,2 0 316 0</inkml:trace>
  <inkml:trace contextRef="#ctx0" brushRef="#br1" timeOffset="45512.59">9482 5457 151 0,'-20'1'265'0,"20"-1"-25"16,0 0-16-16,0 0-21 0,0 0-21 0,0 0-17 16,0 0-16-16,0 0-8 0,0 0-11 0,0 0-12 0,0 0-8 15,0 0-12-15,0 0-8 0,0 0-5 0,0 0-4 16,0 0-4-16,20 0-2 0,-3 0-9 0,-2-5-9 16,7 0-2-16,1 0-10 0,5 0 0 0,0-8-8 0,0 7-4 15,0-4-4-15,-2 0-1 0,-7 2 8 0,0-2 12 0,-2 0 8 16,-2-3 12-16,1 1 11 0,-1 0-5 0,-5-2 4 15,-3 3-4-15,3-5 6 0,-6 6 16 16,1-2-5-16,-4 3 4 0,0 0 3 0,-1-2-19 16,-2 5-28-16,-2-1 0 0,-3 3-23 0,-4-2-1 15,-1 5-8-15,-5-1-5 16,-1 2-5-16,-4 4-6 0,-6 4-1 0,-2 2 2 16,1 5-2-16,2 1 0 0,2 3-3 0,2-4 3 15,0 6-1-15,1 1 1 0,8 1-2 0,-3-2 11 16,8-4-34-16,2 1 2 0,0 0-11 0,6-1-1 15,1 0 1-15,4 0 6 0,6-4 10 0,3-1 8 16,6-1 3-16,12-1-2 0,3-3 1 0,5-4 7 16,18-3 1-16,-2-2 1 0,-1-1-7 0,-4-7 4 0,1 0-2 0,-17 1 1 15,3-3 3-15,-1-2 9 0,-6-1 0 16,0-5 27-16,-6-2 25 0,1-2 4 0,-2-3 10 16,-3-1 5-1,-5 0-4-15,2-5 1 0,0-13-1 0,-6 13-5 0,2-11-2 0,-5 9 4 16,2-12 5-16,-4 13-5 0,0 0 16 0,0 5 8 15,-2 2 21-15,-2 9 12 0,-1 2-6 16,2 6-12-16,-2 1-10 0,0-1-14 0,1 4-18 16,-2 1-31-16,1 1-35 0,-1 4-46 0,0-2-45 0,0 2-25 15,0 0 7-15,-3 15 10 0,-3-1 6 16,1 13 12-16,-3 2 6 0,-1 5 12 0,-1 2 1 16,1 10 14-16,0 0 0 0,4 0 5 0,0-12 4 15,1 1 5-15,-1 0 10 0,5-2 4 0,0 1 6 16,0-7 8-16,0 1 11 0,0-5-27 0,4-4 23 0,-3-2-6 0,2-5 2 15,-3-2-8-15,0-2 1 0,1-2 4 0,-1-2-6 16,0 1 5-16,0 1 8 0,0-5-7 0,0-1 14 16,0 5-3-16,0-5-5 0,0 0-16 0,0 0-53 15,0 0-54-15,0-13-31 0,-1 3-37 0,-2-1-38 16,-2-4-39-16,1-2-30 0,-1-3-27 0,-3 0-251 16,2 3-616-16,-3-1 272 15</inkml:trace>
  <inkml:trace contextRef="#ctx0" brushRef="#br1" timeOffset="45779.07">10094 5304 727 0,'-25'-13'73'0,"7"3"36"0,1 3 20 15,-1-1 15-15,2 3 12 0,3 1 3 0,4-1 5 16,0 2-2-16,4 0 3 0,0 2 2 0,0-2 6 16,1 2 4-16,0-2-7 0,4 3-1 0,0 0-3 15,-5-2-6-15,5 2-6 0,19-3-11 0,11-1-12 16,3 0-8-16,5 2-7 0,17-2-22 0,5 1-5 0,4 1-13 16,0-1-3-16,2 0-11 0,-1 1-5 0,-3 0-9 15,-7 0-4-15,-4 1-7 0,-19 1 10 0,-1 0-22 16,-12 0 3-16,0-2 5 0,-8 2-11 0,-4 0-7 15,1 0 1-15,-1-1-10 0,-2 1 2 0,-5 0 3 16,0 0-8-16,0 0-4 0,4-2 2 0,-4 2-9 16,0 0-6-16,-13-6 6 0,6 6-8 0,7 0-8 0,-9-3-15 0,4 2-15 15,5 1-19-15,-10-1-23 0,10 1-17 0,-10 1-19 16,10-1-14-16,-7-1-29 0,7 1-23 0,-5-1-50 16,5 1-75-1,0 0-171-15,-4-7-536 0,4 7 238 0</inkml:trace>
  <inkml:trace contextRef="#ctx0" brushRef="#br1" timeOffset="46228.51">10935 4857 188 0,'2'-4'419'0,"-1"1"-21"0,0-5-10 15,-1 4-23-15,1 1-45 0,1-1-35 0,-2 4-33 16,2-6-34-16,-2 6-25 0,0 0-45 0,0 0-11 16,0 0-34-16,4 11-15 0,-3 1 5 0,-1 5-22 15,1 3 8-15,-3 8-19 0,-1 4-22 0,2-1 7 0,-5 3 1 16,2 2-9-16,-9 9-5 0,8-11 4 16,0 1-6-16,-4 13-9 15,3-15 6-15,2-3 0 0,-1-3 2 0,2-5-7 16,1-6-1-16,-1-3 7 0,3-1-11 0,-3-5 15 15,3 3-6-15,-1-5 16 0,0 0 35 0,1-1 26 16,0-1 40-16,-1 1 44 0,1-4 35 0,0 0 20 16,0 0-26-16,0 0-17 0,6-11-26 0,0 3-19 15,2-2-14-15,2-4-16 0,2-1-13 0,-3 0-11 16,0-2-8-16,0 1-16 0,5 2-11 0,-5 6-4 0,-3-2-5 16,4 2-3-16,-6 0-6 0,2 4-18 0,0-1 1 0,-4 1-23 15,4 0-28-15,-2 1-32 0,0 3-26 0,-4 0-15 16,9 3-9-16,-5 0-9 0,6 1-16 0,-1 3-18 15,5 3-26-15,3 0-30 0,-3 2-20 16,4 2-29-16,6 0-22 0,-1-2-39 0,5 1-51 0,2-1-71 16,-1-3-251-16,-1-4-740 0,0-5 328 0</inkml:trace>
  <inkml:trace contextRef="#ctx0" brushRef="#br1" timeOffset="46575.64">11505 5245 208 0,'0'-9'315'0,"0"-2"-5"0,0 5-2 0,3-2-9 15,-6 3-11-15,3-2-15 0,0 4-15 0,0-3-11 16,0 2-42-16,0 4-25 0,0-5-21 0,0 5-19 16,-4-4-21-16,4 4-13 0,0 0-10 0,0 0-11 15,-15 8-10-15,6-2-12 0,1 2-5 0,-1 2-7 16,-6 1-18-16,3 2 9 0,1 3-10 0,2-1 3 16,1 2-4-16,0-2-2 0,0 2 3 0,4-1-7 15,-1-5 1-15,1 1-7 0,3-1 3 0,1 0 0 16,1-2-3-16,2-1 5 0,0-4 0 0,5 5 4 0,3-4 4 15,2-2-3-15,5-1 1 0,0-2 0 0,1-1-8 0,-1-3-1 16,3-1 22-16,-5-1 14 0,-4 0 25 0,-4-3 5 16,2 1-5-16,1-4-6 0,-2-3 0 0,-1-1-6 15,-2 1-19-15,-2-5 5 0,2 3-8 0,-4 0-6 16,-4 0-8-16,1 6-4 0,-1-1-8 16,-1 0-13-16,-1 3-1 0,0 1-44 15,-2-1-1-15,0 1-27 0,-1 5-29 0,-2-1-30 16,-1 2-24-16,-2 1-21 0,2 2-17 15,0 1-28-15,1 1-7 0,5 1 3 0,2 3 1 16,2-1-26-16,5 0-34 0,4 2-239 0,6 4-557 16,12-3 246-16</inkml:trace>
  <inkml:trace contextRef="#ctx0" brushRef="#br1" timeOffset="47128.85">12271 5198 134 0,'-4'-11'266'15,"-1"1"-18"-15,-3 3-19 0,-2-4-28 0,-3 4-15 16,-4-3-19-16,1 6-18 0,-2-3-17 0,-3 4-13 16,1 3-13-16,-3 0-13 0,-6 3-7 0,0 4-12 0,1 1-10 0,5 3-7 31,-2-1-6-31,6 0-7 0,2 0-4 0,-5 7-5 16,7-2-3-16,2-1-3 0,0 2-6 0,3-1-1 0,1 1-2 15,1 0 2-15,7-4-2 0,1 0 3 0,3 2 2 0,3-4 1 0,4 3 0 16,7-4 1-16,1 0-3 0,1-3 0 15,9-4-3-15,2 0-3 0,-2-4 2 16,1-1-4-16,-4-6 14 0,-4 1 16 0,2-4 21 16,1-2 24-16,-1-1 22 0,-1-2 12 0,-8 3 4 15,3-8 1-15,-2-2-3 0,-2 0 0 0,-2-1-2 16,1-1 7-16,-4-3-10 0,-3-5 5 0,2 2 2 16,-2-4 1-16,3-11 2 0,-3 12-2 0,0-1 8 15,4-8 17-15,-5 12 7 0,1 1-9 0,-4 3-4 16,2 8-6-16,-2 4-4 0,2 2-2 0,-2 5-12 0,-1 2-13 0,0 1-14 15,3-1-12-15,-2 3-14 0,-1 1-18 0,0-1-49 16,0 4-49-16,0 0-49 0,0 0 5 0,0 0 8 16,-5 22 13-16,-3 2 7 0,-1 7 6 0,-5 14 2 15,1 2 6-15,-1 1 2 0,0 2 8 0,-1-3 5 16,3 0 1-16,3-12 3 0,-1 11 4 0,4 0 1 16,2-17 5-16,1 0 2 15,2 0-1-15,0-5 5 0,1-7 4 0,0-2-2 16,0-5 3-16,0 1 18 0,0-5 14 0,1 3 13 15,-1-4 22-15,0 0 26 0,0-3 23 0,0-2 25 16,-1 7 22-16,2-4 12 0,-1-3-12 0,11 1-22 16,2-5-5-16,8 0-14 0,8-6-20 0,3-2-61 15,4 0-49-15,1-3-77 0,11-6-81 0,1 1-90 16,-2-4-127-16,2 2-137 0,-14 8-436 0,-3-5-1043 0,-3 1 462 0</inkml:trace>
  <inkml:trace contextRef="#ctx0" brushRef="#br1" timeOffset="47376.18">13036 5245 346 0,'0'0'586'16,"0"5"-40"-16,0-5-48 0,0 0-43 0,-1 4-50 15,1-4-43-15,-3 3-49 0,3-3-94 0,0 0-123 16,-1 4-155-16,1-4-161 0,-9 3-372 0,1-3-640 16,8 0 283-16</inkml:trace>
  <inkml:trace contextRef="#ctx0" brushRef="#br1" timeOffset="55842.1">5708 7458 311 0,'0'-5'328'0,"0"-2"-28"15,1 3-15-15,-1 1-12 0,0-3 3 0,2 2-8 16,-2 4-26-16,3-4-15 0,-2 2-30 0,-1 2-22 15,0 0-20-15,3-3-23 0,-3 3-35 0,0 0-40 0,0 0-44 16,0 0-4-16,0 0-5 0,-8 16-4 0,3 2-2 16,1 0-4-16,-8 10 4 0,0 5 5 0,-2 13-2 0,-1 0 3 15,-1 0-4-15,1-2 4 0,2-10-2 0,-1 0 4 0,5-2-3 16,-4 2 1-16,4-5 28 0,2 1 2 16,0-6 0-1,0-5-4-15,2-3 4 0,1-4-2 0,0-1-1 0,0-3 1 16,3 0 6-16,-1-4 12 0,0 1 10 0,-1 0 1 15,3-2 15-15,-1-1 13 0,1-2-5 0,0 0-15 16,0 0-40-16,0 0-47 0,-6-13-29 0,4 4-23 16,1-3-33-16,0-5-25 0,0 0-28 0,2-2-19 15,1-8-17-15,-2-2-17 0,7-4-9 0,0-2 0 16,1-10 23-16,0 11 43 0,-1 2 25 0,0-3 32 16,1 2 25-16,-1 4 44 0,2 0 43 0,0 2 33 15,-4 1 34-15,3 9 24 0,-3 0 23 0,4 2 17 16,-7 4 20-16,2 1-2 0,0 2-2 0,0 3-18 0,-3-1-18 0,3 3-17 15,1-1-22-15,-1 1-11 0,1 3-13 0,-5 0-9 16,13 10-7-16,-3 0 4 0,-4 6-6 16,5 1-18-16,4 8 1 0,-3 8-6 0,-2-1 9 0,4 3-5 15,-8 0-2-15,3-1-5 0,3 2-3 0,-6-2 3 16,1-1-3-16,0-4 0 0,-1 0 1 0,0-4-3 16,0-5 0-1,-2-2 2-15,-2-3 2 0,1-2-6 0,1-3-5 16,-4-1 7-16,1-3-2 0,0-1 3 0,3 1 7 0,-4-3 0 15,0-3-1-15,0 5 19 0,4-3-27 0,-4-2-53 16,0 0-51-16,0 0-42 0,0 0-40 16,-10-9-46-16,7 2-50 0,2 2-313 0,-3 1-629 15,3-5 278-15</inkml:trace>
  <inkml:trace contextRef="#ctx0" brushRef="#br1" timeOffset="56142.86">5534 7886 285 0,'-21'4'304'0,"1"2"-7"16,0-2-9-16,1 0-13 0,7 0-15 0,-1-1-9 16,4-1-24-16,3-1-17 0,-1 1-13 0,2-2 0 0,0 2-23 0,5-2-11 15,-5 3 2-15,5-3-21 0,0 0-11 0,0 0 0 16,28 0-8-16,-1-2-14 0,12-1 5 0,14-2-23 31,7-4-14-31,5 1-4 0,0-1-10 0,-3 2 1 0,-1-3-12 0,-6 2 0 16,-17 4-5-16,-3 1-24 0,-5-1 14 0,-8 2-5 15,-4 0-5-15,-8 1-5 0,2-2 4 16,-6 3-7-16,1 0-8 0,0 0-16 0,-7 0-25 16,0 0 14-16,0 0-21 0,0 0-23 0,-20 8-24 0,2-1-17 15,0-3-24-15,0 4-30 0,0-3-38 0,-1 0-60 16,1 3-76-16,3-2-247 0,3-2-620 0,1-1 274 16</inkml:trace>
  <inkml:trace contextRef="#ctx0" brushRef="#br1" timeOffset="56312.13">6187 7919 3164 0,'4'2'302'0,"-2"0"-92"0,-2-2-23 16,5 1-57-16,-5-1-16 0,5 1-27 0,-5-1-22 0,0 0-19 16,0 0-1-1,7 0-11-15,-7 0-9 0,0 0-38 0,4 3-59 16,-4-3-63-16,0 0-59 0,11-3-72 0,-4 2-99 15,0-2-196-15,2-1-608 0,0 1 269 0</inkml:trace>
  <inkml:trace contextRef="#ctx0" brushRef="#br1" timeOffset="56749.27">6585 7586 154 0,'0'-4'456'0,"0"-1"-27"0,2 1-34 16,-2 4-30 0,1-3-30-16,-1 3-42 0,1-5-33 0,-1 5-33 15,0 0-26-15,0 0-23 0,0 0-20 0,0 0-3 0,5 18-26 16,1-2-19-16,-5 3-7 0,6 8-10 0,-5 0-9 16,0 4-10-16,2-1-8 0,-1 1-6 15,-1 0-6-15,-2-2-6 0,2 0-1 0,0-4-4 0,-1-4 0 0,-2-3-7 0,2-2 0 16,1 0-4-16,-2-5 2 0,0-2-7 0,0-1-1 15,-2-3 0-15,2 2 8 0,2-5 26 16,-2 1 58-16,0-3 43 0,0 0 1 0,0 0-18 16,0 0-11-16,-9-12-15 0,5 2-8 0,-3 0-10 0,2-7-6 15,-1 0 1-15,0-3-6 0,0-6-14 0,1-3 5 16,-2-2-11-16,4-2-9 0,1-12 1 16,-2 9-7-16,0-15-7 0,6 17-3 0,-2 0-3 15,3 2 0-15,-2 3 8 0,2 4 5 0,-2 6-4 0,3 3-8 16,0 1-4-16,-3 4-7 0,2 2-2 0,2 1-12 0,1 0-23 15,2-1-23-15,2 7-15 0,3-1-28 0,7 0-23 16,3 5-16-16,5 2-26 0,4 2-35 0,1 5-34 16,-2-1-46-16,-3 3-44 0,-1 5-45 0,-4-1-57 15,0 4-422 1,-4-2-888-16,-6-1 393 0</inkml:trace>
  <inkml:trace contextRef="#ctx0" brushRef="#br1" timeOffset="56913.17">6717 8040 115 0,'-5'6'300'0,"1"0"-18"0,-1-2-16 0,1 1 1 15,3-3-18-15,-2 1-11 0,2 0-9 0,1-3-12 16,-4 5-18-16,4-5-22 0,10 1-18 0,1-1-5 0,4 0-27 16,6-1-33-16,9-2-42 0,2-2-49 0,5 3-60 15,0-4-61-15,0 1-70 0,-1-1-274 0,-1 0-499 16,-7 0 222-16</inkml:trace>
  <inkml:trace contextRef="#ctx0" brushRef="#br1" timeOffset="57097.71">6781 7832 290 0,'-6'3'520'0,"2"1"-52"15,0-4-33-15,-1 1-44 0,5-1-50 0,0 0-25 16,0 0-39-16,0 0-37 0,18 0-47 0,11 0-72 16,11-1-101-16,18-5-126 0,8 3-174 0,-5-6-258 15,2-1-582-15,-10-1 257 0</inkml:trace>
  <inkml:trace contextRef="#ctx0" brushRef="#br1" timeOffset="59935.34">9275 7470 28 0,'0'0'70'0,"-5"-3"0"15,5 3-10-15,0 0 2 0,0 0-8 0,0 0-5 16,5-6-6-16,-5 6-4 15,0 0 9-15,0-5-11 0,0 5 16 0,0 0-2 16,4-6 11-16,-4 6 0 0,0-4 14 0,0 4 10 16,4-4 4-16,-4 2 11 0,0-3 19 0,1 2 3 15,-1 3 4-15,1-7 0 0,2 2 5 0,-3 2-2 16,0-2 5-16,1 1-2 0,2 2 1 0,-3 2-7 16,1-8 3-16,-1 1-1 0,3 6 0 0,-2-3-9 15,-1 4 0-15,0-4-5 0,0 4-18 0,1-5-5 0,-1 5-2 0,3-3-18 16,-3 3-12-16,0 0-8 0,0 0-16 0,0 0-11 15,0 0-9-15,0 0 0 0,0 0-14 0,5 12 1 16,-4-4-6-16,2 4 12 0,-2 5-15 0,-1 0 0 16,0 7 1-16,0 0 12 0,-1 2-11 0,2-1 5 15,-1 6-2-15,0-5-3 0,0 0 3 0,0 1 6 16,1-8-5 0,-1 2 0-16,3-4 2 0,-2 2-3 0,-1-3 6 15,0-3-5-15,3-1 0 0,-2-3 3 0,-1 1 1 16,0-3-1-16,0-2 2 0,1 0 7 0,-1-1 22 15,0 0 31-15,0 0 42 0,0-4 39 0,3 4 43 16,-3-4 31-16,0 0 22 0,0 0 0 0,0 0-25 16,0 0-23-16,5-15-24 0,1 7-13 0,-2-5-18 15,4-3-13-15,0-1-13 0,5-7-13 0,-1-3-12 0,6 0-8 0,-4-4-9 16,4 4-11-16,-1 1-1 0,0-1-10 0,0 6-6 16,-2-2-5-16,-2 7-2 0,1 4-9 0,-1-1 0 0,-4 4-5 0,0 1-5 15,-1 2-7-15,-6 0 1 0,6 2-9 0,-4-1-7 16,1 3-28-16,-2 0-22 0,-3 2-7 0,0 0-14 15,13 6 3-15,-8-1-1 0,4 1 0 0,-2 5 6 16,-1-2 0-16,3 5 8 0,0 1 1 0,-1 4 13 16,-2-2-2-16,2 6-2 0,-1-3 17 0,-3-2-1 15,1 8 6-15,-1-8 1 0,0-1 4 0,-3 0-1 16,3-5 5-16,-4-2 4 0,2 0 1 0,0-6 4 16,-2 4 5-16,1-4 1 0,3-2 9 0,-4 1 4 15,0-1 52-15,0-2 33 0,1 4 35 0,-1-4 29 16,0 0 25-16,0 0-10 15,0 0-18-15,5-9-13 0,-2 0-19 0,2-3-16 16,4-2-10-16,-4-5-10 0,4 0-7 0,3-7-13 16,-1 0-1-16,2 0-5 0,0-2-15 0,2 4 0 15,-2 2-10-15,-2 6 1 0,-4 5-8 0,-1 0-1 16,1 2-6-16,-1 2-5 0,-2 2-3 0,-2-2-8 16,2 3-16-16,-1 3-18 0,-2-2-46 0,-1 3-19 15,0 0 2-15,9 4-2 0,-3 2 0 0,-2 3 3 0,2 0 6 0,-2 3 4 16,1 4 7-16,3 2 8 0,-3-1 6 0,0 0 4 15,3 7 12-15,-3 1 2 0,-1-7 5 0,3-3 5 16,-3 1 4-16,0-7 5 0,-1 3 6 0,-2-3-2 16,-1-3 4-16,4-1-1 0,-4 0 6 0,-3-1 2 15,6 1 2-15,-2-2 8 0,-1-1-1 0,0-2 6 16,4 3-2-16,-4-3 8 16,0 0-3-16,0 0-1 0,0 0 0 15,0 6-2-15,0-6-19 0,0 0-42 0,0 0-52 0,0 0-47 16,-4-11-60-16,4 3-37 0,-1-1-52 0,-3 0-40 15,0-1-40-15,3-3-54 0,-3-2-300 0,-1-2-797 16,1-2 352-16</inkml:trace>
  <inkml:trace contextRef="#ctx0" brushRef="#br1" timeOffset="60405.21">9990 7042 57 0,'2'-9'340'0,"-2"-2"-4"0,4 2-7 15,-1 1-15-15,-2 2-19 0,3-1-18 0,-2 1-29 16,1 2-26-16,2 1-33 0,0-1-26 0,3 3-8 16,-1 1-10-16,5 1-28 0,-1 3-12 0,6 3-18 0,-2 2-4 15,3 2-6-15,-5 4-6 0,6 3-8 16,-6-1 11-16,-2 5-23 0,-2 3 0 0,-1 1-5 16,1-1-5-16,-5 0-10 0,-3 2 11 0,-5 0-8 15,0 0 0-15,-2-4-6 0,-3 1-4 0,0-3-2 0,-1-6 1 16,6-1 2-1,-5 0-5-15,3-3 1 0,0-3-5 0,-1 0-1 16,4 0 2-16,0-6 1 0,1 3-8 0,0-1 4 16,-1-1 27-16,3 1 31 0,-2-1 27 0,2-3 8 15,0 0 10-15,-4 2 2 0,4-2-6 0,0 0 3 16,-2 4-6-16,2-4-7 0,0 0-16 0,17-1-5 16,-6 1-7-16,2-3-9 0,9 2-5 0,-4-2-10 0,4 1-3 0,-2-1-7 15,4 0-3-15,3 1-7 0,-6 0 0 0,-1 0-6 16,-2-1 3-16,-3 2-6 0,-3 0 1 0,-2-2 7 15,-1 3 25-15,-5 0 4 0,-4 0 13 0,10-1-1 16,-6-1 6-16,-4 2 1 0,6-1-1 0,-6 1-13 16,8 0 0-16,-8 0-14 0,0 0-12 0,0 0-27 15,5-1-39-15,-5 1-45 0,0 0-59 0,0 0-75 16,0 0-70-16,4 4-39 16,-4-4 2-16,-1 5-33 0,-2-1-57 0,2 2-377 15,-3-3-846-15,5 2 375 0</inkml:trace>
  <inkml:trace contextRef="#ctx0" brushRef="#br1" timeOffset="60890.5">10631 7708 260 0,'-10'0'278'0,"2"2"-19"0,-1-1-11 0,4-1-8 0,0 1-10 0,5-1-3 0,-8 0-13 16,8 0 4-16,0 0-2 0,-10 0 4 0,10 0-27 15,0 0-6-15,0 0-15 0,0 0-15 0,-8 0-13 16,8 0-12-16,0 0-18 0,0 0-5 0,0 0-24 16,0 0 1-16,-5 3-9 0,5-3-8 0,0 0-6 15,0 0-10-15,0 0 1 0,0 0-10 0,0 0-6 16,0 0 1-16,0 0-11 15,0 0 1-15,0 0-6 0,0 0-6 16,0 0 4-16,0 0-1 0,0 0 11 0,0 0-17 0,0 0 6 16,0 0-4-16,0 0 16 0,0 0 2 0,0 0 2 15,0 0 6-15,22-3-7 0,-3 1 2 0,12 0-5 16,6-3 0-16,1 4-7 0,18-7 0 0,2 4-3 16,-3 0-4-16,5-2 3 0,0 0-3 0,-5 2-1 0,1 1 7 15,-3-2 16-15,-16 0 11 0,-1 5 8 0,-6-3 10 16,-11 2 9-16,-3 0 11 0,-5 0 5 0,1 0 4 0,-3 0 3 15,-1-1-3-15,-2 1-4 0,1 1 5 0,-7 0-20 16,7-1-6-16,-7 1-19 0,0 0-20 0,6 0-30 16,-6 0-36-16,0 0-44 0,0 0-42 0,0 0-52 15,0 0-56-15,0 0-38 0,0 0-49 0,0 0-50 16,-20 5-40-16,12-4-321 16,2 0-785-16,1 0 347 0</inkml:trace>
  <inkml:trace contextRef="#ctx0" brushRef="#br1" timeOffset="62154.93">11960 7439 30 0,'-1'-11'358'0,"-2"0"-10"0,2 2-4 16,1-1-8-16,0 1-11 0,0 2-2 0,0-1-6 15,0 5-21-15,-1-1-24 0,2-3-27 0,-1 4-28 16,-1-2-30-16,1 5-18 0,0 0-70 0,0 0-33 16,0 0-11-16,0 0-2 0,0 20-11 0,2-2-4 15,-2 7-7-15,3 4 4 0,-2 1-9 0,-1 3-1 0,4 4-1 0,1 10-4 16,-5-10 2-16,4-4-9 0,-1-1 4 0,0-1-6 16,1-2 3-1,-1-4 0-15,-2-4-5 0,1-3 2 0,0-2 1 0,0-4-8 16,0 1 5-16,-2-3 1 0,1-1-2 0,-1-4 1 15,0 0-2-15,0 2 7 0,0-2 0 0,0-4-3 16,0-1 1-16,0 6 3 0,0-6 12 0,1 2 15 16,-1-2-6-16,0 0-4 0,0 5 3 15,0-5 0-15,0 0-2 0,0 0-1 0,0 0-5 16,0 0-15-16,0 0-19 0,-1 4-22 0,1-4-30 0,0 0-37 16,0 0-85-16,0 0-60 0,-9-11-68 0,4 5-81 15,-1 1-196-15,2-5-636 0,1-1 282 0</inkml:trace>
  <inkml:trace contextRef="#ctx0" brushRef="#br1" timeOffset="62377.46">12590 7561 344 0,'0'0'382'0,"0"0"-33"15,0 0-39-15,9-8-34 0,0 3-25 0,1 0-26 16,7 1-28-16,3 0-31 0,8-4-19 0,4 2-31 16,0 4-41-16,5-6-41 0,-2 7-50 0,1-2-53 0,0 0-63 15,0 1-57-15,-4 0-222 0,-1-1-446 0,-8 2 197 16</inkml:trace>
  <inkml:trace contextRef="#ctx0" brushRef="#br1" timeOffset="62562.49">12834 7715 56 0,'-11'9'191'0,"2"-1"-17"0,2 0-14 0,2-3-6 15,0-1-3-15,0-1 6 0,1 1 18 0,4-2 9 0,4 3 0 0,2-3-9 16,7-2-18-16,6 2-17 0,14-1-11 0,3-2-18 16,19-3-27-1,4-2-38-15,1 1-38 0,3-1-37 0,-1 1-33 0,1-3-52 16,-1-1-49-16,1 0-182 0,-3 0-374 0,-1-7 166 15</inkml:trace>
  <inkml:trace contextRef="#ctx0" brushRef="#br1" timeOffset="62878.77">14001 7478 1 0,'-3'-5'304'0,"-1"0"-15"15,0 3-13-15,-2-1-22 0,0-2-16 0,-1 3-16 16,-2 0-20-16,0 1-23 0,-3 2-12 0,0 0-13 15,-2 2-23-15,-1 3-14 0,-2 1-14 0,3 4-15 0,-5 2-4 0,6-1-12 16,-3 3-10-16,3 2 2 0,1 0 15 0,5 1-17 16,0 0 2-16,3 1 1 0,2-2 3 0,2 0-8 15,1-5 12-15,5 2 13 0,2-3 4 0,7 1 7 0,3 0 14 16,12-6-9-16,-1 2 6 0,4-5 0 0,3-3 5 31,-3-3 9-31,1-2 12 0,-4-2 12 0,-3-1 15 16,1-3 3-16,-10-1 6 0,-1 0-6 0,-2-1-7 15,-1-3-7-15,1-4-9 0,-6 4-6 0,-1-2-21 16,-3 1-12-16,-1 1-11 0,-1-2-20 0,-5 3-25 0,0 2-24 16,-5 0-39-16,-5 2-67 0,-5 0-68 0,-11 4-58 15,-4 0-42-15,-7 7-39 0,-15 2-63 16,1 6-82-16,2-2-323 0,14-2-821 0,3 1 364 16</inkml:trace>
  <inkml:trace contextRef="#ctx0" brushRef="#br1" timeOffset="63858.85">16141 7417 230 0,'0'-9'351'16,"1"4"-3"-16,1-2-16 0,-1 1-1 0,0 2-12 15,-1-1-27-15,1-2-29 0,-1 7-31 0,2-3-35 16,-2 3-31-16,0 0-29 0,0 0-29 0,0 0-15 16,4 11-7-16,-4-3-14 0,-3 9-3 0,2 0-1 15,-1 8-7-15,2-1-12 0,-1 5-5 0,-1-3-4 0,-1 6-5 0,-1-1 2 16,-1-2-6-16,4-3-3 0,0-1-4 0,-1-6-7 31,1-3 2-31,-2-2 6 0,3-6-16 0,0 3-1 0,0-6 7 0,0 0 11 16,-1 2 39-16,2-5 38 0,-1 1 52 0,0-3 16 15,0 0-16-15,0 0-16 0,11-16-14 0,-4 0-11 16,2-1-9-16,3-6-5 0,3-4-12 0,1 0-3 16,0 3-16-16,-2-2-11 0,4 2-3 0,-3 2-9 15,3 2-7-15,-5 4 0 0,-4 3-5 0,-4 6-3 16,2 2-6-16,-2-1-11 0,1 2-11 0,-4 2-17 16,2-1-15-16,-1 1-15 0,-3 2 3 0,8 5-3 15,-5 0 0-15,3 2 3 0,0 3 9 0,-2 1-3 16,1 3 4-16,0 1 7 0,0 1 3 0,-1 1 2 15,2 1 1-15,-2-1 3 0,1 1 3 0,-1-7-8 0,1 0 6 0,-2-2-6 16,-1-3 2-16,3 0 2 0,-3 0 5 0,0 1 14 16,-1-5 26-16,2 0 34 0,-3-2 33 0,5 3 15 15,-5-3 1-15,7-6 1 0,-1 3-12 0,2-8-10 16,3 0-4-16,-2-3-1 0,5 0-12 0,3-5-8 16,-3 2-9-16,-4 3-6 0,5 2-6 0,-3-3-7 15,-4 7-2-15,2-1-6 16,-4 4-7-16,-2-1-3 0,1 0-6 15,-1 3-9-15,2 1-27 0,-2 0-23 0,1 1-17 0,-5 1-10 16,13 4-15-16,-4 0-14 0,1 3-30 0,4 1-33 16,2 5-36-16,-1-5-34 0,0 6-53 0,2-1-65 15,2-4-93-15,4 6-316 0,-5-10-825 0,1 0 364 16</inkml:trace>
  <inkml:trace contextRef="#ctx0" brushRef="#br1" timeOffset="64297.61">17544 7398 104 0,'-5'1'270'0,"5"-1"-10"0,-10-1-10 0,10 1 0 16,-8 1-16-16,8-1-18 0,-5 1-12 0,5-1-17 15,0 0-11-15,0 0-11 0,-8 0-9 0,8 0-16 16,0 0-6-16,0 0-9 0,0 0-10 0,0 0-9 16,0 0-5-16,0 0-1 0,0 0-4 0,0 0 7 15,0 0-8-15,0 0-3 0,0 0-4 0,0 0-4 16,0 0 4-16,0 0-9 0,-7 2-6 0,7-2 4 16,0 0-4-16,0 0-1 0,0 0 0 0,0 0-3 15,20-3 2-15,-2 2-3 0,1-3-4 0,17-1-9 16,1 5-7-16,15-4 3 0,0 1-7 0,1-2-1 15,-2 2-2-15,-14 3-8 0,-2-3-6 0,-2 6 0 0,-4-5-5 0,1 1-1 16,-11 1-2-16,-7 0 1 0,-2-1-7 0,-4 1-1 16,2 0-9-16,-8 0-7 0,10 0-21 0,-7-1-9 15,-3 1-19-15,0 0-13 0,0 0-29 0,-21 2-22 16,7-1-18-16,-5 4-21 0,0-4-27 0,-2 4-27 16,3 1-32-1,1-5-31-15,1 3-67 0,2 0-195 0,3-2-577 0,1 1 256 16</inkml:trace>
  <inkml:trace contextRef="#ctx0" brushRef="#br1" timeOffset="64523.58">17747 7606 127 0,'-14'5'289'0,"5"0"-6"16,-3 0-3-16,3-1-1 0,2-1-14 0,3 0-9 15,-1-1-8-15,1 0-12 0,4-2-2 0,-6 1-27 16,6-1-8-16,0 0-22 0,0 0-14 16,0 0-20-16,24-3-10 0,-3 2-10 0,8-2-12 0,7-1-21 15,1 0-3 1,4 1-36-16,9-2-48 0,-12 0-43 0,3 4-52 16,-4-4-52-16,-2 2-65 0,0-4-70 0,-3 0-258 0,-2 1-582 0,-5-1 258 0</inkml:trace>
  <inkml:trace contextRef="#ctx0" brushRef="#br1" timeOffset="64930">18738 7338 114 0,'0'0'223'0,"-9"0"-10"0,9 0-10 15,-7 1-7-15,7-1-8 0,0 0-6 0,0 0-12 16,0 0-8-16,0 0 0 0,0 0-3 0,-6 1-5 15,6-1-1-15,0 0-1 0,0 0-4 0,0 0-2 16,0 0-1-16,0 0-1 0,0 0 8 0,0 0-23 16,0 0-15-16,0 0-10 0,34-2 5 0,-13 0-25 15,7-1-14-15,5 1-6 0,4 0 0 0,0 1-10 0,3-3-4 16,-2 2-7-16,13 0-20 0,-15-1-29 16,0-1-17-16,-5 2-30 0,-10-2-33 0,0 1-39 0,-5-1-43 0,-4 0-58 15,-1 2-72-15,-7-2-218 0,-2-3-557 0,-4 2 248 16</inkml:trace>
  <inkml:trace contextRef="#ctx0" brushRef="#br1" timeOffset="65184.46">19025 7139 270 0,'0'-5'352'0,"0"0"-2"15,0 1 5-15,0-1 7 0,0 2-6 0,0 3-14 16,0-6-18-16,0 6-25 0,1-5-28 0,-1 5-28 16,-1-6-26-16,1 6-32 0,0 0-10 0,0 0-24 0,0 0-19 0,0 0-15 15,0 0-18-15,0 0-13 0,0 0-22 0,0 0-14 16,0 0-13-16,6 17-6 0,-3-7-5 0,0 7-6 16,1 7-7-16,-2 3 2 0,4 0-3 0,-2 7 3 15,-4-3-6-15,0 4-21 0,1-1-44 0,-2 0-42 16,1 1-35-16,0 1-30 0,-4 10-45 0,-1-13-52 15,5 1-77-15,-1-8-282 16,-3-1-670-16,0-7 296 0</inkml:trace>
  <inkml:trace contextRef="#ctx0" brushRef="#br1" timeOffset="65456.84">18799 7858 2601 0,'-15'7'298'0,"1"-2"-139"0,3-1-58 0,1 0-8 16,3 0 9-16,1-4-2 0,0 3 5 0,2-3 25 16,4 0-13-16,-6 4 10 0,3-3 0 0,3-1-17 0,0 0-9 15,0 0-12-15,21-4-14 0,5 0-25 0,5 0-24 16,6 0-35-16,16-2-31 0,3-4-30 0,1 5-24 0,3-4-23 15,2 4-42-15,0-7-57 0,2 2-74 0,-9-1-296 16,3-3-636 0,-10 0 282-16</inkml:trace>
  <inkml:trace contextRef="#ctx0" brushRef="#br1" timeOffset="66272.03">19733 7236 235 0,'0'0'280'0,"0"0"6"15,0-5-17-15,0 5 9 0,0-4-21 0,0 4-15 16,0 0-14-16,1-5-9 0,-1 5-34 0,0 0-11 16,3-2-26-16,-3 2-21 0,0 0-3 0,0 0-9 15,0 0-14-15,0 0-13 0,0 0-12 0,0 0-9 16,0 0-5-16,0 0-11 0,0 0-6 0,0 0-2 15,0 0-11-15,0 0 2 0,0 0 0 0,0 0-4 16,0 0-3-16,0 0 0 0,0 0-6 0,0 0-4 16,0 0-2-16,0 0-1 0,0 0 2 0,0 0-2 15,0 0 0-15,0 0-7 16,0 0 0-16,0 0 19 0,0 0-20 0,0 0-2 16,0 0 0-16,4-2 1 0,-4 2 0 0,0 0-1 0,0 0-1 0,0 0-2 15,0 0-3-15,0 0 9 0,0 0-2 0,0 0 0 16,0 0-2-16,0 0 0 0,0 0 1 0,0 0-7 15,0 0 2-15,0 0 7 0,0 0-4 0,0 0 3 16,0 0-4-16,0 0 2 0,0 0 4 16,0 0-5-16,0 0 0 0,0 0 0 0,0 0 1 0,0 0-5 15,0 0-3-15,0 0 8 0,0 0 2 0,0 0 0 16,0 0 2-16,0 0-7 0,0 0 30 0,0 0-7 16,0 0 10-16,0 0 15 0,0 0 8 15,0 0 4-15,0 0 4 0,0 0 10 0,0 0 1 0,0 0 0 16,0 0-3-16,0 0 1 0,0 0-14 0,0 0-8 15,0 0-13 1,0 0-11-16,0 0-19 0,0 0-6 0,-3 13-4 16,3-4-6-16,0 4 2 0,0 6 2 0,-1 8 4 15,1-2-3-15,0 7-2 0,0 1 6 0,1-2-3 0,-1 2 8 16,3-1-33-16,1 3-34 0,3 10-72 0,-2-11-63 16,-1-2-81-16,0-7-127 0,-3 0-244 15,2-8-700-15,-1-5 311 0</inkml:trace>
  <inkml:trace contextRef="#ctx0" brushRef="#br1" timeOffset="67409.11">22029 7091 211 0,'-4'0'233'0,"4"0"-9"0,-7-2-13 0,7 2-18 16,-5-1-19-16,5 1-18 0,0 0-18 0,0 0-10 0,-7-2-20 0,7 2-6 15,0 0-12-15,0 0-9 0,0 0-7 0,0 0-4 16,0 0-8-16,0 0-9 0,22-3-2 0,-10 2-7 15,5-2-3-15,0-2-5 0,3 5-2 0,2-4-6 16,-4 2-2-16,1-4 2 0,2 1-11 16,-2 0 2-16,-1 0 1 0,-3-3-1 0,0 3-2 0,-4-1-1 15,0 0 15-15,-1 0 10 0,-3 0 3 0,-1-1 8 16,-1 0-3-16,-1 0-3 0,1 2-4 0,-5 0-2 16,-5-3-8-16,-3 2-3 0,-2 1-7 15,-8 1-3-15,0 1-3 0,-14 3-2 0,3 1 0 0,-8 3-3 16,1 5-1-1,-1 3-7-15,-11 8-1 0,3 1 1 16,1 2 5-16,-3 5-7 0,6 1-3 0,12-6-3 0,1 3 3 16,0-1 2-16,5 3-3 0,1 1-1 0,5 0 3 15,2-3 6-15,6 1 7 0,9 0 17 0,0 1-12 0,8-5 9 16,3 1 5-16,7-3-2 0,5-2 1 0,9-1 4 16,1-3-7-16,17 0 0 0,0-4 1 15,1-3-1-15,-12-2-6 0,13-1 1 0,-18-2-1 0,2-3-6 0,-4 0 1 16,-4 3 0-16,-9-3-5 0,-6 0 14 0,0 0 21 15,-7 1 23-15,2-2 15 0,-3 1 15 0,3 0 0 16,-8 0 6-16,7 0-2 0,-7 0 0 0,0 0-14 16,9 0-10-16,-9 0-9 0,4-3-11 0,-4 3-16 15,0 0-21-15,0 0-26 0,0 0-37 0,0 0-24 16,0 0-34-16,0 0-32 16,0 0-27-16,0 0-36 0,-22 0-29 0,22 0-53 15,-7-1-50-15,4-3-214 0,1 0-585 0,0-1 259 16</inkml:trace>
  <inkml:trace contextRef="#ctx0" brushRef="#br1" timeOffset="67604.85">22654 7449 121 0,'0'0'408'16,"0"0"-24"-16,0 0-34 0,0 0-31 0,0 0-33 15,0 0-42-15,0 0-31 0,0 0-55 0,0 0-61 16,0 0-62-16,0 0-63 0,9 4-59 0,-3-5-72 16,-6 1-232-16,13 0-422 0,-3-3 187 0</inkml:trace>
  <inkml:trace contextRef="#ctx0" brushRef="#br1" timeOffset="68089.92">22975 7163 384 0,'0'-6'389'16,"-3"3"-14"-16,3-1-34 0,0 4-30 0,-1-5-43 0,1 1-25 0,0 4-28 15,-3-4-29-15,3 4-27 0,0 0-25 0,0 0-12 16,0 0-20-16,3 17-13 0,-2-6-15 0,2 1-10 15,-2 6-4-15,0 2-6 0,3 4-4 0,-5 0-10 16,1 1-3-16,-3 0-7 0,2-5-4 0,0-1 14 16,-2 0-14-16,2 0-2 0,-2-1-7 0,2-4 1 15,1-3-4-15,0 2 5 0,-2-3-6 0,-1 0 0 16,3-4-3-16,0 1 7 0,0-2 7 0,0-1 15 16,-1 0 16-16,1-4 51 15,-3 5 7-15,3-5 36 0,0 0 8 0,0 0-14 16,0 0-16-16,-9-9-10 0,2-1-14 0,1 0-8 15,0-4-14-15,-3-3-8 0,0 0-4 0,1-7-5 16,-2-2-3-16,4-4-7 0,2 1-2 0,2-5-5 16,0-14-6-16,6 0-2 0,1 1-10 0,4-1 2 15,-3-1-4-15,9 4 0 0,-8 11-3 0,3 3-3 16,2 5 2-16,-3 0 5 0,-1 10-1 0,-1 1-1 0,-2 3-5 0,3 2-3 16,-3 1-6-16,4 1-5 0,-1 2-5 0,2 1-19 0,3 2-17 0,0 1-17 15,6 3-22-15,0 0-13 0,3 4-39 0,6 4-27 16,-3 3-20-16,0 0-22 0,-1 5-25 15,-1 4-27-15,-1 1-39 0,-3-1-25 0,-3-2-44 0,-4-4-276 16,-2 1-682-16,-2-2 302 0</inkml:trace>
  <inkml:trace contextRef="#ctx0" brushRef="#br1" timeOffset="68290.34">22954 7286 123 0,'-5'2'288'0,"1"1"-12"0,3 0-15 16,1-3-10-16,-4 2-14 0,4-2-17 16,0 0-9-16,0 0-34 0,0 0-15 0,17 3-20 0,2-6-38 0,9 2-45 0,3 0-61 15,1-3-71-15,4 0-92 0,-2 0-214 16,-2-4-410-16,3 1 181 0</inkml:trace>
  <inkml:trace contextRef="#ctx0" brushRef="#br1" timeOffset="68513.7">23588 7357 241 0,'-4'3'553'0,"3"-1"-23"0,1-2-35 0,0 6-43 0,0-6-43 15,0 0-45-15,0 0-53 0,0 0-66 16,0 0-78-16,0 0-76 0,0 0-99 0,13-11-105 0,-6 8-124 0,2 0-347 16,3-3-631-16,-1 0 279 15</inkml:trace>
  <inkml:trace contextRef="#ctx0" brushRef="#br1" timeOffset="69123.42">24283 7090 214 0,'0'0'329'0,"-6"-2"-24"0,6 2-24 16,-3-2-34-16,3 2-27 0,0 0-29 0,7-8-23 15,3 4-25-15,3 1-26 0,6 0-38 0,8-3-42 16,2 1-62-16,1 2-73 0,2 1-94 0,0-5-144 16,1 2-364-16,-6 0 161 0</inkml:trace>
  <inkml:trace contextRef="#ctx0" brushRef="#br1" timeOffset="69292.66">24372 7279 180 0,'-7'4'267'0,"1"1"-20"0,2-2-21 0,0 0-19 16,3-1-19-16,1-2-21 15,8 3-27-15,6-3-28 0,7 0-36 0,11-3-58 16,5 3-73-16,21-4-97 0,-1-3-119 0,1 0-292 0,-2-1 129 0</inkml:trace>
  <inkml:trace contextRef="#ctx0" brushRef="#br1" timeOffset="69825.28">25493 6970 21 0,'0'0'212'16,"0"0"-18"-16,0 0-18 0,0 0-13 0,0 0-14 15,11-10-16-15,-5 6-12 0,2 2-12 16,1-2-15-16,4 3-7 0,-1-3-8 0,2 2-12 0,4-2-6 16,4 1-9-16,-4-2-6 0,2 1 1 0,1-3-6 15,0 1-5-15,0-1 2 0,4-3 1 0,-8 1 4 16,2 3 8-16,-6-3 9 0,1 3 8 0,-4-1 7 16,-1 2 11-16,0 0 6 0,-4 1 0 0,-1 1 5 15,3-2-5-15,-6 1-3 0,0-1-16 0,-1 3-7 16,-4-3-7-16,-1 3-9 0,-5-1-6 0,-4 3-5 15,-3 0-3-15,-6 4-6 0,-5 3-7 0,-3 2-3 16,-2 3-3-16,0 4-1 0,-14 6-4 0,-1 3 1 0,2 2 8 0,5 4-11 16,1 2-2-16,1-1-1 0,6 4-1 0,10-9 5 15,1 2-1-15,2 1-5 0,2 0-1 16,5-2 6-16,4-2 8 0,3 3 7 0,6-4 7 16,6-7 9-16,6 5 6 0,6-3-4 0,5-5 5 0,7 3-5 15,10-7-3-15,11 4 0 0,4-8-26 0,1-1-32 16,4-5-41-1,-2-1-55-15,-3 0-74 0,-1-2-79 0,-19-3-258 16,0-2-567-16,-5-2 251 0</inkml:trace>
  <inkml:trace contextRef="#ctx0" brushRef="#br1" timeOffset="70125.84">25883 7368 70 0,'0'0'441'0,"-9"-7"16"0,9 7-1 0,0 0-2 0,-2-4-15 0,2 4-34 31,0 0-32-31,-3-1-39 0,3 1-38 0,0 0-35 0,0 0-34 0,0 0-30 16,0 0-51-16,0 0-29 0,-4 12-15 0,4-6-14 15,-1 6-3-15,1 4-11 0,-1 2-9 0,1 1-7 16,-2 0 0-16,0 8-7 0,1-2-4 0,-1 1-7 16,1 1-26-16,1-1-42 0,0-8-23 0,0 0-61 15,-1-3-43-15,1 2-59 0,0 0-82 0,1-5-117 16,-1-5-268-16,0-2-738 0,0-5 326 0</inkml:trace>
  <inkml:trace contextRef="#ctx0" brushRef="#br1" timeOffset="70795.7">26531 7257 45 0,'0'0'285'0,"-5"3"-7"0,5-3-11 15,-4 1-13-15,4-1-12 0,0 0-10 0,0 0-19 16,0 0-22-16,0 0-20 0,12-8-18 16,-2 5-17-16,6-2-14 0,4-1-14 0,8-5-9 15,0 2-8-15,0-3-11 0,0 0-5 0,3 1-8 0,0-2-5 16,-5-2 2-16,0 1 6 0,-1 0-2 0,-3-2 4 16,-8 3-3-16,4 0-2 0,-4-2 2 0,-5 0 1 15,4-1-5-15,-5 4 2 0,-6 0 0 0,2 0 3 16,-3 2-10-16,-6 0-13 0,0 1-2 0,-5 1-7 15,-11 3-3-15,-7 1-8 0,-2 2-10 0,-5 7 0 16,-1 1-1-16,-1 6-6 0,-10 9-6 0,3 1-2 0,11-1-5 0,0 2 5 16,-4 10-7-16,13-7 3 0,3 3 5 0,2 1 9 15,5 1-2-15,1 0 10 0,9 0 9 0,4-3-9 16,12 1 2-16,8-2 1 0,7-2-13 0,22 1 2 16,4-6-56-16,6-3-63 0,6-8-82 0,2-2-91 15,27-6-360-15,-29-4-694 0,-1-6 307 0</inkml:trace>
  <inkml:trace contextRef="#ctx0" brushRef="#br1" timeOffset="71612.83">27249 6665 90 0,'0'0'337'0,"3"-4"-4"0,-3 4-11 16,2-7-13-16,-2 6-31 0,0 1-19 0,2-5-30 0,-2 5-19 0,0 0-32 16,3-4-20-16,-3 4-20 0,0 0-15 0,0 0-17 15,0 0-12-15,4 9-16 0,-4-4-2 0,0 2-9 16,0 2-9-16,0 1-2 0,0 1-8 0,0 7-6 16,-2-3-3-1,0 2-3-15,-1-1-4 0,-1 0-3 0,2 0-1 0,0 2-4 16,-1-7 4-16,0 1-7 0,3-3-3 0,0-3 1 15,0 1 3-15,0-2-4 0,-2 0 2 0,1-1 14 16,4-1 34-16,-3-3 25 0,0 0-8 0,0 0-2 16,0 0-15-16,16-8 7 0,-9-2-5 0,0 1-7 15,7-3-2-15,-1-1 0 0,1 2-9 0,-1-4-7 16,2 1 3-16,-2 0-9 0,1 1 3 0,-1-1 17 16,-5 8 6-16,2-4-6 0,-4 4-10 0,2 1-5 15,-4 0-7-15,1 1-9 0,-1 0-2 0,-1 3-10 0,-1-4-13 0,-2 5-31 16,5-1-3-16,-5 1 3 0,0 0-5 0,5 6 6 15,-3 0-3-15,-2 0 12 0,4 5-2 0,-4-2-4 16,0 0-2 0,0 1 18-16,0 0-3 0,0 1-6 0,0-1 0 0,-2-2 0 0,0 1 11 15,4-3-7-15,-2 0-9 0,-2-3 10 16,2 1 6-16,0-4 3 0,-1 5 6 0,1-5 19 16,0 5 19-16,0-5 14 0,0 0 18 15,0 0 11-15,1 2-5 0,-1-2-6 0,0 0-15 0,0 0-8 0,10-9-2 0,-8 6-11 16,2-1-13-16,-2 1-14 0,2 0-14 0,-1-1-21 15,-1 1-12-15,2 2-12 0,-4 1-22 0,5-3-33 16,-5 3-35-16,4-3-41 0,-4 3-44 0,0 0-51 16,1-3-65-16,-1 3-345 0,0 0-742 15,-5-6 329-15</inkml:trace>
  <inkml:trace contextRef="#ctx0" brushRef="#br1" timeOffset="72846.25">27155 6620 94 0,'2'-4'247'16,"-2"-1"-7"-16,5 1-8 0,-1-1-12 0,0 2-15 15,1-1-19-15,2-1-11 0,0 2-19 0,-2-1-15 16,3 4-20-16,-2-1-11 0,6 1-13 0,-3 1-10 0,1 1-10 16,0 3-9-16,0 2-9 0,1-1-7 15,0 7-1-15,2 0-5 0,-7 3-3 0,3 1-3 0,-4 3-3 0,-1 3-3 16,0 2 0-16,-5 1-3 0,-2 1-3 0,-1-7-2 15,-1 9 0-15,-7-1-6 0,1-1 1 0,4-3 5 16,-5-1-9-16,3-7 0 0,-1 1-3 0,-1-2 2 16,1-2-2-16,4-4 5 0,0 0-1 0,-1-4 4 15,2 1 5-15,1-2 5 0,2 2 16 0,-1-3 28 16,1 0 34-16,-1-1 43 16,3-2 31-16,0 0 44 0,0 0 26 0,0 0-17 15,0 0-23-15,0 0-25 0,8-21-18 0,1 5-20 0,3-1-13 0,4-8-16 16,4 0-11-16,-2-2-13 0,7-1-11 0,5-9-9 15,-7 8-7-15,3 1-8 0,-2-1-5 0,-1 3-8 16,-3-2 0-16,0 6 40 0,-4 1 5 0,-2 7 9 16,-5 1 3-16,0 3-3 0,-4 1-1 0,0 3-6 15,0-1-15-15,-1 3-6 0,0 1-16 0,-1 1-12 16,-2-1-21-16,0-1-21 0,-1 4-27 0,4-3-36 16,-4 3-32-16,0 0 8 0,0 0 9 0,-1 13 6 15,-4-4 5-15,-2 3 4 0,-2 2 7 0,3 3 3 16,-2 3 4-16,3-3 2 0,1 2 4 0,1 0 4 15,1 3 9-15,6 5 3 0,1-3 3 0,4-1 6 16,5 2 2-16,0-3 9 0,9-1 2 0,4-3 3 0,5-3 1 0,3 1 3 16,2-4 0-16,11 1-2 0,-8-6 2 0,-2-2-4 31,2-1 7-31,-6-1-1 0,-2-3 0 0,-4 0 1 16,-10 0 2-16,-1-3-2 0,-7 3 4 0,3-1 0 0,-7 0 4 0,2 1 4 0,-3-2-5 15,1 1-3-15,-6 1-16 0,9-2-20 0,-5 1-22 16,-4 1-54-16,0 0-76 15,0 0-87-15,0 0-47 0,-19-6-63 0,13 6-72 16,-5 2-363-16,11-2-871 0,-19 0 386 0</inkml:trace>
  <inkml:trace contextRef="#ctx0" brushRef="#br1" timeOffset="73901.48">28367 7357 98 0,'-9'0'166'15,"-1"3"-11"-15,4-3-14 0,-2 1-15 0,2 0-7 16,1 4-11-16,-1-4-17 0,6-1-6 0,-9 2 1 16,6-1-4-16,3-1-5 0,-5 1-1 0,5-1 6 15,0 0-15-15,0 0 9 0,-7 0 3 0,7 0 4 16,0 0 7-16,0 0 8 0,-4 2 3 0,4-2 6 15,0 0 3-15,0 0 2 0,-4 3-2 0,4-3 9 0,0 0-11 16,0 0-4 0,0 0-1-16,0 0-6 0,0 0 11 0,0 0-17 15,0 0-9-15,0 0-7 0,0 0-4 0,0 0-18 16,0 0 1-16,0 0-3 0,0 0-5 0,0 0-5 16,0 0-4-16,0 0-3 0,0 0-8 0,0 0 4 15,0 0-3-15,0 0 4 0,0 0-6 0,25 0-5 0,-5-3 2 0,12 1-7 0,0 1 3 16,22-2-2-16,-2 1 0 0,-1-4-4 15,3 3-3-15,0-2-1 0,-1 0-5 16,-2 3 6-16,-14-1-1 0,-1 1 0 0,-1 2-4 0,-5-1-1 16,-8 1 0-16,-3 0 0 0,-5-1-8 0,-3-1-6 15,1 0-34-15,-7 2-11 0,3 0-29 0,-5-1-17 16,-3 1-40-16,0 0-26 0,0 0-20 0,-16-4-14 16,2 3-12-16,-4 1-23 0,-1-3-207 0,0 0-480 15,0 1 213-15</inkml:trace>
  <inkml:trace contextRef="#ctx0" brushRef="#br1" timeOffset="74117.64">28661 7261 9 0,'-1'-5'331'16,"1"-3"0"-16,-1 0-1 0,1 4-11 0,-3-1 3 15,3-2-9-15,0 4-19 0,0 3-35 0,-1-6-25 0,1 6-34 0,-3-5-28 0,3 5-34 16,0 0-31-16,0 0-9 0,0 14-19 0,0-2 6 15,-2 8-18-15,-1 3 2 0,-1 5-9 16,-1-1-6-16,0 5-4 0,1-4-7 0,-1 5-6 0,1-4-20 16,3-1-14-16,1-2-40 0,1 3-39 15,3-5-31-15,0-5-60 0,1-1-74 0,4-3-325 16,-1-7-613-16,2-2 272 0</inkml:trace>
  <inkml:trace contextRef="#ctx0" brushRef="#br1" timeOffset="74602.89">29476 7089 152 0,'-5'1'297'0,"5"-1"-19"0,0 0-19 16,0 0-19-16,0 0-20 0,0 0-25 16,0 0-20-16,0 0-20 0,22-6-14 0,-12 4-12 15,3-1-14-15,6-2-11 0,2 3-13 0,-2-1-10 0,9-4-7 0,-9 2-8 16,10-2-5-16,-8 0-7 0,6-2 7 0,-8 0 4 15,-1 0 2-15,-1-1 0 0,-5 0 0 0,1 3 12 16,-3 0 12-16,-1 3 10 0,-2-2-2 0,-2 4-8 16,-3-5-19-16,0 5-15 0,-2-2-17 0,0 4-9 0,-15-3-7 15,1 5 4-15,-5 2-3 0,-10 6-7 16,-5 4-6-16,0 4 3 16,-11 8-9-16,3 3 3 0,0 5-4 0,0 0-10 15,2 2 11-15,5 2-5 0,-1-2 5 0,14-6-2 0,4 0 1 0,2 0-4 16,3 1 1-16,4-1-5 0,5-3 0 0,8 2-5 15,6-5 1-15,5-1-15 0,6-2-11 0,6-4-36 16,-1-1-53-16,10-3-75 0,1-11-74 0,-1 3-280 16,2-3-596-16,-1-6 264 0</inkml:trace>
  <inkml:trace contextRef="#ctx0" brushRef="#br1" timeOffset="75003.69">29786 7396 53 0,'-7'0'327'0,"7"0"-29"0,-6 3-27 0,6-3-28 15,0 0-32-15,-4 1-18 0,4-1-18 16,3 6-21-16,0-1-14 0,4-1-18 0,2 4-10 0,1 1-10 16,2 3-12-16,-1 0-14 0,-1 2-6 0,-2 0-8 0,-4 4-7 0,0-2-5 15,-2 2-3-15,-6 4-2 0,-1 3-1 0,-2 3-4 16,-10-3-2-16,0 1-4 0,-2-2-2 15,-2-2-1-15,-1-1-1 0,-3-1 3 0,2-4 5 16,8-3-2-16,-1-3-3 0,3-1 1 0,1-2-7 16,3 0 5-16,3-4-5 0,1 2 2 0,-1-2 18 15,3 2 14-15,-1-3 15 0,1 0 22 0,3-2 9 16,0 0-3-16,0 0-10 0,22-1-8 0,-4-2-9 16,14 0-13-16,-2 0-6 0,6-1-6 0,-1-2 2 0,-1 1-11 15,4 0-7 1,-3 1-2-16,2 2 0 0,-1-1 5 0,-3 0 4 15,-2 2 3-15,-13-1-11 0,-3 2 3 0,-3-1-9 16,-1 0 11-16,-2 0-1 0,-4 2-1 0,3-1-1 16,-8 0-10-16,8-2-10 0,-8 2-20 0,7-1-27 15,-7 1-48-15,2-6-58 0,-2 6-37 0,-6-7-44 16,1 3-37-16,0 1-33 0,0-2-56 0,-1-2-235 16,3 0-626-16,1 0 277 0</inkml:trace>
  <inkml:trace contextRef="#ctx0" brushRef="#br1" timeOffset="75482.59">30485 7403 280 0,'-8'0'296'16,"8"0"-8"-16,0 0-9 0,-5 3-14 0,5-3-15 16,0 0-19-16,0 0-20 0,0 0-26 15,0 0-15-15,17-7-12 0,-3 4-25 0,2-3-21 0,12-1 12 0,-1-2-24 16,1 2-10-16,0-4-13 0,2-2-10 0,-2 2 38 15,0-4-8-15,1 2 5 0,-2-4 10 0,-4 0-10 16,4-3 6-16,-6 1-10 0,-2-2-1 0,-3-2-3 16,-3 6 2-16,-4 1 4 0,-3-1 7 0,0 3-1 15,-6 2 4-15,1 1-15 0,-4 1-13 0,-2 1-8 0,-4 2-24 16,-2 3 5-16,-2 0-6 0,-10 6-11 16,-4 1-5-16,-4 9-10 0,3 1 0 0,-4 6-1 15,0 2-4-15,-6 10-6 16,11-6 2-16,-7 14-3 0,4-3 0 0,11-7-4 15,6 0 0-15,4 2 5 0,5-1-4 0,6-1 8 16,9 1-3-16,8-3 1 0,3 3-6 0,9-8-10 16,15 2-50-16,1-11-46 0,8 0-86 0,0-8-82 15,4-2-107-15,-4-8-372 0,2-5-808 0,-3-1 358 16</inkml:trace>
  <inkml:trace contextRef="#ctx0" brushRef="#br1" timeOffset="76237.78">31034 6873 39 0,'-18'1'280'0,"-1"-1"-6"0,6 3-14 0,-1 0-18 16,5-1-16-16,2-1-20 0,-2 0-16 0,2-1-8 0,2 0-13 15,5 0-10 1,-6 0-12-16,6 0-11 0,0 0-9 0,-8 0-13 15,8 0 2-15,0 0-2 0,-5 3 13 0,5-3 0 16,0 0 19-16,0 0 6 0,0 0 9 0,0 0-3 16,0 0 1-16,0 0-2 0,0 0-6 0,0 0-8 15,0 0-5-15,0 0-8 0,0 0-14 0,-6-3-8 16,6 3-8-16,0 0-12 0,0 0-4 0,0 0-11 16,0 0-9-16,0 0-2 0,0 0-5 0,0 0-6 0,0 0-8 0,0 0 3 15,0 0-5-15,0 0-6 16,0 0-1-16,0 0-3 0,0 0-1 0,0 0-3 0,0 0-4 15,0 0-1-15,0 0-3 0,0 0 2 16,0 0-6-16,0 0-6 0,0 0 11 0,0 0-7 16,0 0 0-16,0 0-1 0,0 0-6 0,0 0 1 0,21-1-1 15,-3-4-1-15,14 1 0 0,-4-2-4 16,11 4 2-16,-2-4-2 0,14-2-2 0,-13 5-2 16,14-5 3-16,-12 5-6 0,0-1 8 0,-6-1-1 15,-2 4 0-15,-5 0-1 0,-8-4-4 0,-5 4 9 16,-5 0 2-16,0 1 1 0,0 0 3 0,0-3-2 15,-5 3-1-15,2-2-14 0,-6 2-13 0,8 0-22 16,-5-2-26-16,-3 2-30 0,0 0-50 0,0 0-36 16,0 0-29-16,0 0-24 0,-26-2-25 0,13 4-23 0,4 0-28 0,0-2-35 15,-1 0-295-15,2 0-694 0,3-2 307 0</inkml:trace>
  <inkml:trace contextRef="#ctx0" brushRef="#br1" timeOffset="76707.86">31727 6622 115 0,'4'-2'350'0,"0"-1"-33"16,2 2-37-16,-1-1-28 0,3 2-24 15,2 0-22-15,3 1-25 16,-2 4-19-16,4-1-21 0,0 4-12 0,2 1-14 15,-4 3-7-15,-1 0-12 0,-1 5-9 0,-3-3-10 16,-6 5-8-16,2-2-4 0,-4 3-5 0,-4-1-4 16,-2 6-9-16,-3-1 3 0,-8 0-2 0,3 0-7 15,-5-3-6-15,0-3-3 0,2 3 2 0,3-8-4 16,2-4 8-16,1-1-6 0,4-3 1 0,2-1 7 16,0 1 9-16,1 0 39 0,0-3 44 0,0-2 45 0,4 0 43 0,-4 5 34 15,4-5-4 1,0 0-22-16,6-13-28 0,4 5-14 0,11-9-25 0,2 2-16 15,0-2-16-15,2-2-12 0,1-3-10 0,5 2-12 16,-2 1-13-16,3-3-3 0,-2-2-9 0,-1 1-2 16,-3 1 3-16,-1 2 10 0,-9 7 31 0,-3 2 19 15,-3 1 13-15,-3 3 3 0,-2 1-15 16,3 1-9-16,-3 1-17 0,-4 2-26 0,3-2-33 0,0 3-39 16,-4 1-20-16,0 0 5 0,0 0-5 0,-13 16-2 15,-1-4 4-15,1 5 4 0,-2 3-5 16,2 4-43-16,-1 4-16 0,7-2-12 0,5 5-4 15,8 0-6-15,7-1 4 0,8 2-29 0,20 3-58 16,7-3-99-16,6-5-131 0,7-8-178 0,2-2-330 0,-2-8-989 16,-1-4 439-16</inkml:trace>
  <inkml:trace contextRef="#ctx0" brushRef="#br1" timeOffset="93165.93">7780 10362 5 0,'0'0'130'0,"0"0"0"0,0 0-4 0,0 0-11 0,0 0-6 16,0 0 2-16,0 0-7 0,4-2 1 0,-4 2-1 15,0 0 3-15,0 0-1 0,0 0-2 0,0 0 1 16,0 0 0-16,0 0 3 0,0 0 2 0,0 0 2 16,0 0 1-16,0 0-3 0,0 0-2 0,0-5-10 15,0 5-10-15,0 0 2 0,0 0-1 0,-1-4-7 16,1 4-9-16,0 0 0 0,1-7 1 0,-1 7 2 0,0-4-1 16,0 4 0-16,0 0-3 0,0 0-9 0,0-2-2 15,0 2-10-15,0 0-4 0,0 0-12 0,0 0-1 16,0 0-13-16,0 0-8 0,0 0-33 0,0 0-31 15,0 0-5-15,0 0 2 0,0 15 9 0,0-2 0 16,-1 5 1-16,-3 9 7 0,0 4 8 0,0 0 0 16,3 1 2-16,-3-1 0 15,0 3 8-15,3-3-3 0,-2 1 4 0,2-4 0 16,1 0 4-16,0 0-3 0,0-2 5 0,0-9 1 16,0 1 1-16,0-2 2 0,0-3-1 0,0-2 2 15,1-1 3-15,-1-2-1 0,3-2 0 0,-3 0 3 0,0-1 2 16,0 0 0-16,0-2 14 0,0-3 13 0,0 4 10 0,0-4 8 15,0 6 3-15,1-3 3 0,-1-3 0 0,0 0-1 16,0 0 1-16,0 5-6 0,0-5 2 0,0 0-6 16,0 0-8-16,0 0-1 0,0 0-2 0,0 0 1 15,0 0-3-15,0 0-4 0,0 0 1 0,0 0-4 16,0 0-3-16,0 0-10 0,0 0-16 0,0 0-11 16,0 0-19-16,0 0-33 0,0 0-51 0,0 0-31 15,0 0-33-15,0 0-22 0,0 0-60 0,0 0-158 16,-1-17-462-16,1 13 204 0</inkml:trace>
  <inkml:trace contextRef="#ctx0" brushRef="#br1" timeOffset="93519.5">8075 10672 242 0,'2'-4'225'0,"-2"4"-23"0,0 0-23 0,0 0-19 0,0 0-20 0,0 0-21 16,0 0-10-16,0 0-8 0,0 0-14 0,-15 17-13 15,7-8-3-15,-5 5-7 0,-1 1-7 0,-3 4-4 16,2-5-5-16,-3 6-3 0,0 2-10 0,4-8-11 15,0 1 8-15,2 0-4 0,0 1-3 0,2-6-2 16,2 2 1-16,1-1-3 0,-1-3-6 0,0 2-19 16,3-5-16-16,1 2-11 15,-1-4-11-15,2 2 9 0,2-3-6 0,-4 2 3 16,5-4 3-16,-1 3-22 0,1-3-36 0,0 0-31 16,10-10-33-16,-4 3-102 0,1-3-279 0,-1-1 123 15</inkml:trace>
  <inkml:trace contextRef="#ctx0" brushRef="#br1" timeOffset="93760.48">7936 10773 32 0,'3'-6'184'0,"-1"0"8"16,-2 0-4-16,1-2 15 0,-1 5-2 0,2-2 0 16,-2-1 2-16,0 3-5 0,1 1-11 0,-1 2-9 15,1-5-14-15,-1 5-14 0,2-5-17 0,-2 5-12 16,2-3-15-16,-2 3-10 0,0 0-18 0,0 0-9 16,9-1-7-16,-4 5 1 0,8 1-4 0,0-1-5 15,2-1-3-15,3 6-4 0,8 3-3 0,-7-2-3 16,5 1-3-16,2 0-5 0,-1 0-3 0,-6 0 0 0,-1-1 3 15,0-1-28-15,1-1-10 0,-2 0-19 0,-7 0-19 0,7 0-19 16,-7-3-21-16,0 2-24 0,0-3-22 0,-1 3-18 16,-2-6-14-16,-1 4-15 0,-1 0-7 0,-1-3-19 15,0-1-157-15,-4-1-389 0,0 0 173 16</inkml:trace>
  <inkml:trace contextRef="#ctx0" brushRef="#br1" timeOffset="94167.19">8313 10536 161 0,'-1'-10'276'0,"2"-2"-3"0,-2-1-11 0,-1 1-17 16,2-1-8-16,2 4-7 0,-2-4-8 0,1 3-8 15,0 3-6-15,-1-1-2 0,0 1-18 0,2 0-10 16,-1 3-13-16,-1 0-18 0,0 0-18 0,0 0-14 15,0 4-20-15,0-5-16 0,0 5-29 0,0 0-39 0,0 0-3 16,0 0-2-16,4 16 0 0,2-3-4 16,-3 3 1-16,3 9-2 15,-2 1 2-15,0 0-4 0,0 6 2 0,2-2-4 16,2-3 9-16,-3 3-6 0,1-1 1 0,3-1 14 16,-4-3-14-16,4 2-1 0,-4-9-1 0,-1 0 0 15,2-2 1-15,-3-2 4 0,1-5-7 0,-3 3 4 0,3-4 2 0,-2-2-2 0,1 0-2 16,-3-1 3-16,1 0 20 0,2-2-14 0,-2 1 1 15,-1-4 10-15,0 6 11 0,0-6 8 16,0 5 2-16,0-5 2 0,3 1 11 0,-3-1-15 16,0 0-4-16,0 0 1 0,0 0-8 0,0 0 2 15,2 3-5-15,-2-3-2 0,0 0-2 0,0 0-16 16,0 0-22-16,0 0-21 0,0 0-16 0,0 0-29 16,0 0-49-16,0 0-44 0,0 0-31 0,-10-8-47 15,4 1-59-15,2 4-179 0,0-2-534 0,1 0 237 16</inkml:trace>
  <inkml:trace contextRef="#ctx0" brushRef="#br1" timeOffset="94946.73">8447 10493 118 0,'0'0'200'0,"0"0"-7"0,0 0-11 16,-5 0-4-16,5 0-14 0,0 0-15 0,0 0-10 15,-5-3-15-15,5 3-12 0,0 0-11 0,0 0-7 16,0 0-10-16,0 0-10 0,0 0-10 0,0 0-6 16,0 0-3-16,0 0-6 0,0 0-3 0,0 0-4 15,0 0 1-15,0 0 0 0,0 0-4 0,0 0-3 16,0 0 0-16,0 0-3 0,0 0-6 0,0 0-3 0,0 0 0 0,0 0 1 15,0 0-4-15,0 0-5 0,0 0 4 0,0 0-6 16,0 0-4-16,0 0 0 0,0 0 0 0,0 0-1 16,0 0-1-16,0 0-1 0,0 0-1 0,0 0 6 31,0 0-8-31,0 0 2 0,0 0 4 0,0 0 2 0,0 0 4 16,0 0 3-16,0 0 5 0,0 0-4 15,0 0 2-15,0 0-2 0,0 0 0 0,0 0-3 0,0 0 1 0,0 0 0 16,0 0 7-16,0 0-4 0,0 0 1 0,0 0 3 0,0 0-2 15,0 0-1-15,0 0-6 0,0 0 2 16,23 0-2-16,-10-2-4 0,6-1-1 0,-1-1-2 16,6 3 10-16,3-1-11 0,-5 0-1 0,7-2-1 15,-10 1-2-15,3 2 1 0,0 0-4 0,-7-2 5 0,-1 3-2 16,-2-2 3-16,-3 2-4 0,-1-1-2 0,0 0 3 16,-3 1 0-16,-5 0-4 0,9 0 0 0,-9 0-19 15,8-1-16-15,-8 1-13 0,0 0-7 0,0 0-11 16,0 0-16-16,0 0-20 0,-22 9-22 0,12-4-23 0,-2-2-37 15,2 2-210-15,-1-1-426 0,1 1 188 16</inkml:trace>
  <inkml:trace contextRef="#ctx0" brushRef="#br1" timeOffset="95469.33">9024 10667 208 0,'0'0'239'15,"0"0"-12"-15,0 0-18 0,0 0-19 0,0 0-19 16,0 0-15-16,0 0-17 0,0 0-16 0,0 0-13 15,0 0-15-15,25-6-30 0,-11 5-31 0,5-2-37 16,3 3-46-16,9-2-42 0,-3 2-72 0,-11-2-114 16,4 0-300-16,0 1 133 15</inkml:trace>
  <inkml:trace contextRef="#ctx0" brushRef="#br1" timeOffset="95616.07">9081 10796 57 0,'0'0'128'0,"4"6"-2"16,7-3-16-16,9-1-8 0,12 2-29 0,4-3-58 15,-1-1-118-15,3-2-109 0,1-1 49 0</inkml:trace>
  <inkml:trace contextRef="#ctx0" brushRef="#br1" timeOffset="97203.96">10833 10082 163 0,'0'0'197'16,"0"0"-8"-16,0 0-4 0,0 0-6 0,0 0-6 16,0 0-4-16,-4-4-3 0,4 4-8 0,0 0-9 0,0 0-8 15,0 0-17-15,0 0-14 0,8-7-12 0,-4 5-10 32,1-5-9-32,4 1-11 0,0-1-10 0,2 1-4 15,4-4-6-15,1 3-1 0,3-4-7 0,6-3-4 0,0 0-3 16,-1-1-4-16,-1-1-3 0,0 1-2 0,1 0-3 15,-1-1 1-15,-2-1-8 0,2-2 5 0,-4 1-1 16,-4 4 2-16,-1-1 1 0,-1 3 1 0,-3-3-2 16,0 1 4-16,-4 0-2 0,0 4 6 0,-2 1-10 15,-3-1-8-15,-1-1 0 0,-4 3-1 0,0 2-11 0,-2-1-8 16,-7 3-5-16,-1 3 0 0,-5-1 0 0,-1 4 0 16,-7 3 0-16,-6 2 1 0,2 3 0 15,0 5-3-15,2-1 1 0,3 5 3 0,-1 0-2 16,5 1 0-16,1 0 2 0,4 4-1 0,3 0 2 15,4 0 7-15,4 3-1 0,6-2-3 0,1-3 2 16,4-4 5-16,7 5 0 0,-1-7 3 0,7 2-1 0,5-2 4 0,4-4 1 0,2-3 2 16,5-1 2-16,0-3 6 0,2-3-2 0,-2 0-2 15,3-2-1-15,-3 0 6 0,-6-4 4 0,1 4 7 16,-11-3-1-16,1 1 9 0,-7 2 8 0,-2-2 9 0,-3-1 4 16,0 2-1-16,-1 0-1 0,0 0 0 15,-2-1-15-15,0 0 0 0,-4 2-10 0,5-5-23 16,-3 2-20-1,-2 3-26-15,0-5-24 0,0 5-27 0,-3-4-36 0,1 1-36 16,0-2-34-16,-2 2-67 0,2-1-159 0,2 4-458 16,-6-7 204-16</inkml:trace>
  <inkml:trace contextRef="#ctx0" brushRef="#br1" timeOffset="97789.11">11666 9476 167 0,'5'-2'164'0,"4"0"-21"0,-4 2-15 15,-5 0-11-15,12 4-14 0,-6-1-19 16,2 1 2-16,-2 2-11 0,1 3-13 0,-3-1-5 16,-2 4-8-16,-2-2 5 15,5 4-17-15,-6-2 2 0,-3 4 0 0,0 1-7 0,-2 0-4 16,-2 0-4-16,-3-2 5 0,-1 2-8 0,3-3 2 15,-4-3-5-15,4-1 0 0,3-1 1 0,0-1 6 16,-1-3 12-16,4-1 10 0,-1 0 21 0,0 0 28 0,2-2 31 0,2-2 30 0,-5 4 24 0,5-4-8 16,0 0-20-16,0 0-19 0,9-14-8 15,-1 5-11-15,6-3-17 0,-1-3-2 0,6-3-9 16,-2-3-7-16,2 1-7 0,2-6-4 0,-1 3-3 16,0 0-10-16,2 1-3 0,-4 0 12 0,-2 2-3 0,-3 6 14 15,-1 0 0-15,-6 7 2 0,-1-1-4 0,0 3-12 16,-1-2-11-1,1 3-7-15,0 1-15 0,-4 0-50 0,-1 3-13 16,0 0 2-16,0 0-4 0,3 15 15 0,-7-5-10 16,-1 5-1-16,-2 4 6 0,0 7 4 0,-1-1 2 15,3 2 3-15,3-1 11 0,0-2-10 0,2-5-1 16,6 8 10-16,1-2-3 0,6-2 4 0,6-1-1 16,3-3-26-16,6 1-38 0,7-2-74 0,11 4-88 0,2-11-352 0,7-1-633 15,-15-6 280-15</inkml:trace>
  <inkml:trace contextRef="#ctx0" brushRef="#br1" timeOffset="98574.83">13207 10118 208 0,'0'0'230'0,"0"0"-6"0,0 0-12 0,0 0-8 16,0 0-15-16,0 0-20 0,0 0-17 15,0 0-18-15,9-12-12 0,0 6-15 0,0-1-9 16,5 0-10-16,0-5-8 0,4 3-12 16,6-7-2-16,1 0 1 0,-2 1-6 15,2-3 7-15,3 1 3 0,-7-1 1 0,-1 2-3 16,-1-4 2-16,-3 5 4 0,-2 3-1 0,-3-4 0 15,-1 4 4-15,0-1 1 0,-3 2-12 0,-4 1 1 0,0 2-6 16,-1 2-9-16,-2-2-8 0,-3 1-11 0,-2 2-13 16,-3 0-1-16,-4 4-7 0,-1 0-2 15,-9 2-2-15,-1 0-4 0,-4 7-1 0,2 1-3 0,2 3 0 0,-2 2-4 16,4 3 2-16,0 0-6 0,5 2 1 0,3 5 3 16,0-1 9-16,4-2-8 15,8-4-2-15,2 3 3 0,4 4 0 0,8-1 3 16,6-1 2-16,7-4-14 0,6-1-22 0,6-2-30 15,12-1-45-15,1-5-54 0,-1-6-59 0,-11 0-283 16,15-6-545-16,-14-2 242 0</inkml:trace>
  <inkml:trace contextRef="#ctx0" brushRef="#br1" timeOffset="99060.86">13541 9587 136 0,'0'0'175'16,"0"0"-4"-16,0 0-1 0,0 0 0 0,0 0-5 15,-5 1 2-15,5-1-3 0,0 0-2 0,0 0-4 0,0 0-2 0,0 0-10 16,0 0-9-16,0 0-3 0,0 0-18 0,0 0-11 16,0 0-17-1,15-5-5-15,-4 3-9 0,2-3-14 0,6 2-14 16,9-1-23-16,-7 0-27 0,7 0-33 0,0-1-33 15,-1 3-32-15,-5-1-44 0,1-1-43 0,-5 1-188 0,-1-1-407 16,0-1 180-16</inkml:trace>
  <inkml:trace contextRef="#ctx0" brushRef="#br1" timeOffset="99654.92">14028 9346 153 0,'3'-3'197'0,"-3"3"-19"0,10-2-18 16,-2 2-18-16,1 0-14 0,4 1-25 0,-3 1-1 16,2 1-12-16,-1 3-13 0,2 0-2 0,-4 0-15 15,5 6-2-15,-4 1-8 0,-1 2-6 0,0 0-6 16,-3 1-1 0,0 1-8-16,-1 1-2 0,-4 0-3 0,-1-1-2 0,0 3-2 15,-4-2 3-15,-1-2-8 0,-1 0 2 0,-1-2-4 16,0 1 2-16,-1-3 0 0,0-1 7 0,2-2 8 15,-3-2 2-15,5 0 7 0,-1-2 7 0,1-2 14 16,0 1 19-16,3 0 33 0,0-3 19 0,1-1 28 16,-4 4 31-16,4-4 0 0,0 0-21 0,0 0-18 15,-4-11-24-15,9 6-8 0,0-3-9 0,-1-3-11 0,5-4-8 16,1 0-15-16,0-2 3 0,5-5-20 0,1-2 1 16,-2 3-11-16,2-1-5 15,-5 0 1-15,-1 5-3 0,1 3-6 0,-2-1 4 16,-4 5 3-16,2 2-2 0,-3 2-3 0,-1-1 0 15,0 2-14-15,0 1-1 0,1-1-16 0,-3 2-35 16,-1 0-20-16,0 3-9 0,0 0 9 0,0 0 2 16,-8 17 5-16,5-7 0 0,-3 5 5 0,-1 4 3 15,3 7 3-15,2-1 2 0,0 3-3 0,6-1 5 16,0 0 1-16,9 0 7 0,2-5 0 0,8 6 4 16,5-6-10-16,13 4-31 0,5-1-47 0,4-7-72 15,5-2-101-15,-3-4-294 0,2-2-617 0,1-6 272 0</inkml:trace>
  <inkml:trace contextRef="#ctx0" brushRef="#br1" timeOffset="100779.26">10704 11493 139 0,'0'0'152'0,"0"0"-7"0,0 0-4 0,0 0-12 0,0 0-8 16,0 0-2-16,0 0-10 0,0 0-9 0,0 0-3 16,-8-1-4-1,8 1 5-15,0 0 1 0,0 0 4 0,0 0-1 16,0 0-5-16,0 0-13 0,0 0-5 0,14-9-11 0,-6 5-3 15,0-1-9-15,3-1-6 0,-1 2-4 0,8-4-7 16,0 0-2-16,3-1-6 0,5-3 1 16,1 2-4-16,-2-4-1 0,1 1 4 0,0 2-1 0,-7-1 1 15,-1 0-8-15,1 1 3 0,-2-1-3 0,-2 1 2 16,-1-3 0-16,-4 2-1 0,2-1-3 0,-7 3-4 16,1 1-1-16,-2-1-6 0,-4 0 0 0,-4 1-6 15,2 1-6-15,-7-1-7 0,-3 4-1 0,-3 1-3 16,-7 2-1-16,-1 2 5 0,-5 2-5 0,-1 1 5 15,-1 3-1-15,1 3 1 0,2 0-2 0,-1 6 2 0,5 0 0 16,-1 0-6-16,2 2 5 0,2 0-2 0,8-1-2 0,2 7 3 16,-2 0 1-16,9-3-2 0,1 6 3 0,5-8 3 15,6 0 4-15,7 4-1 0,7-1 1 0,7-4 4 16,4 0-1-16,5-5 1 0,17 1 4 0,3-4-14 16,3-5-28-16,2-4-43 15,1-4-59-15,-3 2-249 0,-6-3-419 0,-6-5 187 16</inkml:trace>
  <inkml:trace contextRef="#ctx0" brushRef="#br1" timeOffset="101455.88">11266 10860 11 0,'9'-2'141'0,"1"0"-17"16,2 2-14-16,-4 0-12 0,-1 0-11 0,2 4-9 0,0-2-12 15,0 3-5-15,-1 3-10 0,-3 0 11 0,-1 6-16 16,-3-2-5-16,-1 3-7 0,-3 1-1 0,-1 4-9 15,-1-3-1-15,-1 1 0 0,-3-2 5 0,1 2-2 0,-2-3 11 16,0 1-10-16,1-1-1 0,0-4-2 0,0-1 4 0,4-1 4 16,1-4 8-16,3 0 8 0,-3-1 13 0,0 0 14 15,3-1 24-15,-2-1 18 0,2 1 22 0,1-3 19 16,-4 3 4-16,4-3-13 0,0 0-19 16,9-9-14-16,-1 2-11 15,1-4-12-15,5 1-7 0,-1-4-7 0,6-5-11 16,0 2-8-16,-1-2-5 0,0-2-5 0,-2 0-9 15,2 2 2-15,-2-1-6 0,-4 4 8 0,1 2 12 16,-3-3-1-16,-2 8 5 0,-3-2 8 0,3 5-6 16,-4-1-5-16,-2 2-11 0,3 1-4 0,-1-1-13 0,-1 3-15 15,-3 2-23-15,2-2-12 0,-2 2-2 0,0 0 2 16,0 0 3-16,-10 18 1 0,4-6 2 16,-1 3-1-16,2 3 14 0,0 0-13 0,1 7-2 0,3 1 5 0,1-1 0 15,5-1-3-15,1 4 2 0,7-2-2 0,8-5-7 16,3 2-25-16,3 0-31 0,5-5-56 0,11 3-83 15,-6-10-99-15,16 2-163 0,-4-8-516 0,-9 1 228 16</inkml:trace>
  <inkml:trace contextRef="#ctx0" brushRef="#br1" timeOffset="102398.89">13094 11522 68 0,'-7'-4'171'0,"7"4"-5"15,0 0-6-15,0 0-2 0,0 0-3 0,0 0-5 16,0 0 1-16,0 0-12 0,0 0-12 0,0 0-12 15,10-9-10-15,-3 7-11 0,0-2-8 0,2-2-3 0,3 2-5 0,3-4-8 16,0-1-4-16,2-2 2 0,6-3-3 0,-9 3-15 16,4 0 3-16,5-5-4 0,-6 4 0 0,-1-4-3 15,-2 3 0-15,2 0-5 0,-5 0 3 0,2-3 4 16,-4 1-10-16,1 3-4 0,-6 1 3 0,-1 0-5 16,0-1 0-1,-2 5-6-15,-2-3-7 0,-2 4 0 0,-1 2-7 0,-5 0-7 16,-3 1 0-16,-2 3-2 0,-4 5-2 0,-2 2 2 15,-8 3-6-15,2 5 2 0,2 2-3 0,-2 2 1 16,7 2-4-16,-1 1 3 0,4 3-2 0,1 0-1 16,5-1 3-16,2-1 0 0,4-3 2 0,7 5 2 15,3-4 3-15,6 1-3 0,7 2 13 0,6-4-9 16,6-6 4-16,6-2-3 0,2-3-26 0,15-3-37 16,0-2-50-16,0-7-69 0,0-1-256 0,-3-3-467 0,-12 0 207 0</inkml:trace>
  <inkml:trace contextRef="#ctx0" brushRef="#br1" timeOffset="102931.25">13338 11086 80 0,'0'0'218'15,"-6"2"-5"-15,6-2-14 0,0 0-8 0,0 0-12 16,0 0-12-16,0 0-18 0,0 0-10 0,0 0-13 16,0 0-14-16,27-8-11 0,-13 7-11 0,4-2-10 0,10 2-7 0,3-3-27 15,1 0-25-15,0 1-27 0,0 0-27 0,0 2-43 16,-3-2-46-16,3-2-61 0,-4 3-111 0,-7-1-319 15,-2-2 141-15</inkml:trace>
  <inkml:trace contextRef="#ctx0" brushRef="#br1" timeOffset="103485.49">13855 10879 5 0,'1'-1'211'0,"-1"1"-26"0,9-4-15 16,-5 2-21-16,1 1-16 0,-5 1-13 0,13 3-14 15,-5 0-11-15,2 0-14 16,-2 2-9-16,2 2-8 0,-1 0-3 0,-3 5-10 16,2 1-3-16,-2 2 1 0,-2 1-9 0,0 1-5 15,-3 0-6-15,-1 0-5 0,0 4 2 0,-3-4-2 16,1 0-3-16,-2 1 4 0,0-1-9 0,-2-3 5 16,2-2-7-16,0-3-3 0,2 0-2 0,-1-2 2 15,1-1 3-15,0-1 5 0,1-1 27 0,-3-1 21 0,4 1 26 16,0-4 24-16,-1 5 29 0,1-5 35 0,0 0-11 0,0 0-18 15,0 0-14-15,14-12-15 0,-5 3-16 0,1 1-13 16,4-5-3-16,0 0-13 0,4-5-6 0,-3 3 3 16,2-4-17-16,2-1 1 0,-2-2-2 0,2 3-1 15,-7 3-2-15,0 3 4 0,0 0 3 0,-4 4 0 16,-2 0-4-16,0 2-5 0,-2 1-12 0,0 2-3 16,-1 1-18-16,-1-1-12 0,-1 0-22 0,-1 4-25 0,0 0 5 0,0 0 3 15,0 0 1-15,-6 17-3 0,-1-6 5 16,1 6 0-16,0 2 19 0,-2 6-14 0,3 1 1 0,1 2-7 15,7 0 17-15,6-2-9 0,2 2-1 0,7-3 5 16,6 0-17-16,16 1-29 0,7 1-50 0,-1-6-86 16,11-4-109-16,-4-7-231 0,-1-3-584 15,2-4 259-15</inkml:trace>
  <inkml:trace contextRef="#ctx0" brushRef="#br1" timeOffset="104602.77">9932 9906 146 0,'0'0'153'0,"0"-4"-14"15,0 4-12-15,0 0-14 0,0-8-27 0,0 8-6 16,0 0-9-16,0 0-10 0,0 0-13 0,8 16-1 16,-5 1-6-16,1 10-7 0,0 8-5 0,-1 15-2 15,-2 5-2-15,-5 29-4 0,4 1-1 0,-4-1 12 0,-2-2-1 0,1-1 6 16,-1 3 10-16,-1 0 11 0,2 0-5 0,1-3 9 15,4-20-9-15,0 21-2 0,4-24-5 0,-4 1-2 16,0 0 2-16,0-2-3 0,0-1-8 0,0-1-1 16,0 4-3-16,0-5-1 0,0 0-2 0,0-4-2 15,-4 1-6-15,4-3-1 0,0-2-2 0,-5 1-1 16,3-14-4-16,2 0 0 0,0-1-1 0,-2 0-1 16,4-3-6-16,0-1 5 0,-2 0 2 0,0-10-4 0,0 1-3 15,0 0 3-15,1-2-1 0,3 0-2 0,-4-1 2 0,0-4-6 16,1-1 8-16,2-1-2 0,-3-1-4 0,0-2 1 15,0-1 0-15,0 0 4 0,0-1-3 0,1 1 0 16,1-1-1-16,-2-5 2 0,-2 6-2 0,4-3 3 16,-2-3-1-16,2 5-1 0,-2-5 2 0,0 0 0 15,0 4 0-15,0-4 10 16,0 0 0-16,0 0 6 0,0 0-3 0,0 0 2 16,0 3-2-16,0-3-1 0,0 0 2 0,0 0-5 0,0 0-1 15,0 0-2-15,0 0-1 0,4 2-2 0,-4-2 1 16,0 0-4-16,0 0 8 0,0 0-7 0,0 0 0 15,0 0-1-15,0 0-5 0,0 0 7 0,0 0 2 16,0 0-7-16,0 0-2 0,0 0-11 0,0 0-25 16,0 0-38-16,0 0-35 0,0 0-48 0,14-5-213 0,-9 3-400 15,0-1 177-15</inkml:trace>
  <inkml:trace contextRef="#ctx0" brushRef="#br1" timeOffset="105968.37">15282 10024 83 0,'-5'62'108'0,"1"18"-7"0,1-24 1 0,0 1-4 15,0-2-1-15,1 1-9 0,3-2 0 0,-3-1 1 16,2 1-4-16,1 0-4 0,0 1-7 0,2-3-5 15,-2 0-8-15,3-1 10 0,-2 1-4 0,2-1-6 16,-2-1-3-16,4 0-9 0,-2 0-2 0,-2 0 3 16,3-5 0-16,-1 2-3 0,-2 0 0 0,0-11 1 0,3 10 4 0,-1 0 2 15,2 4-3-15,-2-5-1 0,-3-8-2 0,1-3 0 16,-2 12-2-16,1-14 3 0,2 3-3 0,-1-3 5 16,-2-2-8-16,0 1 1 0,2-3-4 0,-2-1 2 15,2-1-10-15,-2-6 3 0,0-2-1 0,1 0-3 16,-2-3-2-16,2 1 1 0,-1-4-5 0,2 1-2 15,-2-4 0-15,2 2-5 16,-2-2 0-16,0 0 0 0,0-4-2 0,2 5-2 16,1-5-6-16,-3 2 1 0,0-1 2 0,0-2-1 15,0 2-3-15,0-2 1 0,0 0 1 0,0 0 5 16,0 1-8-16,0-5-2 0,1 6-1 0,-1-6 3 16,-1 5-7-16,1-5 3 0,0 5 1 0,0-5 0 0,1 4 1 0,-1-4 0 15,0 3 0-15,0-3-2 0,3 3 1 16,-3-3-2-16,0 0 2 0,0 6-2 0,0-6 1 15,0 0-1-15,0 5-2 0,0-5 2 0,0 0 2 0,0 2-3 16,0-2 0-16,0 0 3 0,-3 5-1 0,3-5-2 16,0 0 3-16,0 0-1 0,3 5 1 15,-3-5-1-15,0 0 3 0,0 0 12 0,0 0-3 16,0 0 3-16,0 0 1 0,0 4 3 0,0-4 4 0,0 0 9 16,0 0 2-1,0 0-1-15,0 0 4 0,0 0-2 0,0 0-3 16,0 0 0-16,0 0-6 0,0 0 3 0,0 0-6 15,0 0-3-15,0 0 0 0,0 0-5 0,0 0-24 16,0 0-14-16,0 0-46 0,0 0-54 0,0 0-61 0,-4-16-53 16,4 11-241-16,0-7-514 0,0 2 227 15</inkml:trace>
  <inkml:trace contextRef="#ctx0" brushRef="#br1" timeOffset="106507.47">16490 10692 149 0,'0'0'201'0,"0"0"-2"0,-5-3-2 0,5 3-4 15,0 0-5-15,0 0-6 0,0 0-10 0,0 0-17 16,0 0-6-16,0 0-14 0,0 0-11 0,0 0-14 16,10-6-13-16,0 5-9 0,7 0-13 0,11-2-23 15,-1 1-27-15,1 0-39 0,5 0-32 0,-5 2-38 16,4 0-52-16,-2-3-51 0,-1 6-151 0,-6-6-365 0,-4 2 161 0</inkml:trace>
  <inkml:trace contextRef="#ctx0" brushRef="#br1" timeOffset="106654.52">16403 10930 44 0,'0'0'212'16,"10"3"-19"-16,3-2-23 0,7 0-48 0,11-2-53 15,7 0-74-15,0-3-130 0,13 1-145 0,-13-1 65 16</inkml:trace>
  <inkml:trace contextRef="#ctx0" brushRef="#br1" timeOffset="113420.15">12480 11509 135 0,'0'0'203'0,"-2"-2"-6"0,2 2-9 0,0 0-8 0,0 0-11 15,0 0-17-15,-4-3-11 0,4 3-11 0,0 0-13 0,0 0-13 0,0 0-10 16,0 0-10-16,2-7-9 0,-2 7-5 0,0 0-6 15,0 0-5-15,0 0-5 0,0 0-7 0,0 0-3 16,0 0-6-16,0 0-3 0,0 0-4 0,0 0-1 16,0 0-6-16,5 0 0 0,-5 0-4 0,0 0-1 15,0 0-3-15,0 0-1 0,0 0 2 0,0 0-5 16,0 0 3-16,0 0-3 0,3-5 1 0,-3 5-2 16,0 0-1-16,0 0 0 0,0 0-1 0,0 0 1 15,0 0-5-15,0 0 0 0,0 0-2 0,0 0 0 16,0 0-3-16,0 0 3 0,0 0-3 0,0 0 3 15,0 0 0-15,0 0-2 0,0 0 0 0,0 0 4 16,0 0-6-16,0 0 4 16,0 0-1-16,0 0-1 0,0 0 1 0,0 0-2 15,0 0 2-15,0 0 1 0,0 0 0 0,0 0 2 16,0 0-1-16,0 0 1 0,0 0-3 0,0 0 4 16,0 0-4-16,0 0-1 0,0 0 1 0,0 0 1 15,13 5 2-15,-2-5-3 0,0 0 1 0,2 3-1 0,9-2 1 0,5-2 1 16,-5 2-2-16,7-1 1 0,-2-1 0 0,-4 3 1 15,-2-3-1-15,0 1-2 0,-2-1 4 0,-2-2-3 16,-2 3-1-16,2 3-1 0,-3-3-1 0,-4 0 1 16,-2-3 3-16,-2 3-1 0,1 0 0 0,-7 0 1 15,10 0 5-15,-10 0 4 0,8 0 3 0,-8 0 1 16,7 0 1-16,-7 0-4 0,0 0-2 0,0 0-2 16,7 0-3-16,-7 0-17 0,0 0-23 0,0 0-31 15,0 0-31-15,2 3-39 16,-2-3-34-16,0 0-232 0,-6 8-435 0,6-8 193 15</inkml:trace>
  <inkml:trace contextRef="#ctx0" brushRef="#br1" timeOffset="119979.07">17665 10860 180 0,'-7'0'185'0,"7"0"-11"0,0 0-15 16,-8 0-10-16,8 0-14 0,0 0-11 15,0 0-6-15,0 0-10 0,0 0-5 0,0 0-1 0,0 0-5 16,0 0-5-16,0 0 0 0,0 0-1 0,0 0-2 16,0 0 5-16,0 0-9 0,0 0 4 0,0 0-4 15,0 0-4-15,0 0 0 0,0 0-4 0,0 0-5 16,0 0-9-16,0 0-4 0,0 0-4 0,0 0-5 0,0 0-8 0,0 0-3 15,0 0-5-15,0 0-3 0,-4 2-5 0,4-2-1 16,0 0-3-16,0 0-6 0,0 0 0 16,0 0 3-16,0 0-8 0,0 0 0 0,0 0 3 15,0 0-8-15,0 0 0 0,0 0 2 0,0 0-5 0,0 0 2 16,0 0-2-16,0 0 2 0,0 0-1 0,0 0-5 16,0 0 5-1,0 0 1-15,0 0-5 0,0 0 3 0,0 0 0 16,0 0 0-16,0 0 1 0,0 0-3 0,0 0 6 0,0 0-4 15,0 0-1-15,0 0-2 0,0 0 3 0,0 0 1 16,0 0-1-16,0 0-2 0,0 0 4 16,0 0-2-16,0 0-1 0,0 0 5 0,0 0 1 15,0 0 3-15,0 0 1 0,0 0 1 0,0 0 0 0,0 0-1 16,0 0-2-16,0 0 4 0,0 0-3 0,0 0-1 0,0 0 0 16,0 0-5-16,0 0 6 0,0 0-2 0,0 0-3 15,0 0 0-15,0 0-1 0,0 0 0 0,0 0-2 0,0 0 0 16,0 0-2-16,0 0 2 0,0 0 1 15,0 0 2-15,0 0-4 0,0 0 4 0,0 0-3 16,0 0-5-16,0 0 3 0,0 0-2 0,0 0 3 16,0 0 0-16,0 0-1 15,0 0-1-15,0 0 0 0,0 0-3 0,0 0 3 16,0 0-1-16,0 0-2 0,0 0 1 0,0 0 2 16,0 0 1-16,0 0-4 0,0 0 0 0,0 0 0 15,0 0 1-15,0 0-1 0,0 0 0 0,0 0 5 0,0 0-2 0,0 0-1 0,0 0-1 16,0 0 2-16,0 0 1 0,0 0 0 0,0 0 4 15,0 0 0-15,0 0-4 0,0 0-1 16,0 0 5-16,0 0-3 0,0 0 0 0,25-2 0 16,-11 0-2-16,6-1 2 0,1-1-1 0,11 1 1 15,1-1 1-15,3 2-3 0,-1-1 4 0,4-4 3 16,-4 2-4-16,1 0 0 0,0 1 1 0,-3-2-2 16,-5 4 0-16,-6-1-1 0,-2 1 1 0,-7-2 3 15,0 3 4-15,-3 1-5 0,-1 0 1 0,-2-2 0 16,0 1-1-16,-2 0-1 0,-5 1-4 0,8 0-2 0,-4-2-7 0,-4 2-18 15,5-4-21-15,-5 4-24 0,0 0-24 0,0 0-7 16,0 0-14-16,0 0-8 0,0 0-31 0,-12 10-37 16,7-7-57-16,0-1-143 0,-4 0-426 0,4 1 189 15</inkml:trace>
  <inkml:trace contextRef="#ctx0" brushRef="#br1" timeOffset="121218.57">18485 10444 47 0,'0'0'174'0,"0"0"-9"0,0 0-13 15,0 0-6-15,-2-5-20 0,2 5 7 0,0 0-14 16,0 0 1-16,3-4-10 0,-3 4-11 0,1-6-5 16,-1 6-10-16,4-1-6 15,0-2-9-15,-2 0-5 0,5 1-9 0,-2 0-2 16,3-2-7-16,1 2-7 0,3 1-7 0,2 0 4 0,0-2-6 16,6 1-2-16,-3 2-7 0,1-1-1 0,3 1 1 0,-5 1-5 0,1 2-3 15,3-1-1-15,-3 0 0 0,0 1-3 16,-4 2-4-16,-2 0-1 0,0 0 0 0,-1 3-5 0,-2 1 1 15,1 1-3-15,-5 1 2 0,0 5-1 16,-3 1-3-16,-5 1 5 0,-3 7-1 0,-6 3-2 16,-6-3 4-16,-4 6-1 0,0-2 2 0,-17 8 0 15,3-2 0-15,-3-3 1 0,2 0-3 0,9-10 0 16,-2 2-3-16,2-3 2 0,1-4 2 0,-2 0-2 16,8-3-3-16,3-4 3 0,3 0 2 0,0-2-7 15,6-1 12-15,0-2-3 0,4-1-1 0,0-1 15 16,3-1 25-16,-1 1 26 0,0-2 27 0,1 2 19 0,3-3-1 0,0 0-15 15,0 0-4-15,12-13-16 0,-4 8-7 0,4-3-5 16,2-4-3-16,2 3-7 0,0-4-3 0,2 2-3 16,-1-2-8-16,-1 7-8 0,1-4-1 0,-4 6-4 15,2-5-8-15,3 6-1 0,-8 1-3 0,4-1-4 16,-1 2-3-16,-1 2-3 0,0 2-5 0,1 2 2 31,-1 2-1-31,-1-1-3 0,2 8-1 0,-3-7 1 0,0 5-1 0,3 3 2 16,-4-1-3-16,0 0 2 0,0 1 0 0,0-1-1 15,-4-2 3-15,3-3-1 0,-2 2 10 0,-1-4-8 16,0-1 0-16,-1 1 0 0,0-1 2 0,0-4 17 16,1 1 4-16,1 0 13 0,2-3 12 0,2-2-1 15,2-1 4-15,4 0 11 0,2-7-1 0,0 1 10 16,1 2-9-16,-1-5 0 0,5-2-2 0,0-1-2 0,0 1 8 16,-6 3 3-16,1 0 1 0,-3 1 4 0,0 0 0 15,-6 3 2-15,0 2 1 0,0-2-7 0,-2 4-7 16,-2 0-7-16,1 2-8 0,-3-2-7 0,2 0-8 15,-3-1-6-15,-2 4-10 0,4-1-48 0,-4 1-59 16,0 0-58-16,0 0-36 0,9 5-64 0,-9 2-70 16,-3-1-380-16,2 2-753 15,-3-4 334-15</inkml:trace>
  <inkml:trace contextRef="#ctx0" brushRef="#br1" timeOffset="146472.17">4699 13665 98 0,'0'0'101'0,"0"0"-2"15,0 0-2-15,5-10 9 0,-5 10 0 0,3-5 1 0,-3 1-1 16,0 4 11-16,0-6-4 0,1 2-1 0,-1-1 2 16,0 1-5-16,0 0-5 0,3-2 3 0,-3 1-2 0,0 2 1 15,0-5-3-15,1 7-8 0,-1-5-8 0,0 1-5 16,1 1-5-16,-1 4-7 0,0-5-13 0,0 5-7 0,3-1-7 31,-3 1-8-31,0 0-21 0,0 0-5 0,0 0-4 0,0 0 0 16,0 0-4-16,-4 22 2 0,3-5-3 0,-2 3 2 15,-1 7-5-15,1 0 1 0,-4 4-2 0,7 2 5 16,-7 2 1-16,4-1-2 0,-1-5 0 0,2 0-1 16,-1-3 6-16,3 0-6 0,-2-8 0 0,3 0 0 15,-2-5-2-15,1-1 0 0,1 0 1 0,-2-4 2 16,1 2 0-16,-2-3 5 0,4-1 0 0,-4 0-6 16,2-1 3-16,0-3 0 0,0 3 4 0,0-5 0 15,0 7 2-15,0-7-3 0,0 3 3 0,0-3-1 16,0 4-1-16,0-4 1 0,0 0 0 0,0 0 4 0,0 0-4 0,0 0-4 15,0 0-11-15,0 4-19 0,0-4-24 0,0 0-28 16,0 0-42 0,0 0-29-16,0 0-28 0,0 0-158 0,0 0-363 0,0 0 161 15</inkml:trace>
  <inkml:trace contextRef="#ctx0" brushRef="#br1" timeOffset="147116.01">4757 14105 66 0,'-13'3'193'0,"4"-1"-10"16,4-1-12-16,-3 1-13 0,2 0-16 0,6-2-14 16,-9 2-11-16,9-2-16 0,-8 1-8 0,8-1-7 0,0 0-1 0,-4 1-6 31,4-1-12-31,0 0-2 0,-3 1-10 0,3-1 3 16,0 0-3-16,0 0-2 0,0 0-2 0,-5 2-2 15,5-2 4-15,0 0-2 0,0 0 3 0,0 0-6 0,0 0-2 0,0 0 4 16,0 0-11-16,0 0-4 0,0 0-8 0,0 0 3 15,0 0-4-15,-3 3-4 0,3-3 1 16,0 0-4-16,0 0-1 0,0 0-4 0,0 0-1 16,0 0-1-16,0 0 1 0,0 0-4 0,0 0 2 15,0 0-4-15,0 0 0 0,0 0 0 0,0 0-5 16,0 0 6-16,0 0-5 0,0 0 0 0,0 0 1 16,0 0-3-16,0 0 0 0,0 0-1 0,0 0-1 15,0 0 7-15,0 0-8 0,0 0-1 0,0 0 2 16,0 0 2-16,0 0-1 0,-4 3-1 0,4-3 2 0,0 0-4 0,0 0 3 15,0 0-3-15,0 0 0 0,0 0-3 0,0 0 5 16,23-3 4-16,-10-2 1 0,10 4 1 0,5-5-7 16,4 1 6-16,6 0-1 0,-1-2 2 0,3 0 0 15,11 1-3-15,-14 0 2 0,3 0-1 0,-4 2 1 16,-2-1 0-16,-2 0-2 0,-5 2 0 0,-8-1 3 31,0 4-3-31,-6-3 4 0,-4 1 3 0,1 0 1 0,-3 1 11 0,-1 1-4 16,0-2 0-16,-6 2 1 0,8-1-5 0,-8 1-2 15,5-1-3-15,-5 1-3 0,0 0 1 16,0 0-10-16,0 0-12 0,0 0-17 0,0 0-26 16,0 0-21-16,0 0-25 0,-11 9-23 0,7-6-41 15,0-2-31-15,-1 3-150 0,5-4-379 0,-7 1 168 0</inkml:trace>
  <inkml:trace contextRef="#ctx0" brushRef="#br1" timeOffset="147917.37">5518 14086 95 0,'0'0'120'16,"0"0"0"-16,0 0 0 0,16-1-11 0,-5-1-11 15,2-1-6-15,4-3-7 0,-2 1-14 0,5 0-2 16,2 0-8-16,-4-2-7 0,9-2 3 0,-4 1 3 16,-5 1 7-16,2 0 2 0,-1-2 5 0,-2-2 5 0,-6 5-1 15,1-2 8-15,1 3 5 0,-3-2 1 16,-1 0 1-16,-4 0 2 0,0 3-2 0,0 0-4 0,-1-3-6 0,1 4-12 15,-5-2-9-15,0 1-6 0,0 4-13 0,-9-7-3 16,-2 6-8-16,-2-2-4 0,-5 3-2 0,-5 3-5 16,-5 0-1-16,0 3 0 0,-2 0-5 0,1 4-1 15,2-1 5-15,0 2-13 0,3 0 0 0,-3-1-4 16,9 2-2-16,2-2-10 0,3 1-8 0,2-3-3 16,2 2-2-1,2-2-1-15,2 3 2 0,3-1 5 0,2 1 3 0,5-6 0 16,4 3 7-16,6-2 0 0,7-3-4 0,11 0 7 15,5-3 2-15,16-3-1 0,0 0 4 0,-1-5-3 16,2 0 1-16,-1-4-3 0,0 0 2 0,-1 0 1 16,-2-5-1-16,-6-2 3 0,-9 4-1 0,-4-1 7 15,0-2 5-15,-3-1 8 0,-2-5 9 0,-4 2 1 16,0-6 8-16,-6 3 0 0,-1-1 2 0,-6-4-1 0,-1 5-4 16,-1-4 5-16,-3 1-3 0,-4-1 3 0,1 4 5 15,-5-1 16-15,2 8 7 0,-1 2 5 0,0 0 3 16,-2 3-2-16,0 1-2 0,2 4-4 0,-2 1-10 15,4 2-9-15,-3 0-8 0,2 1-12 0,0 1-15 16,1 3-17-16,0 0-2 0,0 0 3 0,-13 12 0 16,8-2-2-16,1 5 1 15,-2 5 1-15,-2 3-4 0,3 10-1 0,0-5 5 16,-3 5-4-16,3 1 2 0,1 12 2 0,3-12 5 16,1-3-6-16,0-1 0 0,0-1 2 0,1-3 0 15,4 0-1-15,-2-8 13 0,1-1-17 0,1-3 4 0,-4-1-1 0,3-2 2 16,-3-2 0-16,-1-1 2 0,4 0-1 0,-4-4 7 15,0 1-1-15,4 0 1 0,-4-2 16 0,1 1 13 16,-1-4 11-16,0 3 5 0,0-3 13 0,3 3 12 16,-3-3-12-16,0 0-4 0,0 0 6 15,0 0-6-15,0 0-16 0,0 0 15 0,0 0-25 16,14-6-24-16,-4 2-39 0,3-4-35 0,5 1-32 16,1 0-38-16,4-5-40 0,5 1-48 0,1-2-58 0,2 4-285 15,0-4-611-15,-1-3 270 0</inkml:trace>
  <inkml:trace contextRef="#ctx0" brushRef="#br1" timeOffset="148380.26">5996 13837 11 0,'-6'-3'228'0,"6"3"-12"0,0 0-11 15,0 0-13-15,0 0-10 0,0 0-13 0,0 0-15 16,0 0-15-16,0 0-12 0,0 0-13 0,0 0-10 16,0 0-12-16,0 0-8 15,0 0-10-15,-8 0-7 0,8 0-7 0,0 0-6 16,0 0-4-16,0 0-2 0,0 0-6 0,0 0 1 16,27 0 0-16,-4-1 7 0,8-2-2 0,5 1 1 0,2-8-2 0,13 3 9 15,4-1 2-15,-4 1-1 0,-1-3-2 0,-13 7-7 16,0-4-4-16,-9 3-4 0,0 0-1 0,-6 2-2 15,-3 0-6-15,-6-1-4 0,-4 3-1 0,4-2-1 16,-6-1-3-16,0 2 1 0,-2 0-6 0,-5 1-1 16,9-2-5-16,-9 2-20 0,4-1-30 0,-4 1-44 15,0 0-38-15,0 0-35 0,0 0-50 16,0 0-246-16,-9 11-490 0,9-11 218 0</inkml:trace>
  <inkml:trace contextRef="#ctx0" brushRef="#br1" timeOffset="149420.14">7894 13667 56 0,'1'-6'247'0,"1"0"-11"16,-1-1-7-16,0 0-9 0,0 2-9 0,1-2-14 15,0 4-16-15,0-4-8 0,-1 2-9 0,2 3-19 0,-1-1-17 16,-2 3-11-16,1-7-14 0,-1 7-18 0,0 0-12 15,3-2-8-15,-3 2-8 0,0 0-8 0,3 14-4 16,-1-4-7-16,-2 2-4 0,2 5-1 0,-2 2-6 16,2 6-2-16,-2 0-1 0,0 3-5 0,2-2-2 15,-2 1 0-15,0-2-2 0,0-4-4 0,3-4 0 16,-2 1 0-16,2-1-2 0,-2-2 1 0,5-5 20 0,-5 0-5 0,2-2 2 16,-2 0-1-16,3-3 0 0,-4-1-2 0,5 0 5 15,-1-1 19-15,3-3 16 0,4-5 2 0,-1 2 6 16,4-2-1-16,-1-6 1 0,0 1 4 0,2-5-10 15,-2 1-2-15,5-7-15 0,0 1 9 0,-6-3-7 16,3 2-1-16,0-3-13 0,-5 7-3 0,4-6 8 16,-5 6-13-16,-4 1 16 15,0 2 5-15,-1 2 4 0,1 2 12 0,-1 1-3 16,-3 3 8-16,3 0-18 0,-4 0-5 0,2 1-7 16,0 3-6-16,-2-2-15 0,0 4-17 15,4-3-23-15,-4 3 3 0,0 0 0 0,0 0 4 16,1 14-1-16,-2-6 1 0,-2 6-3 0,2 0 7 15,-3 6 3-15,0-1-5 0,0 10 2 0,3-3 0 16,-5-1-5-16,3 0 6 0,2-6 1 0,1 2 1 0,0-4 2 0,0-5-3 0,0 0-5 16,4 1 6-16,-3-3-4 0,2 1 7 0,-1-6-9 15,2 3 15-15,3-4 10 0,4-1-3 16,8 1 7-16,4-3-3 0,8-4 16 0,2-1-15 16,3 1-4-16,0-4-6 0,1-1-49 0,0 1-59 0,-2-2-62 15,0-3-78-15,1-1-97 0,-2 0-285 0,1-4-677 16,-3 5 301-1</inkml:trace>
  <inkml:trace contextRef="#ctx0" brushRef="#br1" timeOffset="150136.31">9195 13709 1 0,'-5'0'273'0,"5"0"-7"0,0 0-8 16,0 0-16-16,-8-1-17 0,8 1-19 0,0 0-23 0,0 0-21 16,0 0-17-16,13-8-15 0,-3 4-8 0,-3 2-18 15,5-1-14-15,6-1-19 0,-1 0-32 0,3 0-31 16,-1 3-43-16,3-2-45 0,6 3-45 0,0-3-41 0,-10 1-188 16,3-1-382-16,0 2 169 0</inkml:trace>
  <inkml:trace contextRef="#ctx0" brushRef="#br1" timeOffset="150321.1">9316 13896 174 0,'0'0'201'15,"-4"1"-12"-15,4-1-19 0,0 0-18 0,0 0-13 0,21 0-16 16,-7 0-9-16,7 0-19 0,5-1-39 0,7-3-56 15,0-1-68-15,3 3-157 0,3-3-242 16,-3-3 107-16</inkml:trace>
  <inkml:trace contextRef="#ctx0" brushRef="#br1" timeOffset="150808.03">10218 13779 118 0,'0'0'177'16,"0"0"-14"-16,0 0-20 0,0 0-12 0,0 0-12 16,26-7-15-16,-13 4-9 0,6 1-7 0,1-3-8 15,7-2-9-15,1-1-6 0,0-1-3 0,3 1 0 16,0-4 0-16,-1 2 3 0,1-1 4 0,-3-2 2 0,0 1 5 0,-4-2 4 16,-2 0 1-16,0-1-2 0,-4 3 12 0,-5-3-4 15,-2 5 3-15,-2-3-1 0,-1 0 0 0,-6 2-6 16,2 1-7-16,-4-1-15 0,-4 2-9 0,-2-1-7 15,-3 2 1-15,-9 0-13 0,-10 0-2 0,0 3-10 16,-7 5 1-16,-1 3-6 0,-1 1-1 0,-2 6-6 16,-10 3-1-16,11 1-1 15,6 2-5-15,1 2 2 0,6 2-6 0,0 5 0 16,5 1 2-16,6 0 0 0,4-3 0 0,6 4 1 16,9 1 0-16,9 0 8 0,7-1-1 0,18 4 3 0,12-5 3 0,12-2 0 15,26 2 2-15,2-5 2 0,-26-10-53 0,31-1-67 16,0-5-95-16,-33-5-269 0,-2-2-504 0,-1-8 224 15</inkml:trace>
  <inkml:trace contextRef="#ctx0" brushRef="#br1" timeOffset="152725.15">10857 12989 150 0,'0'-5'172'0,"3"1"-16"0,-2 0-16 0,4 0-18 16,-1 3-9-16,4-5-14 0,2 2-12 0,0 3-5 16,0 0-13-16,2 0-8 0,-2 2-9 0,2 1-4 15,-1 1-7-15,-1 4-10 0,2-1-2 0,-1 4-2 16,-3 0-6-16,1 2-1 15,1 5-1-15,-5 0 2 0,-1 2-5 16,-3 2-5-16,-1 0 0 0,-3 5-3 0,0-1-10 0,-5-1 8 16,-1 0 11-16,-1-2-12 0,-1-4 0 0,-1 0 4 15,1-3-6-15,2-2 15 0,-4-2 1 0,4 0 13 16,1-5 4-16,-1 3 19 0,6-6 18 16,-3 1 23-16,0 1 25 0,5-2 24 0,1-3 20 0,0 0-12 0,0 0-14 15,-8-8-16-15,11-1-12 0,2-3-14 0,1-2-11 16,3-4-3-16,8-4-2 0,-2-3-19 0,4-3-5 15,4 4-9-15,-4-5 2 0,7 0-10 0,-2 0-4 16,-1 5 2-16,0-2-7 0,-4 5 5 0,0-2 9 0,-6 11 1 16,0 0 5-16,-5 2-3 0,-2 4-3 15,-1 1-10-15,-1 0-7 0,0 1-15 0,0 0-1 16,-2 4-12-16,-2 0 1 16,0 0-4-16,0 0 0 0,-10 22-3 0,-1-8 3 15,-1 3 1-15,-1 5-3 0,0 4 4 0,-2-1-7 16,1 3 12-16,1 2-8 0,6-2 1 0,-1-1 0 15,7-3 1-15,1 3-4 0,4-4 3 0,2-2 0 16,13 0 7-16,8-3 7 0,9-1-35 0,21-1-36 0,10-3-46 16,27-2-51-16,-3-1-77 0,1-8-77 15,-27-3-202-15,30-7-556 0,-29 1 246 0</inkml:trace>
  <inkml:trace contextRef="#ctx0" brushRef="#br1" timeOffset="154828.97">13520 13551 55 0,'0'-5'177'0,"0"-2"1"0,0 2-13 16,0 0-8-16,-2 1-12 0,2-1-13 0,-3 0-18 15,1 0-14-15,-2 2-10 0,0 1-12 0,-4-2-6 16,-2 2-12-16,-2 2-13 16,-5 1 7-16,-3 2-5 0,0 1-11 0,-2 2-7 15,-1 3 0-15,-5 2-5 0,1 3-7 0,3-2 4 16,0 1-6-16,1 3 0 0,2-2-2 0,-2 2-2 15,8-3-7-15,2-1-1 0,2 0 3 0,-1 1-2 16,7-4 0-16,-1 1 0 0,2-1-4 0,1-1 1 16,1 0-1-16,2-2 3 0,2-2-1 0,1 0 9 15,2 0 14-15,5-1 12 0,4-3-5 0,3 0 6 0,-1 0 7 0,4-3 5 16,-4-5 2-16,2 2 6 0,-1-2 2 0,-1 0 3 16,-3-3 3-1,4 1-6-15,-4-2 2 0,-2 2-5 0,-1 1-3 0,3-3-1 16,-3 3 4-16,-5 0 3 0,-1 3-3 0,3 0 1 15,-4 0-2-15,4 1-8 0,-6 2-4 0,4-2-11 0,-4 2-6 16,2-1-6-16,-3 4-5 0,0 0-13 16,5 0-16-16,-5 0 2 0,0 0-4 0,0 0 1 15,0 13 3-15,-1-6 1 0,1-3 1 16,1 6 0-16,-1-1 3 0,1 2-4 0,2-2 4 16,-3 1 0-16,5-1 1 0,-2 1 0 0,-1-2-4 0,7-1 5 15,-4 2 4-15,2-4-1 0,-1 3 5 0,4-3-3 16,0-3 0-16,1 0 2 0,0 1 1 0,1-3 0 15,-1-3-4-15,2-1 12 0,0-1-8 0,-1 0-1 0,0-3 1 0,0 1 6 16,-1 0 4-16,-2 0-3 0,6-5 0 16,-6 6-2-16,-1-3 6 0,1 1-7 0,0 0 9 15,-3 2-11-15,-2-1 3 0,1 4-3 0,-1-1-2 16,1 1-1-16,-2 0-6 0,-1-1-1 0,1 2-5 16,-3 2-1-16,4 0-5 0,-4 0-7 15,0 0 4-15,0 0-1 0,5 4 9 0,-4 1-4 0,-1 0 2 0,4 3 1 0,-3-3 7 16,2 3-9-16,2-2 6 0,-1 3-2 0,1-1-1 15,-1 2 10-15,1-1-5 0,1-2 1 0,2 0 0 16,-1-1 0-16,1-2 2 0,2 1 6 0,2 0-2 16,1-4-1-16,6-2-2 0,1-2 7 0,-2-1-4 15,1 0-2-15,-1-4 0 0,0 3 2 0,1-4-1 16,-1-1 0-16,-1 2 0 16,-2-1-1-16,-1-1 3 0,0 0 7 0,-4 2-9 15,1-1 0-15,0 1-3 0,-4 2 2 0,1-1-1 16,-3 1 6-16,2 2-8 0,-4 1-2 0,0 0-2 15,1-2 0-15,1 4-11 0,-5 1-19 0,4-3-23 16,-4 3-6-16,0 0 6 0,0 0 7 0,5 8 5 16,-2-4 3-16,-2-1 6 0,0 3 2 0,3 2-2 15,3-3 7-15,0 5 1 0,9 1 6 0,0 0 3 0,13-1-2 0,5 1-13 16,14 2-12-16,6-2-6 0,1-3-5 0,0-3-6 16,2 0 0-1,1-1-4-15,-2-4 1 0,4-1 3 0,0 1 1 0,-5-5 9 16,-1 0 4-16,-16-1-1 0,-2 1 12 0,-3-1 1 15,-5-2 8-15,-6 1 11 0,-3-1 19 0,-10 1 30 16,3 0 26-16,-2-2 4 0,-4 0-1 16,-3 0-7-16,-2 0-6 0,-3 1-6 0,-4-1-8 0,-1-1-5 15,-10 1-5-15,1 0 0 0,-5 5-4 0,-6-3 3 16,-1 2-8-16,-3 3-2 0,1-1 1 0,-2 6 1 16,1-3-4-16,3 4-4 0,0-1-2 15,5 2 1-15,4 0 2 0,0 0-7 0,2 2 3 16,6-1-1-16,0 2-2 0,2-1-8 0,2 3-11 0,4-6-2 15,1 4-1-15,-1 0 13 0,4-1-2 0,3 1 0 0,4 0 3 16,3-2 3-16,7 1-3 0,0-2 1 0,11 0 4 16,2-3-1-16,1-1-5 0,-1-2 2 0,-1-2 4 15,-3-1-1-15,0-3 4 0,-8 2-1 0,-1-3-1 16,1-3 6-16,-2 1 15 0,-2-3 6 0,-2-3 6 16,-1 0 6-16,-2-2 4 0,-1-6 3 0,-2-1-2 0,0-4-3 0,-4 0 3 31,1-5 2-31,-1 0 8 0,-3 1 11 0,-1-2 2 15,-1 0 11-15,0-2 5 0,-1 6 4 0,2-1 8 16,-4 3-9-16,5 0 3 0,-3 4-3 0,0 7-2 16,0 6-1-16,3 0-10 0,0 4-8 0,0 1-8 15,-1 0-7-15,1 2-13 0,-3 1-6 0,3-1-33 16,0 5-12-16,0 0-2 0,0 0-2 0,0 0 5 16,-9 21 1-16,8-3 13 0,-2 8-12 0,0 5 2 0,-1 3 2 0,-4 12-2 15,0 0 3-15,3 0 0 0,1-12-4 0,-2 11 2 16,2-11-1-16,0 0 4 0,3-2-1 0,1 0 1 15,-4-3 3-15,4-1 0 0,0-2-4 0,0-6 6 16,0-3 0-16,0-2 0 0,0-3 0 0,1-2 0 16,2 0-1-16,-3-4-3 0,0 2 6 0,0-4 10 15,0 1 13-15,0-2 17 0,0 1 29 0,0-4 15 0,0 5 20 16,1-2 20 0,-1-3 13-16,0 0 4 0,0 0-8 0,9 0-17 0,4-4-13 15,5-2-16-15,13-1-5 0,1-2-34 0,6-2-48 0,14-5-58 0,6-3-65 16,-1 1-65-16,6-2-70 0,29-6-90 0,-4 2-292 15,-28 7-694-15,3 0 307 0</inkml:trace>
  <inkml:trace contextRef="#ctx0" brushRef="#br1" timeOffset="155489.37">16362 13268 64 0,'3'-5'251'16,"-1"1"-14"-16,2-1-11 0,-3 0-17 0,2 2-15 0,1-1-21 15,-2 1-20-15,-2 3-17 0,4-5-15 0,-4 5-15 16,3-2-14-16,-3 2-13 0,0 0-6 0,7 7-8 15,-5 1-10-15,2 0-8 0,-3 5-2 0,3 3-6 16,-1 2-5-16,-3 3-4 0,2 2-4 0,-2-4-1 16,0 0-8-16,2 9 20 0,-2-10-6 0,0 2 4 15,1-1-10-15,1 0-2 0,-1-2-2 0,0-2-1 0,1-2-2 0,0-2-4 16,-1-1 1-16,2 0 0 0,-3-3-1 0,3 1 0 16,-1-4 3-1,-2 1 29-15,4 1 23 0,1-3 26 0,0 0 24 0,4-2 2 16,3 0 3-16,0-2-18 0,9 0 18 0,-2-5-11 15,1-1 1-15,0-1-3 0,5-7-13 0,1 0-12 16,-1-2-13-16,2-4-2 0,-3-1-10 0,3-5-9 16,-5-2-2-16,10-8-5 0,-10 7-6 0,-2 0-2 15,3-11-9-15,-6 10 0 0,-1 1-3 0,-7 1 1 16,-1 3-6-16,-3 3-6 0,-5 2-17 16,-2 2 10-16,-1 2-16 0,-4 0-3 0,-2 3-13 0,-1 4-4 15,0 3-2-15,-4-1-8 0,-4 4-1 0,4 4-2 16,-4 2 3-16,4 1-4 0,-1 6 5 0,1 1 8 15,5 2-6-15,-1 2 8 0,6 3 0 0,4 2 6 0,5-1 6 16,12 5 4-16,7 0-1 16,7-2-34-16,13 2-41 0,6-2-55 0,0-3-76 0,3-5-94 0,-1-1-247 15,1-7-604-15,2-7 267 0</inkml:trace>
  <inkml:trace contextRef="#ctx0" brushRef="#br1" timeOffset="156494.31">17640 13268 39 0,'0'0'217'0,"0"0"-17"0,0 0-2 0,0 0-13 16,0 0-11-16,0 0-6 0,0 0-8 0,0 0-16 15,0 0-16-15,0 0-15 0,9-7-7 0,0 5-16 0,2-2-8 0,3 0-8 16,6 3-4-16,1-3-26 0,10 0-27 0,-3 1-37 16,0 3-38-16,3-2-51 0,-3 2-34 0,-9 2-171 15,9-4-339-15,-7 2 151 0</inkml:trace>
  <inkml:trace contextRef="#ctx0" brushRef="#br1" timeOffset="156647.75">17760 13450 147 0,'9'5'150'0,"5"-5"-17"16,4-4-11-16,14 3-11 0,2 1-19 0,3-3-34 16,17-2-57-16,-17 2-76 0,13-6-49 0,-12 0-133 0,-2 2 59 0</inkml:trace>
  <inkml:trace contextRef="#ctx0" brushRef="#br1" timeOffset="157348.6">18791 13323 74 0,'0'0'203'0,"0"0"-6"16,-9-1-18-16,9 1-10 0,0 0-20 0,0 0-17 15,0 0-11-15,13-8-16 0,-8 6-15 16,5-3-1-16,3 0-9 0,6-2-10 0,-2-4-5 16,11 2-9-16,-1-5-5 0,1 0-4 0,-1 0-3 0,2-1-3 0,-1-2 10 15,-1-1 0-15,1-1 6 0,-3 0 1 0,-1-1-1 16,-2 0 2-16,-2-2 3 0,-3 0-3 0,-2 0 0 0,-5 6-5 15,-1-1-6-15,-1 0-1 0,-4 1-8 0,-2 4-5 16,-4 1-3-16,-5 0-6 0,0-1-7 0,-10 2-4 16,-9 1-3-16,-3 4-1 0,-7 5-3 0,-2 5-2 15,-15 3-2 1,5 5 1-16,11 1-3 0,-13 7-6 0,8 4-1 16,-4 3 4-16,8 6-1 0,6 2-5 0,1 5 4 15,12-10-1-15,-2 11 2 0,11-9-1 0,4-1 0 0,6 0 4 0,6-1 2 16,11-3 3-16,13 9 2 0,8-5 2 0,9-6 21 15,10-4-4-15,7-5 0 0,27 0-27 0,-26-9-42 16,26-1-59-16,-29-5-77 0,-2-4-248 0,-1-5-464 16,1-4 206-16</inkml:trace>
  <inkml:trace contextRef="#ctx0" brushRef="#br1" timeOffset="157928.03">19481 12766 92 0,'-10'1'113'0,"10"-1"-10"0,-5 0-6 0,5 0-4 16,-8 0-15-16,8 0-11 0,0 0-4 0,0 0-6 15,0 0-1-15,-5-2 3 0,5 2 4 0,0 0 1 16,0 0 3-16,0 0-5 0,0 0 8 0,0 0 1 16,0 0-1-16,0 0 3 0,0 0 2 0,0 0-1 15,0 0 5-15,0 0-5 0,-4-3-1 0,4 3 2 16,0 0-12-16,0 0-4 0,0 0-7 0,32-2-4 0,-14 1-6 16,13 0-4-16,1-2-4 0,5 3-25 15,0 0-32-15,1-1-30 0,16 1-35 0,-16-1-44 16,2-2-188-16,-2-1-346 0,-6-1 153 0</inkml:trace>
  <inkml:trace contextRef="#ctx0" brushRef="#br1" timeOffset="158522.21">20110 12523 173 0,'6'-5'173'0,"5"1"-15"0,0 0-15 16,3 3-16-16,3-2-12 0,3 3-8 0,2 3-17 16,-3 2-8-16,2-1-14 0,-2 4-1 0,-3 1-8 15,2 3-2-15,-6 0-13 16,-1 1-4-16,-2 3-3 0,-4 1-4 16,-3 0-6-16,-2 3-3 0,-3 6 4 0,-5-8-3 0,-2 7-8 0,-7-2 4 0,2-2 1 0,-5 1-4 15,1-2 1-15,-2-2-3 0,2 0 10 16,4-6 0-16,6-4 14 0,-3 0 8 0,2-3 11 15,1 1 10-15,1-2 18 0,3-1 17 0,0 0 17 16,0-1 30-16,1 1 22 0,4-3 11 0,-5 0-19 16,5 0-14-16,0 0-18 0,-4-9-13 0,8 2-20 15,1-2-9-15,3-1-19 0,6-4-17 16,-1-2-7-16,10-5-18 0,-2-1-10 0,4-2-8 16,-1 1-8-16,2-2-17 0,-4-2-2 0,3 3-10 0,-6-1-3 15,0 2-3-15,0 6-5 0,-6 2 6 0,-5 5-2 16,1 3 2-16,-3-2-3 0,-2 4 0 0,1 0-4 15,-2 0-18 1,-1 5-2-16,-2 0 0 0,0 0 5 0,0 0 4 16,-5 15 2-16,-1-3 4 0,-1 4 0 0,-3 2 7 15,1 8 9-15,4-2 10 0,1 1 9 0,4-1 11 16,0 2 5-16,9-1 3 0,8-1 7 0,4-1-3 16,20 11 0-16,7-6-26 0,8-2-66 0,28 5-107 0,-19-14-294 15,-5-4-517-15,31-1 229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13:58.40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3668 2369 14 0,'-1'-6'185'0,"-2"1"4"0,3-1 5 0,-1 0 1 0,1-1-2 0,-4-3-2 16,4 5 0-16,0-2-4 0,0 0-9 0,-2 2-7 15,-2 1-15-15,4-1-8 0,0 0-18 0,0 5-13 16,0-3-3-16,0 3-26 0,0-5-12 16,0 5-20-16,0 0-15 0,0 0-5 0,0 0-8 15,10 15-1-15,-5-6-2 0,4 6-5 0,-1 2 2 16,7 4-2-16,-2 4-2 0,3-3-2 0,-1 4 3 16,2-4-9-16,5 3-12 0,-3-4-4 0,3 1-5 15,-2-6-4-15,1 1-11 0,-3-3-1 16,-1-4-4-16,-1-2 5 0,2-3 3 0,-7 0 5 0,2-4-1 15,5-8 3-15,0 2 2 0,-1-9 3 0,-1 2 11 16,1-8 15 0,-2-3 9-16,-2 1 6 0,-3-3 10 0,3 0 5 15,-5 0 3-15,-2-2 9 0,-1-2 0 0,-1 3 5 16,-4-1-5-16,1 2 5 0,2 6 7 0,-3 0 7 16,0 6 11-16,1 1 5 0,-1 5-7 0,0-2-15 15,3 4-17-15,-3 0-41 0,1 0-34 0,-1 5-38 0,0 0 1 0,0 0 6 16,-5 16 7-16,2 10 6 0,-2 4 5 15,3 6 2-15,-6 14 4 0,4 2 4 0,-4 7 4 0,6-3 2 16,-2 2 2-16,-1 0 3 0,2-3 2 0,2-2 2 16,2 5 2-16,2-3 2 0,-2-1 4 0,4 2-2 15,-1 0 3-15,0-1-1 0,1-1 14 0,-5-3-12 16,0-2 4-16,3-2 1 0,-2-11 0 16,-1-2 0-16,-4-3 3 0,3-1-5 0,-3-3 4 15,4 0-1-15,-5-8 1 16,1-1 1-16,-4-1-7 0,2-2 5 0,-3 0-3 15,1-5 0-15,-2 0 4 0,1-1 5 0,-2-2 9 16,-3-2 0-16,-3-3 5 0,-3 1 1 0,-1-3 7 16,2-5 8-16,-8-2 2 0,0-2 8 0,4-3 2 15,-1-6 2-15,5-3 3 0,-3-6-5 0,4-4-4 16,-1-18-2-16,2-1-14 0,11-4-3 0,5-5-8 16,5 2-7-16,7-26 1 0,4 30-1 0,6 0 3 0,-1 5-7 0,6-1 10 15,2 5 4-15,3 3 6 0,-8 11 2 0,6-9 7 0,-2 11-1 16,1 4 2-16,-4 0 7 0,1 0 7 0,-2 5-11 15,-2 1 1-15,1 1-6 0,-9 6-2 0,-3 3-3 16,-4 1-7-16,2 4 1 0,-3-2-8 0,-1 1-6 16,0 2-38-16,0-2-50 0,-2 3-54 0,-2 1-14 15,0 0-12-15,10 10-27 0,-8-3-34 0,-1 7-65 16,-1 1-71-16,-3-5-199 0,0 2-594 0,1 0 263 16</inkml:trace>
  <inkml:trace contextRef="#ctx0" brushRef="#br0" timeOffset="669.98">4320 3372 197 0,'1'-10'276'0,"-1"1"-10"16,4 3 4-16,-4-2 4 0,0 1-5 0,0 2-17 15,4-2-9-15,-3 3-28 0,-1 1-24 16,0 3-15-16,1-4-38 0,-1 4-20 0,0 0-34 0,0 0-10 16,0 0-14-16,0 14-6 0,-1 4-3 0,0 5-9 15,-3 8-5-15,-1 1-2 0,1 4-2 0,0 13-3 16,0 1 0-16,2-2-2 0,-5 3-3 0,2-2 1 0,4-13 1 0,1 0-4 0,-1-1 0 15,1-3-5-15,1-3-1 0,-1-3 2 0,1-7-2 32,-1-1 1-32,4-3 0 0,-4-4-5 0,1-1 3 0,2-3-5 0,-3 0 11 15,1-2-6-15,-1-5 6 0,0 5-1 0,0-5 18 16,0 0-18-16,0 0-32 0,0 0-35 0,0 0-26 16,-4-27-20-16,3 12-20 0,-3-5-26 0,2-10-31 0,-2-1-31 0,4-17-32 15,0 1-24-15,0-3-166 0,-3-1-456 0,2 1 202 16</inkml:trace>
  <inkml:trace contextRef="#ctx0" brushRef="#br0" timeOffset="950.49">4293 3448 515 0,'1'-50'62'0,"-1"4"11"0,0 15 30 16,0-1 31-16,-1 6 33 0,-3 0 30 0,3 9 24 16,-2-1 12-16,2 7 17 0,-3 0-4 0,3 2-3 15,1 2-8-15,0-1-17 0,-3 4-29 0,3-1-20 0,0 5-20 16,-1-8-27-16,1 8-24 0,0-1-40 0,0 1-13 16,0 0-6-16,0 0-7 0,10 6-8 15,3 4-5-15,0 2-4 16,11 5 3-16,-1 0-3 0,3 4 0 0,1 0-6 15,2 0 3-15,-1 0-1 0,-1 0-2 0,0 1-5 16,-3-2-5-16,-6-1 6 0,0-1-13 0,-7-2-4 16,-3 0 4-16,-3-2-5 0,-4-2-7 0,-3 2 13 15,-3-2 7-15,-8 3 6 0,-7 2 2 0,-6 0 2 16,-1 0-2-16,-8-5 1 0,2 2-1 0,0-3 13 0,0 1-11 16,1-3-2-16,4-1 5 0,1-2-4 0,6 2-6 0,2-1 2 15,3-3 1-15,3 1-3 0,4-2-23 0,1-1-26 16,1 2-38-16,3 0-37 0,-1-2-11 0,5-2-10 15,0 8-42-15,6-4-73 0,2-1-248 0,5-3-546 16,3-1 242-16</inkml:trace>
  <inkml:trace contextRef="#ctx0" brushRef="#br0" timeOffset="1123.83">4679 3802 3147 0,'0'5'369'16,"-1"0"-117"-16,1 0-92 0,-2-2 2 0,2-3-42 16,0 5-18-16,0-5-13 0,-1 5-22 0,1-5-20 0,0 4 2 15,0-4-13-15,0 0-19 0,1 4-31 0,-1-4-44 0,0 0-67 16,0 0-93-16,0 0-99 0,18-11-331 16,-9 4-701-16,-1-1 310 0</inkml:trace>
  <inkml:trace contextRef="#ctx0" brushRef="#br0" timeOffset="1419.27">4920 3422 273 0,'-1'-5'447'0,"1"1"-21"0,0 0-27 0,0 4-35 15,-2-9-37 1,0 7-35-16,2 2-36 0,-1-3-30 0,1 3-38 15,0 0-37-15,0 0-14 0,0 0-11 0,0 18-22 16,1-4-8-16,1 5-6 0,0 0-10 0,-2 8-25 16,0-2-9-16,0 4-7 0,-4 2-2 0,3 2-16 0,-3-2-17 15,-1 1-14-15,0-2-9 0,1 0-11 16,-2-4-16-16,-1 0-7 0,2-9-9 0,1 1-7 16,-1-7-4-16,0 1-9 0,-1-4-7 0,1 3-11 0,0-7-15 0,-3 0-24 15,3-4-40-15,5 0-51 0,-16-7-35 0,6 3-173 16,0-6-473-16,4-5 209 0</inkml:trace>
  <inkml:trace contextRef="#ctx0" brushRef="#br0" timeOffset="1571.9">4762 3327 118 0,'1'-17'346'0,"-1"1"-8"0,4 2-6 15,-1 2-18-15,1 3-14 0,-2-4-32 0,1 5-29 16,4-1-16-16,1 0-28 0,4 1-25 0,4 1-18 15,3 1-19-15,8 1-20 0,-5 6-52 0,8 1-44 16,-3 3-49-16,0 6-51 0,-4 2-55 0,1 4-57 16,-4 3-284-16,-3 2-518 0,-8 2 229 0</inkml:trace>
  <inkml:trace contextRef="#ctx0" brushRef="#br0" timeOffset="1734.51">4827 3910 358 0,'-4'6'423'0,"3"-1"-18"0,1-5-26 0,-4 5-35 0,4-5-33 0,0 0-35 16,0 0-27-16,30-8-23 0,-9 6-39 0,10-8-37 16,3 1-58-16,6 0-74 0,11-4-83 0,0-2-98 15,2 0-150-15,-2-7-167 0,-6-1-519 0,-12 4 229 16</inkml:trace>
  <inkml:trace contextRef="#ctx0" brushRef="#br0" timeOffset="2219.37">5751 2836 199 0,'-6'0'317'16,"6"0"-15"-16,0 0-15 0,0 0-25 0,-5 1-22 15,5-1-25-15,0 0-21 0,0 0-19 0,0 0-18 16,0 0-26-16,25-5-37 0,-5 4-18 16,11-3-69-16,-10 2-70 0,8 0-86 0,-6 0-259 0,-3-1-441 15,-3-1 195-15</inkml:trace>
  <inkml:trace contextRef="#ctx0" brushRef="#br0" timeOffset="2373.75">5797 3014 132 0,'-3'4'231'0,"3"-4"-12"0,13 3-20 0,5-3-16 15,10 0-21-15,4-1-53 0,3-1-84 0,16-4-115 16,-15-2-105-16,2 0-212 0,-1-3 94 0</inkml:trace>
  <inkml:trace contextRef="#ctx0" brushRef="#br0" timeOffset="3790.85">7040 2587 202 0,'-1'-7'264'0,"0"-2"-7"16,1 6-6-16,-2-5-7 0,2 3-9 0,0 1-21 15,0 4-24-15,2-7-23 0,-2 7-19 0,-2-3-22 16,2 3-21-16,0 0-20 0,0 0-8 0,0 0-11 16,7 20-7-16,-5-5-7 0,-2 4-7 0,3 10-7 0,2-2-2 15,-1 2-2-15,-2-3-7 0,1 6 1 16,2-1-4-16,-2-4-1 0,3 4-2 0,-1-2-4 15,4-1 0-15,-5-2 1 0,2 1-1 0,0-9 0 16,0 0-2-16,-1-3 1 0,0-5-6 0,0 1 2 16,-2-5 4-16,-2 0 8 0,3-2 23 0,0 1 24 15,-3-2 46-15,-1-3 30 0,0 0 18 16,0 0 4-16,19-12-9 0,-7 4-7 0,2-7-8 16,2-6-10-16,2 2-4 0,2-5-7 0,-4 0-11 15,1-3-12-15,-2-2-3 0,1 0-13 0,0-2-7 16,-1 3-6-16,-3-1-2 0,-2 1 0 0,3 4 0 15,-7 6 8-15,-2 2 16 0,0 3 5 0,0 2 4 16,-3 3 1-16,4-1-7 0,-3 4-7 0,0 1-14 16,-1-2-9-16,-1 2-7 0,3 1-12 0,-3 3-12 0,1-3-25 0,-1 3-28 15,0 0-33-15,0 0-40 0,0 0-28 16,0 0 9-16,0 0 4 0,0 16 18 0,-1-7 10 16,1 5 7-1,-3 3 7-15,3 1 10 0,-1 7 11 0,-5-2-9 0,-1-3 11 0,5 6 2 16,-1-7 7-16,2 2 2 0,-2-4 4 0,-1 3 3 15,3-2 7-15,1-1-1 0,0-1-1 16,-1-3 3-16,-2 0 7 0,3-3-3 0,0-1 1 16,0-1 1-16,0-4 2 0,0 2-2 0,0-1 5 15,0-5 4-15,3 7 4 0,-3-7 5 0,0 0 5 16,0 7 10-16,0-7 4 0,2 2 7 0,-2-2 9 16,17 0-8-16,1-1 1 0,10-4-1 0,9-4-65 15,27-7-98-15,25-11-137 0,5-4-181 0,-9-3-334 16,-4-8-844-16,-5-5 374 0</inkml:trace>
  <inkml:trace contextRef="#ctx0" brushRef="#br0" timeOffset="4723.85">8357 2287 208 0,'-2'-8'315'0,"2"0"-13"0,-1 3-21 16,1-4-33-16,-1 6-16 0,-1-2-33 0,2 2-28 0,0 3-39 16,0 0-16-16,0 0-17 0,-6 10-9 0,2 4-9 15,-2 11-9-15,-2 9-10 0,-1 14-1 0,0 6-5 16,-2 6 0-16,-3 19-3 0,7-20-4 0,1-1-3 15,3 0-2-15,-3 0-7 0,6-2 0 0,0 2-1 16,3-5 0-16,0-3-4 0,4-13-1 0,-2-5-2 16,-4-1-3-16,3-4 0 0,0-8-6 0,-2-3 1 0,1-1-5 15,0-5 11-15,-3 0 14 0,1-3 15 0,-1-1 31 16,0 1 34-16,1-3 36 0,-1-4 29 0,-1 3 20 16,1-3-6-1,0 0-17-15,-13-2-23 0,5-2-22 0,-2 0-6 0,-1-2-10 16,-1 0-18-16,1-2-6 0,-1 2-13 0,-1-2-14 15,3 2-19-15,1-1-26 0,-1 0-18 0,1 0-29 16,1-1-39-16,3 2-42 0,-4 2-45 0,5-2-41 16,3 1-48-16,-3 0-62 0,4 0-67 0,-1-2-330 15,2 1-750-15,3-5 331 0</inkml:trace>
  <inkml:trace contextRef="#ctx0" brushRef="#br0" timeOffset="5039.96">8102 2835 193 0,'-4'1'302'0,"-1"0"-23"0,5-1-18 0,0 0-25 16,-11 2-15-16,11-2-21 0,-3 0-19 0,3 0-16 15,0 0-13-15,0 0-10 0,0 0-11 0,26 0-12 16,-5-3-11-16,11-1-20 0,8-1 0 0,10-1-9 16,0-2-10-16,-9 4-1 0,11-2-7 0,-15 1 3 15,-5 1-16-15,-1 1-6 0,-12-1-3 0,0 1-3 16,-6 3-7-16,1-3-4 0,-6 3-15 0,-1-1-20 0,-1 1-15 16,-6 0-13-16,0 0-18 0,0 0-25 0,-19 6-17 15,5-3-22-15,-4 0-28 0,-1 1-26 0,3-2-29 16,-2 1-212-16,1 0-447 0,2-2 198 0</inkml:trace>
  <inkml:trace contextRef="#ctx0" brushRef="#br0" timeOffset="5509.35">8737 2638 2251 0,'9'-7'2'0,"-2"2"103"0,-1 0 4 16,0 1-17-16,0-3-17 0,1 4-18 0,1-2-10 16,-1 3-10-16,1 0-11 0,3-3-2 0,1 4-5 15,-3 2-1-15,4 1 1 0,-3 4 1 0,3 0-4 0,-4 1 0 16,5 3-1-16,-5 0-2 0,1 4 2 0,-1 1-4 16,-5-5-3-16,1 6 0 0,-2-1 2 0,-6-1 1 15,3-2-4-15,-3 0 3 0,-3 1 1 16,1-1 3-16,0-3 8 0,-4 1-1 0,1 0 12 0,6-3 3 0,-2-2 4 15,0 0 21-15,-1-3 21 0,4 3 41 0,-3-3 40 16,4-2 39-16,0 0 22 0,0 0-25 0,0 0-17 16,0 0-21-16,-3-13-21 0,10 2-13 0,-1 1-12 15,4-4-13-15,-2-2-8 0,7-1-12 0,2-4-6 16,1-2-14-16,0 3-5 0,-1 1-10 0,-4 5-2 16,0 1-5-1,-5 3-5-15,-1 2-2 0,2 0 1 0,-4 3-4 0,-1-2-4 16,0 2-11-16,-3 5-7 0,2-3-19 0,0 1-26 15,-3 2-32-15,0 0-3 0,0 0 10 0,8 7 0 16,-4 1-3-16,-3-1 12 0,2 5 7 16,1 5 2-16,-3 0-1 0,3 0-25 0,0-1-17 15,-3-1-22-15,3 2-7 0,1-5-39 0,-1 0-17 16,0 1-29-16,-3-2-41 0,4-1-44 0,-1-3-61 0,-1-2-225 0,-3-5-620 16,0 0 274-16</inkml:trace>
  <inkml:trace contextRef="#ctx0" brushRef="#br0" timeOffset="5725.2">9256 2402 45 0,'1'-4'284'0,"-1"4"-32"31,4-2-26-31,-4 2-9 0,0 0-16 0,18 10-11 0,-4-2-9 0,0 4-16 16,-1 2-6-16,6 8-11 0,-3 2-12 0,0 3-8 15,-6-1-16-15,1 5-4 0,-5 2-16 0,-5 0-1 16,-2-1-6-16,-5 1-14 0,-5-2-19 16,-4-1-15-16,-8 0-18 0,-9 5-24 0,1-10-38 15,-7 4-39-15,5-8-51 0,0-6-75 0,-17 0-214 16,9-5-456-16,5-8 202 0</inkml:trace>
  <inkml:trace contextRef="#ctx0" brushRef="#br0" timeOffset="6026.02">8774 2259 171 0,'-6'-6'348'0,"3"0"-41"15,-2 1-35-15,0 2-33 0,5 3-26 0,-11 3-25 16,3 6-17-16,-3 5-22 0,-7 9-16 0,-4 8-13 16,-1 15-13-16,-4 7-10 0,4 1-2 0,-1 0-14 15,5-4-5-15,7 3-11 0,4-7-5 0,8-11-2 16,4 0-4-16,9-3-4 0,7-1 2 0,15 3-4 0,7-8-3 0,11-3-16 16,2-6-42-16,5-4-71 0,1-9-107 0,-2-5-299 15,3-4-532-15,2-2 236 0</inkml:trace>
  <inkml:trace contextRef="#ctx0" brushRef="#br0" timeOffset="6947.39">10074 2622 20 0,'-20'5'197'15,"3"-2"-20"-15,3 1-16 0,4-4-16 0,1 4-10 0,0-3-15 0,4 2-13 16,-2-3-9-16,2 2 1 0,5-2-11 0,-5 2-4 15,5-2-6-15,-6 0-7 0,6 0 1 16,0 0 4-16,0 0 3 0,-7 2 6 0,7-2 2 16,0 0-3-16,0 0 6 0,0 0-2 0,0 0-2 15,0 0 4-15,0 0-3 0,0 0-4 0,0 0-6 16,0 0 2-16,0 0-11 0,-5 0-5 0,5 0-6 16,0 0-5-16,0 0-7 0,0 0-5 0,0 0-6 15,0 0-6-15,0 0 0 0,0 0-5 0,0 0 0 16,0 0-1-16,0 0-2 0,0 0 0 0,0 0-7 0,0 0 2 0,0 0-4 15,0 0 0-15,0 0-1 0,0 0 0 0,0 0-3 16,0 0 3-16,0 0-3 0,0 0-3 0,0 0 2 16,0 0-1-16,0 0 1 0,0 0 3 0,23 0-4 31,-5 0 3-31,4-5 1 0,7 3-3 0,6-5-1 16,3 0-3-16,13 0 6 0,4 0 10 0,-3-3 0 15,2 0-2-15,-13 5 0 0,-5 2-6 0,-2-2 5 0,-3-1-6 0,-3 3 4 0,-13 1-2 16,-1 1-16-16,-3-3-19 0,-3 4-21 0,0-1-31 15,-7-2-39-15,-1 3-36 0,0 0-30 16,0 0-25-16,-29 5-18 0,9 0-21 0,-8-4-137 16,0 2-412-16,-2 1 182 0</inkml:trace>
  <inkml:trace contextRef="#ctx0" brushRef="#br0" timeOffset="7148.36">10153 2534 234 0,'-1'-7'317'16,"-2"2"12"-16,3-2 5 0,-1 5 9 0,1-2-22 16,0 4-40-16,-2-6-34 15,2 6-32-15,0 0-29 0,0 0-28 0,0 0-14 16,0 0-16-16,3 23-15 0,0-5-18 0,3 9-13 16,-2 4-8-16,4 1-38 0,-3-1-52 0,0 6-59 15,1 11-60-15,-2-14-90 0,0-5-306 0,-4 2-576 0,0-12 255 16</inkml:trace>
  <inkml:trace contextRef="#ctx0" brushRef="#br0" timeOffset="8916.26">11320 2368 100 0,'2'-9'263'0,"1"-2"6"0,0 1-8 0,-2 3-5 15,0 1-7-15,0 1-12 0,1-1-17 0,-1 2-25 16,0 1-27-16,-1 3-13 0,0-6-14 0,0 6-27 16,0 0-14-16,0 0-16 15,0 0-9-15,6 9-11 0,-4 2-6 0,0 3-9 16,-3 6-3-16,4 5-6 0,-3 4-2 16,0 2-2-16,0 0-9 0,-2 1 2 0,2-1-6 15,-1 0 0-15,1-1-1 0,0 0-6 0,0-1 0 0,1-6 0 0,1-3-3 16,0-2-4-16,1 2 5 0,-2-8-2 0,2-2 4 15,-1 2-4-15,1-4 2 0,-1-1 14 0,0 0-9 16,0-2 7-16,1 0 8 0,-2-2 28 0,0 1 21 16,-1-4 9-16,8 1 21 0,0-2 7 0,4-4 2 15,-2-2-11-15,7-1 0 0,7-9-4 0,-1 1-5 16,-1-2-6-16,5-4-4 0,-4-1-7 0,-3-4-10 16,3-1-17-16,-2-1 0 0,5-10-5 0,-7 9-11 15,2 0-1-15,-8 0-1 0,-1 1-5 0,-5-1-5 16,1 4 11-1,-4 8-1-15,-3-2 9 0,2 5-7 0,-2 3 2 16,-5 2-2-16,3 0-9 0,-2 2-10 0,-2 0-4 16,1 3-11-16,-3 2-10 0,-1 1-15 0,0-1-7 15,-1 6-14-15,-2 1-10 0,-1-3-14 0,3 7-22 16,-1-1-18-16,-1 2-13 0,4 1-8 0,0 2 3 0,3 0 7 16,1 2 1-16,5-2 16 0,1 3 9 15,7 0 0-15,7-1-12 0,7 1-39 0,3-8-59 0,5 4-75 0,4-7-348 16,0-2-672-16,-2-4 297 0</inkml:trace>
  <inkml:trace contextRef="#ctx0" brushRef="#br0" timeOffset="11187.89">12500 2276 165 0,'0'-6'242'0,"0"-5"-8"16,-1 4-11-16,-1-1-12 0,-1 1-19 0,2 0-12 16,-3 0-17-16,0 2-16 15,3 0-18-15,-4 1-15 0,0 1-18 0,-2 0-13 16,-3 6-4-16,1 0-10 0,-1 1-7 0,-3 3-10 15,0 3-5-15,3 2-2 0,-5-1-9 0,3 6 2 16,1-2-7-16,-1 0-3 0,6-1-17 0,-3 6-7 0,5-6-4 16,0 1-5-16,3-1-2 0,1-2 1 0,4 0 1 15,-3-4 2-15,4 2 0 0,4-3 0 0,-5-1-2 16,6-1 4-16,3-4 0 0,-5-1 2 16,2 0-1-16,3-3 1 0,-3-4-1 0,0 0 3 15,2-1 1-15,-3-2 7 0,2-4 5 0,-3 5 3 16,-1-6 2-16,-1 3 2 0,-1 1 5 0,0-4 6 15,0 5 4-15,-3-2 1 0,2 2 4 0,-3 2 12 0,1 1-5 16,-1-2-2-16,2 7-7 16,-3-3-6-16,0 0-11 0,2 2-17 0,-2 3-27 15,0 0-1-15,0 0 0 0,0 0 5 0,-4 15-3 0,0 2 3 0,1 2-1 16,-1 8 4-16,-2 2 5 0,2 5-1 0,0 12-3 16,-1 2 8-16,1 0-4 0,2 0 5 0,1-1 1 0,0-1 0 15,0-11-1-15,4 14 3 0,3-3 1 0,-1-10 0 16,1 9 1-16,-1 2 0 0,0-12 1 0,-1-2 0 15,-1-1 3-15,-1-1-4 0,0-1 3 0,0-2-4 16,-2 1 5-16,0-4-2 0,-5-6 2 0,1-2 1 16,0-2 1-16,-2-3 6 0,1-1 4 0,-3-3 4 15,2 0 14-15,-4-4 11 0,1 1 9 0,-3-8 14 16,0 3 1-16,-7-5 8 16,2-4-2-16,1-3 5 0,-8-2 3 0,6-6 2 15,1 0 8-15,2-4 2 0,4-5 3 0,2-2-12 16,4-3-8-16,5-11-18 0,2 10-4 0,10-10-5 15,-1 11-6-15,7-10-7 0,-4 12-1 0,4 2-7 16,0 2-4-16,8-1-3 0,-4 2-1 16,3 2-11-16,3 1 3 0,-3 3-7 0,-3 0 5 0,1 6 3 15,-4 1 3-15,-3 4-1 0,-6 1 1 0,-1 5-2 0,0-3-9 16,-4 3 0-16,1 1 4 0,-2 0-8 0,1 2 3 16,-5 1-6-16,4-6-10 15,-1 4-20-15,-3 2-22 0,5-4-21 0,-5 4-21 16,0 0-5-16,0 0-5 0,0 0-11 0,0 0-18 15,0 0-19-15,-12 13-20 0,12-13-19 0,-11 3-24 16,8 2-30-16,-2-3-33 0,0 3-211 0,5-5-526 0,-8 3 233 0</inkml:trace>
  <inkml:trace contextRef="#ctx0" brushRef="#br0" timeOffset="11720.45">12888 2331 168 0,'9'-5'233'0,"1"1"-18"16,1-1-22-16,-6 2-17 0,7 3-22 0,-2-1-15 16,4 1-16-16,-3 1-7 0,1 2-14 0,-3 2-3 15,0 2-9-15,0 2-6 0,-4-1-9 0,2 5-4 0,-5-3-7 0,1 6-4 16,-2 1-28-16,-2 1-3 0,-2 0-3 15,-2 1-6-15,-3 0 3 0,-2 3-2 0,1-6-3 16,-4 1 0-16,2-1 1 0,-1-2-3 0,7-4 12 16,-5 2 6-16,4-5 3 0,-1 1 14 0,2-4 15 15,1 1 25-15,-1-3 23 0,3 2 35 0,-1-1 48 0,3-3 39 16,-2 3 25 0,2-3-27-16,0 0-22 0,2-12-27 0,2 0-19 15,4-3-16-15,1-1-15 0,2-6-14 0,4-1-10 16,0 0-11-16,1-2-13 0,1 1-10 0,1 1-7 15,-3 5-5-15,-2 1-5 0,-3 5 6 0,1-2 0 16,-4 4 9-16,-2 3 0 0,0 0-6 0,-1 2-10 16,0 1-7-16,-2 0-6 0,2 0-12 0,-3 1-17 15,-1 3-12-15,4-5-22 0,-4 5-27 0,0 0-21 0,4 0-40 0,-4 0 4 16,0 0 5-16,1 13 12 0,-2-6 12 0,0 5 4 16,-2 1 7-1,2 1 5-15,0 5 5 0,-2-2 8 0,3 2 8 0,-1 0 0 16,3-2 8-16,1 0 9 0,1 0-4 0,0-5 1 15,1-3 8-15,1 3 3 0,7 1 11 0,-2-2 7 16,5 2-26-16,-1-8-15 0,5 2-60 16,2-2-48-16,0-3-64 0,0-4-93 0,-1-2-96 15,-3-3-234-15,-2-2-681 0,-4-2 301 0</inkml:trace>
  <inkml:trace contextRef="#ctx0" brushRef="#br0" timeOffset="11967.43">13409 2235 158 0,'0'-5'335'0,"0"5"-38"0,0 0-30 0,0 0-35 16,0 0-23-16,0 0-24 0,0 0-19 0,14 11-18 0,-4-1-20 0,-1 3-10 15,0 3-11-15,5 7-11 0,-4 4-6 0,-2 2-11 16,-4 1-1-16,-3 7-6 0,-11 8-10 0,5-11-1 15,-10 9-1-15,-1-11-19 0,-3 1-20 0,-12 5-17 16,0-5-30-16,4-8-33 0,-3 1-35 16,-9 1-40-16,7-9-49 0,1 0-237 0,-5-6-455 15,0-5 201-15</inkml:trace>
  <inkml:trace contextRef="#ctx0" brushRef="#br0" timeOffset="12421.65">12918 2053 1758 0,'-6'-9'170'0,"5"3"-37"0,-3-1 27 0,0 3 9 16,0 1-23-16,3-2-28 0,-3 3-26 0,4 2-28 16,-4-4-16-16,4 4-15 0,-6 0-2 0,6 0-9 15,-9 14 0-15,0 2-6 0,-4 8 2 0,-2 8-8 16,-7 19 1-16,-2 0 10 0,2 4-8 0,3-1-5 16,1 0-2-16,4 2 4 0,2-1 11 0,5-7 5 15,6 0 2-15,3-12 1 0,7-1 11 0,0-2 5 16,8-1 6-16,-1-4 4 0,7-4 3 15,0-2 10-15,-1-3 11 0,4-2 7 0,-1-4 9 0,1-1 8 0,-8-5-2 16,1-1 0-16,-8-2 16 0,3 0 9 0,-5-2 10 16,-1 1-1-16,-2-2 9 0,-1 1 5 0,-5-2-6 15,9 2 1-15,-9-2-5 0,0 0-14 0,8 0-8 16,-8 0-9-16,0 0-15 0,6 3-3 0,-6-3-22 16,0 0-34-16,0 0-41 0,0 0-47 0,0 0-60 0,0 0-73 0,0 0-107 15,13-5-140-15,-6 3-374 0,-7 2-874 0,19-10 387 16</inkml:trace>
  <inkml:trace contextRef="#ctx0" brushRef="#br0" timeOffset="18323.59">4155 5964 101 0,'-3'-13'302'0,"0"3"-14"0,0-2-13 16,-2 3-17-16,4 3-21 0,-1 0-24 0,0 1-21 15,2 1-26-15,-4 0-36 0,4 4-23 0,0 0-11 16,0 0-14-16,-4 14-12 0,4 4-9 0,-2 13-7 16,-2 3-6-16,0 17-1 0,0 2-1 0,-1 3-6 15,0 2-4-15,4 1-2 0,-2 25 1 0,3-26-5 16,-5-3-3-16,6 0-1 0,-2 2-4 0,1-6-2 0,0 2 0 16,-3-1 2-1,2-4-3-15,1-1-5 0,0-16 4 0,0-1-3 0,0 1 0 16,0-9-3-16,-4-4 17 0,3-7 14 0,1 1 16 15,-4-1 26-15,3-6 54 0,-2 0 26 0,1-1 9 16,-6 0-10-16,-1-6-10 0,-6 1-14 0,-4-4-13 16,-2-1-20-16,-6-6 6 0,2 2 3 0,-2-2-2 15,9 1 7-15,-1 2-4 0,0 0-10 0,2 0 0 16,3-2-12-16,3 5-10 0,2-2-5 0,-1 4-9 16,4-2-11-16,0 3-8 0,2 1-6 0,2 0-16 15,-2 1-41-15,4 1-41 0,0 0-46 0,-9-4-43 16,8 1-41-16,1 3-8 0,0 0-8 0,0 0-12 15,0 0-25-15,0 0-47 0,14 7-64 0,-9-7-310 16,-5 0-710-16,17-6 314 0</inkml:trace>
  <inkml:trace contextRef="#ctx0" brushRef="#br0" timeOffset="18739.99">3776 6653 178 0,'-7'0'216'0,"2"0"-11"16,5 0-12-16,-8 1-17 0,8-1-17 0,0 0-13 0,-8 0-16 15,8 0-15-15,0 0-4 0,-7 1-6 0,7-1-3 0,0 0 2 16,-5 2 1-16,5-2 4 0,0 0-3 0,0 0-7 15,0 0-6-15,0 0-7 0,0 0-4 0,0 0-5 16,0 0-5-16,-3 4-9 16,3-4-6-16,0 0-2 0,0 0-4 0,0 0 7 0,0 0 1 15,30-6-3-15,-11 4 0 0,10-6-8 0,4 1-1 16,3 1-3-16,18-2-7 0,-17 1-5 0,1 0-1 0,2 1-5 0,-2 2 1 0,2-1-2 31,-7-1-7-31,0 2 3 0,-3 2-5 0,-9 2 2 0,-4-2-6 0,-3 2-3 16,-4 0 2-16,-2 0-5 0,1-1 4 0,-4 1-7 15,-5 0-7-15,8 1 4 0,-8-1-1 0,0 0-17 16,0 0-18-16,-17 6-20 0,3-3-19 0,5 2-19 16,-5-2-26-16,1-1-34 0,2 1-29 0,1 1-55 15,-1-2-210-15,5-1-485 0,6-1 215 0</inkml:trace>
  <inkml:trace contextRef="#ctx0" brushRef="#br0" timeOffset="19572.34">4638 6358 203 0,'3'-4'216'0,"2"0"-24"15,-3-1-16-15,3 1-21 0,5-1-13 0,0-2-16 16,1 4-11-16,0-2-13 0,2 3-12 0,1 0 0 16,3 2-20-16,2 2-4 0,-2 0-7 0,-2 1-5 15,1 4-1-15,-4 0-2 0,2 4-5 0,0-1-3 16,-2 3 0-16,-1 1-2 0,-1 1-4 0,-3 4 3 15,-5-3-4-15,0 5 1 0,-6-2-4 0,1 0 1 16,-4 3 5-16,-2-3-4 0,1-2-4 0,0-2 3 0,-2 0 3 0,1 0 3 16,2-4 1-16,0-3 4 0,1 1 5 0,-3-3 5 15,5-2 11-15,1 1 21 0,1-1 31 0,1-1 35 16,1-3 37-16,-4 2 34 0,4-2-7 0,0 0-21 16,0 0-21-1,1-12-20-15,3 3-16 0,1-1-16 0,5-7-7 0,0 0-13 16,2-5-20-16,5-3-11 0,-1 2-1 15,-2-2-10-15,2 2-5 0,-2 3-5 0,-3 4-8 16,-2-1-5-16,0 8-2 0,-3-1 0 0,1 3-8 0,-2 1-10 16,-4 0 7-16,3 1 0 0,1 4-5 0,-1-2-17 15,-4 3-13-15,0 0-31 0,0-5-16 0,0 5 17 16,0 0-8-16,1 12 1 0,2-2 5 16,-6 0-8-16,3 1 13 0,0 0 5 0,3 1 4 0,-2 5 7 15,2-2 5-15,-1 1 2 0,2-1-5 0,4-1-16 0,2 1-9 16,-1-3-32-16,2 0-22 0,1-5-37 0,3 3-40 15,0-6-61-15,4 1-75 0,0-4-335 0,-3-4-700 16,-2 2 311-16</inkml:trace>
  <inkml:trace contextRef="#ctx0" brushRef="#br0" timeOffset="19810.68">5195 6209 123 0,'3'-2'271'0,"-3"2"-33"16,0 0-23-16,0 0-24 0,14 6-17 0,-4 1-13 15,-1 0-9-15,9 5-9 0,3 7-8 0,-1-2-11 16,1 5-6-16,0 2-4 0,-2 3-9 16,-5 0-4-16,-1 2-11 0,-2 0-6 0,-3 7-8 0,-4-5-2 15,-7-2-11-15,-2 3-4 0,-5-3 4 0,-4 1-20 16,-6-2-12-16,-12 8-24 0,4-10-33 0,-10 4-50 15,-4-1-68-15,8-12-102 0,-15-3-165 0,-2-1-444 16,13-6 196-16</inkml:trace>
  <inkml:trace contextRef="#ctx0" brushRef="#br0" timeOffset="20164.38">4716 6105 183 0,'-4'-6'268'0,"4"6"-25"15,-4-3-23-15,4 3-31 0,-1 0-19 0,1 0-19 16,0 0-18-16,-9 14-12 0,3-4-12 0,-4 7-14 16,-3 8 8-16,-1 6-14 0,2 3-7 0,-7 14-3 15,5 1-5-15,-1-2-7 0,3 4-4 0,2-6 2 16,1-12-8 0,5 1-9-16,4-3-4 0,0 2-3 0,4-4 9 0,5-6-2 15,-2 2 1-15,6-4 1 0,3-4-3 0,7-2-9 0,2-6-27 16,7-1-45-16,9-6-67 0,16-4-122 0,-4-6-216 15,2-1-474-15,0-8 210 0</inkml:trace>
  <inkml:trace contextRef="#ctx0" brushRef="#br0" timeOffset="20696.62">5880 6372 168 0,'0'0'262'16,"0"0"-18"-16,-4 3-16 0,4-3-15 0,0 0-14 16,0 0-13-16,0 0-14 0,0 0-12 0,0 0-11 15,0 0-8-15,0 0-4 0,0 0 0 0,0 0-1 16,0 0-6-16,0 0-12 16,0 0-8-16,0 0-5 0,0 0-8 0,0 0-10 15,0 0-7-15,0 0-8 0,31-5-8 0,-12 5-2 0,3-4-5 16,7-2-22-16,3 0-44 0,4 1-23 0,-3 0-37 15,2-1-44-15,-2 4-55 0,0-5-62 0,-5 4-258 16,-1-3-529-16,-8 2 233 0</inkml:trace>
  <inkml:trace contextRef="#ctx0" brushRef="#br0" timeOffset="20991.35">5937 6551 224 0,'-3'3'262'0,"3"-3"-2"0,-4 2-1 0,4-2-7 16,0 0-17-16,0 0-15 0,-3 5-20 0,3-5-10 16,10 0-18-16,2 0-17 0,8-2-12 0,15-3-21 15,6 0-46-15,15-6-52 0,5 2-56 16,2 0-93-16,1-4-136 0,-1-1-135 0,-8-2-429 16,-2 1 189-16</inkml:trace>
  <inkml:trace contextRef="#ctx0" brushRef="#br0" timeOffset="28255.77">7637 5317 135 0,'0'-7'160'15,"-1"2"-10"-15,-2-3-4 0,1 2-8 0,2 3-3 16,-1-5-8-16,-2 2-7 0,3 3-4 0,0-4 0 15,0 2-4-15,-3 0-7 16,2 3-6-16,1 2-4 0,-1-7-6 16,1 3-9-16,0 4-11 0,-2-4-9 0,2 4-7 15,0 0-17-15,0 0-15 0,0 0-9 0,0 0 0 16,0 0-4-16,-11 24-5 0,1 3 4 0,-3 5-4 0,-5 23 0 16,-1 29 0-16,-3 2-2 0,4 1-3 0,-4 2 5 15,6 3 2-15,3 0 11 0,3 0 9 16,6-1-7-16,3 0 8 0,3-1 2 0,7-4 0 0,-1-1-1 0,1-26-3 15,0-2 1-15,10 27-4 0,-2-2 4 0,-5-23-5 16,5-1 5-16,1 24-5 0,-4-24-3 0,0 20 2 16,-5-22 0-16,0-2 0 0,-5 0-2 0,-3-2 4 15,-2-4-7-15,-3-12 2 0,-2-3-5 0,-3 2 5 16,-3-6-1-16,-2 0 9 0,0-5 11 0,-5 4 9 0,-2-7 15 16,-2-5 13-1,-2-3 14-15,-1-3 2 0,1-2 4 0,-3-3 7 16,-3-2 2-16,3 1 3 0,-3-3 8 0,11-1 11 15,-2-1 14-15,3 0 15 0,2 0 2 0,5-1-4 16,0 2-5-16,2-3-14 0,1 3-13 0,4 3-16 0,-3-6-10 16,8 3-8-16,-8 0-13 0,8 0-9 15,-10 0-11-15,10 0-24 0,0 0-29 0,-6 3-31 16,6-3-37-16,-7 3-35 0,6-1-21 0,1-2-27 0,-5 5-38 0,2-3-40 16,2 0-48-16,1-2-65 0,0 0-276 0,0 0-669 15,0 0 296-15</inkml:trace>
  <inkml:trace contextRef="#ctx0" brushRef="#br0" timeOffset="33164.3">6867 6307 127 0,'-7'-3'210'0,"7"3"-4"0,-9 3-6 0,9-3-14 0,0 0-10 16,-7 0-23-16,7 0-18 0,0 0-10 0,0 0-16 15,0 0-12-15,0 0-9 0,-7 2-9 0,7-2-9 16,0 0-7-16,0 0-5 0,0 0-9 0,0 0-4 15,0 0-4-15,0 0-6 0,0 0-1 0,0 0-3 16,0 0-6-16,0 0 0 0,0 0-5 0,0 0-2 16,0 0-2-16,0 0-2 15,0 0 1-15,0 0 1 0,0 0-7 0,0 0 7 16,-6 0 4-16,6 0-1 0,0 0 1 0,0 0-3 0,0 0 1 16,0 0 1-16,0 0-4 0,0 0 4 0,0 0-6 15,0 0-1-15,0 0-1 0,0 0 3 0,0 0-3 16,0 0 2-16,0 0 1 0,0 0 2 0,0 0 1 15,0 0 2-15,0 0 7 0,-3 3-7 0,3-3-1 16,0 0-2-16,0 0 1 0,0 0-2 0,0 0-1 16,0 0 2-16,0 0-3 0,0 0 1 0,0 0-1 15,0 0-2-15,0 0 0 0,0 0-1 0,0 0-3 16,0 0-1-16,0 0 0 0,0 0-1 0,0 0 1 16,0 0 3-16,0 0 0 0,0 0 2 0,0 0 7 15,21 0 0-15,-10-1 3 16,8 0 0-16,3-2-4 0,9 0-1 0,2 1-2 15,0-3-2-15,0 1 2 0,-3 2-3 0,-1 0-1 0,-3-2-5 0,-7 2 5 16,-6 2-5-16,1 0 2 0,-4-1-6 0,4 1 5 16,-8-1-5-16,0 1 4 0,1 0-5 0,-7 0 4 15,0 0-11-15,12 0-5 0,-12 0 4 0,0 2-4 16,0-2 6-16,0 0 0 0,-14 9-8 0,5-4-14 16,0 0-17-16,-1-3-21 15,3 3-30-15,-3-2-38 0,2 1-49 0,2-3-49 0,1 1-172 0,5-2-435 16,-9 1 192-16</inkml:trace>
  <inkml:trace contextRef="#ctx0" brushRef="#br0" timeOffset="34006.17">8276 6077 154 0,'0'0'175'0,"0"0"-4"16,-10-1-7-16,10 1-8 0,0 0-14 0,-8 0-8 16,8 0-10-16,0 0-4 0,0 0-8 0,0 0-2 15,0 0-4-15,0 0-8 0,0 0 0 0,-5 1-6 16,5-1-11-16,0 0-5 0,0 0-4 0,18-6-11 15,-5 2-4-15,6-1-9 0,1-2-3 0,7-2-4 16,5-1-5-16,-3-2-3 0,2 2-7 0,4-2-1 16,-5-2 0-16,1 1 14 0,-2-1-3 0,-2-1-7 15,0-4 0-15,-4 2-5 0,-1 0 2 0,0 0 1 16,-9 2 2-16,-4-1 2 0,2 3 0 0,-7 1 3 16,-3 1-2-16,-1-2-3 0,-4 1-6 0,-5 3-6 15,0 1-2-15,-10 1-2 0,-8 5-5 0,-1 2-2 16,-4 4-1-16,-2 5-2 0,-4 2-4 0,3 3-3 15,0 4 1-15,-7 11-5 0,2 2 3 0,14-6 1 16,1 1 1-16,2 4 4 0,7 0-5 0,0 2 5 16,5 1 1-16,6-1-1 0,2 0 13 0,10-1 5 15,8-5 3-15,5-2 2 0,6-2 0 0,6-5 2 16,18-2-3-16,6-5-28 0,2-5-49 0,0-5-74 16,33-13-97-16,-36 5-239 0,1-10-502 0,-5-2 222 15</inkml:trace>
  <inkml:trace contextRef="#ctx0" brushRef="#br0" timeOffset="34640.98">8630 5548 106 0,'0'0'181'0,"0"0"-16"0,-9 1-11 0,9-1-21 16,0 0-16-16,-4 0-10 0,4 0-11 0,0 0-9 0,0 0-8 15,-8 1-4-15,8-1-2 0,0 0-1 16,-6 2-5-16,6-2 6 0,0 0-11 0,-4 2-6 16,4-2-3-16,0 0-2 0,0 0 0 0,0 0 4 15,0 0 7-15,0 0-2 0,0 0 0 0,0 0 1 16,0 0 1-16,0 0-6 0,22-2-4 0,-3 0-3 0,3-1-4 15,9-2-6-15,-2 1-2 0,4-1-5 16,-1 0-2-16,0 0-1 0,0 1-6 0,-6-1-3 16,-6 4 1-16,-1-2-2 0,-6 0-4 0,0 2 0 15,-4-1-4-15,-2 1 4 0,0 1-2 0,-1-1-5 0,0 0-5 16,-6 1-15-16,0 0-15 0,0 0-1 0,0 0-10 16,0 0-17-16,0 0-16 0,0 0-27 0,-17 7-17 15,10-4-32-15,1-1-27 0,-4-1-158 0,2 1-357 0,-1-2 158 0</inkml:trace>
  <inkml:trace contextRef="#ctx0" brushRef="#br0" timeOffset="35173.65">9127 5373 143 0,'9'-7'231'16,"-1"4"-16"-16,3-3-16 0,-2 1-18 0,3 2-19 15,2 0-15-15,4 3-14 0,1 0-8 0,1 0-13 0,-4 3-12 16,5 2-9-16,-7 2-11 16,4 1-4-16,-5 4-9 0,4-1-6 0,-7 4-2 15,-2 2-6-15,-1 1-5 0,-3 7-2 0,-2 1-5 0,-3-6-4 16,-7 5-4-16,-2 3-3 0,0-1-3 0,-3 0-2 15,-3-3 0-15,-2-2-4 0,1-1-1 0,3-5 1 16,1-3 4-16,3 0 1 0,-4-1 1 16,6-3 0-16,1-2 4 0,-1-2 11 0,3 0 14 15,1-1 29-15,0-1 38 0,3 0 41 0,1-3 33 16,-5 2 31-16,5-2-31 0,0 0-20 0,4-12-19 16,2 3-17-16,5-4-17 0,2-3-13 0,4-4-10 15,4-3-12-15,0-2-7 0,2 0-8 0,2 1-13 16,-5-2-4-16,5-1-8 0,-2 4-2 0,-5 1-7 15,0 4-5-15,-7 1-1 0,1 6 11 0,-3 2 3 0,-4 3 1 0,1-1-5 16,-3 2-7-16,2 2-1 0,-3-1-8 0,1 0-11 16,-3 4-19-16,3-2-22 0,-3 2-2 0,0 0 0 15,0 0-1-15,-10 18 0 0,1-2-13 0,1 1 24 16,-1 2-3-16,-1 3 0 0,1-2-3 0,3 2-6 16,3-3-2-16,3 0 6 15,3 1 1-15,6 3 4 0,7-2 12 0,2-2-5 16,9 0-3-16,9-5-18 0,2-2-64 0,15-2-87 15,4-5-109-15,3-2-135 0,-5-6-252 0,1-4-737 16,-5-4 325-16</inkml:trace>
  <inkml:trace contextRef="#ctx0" brushRef="#br0" timeOffset="62793.15">7922 6740 278 0,'0'0'300'0,"-5"3"-4"0,5-3-10 16,-5 2-7-16,5-2-12 0,0 0-6 0,0 0-29 16,0 0-14-16,-6 0-17 0,6 0-12 0,0 0-9 0,0 0-26 15,0 0-18-15,0 0-9 0,0 0-6 0,0 0-17 0,0 0-12 16,0 0-7-16,0 0 0 0,0 0-18 0,0 0-7 15,0 0 4-15,-6 2-10 0,6-2-3 16,0 0-12-16,0 0 3 0,0 0-10 0,0 0-2 16,0 0-2-16,0 0 1 0,0 0 9 0,0 0-3 0,0 0 1 15,0 0 3 1,0 0-1-16,0 0-5 0,0 0 9 0,0 0-13 16,0 0-1-16,0 0-6 0,0 0 1 0,0 0-11 15,0 0 4-15,0 0-5 0,0 0 0 0,0 0 3 0,0 0-6 0,0 0-7 0,0 0 10 16,0 0-7-16,0 0 9 0,0 0-8 0,0 0 0 15,0 0 5-15,0 0 1 0,0 0-1 16,0 0 6-16,0 0 2 0,0 0-6 0,0 0 2 16,2 5-2-16,-2-5 1 0,0 0-2 0,0 0-1 15,0 0 5-15,0 0-1 0,0 0-7 0,0 0-1 16,0 0 4-16,0 0-7 0,0 0 8 0,0 0-12 16,0 0 11-16,0 0-4 0,0 0 0 0,0 0 2 15,0 0-3-15,0 0-2 0,0 0 3 0,0 0 3 16,0 0-4-16,0 0-2 0,0 0 3 0,0 0-5 15,0 0 1-15,0 0-2 0,0 0 4 0,0 0 0 0,0 0-1 0,0 0-3 16,0 0 3-16,0 0-3 0,0 0 0 0,0 0 0 16,0 0 1-16,0 0-2 0,0 0 0 0,0 0-4 15,0 0 5-15,23-7 2 0,-4 5-2 0,15-2-1 16,21-1-2-16,10 1-3 0,31-5 5 0,10 1-5 16,5-1 6-1,16 0-8-15,7 1-5 0,6 3-4 0,1-2 3 16,-4 2 13-16,6 0-9 0,-6 1 1 0,-6-3-5 0,-5 2 11 15,-10-3-5-15,-12 3 3 0,-8 0 1 0,-34 0 1 16,-2 1 12-16,-5-2-9 0,-17 4-2 0,-1-3 1 16,-3 0 12-16,-12 3 11 0,-3 0 11 0,-6-1 16 15,-1 1 19-15,-4 2 15 0,-1-2 14 0,0 1 38 16,-1-1-10-16,-1 1-12 0,-1 0-12 0,-4 1-15 16,8-1-28-16,-8 1-39 0,0 0-49 0,0 0-66 0,0 0-72 15,0 0-83-15,-28-2-63 0,8 6-92 0,-2-1-387 0,2-2-860 16,1 1 381-16</inkml:trace>
  <inkml:trace contextRef="#ctx0" brushRef="#br0" timeOffset="63362.42">8410 7249 120 0,'-5'1'215'16,"-1"-1"-4"-16,-1 3-5 0,2-3-4 0,5 0-5 0,-5 3-7 16,5-3-7-16,-8 1-7 0,8-1-4 0,0 0-12 0,0 0-8 15,-5 1-8-15,5-1-12 0,0 0-2 0,0 0-10 16,0 0-7-16,0 0-8 0,0 0-7 0,28-2-14 15,-7 2-7-15,12-3-4 0,7 0-11 0,13 1-5 16,2-2 3-16,-1 0-16 0,3 3-27 0,-3-3-32 16,-16 1-31-16,-2-1-50 0,0 0-66 0,0 1-87 15,-7-1-240-15,-2-6-530 16,-8 5 235-16</inkml:trace>
  <inkml:trace contextRef="#ctx0" brushRef="#br0" timeOffset="63920.14">9234 7009 253 0,'0'-4'326'0,"0"4"-18"0,0 0-8 0,0 0-26 16,0 0-24-16,0 0-21 0,0 0-25 0,0 0-10 16,0 0-36-1,0 0-13-15,0 0-15 0,18 1-14 0,-9 2-18 0,5 1-6 16,0 1-10-16,7 1-9 0,-6 3-17 0,3-2-1 15,-1 4-6-15,-2-3-3 0,-1 5 7 0,-1 1-17 16,-4 0-4-16,0 1 2 0,-7 4-1 0,3-3-7 16,-6 5 0-16,-3-2-5 0,-6 5-1 0,-3 0 2 15,-3-1-5-15,-1-2 5 0,-2 0-7 0,-3-3 3 16,8-5-7-16,-4 0-2 0,4-3 4 0,4 1-8 16,-2-5 7-16,5 3-3 0,-3-3 0 0,4-4 0 0,3 3 0 0,-3-1 9 15,4-1 12-15,-2 0 8 0,3-1 13 0,1-2 8 16,0 0 6-16,7 4 11 0,4-3-4 0,1-2-5 15,6 1-10-15,4 0 3 0,-3-1 0 0,9-2 11 16,1 3-2-16,-9-2 6 0,9-1 4 0,-8 3 1 16,-2-4-1-16,1 3 6 0,-2-1-6 0,-5 2-3 15,-3 0-2 1,-1-2-6-16,0 2-4 0,-4 0-5 0,2-1-10 0,-7 1 0 16,7 0-3-16,-7 0-16 0,8-2-20 0,-8 2-28 15,0 0-35-15,5-1-44 0,-5 1-43 0,0 0-40 0,0 0-55 0,9 0-84 16,-4-4-82-16,-1 0-308 0,1-1-768 0,5-1 341 15</inkml:trace>
  <inkml:trace contextRef="#ctx0" brushRef="#br0" timeOffset="64495.55">11315 6324 197 0,'2'-4'312'16,"-2"4"-13"-16,1-3-19 0,-1 3-19 0,0 0-25 0,0 0-22 0,0 0-19 15,0 0-27-15,0 0-16 0,0 0-15 0,0 0-16 16,-20 9-14-16,10-2-14 0,-8 2-9 0,1 2-5 15,0 2-6-15,-6 3-9 0,-1 1-6 0,3 0-7 16,-4 3 0-16,5 0-6 0,1-2-1 16,-3-1-6-16,3 1-8 0,1 2-17 0,4-6-23 0,1 1-21 15,-2 0-24-15,2-3-26 0,-2 2-33 0,2-2-40 16,3-3-53-16,-2-1-252 0,5-3-497 16,-2 0 221-16</inkml:trace>
  <inkml:trace contextRef="#ctx0" brushRef="#br0" timeOffset="64695.97">10952 6374 2500 0,'2'-16'185'0,"0"4"43"0,-4 2 4 16,2 1 15-16,0 3-12 0,-1 0-50 0,2 1-28 16,-1-1-38-16,2 5-27 0,-2 1-17 0,1-4-26 15,-1 4 5-15,0 0-6 0,20 13 20 0,-7 1-1 0,10 10 10 0,14 8 11 16,3 4 0-16,4 0-7 0,5 1 0 0,-3-1-9 15,0 1-21-15,-1-2-41 0,-3-3-69 0,-13-9-84 16,0 2-90-16,0-4-139 0,-6 0-342 0,-9-8-773 16,-4-7 342-16</inkml:trace>
  <inkml:trace contextRef="#ctx0" brushRef="#br0" timeOffset="70236.89">12755 5361 11 0,'-7'-4'127'15,"7"4"3"-15,-1-3-8 0,1 3 3 0,-4-3-15 16,4 3 12-16,-4-5-5 0,3 3 1 0,1 2-5 16,-2-4 5-16,2 4-1 0,0 0 4 0,-5-4-1 15,5 4-1-15,0 0-3 0,0 0 2 0,0 0-8 0,2-5-10 0,-2 5-11 16,5-6-6-16,-1 3-7 0,-3-2-12 0,7-2-7 15,-3 5-8-15,3-2-5 0,3 0-2 0,-2 0-8 16,4 0-3-16,0 3-3 0,-3-2-3 0,7 3-2 16,-2 0 2-16,-1 0-8 0,3 3-1 0,-5 3-6 15,3 5 1-15,0-2-3 0,-5 8-3 0,0-2-2 16,-1 4 18-16,-5 8 1 0,-7 2-5 0,-2 4 1 0,-7 0 0 16,-6 12-4-1,-7-2 0-15,-4 1 0 0,-3-3 1 0,-4-4-5 0,2-1 1 16,-5-2-1-16,11-8 3 0,-2-2-1 0,0-6-3 0,2 1-1 15,4-2 2-15,-2-5-1 0,8-1 0 0,3-4-4 16,-2 1 17-16,8-3 20 0,3-1 31 0,-1 0 51 16,1-2 29-16,1-2 38 0,5 0 1 15,0 0-5-15,-9-7-10 0,9 1-16 0,3-3-14 16,-1 0-17-16,6-5-14 0,0-1-11 0,3-2-9 16,11-3-11-16,-3 1-7 0,-4 4-14 0,2 3-5 15,2 3-8-15,-3-2-9 0,-5 5-5 0,4-2-9 16,-2 6-5-16,-1 0-4 0,2 3-7 0,2 5-6 15,-1 0 4-15,6 5-4 0,0 5-2 0,-6-3 0 16,4 4-4-16,3 2 2 0,-6 0 2 0,1 1 4 0,-3-6-6 0,-1 3 5 16,0-2-4-16,-2 1 4 0,2-3 1 0,-5-3-1 15,-1-1 1-15,1-2-1 0,-2-1 1 0,-1-1 1 16,1 0 3-16,0-4 13 0,4 0 0 0,-1-2-4 16,1-3-1-16,4 1-2 15,3-4-1-15,0-2 0 0,-2-1-3 0,0-3-5 16,1 1 1-16,0-1-2 0,5-4 3 0,-1 1-4 15,-7 2-2-15,0 1 0 0,-1 2 4 0,-3 3-5 16,0 1 0-16,-1 0-1 0,-2 2-11 0,-2 1-18 16,0-1-39-16,1 4-64 0,-2 1-65 0,-3 0-22 15,0 0-16-15,2 6-29 0,-4 3-40 0,-5 1-70 16,-3 4-312-16,-3-1-741 0,0-2 328 0</inkml:trace>
  <inkml:trace contextRef="#ctx0" brushRef="#br0" timeOffset="70794.97">12103 6311 132 0,'-10'1'245'15,"2"1"11"-15,3-2-12 0,1 1-9 0,4-1-13 16,-8 1-11-16,8-1-10 0,0 0-14 0,-10 1-12 16,10-1-8-16,-5 0-6 0,5 0-10 0,0 0 4 15,0 0-20-15,0 0-7 0,0 0-18 0,-6 0 4 16,6 0-10-16,0 0-3 0,0 0-7 0,0 0-8 16,0 0-4-16,0 0-2 0,0 0-6 0,0 0-15 15,0 0-4-15,0 0 10 0,0 0-20 0,0 0-6 16,0 0-9-16,0 0 2 0,0 0-1 0,0 0-5 15,-5 3-10-15,5-3 1 0,0 0 3 0,0 0-4 16,0 0-5-16,0 0 4 0,0 0-3 0,0 0-3 0,0 0 5 0,0 0-4 16,0 0-8-16,0 0 5 0,0 0-6 0,0 0-1 15,0 0 1-15,0 0 4 0,0 0 0 0,0 0-3 16,0 0 17-16,22 0-20 0,-3 1 6 0,11-2-3 16,9 1 8-1,17-3-8-15,7 1 3 0,31-1-2 0,8 0 0 0,3-3 16 16,2 0 10-16,5 2 7 0,5 0 4 0,2-2 7 15,1 1-16-15,-14 0 21 0,0-2 6 16,-7 1 4-16,-34 0-5 0,1-1 9 0,-6 6 6 16,-2-7-11-16,-8 2 10 0,-14 3 4 0,-6-1 0 0,-9 1 3 15,-1 1-3-15,-10-1-1 0,3 1-4 0,-3 0-5 16,-3-1-6-16,-2 2-13 0,0 0-28 16,0 0-30-16,-5 1-33 0,0 0-44 0,0 0-41 15,0 0-49-15,-38 3-33 0,12 3-27 0,-6-1-37 0,0 1-50 0,-2 1-45 0,-1 1-279 16,2-3-705-16,-3 3 312 0</inkml:trace>
  <inkml:trace contextRef="#ctx0" brushRef="#br0" timeOffset="71208.14">12541 6593 270 0,'-1'-6'310'0,"0"0"-4"0,1-1 1 16,0 1 10-16,0 6 0 0,-3-9-10 15,2 4-25-15,1 2-29 0,0 3-31 0,0 0-21 16,0-6-26-16,0 6-33 0,0 0-11 0,0 0-14 0,0 0-15 15,-4 19-14-15,4-9-9 0,-5 9-13 0,0 8 2 16,1-1-9-16,-1 6-3 0,1 0-16 0,-4 3 2 0,5 11-3 16,-1-10-2-16,0-2-5 0,-1 2 1 0,2-1-8 15,1-4 3-15,3 1-3 0,-3-5 1 0,2-2-4 16,-2-7-5-16,2-1-2 0,-2-5 4 0,2 0-5 16,0-3 6-1,-2-3-6-15,4 1 2 0,-2-3-3 0,0-4 4 0,-2 7-3 0,4-1 8 16,-2-6-8-16,0 0 1 0,0 5-2 15,0-5-6-15,0 5-2 0,0-5-41 0,0 0-6 16,0 0-42-16,0 0-72 0,0 0-60 0,0 0-72 16,0 0-80-16,-4-18-228 0,2 10-643 0,2 0 284 15</inkml:trace>
  <inkml:trace contextRef="#ctx0" brushRef="#br0" timeOffset="71693.35">12715 6939 94 0,'-9'2'260'0,"0"1"-13"0,2-2-7 0,1 0-8 0,6-1-10 0,-11 2-16 16,7 0-20-16,0-2-15 0,4 0-18 0,-6 3-2 15,6-3-6-15,-4 0-9 0,4 0-5 0,0 0-4 16,-6 1-10-16,6-1-1 0,0 0-15 0,0 0-1 16,-4 3-8-16,4-3-3 0,0 0-12 15,0 0-7-15,0 0-11 0,0 0-9 0,0 0 2 16,0 0-5-16,0 0-7 0,0 0 4 0,0 0-15 16,0 0 1-16,0 0-7 0,0 0-3 0,0 0 0 15,0 0 1-15,0 0 0 0,0 0 0 0,0 0-6 16,0 0 0-16,0 0-2 0,-3 4 1 0,3-4 10 15,0 0-13-15,0 0 2 0,0 0-3 0,0 0-2 16,0 0 3-16,0 0 5 0,0 0 8 0,0 0 7 0,0 0 7 0,16 0-20 16,-5-1 19-16,7-2-1 0,4 2-13 0,8-5 3 15,5 5-4-15,-2-3 3 0,7 3-4 0,-4-4 3 16,1 2 1-16,-3 3-3 0,-2-3 3 0,-4 1-5 16,-10 0-5-1,3 2-3-15,-10-1 5 0,0 0-14 0,-3 1-17 0,-1 0-23 16,-1-3-34-16,-1 1-31 0,-2 1-50 0,-3 1-56 15,0 0-36-15,-13-5-39 0,3 1-58 0,-8 2-176 16,1-4-561-16,1 4 248 0</inkml:trace>
  <inkml:trace contextRef="#ctx0" brushRef="#br0" timeOffset="71962.97">12814 6739 281 0,'-3'-2'389'0,"3"2"-4"0,3-6-11 0,-3 6-35 15,-3-3-32-15,3 3-30 0,0 0-33 0,0 0-23 16,0 0-35 0,0-6-25-16,0 6-13 0,0 0-5 0,0 13-34 15,0-3-7-15,-4 1-14 0,4 7-5 0,0 11-1 0,0 0-10 0,0-1-28 16,0 2 11-16,0 1-1 0,-1 1-1 0,0-3-3 15,2-1-9-15,-1 0-18 0,1-4-29 0,-1-4-34 16,0-2-50-16,0-1-48 0,-2 0-70 0,2-5-83 16,-3-2-299-16,3-1-639 0,-4-4 282 15</inkml:trace>
  <inkml:trace contextRef="#ctx0" brushRef="#br0" timeOffset="72418.13">13242 7062 254 0,'0'4'290'0,"0"-4"-20"16,0 0-23-16,0 0-12 0,0 0-29 0,0 0-19 15,0 0-18-15,0 0-16 0,20-9-14 0,-10 5-13 16,3 2-6-16,-1-2-17 0,7-4-6 0,-1 3-9 16,1-1 1-16,2-1-3 0,0-1 5 0,7-3 1 15,-5 1-2-15,-4 0 2 0,6-5 1 0,-4 1-15 16,-4 1 14-16,3-6-4 0,-6 4-9 0,4-7-8 16,-4 8-7-16,-3-1-2 0,0-2 3 0,-6 7 0 15,0-1 12-15,-1-2-5 0,-4 4 1 0,1 0-13 0,-2 0-14 0,-3 3-14 16,-1 2 1-16,-5 1-9 0,-3-1 1 0,-5 3-2 15,-1 2-4-15,-8 4-6 0,2 4-4 0,-3 3-3 16,-2-2-1-16,5 6-3 0,-1 4 0 0,2 0-2 16,3 2 2-16,2 1-2 0,4 1-6 0,2 0 20 15,3 1-19-15,5-7 9 0,2 9 2 0,4-8-1 16,5 4 0 0,1-6 9-16,5-1 5 0,3-3-8 0,11 1-12 15,3-3-17-15,-1-5-39 0,8-3-50 0,-4-3-56 0,2-3-73 0,2-2-87 16,1-4-288-16,-5-1-663 0,-1-6 294 0</inkml:trace>
  <inkml:trace contextRef="#ctx0" brushRef="#br0" timeOffset="72979.98">13805 6564 215 0,'7'-1'284'16,"-1"-3"-15"-16,-1 1-19 0,4 1-21 0,-3 1-23 0,2-1-21 0,1 2-17 15,-3 2-16-15,2-1-13 0,1 1-11 16,-4 3-9-16,5-1-8 0,-3 3-8 0,-2 3-9 16,-1 0-10-16,-4 1-3 0,-3 2-9 0,1 5-4 0,-5-2-4 15,1 1-5-15,-4 2-11 0,-6 1 0 0,1 2-3 16,6-5-4-16,-4-2-4 0,0-1-4 0,4-5-5 16,-1 1-4-16,5-3 1 0,-1-2 0 15,1 0-1-15,1-2 31 0,0 1 38 0,1 0 43 0,3-4 27 0,-5 4 39 16,5-4 6-16,0 0-15 0,0 0-19 0,13-10-19 15,-4 2-15-15,6-3-14 0,-2 1-12 0,5-5-10 16,0-2-12-16,2 0-9 0,5-4-7 0,-4 0-6 16,4-2-11-16,-2 4-5 0,-3-2-3 0,-2 3 1 15,-5 6 8-15,-2-1 15 0,-6 6 7 0,1-2-2 0,-2 4 6 16,-1 1-10 0,2 1-9-16,-4 0-24 0,2 0-34 0,-3 3-18 15,0 0-7-15,0 0 2 0,0 0 1 0,-9 15 1 0,2-4 0 0,0 3 1 16,-1 2 4-16,1 1-18 0,-1 1-8 0,6 1-8 15,2 2-2-15,3 3 1 0,10 0-6 0,0-8-11 16,10 5-36-16,5-2-64 0,4-4-93 0,4 0-99 16,15-6-152-16,1-2-280 0,-12-9-846 0,-2 0 374 15</inkml:trace>
  <inkml:trace contextRef="#ctx0" brushRef="#br0" timeOffset="74113.35">15276 6076 217 0,'-3'-13'254'0,"-2"3"-16"16,-1-2-15-16,-1 2-16 0,-3-1-17 0,1 1-20 0,-8 0-11 16,0 2-19-16,-2 1-6 0,-3 0-19 15,1 4-16-15,-5-2-5 0,3 5-9 0,-5-1-6 16,0 5-11-16,7 0-11 0,-1 0-4 0,1 1-6 15,1 1-4-15,2 2-2 0,2 2-9 0,4-1-1 0,3-2-4 0,-1 3-6 16,5 2 4-16,0-1-5 0,4 2-1 0,1-1 1 16,4 0-2-16,2 3-2 0,5-1 1 0,4-3-2 15,1-2 2-15,2-4-1 0,1 2-2 0,4-4 0 16,5-2 1-16,0-2 0 0,-8-2 4 0,1-2 11 16,3-5 12-16,-3 1 16 0,-3-1 18 0,5-8 13 15,-4-3 12-15,-1 1 12 0,0-3 6 0,-3-1 1 0,-2-1-5 0,0-1 3 16,-4-2-5-16,1-2-9 0,-2-4-2 0,-1-13-3 15,-2 12 12-15,3-12 12 0,-8 13 14 0,1 1 37 16,2 1 15-16,-2 1 7 0,-1 7-5 0,0 3-6 16,0 5-2-16,-1 4-17 0,1 1-8 0,1 4-18 15,-2 1-15-15,1-1-16 0,0 2-20 0,0 1-13 16,0 4-30 0,0-4-59-16,0 4-45 0,0 0-14 0,0 0 8 0,0 15 1 15,0 2 10-15,-4 7 8 0,-1 5 3 0,2 3 4 0,1 4 6 0,-5 10 1 16,2-13 3-16,1 2 3 0,-1 1 5 15,2-2 2-15,0-3-2 0,-1 0 0 0,2-1 6 16,-1 1 2-16,0-2 4 0,2-2 1 0,0-3-1 0,0-3 6 16,2-3-7-16,-2-1 9 0,-1-5 2 15,2-2-9-15,0 1 13 0,-1-2 2 0,1-2 1 16,0-1-5-16,1-1 4 0,-1-2-3 0,0 1-1 16,0 0 4-16,0 0 3 0,0-4 6 0,0 5 8 0,0-5 0 15,0 3 23-15,0-3 12 0,0 0 6 0,0 0 10 16,0 0 6-16,0 4-11 0,0-4 27 0,0 0 9 15,0 0 0-15,0 0 18 0,0 0-2 16,0 0-11-16,11-7-21 16,5-1-21-16,15-6-56 0,16-6-77 0,13-2-88 15,34-11-94-15,0 1-122 0,4-1-151 0,-2 1-517 16,-3-2-1122-16,-11-4 496 0</inkml:trace>
  <inkml:trace contextRef="#ctx0" brushRef="#br0" timeOffset="74767.64">15907 5695 139 0,'2'-5'329'16,"0"0"-15"-16,-1 0-20 0,3 0-24 0,1 1-28 15,2 2-25-15,-1 1-20 0,0-1-22 0,5 2-21 16,0 0-15-16,1 3-15 0,-1 2-10 0,-2 2-9 16,5 3-7-16,0 1-9 0,-1 2-10 0,-3 1 0 15,-1 2-12-15,-1 1-4 0,-3 0-12 0,-2 1-5 0,-3 1 1 0,1 1-3 0,-5-2-5 16,-1 2-1-16,0-6-5 0,-3 2 0 0,-1 0 6 16,0-4-14-16,-1 2 4 0,-1-4 9 0,4-2-2 15,-1 1 5-15,4-4 4 0,1-1 7 0,0 1 7 16,-2-2 25-16,3-2 7 0,0 3 53 0,2-4 33 15,0 0 37-15,-5 2 34 0,5-2 6 0,0 0-28 16,0 0-27-16,0-12-23 16,4 7-15-16,6-6-14 0,-1-2-21 0,1-1-9 15,8-7-16-15,-1 0-3 0,2 0-14 0,0 1-9 16,0-3-8-16,0 3-4 0,-3 0-13 0,-2 6 0 16,-1-1-9-16,-5 7 1 0,0-1 5 0,-3 1 1 15,-1 4-9-15,0-1-10 0,0 1-4 0,-1 0-5 0,0 3-21 16,0-2-3-16,-1 1-24 0,-2 2-12 0,0 0 3 0,0 0 2 15,-8 14 4-15,1-5 5 0,-6 3-1 0,2 5 5 16,-7 1 0-16,5-1 5 0,-2 2-1 0,4-2 1 16,3-2 2-16,0-1 2 0,2 1 1 0,2-4-1 15,1 0 4-15,6 2 5 0,2-2 6 0,6 3 0 16,14 1-11-16,9-1-47 0,21-3-81 0,10 2-132 16,26-5-169-16,2-8-551 0,-25-4-1070 0,-2-4 473 15</inkml:trace>
  <inkml:trace contextRef="#ctx0" brushRef="#br0" timeOffset="85704.08">5869 10226 98 0,'-5'-2'142'0,"5"2"-6"0,0 0-5 0,0 0-2 16,0 0-2-16,0 0 3 0,-3-2 2 0,3 2-2 16,0 0 0-16,0 0-5 0,0 0 5 15,0 0-4-15,0 0-1 0,0 0-5 0,0 0 2 16,0 0-5-16,0 0-6 0,0 0 0 0,0 0-12 0,0 0-6 0,0 0-13 16,0 0 1-16,0 0-8 15,0 0-8-15,0 0-9 0,0 0-5 0,0 0-6 16,0 0-6-16,5-6-5 0,-5 6-1 0,19-4-5 15,-2-1-9-15,12 1-18 0,3-2-30 0,3-1-28 16,-1 3-39-16,1-1-48 0,-3 0-47 0,0 1-58 16,-12 0-152-16,-3 0-434 0,-3 1 192 0</inkml:trace>
  <inkml:trace contextRef="#ctx0" brushRef="#br0" timeOffset="85851.19">5884 10389 102 0,'-5'2'154'0,"1"1"-8"16,-2-1-16-16,3 1-6 0,2-1 8 0,1-2 16 0,11 4 0 0,2-4-8 16,15-1-21-16,9 1-10 0,18-4-18 0,4 0-47 15,-3-1-74-15,4-1-75 0,-9-1-137 0,-1-2-263 16,-14 1 117-16</inkml:trace>
  <inkml:trace contextRef="#ctx0" brushRef="#br0" timeOffset="101079.33">7678 9365 34 0,'0'0'89'0,"0"0"-8"0,0 0-14 0,0 0-9 0,0 0-1 16,0 0-2-16,0 0-1 0,0 0 12 0,0 0-2 0,0 0 14 15,14 0-19-15,-14 0 12 0,0 0-4 0,0 0-1 16,4-4-10-16,-4 4 1 0,0 0 1 0,-3-5-7 16,3 2 5-16,0-3-2 0,0 1 0 0,0 1-1 15,0-2 1-15,0-1 1 0,-1 1 0 0,1-3 1 16,0 2-3-16,0-2 6 0,0 0 0 0,-1 0-4 0,2-2 1 16,-2 2 4-16,1 0 3 0,0 0-3 0,-1-1-3 15,-1 0-3-15,1 2-3 0,0 1-3 0,-1 1 3 16,1-2-6-16,1 5 0 0,-1-3-9 0,-2 2-6 15,3 4-3-15,0-7-8 0,-2 7-4 0,2 0-5 16,0 0 4-16,-14 12-7 0,6 4 1 0,-6 10-1 16,-4 17 8-16,0 5 5 15,-6 30-2-15,-3 1 6 0,4 1 13 0,0 2-9 16,2 0-3-16,1 7-2 0,0 1 2 0,9-2-4 16,5-4 0-16,3-24-4 0,1 21-1 0,3-25-1 0,0-1 1 0,1-4-4 0,2-2-2 15,-1-3 2-15,0-13 2 0,-3-3-4 0,0-1-1 16,0-5 0-16,-3-4-1 0,2-3 2 15,-3-5 0-15,2-1 1 0,-1-3 2 0,-2 1 3 16,-1-5 0-16,-3 2-1 0,-9-4 0 16,0-2 4-16,-5-4 3 0,-4-1 7 0,0-2 14 0,1-2 10 15,0 4 5-15,0-4 4 0,6 2 1 0,0 1-4 16,-1-1-4-16,2 1-2 0,1-1-6 0,5 4-7 16,0-1-2-16,2 1-7 0,3 1-2 0,3-1-4 15,-3 1-5-15,2 1-5 0,6 1-9 0,-8-1-9 16,8 1-8-16,-6-1-9 15,6 1-19-15,0 0-14 0,-5-2-19 16,5 2-23-16,0 0-20 0,0 0-21 0,0 0-24 16,0 0-46-16,0 0-78 0,18-3-166 0,-8-5-487 0,2 2 215 15</inkml:trace>
  <inkml:trace contextRef="#ctx0" brushRef="#br0" timeOffset="101872.71">8767 9629 126 0,'0'0'144'0,"-8"0"-9"15,8 0-13-15,0 0-3 0,0 0-13 16,0 0-8-16,0 0 0 0,0 0-7 0,0 0-10 16,0 0-2-16,0 0-6 0,0 0-8 0,0 0 8 0,0 0 3 15,0 0 2-15,0 0 5 0,0 0 1 0,0 0-8 0,0 0-1 16,0 0-10-16,21-7-5 0,-9 4-4 0,8-5-7 15,6 1-2-15,1-4-4 0,4-1-4 0,-2-3-8 16,-1 1-3-16,2-1 0 0,-1-2-3 0,-1-2-2 16,0 2-1-16,-6-1-3 0,1 0-2 0,-4-2-1 15,-6 7 7-15,-2-1 0 0,-3 0-2 0,-3 4-2 16,-3-2-5-16,-4 5-3 0,-2-1-4 0,-5 0 2 0,-5 5-5 0,-7 0 1 16,-10 3-4-16,-1 5-3 0,-2 4 2 0,-2 2-3 15,-10 8 1-15,10-2 3 0,-9 6-7 0,13 0-1 16,-6 6 1-16,11-2 2 0,2-1 0 0,4 1 0 15,6 3-2-15,2-5 0 0,7 2 1 0,3-2 5 16,7-1 3-16,9 0-4 0,5-3 5 0,8-1 1 16,8-1-2-16,15 0-9 15,4-6-40-15,-2-6-58 0,4-4-74 0,-3-4-192 16,-2-6-399-16,0-3 177 0</inkml:trace>
  <inkml:trace contextRef="#ctx0" brushRef="#br0" timeOffset="102551.61">9248 9063 1 0,'0'0'198'0,"0"0"-9"16,0 0-12-16,0 0-11 0,0 0-13 0,0 0-15 16,0 0-8-16,0 0-15 0,-6 1-12 0,6-1-11 0,0 0-9 0,0 0-8 15,0 0-6-15,0 0-1 0,0 0 2 0,23 0-6 16,-8 0-2-16,6-3-6 0,7 2-7 0,3-3-1 15,2 2-15-15,2 1-2 0,1-3-2 0,0 2 0 16,-1-2-5-16,-6 0-1 0,0 3 0 0,-8-1-6 16,-4 0-2-16,-5 0 0 0,-3 1-1 0,0 1-5 15,-1-1 6-15,-2 0-2 0,-2-1-4 0,-4 2 0 16,6-1-2-16,-6 1-1 0,0 0 2 0,0 0-2 16,0 0-6-16,0 0-12 0,-21 6-17 0,13-2-15 15,0-2-25-15,2 1-8 0,-3 0-27 0,1 1-15 16,2 1-33-1,0-4-155-15,-2 1-330 0,4 0 146 0</inkml:trace>
  <inkml:trace contextRef="#ctx0" brushRef="#br0" timeOffset="103120.67">9986 8908 156 0,'6'-2'180'15,"2"0"-20"-15,2-1-19 0,2 3-15 0,-2-2-11 0,2 2-11 16,-1 2-14-16,3 1-6 0,-4-1-13 0,-1 3-6 16,0 2-13-16,-1 0-6 0,-2 0 0 0,-1 8-9 15,-1-6-4-15,2 6-3 0,-6 2-2 0,0 2-7 0,-5-2 3 0,0 2-9 16,-1 1 5-16,-5 2 6 0,-1 2-11 0,3-5 0 16,-2-3 2-16,1 0-6 0,-1-1 2 0,2-1-5 15,0-2 4-15,4-3 0 0,0-4 7 0,0 1 9 16,1 0 14-16,1-2 24 0,1-3 25 0,-2 3 24 15,0 0 29-15,3-1 33 0,1-3 30 0,0 0-20 16,0 0-19-16,0 0-11 0,10-17-23 0,0 4-7 0,2-2-12 16,3-6-8-16,-2 6-20 0,6-9-10 0,1 4-3 15,-2-4-11-15,0 5-1 0,0-2-19 0,-4 5 2 16,-1 0-4-16,-2 1-1 0,1 2-9 0,-4 4 0 16,-3 0 0-16,1 1-8 0,-2 4-6 0,-3-2 7 15,3 1-15-15,-1 1-11 0,-3 2-8 0,0 2 8 0,0 0-6 16,-17 10 6-1,11-2-1-15,-7 5-5 0,-1 2-4 0,1 5 8 16,-4 3-7-16,7 2-2 0,1 0-2 0,2 5 11 16,4 1-4-16,4-1 18 0,9-1-13 0,5 0 0 15,6 0 9-15,6-3-41 0,14 5-35 0,9-4-43 16,2-3-67-16,7-4-98 0,-4-7-321 0,4-3-646 16,-2-6 285-16</inkml:trace>
  <inkml:trace contextRef="#ctx0" brushRef="#br0" timeOffset="104038.92">8101 10181 30 0,'0'0'119'0,"-5"1"12"0,5-1-6 0,0 0-6 15,0 0-8-15,0 0-2 0,0 0-9 16,0 0-4-16,0 0-7 16,-10-1-6-16,10 1-6 0,0 0-8 0,0 0 2 15,0 0-15-15,0 0 0 0,0 0-9 0,0 0-4 16,0 0-7-16,0 0-1 0,0 0-4 0,0 0-7 15,0 0 1-15,-8 0 0 0,8 0-5 0,0 0-6 16,0 0 3-16,-6 3 0 0,6-3-2 0,-6 1-9 0,6-1 5 16,0 0 2-16,0 0-6 0,-4 3-5 15,4-3 2-15,0 0 6 0,0 0 1 0,0 0-1 0,0 0 4 0,0 0-1 16,0 0-4-16,0 0 5 0,0 0 21 0,34-4 7 16,-1 1 4-16,23-5 0 0,12-1 5 0,38-5 5 15,16-3-2-15,9 4 4 0,5-3-1 0,8 1-1 16,4-2-2-16,3 1-6 0,6 0-1 0,-1-2-6 15,-6 3-7-15,-10-4 2 0,-11 2 1 0,-11 2-5 0,-10-2-4 16,-7 4-4 0,-11 1 1-16,-34 5-2 0,-1-3-7 0,-14 3 3 15,-4 0-2-15,-4 2-2 0,-5-2 7 0,-10 1 23 16,-5 5 13-16,-3-2 17 0,0 2-15 0,-1 0-7 16,-5-2-9-16,2 1-12 0,-6 2-24 0,7 0-28 15,-7 0-28-15,0 0-31 0,0 0-33 0,-13 10-29 16,3-6-27-16,-9 4-41 0,-12-1-214 0,0 4-456 15,-1 1 202-15</inkml:trace>
  <inkml:trace contextRef="#ctx0" brushRef="#br0" timeOffset="104502.2">8577 10522 288 0,'-2'-6'303'0,"2"1"-16"0,0 5-18 15,0-6-21-15,0 3-28 0,0 3-24 0,0 0-19 0,0-7-22 0,0 7-16 16,0 0-21-16,0 0-33 0,0 0-28 0,0 0-15 16,0 0-9-16,0 0-2 15,-1 16-4-15,1 0-3 0,-3 2-4 0,-1 9 0 16,2 3 0-16,-3-1-4 0,1 2-2 0,1 1 2 15,1 1-4-15,-1-4-2 0,2 0 1 0,-3-2-1 16,3 0 1-16,0-8-2 0,1-2-1 0,-2 0 0 16,1-5 1-16,1-2-2 0,-1-1-6 0,1-2-11 15,1-1-15-15,-2 1-14 0,1-3-11 0,0 0-13 16,0 0-13-16,-2-2-16 0,2-2-13 0,0 0-44 16,0 0-233-16,0 0-415 0,0 0 184 0</inkml:trace>
  <inkml:trace contextRef="#ctx0" brushRef="#br0" timeOffset="104840.58">8911 10818 44 0,'-5'1'163'15,"5"-1"-13"-15,-9 0-5 0,9 0-9 0,0 0-10 16,-9 0-14-16,9 0-10 16,-4 3 1-16,4-3 3 0,0 0-7 0,0 0-6 15,0 0-7-15,0 0-6 0,0 0 2 0,0 0-5 16,0 0-2-16,22-3-5 0,-3 3-6 0,9-1-8 15,-1 0-4-15,4-2-4 0,5-1-6 0,-2 1-4 16,3 1-3-16,-1 0-1 0,-2 0-10 0,-2-2-17 16,0 3-19-16,-5-1-26 0,-8 1-45 0,3-2-48 15,-4 2-201-15,-5 0-357 0,-3-2 158 0</inkml:trace>
  <inkml:trace contextRef="#ctx0" brushRef="#br0" timeOffset="105123.01">9182 10621 16 0,'0'0'341'0,"-4"-7"-23"15,3 5-28-15,1 2-28 0,0 0-29 0,-3-5-26 16,3 5-19-16,0 0-30 0,-3-2-23 0,3 2-13 15,0 0-13-15,-4 12-11 0,2-7-13 0,0 7-6 0,-3 2-7 0,1 5-9 16,0 6-7-16,2 1-1 0,-1 0-6 0,0 2-6 16,2-3-3-16,2 2-31 0,1-2-21 0,-1-6-20 15,5 7-18-15,2-2-21 16,-3-6-32-16,3-1-47 0,1-1-81 0,5-4-166 16,-4-4-430-16,3-4 191 0</inkml:trace>
  <inkml:trace contextRef="#ctx0" brushRef="#br0" timeOffset="105616.87">9753 10922 90 0,'0'0'195'0,"0"0"-17"0,0 0-15 16,0 0-15-1,0 0-19-15,18-5-13 0,-9 0-11 0,0 2-7 16,5-2-14-16,1-2-8 0,2 1-3 0,1-5-4 0,-1 6-7 15,0-3-2-15,1-1-3 0,1-1-2 0,0-2-3 16,5-2-1-16,-8 3-1 0,0-2-3 16,-2 0 6-16,-2-3-1 0,0 3-7 0,-3 0 5 15,-3 0 1-15,-2 5 1 0,0-4 4 0,0 3-7 0,-3 0-3 16,-5-1-6-16,0 2-6 0,-1 2-6 0,-4-1 0 16,-3 3-7-16,-5 0-1 0,-5 2-4 0,-6 1-4 15,-3 3 3-15,2 3-6 0,-4 6-1 16,2-1 0-16,-1 5-3 0,3 2 1 0,2 1-2 0,0 1-1 15,9 2-2-15,-1 4 2 0,6-4-2 0,4 4 2 0,3-2-4 16,6-5 8-16,5 3 1 16,10 2 1-16,7-1-1 0,6-5 4 0,4-1-3 0,17 0-20 0,2-4-41 15,5-6-60-15,0-5-72 0,-16-3-211 0,11 0-429 16,-11-5 190-16</inkml:trace>
  <inkml:trace contextRef="#ctx0" brushRef="#br0" timeOffset="106274.2">10335 10489 179 0,'5'-3'184'0,"1"1"-18"0,-1-1-20 0,0 2-2 15,3-1-19-15,1 2-13 0,1 0-8 0,-2 2-4 16,3-1-13-16,-3 3-9 0,1-1-6 0,1 2-1 16,-1 2-6-16,-2 0-9 0,-2 1-5 0,0 1-2 15,-4 3 0-15,0 1-3 0,-2 1 2 0,-4 3-5 16,-1 0-2-16,-4 3-5 0,-1-6-2 0,1 2-5 15,-2 1 1-15,1-2-2 0,-1 0-5 0,2-1 2 0,0-5-4 0,6-1 1 16,-5-3-1-16,5 2 9 0,0-1 17 0,1-2 27 16,0-4 35-16,1 5 37 0,2-5 51 0,-4 3 9 15,4-3-17-15,0 0-20 0,7-9-22 0,2-2-13 16,1 0-13-16,2-2-14 0,3-2-14 0,8-3-3 16,-6-3-9-16,7 4-7 15,-1-6-15-15,-2 2-3 0,-1 0-8 0,0 3-13 16,-7 3 2-16,0 2-7 0,-4 6 3 0,-3-1 3 15,1 4-5-15,-1-1-8 0,-2 0 6 0,-3 0-32 16,3 3-23-16,0 2-24 0,-4 0-9 0,0 0 4 16,0 0 8-16,-3 9-4 0,2 0 8 0,-4 2 9 15,2 3-1-15,2 1 7 0,-2 4 1 0,1-2 3 16,8 2 5-16,2 6-4 0,5 4 5 0,6-6-6 16,4 0-25-16,4-2-41 0,5-2-58 0,13-1-90 0,-7-8-367 0,17-4-654 15,-4-6 290-15</inkml:trace>
  <inkml:trace contextRef="#ctx0" brushRef="#br0" timeOffset="107383.38">12112 9878 129 0,'-9'-6'151'0,"-1"-2"-16"0,-5-1-18 0,-1 1-8 0,-2 1-10 16,-1 2-12-16,-2 2-8 0,-7-1-11 16,-1 2-10-16,9 2-1 0,-11 0-3 0,9 2-4 15,3 2-2-15,-4-1-9 0,3 0-7 0,2 2 5 16,0 1-9-16,3 1-1 0,3-2-2 0,2 2-2 16,0 1-5-16,2-1 2 0,3 3 0 0,1 0-1 15,3 1 0-15,2-3 4 0,4 4-4 0,3-2 3 16,5 4 1-16,2-4 0 0,3-1 2 0,1-1 2 15,7 0-3-15,2-2 1 0,-1-3-1 0,2-5-1 0,-1-1 4 0,0-2 7 16,-1-2 6-16,-3-5 13 0,1 1 14 0,-8-1 12 16,5-6 9-16,-6-3-1 0,-4 5 5 0,1-5 1 15,-3-2-2-15,2 0-10 0,-7-4-7 0,-1-2 7 16,-3 1-3-16,-1-2-9 0,0-3-6 0,-4-4-7 16,-1 0 7-1,-4-6 5-15,9 9 16 0,-5 2 15 0,0 1 5 0,1 1-6 16,-1 12-2-16,1 1-3 0,0 2-3 0,-1 4-6 15,4 0-8-15,-2 6-15 0,2-1-10 0,1 0-14 16,0 4-33-16,0 2-30 0,0 0 4 0,0 0 15 16,-8 14-17-16,8 2 8 0,-3 5-2 0,1 6 2 15,0 6 5-15,-1 3-6 0,0-1 1 0,6 13 4 16,-6-2 2-16,6-12 1 0,-3-1-4 0,3 4 0 16,-1-3 1-16,3-3 4 0,-1 1 2 0,0-1 0 0,1-2 6 0,0-2-1 15,-1-8-3-15,1 0-2 0,-4-2 6 0,2-6-1 16,-2 0 4-16,3-1-5 0,-4-3 2 15,3 0 2-15,-2-3 15 0,-1 0 38 0,0 0 31 0,0-4 28 16,0 5 20-16,0-5 14 0,1 3 16 0,-1-3 11 16,3 4-7-16,-3-4-7 0,0 0-20 0,0 0-37 15,18-13-44 1,-2 2-44-16,10-6-71 0,6 0-74 0,20-9-81 16,-1-1-74-16,31-11-84 0,-26 12-365 0,35-11-792 0,-31 15 350 15</inkml:trace>
  <inkml:trace contextRef="#ctx0" brushRef="#br0" timeOffset="107977.58">12668 9590 33 0,'1'-5'293'16,"2"1"-23"-16,2-1-27 0,-3 1-24 0,3-2-21 15,1 4-20-15,0-2-24 0,3 4-15 0,1-1-14 16,0 2-17-16,3 3-11 0,0 1-6 0,-3 2-16 16,4 3-9-16,-1 4-7 0,0 1-6 0,-4 1-5 15,-2 2-6-15,0-2-7 0,-3 2 1 0,-3 1-5 16,-4 2-3-16,0 3-5 0,-3-4-1 0,-1 4 0 16,-5 0-7-16,2-7 5 0,0-2-5 0,-2-1 0 0,3-3-1 0,0 2-2 15,3-5 2-15,-3 1 11 0,4-4 6 0,-1-1 21 16,3 0 12-16,-1 2 26 0,2-5 36 0,0 1 49 15,2-2 46-15,-4 4 38 0,4-4-12 0,0 0-22 16,0 0-28-16,8-14-20 0,-3 4-21 0,3-1-13 16,3-4-22-16,6-3-9 0,2-3-17 0,3-1-19 15,-2-3-13-15,3 4-7 16,-2-5-2-16,-2 5-7 0,1 1-7 16,-5 5-1-16,-3 2-2 0,-3 4-5 0,-1 0-2 0,-1 2-4 15,0 2-7-15,-6 0-12 0,3 3-22 0,0 0-23 0,-4 2-6 0,0 0-2 16,0 0 8-16,-4 16 2 0,0-8 3 0,-1 4-3 15,-1 5 8-15,-1 2 10 0,4 7-9 0,1-1 3 0,6 1 13 16,10-1-6-16,4 2 4 0,23 6-39 16,8 0-70-16,8-5-96 0,30 5-139 15,5-9-420-15,2-9-842 0,-1-14 372 0</inkml:trace>
  <inkml:trace contextRef="#ctx0" brushRef="#br0" timeOffset="112620.46">2389 12997 23 0,'0'-5'273'0,"0"-3"-12"16,0-1-13-16,0-2-4 0,0 2-12 0,0-2-10 15,0 4-12-15,0-1-6 0,3 1-4 16,-3 3-20-16,0 1-24 0,0-3-13 0,0 6-18 0,0-5-20 16,0 5-40-16,0 0-20 0,0 0-6 0,0 0-5 15,-3 25-6-15,-1 2-8 0,3 7 1 0,-8 15-4 16,4 5-1-16,-3 1-2 0,3 1-6 16,-5-1 1-16,-2-3-22 0,6-5-3 0,-2-11 4 0,6-2 3 15,-1-1-3-15,-2-6 2 0,5-3 3 0,-2-3 3 16,-1-4-1-16,3-5 1 0,-1-2 3 0,2 1 0 0,-1-5 4 15,0 2 3-15,-1-4 0 0,1 2 21 0,0-2 1 16,-2-1-9-16,2-3 6 0,-1 4-6 0,1-4-3 0,0 0-12 16,0 6-16-16,0-6-15 0,0 3-28 15,0-3-29-15,0 0-36 0,0 0-35 0,-2 4-45 16,2-4-225-16,0 0-461 0,0 0 205 0</inkml:trace>
  <inkml:trace contextRef="#ctx0" brushRef="#br0" timeOffset="112925.65">2325 13683 112 0,'-9'1'238'0,"4"2"-2"16,1-3-16-16,4 0-16 0,-5 2-5 15,5-2-27-15,0 0-12 0,0 0-16 0,0 0-13 16,0 0-16-16,0 0-6 0,29-6-16 0,1 1-4 16,1-1-12-16,4-1-8 0,18-3-6 0,-5 1-8 0,-8 3-4 0,-3 0-3 15,1-1-6-15,-6 3-3 0,-4-1-5 0,-7 3-4 0,-2-2-3 16,-8 3-5-16,1-1 1 0,-6 0-2 0,2 2-3 31,-2-1-1-31,1-1-11 0,-7 2-24 0,6 0-13 0,-6 0-13 16,0 0-16-16,0 0-13 0,0 0-41 0,0 0-36 15,-13 10-44-15,2-7-170 0,2 3-393 16,0-3 173-16</inkml:trace>
  <inkml:trace contextRef="#ctx0" brushRef="#br0" timeOffset="113589.75">2983 13697 130 0,'0'0'183'0,"0"0"-10"0,0 0-9 16,0 0-19-16,0 0-7 0,0 0-10 0,0 0-4 16,0 0-6-16,0 0-7 15,41-10-11-15,-23 5-5 0,4-2-9 0,5-1-6 16,-1-2-6-16,0-1-2 0,-2 1 3 0,-5 0 12 15,0 0 0-15,-3-2 9 0,2 3 10 0,-8 1 12 16,-1 1 13-16,1 0 9 0,-3 5-5 0,-2-3-5 16,-4 1-17-16,3-2-14 0,-4 6-21 0,0-6-16 15,0 6-21-15,-9-4-21 0,-5 3-19 0,-3 2-4 16,-11 4-5-16,0 0 2 0,-4 5-2 0,-1 3 0 0,0 0 0 16,-3 2-1-16,5 1-3 0,-1 2 3 0,4-1-7 15,1-2-19-15,4 4-14 0,9-5-8 0,3 2-4 16,0-3 2-16,5 2 1 0,1 2 11 0,5-5 7 15,8 2 10-15,4-2 2 0,7-2 4 0,13 0 5 16,6-6 2-16,18-1 3 0,0-6 6 0,4-6-3 16,4-1 5-16,-4-2 3 0,5-3 0 0,-1-4 3 0,-5 2 17 15,-7-5 22 1,-2 1 17-16,-4-3 13 0,-17 5 14 0,2-1 6 16,-5-4 9-16,-4 0 12 0,-3-3 5 0,-2-5-8 15,-4-1-14-15,4-12-4 0,-8-2-11 0,-3-2 5 0,-1 1-22 0,-3 13 5 0,-2 0 4 16,0 5 11-16,-3 4 13 0,2 7-7 0,0 2-2 15,-1 9-10-15,1-4-12 16,0 7-9-16,-1-2-52 0,0 2-41 0,2 5-25 16,0 0 4-16,0 0 5 0,-7 26 9 0,1-6 3 15,-3 8 1-15,3 7 11 0,-2 15-1 0,-1-1-1 16,1-3 10-16,2 1-1 0,3-11 0 0,0-3 2 16,3 0 6-16,0-3 2 0,-3-3 3 0,3 0-3 15,0-10 5-15,3 1-19 0,-3-5-6 0,0-3-4 16,1 2-14-16,-1-4-12 0,0-2 0 0,-1-1-1 0,2 0 1 0,-1-5 2 15,-1 7 0-15,1-7 1 0,1 5 3 0,-1-5-45 16,0 0-111-16,0 0-82 0,0 0-168 0,-20-15-502 16,13 4 222-16</inkml:trace>
  <inkml:trace contextRef="#ctx0" brushRef="#br0" timeOffset="113827.39">3513 13501 142 0,'-6'4'149'0,"6"-4"-6"0,-5 0-14 0,5 0 14 0,0 0 21 15,13 3 10-15,0-1 4 0,16-4-5 0,6 2-9 16,17-3-8-16,4-2-5 0,3 1-7 0,2-1-9 0,3 3-11 16,-5-3-14-16,-7-2-12 0,-15 6-8 0,-1 1-9 15,-4-2-7-15,-9 2-8 0,-5 0-4 0,-4 0-8 16,-1-1-11-16,-2 1-10 0,-4 1-17 15,-7-1-27-15,11 0-26 0,-11 0-9 0,5 2-7 0,-5-2-23 16,0 0-41-16,-14 12-64 0,3-9-232 0,-2 4-447 16,1-4 198-16</inkml:trace>
  <inkml:trace contextRef="#ctx0" brushRef="#br0" timeOffset="114575.11">5766 13491 93 0,'0'0'128'0,"0"0"-2"16,0 0-6-16,0 0-34 0,0 0 14 0,0 0-15 0,0 0-10 0,0 0-2 15,0 0-10-15,0 0-4 0,0 0 27 0,0 0 13 16,0 0 5-16,19-1 6 0,-7 0-4 0,7-4 12 16,-1 0-5-1,4 0 4-15,6-5 0 0,1-2-5 0,-1 2-2 0,2-5 1 16,-3 0-3-16,-2-1 0 0,2-2-10 0,-4-2 6 15,-1 2-14-15,-2-3-6 0,-1 0-8 0,-7 6-3 16,-1 0 8-16,-2 2 5 0,-3 4 14 0,-3 0-4 16,0 1-9-16,-3 1-30 0,-5 1-12 0,-2 1-13 15,-3 2-6-15,-5 0-6 0,-5 8-5 0,-9 1-2 16,-3 7 0-16,0 4-10 0,-2 3 4 0,6 2-1 16,-1 2-8-16,1 3-4 0,4-1 5 0,3 3-1 15,1-2-4-15,6 2 0 0,4-3 6 0,6-1-8 16,4-5 8-16,1-2 0 0,11-3 2 0,7 4 6 0,9-4 7 15,9-3-37-15,18-3-45 0,5-7-65 0,3-4-95 0,1-6-321 16,1-4-593-16,-1-1 263 0</inkml:trace>
  <inkml:trace contextRef="#ctx0" brushRef="#br0" timeOffset="115091.48">6225 13026 114 0,'0'0'194'0,"0"0"-9"0,-6 0-15 15,6 0-12-15,0 0-14 0,0 0-14 0,0 0-6 16,0 0 0-16,0 0-3 0,21 2-10 0,-3-4-6 16,5 2-12-16,7-3-10 0,3 0-4 0,-1 0-7 15,4 0-10-15,-2 0-4 0,2 1-8 0,0-2 0 16,-3 1-9-16,-2 3-6 0,-10-2-1 0,-1 0 2 0,-5 2-10 0,-4-1-4 15,1 1-14-15,-5 0-14 0,1 0-19 0,-4-2-18 16,-4 2-4-16,0 0-17 0,0 0-24 0,0 0-9 16,0 0-39-16,-13 7-14 0,3-4-146 0,-2-3-320 15,3 0 142-15</inkml:trace>
  <inkml:trace contextRef="#ctx0" brushRef="#br0" timeOffset="115607.72">6807 12821 8 0,'11'-6'203'0,"2"2"-13"0,7 2-20 0,-2-1-4 15,5 2-17-15,4 1-12 0,4 1-9 0,-2 2-13 16,-1-1-10-16,-1 5-14 0,-8 0-10 0,2 1-8 16,-2 2-5-16,-4 2-10 15,-1 0-9-15,-4 3-2 0,-2-1-7 0,-4 1-2 16,0 1-3-16,-7 1-1 0,-2 2-1 0,-4 6 5 16,-5-4-3-16,3-4-3 0,-5 3 0 0,2-5 0 15,1-1 1-15,-1-2 4 0,3-2 4 0,-1-1 1 0,3-2 8 0,2-2 4 16,0 0 15-16,2 0 17 0,0-3 21 0,1 3 34 15,2-3 38-15,2-2 25 0,-8 1 23 0,8-1-21 16,0 0-23-16,4-13-20 0,2 1-19 0,6-1-9 16,1-3-22-16,4-3-14 0,1-2-1 0,3 1-13 15,2-2-6-15,-3 0-8 0,2 3-8 0,-4 5-9 16,-5 1-2-16,-2 1-3 0,-2 5-8 0,-1 0-7 16,-3 3-5-16,-1-1-5 0,0 2-18 0,-2 0-26 15,2 1-37-15,-4 2-20 0,0 0-2 0,0 0 13 16,1 9 9-16,-4-1 2 0,-1 4 7 0,0 0 3 0,-1 5 1 15,2 2 7-15,3 2-5 0,0 4-9 0,4 0 0 0,4 2-7 16,5-1-14-16,3-2-23 0,7-1-29 0,4-3-51 16,3-1-67-16,20-1-101 0,-14-6-216 15,19-4-603-15,-3-3 267 0</inkml:trace>
  <inkml:trace contextRef="#ctx0" brushRef="#br0" timeOffset="116224.79">8249 13316 76 0,'0'-7'245'16,"-1"2"-26"-16,-4-6-25 0,-4 1-21 0,-4 2-19 15,-6-1-17-15,0 3-13 0,-7 0-13 0,-5 2-9 16,2 1-10-16,0 2-12 0,-3 2-11 0,0 3-7 15,-3 0-2-15,5 2-7 0,-3 1-7 0,3 3-4 16,7 1-9-16,4-2-2 0,1 2-6 0,4-1-3 0,1 0-7 0,3 4 0 16,1-3 0-16,3-2-2 0,3 3-2 0,-1-3-1 15,4 2-4-15,0-1 2 0,5 1-3 0,3-1 7 16,2-3 0-16,8 2 7 0,4-4 21 0,6-2 5 16,2-2 7-16,1-1 3 0,-1-1 3 0,0-4 7 15,-4-3 14-15,1-1 17 0,-8-1 20 0,4-4 29 16,-9 2 17-16,0-2 5 0,-1-2 4 0,0-5-12 0,-2-3-9 15,-3 1-14-15,-2-5-19 0,-3 1-15 0,1-2-8 16,-4-5-13-16,0 2-5 0,-2-2-4 0,0-1-8 0,-1 6-9 16,3-1 11-16,-4 7 11 0,2 5 0 0,-1 4-1 15,2 3-7-15,-2 2-14 0,2 1-5 0,0 1-9 16,-1 3-9-16,1 0-54 0,1 4-40 0,-1-3 0 31,1 3 2-31,0 0 9 0,-8 18 4 0,6-4 4 0,-1 5-3 0,-1 9 25 16,3 2-4-16,1 1-5 0,-1 1-13 0,2 2-8 15,0-5-19-15,3 2-15 0,-1-2-25 16,-1-2-23-16,3-1-16 0,-1 0-13 0,-1-8-15 16,-1 1-29-16,0-4-20 0,1-3-41 0,-1-2-241 0,0-2-549 15,2-4 243-15</inkml:trace>
  <inkml:trace contextRef="#ctx0" brushRef="#br0" timeOffset="116632.09">8291 13118 225 0,'9'-5'225'0,"0"0"-19"0,1-2-15 16,1 5-19-16,1 0-13 15,-1-1-13-15,3 5-9 0,-1 2-14 0,3 1-10 16,-1 3-13-16,2 2-12 0,-3 0-5 0,-1 4-10 16,-3 1-8-16,-1 2-2 0,-2 0-6 0,-3 8-3 15,-6 0-3-15,0 2-5 0,-6-2-1 0,-4 3-1 0,-3-3-4 0,2 1-2 16,-5-3 0-16,0-2-2 0,-1-2-10 0,3-4 1 15,2-3 9-15,2-2 1 0,-1-1 2 0,6-2 4 16,1-2 11-16,3-2 30 0,-4 1 35 0,4-2 56 16,-1-1 41-16,4-1 20 0,0 0-16 0,0 0-19 15,0 0-27-15,6-15-21 0,4 5-16 16,2-4-10-16,6-5-18 0,0-3-17 0,5-2-37 16,2-1-7-16,-1 0-20 0,11-12-13 0,-11 12-6 0,1 1-12 15,-5 3 7-15,-4 7-4 0,-4 2-3 0,-4 4 5 16,0 0 3-16,-4 4-23 0,1-1-34 0,-1 2-40 0,0 3-15 15,-4 0 7-15,0 0 14 0,-2 10 8 0,-4-1 6 0,0 1 6 16,-5 7 6-16,3 2 3 0,-1 3 7 16,-1 3 2-16,3-1 2 0,4 1-2 0,1 0-12 15,4-5-18-15,4-3-10 0,11 6-37 0,2-5-62 16,10-3-93-16,3-3-268 0,5-3-593 0,3-4 263 31</inkml:trace>
  <inkml:trace contextRef="#ctx0" brushRef="#br0" timeOffset="117078.72">9321 13292 226 0,'-9'-3'304'0,"9"3"7"16,0 0 10-16,0 0 0 0,0 0-15 0,0 0 1 15,0 0-44-15,-1-5-32 0,1 5-23 0,9-4-11 16,3 2-34-16,2-1-22 0,6-1-40 0,6-4-44 0,2 3-45 0,4 1-45 15,-2-3-47-15,6 3-61 0,-3 0-71 0,-2-1-289 16,-2 0-542-16,-3 1 239 0</inkml:trace>
  <inkml:trace contextRef="#ctx0" brushRef="#br0" timeOffset="117247.73">9346 13430 146 0,'-3'0'281'0,"3"0"-12"16,0 0-16-16,0 0-20 0,21 3-19 15,-2-6-23-15,10 1-23 0,4-1-31 0,3-1-50 16,1-1-67-16,0 2-96 0,0-4-245 0,-1 1-347 0,-5-3 153 0</inkml:trace>
  <inkml:trace contextRef="#ctx0" brushRef="#br0" timeOffset="118419.76">8828 12859 212 0,'0'0'198'0,"0"-6"-22"0,0 6-14 0,0 0-21 16,-4-3-17-16,4 3-17 0,-22 9-10 0,3 1-11 15,-10 8-15-15,-13 11-4 0,-7 6-4 0,-16 26-8 16,0-1-3-16,0 8-2 0,-2-3-8 0,-3 5 3 0,1-4-6 16,9-3 7-16,15-20 6 0,3-1-3 15,4-2 2-15,1-1-9 0,3-3-4 0,10-9 0 16,1-5 1-16,5 2 1 0,-1-2-3 0,4-7-2 0,5 1-4 15,1-7-1-15,1-1-3 0,2-3 1 0,2 2 2 16,-1-2 17-16,1-1 9 0,1-1 11 16,1 2 5-16,2-5 5 15,-4 3 1-15,2-1 5 0,2-2 3 0,-2 3-3 16,2-3-4-16,0 0-9 0,0 0-4 0,0 0-3 16,-5 2-9-16,5-2-1 0,0 0-9 0,0 0-21 0,0 0-16 0,0 0-27 15,0 0-35-15,0 0-44 0,0 0-42 0,9-9-58 16,-4 6-48-16,1-4-212 0,3 2-495 0,1-2 219 15</inkml:trace>
  <inkml:trace contextRef="#ctx0" brushRef="#br0" timeOffset="120623.02">10386 13000 168 0,'-3'-3'206'0,"3"3"-16"0,-4-2-14 0,4 2-19 16,0 0-21-16,0 0-18 0,-1-5-6 0,1 5-21 0,0 0-15 0,0 0-10 15,0 0-8-15,0 0-3 0,0 0-7 0,-5 10-6 16,6-4-3-16,-1 0-3 0,1-1-1 0,6 4-4 15,-2-1 4-15,4 2-6 0,5 1 2 0,0-3 3 16,7 1-7-16,4 2 3 0,1-2 1 0,-6-4-3 16,8 2-3-16,0-3-1 0,-5-2 1 0,0-1 8 15,4-2 2-15,-6 1 0 0,-2 0 11 0,-2-1 4 16,2 0 16-16,-7-2 10 16,2-1 4-16,-3 4 9 0,-1-4 7 0,-3 3 5 15,-1-2-2-15,0 2-9 0,1 0-5 0,0 1-12 16,-7 0-9-16,5-4-10 0,-5 4-13 0,5 0-27 15,-5 0-10-15,0 6 1 0,-4 1-2 0,-2 4-1 16,-3 3 2-16,-9 6 0 0,-5 4-3 0,2 0 3 16,-3 3-3-16,-1-2 0 0,-2 2-4 0,-5 10 2 15,5-12 28-15,4 3-5 0,1-1-6 0,-2-2-1 0,4-4-1 0,1 1 0 16,6-7 0-16,0-1-1 0,3-6-4 0,5 1 9 16,-3-2-9-1,4-1 2-15,-1-2 8 0,0 1 29 0,3-3 36 0,-1 1 44 16,3-3 19-16,-4 3 23 0,4-3 6 0,0 0-12 15,0 0-17-15,0 0-20 0,0 0-7 0,4-12-13 16,1 7-14-16,0 2-10 0,0-2-13 0,-1 2-12 0,3-1-4 0,-2 2-8 0,1-1-6 16,2 1-4-16,-1 1-8 0,0 1-5 0,5 0-2 0,-1 1-4 15,2 1-1-15,0 1-6 0,0-1 5 0,1 2-4 16,0-1 0-16,4 1 1 0,-5 1-4 0,6-1 3 16,-7 0-3-16,2-1 1 0,-4-1-1 15,3 1-2-15,-4-2-7 0,-2-1 3 0,-1 3-3 0,-1-3 7 16,0 0-2-1,-5 0 0-15,11 0-7 0,-7-3 6 0,1-1-7 16,-1 1 3-16,1-1-3 0,0-1-6 0,-1 2-2 16,-1-2-11-16,-1 0-9 0,1 1-9 0,-1-1-29 15,2 2-27-15,-2-1-45 0,-1-1-37 0,0 3-28 0,-1 2-39 16,1-5-36-16,-1 5-52 0,0 0-342 0,-3-4-732 16,3 4 324-16</inkml:trace>
  <inkml:trace contextRef="#ctx0" brushRef="#br0" timeOffset="121001.14">10289 13404 130 0,'-9'0'289'0,"9"0"-8"0,0 0 3 0,-8 0-5 15,8 0 3-15,0 0-10 0,0 0-19 0,-5-3-19 0,5 3-18 0,0 0-46 16,23-5-14-16,5 0-7 0,6-2-19 0,20 2-9 16,6-2-17-16,1 0-11 0,30-1-20 0,-28-1 5 15,3 4-6-15,1-2-2 0,-2 2-7 0,-4 0 1 16,-4-2-8-16,-4 0 4 0,-21 4-11 0,0-1-12 15,-10 1 15-15,-7-1 9 0,-2 3 6 0,-3 1 2 16,-3-2 10 0,0 1-15-16,-2 0-9 0,0 0-1 0,-5 1-13 0,8-2-14 15,-8 2-21-15,0 0-29 0,0 0-40 16,0 0-43-16,-23 8-36 0,6 1-54 0,-3-1-63 16,1 3-85-16,-2-5-241 0,0 2-633 0,4-4 280 15</inkml:trace>
  <inkml:trace contextRef="#ctx0" brushRef="#br0" timeOffset="122156.34">4923 15542 145 0,'0'0'176'0,"0"0"1"16,0 0-11-16,0 0-8 0,0 0-15 0,0 0-7 15,0 0-2-15,0 0-9 0,0 0-13 0,-6-1-13 16,6 1-9-16,0 0-4 0,0 0-1 0,29-1-5 0,-9-2-7 15,11-1-1-15,4 1-9 0,3 0 7 0,16-3-2 0,-1 1 3 16,-12 1-6-16,-2 0-4 0,-1-2-2 0,-4 2-6 16,-2-1-3-16,-1 4-2 0,-13-1-12 0,-4-2 0 15,-4 2-1-15,2 1-5 0,-5 0 0 0,0 1-6 16,-2-1-6-16,-5 1-20 0,10-1-20 0,-10 1-16 16,0 0-29-16,0 0-20 15,0 0-46-15,0 0-27 0,-24 10-48 0,11-7-152 0,4-2-389 0,0 2 172 0</inkml:trace>
  <inkml:trace contextRef="#ctx0" brushRef="#br0" timeOffset="122604.24">5885 15598 88 0,'0'0'212'0,"0"0"-7"0,-2 3-7 16,2-3-17-16,0 0-21 0,15-6-15 0,-1 4-13 15,5-5-7-15,11-3-12 0,3 1-1 16,5-1-4-16,-1-2 0 0,13-4-2 0,-3-2 1 15,-11 5 0-15,1-3-5 0,-5 0-4 0,0-1-6 0,-3-3-7 16,-3 0 3 0,-2 1-7-16,-3 0 6 0,-2 2 6 0,-9 3-6 15,-3 3-2-15,-1 0-5 0,-3 1-13 0,-3-1-4 16,-3 2-11-16,-1 1-7 0,-5 4-11 0,-4-1-2 16,-6 4-3-16,-10 2-5 0,-5 3-2 0,3 4-5 15,-4 3-6-15,-1 3-4 0,3 4-1 0,0 4 1 16,4 3-2-16,2 0-5 0,4 1 1 0,5-1-2 15,0 2 1-15,9-1-3 0,1 0 4 0,7 0-1 0,6-6 3 0,8 2 13 16,9-2-9-16,7-2-5 0,8-3-25 0,15-1-41 16,6-3-55-16,-2-7-81 0,7-5-82 0,-6-5-209 15,3-3-532-15,-1-4 236 0</inkml:trace>
  <inkml:trace contextRef="#ctx0" brushRef="#br0" timeOffset="123143">6348 15100 103 0,'-5'2'185'0,"5"-2"-1"0,0 0-3 0,0 0 0 0,0 0-7 16,0 0-6-16,-7 0-10 0,7 0-11 0,0 0-15 15,0 0-13-15,0 0-12 0,23-2-9 0,-2-1-7 16,0 1-12-16,11 0-6 0,4-1-20 0,0 0-34 16,0 2-46-1,2-2-50-15,-2-1-74 0,-3 1-183 0,-1-4-360 16,-1 0 160-16</inkml:trace>
  <inkml:trace contextRef="#ctx0" brushRef="#br0" timeOffset="123706.9">6916 14836 16 0,'3'-3'232'31,"-2"0"-19"-31,-1 3-17 0,7-4-14 0,-5 3-23 0,6-2-17 0,-3 2-16 16,-5 1-20-16,10 1-6 0,1 2-14 0,-4-2-5 15,2 5-11-15,1 1-8 0,0 1-10 16,-2 0-3-16,1 7-7 0,-4-3-4 0,3 4-3 16,-6 1 3-16,1 1-8 0,-3-1-2 0,-3 4-7 15,1-4 0-15,-4 3 2 0,2-2-2 0,-4-2-3 16,0 0 1-16,1-1-2 0,0-5 8 0,2 2 3 16,-1-5 2-16,2-1-1 0,0-1 15 0,3 1 13 15,-3-3 12-15,3 1 26 0,-3 0 39 0,4-1 30 16,0-3 19-16,0 0 22 0,0 0-17 0,0 0-26 15,10-11-16-15,-1 2-21 0,0 0-11 0,4-4-15 0,0 0-5 0,6-6-11 16,-1 0-8 0,2-5-13-16,0 4 0 0,1-1-11 0,-2 0-1 0,-5 5-4 0,0 3-1 15,-6 4 4-15,1 0-8 0,-3 2-2 0,1-1-8 16,-4 6-9-16,3-2-24 0,-3 1-26 0,1 2-36 16,-4 1 1-16,0 0 7 15,3 10 5-15,-6 2 4 0,1 4 4 0,-2 2 9 0,0 7 5 16,0 3-2-16,2 1-11 0,-1-2-2 15,6 4-7-15,3 0-14 0,4 1-19 0,5-3-32 16,7 0-40-16,0-2-56 0,17 5-81 0,-7-14-268 16,17 3-606-16,0-3 269 0</inkml:trace>
  <inkml:trace contextRef="#ctx0" brushRef="#br0" timeOffset="124292.34">8212 15365 61 0,'0'-5'252'16,"-4"-5"-21"-16,3 3-15 0,-4-3-21 0,1 2-21 16,-5-2-14-16,-1 3-17 0,1 0-15 0,-6 0-15 15,1 1-11-15,-3 1-11 0,-5 1-9 0,1 4-9 16,0-3-9-16,-7 6 1 0,1-2-8 16,-1 3-2-16,1 3-4 0,0 0-9 0,7 3-7 15,2-2-1-15,0 3-6 0,4 3-5 0,-1-3 1 0,3 3-5 16,2-2 0-16,4 1-2 0,-1-1-20 0,6 0 0 15,1-1 5-15,1 1-1 0,6-1 3 0,-1 1 3 0,8-1 2 16,5-2 8-16,-1 2 6 0,9-6 4 0,-4-3 2 16,6-2-2-16,2-2-1 0,-4-2 2 0,2-3-2 15,-7-4 11-15,-2 1 12 0,5-4 5 0,-7-4-4 16,1-6 2-16,-4 2-2 0,-1-3-4 0,-4-1-1 16,-1-2-5-1,-1 0-1-15,-3 0-6 0,-1-4-1 0,1-1-3 0,-5-3-5 16,5 0 3-16,-5-13 10 0,0 14 14 0,1 1 22 15,-1 3 26-15,3 3 26 0,-3 3-1 0,0 8 4 16,0 7-10-16,-3-1-20 0,3 5-13 0,0-1-18 16,0 2-13-16,-1 1-56 0,1 4-16 0,0 0 4 15,0 0-8-15,-6 17 7 0,-1-1 2 0,1 9 1 16,-2 2 2-16,-2 5 2 0,2 1 8 0,2 1-24 16,0 3-16-16,-1-2-8 0,3 0-16 0,3-2-15 0,1 1-14 15,1-4-15-15,1 1-19 0,0-3-29 0,0-1-30 0,5-2-43 16,-6-7-62-16,1-5-190 0,-1-3-519 0,2-3 230 15</inkml:trace>
  <inkml:trace contextRef="#ctx0" brushRef="#br0" timeOffset="124724.31">8418 15095 14 0,'5'-3'223'15,"1"2"-13"-15,2 0-21 0,-3 1-12 0,3 2-17 16,2 1-11-16,-1 4-14 0,-1 0-9 16,2 3-10-16,-1 3-13 0,-1 2-7 0,-3 2-11 15,-1 2-6-15,-1 6-4 0,-5-5-9 0,-2 5-4 0,-2 1-4 16,-4-1 1-16,3-2-7 0,-3 2-9 0,1-7-2 16,1-1-2-16,-1-6-4 0,4 0 6 0,1-1 0 15,-1-3 2-15,1 1 4 0,3-4 12 0,-3 1 23 16,1-2 40-16,1 0 34 0,2-3 30 15,0 0-5-15,0 0-19 0,0 0-22 0,13-8-16 0,-3-4-11 0,4-4-11 16,4-4-10-16,1 0-9 0,1-3-9 0,0 3-3 16,1-2-15-16,2-3-8 0,-2 4-1 0,-2 1-2 15,-5 4-11-15,1 2 1 0,-7 6-4 0,0-2-6 16,-2 6-7-16,-1-3-10 0,-1 4-29 0,0-1-35 16,-1 3-13-1,-3 1 3-15,0 0 6 0,0 0 4 0,-3 15 6 0,-1-4 3 16,-1 4 6-16,-3 5 2 0,2-2 5 0,-3 10 5 15,6 2 3-15,2 0 3 0,5-1-14 0,1 0-9 16,5-3-27-16,3 1-23 0,4-5-27 0,3-2-38 16,3 0-42-16,8-5-70 0,-2-3-233 0,3-4-546 15,0-5 242-15</inkml:trace>
  <inkml:trace contextRef="#ctx0" brushRef="#br0" timeOffset="125040.48">9261 15276 281 0,'-2'-2'389'0,"2"2"-10"0,-2-4-7 16,2 4-30-16,0 0-38 0,4-5-31 0,0 2-31 16,3-1-25-16,4 0-18 0,-1 0-42 0,9-1-56 15,4 2-40-15,3-2-64 0,3 4-62 0,-1-2-70 0,1-1-82 16,-1 3-267-16,-8-2-522 0,-1-1 231 0</inkml:trace>
  <inkml:trace contextRef="#ctx0" brushRef="#br0" timeOffset="125178.3">9332 15409 15 0,'-4'0'222'0,"1"4"3"0,3-4-8 0,0 0-18 16,14 6-22-16,-2-4-18 0,8-2-34 0,9 1-65 15,5-1-82-15,0 0-100 0,-1-5-88 0,1 0-226 16,-2-2 100-16</inkml:trace>
  <inkml:trace contextRef="#ctx0" brushRef="#br0" timeOffset="133695.84">10645 15263 243 0,'6'-9'246'0,"-3"-3"-17"0,2 2-13 15,-4-2-13-15,1 3-12 0,-1-3-18 0,-2 3-19 16,-4 0-33-16,-1 3-16 0,-1-3-13 0,-3 4-12 16,-7-3-10-16,-1 5-7 0,-5 0-10 0,-5 4-4 0,1 2-6 15,-2 1-5-15,2 2-5 0,-1 2-5 0,1 0-3 16,5 2-5-16,-2 1-1 0,7-1-6 16,2 1 1-16,2 0-1 0,-1 1-1 0,4 3-4 15,4-5 0-15,-2 3-1 0,4 0 6 0,3-2-8 0,2 4 2 0,2-3 0 16,3 0 4-16,4 2-3 0,4-5 1 0,2 0-1 15,4-1-2-15,-1-4 6 0,3 0 0 0,6-3-7 16,0-3 6-16,-10-2-3 0,10-7 6 0,-5-2 15 16,0-2 16-16,-2-2 11 0,-2-2 11 0,-3-4 8 15,1 0 2-15,-3-5-2 0,-2-2-6 0,-1-2-5 16,3-17-12-16,0 2 1 16,-5-1-9-16,-1-1-1 0,0-3-3 0,-1 1-9 15,-2 2 11-15,-2 2 12 0,-1 13 18 0,0 2 16 0,-4-2 6 16,5 6 10-16,-4 9 5 0,1 2-1 0,0 5-5 15,0 2-16-15,0 3-13 0,-2 0-14 0,2-1-19 16,0 8-52-16,0-5-40 0,0 5 12 0,0 0-1 16,-5 17 11-16,0 3-1 0,-6 7 2 0,0 7 3 0,-5 16 0 15,-3 1 11-15,-3 4-7 0,3-2 1 16,1 6 1-16,0-7 7 0,5-3-3 0,-2-3 5 16,7-10-2-16,2-2 3 0,1 0 0 0,1-2 6 15,1 1 0-15,3-3 5 0,-2-1 5 0,2-4 6 16,1-4 7-16,-1-4-8 0,1-1 6 0,-1-6-6 0,3 2-5 15,-3-7 3-15,1 3 1 0,-1-3 4 16,0 2-1-16,0-3 8 16,0-4 2-16,0 4 4 0,1-1-6 0,-1 3 11 15,0-6 14-15,0 0-1 0,2 4 0 0,-2-4 4 16,0 0 7-16,0 0-2 0,0 3-8 0,0-3-1 16,0 0-3-16,2 3-6 0,-2-3 4 0,0 0 4 15,0 0 8-15,0 0 4 0,0 0 2 0,0 0-2 0,0 0-7 0,0 0-4 16,13-5-7-16,4-1-3 0,9-2-24 0,5 0-43 15,7 1-37-15,16-8-50 0,6 0-70 0,4-2-69 16,28-5-112-16,-31 4-355 0,30-10-785 16,-31 6 347-16</inkml:trace>
  <inkml:trace contextRef="#ctx0" brushRef="#br0" timeOffset="134344.16">11354 14808 271 0,'-2'-5'275'15,"0"2"-19"-15,1 0-15 0,1 3-26 0,-1-6-24 16,1 6-22-16,-1-4-21 0,1 4-22 0,0 0-21 16,0 0-11-16,0 0-12 0,0 0-9 15,1 16-8-15,4-7-4 0,0 1-7 0,0 2-5 16,4 4-2-16,1 2-4 0,1-3-24 0,5 6 0 16,1 1-1-16,-2-1-2 0,-1 2-3 0,3-2 3 15,-8-4-6-15,1 1 0 0,-2 0 0 0,-2 0-3 16,-2 0-2-16,1-1 1 0,-5 1 2 0,0-1-5 15,-5-1 6-15,-3 2-1 0,-1-1-3 0,-6 4 1 16,-7 1 0 0,3-3-2-16,-5-1 0 0,0-1 1 0,-1 0-5 0,5-2 6 15,-3 3-3-15,1 0 0 0,4-5-1 0,4 0 3 16,0-4-2-16,1 0 1 0,3-1-3 0,2 0-2 16,0-4 4-16,2 0-3 0,1 0 0 0,3 0 1 0,-1-2 9 0,-1 1-2 15,2 0 19-15,2-3 14 0,-2 4 7 0,2-4-3 16,0 0-1-16,0 0 3 0,26-4-14 15,-12 1-5-15,5 3 1 0,-1-3-7 0,1 1 0 16,5 0-2-16,2 0-2 0,1-1-2 0,4 1-3 16,-2 0 6-16,-1-2-10 0,0 4 0 0,2-1-4 15,-2-2 2-15,-9 3 0 0,-1-1 0 0,-6 2 2 16,0-2 0-16,-4 1 17 0,-1-1 11 16,0 1 9-16,-7 0 17 0,10-1 9 0,-10 1 11 0,0 0 9 15,10-2-5-15,-10 2-4 0,9-5-6 0,-8 1-8 0,-1 4-4 0,6-5-14 16,-4-1-10-16,2 0 4 0,-3 1-20 0,3-1-28 15,-4 3-19-15,0-3-27 0,1 2-22 0,-2-1-37 16,1 5-30-16,1-4-37 0,-1 4-32 0,0-7-60 16,-1 4-279-16,1 3-592 0,-5-6 262 0</inkml:trace>
  <inkml:trace contextRef="#ctx0" brushRef="#br0" timeOffset="134697.49">11229 15282 92 0,'0'0'254'0,"0"0"1"16,0 0 1-16,-9-2-3 0,9 2-8 0,0 0-20 15,0 0-25-15,0 0-23 0,0 0-14 0,33-5-15 16,-1 1-17-16,5 0-14 16,18-1-12-16,4 0-12 0,0 0-10 0,5-2-7 15,-2 0-6-15,2 2 5 0,-5-2-10 16,-2 1 0-16,-3-2-2 0,-21 4 0 0,2 0 5 16,-7 2-1-16,-10-2 16 0,1 1 3 0,-7 1 1 0,-1 1-9 15,-3 1-9-15,-2-2 0 0,-1 2-12 0,2-3-17 0,-7 3-17 0,5 0-22 16,-5 0-22-16,0 0-29 0,0 0-34 15,-19 7-47-15,3 0-43 0,0-1-78 0,-2 3-297 16,1-2-594-16,2 0 263 0</inkml:trace>
  <inkml:trace contextRef="#ctx0" brushRef="#br0" timeOffset="136015.28">6795 17171 149 0,'-4'-2'188'0,"4"2"-13"0,0 0-10 16,0 0-6-16,0 0-11 0,0 0-3 0,0 0-5 16,0 0-4-16,0 0-1 0,0 0-3 0,0 0 1 15,0 0-15-15,0 0-2 16,0 0-13-16,0 0-8 0,-1-5-13 15,1 5-8-15,8-3-3 0,1-3-10 0,3 3-6 16,5-3-6-16,1-2-4 0,1 0-8 0,0 1-2 16,5-8-2-16,2 1-3 0,-4 3-1 0,-4-2 5 0,-1 1-5 15,-1-1 4-15,0-1-3 0,-4 1 0 0,-3 2 2 16,1-1-3-16,-5 2 4 0,-1 0 5 16,-1 1-11-16,-3 1-3 0,-3 4-12 0,-3-1-4 0,-6 0-3 0,-3 2-2 15,-13 3 1-15,-3 3-4 16,2 3 2-16,-6 5-8 0,3 1 6 0,-2 3-4 15,-1 2-2-15,3 2-1 0,-1 1 1 0,5-2-6 16,5 6 3-16,0-4-3 0,5-1 6 0,6 0-7 16,3 5 8-16,8-8 1 0,1 3 2 0,3 0 0 15,11 3 10-15,10-3-1 0,7 0 5 0,21-2 1 0,1-5-16 0,5-6-36 0,5-1-56 16,5-8-67-16,-2 0-105 0,-2-5-166 0,-1-3-467 16,-7-2 207-16</inkml:trace>
  <inkml:trace contextRef="#ctx0" brushRef="#br0" timeOffset="136423.25">7153 16702 148 0,'0'0'244'0,"-9"-1"-3"0,9 1-19 16,0 0-13-16,0 0-18 0,0 0-10 0,0 0-18 0,0 0-13 16,0 0-19-16,0 0-7 0,0 0-15 0,0 0-13 0,19-4-8 15,0 3-7-15,2 0-19 16,9-4-36-16,0 2-57 0,0-1-52 0,2 1-81 15,-9 1-201-15,7-4-396 0,-3 1 176 0</inkml:trace>
  <inkml:trace contextRef="#ctx0" brushRef="#br0" timeOffset="136893.13">7486 16516 25 0,'5'-4'222'0,"3"-2"-16"0,1 0-12 0,1 2-19 15,0 2-14-15,3-1-17 0,5 0-12 0,4 3-15 16,-4 3-12-16,0 1-12 0,-2 2-11 0,-3-1-10 16,0 5-7-16,1-1-7 0,-5 6-8 0,0-1-8 0,-4 2 4 0,-3 0-14 15,-2 4 5-15,-5-2-3 0,0 8-6 0,-5-2 5 16,1-6-6-16,-5 3 6 0,2-5-5 0,-4 5 2 15,3-9-4-15,2 3-1 0,2-5 1 16,1 1 2-16,-1-3-2 0,3-2 5 0,-1-1 17 16,3-2 16-16,2 2 26 0,-2-2 33 0,4-3 30 15,0 0 34-15,0 0-13 0,0 0-20 0,0 0-10 16,6-17-23-16,6 5-10 0,1-1-15 0,2-7-9 0,5-1-6 16,0-1-17-16,0 0-3 0,3-2-3 15,-1 0-10-15,-2 2-8 16,-2-1 4-16,0 4-13 0,-8 4 0 0,-2 7 4 15,-3-1-8-15,1 6-8 0,1-2 5 0,-3 0-17 16,1 1-25-16,-4 2-29 0,-1 2-6 0,0 0 5 16,0 0 6-16,-1 17 4 0,-4-6 3 0,-3 6 2 15,-1-1 1-15,-1 9 7 0,2 1 2 0,3 1 1 16,1 0 4-16,4 0 9 0,0 0-19 0,9 4-6 16,1-2-17-16,8 0-33 0,2-2-36 0,5-1-48 0,3-2-70 0,17 5-94 15,-11-12-178 1,2-3-552-16,1-3 245 0</inkml:trace>
  <inkml:trace contextRef="#ctx0" brushRef="#br0" timeOffset="137502.44">8605 16999 107 0,'-7'-11'171'15,"-5"5"-14"-15,-4-4-18 0,-3 5-4 0,0-1-16 16,-3 1-5-16,-6 2-9 0,2 4-5 0,-5-1-6 15,2 2-6-15,-3 3-11 0,3 4-2 0,1-1-11 16,2 1-4-16,6 1-12 0,3-1-1 0,-1 4-7 16,0 1-5-16,4-2-10 0,0 3 5 0,4-1-5 15,1-1 0-15,5 3-2 0,0-4 2 0,1-2 12 16,5 2-2-16,-1 0 7 0,6-2 8 0,2-3 3 16,1 1 3-16,4-2-4 0,6 0 7 0,2-6-8 15,8 0-1 1,0-5-7-16,0-3 7 0,-4-1 3 0,1-4 10 15,1-1 6-15,-5-5 3 0,3 0 6 0,-8-3-2 0,1-3-3 16,-4-4-2-16,1 1-1 0,-4-4-7 16,1-2-5-16,-5 0-5 0,-2-10-5 0,-1-2-6 15,-2-1 3-15,1 13 9 0,-4 0 14 0,1 0 9 16,-2 2 2-16,0 3 14 0,1 6 1 0,-3 5-2 16,3 4-3-16,-3 4-7 0,2 0-7 0,0 2-16 0,1 4-17 0,0-1-30 15,0 5-30-15,0 0-6 0,0 0 2 0,0 0 5 16,-16 25-1-16,8-9 7 0,0 9-5 0,0 1 0 15,0 6 5-15,1 2 3 0,2-3 0 0,1 3 2 16,4-2-11-16,0 1-17 0,4 5-11 0,0-4-15 16,3-2-14-16,-2 0-23 0,3-3-27 0,-2 0-25 15,1-3-31 1,-1-7-36-16,1-4-41 0,0 1-231 0,0-7-529 16,-1 0 233-16</inkml:trace>
  <inkml:trace contextRef="#ctx0" brushRef="#br0" timeOffset="137917.84">8763 16774 53 0,'5'-2'183'16,"0"-1"-17"-16,2 3-11 0,-1-2-14 0,1 4-18 16,4-1-12-16,-1 3-11 0,0 3-12 0,-3 2-3 15,-1 4-9-15,3 0-7 0,-3 5-7 0,-2 0-6 0,0-1 1 0,-7 9-11 16,2-1 0-16,-3 3 1 0,-2-4 0 0,-6 3 0 15,2-5-5-15,-2 1 4 0,4-7-6 0,-1-2-1 16,4-2 3-16,-3-4 3 0,3 1 4 0,0-4 11 16,1 2 16-16,0-2 27 0,0-1 26 0,1-1 49 15,0-1 48-15,0 1 32 0,3-3 15 0,0 0-19 16,0 0-28-16,2-12-24 0,6 3-22 0,3-3-17 16,-1-1-19-16,9-11-14 0,0 3-13 0,2-1-19 15,-2-3-26-15,5 1-13 0,-2-2-23 16,-2 1 0-16,0 1-2 0,-8 12-4 0,1-2-4 0,-4 5-2 15,-3 1-5 1,0 2-3-16,-1 0-8 0,0 3-17 0,-3 0-34 16,1-1-35-16,-3 4-13 0,0 0 8 0,0 0 9 15,0 0 7-15,-8 22 21 0,2-8-8 0,-1 3 7 16,0 2 2-16,0 6 6 0,-3 2 4 0,3-1-1 16,4 0-1-16,3-1 0 0,4 1-2 0,2 0-6 15,7-3-11-15,5-4-25 0,6 3-22 0,0-5-49 16,8-1-48-16,4-7-95 0,0 0-280 0,14-2-622 0,-12-4 275 0</inkml:trace>
  <inkml:trace contextRef="#ctx0" brushRef="#br0" timeOffset="138186.64">9624 16991 231 0,'0'0'380'0,"0"0"0"16,0 0-2-16,-9-1-25 0,9 1-9 0,0 0-45 0,0 0-26 15,0 0-31-15,21-12-20 0,-3 7-39 0,8-1-51 16,2 0-47-16,7-2-61 0,1 3-52 0,0 1-67 15,-2-1-77-15,2 3-78 0,-17 1-248 0,10 1-538 16,-7-4 239-16</inkml:trace>
  <inkml:trace contextRef="#ctx0" brushRef="#br0" timeOffset="138334.29">9775 17081 58 0,'-8'6'184'0,"3"-4"11"0,0 0 7 16,0 1 1-16,5-3-6 0,-4 2-11 0,4-2-18 15,0 0-13 1,23 3-19-16,-5-2-12 0,10-5-42 0,3 4-68 16,1-2-94-16,2-2-224 0,-1-1-330 0,1-3 146 0</inkml:trace>
  <inkml:trace contextRef="#ctx0" brushRef="#br0" timeOffset="138982.26">10677 16985 26 0,'-6'0'263'0,"-2"0"-1"0,8 0-8 0,-9 0-7 16,9 0-18-16,0 0-13 0,-10 0-17 0,10 0-14 0,0 0-8 15,-6-1-11-15,6 1-13 0,0 0-10 16,0 0-8-16,0 0-10 0,-7 0-26 0,7 0 8 0,0 0-12 0,0 0 1 16,0 0-3-16,0 0-2 0,0 0-9 0,0 0 0 15,0 0-3-15,0 0-7 0,0 0-15 0,0 0 17 16,29-6-4-16,1 2-4 0,2 0-5 0,5 1-12 16,14-1 0-16,5-1-4 0,3 1-8 0,-2-1-1 15,1 0-5-15,-8 2-3 0,-16 3 6 0,1-1-14 0,-5-2 2 16,-10 0-17-16,0 2 11 0,-7 1 6 0,-2-1 3 15,-3-2-8-15,1 3-7 0,-4 0 1 0,0-2-36 16,-5 2 2-16,8-3-26 0,-8 3-24 0,0 0-25 16,0 0-31-16,-23 8-39 0,10-4-38 0,-5-1-44 15,1 2-68-15,4 0-203 0,0-1-563 0,1-1 249 16</inkml:trace>
  <inkml:trace contextRef="#ctx0" brushRef="#br0" timeOffset="139628.6">11877 16803 232 0,'-9'-5'221'0,"-4"-2"-20"15,-3 2-16-15,-2 1-17 0,-3-1-14 0,-8 5-14 16,7 0-11-16,-10 0-9 0,0 4-15 0,4-2-11 16,-3 2-7-1,5 4-7-15,0 1-10 0,7-2-8 0,0 2-9 16,1 0-5-16,4 2-4 0,1 0-5 16,-1 4-4-16,5-3-3 0,5 3-3 0,0-3-3 0,-1 1 3 15,8-4-9-15,2 5 6 0,0-2-6 0,9-2 4 16,9 2 0-16,5-2-3 0,-1-3 0 0,2-2 1 15,7-3 1-15,-4-4-1 0,0 0 1 0,0-6-1 16,-4 0 12-16,0-6 11 0,-1 0 9 0,-4-4 0 0,-2 0 7 16,-1-3-1-16,-6-4 10 0,1 1-5 0,-6-3 0 15,4-1-13-15,-5-5 18 0,-2-1-1 0,1-11-4 16,-1-2 2-16,-8-3 3 0,0 3-16 0,1-1 42 16,1 0 17-16,-4 14 15 0,4 2 10 0,-1 1-2 0,-2 7-3 0,-2 7-6 15,5 5-12-15,-4 3-15 0,4-4-14 0,-1 8-16 16,-2 0-16-16,3 5-39 0,0 0-3 0,0 0-4 15,-14 13 0-15,8 1-2 16,-7 18-3-16,-1-3 0 0,1 17 1 0,3 0-1 16,-3 2-3-16,3 3 3 0,0-5-5 0,7-10-1 0,1 10-22 15,3-14 25-15,4 0 3 0,0 2 4 0,3-4-4 16,0 2 4-16,1-6-4 0,-1-2 4 0,0-6-8 16,-4 1 15-16,1-7 1 15,-1-5-4-15,1 4 3 0,-5-3-1 0,5-2-1 16,-4-4 9-16,3 4 11 0,-4-1-3 0,1-2 10 0,2-1 6 15,-3-2 7-15,1 3-1 0,-1-3 1 0,0 0-9 16,0 5-2-16,0-5-3 0,4 3-4 16,-4-3-4-16,0 0-18 0,0 0-12 0,0 0-23 15,-1 4-20-15,1-4-27 0,0 0-32 0,0 0-32 16,0 0-38-16,0 0-45 0,-3 5-39 0,3-5-61 0,0 0-388 0,0 0-764 16,0 0 338-1</inkml:trace>
  <inkml:trace contextRef="#ctx0" brushRef="#br0" timeOffset="140237.44">12387 16489 101 0,'-5'-2'264'0,"5"2"-26"0,-4-3-25 0,4 3-27 15,0 0-18-15,0 0-15 0,-10 5-11 0,7 1-19 16,2 0-2-16,1 1-20 0,0 5-7 0,1-2-8 0,3 2-8 0,1 3-9 16,0 0-6-16,2 2-8 0,-2-7-3 0,6 7-7 15,-2-1-4-15,1-3-2 0,-3-2-8 0,2 0 0 16,-4-3-5-16,1 1-1 0,-1-3-4 0,-1 0-1 16,1-1-7-16,-4 0 5 0,3-1-6 0,-1 2 3 0,-2 0 0 0,-2 0-2 15,1 2 2-15,-4 1 1 0,0 1 1 16,-2 1-4-16,-6 2 2 0,2 4-1 0,-8 3-6 15,4-6 2-15,-1 1 2 0,-3 6-6 0,0-1 0 16,0 1-1-16,1-1-2 0,4-3 2 0,-3 5 2 16,2-8-31-16,3 1 5 0,-1-1-1 0,2-1 3 15,2-4 1-15,3-1 1 0,1-2 4 0,0 0 2 16,-1-2 2-16,2 2 3 0,0-5 27 0,0 4 26 16,2-3 29-16,1-2 35 15,0 0 5-15,0 0 4 0,0 0-5 0,0 0 4 16,20-7-21-16,-8 2-15 0,6-2-8 0,-1 1-3 15,2-2-8-15,1 2-5 0,3-5-11 0,-4 8-4 16,3-2-7-16,-4-1-8 0,1 5-3 0,-3-2-2 16,-1 3-7-16,-2 1-10 0,0 1-3 0,0 0 3 15,5 3 2-15,-2 0 2 0,4 2-8 0,-1 1 4 16,-1 0 2-16,1-2-4 0,-3 2-3 0,-5-3 2 0,-2-1-6 16,1 1 6-1,-2-3 5-15,-3 1 3 0,1-2 15 0,0 0 15 0,-6-1 7 0,9-1-4 16,-5-2-1-16,2 0-10 0,-1-2 4 0,-1 1-12 15,0-2 0-15,-1-1-17 0,3 0-8 0,-2 0-9 16,0 0-11-16,0 2-2 0,-3-1-1 0,2 0-4 16,2 3-9-16,-5-2-20 0,4 2-20 15,-4-1-28-15,0 4-32 0,1-2-53 0,-1 2-54 16,0 0-29-16,0 0-17 0,0 0-240 0,0 0-568 16,0 0 252-16</inkml:trace>
  <inkml:trace contextRef="#ctx0" brushRef="#br0" timeOffset="140607.1">12126 16877 202 0,'-9'-1'312'0,"9"1"0"0,-9-2-3 15,9 2-7-15,0 0-12 0,0 0-24 0,0 0-17 16,-4-1-30-16,4 1-19 0,17-4-26 0,6 4-14 16,9-3-14-1,8 1-19-15,17 1 4 0,3 1-29 0,5-3-8 16,3-1 2-16,25 2-17 0,-2-3 1 0,-34 1 13 15,0 1-18-15,-19 1-3 0,13-1-6 0,-20 0-13 16,-3 1 6-16,-9 0 14 0,-9 1 5 0,3 1 3 16,-6-2-4-16,-1 0-13 0,-1 2-20 0,1-1-16 15,-6 1-48-15,0 0-69 0,0 0-66 0,0 0-65 16,0 0-80-16,-43 5-356 0,26-1-708 0,3-3 313 0</inkml:trace>
  <inkml:trace contextRef="#ctx0" brushRef="#br0" timeOffset="148934.34">18103 4640 22 0,'0'0'107'0,"1"-6"-3"16,-1 6-12-16,2-4-1 0,-2 4-14 0,3-5-7 16,-3 1-2-16,0 4-12 0,0 0-1 0,2-5-6 15,-2 5-2-15,0 0-9 0,0 0-8 0,0 0 1 16,2-3-3-16,-2 3-3 0,0 0-11 0,0 0-2 0,0 0 4 16,0 0-1-16,0 0-1 0,0 0-8 0,0 0 6 15,0 0-2-15,0 0-7 0,0 0 3 0,2-2-9 0,-2 2 5 16,0 0-6-16,0 0-7 0,0 0-4 0,0 0-9 15,4 9-14-15,-4-5-9 0,0-4-27 0,-2 9-74 0,0-5-159 16,0-1 70-16</inkml:trace>
  <inkml:trace contextRef="#ctx0" brushRef="#br0" timeOffset="154008.87">18284 4099 135 0,'0'0'169'0,"0"0"-9"0,0 0-14 15,1-4-9-15,-1 4-3 0,0 0-21 16,0 0-3-16,0 0-10 16,0 0-12-16,0 0-6 0,0 0-6 0,0 0-10 15,0 0-8-15,0 0-5 0,0 0-6 0,0 0-7 16,0 0-3-16,0 0-9 0,0 0-3 0,0 0-9 15,0 0-4-15,0 0 1 0,0 0-4 0,0 0-3 16,0 0-2-16,2 16 1 0,-2-13-2 0,0 4-9 16,0-1 8-16,0-1 0 0,-2 3-2 0,2-2 1 15,-1 4-4-15,0 0 8 0,-1-1-7 0,1 0 2 0,1 3 4 16,0-3-6-16,0 3 1 0,-1-2-1 0,1 2 4 16,-1-1-1-16,-2 0 1 15,3 1-1-15,-3-1-2 0,2 0 5 0,1 0-5 0,-1-1-8 16,0-1 9-16,1 0 5 0,-2 2-5 0,1-2 3 15,2 0-4-15,-1-1 3 0,-1 1-5 16,2-1 8-16,-2 1 3 0,0-1-5 0,-1 4 0 16,2-5-1-16,-1 3-1 0,2-2-3 0,-3-1 10 15,2 1-1-15,-1 1-2 0,-2-1 0 0,3 0-1 16,-1 1 0-16,1 0-1 0,-1 0 8 0,1 0-9 16,0-3 0-16,-3 3 1 0,3-4 0 0,0 0-1 15,-1 2 1-15,0-1-1 0,-1 0 1 0,2-1-5 16,0 1 4-16,0 0 1 0,-1 0 1 0,1 0 2 15,0-1-2-15,0 1 0 0,0 0-2 0,-1-1 0 0,1 2-2 0,-3 1 3 16,3-3 0-16,0 2-1 0,0-2 2 0,0 2-4 16,-1 0 0-16,-2 1 5 0,3-4-5 0,0 5 0 15,0-3-2-15,0 1 4 0,0 0-1 0,-1 0-1 16,1 0 3-16,1 1 0 0,-2-2-1 0,0 0-2 16,-2 0 0-16,3 0 0 0,0 0 5 0,0-1-2 0,0 1-3 0,3 1 0 15,-3 1-5-15,-3-3 8 0,3 3-1 0,0-2 3 16,0 4-5-16,0-3-5 0,0 0 11 15,-1-2-3-15,1 5 2 0,0-4-5 0,1 2 0 16,-2-1 1-16,1 3 1 0,1-4-3 0,-2 5 4 16,2-3-2-16,-2 2-1 0,2-3 1 0,-1 0 0 15,-1 2-3-15,2-1 7 0,-2 1-2 0,1 0-4 0,-3-1-3 16,3 2 7 0,0-1-1-16,-2 1-6 0,2 2 6 0,-3-5-1 15,3 4 2-15,-1 0-2 0,1-3 4 0,0 4-3 16,-1-2-3-16,-2 1 2 0,3-1-3 0,0 2 5 15,-1-2-3-15,-2 0 4 0,3-1 1 0,0 4-4 16,0-5 0-16,0 4 5 0,0-2-4 0,0-1-1 16,-1 2-8-16,1 1 10 0,-1-1 0 0,1 0 2 15,0 0-3-15,-3 1 1 0,3-1-3 0,0-1 3 0,-1 7-4 0,1-5 5 16,-3 4-2-16,3 1-3 0,0-5 5 0,-1 1-1 16,2 4-2-1,-1-3 2-15,-1 1 0 0,2 2-3 0,-1-1 4 16,-1 1-1-16,2-4-1 0,-1 5 2 0,0-2-5 15,3 0 3-15,-6-4 2 0,6 1 0 0,-6 4 0 16,3 0-2-16,0 0 1 0,0-1-5 0,0 1 6 16,0 0-1-16,0 0-4 0,0-2 4 0,0 1-3 15,0 0 4-15,0 2-3 0,0-6 2 0,0 5-3 16,-1-2 6-16,1 2-6 0,0-3-3 0,0-3 5 0,-4 5-2 16,4-4 1-16,0 5 2 0,0-5-6 15,-1 4 3-15,1 0 1 0,-4 1-2 0,3-1 1 16,-2-4-2-16,3-1 1 0,-1 6-1 0,-2-1 3 15,2-1 0-15,2-1-4 0,-2 2 8 0,1 1-2 0,0-1 3 0,0-3-3 16,-1 0-2-16,1 2-1 0,-3 2 1 0,3-1 2 16,-1-3-1-16,1-1-3 0,0 5 4 0,0-3-3 15,-3 1 0-15,3-2-2 0,0-2 4 0,-1 4-3 16,-1-4 5-16,0 5-7 0,-2 0 0 0,3 1 1 16,-2 0-2-16,1 0 6 0,0-3-1 0,-1 3 2 0,3-2-5 15,0 2 4-15,0-5-4 0,-2 5 5 0,4 0-4 0,-2-2 1 16,0 1 0-16,0-4 3 0,0 0-7 0,0 1 5 15,-2 3-1-15,2 0 1 0,-2-3-2 0,-2 3 4 16,3 0-3-16,-2-4 3 0,2 1-1 0,1 4 1 16,-4-3 1-16,2 2-1 0,0 0 1 15,0-5-5-15,0 2 1 0,0 2 1 0,-2-1 7 0,2 2-6 16,-1-1-3 0,1 0 3-16,0-2 2 0,1 5-3 0,0-1-2 15,0 2 3-15,-1-3-3 0,0 1-1 0,0 1 5 16,1-2-2-16,0 0 0 0,-2 1 2 0,2 0-3 15,0-1 4-15,1-1-6 0,0 1 3 0,-3 0 2 16,2 0-5-16,0 1 3 0,1 0 0 0,-2-1-3 0,1 0 2 16,1-1 1-16,-1 1 2 0,0 0 1 15,1-1-3-15,0 1-2 0,0 1 0 0,-2-1 2 0,1-1 2 0,0-3-4 16,-1 5 3-16,2-4 0 0,-1 3 1 0,0-3-9 16,0 2 7-1,-1 1 1-15,0-4 1 0,0 3-4 0,-1 1-2 0,2-2 3 16,-1 1-1-16,0-4 0 0,0 4 3 0,0-1-1 15,1 4 0-15,-1-1 3 0,0-2-6 0,0 2 0 16,1-1 6-16,-2 3-6 0,2-2 2 0,0 1 2 16,0 1 1-16,-2 1 0 0,3-2-3 15,-4-1 3-15,2 3-3 0,-1-2 1 0,2 5-3 16,-3-5 4-16,3 2-3 0,0-1 4 0,-2 1-5 0,-1 6 7 16,3-7-4-16,-3 4 3 0,0-1 0 0,-2 1 1 15,2 3-3-15,0-7-4 0,0 7 6 0,2-6-4 16,-2 1 1-16,1-2 2 0,-4 6-1 15,3-1-1-15,0-5-1 0,-1-1 4 0,1 3-2 0,0-2 3 0,2 1-2 16,-1 6-3-16,-2-8 3 0,1 10 1 0,0-9-5 16,-1 6 1-16,1-6 0 0,0 8 3 0,1 0 2 15,-4-1-2-15,6 0 3 0,-7-1-1 0,5-1-2 16,-1-2 3-16,0 4-1 0,-1 1-4 0,-1-2-1 16,2-4 5-16,-2 3-6 0,-1 3 7 0,3-1-3 0,1-1 0 0,-2-4-3 15,3 4 3-15,-2 1 0 0,0 1 0 0,-2-4-1 16,2-3 4-16,1 5-4 0,1-4-3 0,-2 4 6 15,-1-6 1-15,0 5-2 0,2-2-4 0,-2 4 4 16,0-2-1-16,1 3-2 0,-1-9 2 0,1 5 0 16,-1 3 1-16,0 3-3 0,1-2 7 0,-1 0 0 15,-4-2-8-15,4 0 2 0,-3 3-1 0,4-5 1 16,0 2-7-16,-3 0 9 16,3-1-3-16,-1 1-1 0,1 3 0 0,-2-5 0 15,3 5 3-15,-1-9-2 0,-1 5 0 0,0 0 0 16,0 1-1-16,1 0 2 0,2-7-4 15,0 6 1-15,-3-6-1 0,3 1 2 0,0 7 2 16,-3-8-4-16,2 0-1 0,1 9 1 0,0-8 3 0,0 1-3 16,0-1 2-16,-1 0-1 0,3 9 2 0,-2-1 1 15,-1 1-1-15,2-2 8 0,-2-6-10 0,1 4-3 0,-2-3 5 16,4 4-2-16,-4 1-3 0,3-1 6 0,1 1-2 16,-1-7-4-1,-2 2 5-15,2 4 2 0,-3 0-5 0,3-2 3 0,-2 4-2 16,0-8 0-16,2 6 0 0,-1-7 0 0,-2 3 2 15,3 3 0-15,-2-2 0 0,0 0 0 0,2-3-4 16,0 1-3-16,0 6 6 0,-2-8-2 0,6 7-1 16,-6-5 5-16,6 3-2 0,-3-3 0 0,0 5 0 15,0-1 0-15,-3 2 0 0,3-1 0 0,0 1 1 16,-1-1 0-16,-1 2 3 0,4-1-4 0,-2-1 3 16,-2 0-2-16,1 2 3 0,1 1-4 0,-1-2 0 15,-2 0 6-15,1 0-5 0,-1-1 2 0,2 2-3 16,0-1 4-16,-3 0-4 0,4-1 0 0,-1 2 3 15,-2-1 0-15,3-2 2 0,0 1-4 0,-4 1-7 0,4-6 7 16,-1 6 1-16,1 0-2 0,-4-2 0 0,4 1-2 0,0 0-5 16,0 4 7-16,0-1 0 0,0-2 1 0,-4 4 1 15,4-1-3-15,-1-1 1 0,-3-1-3 0,0 5 6 16,4-4-4-16,-1 2 3 0,-3-1-3 0,3 2 1 16,-3-2-2-1,4-1-1-15,-1 1 2 0,-2 0 0 0,3 1-2 16,-1-2-1-16,2-1 6 0,-2 2-6 0,1-1 6 15,0 1-1-15,-3 0-1 0,3-2 0 0,-1 0 2 16,1 1 1-16,0 2 0 0,0-1-1 0,4 4 2 16,-4-4-1-16,0 3 0 0,0 0 0 0,0 2-4 15,-4-3 1-15,4 0 1 0,0 1 1 0,-1-1 1 16,1 3-5-16,-3-1 1 0,6 1 4 0,-6-2-3 16,3 0 0-16,0-2 6 0,0 3-7 0,-1-4 5 0,-2 3-7 0,2-2 3 15,-2 2 0-15,1-1-3 0,1-2 6 0,-2 4-4 16,2 0-1-16,-3 3-1 0,0 0 1 0,3-1 3 15,-3 1-3-15,0-2 2 0,2 2 1 0,-1 0-2 16,-2-1 5-16,5-1-5 0,-6 4 5 0,1-5-8 0,1 2-2 16,1 0 3-16,-5-1 0 0,2 1 1 0,2-2 0 15,-1-1-4-15,0 2 4 0,0-1 4 0,-2-1-3 16,4-1-2-16,-2 1 0 0,1-1 5 0,-1 7-3 16,1-5 2-1,-1 1-3-15,1 1 0 0,-1 2 0 0,1-6 3 0,0 1-3 16,-1 1-3-16,2 0 6 0,0 0-5 0,0 1 1 15,-3-2 1-15,2-1-1 0,0 1 2 0,0-1-2 16,-1 0 1-16,4-2 1 0,-2 1-1 0,-1-1 1 16,3-2-1-16,-4 2-2 0,1-1 3 0,3 1-2 15,-3-3-3-15,4 3 6 0,0 2-1 0,-1 2-2 16,-2-2 1-16,-1-2 0 0,3 0 3 0,1-1 0 16,-1 4-1-16,-2-4-2 0,2 2 3 0,-6-1 0 15,5 1 2-15,2 0-1 0,-4-1-1 0,3-1-1 16,-3 1-2-16,-1-1 3 0,2-2-5 0,0 2 0 15,1 0 1-15,0-5 4 0,-2 4-1 0,0-1 2 0,2-1-4 16,-1 2 3-16,1-1-2 0,0-2 4 0,0 0-1 0,0 2-1 16,2 4 6-16,-2-4-1 0,2 3-5 0,0-3 3 15,0 2-3-15,0-2 2 0,0-1-3 0,2 1 2 16,0-2-4-16,0 5 1 0,-2-3-1 0,0 0 4 16,0 2 25-1,2-4-2-15,0 2 4 0,-2-1-12 0,1 2 3 16,-1-3-2-16,4 1 5 0,-4-5-9 0,0 8-1 15,0-3-1-15,2 0-1 0,-2-7 1 0,2 7-3 16,-4-5 0-16,4 7 3 0,-4-8-3 0,0 7-3 16,0-7 1-16,-1 8 0 0,1-2-2 0,0 2 2 15,-4-1-2-15,3 1 2 0,-3-1-4 0,1-1 2 16,-2 1-2-16,2 1-1 0,0-3 1 0,0 2-3 16,-1-1 0-16,1 1-23 0,-2-2 1 0,2 1 4 0,-3-1-3 15,2 2 6-15,0-7-2 0,2 1 13 0,0 3-7 0,-1-4 0 16,0 7-1-16,0-8-2 0,1 7 7 0,0-5-1 15,-1-1 1-15,1-1 2 0,-1 10-1 0,0-10 4 16,0 0 1-16,-2 7 0 16,5-6-6-16,-1 1 0 0,-1-1 6 0,0 6-6 15,3-7 8-15,-3 2-3 0,-1 6-3 0,4-6 6 16,1-1-7-16,-4-2 3 0,4 2-4 0,0 0 4 16,-4 4-3-16,3-3 2 0,1-4 32 0,-3 3-3 0,2 2-2 0,-1-1-2 0,0-2-1 15,1 1-1-15,-3 7-4 0,5-8-2 16,-2 0 2-16,-1 0-4 0,2 1-1 0,-2-1 0 0,-3 0 0 15,4 2-2-15,1-4-2 0,-4 4-1 0,0-3 1 16,4 0-2-16,-1 3 1 16,1-2-4-16,-2-1 0 0,2 1 0 15,-2-2-1-15,2 2 6 0,0-2-7 0,-2 2 1 16,2 0 5-16,-3-1-5 0,2 0-1 0,-1 3 4 16,1-4-3-16,-1 1 0 0,-2 0-31 0,3 0 4 15,-2 0 0-15,1 2 5 0,3-2-1 0,-4-5 7 16,2 6-2-16,0-2-4 0,-1-1 4 0,0 1 5 15,1-1 27-15,-2 0-2 0,3-1 4 0,-1 3-8 0,-1-5 2 0,0 5-4 16,-1-2 4-16,2 2-5 0,-3-5 1 16,4-2 0-16,-1 6 1 0,-1-3 0 0,0-1-3 15,1 0-6-15,1 1 11 0,0-3-7 0,-4 2-4 16,1-4 5-16,2 6 1 0,0-4-1 0,0-2-2 16,1-8-26-16,0 0 3 15,-3 27 0-15,3-27 4 0,0 0 6 0,0 22-2 16,0-22-1-16,-3 14 7 0,3-14-3 0,0 0-2 15,-1 17 2-15,1-17 3 0,0 0-1 0,-1 16-3 16,1-16 3-16,0 0 4 0,0 0 3 16,0 0-1-16,-1 18 1 0,1-18-5 0,0 0 4 15,0 0 3-15,0 0-2 0,0 0 1 0,0 0 0 16,0 0 5-16,0 0-2 0,0 0-10 0,0 0-30 16,0 0-32-16,0 18-41 0,0-18-254 0,0 0-396 0,0 0 175 0</inkml:trace>
  <inkml:trace contextRef="#ctx0" brushRef="#br0" timeOffset="159735.41">18395 834 70 0,'0'0'103'0,"0"0"-2"16,0 0-10-16,0 0-1 0,0 0-4 0,0 0-8 15,0 0-6-15,0 0-9 0,0 0-1 0,0 0-17 0,0 0 4 0,0 0-7 16,0 0-11-16,0 0 7 0,0 0-15 0,0 0-6 15,0 0-2-15,0 0 3 0,0 0-17 0,0 0 4 16,0 0-8-16,0 0-2 0,0 0 2 0,0 0-2 16,0 0 4-16,9 17-2 0,-9-11 2 0,0 0 3 15,0 1-3-15,0 0 5 0,0-1 4 16,-1 5-12-16,1-5 0 0,-3 4 9 0,3-2-10 16,0 2 4-16,0 0-3 0,-1 2 8 0,1-2-8 0,-3 1 6 0,2 2-1 15,-1-3-2-15,0 3 9 0,2-2-6 0,-1-1-6 16,-2 2 8-16,2-2 1 0,-3 1-3 0,4-1-14 15,-3 0 9-15,1-1 9 0,1 2-7 0,1-2 2 16,-2 0-3-16,0 1 3 0,2-1-5 0,0 1 4 16,-4 0 0-16,3-4-3 0,0 3 0 0,-1-2 5 15,1 4-1-15,1-5-5 16,-2 2 6-16,-1 0-3 0,0-2 2 16,3 1-5-16,-1 0 0 0,-1-1 6 0,-1 1-7 0,1 2 20 0,-1-1-12 15,2-2-3-15,-2 1-5 0,3-2 8 0,-4 3 2 16,4-2-10-16,-1 0 0 0,0 3 7 0,0-5-5 15,-1 5-4-15,1-2 7 0,0-3-4 0,-1 4 8 16,2-1-5-16,-1 0 9 0,0-2-5 0,-1 1-5 16,2 0 0-16,0 2 6 0,-1-1-6 0,0 0 14 15,1-7-5-15,-5 10-6 0,4-5-6 0,1 2 6 16,-2-1 4-16,1 2-2 0,-1-3-8 0,0 3 5 16,1 1-8-16,0 0 8 0,-1-3 2 0,1 3 8 15,0 1-13-15,-2-2 6 0,2-2 5 0,1 2-9 16,0 1-7-16,-1-1 8 0,-1-3 8 15,2 2-11-15,-2 2 9 16,1-1-8-16,-1-3-1 0,0 2-3 0,2 2 6 16,-1-4 2-16,-1 4-3 0,1-1 4 0,1 0-5 15,0 3 2-15,-1-1 2 0,-1-1-2 0,2 0-1 16,-1 0 3-16,-1 1 2 0,2 0-2 0,0 0-5 16,0-1 6-16,-3 0 0 0,2 1-2 0,-1-1 6 15,0 1-2-15,1-3-6 0,-2 3 6 0,3 0-13 0,-1-1 12 0,-1 1-9 16,1 0 11-16,0-3-8 0,0 1 5 0,-2 2-2 15,6-2-1-15,-6 2-2 0,2-2 7 16,0 0 1-16,-2-2-6 0,3 2 3 0,-1 1-3 16,0 2 3-16,-1-3-2 0,2 0-3 0,-1 1 0 15,0 0 2-15,-2 1 1 0,3-2-8 0,0 1 8 16,0 1-2-16,0 0-4 0,0-1 8 0,-1-1 5 16,-2 1-7-16,3 0-1 15,0 0 0-15,0 0-1 0,0 1 12 0,0-3-17 16,-1 3 9-16,-3-3-5 0,4 3 5 0,-1-3-1 15,-2 1-2-15,3 1 2 0,0-2-2 0,-2 3 4 16,2-3-2-16,0 0-3 0,-3 1 2 0,3 1-4 16,0 1 3-16,0-2-7 0,0 3 15 0,0-6 1 15,0 3-10-15,-1 0 7 0,1 0 0 0,1 2-2 16,-2-5 0-16,2 2 5 0,-1 1-10 0,-1 1 10 0,1-2 8 16,0 1-3-16,0-1-9 15,0 0 8-15,0-7 0 0,-1 14-3 0,-2-5 2 0,3 0-3 16,0-1 4-16,0 1-6 0,-1 0 6 0,2 1-4 15,-1 0-1-15,-1 0-2 0,1-1 4 0,0 1-4 16,-3-1 2-16,3 1 7 0,0-1-9 0,0 1 5 16,0 0 7-16,0-1-7 0,-1-3 5 0,1 6-4 0,1-3 0 0,-1 1 4 0,0 0-11 15,0-1 6-15,0 1 6 0,3-2-5 0,-3 3-2 16,0-3-2-16,0 4 1 0,-3-5-2 0,3 5-2 16,0-3-5-16,0 2 3 0,0-2 8 15,0 3-9-15,0-4 3 0,-1 4-7 0,1-1 6 16,-1-1-4-16,-2-2 1 0,3 4 0 0,0-5 8 0,0 3-2 15,0-1-5 1,0 0 2-16,0 2-1 0,0-5-6 0,0 1 4 16,0 3-1-16,0-2 1 0,0 1 5 0,0-1-7 15,0 0 1-15,0-1-5 0,0 0 6 0,0 2 5 16,3 0-3-16,-6-1-6 0,6 0 4 0,-2-1 4 16,0-1-2-16,-1 2 1 0,0 0-2 0,4-3 6 15,-4-5-6-15,0 14 2 0,0-9-3 0,0 1 0 16,0-6 8-16,0 13 1 0,0-10-4 0,0-3 2 0,0 13 3 15,0-9 2-15,0-4-5 0,3 14-3 0,-3-9-1 16,0-5 0-16,1 10 1 0,0-5 3 0,-1-5 0 16,0 10-6-16,3-5-2 0,-3-5-1 0,0 7 3 15,0-7 8-15,0 12-5 0,2-8-2 0,-2-4 3 16,0 11-5-16,4-7 4 0,-4 2-1 0,0-6 1 16,0 11-7-16,3-7 7 15,-3-4-1 1,0 8-5-16,0-8 6 0,0 11 1 0,1-5 0 0,-1-6-1 0,1 10 4 0,-1-3-1 15,0-7-1-15,0 10-1 0,0-5 1 0,3 0-1 16,-3-5-4-16,1 11 4 0,-1-6 1 16,0-5-8-16,0 10 3 0,0-10 3 0,0 8 2 0,3-4-4 15,-3-4-3-15,0 12 2 0,0-7 4 16,0-5-5-16,0 12-4 0,0-7 1 0,0-5 5 0,1 9-2 0,-1-4-4 16,0-5 4-16,-1 12 2 0,1-8-3 0,0-4 6 15,-3 11-7-15,3-5-1 0,0-6 5 0,3 11 0 16,-6-5 5-16,3-6-7 0,0 11 7 0,-1-6-13 15,1-5 6-15,-3 11-5 0,3-6 0 0,0-5 8 16,0 11 0-16,0-6 1 0,0-5-3 0,-1 9 0 16,1-9 2-16,-1 9 1 0,3-3-2 0,-2-6-2 0,-2 9 4 0,-1-4-4 15,3-5-1-15,0 9-1 0,0-9 2 16,0 10-3-16,0-10 9 0,0 10-9 0,0-3 4 16,0-7-1-16,-1 9-1 0,1-3 0 0,0-6-1 15,0 11 3-15,-3-6-1 0,3-5-4 0,0 10 6 16,0-10 0-16,-2 7 0 0,-1-1-1 0,3-6-1 15,-1 8 2-15,1-8-3 16,0 10-1-16,-1-5 4 0,1-5-3 0,0 10 2 16,-3-5-1-16,3-5 4 0,0 10-5 0,0-3-2 15,0-7 4-15,0 8 2 0,0-8-2 0,-1 10 3 16,-2-5-1-16,3-5-2 0,0 11-1 0,0-6 2 0,0-5-2 16,-1 11-1-16,-3-6 4 0,4-5-4 0,0 11 0 15,-1-7 1-15,1-4-2 0,-3 11 6 0,3-6 1 16,0-5 0-16,-1 10 1 0,-2-4-3 0,3-6 1 15,0 10 3-15,-1-4-4 0,1-6 6 0,0 11 1 16,0-6-6-16,0-5 4 0,-1 11-6 0,1-11 2 16,-4 10 3-16,4-10-6 0,-1 8 7 0,-2-4-2 15,3-4 0-15,3 9-1 0,-3-9 1 0,0 8 3 16,0-8-4-16,0 6 1 0,0-6-2 0,0 9-4 16,0-9 3-16,-3 7-1 15,3-7 7-15,3 7-4 0,-3-7-3 0,0 8 2 16,0-8 0-16,0 10-1 0,0-5-2 0,0-5 1 15,0 9 1-15,0-9 1 0,0 9-5 0,0-4 3 16,1 3-1-16,-1-8 3 0,-1 9-3 16,-2-2 4-16,3-7-1 0,3 9-1 0,-3-9 1 15,-3 13 5-15,3-13-4 0,3 9 1 0,-3-9 0 16,0 10-2-16,0-5 0 0,0-5 2 0,1 10-6 0,-1-10 4 0,0 9-1 16,5-5 3-16,-5-4-5 0,0 11 1 0,0-7-2 0,0-4 0 0,4 8 3 15,-4-2-1-15,1 0-2 0,-1-6-2 0,0 11 3 16,0-11-2-16,0 7 2 0,0-7-3 0,0 11 2 15,0-11 0-15,-1 8 0 0,1-8 3 16,1 9-2-16,-1-4-2 0,0-5-1 0,3 7 5 16,-3-7-5-16,1 10 5 0,-1-10-3 0,3 8-1 15,-2-4 1-15,-1-4-9 0,1 7 10 0,-1-7-1 16,-1 7 1-16,1-7 0 0,1 10-2 0,-1-10 1 16,0 7 1-16,3-3 2 0,-3-4-2 0,0 0-1 15,-3 11 1-15,3-11-2 0,3 7 0 0,-3-7-1 16,-3 8 2-16,3-8-2 0,4 7-2 0,-4-7 4 15,-1 6-1-15,1-6 0 16,-3 8 0-16,3-8-2 0,3 8 0 0,-3-8 3 16,1 8 3-16,-1-8-1 0,0 6-2 0,0-6-3 15,0 8 3-15,0-8 0 0,0 9-1 0,0-9 2 16,0 9-1-16,0-9 1 0,0 10 4 0,0-10-4 16,0 7-3-16,0-7 3 0,0 10-2 0,0-10 2 0,0 8-1 15,0-8 1-15,0 6 2 0,0-6-4 0,3 8 4 16,-3-8-4-16,0 7 2 0,0-7-3 0,0 0 2 15,0 7-1-15,0-7 2 0,0 0-1 0,0 9 2 16,0-9-3-16,-3 8-1 0,3-8 0 0,0 0 4 16,0 8-6-16,0-8 4 0,0 6-1 0,0-6 0 15,0 7-3-15,0-7 4 0,0 0 1 0,0 9-4 16,0-9 7-16,0 7-6 0,0-7 0 0,0 0 2 16,0 0-3-16,-1 7 4 0,1-7-1 0,0 0 0 15,-3 7-1 1,3-7 0-16,0 0 1 0,-2 6-2 0,2-6 2 15,0 0 0-15,0 0-4 0,0 8 6 0,0-8-6 16,0 0 3-16,-3 8 0 0,3-8 1 0,0 0 1 16,0 7-2-16,0-7 1 0,0 0 0 0,0 0 0 15,0 7-1-15,0-7-2 0,0 0 3 0,0 8-3 16,0-8 3-16,0 0 0 0,0 0 0 0,0 7-1 16,0-7-2-16,0 0 1 0,-1 7-1 0,1-7 2 0,0 0 0 0,0 0 2 15,0 0 0 1,0 0-4-16,0 10 5 0,0-10-3 0,0 0 1 0,-3 4 0 15,3-4-1-15,0 0 2 0,0 0-4 0,0 8 4 16,0-8-4-16,0 0-2 0,0 0 6 0,-1 8-2 16,1-8 3-16,-3 4 1 0,3-4-3 0,0 0 2 15,0 8-35-15,0-8-32 0,0 0-34 16,-1 7-60-16,1-7-190 0,0 0-377 0,0 0 167 16</inkml:trace>
  <inkml:trace contextRef="#ctx0" brushRef="#br0" timeOffset="160622.97">19553 2158 135 0,'2'-12'216'0,"0"1"-13"0,-1-3-6 16,2 2-8-16,-3 4-6 0,1-4-8 0,0 8-6 0,-1-1-9 0,3-2-5 15,-2 2-17-15,0 0-16 0,-1 2-15 0,0 3-23 16,0 0-34-16,0-5-22 0,0 5-3 16,0 0-7-16,-6 19 3 0,1-1-10 0,-3 14 3 0,-5 20 5 0,-1 2 0 15,-9 25 2-15,5 1 6 0,-5 2 0 0,4-1-1 16,-5-3 4-16,6 2-5 0,6-20 0 0,-5 23-1 15,5 5 3-15,5-8-3 0,0-22 1 0,7 2-2 16,0 0-1-16,0 0-2 0,0-4 0 0,0-5-1 16,0-4-3-16,-3-14 2 0,1-3-4 0,-2-4 3 15,0 0-3-15,-1-8 2 0,-1-2 5 0,1-5 16 16,-2-1 16-16,2-4 10 0,-4 0 10 0,-4-1 11 16,1-3 6-16,-8-3-9 0,-6-3-7 0,-1-4-8 15,-3-1-6 1,0-5-3-16,-1-1-3 0,2 1 4 0,-1 1-3 15,7-4 3-15,-5 4 1 0,10 2 6 0,2 1-11 0,-1 1-8 16,7 1-2-16,-2 3-1 0,2-1-7 0,6 3-2 16,-2-1 3-16,6 4-4 0,-9-6-19 15,5 4-24-15,4 2-20 0,-5-5-39 16,5 5-18-16,-5-4-47 0,5 4-65 0,0 0-80 16,8-8-315-16,-2 3-642 0,4-4 284 0</inkml:trace>
  <inkml:trace contextRef="#ctx0" brushRef="#br0" timeOffset="160999.68">19071 3099 78 0,'0'0'212'0,"-8"0"-11"0,8 0-12 0,0 0-18 16,0 0-12-16,0 0-15 0,0 0-14 0,-6 0-9 0,6 0-9 0,0 0 4 15,0 0-9-15,0 0 0 0,0 0-12 0,0 0 1 16,0 0-3-16,19 0-1 0,-1-3-13 0,12 0-7 16,1 2-6-16,4-4-6 0,16-5-4 0,1 5 0 15,-3-1-5-15,-12 1 0 0,-1 1-6 0,-4-3-4 16,-3 2-1-16,-11 1-3 0,1 1-3 0,-7 3 0 15,-6-3 3-15,7 1-5 0,-8 1-5 0,1 1-2 0,-6 0-5 16,11-1-13-16,-11 1-14 0,0 0-10 0,0 0-19 16,0 0-21-16,0 0-22 0,-30 4-24 0,16-1-34 15,0-1-26-15,0-1-50 0,1 3-168 0,1-2-411 16,5-4 182-16</inkml:trace>
  <inkml:trace contextRef="#ctx0" brushRef="#br0" timeOffset="161538.31">20023 2801 273 0,'4'-3'259'15,"0"3"-26"1,-4 0-24-16,11-2-15 0,-2-1-27 0,-1 3-16 16,0 0-19-16,2 3-12 0,2-1-11 0,0 1-10 15,-3 4-11-15,1-1-9 0,0 3-6 0,3 3-7 16,-5 0-5-16,-3 4-7 0,-4 2-6 0,-1 6-3 0,-5 0-8 15,1 2 2-15,-4-1-1 0,-3-2-5 0,0 1-1 16,-3-1-4-16,-1-1-3 0,4-6-3 0,-2-1-2 16,4-4-1-16,2 0 2 0,0-4-2 0,2 0 1 0,1-2 17 15,0-1 24-15,1 2 37 0,0-4 48 0,3-2 44 16,-4 3 20-16,4-3-4 0,0 0-23 0,0 0-23 16,17-17-13-16,-5 5-12 0,3-4-18 0,-2 1-13 0,12-5-9 15,-5-2-11-15,2 3-8 0,1-4-6 0,0 2-13 0,-4 4-2 16,-6 4-6-16,0 2-4 0,-5 1-5 15,-2 1-1-15,-1 4 5 0,0 1-3 0,-2-1-13 16,2 2-13-16,-3 0-17 0,-2 3-21 0,7-5-37 16,-7 5-24-16,0 0 4 0,0 0 4 0,4 13 11 15,-4-8 5-15,0 7 3 0,1-2 0 0,-1 4 6 16,0-2-17-16,-1 5-17 0,1-3-26 0,2 1-7 16,2 2-26-16,1 0-22 0,-3-5-27 0,1 0-38 0,1-2-54 15,-1-3-271 1,-1 1-600-16,-2-8 266 0</inkml:trace>
  <inkml:trace contextRef="#ctx0" brushRef="#br0" timeOffset="161769.74">20441 2753 139 0,'0'0'221'0,"5"-3"-21"16,-5 3-10-16,9 2-20 0,-5 3-7 0,5 0-10 15,1 5-8-15,2 5-8 0,2 6-8 0,0 1-6 16,-3 4-8-16,-1 6-4 0,-3 1-6 16,-5 13-10-16,0-12-8 0,-6 0-5 0,-3 12-6 15,-5-9-7-15,-5 7-5 16,-1-12-1-16,-7 8-6 0,2-11-6 0,-3-4-12 16,-2-1-10-16,-5-3-29 0,-2-2-30 15,1-4-37-15,-1-1-56 0,1-6-69 0,-19-4-209 16,16-2-433-16,-1-6 192 0</inkml:trace>
  <inkml:trace contextRef="#ctx0" brushRef="#br0" timeOffset="162201.66">19881 2509 42 0,'0'0'253'0,"0"-6"-22"0,0 6-22 16,0 0-25-16,-4-2-26 0,4 2-13 0,-15 4-19 15,5 4-15-15,-12 6-10 0,-2 6-12 0,-1 4-16 16,-14 18-2-16,3 0-9 0,2 5-6 0,-1 1-2 16,3 5-4-16,4 0-6 0,0 3 1 0,10-1-1 0,9-2-5 15,4 1 6-15,4-5-8 0,7-1 15 0,8-5 7 16,4-11 3-16,13 7 7 0,10-3-10 0,7-8-14 15,11-3-33-15,25 1-53 0,-20-8-71 0,28-3-107 16,-30-9-158-16,0-6-406 0,-2-1 180 0</inkml:trace>
  <inkml:trace contextRef="#ctx0" brushRef="#br0" timeOffset="162771.73">21012 3094 135 0,'0'0'197'0,"0"0"-9"0,-5-1-15 0,5 1-8 16,0 0-10-16,0 0-10 15,0 0-4-15,0 0-5 0,0 0-13 0,0 0-12 16,0 0-7-16,0 0-8 0,0 0-9 0,24-1-12 0,-6-2-5 0,4 3-8 0,6-2-7 15,3 2-5-15,-2-6-2 0,3 5-8 0,1 1-9 16,-2-4 2-16,1 0-4 0,-4 1-1 16,-6 1-3-16,-6-1-4 0,2 1 3 0,-7-1-6 15,-3 2 1-15,-1 0-2 0,-1 1-2 16,-2 0-4-16,-4 0-17 0,7-2-11 0,-7 2-17 16,0 0-22-16,0 0-20 0,0 0-26 0,-24 2-30 15,14-2-36-15,-1 0-29 0,-1 1-110 0,-1 0-332 16,3 1 147-16</inkml:trace>
  <inkml:trace contextRef="#ctx0" brushRef="#br0" timeOffset="163087.87">21062 3299 216 0,'-4'3'330'0,"0"0"-6"0,4-3-18 0,0 0-4 16,-3 1-16-16,3-1-29 0,0 0-23 0,0 0-30 16,35-7-18-16,-14 4-17 0,9-1-17 0,4-1-16 15,1-1-14-15,-3 5-7 0,0-4-17 0,0 2-24 16,-4-1 4-16,-8 2-8 0,-1-1-23 0,-6 3 17 0,-1-3-9 15,-3 3 0-15,-2 0-16 0,0-1-8 0,-7 1-39 0,9-1-38 16,-5-1-34-16,-4 2-36 0,0 0-41 0,0 0-53 16,0 0-78-16,-22 3-220 0,15-3-550 15,7 0 243-15</inkml:trace>
  <inkml:trace contextRef="#ctx0" brushRef="#br0" timeOffset="170454.22">23165 1874 136 0,'0'-10'238'0,"0"3"-11"0,0 0-15 0,0-1-7 16,0 3-13-16,-1-2-3 0,1 0-12 0,-3 3-13 15,3-1-13-15,0 5-16 0,0-6-21 0,0 2-16 16,0 4-36-16,0 0-23 0,0 0-8 0,-10 10-5 0,0 7-1 16,-7 9-8-16,-7 15 0 0,1 7-1 0,-6 7-9 15,-11 26 9-15,4 11 2 0,3-9-6 16,0 6 0-16,7 0-1 16,3-6-2-16,8-1 4 0,7-24 5 0,-3 24 9 15,4-22-2-15,1 27 2 0,1-3 7 0,4-27-3 16,8 25-2-16,-7-24-1 0,0-1-5 0,3-2 2 15,-8-2-2-15,0-5-2 0,1-13 0 0,-1-2 1 16,1-1-2-16,-6-4-1 0,1-3 0 0,1-9-3 16,-1-3 7-16,-1 1 10 0,2-4 15 15,-1-4 10-15,-1 0 11 0,-3-4-3 0,-5 1 8 0,2-2-7 0,-5-2-4 16,0-3-2-16,-5 0 3 0,4 0-5 0,-2 1 3 16,5-1-13-16,1 2-7 15,-4-1-3-15,4 0-6 0,-1 3-3 0,4-2 0 16,2 2-12-16,1 0-1 0,12 0-18 0,-19 0-18 15,19 0-16-15,-12 0-24 0,4 0-22 0,8 0-26 16,-8 0-22-16,8 0-21 0,0 0-22 0,0 0-19 16,0 0-9-16,-11 0-66 0,11 0-166 0,0 0-468 15,6-15 207-15</inkml:trace>
  <inkml:trace contextRef="#ctx0" brushRef="#br0" timeOffset="172658.18">22185 2463 74 0,'0'0'121'15,"0"0"0"-15,0 0-11 0,0 0 2 0,0 0-9 16,0 0-9-16,0 0 0 0,0 0-8 0,0 0-6 16,0 0-4-16,0 0 3 0,0 0-7 0,0 0-2 15,0 0-8-15,0 0-9 0,0 0-8 0,-4 4 0 16,4-4-2-16,0 0 3 0,0 0-9 0,0 0 2 15,0 0-5-15,0 0 7 0,0 0-5 0,0 0 3 0,0 0-4 0,0 0-4 16,0 0 1-16,0 0 4 0,0 0-10 16,0 0-1-16,0 0 0 0,0 0-3 0,0 0-2 15,0 0 0-15,0 0-3 0,0 0 1 0,0 0 2 16,26-3-5-16,-6 2-6 0,14-5 3 0,0 6-5 16,3-2-27-1,3-2-36-15,12 2-46 0,-15-5-58 0,-5 3-148 0,4 1-332 16,-4 0 147-16</inkml:trace>
  <inkml:trace contextRef="#ctx0" brushRef="#br0" timeOffset="173822.92">24135 2305 111 0,'-11'-5'140'0,"-7"-4"-21"0,-4 6-5 0,3 3-13 0,-11-1-5 16,2-1-12-16,-1 5-8 0,0 2-5 0,2 0-7 15,0 2-6-15,0 2-2 0,9-1-9 0,0 1-6 16,2 3-1-16,2 1-10 0,1-1-2 16,-1 1-4-16,6 2 6 0,3-5-5 0,0 5-4 15,2 2 2-15,3-4-3 0,3 0-6 0,1 0 8 0,5 1-2 0,2-2 5 16,3-1-14-16,3 1 6 0,-1-7-2 0,6 1 1 31,-1-4-3-31,-1-2-3 0,2-2 0 0,-2-3 9 0,5-5 11 16,-5 1 11-16,4-8 8 0,-4 0 19 0,-1-4 9 0,-4 1 8 15,0-5 3-15,-2-2 4 0,1 0 1 0,-9-6-4 16,6-2 2-16,-1 0-3 0,-3 1-3 16,2-2 2-16,-3 2-3 0,0 0 2 0,0-3 6 15,-3 4 17-15,1 4 21 0,-1 2 7 0,-1 8 11 16,0 3 4-16,-3 5-2 0,4 0-12 0,-3 3-15 16,1 1-13-16,-1 1-22 0,0 2-44 0,1 0-50 15,-1 4-51-15,0 0-18 0,0 0 11 0,0 0 2 0,-6 19 6 16,-1-2 9-16,-2 11 6 0,-1 2 4 15,0 4 5-15,2 0 0 0,-6 13 8 0,5-3 4 0,5-9 13 0,-1-2-5 16,3 1 4-16,0 0-4 0,0-4 2 0,2 0-3 16,1-4 4-16,-1-1 3 0,1-10 0 0,1-1 3 15,-2-2 0-15,1-2 1 0,0-3 0 0,-1-2 4 16,0 1-1-16,0-6 6 0,0 6 16 0,0 0 9 31,0-6 8-31,3 4 9 0,-3-4 10 0,0 0 5 0,1 5 3 16,-1-5-8-16,0 0-8 0,0 0-8 0,0 0-1 0,0 0-3 15,0 5-14-15,0-5 9 0,0 0-13 16,0 0-3-16,0 0-8 0,0 0-6 0,0 0-11 16,0 0-5-16,0 0-2 0,0 0-13 0,0 0-3 15,0 0 2-15,0 5 6 0,0-5-6 0,0 0 0 16,0 0-2-16,0 0 0 0,0 0 1 0,0 0-1 16,0 0 2-16,0 0-1 0,0 4-2 0,0-4 2 0,0 0 3 0,0 0 4 15,0 0 10-15,0 0-7 0,0 0 4 0,0 0-2 16,4 0 7-16,-4 0 0 0,0 0-6 15,19 3-6-15,-7-3-32 0,5 0-37 0,3-3-60 0,8 3-62 16,4-2-95-16,-2-5-175 0,4-1-521 0,-9-1 231 16</inkml:trace>
  <inkml:trace contextRef="#ctx0" brushRef="#br0" timeOffset="174593.67">24428 2092 146 0,'0'0'160'0,"0"0"-12"0,0 0-20 0,0 0-8 16,-8 7-9-16,8-4-17 0,0 1-6 0,0 3-6 16,0 0-8-16,4-3-3 0,2 7 0 0,-1-1 2 15,3 4-4-15,6-2-3 0,0 1 2 0,9 1 3 16,0 3 0-16,4-2 0 0,-1-3-3 0,1-1-4 16,-6-5 0-16,5 5-1 0,-5-7-4 0,0 1-4 0,-1-2 3 15,-3 0-5-15,5-1 6 0,-6-1 4 0,-4-1 6 16,-2 0 8-16,-2 0 10 0,-1 0 9 0,0 0-3 15,-7 0-2-15,9 0-8 0,-9 0-10 0,10 0-13 16,-10 0-10-16,5 0-16 0,-5 0-21 0,3 3-9 16,-3-3 2-16,-2 9-1 0,0-4-2 0,-5 4 5 15,-3 2-5-15,0 3-2 16,-8 6 1-16,4 1-2 0,-4 1 0 0,0 2 1 16,-4 3 1-16,8-1 0 0,-5-2-1 0,0 0-1 15,4-2-1-15,1 0 5 0,3-5-2 0,1 0-1 0,3-6 1 0,3-2-7 16,-1 0 2-16,1-4 0 0,0 2 8 0,0-2 6 15,3-2 15-15,-1 1 8 0,0-2 24 0,2-2 25 16,-1 4 4-16,1-4-7 0,0 0-11 16,14-1-4-16,-1-2 0 0,-1-1-5 0,0-1-16 0,8 0-2 15,-4 0-3-15,4 1-7 0,4-4-5 16,-1 4-3-16,-3 0-8 0,0 3 4 0,-1 0-5 16,0-1-7-16,-1 2-2 0,-8 0 10 0,4 0-5 15,-3 0-6-15,0 0-3 0,-1 2-2 0,-2-1 2 16,-3 0-5-16,-5-1-2 0,9 0 4 0,-4 1-11 15,-5-1 2-15,7 0-7 0,-7 0-14 0,6 2-19 0,-6-2-20 0,0 0-21 16,0 0-16-16,5 1-13 0,-5-1-11 0,0 0-18 16,0 0-8-16,0 0-25 0,0 0-48 0,0 0-243 15,0 0-512-15,0 0 227 0</inkml:trace>
  <inkml:trace contextRef="#ctx0" brushRef="#br0" timeOffset="174994.24">24494 2510 83 0,'-9'0'214'16,"9"0"0"-16,0 0-9 0,-9 0 1 0,9 0-5 16,0 0 0-16,0 0-6 0,-5-1-15 0,5 1-10 15,0 0-12-15,0 0-20 16,0 0-17-16,32-4-8 0,-4 0-14 0,6 1-6 16,5 1-14-16,16-3-4 0,4-2-3 0,5 3-1 15,27-6-4-15,-24 7 1 0,24-2-4 0,-30 0 0 0,-1 3-11 16,-6-1 0-16,-2 1-6 0,-18-2-2 0,-6 1-2 15,-8 2-11-15,-2 0 7 0,-5 1-2 0,-7-1 5 0,2-1 3 16,-3 2-9-16,1 0-4 0,-6 0-10 16,9 0-17-16,-9 0-18 0,0 0-13 0,0 0-32 15,0 0-42-15,0 0-49 0,-29 3-54 0,11-1-75 16,0 4-199-16,-2-5-515 0,4-1 229 0</inkml:trace>
  <inkml:trace contextRef="#ctx0" brushRef="#br0" timeOffset="177887.77">23248 3260 55 0,'-5'-1'187'16,"5"1"-8"-16,0 0-12 0,-4-3-7 0,4 3-6 16,0 0-6-16,0 0-13 0,0 0-11 0,0 0-6 15,0 0-12-15,-10 0-9 0,10 0-5 16,0 0-10-16,0 0-8 0,0 0 0 0,0 0-7 16,0 0-2-16,0 0-6 0,0 0-2 0,0 0-4 0,0 0-4 0,0 0-2 15,0 0-6-15,0 0-2 0,0 0-4 0,0 0-4 0,0 0-1 0,0 0 4 16,0 0-4-16,0 0 0 0,0 0 3 0,0 0-5 15,0 0-2-15,0 0-1 0,0 0-3 0,0 0-1 16,0 0 3-16,0 0-5 0,0 0-1 0,0 0 1 16,0 0-5-16,0 0-2 0,0 0 2 15,0 0 0-15,0 0-5 0,0 0 1 0,0 0-1 16,0 0 0-16,0 0-1 0,0 0-1 0,0 0-1 16,0 0 2-16,0 0-3 0,0 0 2 0,0 0 2 0,0 0-1 15,0 0 3-15,0 0 1 0,0 0 0 0,0 0 0 16,0 0-2-16,0 0 7 0,0 0-1 0,0 0 4 15,0 0-5-15,0 0 1 0,0 0-2 16,0 0 2-16,0 0-5 16,0 0 2-16,0 0-4 0,0 0 2 0,0 0-5 15,0 0 2-15,0 0-2 0,0 0 10 0,0 0-13 16,0 0 0-16,0 0-3 0,0 0 5 0,0 0-3 16,0 0 0-16,0 0 0 0,0 0 1 0,0 0-3 0,0 0 0 0,0 0 0 15,0 0 1-15,0 0 3 0,0 0-3 0,0 0 0 16,0 0-2-16,0 0 4 0,0 0-1 0,0 0-2 15,0 0 3-15,0 0-5 0,35 0 3 16,-15 0 1-16,10-2 0 0,7 2-3 0,19-1 0 16,6-1 2-16,29 1-5 0,4-5 3 0,8 4 2 15,11 2 0-15,12 0-9 0,5 0 6 0,14 1 2 0,-1 0 0 16,-4 1 6-16,3-2-5 0,-3 0 3 0,-5 0-1 16,-5-4 0-16,-6 4-1 0,-14 1-1 15,-10-2 5-15,-34-3-1 16,2 0 1-16,0 0-8 0,-10-1 9 0,1 1-2 15,-6-3 0-15,-20 3 11 0,-1-3 17 0,-10 4 20 16,-2 0 26-16,-10-1 20 0,3-1 19 0,-3 4 12 16,-1-2 5-16,-4 2-4 0,4-1-9 0,-9 2-13 15,7-3-18-15,-7 3-33 0,7-2-36 0,-7 2-40 16,4-1-66-16,-4 1-48 0,0 0-51 0,0 0-32 16,0 0-30-16,0 0-45 0,-13 9-270 0,6-8-607 0,-3 2 269 0</inkml:trace>
  <inkml:trace contextRef="#ctx0" brushRef="#br0" timeOffset="178851.4">23331 3692 143 0,'2'-8'299'0,"-4"1"-13"16,2 0 1-16,0 3-8 0,0-2-26 0,-2 1-24 16,2 5-23-16,0-5-28 0,0 5-27 15,-3-5-38-15,3 5-22 0,0 0-9 0,-3 12-5 0,-3-2-13 16,-1 15-9-16,-2 1-2 0,-1 8-6 0,-2-1-4 16,3 2 2-16,-1-2-11 0,2 3-3 0,-1-4 1 15,5 2-2 1,-2-2-5-16,2-3 4 0,-1 0-7 0,4-10 1 15,-2 1-1-15,2-4-2 0,0 0-8 0,1-5-2 16,0-1-13-16,-3-4-11 0,3 0-11 0,0-1-4 16,0 0-1-16,0 2 0 0,0-5 0 0,0-2-17 15,0 0-51-15,0 0-39 0,0 0-38 0,0 0-37 16,0 0-196-16,4-18-440 0,0 11 196 0</inkml:trace>
  <inkml:trace contextRef="#ctx0" brushRef="#br0" timeOffset="179550.62">23685 3980 152 0,'-7'1'173'0,"0"0"-7"0,2 1-7 0,-1-2-15 16,6 0-6-16,-8 0-8 0,8 0-4 0,-4 3-9 15,4-3-3-15,0 0-10 16,-6 3-8-16,6-3-6 0,0 0-10 0,0 0-8 15,-7 0-3-15,7 0-12 0,0 0-3 0,0 0-6 16,0 0-5-16,0 0-3 0,0 0-5 0,0 0-1 16,-6 2-6-16,6-2 0 0,0 0-7 0,0 0 1 15,0 0-4-15,0 0-1 0,0 0-3 0,0 0 4 16,0 0-10-16,0 0 4 0,0 0-1 0,0 0-1 16,0 0 1-16,0 0 2 0,0 0 4 0,0 0-1 0,0 0-1 15,0 0 1-15,0 0 2 0,0 0-1 0,0 0-1 16,0 0-4-16,0 0 0 0,-1 3 0 0,1-3 0 15,0 0 5-15,0 0 1 0,24-3 2 0,-3 2-1 16,0 0-2-16,11-2-3 0,0 3 1 0,5-3-5 0,3-1 5 16,14 4 5-16,-15-3-1 0,14-1 5 15,-14 2-7-15,3-2 3 16,-6 3-3-16,-1-2 0 0,-5 1-4 0,-2 0 1 16,-9 0-2-16,-6 4-2 0,0-4-9 0,-3 1-12 15,-1 1-18-15,-4-1-15 0,-1 1-35 0,-4 0-30 16,0 0-20-16,0 0-19 0,-14-7-5 0,2 4-15 15,-7 1-8-15,0-2-15 0,0 3-98 0,-3-2-311 16,2-1 138-16</inkml:trace>
  <inkml:trace contextRef="#ctx0" brushRef="#br0" timeOffset="179788.67">23909 3813 218 0,'0'-8'283'16,"1"2"13"-16,-1-1 1 0,1 0 0 0,1 3-16 16,-2-1-11-16,0 5-33 0,1-5-10 0,-1 5-44 15,0-7-22-15,0 7-33 0,0 0-26 0,0 0-11 16,0 0-14-16,-6 25-9 0,1-7-3 0,0 7 1 16,-2 5-6-16,1 0-7 0,-1 1-7 0,1 2-21 15,2-2-21-15,3 0-25 0,-2 2-22 0,3-1-41 16,0-5-52-16,4-3-60 0,1-4-101 0,4-7-163 0,0-5-498 0,4-3 221 15</inkml:trace>
  <inkml:trace contextRef="#ctx0" brushRef="#br0" timeOffset="180146.48">24986 3562 322 0,'3'-8'360'0,"-2"2"-19"0,-1 1-16 0,0 1-25 16,3-1-32-16,-2 2-16 0,-1 3-46 0,1-3-32 0,3 2-33 16,-4 1-28-16,0 0-11 0,0 0-12 0,-6 18-8 0,-1 0-11 15,1 1-7-15,-2 8-2 0,-1 5-4 0,3 1-36 16,1 3-30-16,-2-1-30 0,2 9-28 0,-1-11-36 16,2-4-39-16,0 0-59 15,3-3-267-15,-2-7-505 0,3-6 223 0</inkml:trace>
  <inkml:trace contextRef="#ctx0" brushRef="#br0" timeOffset="180659.75">24709 4059 2502 0,'-27'7'153'16,"7"-2"-69"-16,7-3-11 0,3 0-29 0,2-1 1 0,2 0-1 15,0 1-2-15,0-2-1 0,0 4 2 0,6-4 3 16,-7 2-1-16,5-2 11 0,2 0 2 0,0 0 5 16,-7 3-3-16,7-3-5 0,0 0-8 0,0 0-1 0,0 0-8 15,0 0-2-15,0 0 0 0,-6 0-6 16,6 0-4-16,0 0 0 0,0 0-8 0,0 0 6 16,0 0-8-16,0 0 2 0,0 0-9 0,0 0-1 0,-4 1 4 0,4-1-4 15,0 0 3-15,0 0-6 0,0 0-2 0,0 0 3 16,0 0-3-16,0 0-2 0,0 0-2 0,0 0 3 15,0 0 1-15,0 0-3 0,0 0-1 0,0 0-4 16,0 0 0-16,0 0 5 0,0 0 0 0,0 0 1 16,0 0-1-16,0 0-3 0,0 0 2 0,0 0 4 15,0 0 3 1,0 0-1-16,0 0 1 0,0 0-1 0,0 0 7 16,0 0 10-16,0 0 8 0,0 0 0 0,0 0-5 0,26-5 1 15,2 0-4-15,6 0-4 0,20-5-3 16,5 2 2-16,1 1 9 0,6-3-14 0,25-1-4 15,-25 1 5-15,25-3-10 0,-30 8 12 0,3 0 9 16,-4-3 9-16,3 2 12 0,-9-2 2 0,-15 2 2 16,-3 1 5-16,-4 0-8 0,-13 3 10 0,-1-1 15 0,-1 1 1 0,-6 0-3 15,-2 0-3-15,-2 0-7 0,-2 1-8 0,-5 1-5 16,9-1-27-16,-7 0-39 0,-2 1-43 0,8 0-37 16,-8 0-21-16,0 0-44 15,0 0-29-15,-24 9-60 0,6-4-70 0,0 1-302 16,-3 0-679-16,1-1 301 0</inkml:trace>
  <inkml:trace contextRef="#ctx0" brushRef="#br0" timeOffset="181221.94">24789 4575 204 0,'0'0'216'0,"0"0"-1"0,-6 2-1 0,6-2-6 16,0 0-7-16,-4 2-3 0,4-2-10 0,0 0-9 0,0 0-7 16,0 0-3-16,0 0-8 0,0 0-23 15,0 0-11-15,22-6-12 0,-8 3-13 0,3-3-13 16,3 0-6-16,-1 3-11 0,9-10-7 0,-1 1 27 15,1 0-14-15,-5 3 6 0,3-8-6 0,-8 9-4 0,0-3-9 16,-3-1-15-16,0 0 7 0,-1 0-3 0,-4 3 2 16,-2-1 6-16,-3 2-8 0,-1 1-7 0,-3 1-9 0,-1-2-1 15,-1 3-23-15,-7 1-1 0,-2 0 0 0,-6-1-17 16,-2 5 12-16,-3 0 1 0,-8 3-5 0,-2 4-5 16,2 1-2-16,-2 5 4 15,4 2-1-15,-1 0 8 0,1 2-15 0,5 2 1 16,0 1 1-16,4 1 4 0,4 1 2 0,6-3 5 15,4-2 3-15,3 1-3 0,5 0 6 0,2-1-2 16,7-3 3-16,7 4-3 0,8-3-15 0,4-3-24 16,9-5-49-16,10-4-59 0,2-3-76 0,1-1-99 15,-17-2-251-15,2-7-611 0,-6-2 271 0</inkml:trace>
  <inkml:trace contextRef="#ctx0" brushRef="#br0" timeOffset="181630.69">25170 4288 205 0,'-5'0'256'16,"5"0"-5"-16,0 0-15 0,0 0-8 0,-8 1-8 15,8-1-10-15,0 0-14 0,0 0-19 16,0 0-8-16,0 0-11 0,0 0-16 0,0 0-16 0,0 0-9 16,22 0-10-16,0-3-13 0,7 1-5 0,1 0-23 0,0 0-33 15,2-1-33-15,-1 1-38 0,-3-1-34 0,3 1-42 16,-4-4-58-16,-7 2-56 0,-2-1-182 0,0 0-443 16,-7-1 196-1</inkml:trace>
  <inkml:trace contextRef="#ctx0" brushRef="#br0" timeOffset="182131.27">25583 4171 65 0,'0'0'354'0,"0"0"-19"0,0-5-31 16,0 5-25-16,0 0-27 0,0 0-31 0,6-3-18 16,-6 3-25-16,13 0-16 0,-8 0-15 0,4 0-20 0,-4 3-12 15,4 2-22-15,-1-1-5 0,-2 4-5 0,1-2-12 16,-2 5-8-16,-1-2-7 0,-2 0-8 0,0 4-4 16,-2-1-4-1,-2 1-1-15,-3 3-3 0,0 0-7 0,-5-3-4 16,1 2 2-16,0-1-6 0,1-3 3 0,-1-1-8 15,0-2 3-15,4 0-3 0,0-4-1 0,1 3-4 16,0-4 3-16,0 2 1 0,2-2 27 0,1 0 34 16,1-3 42-16,-3 3 37 0,3-3 22 0,0 0-20 15,0 0-20-15,6-11-11 0,2 3-15 0,4 0-7 16,3-5-13-16,-1 3-11 0,4-5-11 0,3-2-6 0,0 0-9 0,2 0 0 16,-7 4-10-16,1 0-5 0,-4 2 7 0,-1 0 7 15,-2 4 4-15,-4 1 4 0,1 1-4 0,-4 3-4 16,1-2-8-16,0 1-5 0,0 0-20 0,-4 3-26 15,4-1-25-15,-4 1-13 0,0 0 3 0,-3 11 6 16,-2-4 3-16,1 3 6 0,-1 1-1 0,0 5 5 16,0 0 1-16,5 2-8 0,0 1-10 0,10 5-15 0,4-1-34 0,13 1-65 15,15 3-89-15,13-4-130 0,7-6-379 0,3-7-813 16,28-7 360-16</inkml:trace>
  <inkml:trace contextRef="#ctx0" brushRef="#br0" timeOffset="186777.29">18793 5985 14 0,'0'0'107'0,"0"0"2"0,0 0-16 0,0-5-9 0,0 5-6 16,0-5 0-16,0 5-8 0,3-5-2 0,-1 1-9 15,-1 1-2-15,-1 3-11 0,3-7-6 16,-1 2 0-16,0 1 5 0,1 1-10 0,-3 0 14 16,1-2 10-16,1 1 1 0,0 1-5 0,-2 3-1 0,0-3 1 15,0 3 2-15,2-6-5 0,-2 6 10 0,2-5-6 0,-2 5 0 0,0 0 0 16,0-3 1-16,0 3 3 0,0 0-4 0,1-4 0 15,-1 4-1-15,0 0 3 0,0 0 2 0,3-4-2 16,-3 4 2-16,0 0 0 0,0-4-3 0,0 4-4 16,0-5-1-16,0 5 4 0,1-7 22 0,-2 3 6 15,2-1-10-15,-1 0 2 0,2-2 5 0,0 1-2 16,-2-1 3-16,4 1-5 0,-3-1 7 0,-1 1-2 0,0 1-4 16,2 0-2-16,1 0-13 0,-3 1-8 0,0 4-15 15,1-5-18-15,-1 5-33 0,0 0-23 0,0 0-2 16,0 0 5-16,-6 17 1 0,-3 2 1 0,0 9 3 15,-5 6 2-15,-2 18 5 0,-4 2 2 0,-2 25 1 16,5-24 5-16,0 3 3 0,1 25-4 0,-1-28 5 16,7-1-1-1,2 4 0-15,-2-8 4 0,1-2-2 0,2-13 2 0,6-1 2 16,-4-1 0-16,0-3-2 0,5-2 6 0,-4-9-3 16,0-3 2-16,3 1 1 0,1-6 0 0,-2-3 5 15,0-3 19-15,2 0 28 0,-1-1 35 0,1-4 40 0,-4 8 19 16,2-8-2-16,2 0-16 0,0 0-14 0,-21-8-8 15,11 2-2-15,-5-2-19 0,0-1-12 0,0-3-4 16,1 1-12-16,3 4-2 0,2 0-4 0,0 1-11 16,1 2 1-16,1-2-3 0,0 4-12 0,6-2-3 15,-3 2-4-15,0 1-17 0,4 1-35 0,-4-4-39 0,4 4-33 16,0 0-30-16,-6-2-35 0,6 2-27 0,0 0-11 16,0 0-27-16,0 0-27 0,0 0-28 15,0 0-256-15,0 0-587 0,0 0 260 0</inkml:trace>
  <inkml:trace contextRef="#ctx0" brushRef="#br0" timeOffset="187077.69">18458 6521 180 0,'0'0'257'0,"-8"0"-9"0,8 0-17 15,0 0-13-15,-5 1-11 0,5-1-9 0,0 0-12 16,0 0-11-16,0 0-5 0,0 0-5 0,0 0-12 16,32 0-13-16,-3-1-1 0,4 0-21 0,20-4-13 15,-2 1-5-15,5-2-15 0,-3 4-8 0,-14-2-9 0,-5 1-3 16,1 0-6-16,-4-2-8 0,-9 3-6 0,-3-1 3 16,-6 3-7-16,-2-2-4 0,1-1-7 0,-5 2-10 15,0 0-18-15,-3-1-22 0,-4 2-24 0,0 0-26 16,0 0-13-16,-13-5-13 0,2 5-14 0,-1 0-23 0,-5 2-13 15,-1-2-19-15,4 0-34 0,0 0-48 0,1 0-138 16,3 0-415-16,0 0 184 0</inkml:trace>
  <inkml:trace contextRef="#ctx0" brushRef="#br0" timeOffset="187516.93">19269 6293 227 0,'4'-2'285'16,"-4"2"-25"-16,5-4-23 0,-4 0-24 0,-1 4-23 16,7 0-18-16,-7 0-19 0,10 0-7 0,-5 6-17 15,0-3-9-15,4 3-11 0,0 3-12 0,-4 0-11 16,3 2-4-1,-3 0-12-15,2 5-9 0,-6 0-4 0,2 0-9 0,-5-1 1 16,1 0-7-16,-2 2-5 0,-2-1-2 0,1-4-3 16,-1-2-4-16,1 1-3 0,0-3-3 15,-2-2 1-15,5 1-1 0,-2-2 7 0,1-1 5 16,-1 1 39-16,3-2 31 0,0-3 41 0,-1 2 34 0,1-2 21 16,0 0-15-16,0 0-16 0,0 0-20 0,5-13-12 15,0 4-12-15,4 2-26 0,-1-4 2 0,3-1-15 0,-1-1-6 0,-2 3-11 16,4-4-6-16,-4 8-6 0,0-3-3 0,-4 4-7 15,1 2-10-15,-1-3-3 0,-1 2-5 0,0 1-7 16,1 1-11-16,-4 2-33 0,5 0-15 0,-5 0-3 16,0 0-5-16,7 8 0 0,-5 0 3 0,2 2-20 15,1 2 25-15,-3 0-27 0,4 3-27 0,-2 1-24 16,-1-1-24 0,1 1-26-16,-2-3-29 0,1-1-34 0,0-2-35 15,-2 1-36-15,1-3-283 0,0-5-629 0,3 3 278 16</inkml:trace>
  <inkml:trace contextRef="#ctx0" brushRef="#br0" timeOffset="187732.68">19640 6277 274 0,'2'-6'268'0,"1"1"-32"15,-2 3-26-15,-1 2-21 0,7 0-14 0,-7 0-15 16,12 11-8-16,-7-5-14 0,4 8-9 0,0 3-8 15,0 7-7-15,-1 0-12 0,-3 3-5 0,-1 2-4 16,-3 4-11-16,-2-4-7 0,-7 2-6 0,1-1-5 0,-4 1-5 0,-1-1-22 0,-4-2-15 16,-3-3-19-16,-3 1-21 0,-1-3-33 0,-6-5-41 15,-2-3-46-15,3-1-71 0,-4-6-185 0,1-3-427 16,2-1 190-16</inkml:trace>
  <inkml:trace contextRef="#ctx0" brushRef="#br0" timeOffset="188173.46">19350 6079 325 0,'-4'-7'356'15,"0"5"-18"-15,4-3-30 0,-1 0-36 0,1 5-33 16,-3-6-28-16,1 5-26 0,2 1-18 0,-12 5-20 16,-2 4-19-16,-6 12-9 0,-5 5-14 0,-12 12-12 15,0 2-9-15,1 5-15 0,-2 3-6 0,5 3-7 16,2-5-8 0,3 2-1-16,6-4-4 0,3-1-8 0,10-11 1 0,3 0 8 15,3-3-3-15,5-1 17 0,1-3 1 0,6 0 7 16,2-7 10-16,5 4 5 0,7-3 14 15,0-1-5-15,5-4 4 0,4-2 2 0,-1 0-5 16,0-3-10-16,-1 1 3 0,-8-5 0 0,-2-3-7 0,2 1 15 16,-12-1 3-16,1 0 5 0,-4-1 10 0,2-1 0 15,-2 1 4-15,-2-1-7 0,1 1-9 0,-6-1-8 0,5 2-10 16,-5-2-6-16,0 0-10 0,8 0-15 0,-8 0-7 16,0 0-27-16,5 1-32 15,-5-1-29-15,0 0-39 0,0 0-35 0,0 0-50 0,0 0-33 16,0 0-40-16,5 1-46 0,-5-1-84 15,0 0-359-15,0 0-791 0,9-7 351 0</inkml:trace>
  <inkml:trace contextRef="#ctx0" brushRef="#br0" timeOffset="188550.75">20036 6643 325 0,'0'0'335'0,"0"0"1"0,-5 0 5 16,5 0-7-16,0 0-3 16,0 0-16-16,0 0-25 0,0 0-22 0,0 0-23 15,0 0-26-15,0 0-34 0,0 0-40 0,0 0-40 16,24-7-47-16,-10 7-50 0,5-3-51 0,11-2-57 15,-1 4-61-15,-2 0-79 0,-8-1-310 0,3 0-595 16,-1 0 264-16</inkml:trace>
  <inkml:trace contextRef="#ctx0" brushRef="#br0" timeOffset="188703.98">20147 6745 47 0,'-7'4'183'0,"1"-1"-17"16,2-1-9-16,3 1 4 0,-1 0 5 0,2-3 9 15,2 6-1-15,3-3-16 0,9-2-11 0,16 3-16 0,2-4-48 16,3 3-82-16,19-6-111 0,-3-2-164 0,-1-4-295 16,-10 3 131-16</inkml:trace>
  <inkml:trace contextRef="#ctx0" brushRef="#br0" timeOffset="189352.3">21166 6646 2182 0,'-19'2'135'16,"2"-1"-52"-16,4-1-37 0,-1 0-24 0,6 1 2 16,-2-1-17-16,1 0-2 0,5 3 2 0,-2-3 4 0,6 0 6 15,-9 0 4-15,9 0 6 0,-8 1 10 0,8-1 4 0,-5 3 10 16,5-3 0-16,0 0 3 0,-6 0-6 0,6 0-3 16,0 0-5-1,0 0-4-15,0 0 1 0,0 0-6 0,0 0-1 0,0 0-4 16,0 0 4-16,0 0-1 0,0 0-3 0,0 0 0 15,0 0 6-15,0 0 1 0,0 0 3 0,0 0 3 16,0 0 3-16,0 0-5 0,0 0 3 0,0 0-3 16,0 0 1-16,0 0 4 0,0 0-5 0,0 0-3 15,0 0-1-15,0 0 1 0,0 0-9 0,0 0-1 16,0 0 1-16,0 0-5 0,0 0 11 0,0 0 8 16,0 0 3-16,25 3 2 0,-3-3-10 0,7 0 15 15,6-2-19-15,1 1 4 0,-1-2-6 0,4 2 0 16,-2-2-3-16,-5 2-2 0,0 0 0 0,-4-1-4 15,-10 1-2-15,-2 0 14 0,-7 1-23 0,0-1-2 0,0 1 4 0,-4 0-6 16,3-2 6-16,-8 2 5 0,9-1-24 0,-5-1-35 16,-4 2-35-16,0 0-28 0,7 0-40 0,-7 0-41 15,0 0-48-15,0 0-91 0,0 0-214 0,0 0-587 16,-20-2 260-16</inkml:trace>
  <inkml:trace contextRef="#ctx0" brushRef="#br0" timeOffset="192775.11">22124 5949 98 0,'0'-17'170'0,"1"5"1"15,2 0-1-15,-2 0 8 0,0 2 2 0,2-1-3 0,-2 5-1 16,-1-1-7-16,3 2-13 0,-2 0-19 0,-1 1-18 16,1 1-14-16,-1 3-22 0,0 0-30 0,0 0-10 0,0 0-7 15,-9 12-4-15,3 5-2 0,-8 12-6 0,-7 17 2 16,-6 9-3-16,-7 25 0 0,-3 2-3 0,5 3-1 15,-1 2-2-15,2-4-1 0,3-1-4 0,6-4 2 16,6-21-2 0,0 27 0-16,2-1 11 0,7-22 11 0,-2 26 0 0,5-27-2 0,1 23 1 15,2-26 1-15,-1 0-1 0,-2 0-3 16,-2-3-3-16,3-5-1 0,-4 1-4 0,2-17 2 16,-1-1-3-16,1-1-5 0,-3-6 2 0,2-5-1 15,-2-3 0-15,3-6 5 0,2-1 23 0,1-5 30 0,-1-1 35 0,-3-1 4 16,-2-3-5-16,-5-3-12 0,-2-3-7 0,-7-2-9 15,-5-7 16-15,2 6 3 0,-1-5 10 0,8 3-2 16,1 5 0-16,1-5-3 0,2 5-3 0,5 2-13 16,3-1-10-16,-2 2-14 0,3-1-7 0,0 2-12 15,1 0-39-15,0 0-36 0,4 2-27 0,-5-3-42 16,5 3-28-16,-5-2-15 0,5 2-12 0,0 0-10 16,0 0-20-16,0 0-42 0,15-3-79 0,-6 0-244 15,5-3-591-15,-1-4 261 0</inkml:trace>
  <inkml:trace contextRef="#ctx0" brushRef="#br0" timeOffset="193413.79">22756 6384 104 0,'0'0'127'16,"-6"2"-4"-16,6-2-18 0,-5 0-9 0,5 0-5 15,-6 2-1-15,6-2-19 0,0 0-11 0,0 0 2 16,0 0-2-16,0 0 12 0,0 0 9 0,0 0 4 16,-6 1 11-16,6-1 18 0,0 0 3 0,0 0-2 15,0 0-2-15,28-5-12 0,-11 0-4 0,5-2 0 16,-3 0-4-16,9-4 2 0,0-1 0 0,-2-1-6 16,1 0 3-16,-2 0-8 0,-1-1-1 0,-7 2-4 15,1-1-3-15,-3 0 1 0,-2 4 3 0,-3 1 5 16,-2 1-4-16,-3 1-9 0,0 2 7 0,0 0-23 15,-2 1-11 1,-3 3-11-16,0 0-7 0,0 0-1 0,-28 10-7 16,4 2-2-16,-10 3 3 0,5 4-4 0,-15 8-9 0,15-5 1 15,0 1 12-15,2 4-15 0,0-3 1 0,5 3-5 16,4-2 6-16,1 0-4 0,8-1-20 0,2-6-4 16,4 3-2-16,6-5 2 0,2 0 4 0,17 3 0 15,-7-7-11-15,16-2-28 0,5-2-45 0,16-4-54 0,4-7-83 16,-1-4-256-16,1 0-534 0,-4-7 236 0</inkml:trace>
  <inkml:trace contextRef="#ctx0" brushRef="#br0" timeOffset="193779.02">23085 5946 53 0,'-7'0'211'0,"2"-2"-11"15,5 2-8-15,-9-1-11 0,9 1-12 0,-6-1-13 16,6 1-6-16,-6-1-10 0,6 1-4 0,0 0-4 15,-5-2-1-15,5 2-9 0,0 0-17 0,0 0-5 16,0 0-9-16,0 0-7 0,0 0 0 16,22 3-6-16,0-3-3 0,11 1-10 0,1-2-8 15,19-2-2-15,-14 2-7 0,-2-5-6 0,0 6-25 16,-3-1-30-16,3-1-36 0,-6 2-36 0,-3-2-37 16,-7 0-39-1,-5-3-48-15,-6 0-164 0,2 0-404 0,-7 0 180 0</inkml:trace>
  <inkml:trace contextRef="#ctx0" brushRef="#br0" timeOffset="194315.33">23716 5724 89 0,'5'-3'201'15,"3"3"-16"-15,-1-1-13 0,4 1-17 0,0 1-20 16,1-1-11-16,-1 3-12 0,3 1-10 0,-3 2-11 15,1 1-15-15,-3 0-10 0,0 3 0 0,4 3-10 16,-8-3-8-16,0 5-2 0,0 2-4 0,-2 0-1 16,-3 0-6-16,-3 1-1 0,1 3-4 0,-5-3 6 15,1 2 8-15,-7 2-3 16,4-4 0-16,0-4-5 0,-1 1 5 0,-1-4 0 16,1 1 5-16,4-4-2 0,-1-1 2 0,3-2 10 0,1 0 15 0,1-3 16 15,-1 0 26-15,2 2 42 0,1-4 39 0,-4 1 28 16,4-1 24-16,0 0-24 0,0 0-25 0,4-9-15 15,2 0-20-15,2-2-19 0,3-3-16 0,2 0-12 16,-3-1-13-16,8-4-9 0,-5 3-11 0,-2 0-7 16,2 2 2-16,-5 4-1 0,-2 0 0 0,2 3-5 15,-3 2-2-15,2-1-10 0,-5 2-14 0,1 0-19 16,0 2-24-16,0-1-32 0,-3 3-52 0,2-3-33 16,-2 3 10-16,0 0 11 0,2 15 14 0,-5-5 15 15,3 2-2-15,-2 7 2 0,0 7 0 0,2-1-1 16,3 6-6-16,1-2-12 0,6 3-17 0,0 1-35 15,8-6-24 1,1 3-42-16,4-3-70 0,4-3-329 0,6-6-652 0,4-3 289 16</inkml:trace>
  <inkml:trace contextRef="#ctx0" brushRef="#br0" timeOffset="194994.37">24807 6246 174 0,'-6'-8'184'0,"-2"4"-6"16,-2-3-19-16,0 2-12 0,-3 3-17 0,-5-2-11 16,0 3-13-16,-1-2-11 0,-8 3-8 0,4 1-8 0,-6 2-6 0,11 1-7 15,-4 1-8-15,2 2-7 0,3-1-8 0,1 3-7 16,0 2-2-16,2-3-1 0,5 3-8 0,0-3 1 15,-3 5-6-15,5 1 2 0,1-2-8 0,3 0 0 16,-1-2 5-16,1-1 2 0,6 3-4 0,-1-3 2 16,3-1 10-16,2 2 6 0,2-4 10 0,5 0 5 15,-1-1 3-15,1-2 5 0,4-1 5 0,3-4 4 16,-1 1 7-16,1-4 7 0,-1-2 6 0,5-5 14 16,-8 2 2-16,6-7 0 0,-4 0 5 0,-5 1-10 15,4-4-6-15,-2-4-2 0,-2 0-7 0,-4-3-4 16,0 0-10-16,0-5-9 0,-1 2-2 0,-1-2-9 15,-3 0 2-15,1 0 6 16,-2 2 16-16,-1 1 17 0,-3 3 9 16,1 8 10-16,-2 1-1 0,1 5-4 0,0 3-16 15,0-2-6-15,0 5-8 0,0 1-15 0,0 1-17 0,0 0-41 16,0 4-58-16,0 0 6 0,0 0 0 0,-9 10 7 16,1 1 8-16,0 5 2 0,-2 10 6 0,-2-1-3 15,4 4 2-15,-1 1 9 0,1 3-4 0,3 0 3 0,1-1 6 0,3-1 3 16,1 1-7-16,3-1 2 0,2-2 15 0,0-4-25 15,0 1 3-15,0-8-9 0,-1-2-7 16,0-3-8-16,-2-4-15 0,1 1-12 0,-1-3-12 16,1-2-10-16,-1-1-8 0,0-1-17 0,-1-1-51 15,-1-2-76-15,0 0-283 0,11-8-575 0,-4-1 255 0</inkml:trace>
  <inkml:trace contextRef="#ctx0" brushRef="#br0" timeOffset="195548.79">25214 5927 242 0,'0'0'219'0,"0"0"-21"0,-2-6-22 0,2 6-21 0,0 0-17 0,0 0-16 16,0 0-10-16,-6 13-12 0,5-5-5 0,-2-1-5 0,1 5-8 0,2 2-7 15,-2 2-5-15,4 0-2 0,0 1-5 0,2 2-4 16,2 1-3-16,3 3-6 0,2 2-3 15,-1-9-2-15,-1-1-5 0,0 0-1 0,1-2-2 16,1-4-2-16,-4 0 3 0,2-2 16 0,0-2 6 0,-2-1 15 16,-2 0 13-16,3-2 18 0,2 0 3 0,-2-1 5 15,-3-2-6-15,4-1 6 0,0 0-6 0,-3-1 3 16,2 1-18-16,-3-2 5 0,3 1-3 16,-3 0-8-16,0 1-5 0,-2 2-9 0,-3 0-16 0,5-3-7 15,-5 3-39-15,4-2-22 0,-4 2-10 0,0 0 0 16,0 0-1-16,-9 14-4 0,-3-4 7 0,-2 4 4 15,-4 5 0 1,-5-1 1-16,0 4 1 0,0 2 2 0,-2 0 2 16,0 0 0-16,2 3 1 0,0-3 10 0,-1 1-6 15,6-4-5-15,0-2 3 0,5-4-1 0,3-6 2 16,5-1 1-16,0-2 3 0,1 0 9 0,0-1 26 16,-1-1 13-16,3-2 28 0,-1 1 29 0,1 0 36 15,2-3-6-15,0 0-4 0,0 0-12 0,20-8-13 0,-8 4-14 0,5-4-15 16,4-1-2-16,-2 2-8 0,7-1-8 0,0-2-5 15,1 3-6-15,1 0-12 0,-1 0 0 0,-9 2-5 16,1 2-4-16,0 1-4 0,-3 0-9 0,-6 0 2 16,3 1-3-16,-7 1-4 0,3-1-1 0,-3 1-1 15,-6 0-6-15,13-1-7 0,-9 1-6 0,-4 0-8 16,7-2-4-16,-7 2-11 0,0 0-9 0,0 0-13 16,10 0-14-16,-10 0-12 15,0 0-17-15,0 0-12 0,0 0-16 0,5-2-3 16,-5 2-13-16,0 0-11 0,0 0-36 0,5-3-51 15,-2 1-50-15,-3 2-307 0,3-4-650 0,-1-2 287 16</inkml:trace>
  <inkml:trace contextRef="#ctx0" brushRef="#br0" timeOffset="195887.63">25157 6354 2 0,'-5'0'327'0,"5"0"-2"0,-6 1-3 0,6-1 5 16,0 0-13-16,-5 2-7 0,5-2-17 0,0 0-29 16,0 0-20-16,0 0-25 0,0 0-20 0,33-7-31 15,-3 5-32-15,1-2 5 0,6-2-14 0,0 4-14 0,17-3-12 16,-17 1-9-16,2-2-7 0,-1 1-8 15,-2 1 2-15,-1 1-19 16,-7 1-1-16,-7-2-17 0,-3 1 14 0,-8 2 2 16,4 0-2-16,-5-2-9 0,-2 3-3 0,-2 0-2 15,2 0-28-15,-7 0 1 0,9-2-36 0,-9 2-38 16,5 0-36-16,-5 0-27 0,0 0-20 0,0 0-36 16,-11 6-40-16,-2-1-64 0,0-2-305 0,-6 1-638 0,6 0 282 0</inkml:trace>
  <inkml:trace contextRef="#ctx0" brushRef="#br0" timeOffset="196582.14">22230 7165 76 0,'-4'1'117'15,"4"-1"-6"-15,-6 1-13 0,6-1-2 0,-7 1 12 16,7-1-12-16,-5 0-6 0,5 0 4 0,0 0-15 16,0 0-7-16,0 0-9 0,-6 2-3 15,6-2-2-15,0 0-11 0,0 0-3 0,0 0 1 0,0 0 2 16,0 0-1-16,0 0 5 0,-5 2-1 0,5-2-3 15,0 0 5 1,0 0-2-16,0 0-2 0,0 0-3 0,0 0-6 16,0 0-4-16,0 0-3 0,0 0-3 0,0 0-4 15,0 0-2-15,0 0 0 0,0 0-2 0,0 0-5 0,0 0 1 16,0 0 0-16,0 0-4 0,0 0 5 0,0 0 1 16,0 0 7-16,0 0 1 0,0 0 12 0,0 0 14 0,23 5 3 15,-4-8 5-15,13 0-2 0,23-2 5 0,10 0 0 16,38-2 8-16,7 2 1 0,10-5 8 0,3 0 1 15,15 2-6-15,16 2 2 0,13-3-2 0,5 1-2 16,2-4 3-16,2 4 4 0,-1 1-12 0,-6-2 14 16,-8 1-16-16,-18 1 0 0,-10-3-3 0,-18 5 2 15,-7-3-3-15,-9-1 6 0,-35 2 6 0,-4 1 13 16,-1 0-7-16,-21-1 9 0,-6 4 6 0,-2-1 13 16,-12 1 18-16,-5 2 17 15,-2-2 10-15,-1 0 1 0,-1 2-4 0,-3 0-13 16,-1 1-12-16,3-3-13 0,-6 1-24 0,-2 2-36 15,8-2-50-15,-8 2-59 0,0 0-62 0,5-1-70 16,-5 1-60-16,0 0-42 0,0 0-36 0,0 0-73 16,-23 8-277-16,11-7-731 0,-2-1 324 0</inkml:trace>
  <inkml:trace contextRef="#ctx0" brushRef="#br0" timeOffset="197305.54">22548 7962 13 0,'-8'1'174'0,"8"-1"-20"0,0 0-10 15,0 0-11-15,0 0-13 0,-6 1-7 0,6-1 0 16,0 0 4-16,0 0 8 0,0 0 0 0,0 0-1 16,0 0 3-16,0 0 3 0,0 0-8 0,0 0-3 15,0 0-8-15,28-6-7 0,-7 0-8 0,5-1-4 16,1-3-7-16,1 3 3 0,-5-4 7 0,6 1 5 0,-12-1-5 0,5 2 3 16,-5-3-4-1,-1 0-9-15,1 2-2 0,-2-3 1 0,-2 0-5 16,-2 1 0-16,-4 0-6 0,-2 4 3 0,-2-2-17 15,0 0 0-15,-3 3-15 0,0 2-7 0,-3-1-15 0,-5 1-6 16,-2-1-2-16,0 5-15 0,-3 1-3 0,-8 0 3 16,1 4-5-16,-7 1-2 0,1 5-1 15,1 4-2-15,-1 1 3 0,2-1-1 0,2 3-5 16,8-1 7-16,-1 0-2 0,2 5-3 0,3-4-1 0,1 0-4 16,8 7 9-16,1-7-1 0,6 1-2 0,4-2 2 15,7 4 6-15,9-6-5 0,2-5-5 16,5 3-24-16,5-6-38 0,-2-2-36 0,14-4-64 15,-11-2-60-15,-3-2-265 0,1-2-542 0,-5-5 241 0</inkml:trace>
  <inkml:trace contextRef="#ctx0" brushRef="#br0" timeOffset="197822.52">22935 7589 87 0,'0'0'207'0,"0"0"-17"0,-7 1-3 0,7-1-11 16,0 0-7-16,0 0-11 0,-5 1-4 0,5-1-7 15,0 0-6-15,0 0-6 0,0 0-7 0,0 0-15 16,0 0-8-16,0 0-7 0,0 0-10 0,0 0-2 16,25-4-9-1,-12 4-8-15,6-4-4 0,3 3-6 0,7-2-8 0,0 2-6 16,0-3-1-16,-1 3-5 0,-6-2-5 16,-3 3-6-16,-3 0 0 0,2 0-6 0,-5-3-4 15,-4 3 1-15,-3 0 1 0,2-2-6 0,-3 2 3 16,-5 0-1-16,10-2-6 0,-7 0-13 0,-3 2-20 0,0 0-10 15,0 0-11-15,0 0-18 0,0 0-27 0,0 0-30 16,0 0-43-16,-22 4-41 0,16-4-182 0,-2-2-416 0,-1 0 185 16</inkml:trace>
  <inkml:trace contextRef="#ctx0" brushRef="#br0" timeOffset="198323.78">23357 7446 343 0,'-4'-2'332'0,"4"2"-30"0,0 0-27 15,0 0-30-15,0-4-14 0,0 4-35 0,0 0-20 0,12-1-25 0,-5 1-15 16,4 0-15-16,1 2-14 0,1 1-10 0,6-1-13 15,-6 4-7-15,0-3-10 0,0 3-6 0,-3 3-17 16,1-1-7-16,-2-1-11 0,0 3-9 0,0-1-5 16,-5 3-7-16,0-1-1 0,-2 1-8 0,-2 1-8 15,-1 3 1-15,-4-1 0 0,-3 1-1 0,1-2 1 16,-1-4-3-16,-1 0 6 0,-2 2-2 0,4-4 3 0,-2 1 3 0,5-3 4 16,-2-2 4-1,2 1 9-15,-1-2 17 0,4-1 21 0,-3 2 32 0,1-1 41 16,3-3 44-16,0 0 1 0,0 0-16 0,0 0-18 15,4-17-11-15,3 8-17 0,5-7-11 0,0 2-13 16,3-1-5-16,4-4-8 0,0-1-11 0,-3 6 6 16,4-3-12-16,-6 5-5 0,0-2 0 15,-2 6-3-15,-2 0 3 0,-5 4-5 0,3-2-4 16,-3 2-9-16,-1 1-10 0,-3 0-14 0,4 1-9 0,-5 2-29 16,5-2-29-16,-5 2-9 0,0 0 0 0,0 0-1 15,4 10 10-15,-4 0 2 0,0 1-4 0,0 3 8 16,0 2 6-16,5 11 6 0,-1-2 7 15,3 0 15-15,4 1-8 0,2-4-3 0,7 0-26 0,3-1-51 16,3-4-70-16,8-4-114 0,2-5-314 0,-3-3-657 0,3-6 290 16</inkml:trace>
  <inkml:trace contextRef="#ctx0" brushRef="#br0" timeOffset="200027.24">22850 6503 107 0,'0'0'141'0,"0"0"-15"0,0 0-6 16,0 0 5-16,0 0-10 0,0 0-2 0,0 0 0 15,0 0-1-15,0 0-16 0,0 0 11 0,0 0 0 16,0 0-8-16,0 0-6 0,0 0-9 0,0 0-2 0,0 0-9 0,0 0-4 16,0 0 0-16,0 0-4 0,0 0-3 0,0 0-6 15,0 0-4-15,0 0-3 0,0 0-4 0,0 0-7 16,0 0 0-16,0 0-6 0,0 0 6 0,0 0-9 15,0 0 3-15,0 0 0 0,0 0 1 0,0 0-2 16,0 0 2-16,0 0-2 0,0 0-6 0,0 0-3 16,11-5-1-16,-4 1 0 15,3 1-5-15,1-2-1 0,2 2 2 0,6-4-8 16,-1 1 2-16,0-2-3 0,1 2-1 0,-1-2 1 16,3 1-1-16,-2-1 0 0,-1 2-1 0,-1-3 2 15,-5 5-3-15,1 0 2 0,-3-1-1 0,-2 0-1 16,-1 1 0-16,0 3 10 0,-2-2 1 0,-1 0 4 15,0 1-1-15,-1-1-3 0,-3 3-2 0,7-2 1 16,-7 2 1-16,3-3-5 0,-3 3-1 0,0 0-4 0,4-2-6 0,-4 2 5 16,0 0-12-16,2-2-1 0,-2 2-8 15,0 0-2-15,0 0 0 0,0 0-5 0,0 0 3 0,0 0 1 16,0 0-1-16,0 0 4 0,0 0-2 0,0 0 3 16,0 0 3-1,0 0 2-15,0 0-4 0,0 0 1 0,0 0 6 0,0 0-2 16,0 0 2-16,0 0 1 0,7-1 3 15,-7 1-2-15,0 0 2 0,0 0-2 0,0 0 4 0,0 0 1 16,0 0 0-16,0 0 0 0,0 0 0 16,0 0-1-16,0 0 0 0,0 0-1 0,0 0 3 15,0 0-1-15,0 0 1 0,0 0 0 0,0 0-2 16,0 0 4-16,0 0-1 0,0 0 12 0,0 0 3 0,0 0 4 16,0 0 5-16,0 0-2 0,0 0 4 0,0 0 7 15,0 0-3-15,0 0 0 0,0 0-5 0,0 0-1 0,2-4-4 16,-2 4-4-16,0 0 1 0,2-4 0 0,-1 0-3 15,-1 4 0-15,3-5-3 0,-2 1-1 0,-1 4-2 16,5-5-2-16,-5 1 1 0,0 1-3 0,0 3 0 16,4-8 1-16,-4 4 0 0,1-1-4 0,-1 1 1 15,0 0 1-15,3 0 9 0,-2 1-12 0,-1 3-4 16,0-7 6-16,0 0-4 16,0 4 1-16,0-2 2 0,0 1-2 0,0-1 1 15,0 5-4-15,0-7 4 0,0 4 1 0,0-1-3 0,0 4 0 0,-1-5-1 16,-2 0 8-16,3 5-4 0,0-5 7 0,0 5-1 15,0 0-3-15,-1-3-2 0,1 3 1 0,0 0 0 16,0-7 3-16,0 7 4 0,0 0-4 0,-2-3 14 16,2 3-16-16,0 0 0 0,0 0-3 0,-2-4 1 15,2 4 1-15,-6-3-5 0,6 3-2 0,-4-2 0 16,4 2 6-16,-8 0-7 0,5-2 2 0,3 2-2 16,-11-3-2-16,5 1 2 0,6 2-1 0,-13 2-1 15,5-2 0-15,0 0-1 0,-3 2 11 0,0-1-1 16,-2 1-9-16,0 2-2 0,1-1 1 0,-5 2-3 15,-3 2-1-15,3 1 2 0,0 2 0 0,-7 4-3 16,2 1 4-16,-1 2-4 0,2 0 1 0,2 2 4 0,6-3-6 16,2 1 2-16,-4 3 0 0,5-3 2 0,3 0-1 15,1 0 0-15,2 2 1 0,-1-2 1 0,8 1 3 16,-1-1 2-16,3 0 4 0,7-1 4 0,1 1 2 16,8 0 14-16,5-2 1 0,1-1 0 0,3-3 9 0,2-1 2 15,4 0-2-15,0-5 4 0,-2 2-1 0,2-4 1 16,-3 1-8-1,-6-1 0-15,-5-3 1 0,-3 0-4 0,-5 1 1 16,-1-1 4-16,-5 1 6 0,-2-1 7 0,0 0 1 16,2 0 18-16,-8 0-10 0,8 2-4 0,-8-2 3 0,7-2-4 15,-7 2-7-15,0 0-4 0,8 0 9 16,-8 0-42-16,0 0-11 0,0 0-25 0,6 3-32 16,-6-3-29-16,0 0-38 0,0 0-45 0,3 3-5 15,-3-3-21-15,-1 6-35 0,1-2-265 0,0 0-544 0,2-2 241 0</inkml:trace>
  <inkml:trace contextRef="#ctx0" brushRef="#br0" timeOffset="201290.67">24223 8075 28 0,'-5'0'118'0,"5"0"11"0,-11 3-3 0,11-3 12 0,-5 0 15 15,5 0 5-15,0 0 9 0,-8 0 8 0,8 0 0 16,0 0-10-16,-4 3-6 0,4-3-6 0,0 0-5 15,0 0-10-15,0 0-14 0,-5 1-7 0,5-1-11 16,0 0-6-16,0 0-5 0,0 0-5 0,0 0-5 16,0 0 10-16,0 0-14 0,0 0-2 0,0 0-4 15,0 0-6-15,0 0 1 16,0 0-8-16,0 0-5 0,0 0-3 16,0 0-3-16,0 0-8 0,0 0-5 0,0 0-5 0,0 0-3 15,0 0-3-15,0 0-3 0,0 0-2 0,0 0-10 16,0 0 6-16,0 0-1 0,0 0-2 0,0 0-5 15,0 0 1-15,0 0 1 0,0 0-2 0,0 0 5 16,0 0 3-16,0 0 3 0,0 0-7 0,0 0 2 16,0 0-4-16,0 0 3 0,0 0-3 0,0 0 1 0,0 0-2 0,0 0 0 15,0 0 3-15,-3 3-4 0,3-3-2 16,0 0 1-16,0 0-3 0,0 0 7 0,0 0 11 16,0 0 10-16,0 0 7 15,0 0-11-15,24-3-8 0,-3-1 4 0,9 1-4 16,4 2 12-16,7-4-20 0,10 0-5 0,1-1 2 15,2 2 0-15,-14 2 3 0,12-3 0 0,-12 2 23 16,12-2-3-16,-15 1-1 0,-1-2-3 0,-4 5 0 16,-5-2-1-16,-7 0 9 0,-3 1-5 0,-4 0 6 15,-4-1-9-15,-2 3 11 0,1 0-1 0,-2-1-3 16,-1-1-5-16,-5 2-10 0,8 0-31 0,-8 0-22 16,5-4-14-16,-5 4-45 0,0-2-48 0,0 2-45 15,-11-6-40-15,0 5-25 0,-3 0-22 0,-2 0-38 0,-5 1-250 16,4-3-604-16,0 0 267 0</inkml:trace>
  <inkml:trace contextRef="#ctx0" brushRef="#br0" timeOffset="201521.89">24593 7908 109 0,'1'-9'352'0,"2"-4"-8"15,-2 4 8-15,0-3 2 0,0 4 10 0,1 3-7 0,0-3-2 16,-1 4-11-16,2 0-17 0,-2 0-29 0,0 1-32 15,-1 3-31-15,2-5-29 0,-2 5-39 16,0 0-37-16,0-3-47 0,0 3-30 0,0 0-13 16,-3 15-1-16,2-3-8 0,-2 8-3 0,-2 7-14 0,2 3 12 15,-1-1-6-15,1 6-38 0,-1 0-20 0,2-2-36 16,3 2-20-16,0-5-21 0,-1 5-25 0,3-6-38 0,1 1-42 16,0-4-47-16,3-1-88 0,1-11-212 0,3-2-612 15,2-4 271-15</inkml:trace>
  <inkml:trace contextRef="#ctx0" brushRef="#br0" timeOffset="201753.57">25598 7829 3756 0,'8'-7'397'0,"-4"2"-61"0,-2 0-101 15,2 0-52-15,0 2-53 0,-1 1-35 0,-3 2-32 16,2-3-23-16,-2 3-13 0,0 0-21 0,0 0-24 16,0 0-4-16,3 14 14 0,-6 5-12 0,-1 7-5 15,-2 3 6-15,1 2 0 0,-3 4-11 0,2 11-42 16,-1 1-38-16,6-12-34 0,-2 1-43 0,2 10-52 16,1-12-98-16,-1-2-333 0,-2-4-725 0,3-10 320 15</inkml:trace>
  <inkml:trace contextRef="#ctx0" brushRef="#br0" timeOffset="203794.59">26822 6723 84 0,'0'0'318'0,"-6"1"-5"0,6-1 2 0,0 0-16 15,0 0-11-15,0 0-19 0,0 0 5 0,0 0-30 16,0 0-19-16,0 0-20 0,0 0-21 0,0 0-21 16,0 0-19-16,23-8-36 0,-4 5-29 0,9-2-43 15,4 0-43-15,3 1-48 0,-1-1-57 0,2 2-55 16,1-1-61-16,0 1-269 0,-4-2-538 0,-6 2 238 0</inkml:trace>
  <inkml:trace contextRef="#ctx0" brushRef="#br0" timeOffset="203943.17">27063 6800 140 0,'-7'5'195'0,"2"1"-9"0,-1-2-10 16,3 1-3-1,-1-4-7-15,0 3-14 0,1-1-11 0,2 1-12 0,1-4 0 16,0 4 4-16,0-4 2 0,15 5-14 0,5 0-13 15,9 1-10-15,7-2-24 0,4-1-49 0,15-3-73 16,1-1-85-16,-16 1-217 0,12-4-380 0,-13-1 169 16</inkml:trace>
  <inkml:trace contextRef="#ctx0" brushRef="#br0" timeOffset="204915.59">28139 6622 199 0,'0'0'240'0,"0"0"-11"0,0 0-15 0,-7 0-7 15,7 0-10 1,0 0-14-16,0 0-17 0,0 0-13 0,0 0-13 16,0 0-15-16,0 0-12 0,0 0-13 0,0 0-7 15,0 0-11-15,39-1-15 0,-9-1-24 0,7-1-29 0,14-3-42 0,2 0-44 16,4 0-67-16,-3 0-249 0,1-4-420 0,-17 0 186 15</inkml:trace>
  <inkml:trace contextRef="#ctx0" brushRef="#br0" timeOffset="205481.87">29007 5813 168 0,'4'-17'291'0,"-2"-2"21"0,0 6-2 0,-1 2-3 16,2 0-15-16,-2 2-8 0,-1 1-24 0,0 3-26 0,0 1-26 16,0-1-28-16,2 1-42 0,0 1-29 0,-2 3-35 15,0 0-6-15,0 0-12 0,-9 24-5 0,0 1-1 16,0 8-12-16,-9 18-3 0,-14 25-8 16,-3 6 0-16,3 4 6 0,-3 2-7 0,7 3-4 0,0-2-4 15,4 0 4-15,3-6 1 0,2-2-9 0,4 1-6 16,1 3 2-16,9-25 1 0,-2 31 0 0,1-1 2 0,-3-4-4 15,5-3 2-15,0-1 0 0,-1-27 3 0,-3 3-6 16,-3 26 2-16,-1-26 4 0,-7 25 2 0,0-26-4 16,-12 23 7-16,3-27-7 0,-4-2 13 0,-2-2 8 15,-6-6 3-15,-1-3 13 0,0-4 10 0,-1-5 10 16,9-12 6-16,-12 2 6 0,12-4 7 0,-3-6-4 16,3-3 20-1,-3-1-1-15,4-4 2 0,2-2-2 0,3-1 4 0,5 2-4 16,8-2-13-16,1 0-3 0,3 1-7 0,1-1-7 15,1 0-11-15,2-1-25 0,0 2-40 0,6-1-36 16,0 0-45-16,-12 0-41 0,12 0-32 0,-4 1-27 16,4-1-4-16,-4 2-9 0,4-2-21 0,0 0-65 15,19 1-108-15,-6-5-218 0,4-3-659 0,6-8 292 16</inkml:trace>
  <inkml:trace contextRef="#ctx0" brushRef="#br0" timeOffset="206484.15">29938 5797 230 0,'0'-3'267'15,"1"-3"-11"-15,-1-1-10 0,0 3-13 0,0 2-13 16,0 2-19-16,3-8-19 0,-2 6-21 0,-1 2-24 16,0 0-23-16,0 0-19 0,0 0-13 0,0 0-11 0,0 0-16 0,0 0-5 15,1 19-9-15,4-4-1 0,0 4-6 16,-1-1-4-16,4 7-5 0,1 0-1 0,0 1-2 0,2 3-2 15,2-6 1-15,-3 6 0 0,3-2-5 0,1-2 0 16,-4 0-5-16,1 1-1 0,-3-8 2 0,0 6-2 16,-3-5-1-16,-1-2-4 0,-4 1 1 0,0 0-5 15,-4-1 2-15,-1 2 2 0,-6-4 3 0,-5 6 3 16,-3-1-5-16,-1-2 1 0,-5 0 2 0,1-2 0 16,-1 2 1-16,0-2 0 0,-3 0-2 0,1-2 2 15,-2 0 0-15,6 1 0 0,-1-2-4 0,1 1-1 16,6-4-2-1,2 0-1-15,-1 0 1 0,3 1-1 0,2-6-3 16,2 2 4-16,4 0-2 0,-2 0 4 0,3-4 4 0,2 2-5 16,-1 0 4-16,1-1 8 0,6 1 6 0,-1-3 15 15,9 3 2-15,6-4 1 0,9 0-3 0,9-2-1 16,1-2-3-16,17-1-1 0,-2-2-4 16,-15 1-4-16,4-2 5 0,-4 3 0 0,-1-4 4 0,-2 3 5 15,-7 1-2-15,-8 0 9 0,-5 3 5 0,0-2 9 0,-5 1 1 16,-2 0 6-16,-1 1-3 0,2 0 2 0,-3-1 8 15,-5 2-9-15,6-2-13 0,-3 0-12 0,-3 2-10 16,0 0-34-16,0 0-26 0,0 0-25 0,-19-2-27 0,10 2-24 16,-3 0-30-16,-2 0-32 0,1 0-40 15,4 0-46-15,-5 0-60 0,5-3-176 0,-1 2-533 16,3-2 236-16</inkml:trace>
  <inkml:trace contextRef="#ctx0" brushRef="#br0" timeOffset="206831.74">29819 6289 125 0,'-13'-2'295'15,"-2"2"-7"-15,5 0-5 0,1 0 0 0,2 0 2 16,0-2-19-16,2 0-4 0,5 2-4 0,-8 0-16 15,8 0-25-15,0 0-28 0,0 0-10 0,0 0-19 16,30-3-11-16,1 1-23 0,21-1-7 0,7-6-13 16,4 6-16-16,2-2-9 0,0-4-7 15,2 3-8-15,-6-3-4 0,-5 2 4 0,-5 0-16 16,-16 3-3-16,-8 0-3 0,-8 0-5 0,-5 3 3 16,-1-2 5-16,-3-1 11 0,-2 4-2 0,-2-1 2 0,-1 1-3 15,0-3-12-15,-5 3-11 0,4-3-40 0,-4 3-21 16,0 0-29-1,0 0-29-15,-23 2-23 0,10 1-29 0,0-1-26 16,-4 2-33-16,5 1-37 0,-2-1-45 0,5 0-69 16,4 0-182-16,0 2-575 0,2-4 254 0</inkml:trace>
  <inkml:trace contextRef="#ctx0" brushRef="#br0" timeOffset="207434.01">31172 6314 208 0,'0'-7'319'0,"0"2"-24"0,-2 0-24 0,0-1-21 16,-4-2-26-16,-2 3-21 0,-1-2-22 0,-5-3-22 15,-4 3-14-15,-3 2-14 0,-7 2-16 16,-2 3-4-16,-3 0-15 0,-3 3-13 0,-2 3-5 0,-1 0-12 16,0-1-8-16,2 7-5 0,-2-3-8 0,7 2-6 15,2 0-5-15,6 0-8 0,1 3-1 0,10 0-4 0,-1-2-2 16,4 3 0-16,2-1-1 0,2 2 0 0,4 0-3 16,7-1 1-16,4 1-2 0,3-1 0 0,12 1-2 0,5-4-1 0,5-3-3 15,0-1-1-15,8-5-5 0,-2-3-7 0,-2 0-4 16,13-8-22-16,-17-1 2 0,0-3 4 0,-1-3 4 15,-3-4 1-15,-1-2 20 0,-6-4 13 0,-1 1 16 16,-6-5 16-16,-2-3 22 0,-1 0 4 0,-4-3 9 16,1-16 9-16,-4 19 13 0,-3-17 14 0,1 2 5 15,-4 0 7-15,2 12 12 0,-4 1 7 0,2 1 15 16,-4 2 17-16,3 5-2 0,-1 6 1 0,0 4-11 16,0 4-20-16,0 4-16 0,2-1-18 0,-1 2-18 15,1 4-16-15,-3 0-59 0,1-2-68 0,2 5-49 16,0 0 7-16,0 0 8 15,-8 22 4-15,3-6 3 0,-4 12 15 0,-1 2 5 16,4 3 16-16,-1-2-4 0,0 20 8 0,3-3 10 16,1-1 5-16,3-12-9 0,1-2 13 0,3 0 2 15,0 1 0-15,1-2-10 0,0-4-2 0,-1-1-5 16,0-8-6-16,0-2-5 0,0 0-8 0,0-5-7 16,-1 0-16-16,-1-4-12 0,0-2-8 0,-2 0-5 15,0-3 5-15,2 3 13 0,-2-1 1 0,0-5 4 0,0 0-38 0,0 0-53 16,0 0-55-16,0 0-53 0,-7-15-281 0,7 2-601 15,0 3 266-15</inkml:trace>
  <inkml:trace contextRef="#ctx0" brushRef="#br0" timeOffset="207887.29">31544 5938 263 0,'0'-4'288'0,"0"4"-23"0,3-2-28 15,-3 2-23-15,0 0-25 0,2-3-21 0,-2 3-16 16,0 0-18-16,0 0-15 0,0 0-11 0,5 13-10 16,-2-6-5-16,-3 4-14 0,0 2-6 0,4 4-5 15,-1 2-3-15,0-2-6 0,0 7-6 0,0 2-3 0,3-3-10 16,-1 6 4-16,2-4-9 0,-2 0-1 0,-1 0-3 0,-1 3-5 16,1-1-1-16,-2-8-2 0,-6 6-1 0,-1-1 1 0,-1-5 0 0,-1-1-1 15,-5 1 2-15,4-5 2 0,-5 4 2 16,-3 1 10-16,0-5-17 0,1-1 4 0,-3-2 2 15,5-1-4-15,-2 0 3 0,2-1-4 0,4-5-3 16,-3 4 1-16,5-3-9 0,-1 0 0 0,3 0-1 16,-2-3-2-16,4 3 1 0,-3-2-6 0,2-1 7 15,4-2 1-15,-3 5 7 0,3-3 16 0,0-2 4 16,0 0 23-16,9 7 3 0,6-5 6 0,7-1-5 16,5-2-5-16,9 0 4 0,1-2-10 0,0 1 5 15,15-3-18-15,-15 0 3 0,3 2 11 0,-4-1 8 16,-2-1-8-16,-3 2 0 15,-3-1 4-15,-9 1 16 0,-6 1 9 0,-3 2 2 16,-1-2-4-16,-4 2-6 0,4-1 1 0,-9 1 1 16,9-1-14-16,-9 1-12 0,7 0-11 0,-7 0-10 15,0 0-31-15,0 0-44 0,0 0-48 0,0 0-46 16,-21-6-27-16,8 5-28 0,-2 1-24 0,-3-1-41 16,4 1-26-16,-1 0-49 0,-6-3-247 0,9 2-627 15,-4-2 277-15</inkml:trace>
  <inkml:trace contextRef="#ctx0" brushRef="#br0" timeOffset="208158.03">31485 6408 317 0,'0'0'425'0,"-9"2"17"16,9-2 7-16,0 0 8 0,0 0-12 0,-5-4-25 15,5 4-39-15,0 0-43 0,9-9-42 0,6 4-34 16,6-1-26-16,10-3-23 0,3 2-22 0,4-1-24 16,15-1-19-16,-15 1-13 0,0 1-15 0,2 1-12 15,-7 0-11-15,-6 4-10 0,-3-2-10 0,-6 1-8 0,-6 1-3 0,-2-1-12 16,-1 2-21-16,-3 0-29 0,-2 1-34 0,-4 0-55 16,9-3-46-16,-9 3-54 15,5 0-24-15,-5 0-15 0,0 0-22 0,-25 10-40 16,3-6-53-16,-4 6-74 0,6-3-236 0,-9 0-701 0,9 1 310 15</inkml:trace>
  <inkml:trace contextRef="#ctx0" brushRef="#br0" timeOffset="208686.87">29429 7173 21 0,'-11'-1'164'0,"0"1"0"0,3 0 1 15,1-1-7-15,7 1 0 0,-10 0-9 0,10 0-3 0,-7 0-7 16,7 0-6-16,0 0 0 0,-10-1-3 0,10 1 5 0,0 0-2 15,-5 1-3-15,5-1-4 0,0 0-7 0,0 0-5 16,0 0-9-16,0 0 2 0,0 0-11 16,0 0 3-16,0 0-7 0,-7-3-3 0,7 3-7 15,0 0-1-15,0 0-2 0,0 0-10 0,0 0 5 16,0 0-3-16,0 0-3 16,0 0 1-16,0 0 2 0,0 0 14 0,0 0 18 15,0 0-2-15,0 0 8 0,0 0-26 0,24-5-5 16,12-2-15-16,25 0-10 0,39-8 0 0,13 4-14 15,11-1 16-15,14-1-18 0,19 1-7 0,8-2-8 16,6 8 2-16,6-3-13 0,3 6 8 0,0-1-3 16,-5-4 12-16,-5 4 9 0,-14 0 5 0,-6-3 42 15,-17 1 1-15,-16 1-2 0,-16-2 7 0,-40 1 5 0,-7 2 9 0,-17 0 18 16,-10-3 30-16,-7 3 32 0,-2 2 26 16,-6-2 18-16,-3 0-14 0,1 0-23 0,-2-1-24 0,-3 0-21 0,1-1-31 0,-3 2-41 15,-3-2-23-15,0 1-39 0,-2-1-58 16,-3 2-78-16,-1 2-79 0,-4-4-80 0,-7 6-48 15,-5 1-49-15,-7 4-66 0,2 1-447 0,0 1-965 0,0 1 428 16</inkml:trace>
  <inkml:trace contextRef="#ctx0" brushRef="#br0" timeOffset="209905">29593 7202 186 0,'-9'-3'196'15,"1"-1"-3"-15,2-1-8 0,1 3 0 0,-1-1-14 16,1 2-12-16,0-1-14 0,5 2-17 0,-6-3-15 15,6 3-13-15,-6 0-13 0,6 0-12 0,-8 8-8 16,4-3-5-16,-1 4-8 0,0 0-6 0,1 3-4 0,0 5-4 16,4-3-4-16,-1 3 2 0,5-1-8 0,1 1-1 15,2 2 1-15,4-2-3 0,5 4-4 0,4 0 3 0,0-2-3 16,5-2 2-16,0-2-2 0,0 2-4 0,1-5-1 16,-3 1 1-1,-8-2-7-15,4-1-1 0,-7 2 0 0,-1-3-8 0,-2-1 4 16,-1 3 0-16,-3-2-2 0,-1 5-1 0,-3 0 7 15,-3 4 5-15,-7 6 3 0,-7 1 3 0,-1-1 2 16,-4 3-4-16,-1 1-5 0,-5-4 1 0,3 2-3 16,-5 1 0-16,-6 7-3 0,9-7 2 0,-1-5-4 15,1 3-1-15,3-3 19 0,-4 0-7 0,4-2 1 16,0 2-2-16,0-5-1 0,5-5 0 0,4 2-3 16,2-2-2-16,2-3 0 0,3-1-3 0,2-3 8 15,1 0 11-15,-1-1 8 0,0 0 13 0,2 0 16 16,-1-2 21-16,4-2 6 0,0 0 3 0,18 1-9 15,-3-2-3-15,5 0-9 0,9-1-3 0,3-1-10 0,-4-1-13 0,0 2 12 16,2-1-16-16,-11 0-4 0,-2 2-5 0,2-1-8 16,-5 1 6-16,-3 1-10 0,-2-2-2 0,-1 2 3 15,-1 0-6-15,0 0 8 0,-7 0-16 0,8-3 3 16,-8 3-10-16,5 0-19 0,-5 0-16 0,0 0-21 16,7 0-19-16,-7 0-17 0,0 0-26 0,0 0-27 0,0 0-30 15,7 0-30-15,-7 0-38 0,0 0-289 0,0 0-571 16,0 0 253-16</inkml:trace>
  <inkml:trace contextRef="#ctx0" brushRef="#br0" timeOffset="210252.52">29295 7858 179 0,'-22'0'295'0,"7"-1"-17"16,2 2-9-16,2-2-13 0,0 2-7 0,6-1-3 15,-2 0-11-15,7 0 0 0,-7 0-5 0,7 0-16 0,-7-1-17 0,7 1-11 16,0 0-23-16,0 0-8 0,48-4-16 0,-11 4-19 16,24-5-13-1,3 2-9-15,27-2-16 0,0-2-3 0,-30 5-10 0,2-2-3 16,-2 1-6-16,-2 0-28 0,-19 0 20 0,-2 0-13 15,-5 2-4-15,-3 0 5 0,-10 0-8 0,-6 1-4 0,-2 0 0 0,-5-1-1 0,0 0 1 16,0 2-3 0,-7-1 5-16,9 0-18 0,-9 0-9 15,5-4-12-15,-5 4-16 0,0 0-16 0,0 0-30 0,0 0-35 16,-21 4-35-16,10-2-38 0,1 2-47 0,1-3-48 16,3 2-317-16,-1-2-641 0,4 1 283 0</inkml:trace>
  <inkml:trace contextRef="#ctx0" brushRef="#br0" timeOffset="210722.49">30417 7913 258 0,'-8'1'253'15,"-2"-1"-24"-15,5 1-26 0,-3 0-19 0,8-1-16 16,-6 0-14-16,6 0-13 0,-8 1-11 0,8-1-15 16,-6 1 1-16,6-1-9 0,0 0-8 0,-5 3-5 15,5-3-7-15,0 0-7 0,0 0-5 0,0 0-2 16,-7 2 1-16,7-2 1 16,0 0 4-16,0 0 1 0,0 0 4 0,0 0-7 15,0 0 2-15,0 0-6 0,0 0 3 0,0 0-3 16,0 0-6-16,0 0-2 0,0 0-1 0,0 0-4 15,-5 1 1-15,5-1 1 0,0 0-2 0,0 0 5 16,0 0-11-16,0 0-9 0,0 0-1 0,0 0-1 16,0 0-6-16,0 0 5 0,0 0 14 0,0 0 9 15,0 0 7-15,0 0 6 0,0 0-14 0,0 0 14 0,0 0-7 0,28-6-3 16,0 3-12-16,6-1-5 0,5 1-3 16,14-2-10-16,0 1 5 15,2-1-13-15,-1 1 2 0,-2-1-7 0,-16 2 1 0,4-1-3 16,-6 0-3-16,-4 0-3 0,-7 4-6 0,-4-2-18 15,-1-1-22-15,-6 0-23 0,0 2-40 0,-7 0-41 16,1-1-67-16,-6 0-73 0,0 2-43 16,-14-7-50-16,-2 2-236 0,-5 1-652 0,1 0 289 15</inkml:trace>
  <inkml:trace contextRef="#ctx0" brushRef="#br0" timeOffset="210923.04">30582 7774 380 0,'-3'-7'402'0,"2"3"7"0,-2-1-19 16,3 5 6-16,-1-6-22 0,1 3-22 0,0 3-34 16,-1-5-31-16,1 5-31 0,-3-3-39 0,3 3-24 15,0 0-48-15,0 0-29 0,0 0-11 0,-5 16-12 16,1-5-10-16,0 9-6 0,-2 6 1 0,2 4-27 16,-1 4 10-16,0-1-38 0,1 3-28 0,2 10-37 15,2-11-25-15,2 1-43 16,3 10-46-16,-1-13-72 0,10-2-102 0,-6-6-315 15,1 0-699-15,0-14 309 0</inkml:trace>
  <inkml:trace contextRef="#ctx0" brushRef="#br0" timeOffset="211239.39">31480 7740 460 0,'0'-8'491'0,"0"3"-5"0,0 0-30 16,0 1-38-16,0 4-48 0,0-6-40 15,0 6-46-15,-1-4-51 0,1 4-48 0,0 0-33 16,0 0-11-16,-3 21-19 0,-2-1-9 0,-4 6-10 16,4 6-10-16,-4 17 25 0,0-2-56 0,0 2-56 0,3 5-47 15,0-4-79-15,4 1-101 0,-7-1-185 16,9-17-234-16,0-5-692 0,1-12 306 0</inkml:trace>
  <inkml:trace contextRef="#ctx0" brushRef="#br0" timeOffset="-213881.07">18367 10751 132 0,'5'-10'149'0,"-1"-6"-5"0,-3 3-6 16,4-1 0-16,-1-2 3 0,1 1 1 0,-1-1 3 15,0 0-8-15,-3 3 4 0,3 2-7 0,-3 0-6 16,2 5 8-16,-2-3-21 16,3 4-14-16,-4 0-11 0,1 0-15 0,-1 2-38 15,0 3-34-15,0 0-1 0,0 0 2 0,-5 15-4 16,1 5 1-16,-5 13-5 0,-3 14 5 0,-8 10 1 16,-4 28 4-16,-1 2 1 0,3-2-4 0,-2 0 9 15,1 2 2-15,1-5-5 0,8-2-3 0,1 9-1 16,3-5 7-16,2 2 0 0,4-6-3 0,0-19-2 15,3 21-1-15,1-25-1 0,0 0-2 0,0 1-1 0,-3-3 1 0,-1 0-2 16,1-3 4-16,-1-1 6 0,-1-15-2 0,1-2 2 16,-2 0-5-16,-2-3 13 0,1-2 6 15,-1-4 10-15,1-6 6 0,0-2-1 0,-1-2 5 16,-1-2 9-16,1-3 2 0,-2 1 2 0,0-5 0 0,0 2 0 16,-4-4 0-16,1-1-5 0,-5-1 5 0,5 2-2 15,-2-3-4-15,2-1-6 0,1 0 1 0,1 0-6 0,0 0 8 16,-2 0-21-16,3 0-3 0,-2 0-4 0,2 2 0 0,2-2-2 15,1 3-4-15,-3-3-4 0,3 1 2 0,-1 2-12 16,2-2-23-16,-2 0-17 0,3 2-19 16,-1-2-25-16,-2 0-28 0,3 0-32 0,-4 1-31 15,9-2-55-15,-10-3-211 0,2-1-477 0,8-2 210 16</inkml:trace>
  <inkml:trace contextRef="#ctx0" brushRef="#br0" timeOffset="-213533.55">17860 11960 15 0,'-9'0'218'0,"9"0"-15"0,-7-1-6 15,7 1-10-15,0 0-14 0,0 0-12 0,-6 1-9 16,6-1-17-16,0 0-10 16,0 0-14-16,0 0-12 0,0 0-9 0,0 0-8 15,0 0-6-15,36-2-3 0,-2-1-6 0,19-2-3 16,7-3 0-16,5 1-1 0,32-5 2 0,-33 5-7 16,0 1-7-16,-3 0-3 0,-6 0-4 0,-14 2-5 0,-4 1-5 0,-6-1-2 0,-6 2-5 15,-7-1-1-15,-5 2-8 0,1 0-17 16,-5 0-19-16,-4 1 0 0,-5 0-13 0,0 0-3 15,0 0-10-15,0 0-21 0,-40 2-16 0,14 3-17 16,-2 0-25-16,1-2-21 0,6 1-30 0,-7 2-154 16,6-4-356-16,3-1 158 0</inkml:trace>
  <inkml:trace contextRef="#ctx0" brushRef="#br0" timeOffset="-213048.23">18828 11701 152 0,'3'-4'257'15,"-3"4"-26"-15,3-4-27 0,0 1-22 0,1 1-18 0,-4 2-22 0,0 0-14 16,13 1-15-16,-8 2-13 0,0 1-11 0,4 0-10 15,-4 1-9-15,4 5-8 0,-2 1-9 16,0 3-3-16,-2 3-3 0,-2 0-9 0,-2 2 2 0,-1 0-5 16,0 2-5-16,-4-2-2 0,-1 1-1 15,-1-1 5-15,-2-1-3 0,2-2-7 0,-3 0 2 16,0-3-3-16,4-1 2 0,-3-5 2 0,3 3 1 16,1-5 9-16,0 0 16 0,-1 0 15 0,4 1 21 15,-3-5 23-15,4 2 38 0,0-3 19 0,-4 4 15 16,4-4-14-16,0 0-17 0,8-11-16 0,-1 1-19 15,5-2-12-15,10-5-5 0,-3-2-15 0,0-3-11 16,5 2-10-16,-2-1-1 16,2-1-7-16,3 3-6 0,-4 1-5 0,0 0-2 15,-9 7-8-15,3 2-3 0,-8 1-3 0,-1 2-6 16,-2 2-10-16,0 0 0 0,-2 1-8 0,1 0-26 16,-1 2-25-16,-4 1-5 0,0 0 1 0,9 7 0 15,-8 0 9-15,3 1 4 0,-4 3 1 0,1 6-1 0,1-1-5 0,-2 2-15 16,-3 2-19-16,1-2-22 0,0 2-19 0,1-2-23 15,0 0-29-15,1-2-28 0,0 1-37 0,2-6-43 16,-2 0-216-16,4-5-535 0,-3-1 236 0</inkml:trace>
  <inkml:trace contextRef="#ctx0" brushRef="#br0" timeOffset="-212809.66">19359 11628 25 0,'2'-4'256'0,"1"2"-30"0,-3 2-26 16,0 0-21-16,0 0-13 0,13 8-18 0,-6-1-9 0,1 8-12 15,1 2-8-15,0 10-6 0,1-1-7 0,-2 6-10 0,-2 1-6 16,-3 1-7-16,-3 0-7 0,-4 4-7 16,-4 7-5-16,-2-13-4 0,-3-1-4 0,0 0-3 0,-3 0-9 0,-2-6-7 15,-4 1-18-15,-1-1-24 0,-4-4-29 0,-1 0-46 16,-2-5-39-16,-2-3-57 0,-4-7-181 0,4-4-385 15,0-2 170-15</inkml:trace>
  <inkml:trace contextRef="#ctx0" brushRef="#br0" timeOffset="-212547.38">18837 11451 185 0,'-12'-3'177'0,"1"6"-21"0,-4 2-10 15,-2 7-9-15,-7 6-4 0,0 8-12 0,-9 12-17 16,1 5 0-16,1 4 1 0,2 5-5 0,4 0-10 0,2 1-5 16,9 1-8-16,3-7-9 0,4 2-4 0,11-5 1 0,2-10-6 15,6 2-7-15,16 3 21 0,5-3-1 0,12-4-1 16,5-4-8-16,5-6-3 0,6-4-28 0,26-1-35 15,-20-6-65-15,30-6-83 0,-37-4-213 16,33 0-392-16,-34-8 174 0</inkml:trace>
  <inkml:trace contextRef="#ctx0" brushRef="#br0" timeOffset="-212278.25">19879 11936 79 0,'-9'-1'365'16,"9"1"-30"-16,-4-2-28 0,4 2-39 0,0 0-26 0,10-9-27 15,-1 4-22-15,5 2-17 0,4-3-10 0,2 2-29 16,14-1-17-16,-1 1-28 0,0 1-38 0,2 1-46 16,-5 1-54-16,1-1-65 0,0 2-64 0,-11 0-230 15,-1 0-437-15,-6 0 193 0</inkml:trace>
  <inkml:trace contextRef="#ctx0" brushRef="#br0" timeOffset="-212146.65">20059 12082 107 0,'-3'3'169'0,"1"-2"2"0,0 1 6 0,2-2-5 16,0 0-3-16,15 2-25 16,-3-2-12-16,10-2-12 0,10 0-14 0,4 1-39 15,2-6-63-15,13 1-60 0,-1-1-92 0,-12 1-75 16,15-6-241-16,-17 4 107 0</inkml:trace>
  <inkml:trace contextRef="#ctx0" brushRef="#br0" timeOffset="-211745.66">21191 11901 1829 0,'-10'0'130'16,"-3"0"-77"-16,4 0-24 0,1 0 8 0,1 2-1 16,-1-2 20-16,8 0 5 0,-8 2 9 0,8-2 2 15,-7 1 17-15,7-1 11 0,0 0 5 0,-10 0 0 16,10 0-6-16,0 0-10 0,0 0-7 0,0 0 17 16,21 1-18-16,9-1-4 0,4 0-7 0,21-1-1 0,1 1 5 0,6-1 10 15,4 0 11-15,24-2 17 0,-28 0-17 0,-2 1-1 0,0 0-9 16,-6 0 1-16,-16 1-15 0,-4 1 3 0,-4 0-12 0,-11-2-2 15,-2 2-5-15,-4 0 7 0,-3-2 7 16,-5 4-4-16,3-4-4 0,-3 1-4 0,-5 1-10 16,9-1-16-16,-9 1-20 0,0 0-45 0,0 0-61 31,0 0-53-31,0 0-51 0,-28 2-57 0,15 0-69 0,-8 2-314 16,6-1-691-16,1-2 305 0</inkml:trace>
  <inkml:trace contextRef="#ctx0" brushRef="#br0" timeOffset="-210712.94">23108 10856 30 0,'2'-17'164'0,"2"0"-2"0,-1-2-6 15,-1 1 2-15,-1 1-1 0,-1 0 1 0,4 5 3 16,-4 1-9-16,2 0-6 0,0 4-16 0,-2-2-15 0,0 4-5 16,-2 1-15-16,4-2-11 0,-2 3-20 0,0 3-38 15,0-5-16 1,0 5-3-16,0 0-7 0,-4 21-5 0,-1 5 11 15,-2 6 0-15,-4 18-5 0,1 6 0 0,-8 29 2 16,-5 0-3-16,5 1-1 0,-2-1-4 0,-3 6 4 0,1 4-6 16,4 0 16-16,-1 6-4 0,-1 0 8 15,6-2 0-15,2-3-5 0,2-5 1 0,-3 1-4 16,0-2 4-16,2-5 10 0,1-3-10 0,1-1 2 16,-5-22-3-16,-3 22-2 0,-1-28 0 15,0 2-1-15,3-4 1 0,-7-2-4 0,2 0 6 16,-5-4 9-16,5-14 8 0,-8 8 8 0,5-12 5 15,-3 2 11-15,3-10 10 0,-3 0 6 0,-3-2 7 16,1-6 9-16,-2-2 4 0,-1-2 1 0,-2-5-5 0,1 1 9 16,1-6-15-16,-1 2-2 0,0-2-4 15,2 0-12-15,0-2 2 0,1-1-10 0,2 0-3 16,0 3-4-16,4 1-7 0,5 0 8 0,0 1-14 0,4-2-5 16,-1 5-22-16,5-2-18 0,2-2-11 0,-2 2-32 15,2-1-31-15,8 1-42 0,-11 1-49 0,11-1-63 16,-9-3-235-16,6 0-518 0,3 3 230 0</inkml:trace>
  <inkml:trace contextRef="#ctx0" brushRef="#br0" timeOffset="-209711.77">24306 10846 156 0,'-5'0'184'0,"-5"2"-13"0,1-1-15 0,0 3-10 15,-1 4-13-15,1 2-25 0,-1 1-1 0,2 4-15 0,2 5-10 0,-1-2-11 0,5 0-4 0,0 7 0 16,6 2-11-16,3-2-3 0,4 3-5 0,3-2 2 16,-1 0-10-16,6-2-3 0,0-1 0 0,-2 0-3 15,2-3-4-15,-1-1-3 0,-3-3-4 0,-3 0 1 16,2-4-6-16,-4 2 2 0,-3-5-2 0,0 2-8 16,-2-2 1-16,-3 0 2 0,-1 1 10 0,-4 1 4 15,-1 0 4-15,-7 3 1 16,-3 0-1-16,-6 4-2 0,-5-1-2 0,0 0-5 15,-2 0 0-15,-3 1-2 0,2 0-3 0,1-1-3 16,-1 3 1-16,2-3-1 0,0 2-4 0,2-3 2 16,3 1-2-16,5-6-5 0,0 0 3 0,2 2-3 15,0-5 2-15,4 0-1 0,4-2 0 0,-1-2 1 16,3 2-7-16,0-1 17 0,3 1 11 0,2-3 16 16,5 0 8-16,5-1 2 0,12 1 1 0,8-5-10 0,6 2-2 0,17-3-9 15,2-3 0-15,4-1-1 0,-4 2-10 0,0-5 2 16,-5 4 2-16,3 0-1 0,-18 2 2 0,-4 1 1 15,-4 1-4-15,-6-1 0 0,-6 3-2 0,-2-3 3 16,-3 3-3-16,-3-1-5 0,0 0-2 0,-3 2-1 16,-5-1-5-16,9-3 3 0,-5 3-5 0,-4 0 0 15,0 0 0 1,0 0-7-16,0 0-6 0,-22 4-11 0,8-1-13 16,3-3-17-16,-5 0-22 0,4 1-26 0,-2 1-26 15,-4-1-37-15,5-2-39 0,-1-1-54 0,2 1-138 16,0 1-419-16,1-4 185 0</inkml:trace>
  <inkml:trace contextRef="#ctx0" brushRef="#br0" timeOffset="-209395.81">24214 11400 232 0,'-15'-2'252'0,"5"1"-4"0,1 0-9 0,0 1-8 0,3 0-14 32,6 0-12-32,-9-3-13 0,9 3-7 0,-7 0-18 15,7 0-15-15,0 0-16 0,0 0-13 0,0 0-12 16,32-3-8-16,-5-1-12 0,7 3-9 0,6-3-5 16,11 2-6-16,0-2-14 0,-1-4-2 0,-13 5-10 0,0 0-1 0,0-1-3 0,-10 0-1 0,-6 1-7 31,-2 0 1-31,-6 3-6 0,1 0-3 0,-7-1-2 0,2-1-4 0,-4 2 2 15,4 0-3-15,-9 0-6 0,5-2-12 0,-5 2-3 16,0 0-16-16,0 0-15 0,0 0-22 0,0 0-18 16,0 0-22-16,0 0-29 0,-19 8-28 0,15-5-33 15,1-1-34-15,-1 3-221 0,2-3-477 0,2-2 211 16</inkml:trace>
  <inkml:trace contextRef="#ctx0" brushRef="#br0" timeOffset="-209158.19">25037 11403 303 0,'-5'2'293'0,"5"-2"-17"0,0 0-9 15,-6 0-12-15,6 0-11 0,0 0-21 0,0 0-23 16,0 0-20-16,0 0-23 0,23-5-10 0,-2 2-18 15,8-1-19-15,5 1 3 0,2-2-34 0,0 3-23 16,2-2-22-16,0 1-26 0,-6-4-41 0,4 5-33 16,-8-3-33-16,-6 3-38 0,-3-4-29 0,-1 2-54 0,-9 1-173 0,-3-2-424 15,-2 2 187-15</inkml:trace>
  <inkml:trace contextRef="#ctx0" brushRef="#br0" timeOffset="-208926.67">25244 11233 49 0,'-6'-4'288'0,"1"0"8"0,0-3 0 16,2 6-1-16,-1-4-5 0,0 2-8 0,3 0-17 16,1 3-30-16,-4-6-25 0,4 6-25 0,-3-3-21 15,3 3-23-15,0 0-19 0,0 0-21 0,0 0-14 16,-7 9-10-16,5-3-7 0,-1 5-8 0,-1 4-7 16,2 2-7-16,-2 3-3 0,1 3 0 0,-2 3-12 15,5 0-13-15,4 0-12 0,-3 3-11 0,3-3-23 16,-1-2-12-16,-1 1-27 0,5 2-28 0,-5-8-36 0,2-2-37 0,4 0-38 15,-5-4-51-15,6 0-210 0,-2-1-504 0,3-6 223 16</inkml:trace>
  <inkml:trace contextRef="#ctx0" brushRef="#br0" timeOffset="-208622.29">25543 11252 143 0,'4'-9'400'16,"-4"0"3"-16,1 1-9 0,-1 1-11 0,0 5-28 16,-1-4-34-16,2-1-38 0,-1 4-27 0,0 3-32 0,0-4-27 15,0 4-24 1,0 0-25-16,0 0-24 0,0 0-32 0,0 0-5 16,0 0-7-16,0 0-10 0,0 20-8 0,0-7-6 15,0 0-11-15,2 4-3 0,-2-1-5 0,0 2-3 0,0 1 3 16,-2 0-17-16,4 0 12 0,0-1-10 0,-2-1 2 15,0 2-1-15,1-6-2 0,2 3-31 16,-3-2-21-16,1 0-11 0,-1-3-17 0,3-1-22 16,-3-3-10-16,1-1-13 0,-1-1-17 0,0-2-13 0,0 1-6 0,2 0-10 15,-2-4-15-15,-2 5-12 0,2-5-61 0,0 0-270 0,0 0-550 16,0-16 243-16</inkml:trace>
  <inkml:trace contextRef="#ctx0" brushRef="#br0" timeOffset="-208394.55">26066 10885 102 0,'0'0'300'0,"4"0"-36"16,-4 0-29-16,0 0-21 0,9 12-29 0,-4-1-12 15,4 7-9-15,0 8-12 0,1 7-9 0,-2 0-9 16,4 16-10-16,-3 2-9 0,-2-4-9 0,-2 5-7 0,-8-1-13 0,-3 0-9 15,-6 1-3-15,-5 3-3 0,-4-1-8 0,-6-1-8 16,-5-2-19-16,-5-3-21 0,0-4-13 0,-5-1-18 16,-5-3-23-16,-2-5-31 0,-5-3-43 0,-2-3-49 15,-2-5-89-15,-31-2-139 0,33-14-422 0,-5-7 187 16</inkml:trace>
  <inkml:trace contextRef="#ctx0" brushRef="#br0" timeOffset="-208009.55">23956 10783 159 0,'-13'11'147'0,"-4"12"-4"15,0 4-13-15,-7 18-5 0,1 4-7 0,-3 6-12 0,-11 24-5 16,15-25-5-16,-3 24 3 0,8 3 0 15,9-30 2-15,5 9 3 0,5-1 9 0,7 0 0 16,8-4-3-16,8 0-2 0,21 17 0 0,-7-28-9 16,27 10-5-16,-15-18-8 0,36 2-6 0,-1-5-9 15,3-10-33-15,7-5-35 0,0-5-55 0,5-4-51 16,9-7-83-16,-3-2-183 0,-3-4-399 0,-5-6 177 16</inkml:trace>
  <inkml:trace contextRef="#ctx0" brushRef="#br0" timeOffset="-207655.85">26598 11401 167 0,'0'0'217'0,"-8"0"-6"0,8 0-17 16,-7 0-3-16,7 0-1 0,-7 0-5 0,7 0-6 0,0 0-2 16,-5 1-8-16,5-1 3 0,0 0-25 0,0 0-3 15,0 0-11-15,0 0-8 0,0 0-16 0,18-4-12 16,1 2-7-16,9-1-12 0,5 2-8 0,4-5-3 15,0 4-20-15,17-2-23 0,-16 0-32 0,3 0-37 16,-1 0-54-16,-3 0-68 0,0 1-59 0,-4-5-214 16,0 1-477-16,-6-3 212 0</inkml:trace>
  <inkml:trace contextRef="#ctx0" brushRef="#br0" timeOffset="-207116.28">27331 11044 45 0,'-1'-2'280'0,"1"2"-15"0,-4-3-24 0,4 3-25 16,0 0-24-16,0 0-19 0,0 0-21 0,0 0-21 15,0 0-12-15,0 0-8 0,0 0-18 0,-3 8-3 16,7 2-11-16,3-3-3 0,0 1-9 0,2 1-10 0,4 3 0 15,2 0-8-15,2 0-1 0,1-2 3 0,1-1-4 0,-1 0-3 16,2-1 0-16,-4-1-4 0,0-2 3 0,-5-1-10 16,2 0 1-16,-1 1 3 0,-3-4 4 0,0 0 10 15,-4 1 0-15,0-1 19 0,2 1 5 16,-7-2 2-16,7 0-3 0,-3 1-4 0,-4-1-9 0,5 1-6 16,-5-1-7-16,0 0-17 15,3 3-6-15,-3-3-23 0,0 0-8 0,0 7 3 16,-5-4 2-16,-3 7 12 0,-5-2-17 0,-7 12 2 15,-1-3-1-15,-2 4-3 0,0 0 2 0,-2 3 2 16,2 2 1-16,-2 3-2 0,0-3 3 0,2 3-4 16,1-2 0-16,0 1 5 0,5 0-3 0,1 0-1 15,3-5 8-15,3-2-5 0,1-6 2 0,2-3-1 16,3-3 6-16,0 1 5 0,1-5 3 0,3 1 15 0,-4-2 20 16,4 1 17-16,4-3 16 0,-4-2 6 0,9 1-3 15,3-4-6-15,-1-2-3 0,5-1-17 0,0 0 6 16,6-1-6-16,2-3-5 0,3-2-6 0,2 2 2 15,0-1-12-15,4 1-7 0,-6 0-13 0,2 5 8 16,-10 3-13-16,3-5 6 0,-5 4-4 0,2 1 4 16,-6-1-11-16,-1 3-1 0,0 0 2 0,-3 0-21 0,0 0-21 0,-2 0-24 15,-2 3-20-15,3-1-29 0,-2 1-23 0,0-3-31 16,-4 2-39-16,3 3-44 0,-5-5-50 0,4 2-266 16,-4-2-606-1,0 0 268-15</inkml:trace>
  <inkml:trace contextRef="#ctx0" brushRef="#br0" timeOffset="-206775.28">27371 11400 123 0,'-8'0'344'0,"3"1"0"15,5-1 7-15,-9 0-2 0,9 0 8 0,-5-3-24 16,5 3-13-16,0 0-41 16,0 0-29-16,0 0-33 0,18-6-20 0,2 3-22 0,10-3-13 0,5 2-22 15,4 0-10-15,18-4-14 0,2 2-15 0,-2-1-8 16,2 0-19-16,0 1 7 0,-4 1-18 0,-4-5 0 16,-15 7-5-16,-2-1 1 15,-6 0-4-15,-8 2 4 0,-4-1 6 0,-4 1 11 0,-3 1-8 16,-3-1 10-16,0 2-6 0,1 0-5 0,-7 0-11 15,10-2-17-15,-7 0-16 0,-3 2-23 0,5 0-40 16,-5 0-48-16,0 0-47 0,0 0-33 0,-19 3-31 16,6 1-39-16,-5 2-42 0,0 2-51 0,-4-1-329 15,2-1-715-15,-1 0 316 0</inkml:trace>
  <inkml:trace contextRef="#ctx0" brushRef="#br0" timeOffset="-205872.65">23659 12453 56 0,'-12'-4'143'0,"-1"1"-12"15,2 3-6-15,0-3-1 0,0 3-7 0,6-2-9 16,-3 0-3-16,1 1-1 0,7 1-8 0,-11 0-9 16,6-1-13-16,5 1 1 0,-7 0-4 0,7 0-6 0,0 0-9 0,-8 0-2 15,8 0-4-15,0 0-11 0,0 0 1 0,0 0-1 16,0 0-7-16,-8 1 0 0,8-1-6 0,0 0 5 31,0 0-4-31,0 0 17 0,0 0 2 0,0 0 4 0,37-4-2 0,-5 2 1 16,3 0-2-16,22-2-3 0,7-2 4 0,42-4-3 15,4 1 4-15,17 1 3 0,13-2 2 16,10-2 2-16,12 1 3 0,18-7-1 0,17 13-4 16,10-10-2-16,1 1 8 0,14-1-5 0,2-2-3 0,-3 5 2 15,-1-4 1-15,2-2-5 0,-6 3-5 0,-10-2-2 16,-17 0-1-16,-7 1-5 0,-14-3-6 0,-8-1 2 16,-22-1 9-16,-14 1 15 0,-18-2 13 15,-18-2 10-15,-33 7 20 0,-18 5 18 0,-4-5 26 0,-2 0 28 16,-7 3 25-16,-6 2 21 0,-1 0 1 0,-6 0-11 0,2 2-19 15,-4 0-18-15,-4 2-16 0,2 2-21 0,-3 0-15 16,0 2-27-16,-1 1-42 0,0 0-44 0,-1-1-63 16,-2 4-70-16,5-3-73 0,-5 3-32 0,0 0-9 0,0 0-4 15,-9 16-17-15,1-8-5 0,-7 3-46 0,-2 1-340 16,-8 2-708-16,-2 0 314 0</inkml:trace>
  <inkml:trace contextRef="#ctx0" brushRef="#br0" timeOffset="-205136.85">24829 12709 206 0,'1'-5'202'0,"-1"5"-21"0,3-2-19 16,-3 2-17-16,0 0-13 0,8 0-16 0,-8 0-9 16,11 7-13-16,-6-2-10 0,3 2-7 0,-2 2-7 15,4 4-6-15,-1 2-7 0,-3-1-5 0,1 6 2 16,-1-1-8-16,-2 8-9 0,-4-1 1 0,-1 4-3 16,-6 1-5-1,0 3-3-15,-5 0 2 0,-8 6 3 0,3-10-6 0,-2 0-4 16,2 2-1-16,-3-3-3 0,0-4 4 0,-3 0-3 15,5-2 0-15,-4-4 3 0,3-1 2 0,4-4 1 16,-1-3 1-16,2-2 6 0,4 2-6 0,-1-6 0 16,3 2-2-16,1-4 2 0,4 1-2 0,-2-1 9 15,0-1 9-15,2 1 12 0,0 1-3 0,3-4 4 16,-3 3-4-16,3-3 4 0,0 0 4 0,19 5-6 0,-3-5-1 16,12 1-4-16,7-4 1 0,2 3 16 0,17 0-7 15,1 0-7-15,-2 0-3 0,1 0-5 0,-16 2-4 16,-1-1-3-16,-1 0-6 0,-4 0-1 0,-4-1-7 15,-7 0 1-15,-5 2-1 0,-2-2-4 0,-5 1-3 16,-1-1-7-16,-2 0 0 0,1 0-14 0,-7 0-7 0,5-4-29 16,-5 4-30-16,0 0-23 0,-18-7-30 0,5 4-30 0,-6-1-36 15,-2-3-34-15,-7 4-221 0,7-4-482 0,-1 0 213 16</inkml:trace>
  <inkml:trace contextRef="#ctx0" brushRef="#br0" timeOffset="-204872.7">24687 13099 289 0,'0'0'314'0,"-9"-2"-14"0,4 2-15 0,5 0-23 0,0 0-20 15,-8 0-20-15,8 0-28 0,0 0-16 0,0 0-18 0,36-5-16 16,-4 4-14-16,7-3-22 0,21 1-25 16,6-1-32-16,24-1-41 0,-27 5-55 0,0 0-67 15,1-3-64-15,-8 3-265 0,-2-1-476 0,-15-3 212 16</inkml:trace>
  <inkml:trace contextRef="#ctx0" brushRef="#br0" timeOffset="-204634.82">25629 13039 57 0,'0'0'359'0,"0"0"-27"0,-6 4-35 0,6-4-28 15,0 0-28-15,0 0-25 0,17-7-25 0,-4 5-23 16,8-1-15-16,9-2-14 0,4 1-14 0,1 1-14 16,1-1-12-16,1 0-27 15,1 0-28-15,-3 1-32 0,-2-3-38 0,-5 2-37 16,0 2-41-16,-8-1-35 0,-6 1-42 0,-3-5-215 16,-2 5-428-16,-4-1 190 0</inkml:trace>
  <inkml:trace contextRef="#ctx0" brushRef="#br0" timeOffset="-204404.66">25827 12847 76 0,'-4'-4'355'0,"3"0"-9"0,-2 0-30 0,3 4-26 16,-5-5-26-16,5 5-26 0,-2-2-26 16,2 2-29-16,0 0-22 0,0 0-22 0,0 0-18 0,0 0-15 15,0 0-13-15,-7 9-15 0,6-2-3 0,-2 4-7 16,2 4-11-16,-3 3-5 0,3 2-1 0,-3 6-5 0,4 5-6 15,-2 1-15-15,-1 0-17 0,3-1-30 0,0 0-34 16,0-1-25-16,3-4-36 0,-1 1-50 0,3-8-57 0,-5-4-232 16,3-2-493-16,-1-4 218 0</inkml:trace>
  <inkml:trace contextRef="#ctx0" brushRef="#br0" timeOffset="-204188.93">26256 12882 219 0,'0'-6'410'0,"4"2"-37"0,-4 1-27 15,4 0-44-15,-4 3-37 0,0-4-34 16,0 4-32-16,0 0-21 0,0 0-16 0,0 0-19 16,0 14-21-16,-1-2-3 0,-3 5-15 0,0 0 3 15,-1 11-26-15,1 2-4 0,-1-1-28 0,1 3-30 16,4-2-34-16,-4 3-37 0,4 0-40 0,3-4-62 15,-2 1-66-15,-1-6-276 0,4-7-537 0,2-5 238 16</inkml:trace>
  <inkml:trace contextRef="#ctx0" brushRef="#br0" timeOffset="-203202.76">29484 11852 22 0,'4'-13'255'0,"-3"-3"-12"0,4 5-3 0,-5-1-21 16,0-1-17-16,-1 2-22 0,-3 0-18 0,-1 2-22 16,0-1-12-16,-7-1-15 0,-3 1-12 0,-1 4-6 15,-11-1-12-15,0 0-11 0,-1 7-8 0,0-2-10 0,-2 4-9 0,2 3-8 16,0 2-1-16,1 2-6 0,7-1 2 0,-4 4-9 15,6-3-4-15,1 1-2 0,2 5-6 0,2-4 2 16,0 2 0-16,4-3 4 0,5 2-6 0,-1-1-3 16,5 2 1-16,0-3 2 0,3 2-2 0,2-3 6 15,3 2-5-15,6-2-1 0,1 0 2 0,3-1-1 16,2-5-4-16,1 0 3 0,8-3 3 0,-1-1-4 16,0-4 9-16,-1-2 8 0,1-3 8 0,-4-4 10 15,0-4 5-15,-3 1 13 0,0-5 4 0,-3 0-2 16,-2-1 10-16,2-5 4 0,-4 2 17 0,-1-5-17 0,-3 0 1 0,-1-1-13 15,0-1 2-15,0 1 0 0,-3-1 5 0,1 1-1 16,-2-1-1-16,-2 2 12 0,-1-2-6 16,3 6-1-16,-2-1 16 0,-1 10 5 0,-1 2-9 0,1 0-7 15,-2 5-8-15,0 3-5 0,1 2-15 0,-1-1-7 16,1 3-12-16,-1-1-28 0,2 3-47 0,-2 2-23 31,0 0 7-31,0 0 1 0,-8 13 6 0,0 1 6 0,-2 9 0 0,1 5-1 16,-5 3 13-16,5 3 2 0,-4 12 4 0,3 0-2 15,1 3 9-15,5-15 11 0,0 1-2 0,3 1-8 16,1-2 6-16,4 0 3 0,-3-2 1 0,3-5-9 16,-3-2 11-16,3-7 1 0,0 0 7 0,-4-5-7 15,4-3-1-15,-4-3 6 0,1 0 3 0,-1-1-1 16,4-2 7-16,-3 1-2 0,-1-2 7 0,0 1-5 0,0-4 2 16,0 3 5-16,0-3-1 0,0 0-1 0,0 5-19 15,0-5-45-15,0 0-58 0,0 0-47 0,0 0-58 16,0-17-67-16,3 9-293 0,2-8-621 0,3-1 275 15</inkml:trace>
  <inkml:trace contextRef="#ctx0" brushRef="#br0" timeOffset="-202732.65">29986 11462 104 0,'0'0'285'0,"0"0"-20"16,3-4-25-16,-3 4-27 0,0 0-22 0,1-3-24 15,-1 3-19-15,0 0-13 0,0 0-17 16,7 10-8-16,-6-1-5 0,3 0-13 0,0 5-10 0,-1 0-5 16,2 4-9-16,-1-1-2 0,0 1-9 0,0 7-4 15,-1-7-6-15,-1 8-3 0,-2-7-6 0,0 5-1 16,-1-3-5-16,0 4-2 0,-3-7-3 0,0 7-5 16,-1-7 5-16,-5 6-7 0,2-8-1 0,-1 2 3 15,0-1-3-15,-4-3-3 0,3 3 1 0,-3-5 0 16,4 1-1-16,-4-4 3 15,3 1-2-15,1-2 0 0,0-1 3 16,2 0-7-16,0 0 4 0,0-3 1 0,1 1-6 16,1-1-4-16,1-3 1 0,2 4 2 0,-2-2 0 0,2-1-2 15,2-2 1-15,-4 3 2 0,4-3 1 0,-4 2-3 16,4-2 1-16,0 0 0 0,0 0 11 0,-3 2 1 16,3-2 5-16,0 0 6 0,0 0 3 0,0 0-1 15,0 0-5-15,13 3-5 0,1-2 4 0,2-1-6 0,7-1-1 0,7 1-3 16,5 0 0-16,6-3-10 0,14 3 33 0,2 0-1 15,1-2 1-15,-3 0 0 0,-3-1-4 0,-14 1-3 16,-2-1 1-16,-8-2-4 0,3 2-7 0,-11 0 22 16,-3 1-24-16,-4-2-6 0,-6 2 5 0,2 0-6 15,-2 0-22-15,-4-1-17 0,1 0-32 0,-4 3-34 16,-6-5-10-16,-2 2-29 0,-5 1-19 0,-3 0-25 0,-3 2-23 16,0-2-38-16,-3 2-47 0,0 0-170 0,0 0-487 15,2 0 215-15</inkml:trace>
  <inkml:trace contextRef="#ctx0" brushRef="#br0" timeOffset="-202432.14">29884 11836 300 0,'-7'-3'384'0,"1"1"7"15,1 0 26-15,1-1-17 0,2-1-44 16,2 4-37-16,11-6-34 0,8 2-29 0,12-1-26 0,9 1-28 16,21 1-15-16,4-3-20 0,25 3-23 0,-26 1-12 15,0-2-10-15,3 2-14 0,-2-1-15 0,-5-1-3 16,-6 0-15-16,-16 1-3 0,-6-1-11 16,-5 0 6-16,-9 1 15 0,-4 1 5 0,-4 0-10 0,-2 2-6 15,1-3-6-15,-3 3-13 0,-2 0-26 0,-4 0-41 16,9 0-45-1,-9 0-54-15,0 0-47 0,0 0-40 0,-20 7-47 16,-6 3-64-16,-1 2-98 0,-3-5-224 0,3 0-685 16,-3 2 304-16</inkml:trace>
  <inkml:trace contextRef="#ctx0" brushRef="#br0" timeOffset="-201430.12">19721 15354 160 0,'-7'-2'259'0,"7"2"6"0,-8 2-6 16,8-2-7-16,0 0-8 0,0 0-14 0,0 0-19 15,0 0-18-15,0 0-19 0,0 0-21 0,14-7-13 0,8 5-13 16,9 1-30-16,4 0-48 0,2 0-55 0,3 0-69 15,11 2-72 1,3-2-82-16,-16-3-164 0,-2 1-426 0,1 1 189 16</inkml:trace>
  <inkml:trace contextRef="#ctx0" brushRef="#br0" timeOffset="-201267.61">20093 15524 43 0,'-5'4'269'0,"0"-2"-10"0,1 1-6 15,1 0-17-15,1-1-19 0,2-2-22 0,-5 3-20 16,5-3-15-16,-1 4-10 0,1-4-25 0,11 3-28 16,3-1-35-16,9 1-51 0,9-2-62 0,8 0-94 15,0-3-198-15,12 1-371 0,0-3 163 0</inkml:trace>
  <inkml:trace contextRef="#ctx0" brushRef="#br0" timeOffset="-200998.29">21114 15432 2103 0,'-11'2'166'15,"-1"2"-43"-15,2-1-18 0,4-3 5 0,-2 0 19 16,3 2 8-16,5-2-3 0,-8 0-8 0,8 0-2 16,0 0-8-16,-10-2-2 0,10 2-11 0,0 0-16 0,0 0-6 0,32-3-14 0,0 3-13 15,5-1-30-15,16 2-35 0,5-2-46 0,6 1-56 16,1 1-67-16,26-9-91 0,-33 8-275 0,-4-4-590 16,-2-2 261-16</inkml:trace>
  <inkml:trace contextRef="#ctx0" brushRef="#br0" timeOffset="-200057.83">22350 14444 70 0,'0'-12'225'0,"-4"0"-8"0,4 0-5 0,-4 5-12 15,4-4-6-15,-1 5-10 0,0-2-13 0,-2 4-17 16,2 0-17-16,-2-2-19 0,2 3-13 0,1 3-34 15,0 0-13-15,0 0-5 0,-14 9-10 0,1 8-5 16,-1 6-5-16,0 8-5 0,-11 17-6 0,-7 32 7 16,6 3-7-16,-2 4-7 0,-4 1-1 0,5 2 0 15,-1-1 2-15,6-3-18 0,3-1-1 0,-4 3 3 16,7 6 6-16,-1-5-9 0,3-2 2 0,-4-4-2 16,9-1 1-16,1-26-2 15,-3 1 0-15,-2-3 4 0,2 1 2 0,-2-3-7 16,0 0 2-16,-5-6 9 0,4-16 12 15,0 1 9-15,-4 0 39 0,2-5 4 0,-2-6 16 16,-2-2 6-16,5-6 12 0,-3 0 14 0,-1-6-1 0,-4-2-15 16,0-3 16-16,-5-2-3 0,0-3-12 0,0-1-6 15,0-2 0-15,6 3-8 0,3-4 3 0,1 1-10 16,0 0-3-16,5 4-37 0,-5-4 23 0,8 3-10 0,1 0-4 16,0 2-4-16,2-2-12 15,1 3-9-15,3-1-32 0,-5 0-34 0,8 2-27 16,-6-2-42-16,6 2-32 0,-5 0-35 0,5 0-29 15,0 0 0-15,0 0-11 0,0 0-33 0,0 0-252 16,0 0-543-16,24-5 240 0</inkml:trace>
  <inkml:trace contextRef="#ctx0" brushRef="#br0" timeOffset="-199307.94">23059 15412 167 0,'-1'-12'232'0,"-3"-1"-20"15,0 4-24-15,1 0-19 0,-4-3-19 0,-1 3-13 0,-4 3-20 16,-4-2-9-16,-4 4-12 0,-7-1-7 0,-4 5-9 16,1 1-13-16,-4 2-4 0,1 1-9 0,3 6-4 15,-4-3 0-15,2 5-13 0,4 4-5 16,0-3-1-16,5 0-6 0,1 4-4 0,6-5-2 0,-2 0 2 0,8-2-5 16,1 0 0-16,1 1 2 0,2 0-2 0,3-3-6 15,2 4 2-15,1-4-4 0,4 0 7 0,6-1-5 16,0 0 3-16,9-1 2 0,1-1-2 0,9-5 0 15,0-3-1-15,1-1-4 0,-1-4 15 0,2-1 15 16,-4-3 8-16,1-5 9 0,-4-1 14 0,0-1-7 16,-1-5 5-16,-5-1 12 15,1-1 0-15,-1 0-2 0,-4-4-2 0,-1 0-1 16,-3 0-2-16,-1-4-4 0,3 0-4 0,-7-1 7 16,1 1-6-16,-1-1 8 0,-2 1 8 0,-1 0 13 15,1 4 6-15,-1 5-7 0,0 7-5 0,-2 2-3 16,1 4-7-16,-1 2-15 0,0 5 4 0,0-2-22 15,0 3-15-15,0 4-49 0,-3-6-3 0,3 6 0 16,0 0-4-16,-10 25 8 0,3-7 3 0,-2 10 0 0,0 2-2 0,0 2 3 16,1 6 4-16,-5 6-5 0,8-9 4 0,-4-2-1 15,5 3 4-15,-2 10 2 0,7-12 1 16,-1-2 6-16,0 0-4 0,4-1 2 0,0-4-12 16,1-1-19-16,0-8-25 15,-4-1-15-15,2-2-20 0,1-4-19 0,-3-1-14 16,0 1-15-16,3-4-16 0,0-1-22 0,0-2-27 0,0-3-59 0,-4-1-188 0,0 0-488 0,15-11 216 15</inkml:trace>
  <inkml:trace contextRef="#ctx0" brushRef="#br0" timeOffset="-198994.48">23475 15029 36 0,'1'-4'318'15,"0"2"-32"-15,-1 2-25 0,1-4-30 0,2 0-30 16,-3 4-15-16,0 0-30 0,0 0-15 16,0 0-17-16,6 8-12 0,-3 0-1 0,1 3-21 15,1 4-7-15,0 1-9 0,0 1-12 0,3 6-5 16,-3 2-4-16,-1 0-6 0,0 2-5 0,-6 2-5 0,-2-1 0 0,0 4-3 16,-1-3-3-1,-3 4-6-15,-1-4-2 0,-4 1-1 0,0-4-5 0,3 2 0 16,-3-5-3-16,4-5-3 0,1-1 2 0,-1-2-1 15,3-5-5-15,2 1 3 0,-1-2-1 0,1-4-1 16,0 0 0-16,3 0-2 0,-1-1 3 0,0-1 3 16,2-3 4-16,4 7 5 0,1-5 13 15,8-2 1-15,6 3-7 0,3-3 0 0,9-3-4 16,-3 2-14-16,4-2-27 0,0-1-46 0,-2-1-56 0,5-3-75 16,-6 0-279-16,0-1-513 0,2-5 228 0</inkml:trace>
  <inkml:trace contextRef="#ctx0" brushRef="#br0" timeOffset="-198825.55">23597 15407 2267 0,'-28'5'263'16,"8"-5"-107"-16,2 0-15 0,6 1 5 0,1-1-2 16,4 2-4-16,1-2-31 15,6 0-23-15,0 0-22 0,0 0-4 0,25-6-18 16,11 4-36-16,19-5-49 0,-1 7-74 0,7-5-98 0,2-2-327 0,-1 2-587 0,-2-5 260 15</inkml:trace>
  <inkml:trace contextRef="#ctx0" brushRef="#br0" timeOffset="-194813.72">27957 10946 242 0,'0'-7'270'0,"4"2"-11"16,-3 0-19-16,2 0-14 0,-3 0-19 0,1 3-23 15,-1 2-22-15,0-5-21 0,0 5-18 0,1-4-29 16,-1 4-25-16,0 0-6 0,-9 13-6 0,-3 2-8 16,-13 12-3-16,-13 13-6 0,-5 4-4 0,-19 16-5 15,17-14-4-15,-15 18-3 0,16-18-2 0,-15 17-4 16,19-18 1-16,-15 24-5 15,20-22 15-15,1 1 1 0,1-2-4 0,6-2 3 16,2-2 1-16,8-13-2 0,3 0-3 0,-2-6 0 16,3 1-5-16,4-6 5 0,2-4-6 0,-1-2 0 0,2-2-2 0,2 0-1 15,2-5 3-15,-2 1 4 0,1-1 4 0,1-2 2 16,1 0 3-16,-3-1 1 0,4-2-7 0,0 0 0 16,-5 2-30-1,5-2-27-15,-8-7-12 0,4 3-18 0,0-1-17 0,-1-5-18 0,-2 0-23 0,2 2-16 16,1-5-28-16,0-1-19 0,0-2-202 0,-1-1-416 15,1-1 184-15</inkml:trace>
  <inkml:trace contextRef="#ctx0" brushRef="#br0" timeOffset="-194481.93">27294 10995 135 0,'3'-9'241'0,"-1"2"-26"15,2 2-21-15,-3 0-22 0,3 1-20 0,-3 3-14 16,-1 1-21-16,0 0-11 0,14 12-5 0,-6 1-8 16,2 5-11-16,-1 8-7 0,5 5-1 0,0 3-7 15,3 13-3-15,0-2-9 0,-1 0 1 0,1 5-7 0,1-3-11 0,-2 6-1 16,0-3 2-16,0 0-4 0,-2-2-2 0,3-5-5 16,-6-10-1-16,1-1-4 0,-2-2 0 0,0-3-6 15,-1-3 3-15,-5-7-4 0,3 0 1 0,-4-5-4 16,1-5 0-16,-3 1 2 0,2-2 17 0,-1-2 31 15,-2 1 24-15,2-2 32 0,-1 0 1 0,0 0 7 16,-1-3 11-16,2 3-7 0,-2-3 8 0,0 0-26 0,0 0-6 16,0 0-22-16,0 0-30 0,0 0-24 0,0 0-23 15,-3-14-34-15,2 9-31 0,-1 0-41 0,0 1-47 16,-1-2-49-16,2-1-59 0,0 3-274 0,-2-4-572 16,6 2 254-16</inkml:trace>
  <inkml:trace contextRef="#ctx0" brushRef="#br0" timeOffset="-193542.28">28467 11103 78 0,'0'0'189'16,"1"-7"-10"-16,1 4 11 0,-2 3-12 0,2-5-7 16,-1 1 1-16,1 0 2 0,-1 0-6 0,-1 4-11 0,3-8-2 15,-1 7 9-15,-2 1-14 0,3-6-1 16,-2 4-13-16,-1 2-13 16,0 0-13-16,5-3-14 0,-5 3-11 0,0 0-15 15,0 0-15-15,0 0-16 0,0 0 0 0,0 15-7 16,-4-3-2-16,0 6 0 0,-3 8-5 0,-1 2-3 15,-1 2-4-15,-2 2 1 0,0 4-4 0,-3 8-2 16,0 0 2-16,5-9-3 0,-1-1-3 0,-1 12 1 16,5-11-1-16,-2 0-2 0,2-3 0 0,3-1-1 15,1-2 2-15,0-4-6 0,-1-4 3 0,3-5 0 0,-4 0-6 0,4-7 2 16,-4 1 5-16,4 0-3 0,0-5 1 0,-2 1 1 16,2-3 3-16,0 1 31 0,0-4 19 0,0 5 23 15,0-5 20-15,-2 3 15 0,2-3-12 0,0 0 10 16,-2 4-12-16,2-4 0 0,0 0-16 0,0 0-8 15,0 0-4-15,0 0-33 0,0 0-29 0,0 0-61 16,0 0-49-16,0 0-59 16,0 4-69-16,0-4-98 0,0 0-277 0,0 0-652 15,0 0 289-15</inkml:trace>
  <inkml:trace contextRef="#ctx0" brushRef="#br0" timeOffset="-190451.51">25183 15058 75 0,'0'0'102'0,"0"0"-4"0,0 0-5 16,0 0 4-16,0 0-14 0,0 0 3 0,0 0-4 16,0 0-2-1,0 0 6-15,0 0 6 0,-19 4-1 0,19-4-5 0,-9 4 7 16,6-4-5-16,3 0-1 0,-10 0-8 0,10 0 5 15,-4 3-6-15,4-3-4 0,-5 0-10 16,5 0 0-16,0 0-6 0,-4 2 2 0,4-2-9 16,0 0-2-16,0 0-2 0,0 0-4 0,0 0 0 0,-7 0-4 15,7 0 1-15,0 0-1 0,0 0 0 0,0 0 3 16,0 0 4-16,0 0-5 0,0 0-4 0,0 0 2 16,0 0-1-16,0 0-3 0,0 0-5 0,0 0 0 0,0 0 1 15,0 0-4-15,0 0 3 0,0 0-4 0,0 0-4 16,0 0-1-16,0 0-6 0,0 0 1 0,0 0-2 15,0 0 1-15,0 0-3 0,0 0 1 0,0 0 6 16,0 0-9-16,0 0 0 0,0 0-4 0,0 0 6 16,0 0 1-16,0 0-2 0,0 0 2 0,0 0-1 15,0 0 2-15,0 0-1 16,0 0-2-16,0 0-5 0,0 0 4 0,0 0-6 16,0 0 3-16,0 0-2 0,0 0 1 0,0 0-3 15,0 0 2-15,0 0 2 0,0 0 0 0,0 0 0 0,29-2 1 0,-2-1-4 16,5 2 1-16,7-3 0 0,2 1 0 15,14-1-1-15,0-1-2 0,3-3 2 0,-4 4 2 16,-1 1 4-16,-2-2 0 0,-14 1 4 0,-1 2 2 16,-3-1 1-16,-3-1-3 0,-9 3 2 0,-2 0 2 15,-6 0-2-15,-1 0 2 0,-1 1-2 0,-3 0 2 16,-3 0-4-16,0-3-4 0,0 2 2 0,-5 1-2 16,9 0-4-16,-9 0-21 0,7 0-19 0,-7 0-18 15,0 0-16-15,0 0-24 0,0 0-34 0,0 0-30 16,-11 7-42-16,9-3-39 0,-3-3-174 0,5-1-444 15,0 0 197-15</inkml:trace>
  <inkml:trace contextRef="#ctx0" brushRef="#br0" timeOffset="-189471.17">27877 14764 204 0,'-2'-12'233'16,"-1"0"-18"-16,-1-1-17 0,-3 4-20 0,-4-6-19 16,-3 3-15-16,-3 1-19 0,-2 6-14 0,-12-4-14 0,3 2-12 15,-4 3-3-15,-2 4-10 0,-3 2-11 0,1 3-7 16,0-1-4-16,0 4-7 0,3 3-5 0,1-1-6 31,1 3-5-31,3 2-4 0,3 2-1 0,1 0 4 0,7-6-8 16,0 1-4-16,4 3-3 0,2-1-2 0,3 2 7 0,7-5-6 15,1 3 3-15,0-2-1 0,7 1 2 0,5 3 1 16,2-5-3-16,7-1-1 0,6 1 0 16,3-4 2-16,5-1-2 0,-3-5 1 0,0-2 0 15,-2-6-1-15,2 1 12 0,-5-5 16 0,1-1 20 16,-5-6 13-16,0 0 14 0,0-3 8 0,-6-1 2 16,-4-2 13-16,0-5 0 0,-1-2-6 0,-3-1-3 0,0-2-2 0,-3 0 14 15,2 1-20-15,-3-2-3 0,-1 1-3 0,0-1-3 16,-1 1 5-16,3 2 5 0,-5 0 13 0,0 3 8 15,1 10-1-15,-2 2 0 0,1 5-11 0,-1 3-7 16,0 1-18-16,0 1-7 0,1 1-15 0,-1 1-26 16,-1 2-40-16,1 3-42 0,-1-3-10 0,1 3 10 15,0 0 1-15,-9 20 7 16,1-1 6-16,-1 8 0 0,-5 2 4 0,5 0 3 16,-1 7 2-16,-3 8 4 0,4-9 0 0,5 0 4 0,-5-2 7 0,7 0 0 15,-2-2-5-15,4-1 9 0,0-7 1 0,0 5 0 16,2-10 3-16,0-2-2 0,0 0 2 0,2-5 0 15,-4 0-5-15,0-2 7 0,1-2 2 0,-1-2 8 16,0 0-2-16,3 0-1 0,-3-3 0 16,0-2 0-16,1 6 2 0,-1-3 2 0,0-3 3 15,0 5-8-15,0-5 4 0,0 0 3 0,0 0-4 16,0 3 2-16,0-3-9 0,0 0-25 0,0 0-17 16,0 0-33-16,0 0-30 0,0 5-31 0,0-5-33 15,0 0-35-15,0 0-32 0,0 0-41 0,0 0-239 16,0 0-562-16,0 0 250 0</inkml:trace>
  <inkml:trace contextRef="#ctx0" brushRef="#br0" timeOffset="-188932.72">28173 14414 241 0,'0'0'248'0,"-2"-6"-30"0,2 6-24 16,-2-1-23-16,2 1-19 0,0 0-18 0,0 0-7 16,-5 11-15-16,5-6-9 0,0 6-7 0,1 1-11 0,-1 0-10 0,3 6 0 15,-2-1-9-15,-1 2-6 0,0 9-4 0,2 0-8 16,0-9-3-16,-4 6-4 0,4-7-7 0,-2 2-1 16,0-2-3-16,0 0-4 0,0 0-3 0,0-4 0 15,1 1-3-15,-2-3-3 0,-1 0 0 0,2-3-3 16,-2 1 6-16,2 0-4 0,-1-3 0 0,-2 1-1 15,2 0 0-15,-3-1 0 0,2-2-1 0,0 0 2 16,-3 3-3-16,2-3-2 0,0 1 3 0,-1-1-5 16,0 0-1-16,-1-1 3 0,1 1-4 0,2 1 0 15,-3-3 0 1,2 3-1-16,-1-1-3 0,-1 1-1 0,4-4-1 16,-2 4 1-16,-1-2 0 0,2 1-2 0,-1-1 0 0,2 1 2 15,1-2 2-15,0-3 2 0,1 11-2 0,1-8 5 0,3 2 1 16,4 0 1-16,5-1 8 0,6 2 4 0,7-1 11 15,4-4-8-15,1 2-1 0,1-3 5 0,4 0 3 16,1-3 5-16,2 2 5 0,-2-2 3 0,-2 1 5 16,-2-4 0-16,-4 4 15 0,-11-1 12 0,-2 1 19 15,-4-1 11-15,-1 2-1 0,-5-2-3 0,0 3-5 16,-3 0-13-16,1-3-10 0,-5 3-7 0,9 0-4 16,-9 0-17-16,8 0-11 0,-8 0-20 0,0 0-20 15,0 0-25-15,0 0-20 0,0 0-20 0,0 0-27 16,-22 7-21-16,11-2-30 0,-1-2-33 0,-3 2-35 15,0-2-47-15,-2 3-269 16,-1-3-574-16,1 0 254 0</inkml:trace>
  <inkml:trace contextRef="#ctx0" brushRef="#br0" timeOffset="-188616.97">28118 14814 174 0,'0'0'310'0,"-8"-2"2"0,8 2-2 16,-7-3-9-16,7 3-13 0,0 0-14 0,-8 0-19 16,8 0-27-16,0 0-19 0,19-5-24 0,-1 1-19 0,15 1-21 0,3 1-10 15,3-2-21-15,14 0-11 0,0 0-8 0,0 0-9 16,2 0-12-16,-14-1-5 0,-4 4-12 0,-2-4-2 15,-5 0 2-15,1 3-8 0,-16-3-5 0,-2 4 21 16,-4-1 4-16,1 1-2 0,1-2-14 0,-5 0 0 16,-6 3-12-16,10 0-22 0,-10 0-27 0,5 0-25 15,-5 0-33 1,0 0-29-16,0 0-35 0,0 0-39 0,-21 7-23 0,8-2-42 16,-1-2-54-16,-7 4-254 0,6-2-586 15,-3 1 260-15</inkml:trace>
  <inkml:trace contextRef="#ctx0" brushRef="#br0" timeOffset="-188057.93">26268 15508 162 0,'-8'1'178'15,"4"0"-6"-15,-1 0 3 0,5-1-4 0,0 0 1 16,-5 2-3-16,5-2-5 0,0 0-1 0,-6 0-7 16,6 0-14-16,0 0-18 0,47-4-8 0,3-7-12 0,16 6-9 0,42-11-4 15,13 7-14-15,16-4-11 0,16 5-9 0,4-1 0 16,9 0-4-16,15-1 8 0,8 3 7 0,-9-3 14 15,1 3 1-15,-3-5 6 0,-2-1 6 0,-8 4 1 16,-11 2 3-16,-23-2 5 0,-1 6-2 16,-13-6 15-16,-14 3-13 0,-10 2 6 0,-33-4 14 15,-5 4 17-15,-8-3 3 16,-15 0-4-16,-6 4 11 0,-10 0 8 0,-6 0-4 16,0 3-4-16,-6-1-15 0,1 0-18 15,-1-1-22-15,-4 1-47 0,-3 1-56 0,9-1-67 16,-9 1-55-16,0 0-55 0,0 0-37 0,0 0-30 15,-23 11-56-15,4-6-66 0,-13 2-276 0,0 0-703 16,4 0 311-16</inkml:trace>
  <inkml:trace contextRef="#ctx0" brushRef="#br0" timeOffset="-187499.46">27616 15680 53 0,'0'0'247'0,"0"0"-31"0,-1 6-20 0,1-6-20 0,2 6-22 0,2-3-13 15,0 4-12-15,2 0-17 0,1 4-8 16,2 0-14-16,-3 3-5 0,0 2-13 0,1-1 0 15,0 3-12-15,-4 7-5 0,-3-6-8 0,-3 8 0 0,-3-1-6 16,-4 1-1-16,-3-1-8 0,-5 2 4 0,-3-2-6 16,-1 0 0-16,-4-1-3 0,3 1 1 0,-4-3 2 15,1-1 3 1,4-3-1-16,3 2 2 0,2-7 0 0,4-1-3 16,4-4 0-16,-2-1-2 0,4-3 3 0,1 1 18 0,2-1 24 0,2-2 20 15,2-3 18-15,-7 4 14 0,7-4 0 0,0 0-4 16,17 5-14-16,3-5-4 0,10-4-9 0,0 3-11 15,6-1-3-15,1 0-8 0,2-1-9 0,-1 0-12 16,0-1 0-16,-3 3-2 0,-6 1-24 0,-1-3 10 16,-10 2-1-16,1 1-27 0,-8-3-19 0,-1 2-25 15,-3 1-35-15,-7 0-47 0,11-3-77 16,-6 0-81-16,-5 3-303 0,0 0-626 0,-17-12 276 16</inkml:trace>
  <inkml:trace contextRef="#ctx0" brushRef="#br0" timeOffset="-187198.89">27464 16008 13 0,'-8'2'279'15,"2"-4"-7"-15,6 2-6 0,-9 2 4 0,9-2 1 16,0 0 8-16,0 0 2 0,-12-2-13 0,12 2-7 16,0 0-16-16,0 0-21 0,0 0-19 0,0 0-19 15,0 0-26-15,24-6-18 0,4 4-6 0,6 2-17 16,7-2-18-16,11-1-12 0,3 2-6 0,-19-2-7 16,5 2-30-16,-4-2-25 15,-2 3-41-15,-4 0-33 0,0 3-40 0,-7-6-49 16,-6 3-42-16,-4 3-58 0,4-6-69 0,-5 2-231 15,-8-2-586-15,4 1 259 0</inkml:trace>
  <inkml:trace contextRef="#ctx0" brushRef="#br0" timeOffset="-186929.42">28302 16016 2746 0,'-9'3'259'0,"3"-1"-144"0,1 1-56 0,1-3-23 16,4 0-10-16,-12 1 4 0,12-1-7 0,0 0-4 16,0 0-6-16,0 0-3 0,0 0 1 0,21-4-2 15,-4 2-2-15,3-2-4 0,11 4 3 16,3-5-3-16,-1 2-11 0,1 1-28 0,1-1-29 15,-2 1-32-15,-6 0-37 16,-5-2-50-16,-2 0-49 0,-7 0-204 0,1-1-472 16,-6 0 209-16</inkml:trace>
  <inkml:trace contextRef="#ctx0" brushRef="#br0" timeOffset="-186697.97">28338 15782 298 0,'0'0'275'0,"-6"-4"-31"0,6 4-24 16,0 0-30-16,-6-1-21 0,6 1-25 0,0 0-13 15,0 0-17-15,-2 10-13 0,2-2-14 0,-1 3-2 16,2 2-15-16,0 4-3 0,-1 2-10 0,3 7-1 16,-1-1-6-16,2 3-2 15,2 0-8-15,-2 1 0 0,1 1 0 0,3 3-4 16,-3-3-1-16,5 1-30 0,-2 2-38 0,-1-4-50 15,0-3-63-15,3-4-244 0,-2-7-423 0,0-4 187 16</inkml:trace>
  <inkml:trace contextRef="#ctx0" brushRef="#br0" timeOffset="-186450.67">29060 15875 334 0,'-3'-3'383'0,"3"3"-39"0,3-5-45 0,-3 5-40 15,0 0-34-15,0 0-26 0,-13 17-18 16,5-6-14-16,-2 7-19 0,0 7-20 0,-3 3-8 0,2 6-6 16,-5 9-17-16,6-9-8 0,-3 13-47 0,-2 1-35 15,5-2-44-15,0 0-55 0,0-10-80 0,-2-5-301 16,2-4-512-16,-3-5 227 0</inkml:trace>
  <inkml:trace contextRef="#ctx0" brushRef="#br0" timeOffset="-185542.68">26443 14261 118 0,'-3'-9'197'0,"2"1"-10"0,-1 2-17 0,2 1-15 16,-2-2-22-16,2 3-16 0,0 4-13 0,0 0-17 0,-12 11-7 16,3 4-6-16,-9 12-9 0,-9 21-4 0,-18 27-4 15,-1 10-3-15,-4 13 1 0,-1 10-4 16,-1 7-21-16,-6 4-2 0,6-2-4 0,-4 5-3 16,3 0-2-16,7 1 2 15,3-1 25-15,3-8 29 0,6-4 2 0,2-9 4 16,7 0-6-16,0-3-3 0,3-3 6 0,-2-9-6 15,-3-5-3-15,13-24 0 0,-4-3-9 0,0-1 0 16,3-4-11-16,0-4 0 0,0-13-1 0,0 0-8 16,1-6-34-16,-2 1 1 0,0-7 2 0,0-1 1 15,-5-3 2-15,3-4 0 0,5 1 28 0,-4-4 16 16,6-4 10-16,-7 2 6 0,1-2 1 0,0-3-3 0,-1-2-9 16,0-3-3-16,-2-2-2 15,-2-1-5-15,5-1-7 0,-11-3-4 0,9 4-6 0,1-2-3 16,0 0-7-16,2 1-11 0,0 0-19 0,5 3-14 15,-2 0-22-15,4 0-26 0,-1 3-40 0,2-1-42 16,-1 2-53-16,2 0-48 0,-1 0-237 0,8 0-528 16,0 0 234-16</inkml:trace>
  <inkml:trace contextRef="#ctx0" brushRef="#br0" timeOffset="-152393.22">25492 14773 46 0,'0'0'117'0,"0"0"-8"0,0 0 1 16,0 0 1-16,0 0 9 0,0 0-3 0,0 0 5 15,3-7 4-15,-3 7-4 0,0 0 1 0,0 0 6 16,0 0 2-16,0 0 2 0,0 0-1 16,0 0 1-16,0 0 2 0,0 0-5 0,0-4-4 0,0 4 1 15,0 0-11-15,0 0-10 0,2-4-12 0,-2 4-12 16,0 0-10-16,0 0-13 0,0 0-15 0,0 0-5 15,0 0-6-15,-5 21-5 0,0-7-4 0,-1 5-25 0,-4 6 2 16,0 2-3-16,-1 5 2 0,3 1 0 0,2 0-1 0,-4 13 2 16,2-12-1-16,4 15 4 0,-1-2-22 15,-1 2-29-15,2 2-49 0,-1-1-67 0,0-2-300 16,-3 2-501-16,-6-3 222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18:41.25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4495 2738 113 0,'0'-10'246'0,"0"3"-6"0,-3-3-5 15,2 3 3-15,-3-3-10 0,2 1-8 0,0 1-3 16,1-1-16-16,-2 0-1 0,2 1-4 0,-2 3-4 15,1-2-4-15,1 2-22 16,0 0-12-16,-1 1-14 0,1 0-26 0,-1 0-14 16,2 4-26-16,-2-3-33 0,2 3-16 0,0 0-1 15,-7 17-3-15,0 3-4 0,-4 9-8 16,-2 4 3-16,-7 11-4 0,1 12 2 0,-3 23-2 16,-1 1 0-16,0-2 1 0,7 3-2 0,1-24 4 0,-3 28 2 0,9-27 3 15,-2 0-1-15,4 0 0 0,-2-2 1 0,4 4-1 16,-3 23 4-16,5-33-2 0,1-3 0 0,0-13 1 15,-2-2-2-15,1-4-6 0,1-10 7 0,-3-2 7 16,2-4-13-16,1-2 8 0,0-3 21 0,1-1 46 16,-3-3 6-16,-1-2-8 0,5-1-4 0,-24-4-8 15,5-5-3-15,-9-5 0 0,-2-2 12 0,2-1 7 16,-1-2 4-16,3 0 7 0,1 1 3 0,2 2 1 16,6 6-3-16,-1-2-6 15,5-1-1-15,-3 4-6 0,8 5-4 0,-5-3-7 16,8 2-9-16,-3 3-5 0,3-1-22 0,0 0-40 15,5 3-46-15,-9-4-56 0,9 4-50 0,0 0-17 16,0 0-13-16,0 0-17 0,0 0-13 16,0 0-19-16,3 15-22 0,-3-15-51 0,15 2-81 15,-15-2-208-15,17-6-641 0,-6 5 283 0</inkml:trace>
  <inkml:trace contextRef="#ctx0" brushRef="#br0" timeOffset="337.15">3857 3398 261 0,'-9'0'272'16,"2"0"-6"-16,-1 0-18 0,2 0-16 0,0 1-22 15,6-1-21-15,-7 0-18 0,7 0-15 0,-8 4-19 16,8-4-13-16,0 0-8 0,-5 1-11 0,5-1 2 15,0 0 0 1,13 4 4-16,0-4-2 0,16-2-7 0,3 0-9 0,23-7 0 16,4 2-7-16,2-2-5 0,31-4 12 0,-29 2-20 15,-2 3 3-15,-1-2-20 0,-6 4 5 0,-19 1-6 16,-3 0-9-16,-10 1-2 0,-4 2-3 0,-4 1-4 16,-4 0 3-16,-2 0-6 0,2-1 6 0,-5 1-7 0,-5 1-9 15,8 0-9-15,-8 0-3 0,0 0-26 0,0 0-13 16,-19 4-25-16,7-2-24 0,-1 2-20 0,-3 0-31 15,-1 1-31-15,7 0-47 0,0-1-51 0,-3 0-269 16,4-4-567-16,3 1 251 0</inkml:trace>
  <inkml:trace contextRef="#ctx0" brushRef="#br0" timeOffset="792.83">4924 3142 16 0,'8'-4'375'0,"-2"-2"-26"15,-1 1-26-15,3 1-26 0,-4 2-35 0,6-2-26 16,-2 1-25-16,-3 2-22 0,8 1-15 0,-3 0-25 0,0 1-13 0,0 3-18 16,1 3-10-16,-1-2-10 15,-2 4-14-15,3 4-6 0,-5 1-10 0,0 2-7 16,-4 2 5-16,-2-1-17 0,-2 10-4 15,-2-8-5-15,-4 5-1 0,-1-5-5 0,0-2 0 16,0 1-3-16,0-2-3 0,-1-1-1 0,0-3-5 16,2-3 1-16,1-3-4 0,3 1 1 0,0-3 12 15,0-1 52-15,4 2 35 0,-4-2 43 0,4-3 27 16,0 0 15-16,0 0-20 0,0 0-20 0,12-12-20 16,-1-2-14-16,3 0-12 0,8-5-15 0,1-1-12 15,0-2-7-15,2-1-11 0,1 1-8 0,-2 1-6 16,2-1-3-16,-7 2-5 0,-1 8-5 0,-5 3 2 15,-5 1-4-15,-1 2-5 0,1 2-5 0,-4 4-10 16,1-3-18-16,-1 1-25 0,-4 2-34 0,4-2-12 0,-4 2 1 0,4 9 7 16,-2 0 4-16,-2 4 5 0,1 3 5 0,-1 2 8 15,1 9 4-15,-1-8 2 0,1 6-32 16,1-6-52-16,3 5-28 0,-1-7-21 0,1 1-20 0,5-2-23 16,-4 1-40-16,2-7-53 0,1-3-78 0,-3-2-271 0,3-2-702 0,-1-3 311 15</inkml:trace>
  <inkml:trace contextRef="#ctx0" brushRef="#br0" timeOffset="1023.07">5470 3030 173 0,'3'-7'354'16,"-3"7"-31"-1,2-5-31-15,-2 5-26 0,6-4-34 0,-6 4-23 16,13 1-14-16,-1 4-12 0,6 3-12 0,-3 4-4 0,8 7-18 15,0 6-6-15,-3-1-18 16,-3 5-7-16,1 2-10 0,-5 1-14 0,-3 5 1 16,-5 8-18-16,-9-8-9 0,-10 7-24 0,-6-1-11 0,-1-11-15 0,-15 3-23 0,-6 2-27 0,-4-4-43 15,-1-4-40-15,-9-2-40 0,-7-5-57 16,3-5-84-16,0-7-163 0,-3 1-495 0,2-9 219 16</inkml:trace>
  <inkml:trace contextRef="#ctx0" brushRef="#br0" timeOffset="1339.31">4992 2888 234 0,'-5'-8'371'0,"1"2"-22"16,4 2-24-16,-5-1-27 0,1 3-35 0,4 2-28 0,-9-3-27 16,9 3-25-16,-23 13-17 0,5 2-25 0,-6 7-14 15,-10 18-5-15,0 4-8 0,-11 25-19 0,16-18-12 0,-16 23-7 16,16-19-6-16,4-2-8 0,4-1-8 0,4-2-1 16,8-5 3-16,3-11 1 0,6-4-5 0,5 0-3 0,4 0 5 15,5-2-9-15,8-5-3 0,7-3-11 0,22-2-24 16,6-4-44-16,8-6-66 0,32-5-99 0,4-4-147 15,-3-12-207-15,-1 2-601 0,-31 0 266 0</inkml:trace>
  <inkml:trace contextRef="#ctx0" brushRef="#br0" timeOffset="1909.3">6141 3288 131 0,'-7'0'243'0,"2"1"-9"0,0-1-9 15,5 0-13-15,-9 3-5 0,9-3-8 0,-5 0-8 16,5 0-7-16,-5 2-12 0,5-2-7 0,0 0-11 0,-4 2-8 0,4-2-8 16,0 0-1-16,0 0 8 0,-5 1-16 0,5-1 2 15,0 0 3-15,0 0-7 0,0 0-7 0,0 0-3 16,0 0-1-16,0 0-16 0,29-1 5 16,-2-1-6-16,8 0-13 15,17-1-4-15,7-4-10 0,-1 5-9 0,4-3-6 0,2 2 0 16,-6-2-8-16,-2 1-5 0,-4 1-7 15,-15 3-3-15,-1-1-2 0,-4 0 0 0,-4-2-9 16,-10 2 2-16,-7 1-2 0,1 0 0 0,-2-1-3 16,-3 2-1-16,-7-1-22 0,0 0-17 0,10-1-38 15,-10 1-30-15,0 0-40 0,-22 2-30 0,22-2-33 16,-32 4-31-16,10 0-45 0,2-1-66 0,-2-1-230 16,3 1-607-16,-3 1 268 0</inkml:trace>
  <inkml:trace contextRef="#ctx0" brushRef="#br0" timeOffset="2241.32">6151 3537 212 0,'-13'5'330'0,"3"-1"-9"0,1-1-13 0,1-1-8 0,2 1 2 16,2-1-23-16,4-2-7 0,0 0-14 0,0 0-10 16,22 2-7-16,11-5-26 0,23-3-24 15,43-1-16-15,-6 2 5 0,11-8-7 0,0 0 9 16,4 0 2-16,-1 3-2 0,-2-2-3 0,-7 1-7 16,-35 6-6-16,-2 0-13 0,-4-3-10 0,-19 4-9 15,-6 0 5-15,-4 2 5 0,-12-1-4 0,-3 3-1 16,-4-2-4-16,-1 2 3 0,-3-2-11 0,-5 2-9 0,11-3-22 15,-11 3-16-15,0 0-28 0,0 0-30 16,0 0-39-16,0 0-63 0,-32 10-73 0,15-5-96 0,-3 0-97 0,-3 2-115 16,3-2-460-16,2-4-998 0,0 1 442 0</inkml:trace>
  <inkml:trace contextRef="#ctx0" brushRef="#br0" timeOffset="12826.94">8336 2721 79 0,'1'-14'225'0,"2"4"-9"16,-1 0-9-16,0 3-6 0,0 2-18 0,-2-2-22 0,2 3-19 15,-2 0-35-15,0 4-16 0,0 0-11 0,0 0-11 16,-2 27-8-16,-2-3-3 0,1 5 4 0,-1 7 6 0,-1 13 0 16,-3 4 1-16,2 6 5 0,-1-2-1 0,-2 4-1 15,4-3-6-15,0-2 11 0,0-3 6 16,-2-5 0-16,7-16-2 0,0-2 0 0,2-10-5 16,3-2-5-16,-5-4 1 15,0-3 0-15,3-2 1 0,-3-3 47 0,2-3 35 16,2 1 13-16,-4-4-12 0,0 0-4 0,22-13-8 15,-9 0-2-15,7-8 4 0,-7 6-13 0,5-9-5 16,-1-1-4-16,0 3-11 0,-2 1-5 0,-3 2-13 0,-2 5-5 16,-2 4-11-16,-2 0-9 0,-3 2-9 15,2 1-10-15,-4 3-22 0,6 0-32 0,-3 1-23 16,-4 3-4-16,0 0-6 0,9 8 1 0,-5-1-3 0,0 4 1 16,1 5 5-16,-2 2-1 0,3 8 12 0,-2-2-3 15,0 2-2-15,2 1-8 0,-2-8-4 0,1-1-13 0,0 1 2 0,2-4-4 16,-3-3 13-16,-2-3-4 0,1-1 8 0,-1 0 3 0,1-4-10 15,-1 0 51-15,-2-4 0 0,10 0 7 0,-10 0-3 16,12-8 1-16,-3-1 10 0,1 0 12 16,0-5-1-16,2 1 4 0,-2-2 2 0,-1 1 1 15,3 0 4-15,-5 4-1 0,0 1-2 0,-1 0 3 16,-2 3 1-16,-1 1-14 0,2 0-2 0,-4 2-14 16,4 0-24-1,-5 3-11-15,0 0-8 0,9 8 3 0,-5 2-2 0,2 5 3 16,-1 12-18-16,-2 1 18 0,3 5 6 0,-5 2 12 15,1 12-7-15,-4 5 4 0,-1 1 9 0,-4 2-6 16,1 4 6-16,-4 22 4 0,-3-21-2 16,3-5 0-16,-6 1 6 0,-2-1-1 0,-1-3-17 15,3-7 15-15,-7-3 6 0,6-11 3 0,3-5-1 16,-3-4-1-16,7-4 2 0,-1-7-6 0,-5-1 30 16,5-5 13-16,0-2 2 0,-2-6 2 0,-3-4 8 0,1-4 10 15,-1-9 11-15,1-7-5 0,4-5-7 16,3-16-15-16,8-6-13 0,8-5-11 0,12-29-9 0,6 6-19 0,7 2-5 15,-1 27-8-15,2 2 7 0,5 4-2 0,-1 4-4 16,3 4 1-16,0 9 1 0,-4-1 0 0,-9 12 2 16,0 0 0-16,-2 7-1 0,-7 3-3 0,-4 1 4 15,-5 4-7-15,1-1 1 0,-4 2 3 0,0 3-19 16,-5-2-28-16,-2 2-2 0,0 0-10 0,11 5-19 16,-11-5-28-16,1 9-28 15,-5-1-25-15,3-1-33 0,-6-1-42 0,1 2-58 16,-3 0-90-16,0-2-282 0,0-3-723 0,9-3 321 15</inkml:trace>
  <inkml:trace contextRef="#ctx0" brushRef="#br0" timeOffset="13225.98">9435 3100 306 0,'3'-12'341'0,"2"-5"15"0,-3-1-6 0,2 3-5 16,-1-2-20-16,-1 6-6 0,1 2-10 0,-1 2-20 15,-2 1-28-15,1 0-32 0,1 4-23 0,-2-3-30 16,0 5-35-16,0 0-38 0,0 0-18 0,0 0-20 16,-2 17-2-16,2 7-8 0,-1 7-9 0,-6 6-4 15,2 13-2-15,-4 1 1 0,-1 5-4 0,2-3-5 16,3 0 8-16,-1-5-22 0,4-1 13 0,-1-13-3 16,2-1-2-16,1-5 0 0,-1 1-2 0,1-10-6 15,0 1 8-15,1-4-16 0,-1-5-3 0,1-1-13 16,-1-3-23-16,0 1-23 0,2-2-7 0,-2-2-16 0,0-4-12 0,1 10-7 15,0-9-31-15,-1-1-69 0,0 0-95 0,0 0-76 16,16-11-209-16,-8 0-622 0,4-1 276 0</inkml:trace>
  <inkml:trace contextRef="#ctx0" brushRef="#br0" timeOffset="13595.65">9909 3392 129 0,'-18'1'294'0,"0"-1"-5"16,4 2-2-16,2-2-12 0,1 0-12 0,5 1-23 0,-2-1-21 15,1 0-24-15,7 0-21 0,-9 0-22 0,9 0-11 16,-8 0-16-16,8 0-7 0,0 0-15 0,-9 0-2 15,9 0-7-15,0 0-6 0,0 0-14 0,0 0 5 16,0 0-5-16,0 0 0 0,0 0 0 16,20 0-3-16,-4 0-15 0,2-1-2 0,3-2-12 0,9 2 3 0,3-6-7 15,-4 3 0-15,6 1-6 0,-2-2-2 0,0 3-4 16,-1-2 4-16,-1 1-9 0,-12 1-2 0,0 1 4 16,-6-2-4-1,-5 1-9-15,-1 0 3 0,0 2 1 0,-1-1-1 0,-2-1-18 16,-4 2-25-16,5-1-31 0,-5 1-39 0,0 0-39 15,0 0-35-15,-28 1-41 0,18-1-51 0,-3 2-279 16,-1-1-589-16,-2-1 260 0</inkml:trace>
  <inkml:trace contextRef="#ctx0" brushRef="#br0" timeOffset="13880.44">10046 3193 405 0,'-2'-9'420'0,"1"3"9"0,1 1-8 15,0 1-21-15,-1 1-29 0,1 3-37 0,-1-4-44 16,1 4-32-16,-3-3-41 0,3 3-18 0,0 0-25 16,-3 11-15-16,0 1-26 0,-2 6-7 0,0 11-8 15,-1 2-10-15,-1 3-12 0,-1 2-7 0,3 11-12 16,1-14-8-16,-1 0-3 0,5-1-6 0,0-2-2 16,0-1-5-1,3-3-8-15,-2-9-1 0,0 2-6 0,-1-2 1 0,4-4-5 16,-4-5-5-16,0 2-16 0,3-4-19 0,-3 1-19 15,0-2 1-15,0-5 0 0,2 5-4 0,-2-5-4 16,0 0-7-16,4 7-20 0,-4-7-57 0,0 0-86 16,0 0-64-16,0 0-61 0,5-18-377 0,-1 5-763 15,4-2 337-15</inkml:trace>
  <inkml:trace contextRef="#ctx0" brushRef="#br0" timeOffset="14301.52">10558 2980 307 0,'0'-3'349'0,"-2"-1"-29"16,2 4-27-16,0 0-31 0,-2-3-30 0,2 3-30 16,0 0-11-16,4-7-30 0,-4 7-10 0,0 0-23 15,17 10-7-15,-7-3-14 0,4 5-9 0,0 0-12 0,8 5-2 16,-3 0-6-16,0 3-7 0,-2 1-6 0,1 0-7 15,-3 2-7-15,-2 1-5 0,-4 0-6 0,-3 4 0 16,-2-1-3-16,-5 2-9 0,-2 0 1 0,-7-3-4 16,-3 2 0-16,-2-2-2 0,-6 1 0 0,2-2-4 15,-6-3-2-15,-5-1-2 0,2-2 6 0,1-2-1 16,2 1 11-16,2-3-8 0,6-4 1 0,-1-4-2 16,8 1 8-16,0-2-13 0,0-3 2 0,5 1 0 15,-2 0 2-15,4-2 27 0,0 0 15 0,3-2 14 16,-4 2 5-16,4-2 12 0,0 0-6 0,9 5-2 0,4-7-5 0,6-1-12 15,2 3-6-15,9-2-7 0,-2-1-2 0,2 1-8 16,5-2-9-16,-7 1-1 0,-1-1-14 0,-6 1 9 16,-1 1-4-16,-2-1 3 0,-5 1-3 15,-4 1 2-15,1-1-9 0,-3 2-1 0,1-1-3 16,-8 1-11-16,9 0-23 0,-9 0-20 0,4-4-56 16,-4 0-57-1,0 4-34-15,-6-5-38 0,0 2-32 0,-1 1-38 0,-1-4-55 0,-1 1-257 16,-4-1-656-16,3-1 290 0</inkml:trace>
  <inkml:trace contextRef="#ctx0" brushRef="#br0" timeOffset="14644.74">10556 3362 2604 0,'-12'2'304'0,"3"1"-84"0,1 0-31 0,1-3-19 16,-1 0-3-16,8 0 8 0,-7 2-12 16,7-2 9-16,-7 2-13 15,7-2-3-15,0 0-4 0,-2 3-4 0,2-3-12 16,0 0-17-16,26-10-12 0,2 6-13 0,7 1-5 16,2-4-16-16,17 2-5 0,-6-1-5 0,-13 2-6 15,3-1-6-15,-6 3-8 0,-4-4-4 0,-9 4 1 0,-7-1-3 0,-1 0-2 16,0 1 0-16,-3 1 0 0,0 0 1 0,-3 1 1 15,1-3-5-15,-3 2-8 0,-3 1-8 16,0 0-18-16,0 0-12 0,9-3-36 0,-9 3-31 16,0 0-59-16,0 0-15 0,0 0-33 0,-19-4-30 15,14 1-32-15,5 3-37 0,0 0-54 0,-18-5-67 16,13 3-245-16,0-3-705 0,1-2 313 0</inkml:trace>
  <inkml:trace contextRef="#ctx0" brushRef="#br0" timeOffset="14882.39">11138 2834 42 0,'0'0'346'16,"4"-4"-31"-16,-4 4-35 0,5 0-25 0,-5 0-22 31,12 9-2-31,-3 3-16 0,6 8-5 0,0 8-6 0,0 5-1 16,5 16-23-16,-1 3 1 0,-5 3-13 0,8 26-5 0,-13-25-10 15,-1 0-7-15,-8 0-20 0,-7 2-4 0,-3-5-16 16,-8-1-7-16,-6-2-3 0,-7-1-5 0,-6-2-5 16,-7-1-13-16,-4-8-42 0,-6-4-56 15,-1-2-52-15,-30 9-68 0,-3-7-82 0,-2-9-133 16,-6-8-228-16,-2-12-635 0,-3-6 282 0</inkml:trace>
  <inkml:trace contextRef="#ctx0" brushRef="#br0" timeOffset="15279.92">9117 2796 244 0,'0'-3'342'0,"1"-1"-35"0,-1 4-30 0,3-2-37 15,-3 2-29-15,0 0-26 0,0 9-18 0,-3 3-17 16,1 11-14-16,-5 8-11 0,2 21-18 0,-4 7-4 0,-1 27-8 0,2 1-6 15,3-2-7-15,5-24-6 0,8 24-7 0,-3-32 1 16,10 4-7-16,6-2 19 0,7-2 6 0,1-5-1 16,12-4 3-16,5-1-4 0,0-10-28 0,10-3-50 15,4-9-79-15,2-4-125 0,0-7-366 0,5-10-608 16,-6-4 268-16</inkml:trace>
  <inkml:trace contextRef="#ctx0" brushRef="#br0" timeOffset="15832.08">11842 3321 205 0,'-1'2'265'0,"1"-2"-10"16,-9 0-9-16,9 0-15 0,-5 2-9 0,5-2-10 15,-6 1-6-15,6-1-16 0,-4 2-7 0,4-2-11 16,0 0-3-16,0 0-5 15,0 0-10-15,0 0-10 0,0 0-6 0,0 0-8 16,0 0-7-16,0 0-7 0,31-5-13 0,-2 2-14 16,4-2-5-16,7 0-10 0,14 0-6 0,2-2-7 15,0 1-8-15,-4-1-3 0,1 2-6 16,-18 0-8-16,1 2-5 0,-8-1 5 0,2-1-4 0,-15 5-6 16,-1-3 3-16,-5 2-5 0,4 0 6 0,-7-1-1 15,1 1 4-15,-4 0-9 0,3-2-37 0,-6 3-36 0,5-1-43 16,-5 1-48-16,0 0-19 0,0 0-47 0,-14-4-50 15,14 4-67-15,-12-2-218 0,6 0-586 0,2-2 260 16</inkml:trace>
  <inkml:trace contextRef="#ctx0" brushRef="#br0" timeOffset="16486.74">12830 2844 2536 0,'-6'-5'231'0,"2"1"-46"0,1-1-26 16,0 0 11-16,-1 1-49 0,1 1 12 0,1-1-22 16,2 4-24-16,-3-4-8 15,3 4-20-15,-4-2-6 0,4 2-2 0,0 0-14 16,0 0-5-16,0 0-7 0,0 0 8 0,0 0-2 0,18 6-8 16,-4 0-1-16,4 1-3 0,4-2-1 0,7 5 6 0,1-3-9 15,0 3-1-15,-2-5-5 0,-1 1 8 0,4 0-6 16,-14-4 0-16,0 1-6 0,-2-2 4 0,-3 0-12 15,0 3 14-15,-5-3 4 0,2-1 17 16,-9 0 16-16,11 0-2 0,-11 0 14 0,9 0 0 16,-9 0-2-16,0 0-9 0,12 0-5 0,-12 0-3 0,0 0-14 15,0 0-14-15,5 0-23 0,-3 3-16 0,-2-3 8 16,-3 11-5-16,-5-3-9 0,0 9 22 0,-5 5 0 16,-4 6-7-16,-1-1 3 0,-2 3 7 15,-10 16 1-15,4-3 1 0,-9-1 5 0,7 0-6 16,2 4 10-16,3-5-7 15,2-12 3-15,3 1 0 0,4-3 0 0,-2-2 3 16,5-9-6-16,3-2 4 0,2-3-1 0,-1-2 4 16,4-2 16-16,0-3 12 0,2 1 27 0,-2-1 17 15,2-2 35-15,1-2 20 0,0 0-16 0,0 0-8 16,0 0-8-16,10-9-16 0,-2 3-10 0,2-4-4 16,-1 0-7-16,1 1-5 0,0 1-7 0,2-4-5 15,-3 3-5-15,5-3-6 0,-8 4-4 0,2 3-4 0,-2 3-4 0,-3-3-2 0,1 0-7 16,-2 2-10-16,2 1-14 0,-4 2-5 0,0 0 0 15,13 4 2-15,-7 0 7 0,2 3-2 0,1 0 1 16,2 1 3-16,5 3 1 0,0-1-1 0,1-2 2 16,2-2 3-16,9 2 0 0,-7-1 3 0,0-4 2 15,1 1-1-15,-3-2 0 0,3-1 3 0,-3-2 1 16,-1-3-5-16,-5-1 6 0,0 2-2 0,-2-3-2 16,1-2-1-16,-2 0-3 0,0 0 1 0,-2-2 1 15,-2 2-2-15,1-3-27 0,-1 3-11 0,-1-1-22 16,-2 1-20-16,-1 1-18 0,1-2-37 0,-1 3-41 15,0 1-54-15,-2 5-46 0,-2-8-57 0,2 8-82 16,-4-10-277-16,2 6-747 0,-1-3 331 0</inkml:trace>
  <inkml:trace contextRef="#ctx0" brushRef="#br0" timeOffset="16818.82">12898 3142 2575 0,'-18'0'217'0,"5"0"-56"0,1 2-19 0,0-2 6 16,6 0 4-16,-1 0 8 0,1 2-38 0,6-2 33 16,-8 0-14-16,8 0 5 0,0 0-5 0,-9 1-5 15,9-1-11-15,0 0-9 0,0 0-9 0,51-3-13 16,-11 3-6-16,21-5-6 15,34 1-22-15,1 4 1 0,2-8-4 0,-7 8 2 16,-25-4 3-16,1-2 0 0,-1 3-1 0,-5 2 5 16,-3-3-10-16,-21 1-2 0,-2 1 2 0,-6-1 12 15,-9 2 15-15,-7-3 13 0,-1 4 6 16,-5-2 4-16,1 2 0 0,-3 0-5 0,1-1-5 0,-6 1-17 16,8-1-31-16,-8 1-26 0,0 0-62 0,0 0-84 15,0 0-94-15,0 0-85 0,-27-1-77 0,13 4-109 0,-2-3-348 16,-2 0-905-16,6 0 402 0</inkml:trace>
  <inkml:trace contextRef="#ctx0" brushRef="#br0" timeOffset="19890.16">4238 5968 12 0,'1'-10'176'0,"3"-2"4"0,-4-7 5 0,1 4 2 15,1-5-9-15,-1 2-4 0,-1 1-7 0,0-3-5 16,0 2-2-16,1 1-2 0,-1 6-3 0,-1-3 4 16,2 4-5-16,-1 2-8 0,-1 2-7 0,1 0-13 15,0 0-28-15,0 3-34 0,0 3-30 0,0 0-10 16,0 0-2-16,-6 16 1 0,-2 9-9 0,0 7 2 0,-2 14 2 16,-3 11-1-16,-7 32 2 0,3 1-1 0,1 3-1 15,-1-1-1-15,3 0 0 0,0-8-4 0,2-4 0 16,2-24-1-16,5 2 3 0,-3-4 0 0,5 3 0 15,0-6-2-15,3-6 3 0,0-15-1 0,0-3-4 16,0-6-1-16,-3-4-2 0,2-5 0 0,1-3 4 16,0-1 35-16,0-1 51 0,0-2 53 0,0-5 24 0,-4 5-14 15,4-5-16-15,0 0-18 0,-35-12-5 0,19 2-20 16,-3-1-6-16,-3-4-13 0,-2-4-4 0,8 9 2 0,-5-7-2 31,3 4-4-31,3 2 3 0,2 0-1 0,4 4-5 0,-4 2-3 0,7 0-11 16,-1 1-8-16,2 1-7 0,0-1-8 0,0 2-11 15,0 1-28-15,5 1-41 0,-5-4-48 16,5 4-36-16,-4 0-6 0,4 0-7 0,-2 5-12 16,0 1-18-16,2-3-18 0,0 5-13 0,3-3-20 15,-1 1-21-15,5-5-56 0,-2 1-241 0,-5-2-588 16,15-7 261-16</inkml:trace>
  <inkml:trace contextRef="#ctx0" brushRef="#br0" timeOffset="20175.2">3825 6574 160 0,'-7'-2'267'16,"7"2"-29"-16,-4-2-18 0,4 2-15 0,0 0-14 16,0 0-19-16,0 0-18 15,0 0-18-15,0 0-9 0,0 0-10 0,24 0-5 16,-5 0-4-16,12-5-5 0,4 4-3 15,2-4-4-15,2-1-12 0,11-1-6 0,1 2-9 0,-19 0-4 16,0 1-8-16,-10 1-6 0,-3-1-4 0,-3 3-2 16,-3-2-6-16,-3 2-6 0,-2 1-3 0,-3 0-5 15,4 0-2-15,-9 0-9 0,9 0-4 0,-9 0-10 16,0 0 2-16,0 0-12 0,0 0-18 0,0 0-21 0,-14 7-32 0,5-2-33 16,0-3-33-16,-2 3-36 0,4-2-44 15,1-1-164-15,1-1-421 0,5-1 187 0</inkml:trace>
  <inkml:trace contextRef="#ctx0" brushRef="#br0" timeOffset="20644.9">4736 6324 2881 0,'7'-4'213'16,"-3"1"-35"-16,-2 0-17 0,2 0-73 0,-4 3-25 15,5-4-18-15,-1 4-14 0,-4 0-16 0,5-3-3 16,2 2-7-16,-7 1 1 0,13 1-3 0,-6-1 1 16,2 5-4-16,4 0-3 0,-2 0-5 0,-1 3 1 15,1 1-3-15,1 4-1 0,-4 1-2 0,0 2-1 16,-5 1 1-16,4 1 3 0,-5 1-3 0,0 2 8 16,-5-1-1-16,-1-1-2 0,-2-1 2 0,-3 0 0 15,1-3 1-15,3 0 6 0,-2-4 9 0,0-3-1 16,2 1 7-16,-3-3 15 0,5-1 23 0,0-1 31 0,2-2 49 15,1 1 34-15,0-3 42 0,-3 3-1 0,3-3-20 0,0 0-22 16,0-13-19-16,4 1-15 0,1 1-15 0,4-5-13 16,4-1-11-16,1-7-5 0,5 1-14 15,-1-2-9-15,-1 3-6 0,0 2-7 0,-1 4-7 16,-2 2-12-16,-4 3 3 0,-1 4-6 0,-5 0-10 0,1 2-1 16,0 3-11-1,0-3-12-15,-1 3-24 0,-1 1-24 0,-3 1-4 0,0 0-4 16,10 3 0-16,-6 3 0 0,2 2 0 0,-2 2 5 15,0 2 2-15,0 3 12 0,-2 4-4 0,2-1-15 16,1 0-22-16,0 2-37 0,0-3-24 0,2 0-19 16,-3 0-29-16,1-3-29 0,-1-1-36 0,2-4-49 15,-2-1-72-15,1-6-211 0,-1 2-637 0,-4-4 282 16</inkml:trace>
  <inkml:trace contextRef="#ctx0" brushRef="#br0" timeOffset="20860.66">5227 6198 2913 0,'4'-12'207'0,"-4"4"2"0,4 1-77 0,-1 1-70 0,-1 2-18 0,-1 0-22 0,2 0-11 0,-2 1-10 15,-1 3 1-15,0 0 1 0,14 7 6 0,-3 0 6 16,2 4-1-16,0 5 1 0,10 8 3 0,-6-1 4 31,-2 5 3-31,3 1-2 0,-4 5 1 0,-4-1 0 0,-2 0-2 16,-7 4 1-16,-1 0 2 0,-5 9-3 0,-8-11-17 0,0-2-9 15,-9 10-16-15,-5-4-28 0,0-12-28 16,-9 5-31-16,-2 0-44 0,-3-5-60 0,5-11-63 16,-10 0-227-16,-2-2-541 0,-2-6 239 0</inkml:trace>
  <inkml:trace contextRef="#ctx0" brushRef="#br0" timeOffset="21161.41">4680 6053 219 0,'-6'0'243'0,"-5"-3"-24"0,0 6-25 16,-3 4-19-16,-4 5-20 0,-6 10-20 0,2 4-11 0,-10 18-14 15,-1 4-13-15,-12 25-3 0,7 0-4 0,15-20 6 16,0 1 2-16,5 1 5 0,8-5 2 0,6 0 4 16,4-3-2-16,10-3-4 0,0-10-2 0,15 9-2 15,-6-14-10-15,6-3-2 0,17 4-16 0,7-8-27 16,5-7-46-16,2-5-68 0,5-10-84 0,36-3-102 0,-6-12-176 16,-27 3-466-16,24-10 207 0</inkml:trace>
  <inkml:trace contextRef="#ctx0" brushRef="#br0" timeOffset="21493.36">5848 6495 78 0,'-6'0'454'0,"6"0"-1"16,-8 1-5-16,8-1-16 0,-8 2-22 0,8-2-23 0,0 0-34 0,-5 1-36 15,5-1-39-15,0 0-48 0,0 0-50 0,0 0-54 16,26-8-49-16,-7 3-60 0,14 0-74 0,-1-2-58 16,0 0-98-16,1-3-110 0,-6 5-266 15,-5-2-638-15,-4 2 283 0</inkml:trace>
  <inkml:trace contextRef="#ctx0" brushRef="#br0" timeOffset="21646.32">5907 6624 222 0,'-10'8'251'0,"2"-2"-15"16,3-3-5-16,1 2-9 0,0-2-9 0,4 1 0 16,0-4-8-16,8 1-12 0,3 0-18 0,18-2-19 15,4 0-18-15,19-4-63 0,6-5-74 0,-2 4-108 16,1-6-297-16,2-4-438 0,-4 2 193 0</inkml:trace>
  <inkml:trace contextRef="#ctx0" brushRef="#br0" timeOffset="22864.91">7338 5899 220 0,'0'-16'331'0,"0"4"6"0,0-2 8 0,1 4 4 16,-1 0-12-16,3 1-24 0,-3 2-18 0,1 2-29 16,-1 0-24-16,0 2-31 15,0-2-22-15,0 5-25 0,3-6-27 0,-3 6-28 16,0 0-22-16,0 0 1 0,6 16-6 16,-2-6-13-16,0 4-8 0,2 3-7 0,-1 8 7 15,2 1-21-15,-1 1 5 0,4 2-9 0,-2 3-42 0,4-1 6 0,-1-2-17 0,-2-3-5 16,2 0-4-16,1-9 1 0,-1-2-3 0,0-2 3 15,-3-3 5-15,-1-3 13 0,3 0-3 16,-3-6-4-16,4 1 6 0,-2-5 8 0,1-4 5 16,8-3 15-16,-5-4 10 0,6-6 2 0,-5 5 10 15,4-9 11-15,-4 10 1 0,0-6 4 0,-2 4-4 16,-1 2 9-16,-3 4-4 0,-2 2-6 0,-1 1-5 16,0 3-4-16,-1-2-12 0,-1 2-4 0,1 1-25 15,-3 0-19-15,-1 3-8 0,0 0 2 0,10 10-5 0,-6 0 7 16,-3-1 8-16,4 8-13 0,-1 0 9 0,1 12 1 0,-1-2 4 15,0 2-1-15,1-2-4 0,-4 2-15 0,4 0-1 16,-2-1-13-16,2-1-2 0,-1-8-1 0,0-2 8 16,-3-1 2-16,3-5-6 0,-4-1 19 0,1-5 3 15,2 3 9-15,-2-4 28 0,-1 0 39 0,5-3 0 16,-5-1-5-16,0 0-3 0,8-8-6 0,-7 0 7 16,4-1 2-1,3 0 5-15,-3-3 4 0,0 2-2 0,3 0-10 0,-2 1-3 0,1 1-8 16,-1-1-1-16,-1 4-5 0,-1 2-8 0,2-2-6 15,1 3-20-15,1 2 6 0,3 3-8 16,-1 4-3-16,5 5 4 0,-1 4-4 0,4 6-3 16,-1 5 12-16,-2 2-7 0,2 4-4 0,-2 12 6 15,-2 0 4-15,-5 2-23 0,-3-1 19 0,-8 5 0 0,1-3 3 16,-6 7 10-16,-5 2-8 0,-2-1 2 0,-7 0 0 0,-3-4 3 16,-2-5 1-16,-1-4 0 0,6-17 4 0,0 0-8 15,-2-5 7-15,2-5 10 0,3-7 6 0,2 0 42 16,-2-7 22-16,3-3 19 0,-3-6 13 0,3-4 6 15,-3-7 9-15,2-7 3 0,5-4-7 0,4-3-11 16,4-18-12-16,10-5-19 0,6-1 1 0,12-23-18 16,10 1-13-1,5 0-16-15,7 1-6 0,5 0-7 0,2 6-3 0,4 4-2 16,-15 21-4-16,-1 4-12 0,0 0 6 0,-3 4-1 16,-11 17-8-16,-4 1 12 0,-8 10 1 0,-3-3-3 15,-3 7-6-15,1-3-3 0,-6 6-11 0,1 1-12 0,-1 0-26 0,0-2-43 16,-4 4-14-16,0 0 8 0,0 0 5 0,1 17 0 15,-2-6-3-15,-7 5-8 0,-1 0-13 16,0 0-37-16,-5 6-35 0,5-5-41 0,-5 0-45 16,0 6-55-16,4-7-81 0,1-2-337 0,1-5-801 15,3 0 356-15</inkml:trace>
  <inkml:trace contextRef="#ctx0" brushRef="#br0" timeOffset="23320">9072 6050 103 0,'1'-26'401'0,"2"6"-4"0,-2 2 6 0,2 0-7 16,-3-1-4-16,1 6 15 0,-1 3-25 0,1-1-34 15,-1 4-34-15,0-1-37 0,3 4-32 0,-3 0-36 16,0 0-53-16,0 4-59 0,0 0-42 0,0 0-10 15,0 0-1-15,0 25-8 0,0 0 3 0,-3 5-7 16,2 6-1-16,-3 13-15 0,-1 3 12 0,-4 0-3 16,2-2-1-16,4 2-1 15,-1-4-2-15,0-14 2 0,3-1-6 16,1-2-23-16,-3-3-8 0,3-1-29 0,-1-9 16 0,1-5-38 16,0-1-17-16,0-2-8 0,0-3-8 0,0-1-4 15,1 0-4-15,2-4-9 0,-3-2-70 0,0 0-87 0,0 0-75 0,14-9-226 16,-8 1-620-16,6-5 275 0</inkml:trace>
  <inkml:trace contextRef="#ctx0" brushRef="#br0" timeOffset="23566.1">9347 6261 107 0,'-5'2'379'0,"-2"-1"-17"0,7-1-7 0,-7 0-13 16,7 0-20-16,0 0-24 0,-7 2-22 0,7-2-28 15,0 0-22-15,0 0-24 0,27-5-22 0,1 3-17 16,5-6-16-16,7 4-13 0,12-1-12 0,6-5-15 16,-3 5-14-16,-4-2-24 0,-11 0-37 0,-2 1-42 15,-4 2-34-15,-4 0-37 0,-10 0-28 0,-3 1-29 0,-4-1-37 0,-6 4-59 16,-1 0-42-16,-5-2-241 0,-1 2-558 0,0 0 247 15</inkml:trace>
  <inkml:trace contextRef="#ctx0" brushRef="#br0" timeOffset="23790.7">9572 6060 256 0,'-1'-7'380'0,"-3"0"11"0,1 2 6 16,3-3-8-16,-1 3-29 0,-2 2-28 0,3 3-36 0,-1-4-34 15,1 4-42-15,-4-2-22 0,4 2-25 0,0 0-21 16,-1 15-17-16,-2-3-13 0,1 7-13 16,-6 10-9-16,3 2-14 0,4-2-1 0,-3 8-4 15,0-1-10-15,4 12-2 0,0-14-29 0,0-2-34 0,4-2-42 16,1 0-35-16,3 0-30 0,-1-4-24 0,1-7-65 16,1-2-100-16,-1-7-360 0,3-2-704 0,2-4 312 15</inkml:trace>
  <inkml:trace contextRef="#ctx0" brushRef="#br0" timeOffset="24198.58">10243 6232 293 0,'-3'2'352'0,"3"-2"-12"0,0 0-25 0,-8 0-13 16,8 0-7-16,0 0-39 0,0 0-32 0,0 0-17 0,12-7-26 0,-1 2-15 0,6 0-20 0,3-3-14 31,9-1-10-31,-1-3-15 0,2 2-9 0,1-3-5 0,0-2-14 0,-3-2-3 16,0 0-5-16,-4 0 5 0,-1 0 1 0,-2 0 0 15,-1 0 8-15,-6 3-2 0,-5-3 0 0,1 3 5 16,-3 3 5-16,-6 0 1 0,3 0-7 0,-4 1-10 15,-3-1-7-15,2 8-13 0,-7-4-8 0,-3 0-9 16,-2 7-8-16,-9-1-5 0,-6 4-5 0,-1 6 0 16,-2-1-7-16,2 5-5 0,3 3 1 0,-1 2-3 15,3 1-6-15,-2 6 1 0,7 0 1 0,1 4 4 16,2-5-11-16,6 1-8 0,2 1-6 0,5 1 3 0,5-9-4 0,4 0 16 16,7 6-16-16,5-7-6 0,8-1-17 0,5-4-37 15,5-5-51-15,1-2-56 0,3-4-76 0,13-3-81 16,-12-5-327-16,9-5-725 0,-14 0 321 0</inkml:trace>
  <inkml:trace contextRef="#ctx0" brushRef="#br0" timeOffset="24567.72">10622 5738 25 0,'0'0'293'0,"0"0"4"0,-4 3 0 15,4-3-2-15,0 0 8 0,0 0-1 0,0 0-14 16,0 0-27-16,0 0-18 0,0 0-23 15,0 0-9-15,0 0-20 0,0 0-15 0,17-5-22 16,1 3-16-16,5-2-9 0,9-1-19 0,2 1-6 16,2-2-13-16,0 0-7 0,1 1-5 0,-1 0-15 15,-7 1-3-15,-1 0-8 0,-13 1-3 0,-2 2-6 16,0-3-4-16,-4 4 5 0,-3-2-32 0,3 2 15 16,-5-1-8-16,-4 1-22 0,9 0-28 0,-9 0-22 15,0 0-26-15,0 0-29 0,0 0-41 0,-22 5-35 0,12-2-33 0,-9 1-48 16,4 2-49-16,-4-4-240 0,4 0-599 0,3 0 265 15</inkml:trace>
  <inkml:trace contextRef="#ctx0" brushRef="#br0" timeOffset="25037.85">11138 5557 2433 0,'3'-4'216'15,"1"1"-47"-15,-4 3-26 0,5-5-45 0,-2 5-26 0,-1-3-13 16,-2 3-8-16,10-2-7 0,-2 2-12 0,2 1-4 16,0 0-4-1,1 2-4-15,0 1-3 0,4 1-2 0,-3 3 2 16,-2 1-6-16,3 4 2 0,-7 1 0 0,3 1-1 16,-4-1-1-16,-1 5 2 0,-1-2-2 0,-3 1 2 0,-3 0 5 0,-1 0-9 0,-1 1 4 15,-5-2 2-15,2-3-4 0,-1 0 4 0,2-2 1 16,0-4 4-16,4 0 0 0,1-3 7 0,-2-1 10 15,3 1 37-15,-3-1 40 0,2-3 31 16,2-1 45-16,-3 4 31 0,3-4 19 0,0 0-29 16,0 0-22-16,5-12-19 0,3 5-15 0,-3-4-17 15,6-2-20-15,1 0-2 0,-2-4-7 0,3 1-10 16,-1-1-4-16,-1 0-7 0,3 0-3 0,-5 3-1 16,4 2-5-16,-7 0 2 0,1 4-7 0,-2 1-4 15,-1 0-5-15,1 2-11 0,-3 4-18 0,1-3-16 16,-3 4-30-16,4-5-31 15,-4 5-41-15,0 0-1 0,0 0 6 0,2 14 8 16,-2-3 8-16,-1 6 8 0,0-1 1 0,-1 4 8 16,2 0 5-16,3 6 5 0,1-3-19 15,2 2-8-15,4-1-20 0,-1-6-22 0,0-2-31 0,5-1-48 16,-1-1-43-16,2-2-54 0,-2-1-78 0,1-6-109 16,0-4-246-16,-1-2-771 0,1 0 341 0</inkml:trace>
  <inkml:trace contextRef="#ctx0" brushRef="#br0" timeOffset="25274.6">11698 5411 140 0,'0'-2'319'0,"3"0"-33"0,-3 2-35 0,0 0-26 15,0 0-23-15,2 14-17 0,3 3-12 0,-5 8-8 16,0 8-12-16,3 12-7 0,-6 5-4 0,2 5-7 15,-3 3-10-15,-10 27-7 0,3-27-6 0,-10 22-7 16,2-22 2-16,-14 17-7 0,6-21 2 0,0-1-16 16,-7-3 3-16,-19 16 1 0,11-22-20 0,-4-4 9 15,-5-2-8-15,0 2 0 0,-28 5-15 0,22-15-59 0,-1-1-48 0,-28 5-70 16,-9-6-97-16,2-10-367 0,-3-2-634 0,-1-6 280 16</inkml:trace>
  <inkml:trace contextRef="#ctx0" brushRef="#br0" timeOffset="25738.72">8808 5516 211 0,'2'-5'374'0,"0"0"-16"15,0 0-43-15,-1 2-33 0,1-1-53 0,-2 4-28 16,0 0-23 0,-7 19-19-16,1 5-11 0,-5 8-19 0,-8 19-7 15,-1 6-12-15,-9 20-8 0,-2 9-4 0,5 1-16 16,2 1-2-16,1 2-3 0,11-4-7 0,5-6-8 15,8-24-3-15,9 1 6 0,8-3-1 0,9-1 1 16,9-8-6-16,11-1 0 0,7-8-17 0,25 5-37 16,-18-20-68-16,31 4-108 0,11-12-151 0,-2-12-220 15,6-3-587-15,-4-13 260 0</inkml:trace>
  <inkml:trace contextRef="#ctx0" brushRef="#br0" timeOffset="26671.66">12535 6200 131 0,'-20'4'236'0,"8"0"-16"16,2-2-22-16,1 1-14 0,1-3-16 0,3 2-14 15,-1-1-7-15,1 0-6 0,5-1-11 0,-8 3-13 16,8-3-4-16,-5 0-14 0,5 0-7 0,0 0-11 0,-7 2-5 16,7-2 1-16,0 0 2 0,-3 2 8 15,3-2 4-15,0 0 2 0,0 0 0 0,0 0 0 16,0 0-8-16,0 0-9 15,0 0 5-15,-8 3-11 0,8-3-8 0,0 0-2 16,0 0-1-16,0 0-11 0,0 0 2 0,0 0-2 16,0 0-3-16,0 0-5 0,-4 0 1 0,4 0-10 15,0 0 9-15,0 0-8 0,0 0-3 0,0 0-9 16,0 0 1-16,0 0-2 0,0 0-1 0,0 0 9 16,0 0 5-16,23-3 2 0,-3 1-12 0,12-3 0 0,8 0 6 0,15-4-8 15,6-1-2-15,2-1 3 0,2 0-4 0,30-3 6 16,-33 5 8-16,5 1 2 0,-5-1 7 0,-7-2-4 15,-3 2-10-15,-18 6 22 0,-3-6-23 0,-11 6 5 16,0 1-1-16,-9 1-1 0,-1-4 11 0,-1 3 7 16,-4-2 6-16,1 3-3 0,0-1-8 0,-4 0-11 15,-2 2-39-15,0-5-44 0,0 5-26 0,0 0-28 16,-18-1-22-16,5 5-29 16,3-3-32-16,-1 0-37 0,1-1-57 0,0 4-297 15,3-3-630-15,1-1 278 0</inkml:trace>
  <inkml:trace contextRef="#ctx0" brushRef="#br0" timeOffset="27278.93">14238 5980 58 0,'0'0'217'0,"-5"0"-11"0,5 0-21 16,0 0-20-16,0 0-9 0,13-7-14 0,1 2-18 15,-4 0-6-15,9-3-11 0,2-1-9 0,6 1-6 16,2-3-8-16,1-1-2 0,-2 0 23 0,2-3-3 16,-2 1-3-16,-1-1-4 0,0-2 4 0,1-2-2 15,-4 0-2-15,-2-3-3 0,-3 4 0 0,-6 2-2 16,-3-2 0 0,-2 0 4-16,-3 3 11 0,-5-1-9 0,0 4-10 15,-6 0-7-15,-3 3-11 0,-6 0-6 0,-5 2-6 0,0 4-16 16,-12 5 2-16,-3 3-11 0,-2 5-3 0,-9 10-4 15,0 0-1-15,13 1-3 0,-8 8-3 16,5 5-5-16,10-8 0 0,-4 13 15 0,10-10-5 16,3 2 1-16,6 1 2 0,6 5 9 0,8-1-6 15,9-2-3-15,11 7-2 0,8-5-17 0,12-2-27 0,6-9-43 0,4-4-64 16,6-8-99-16,5-4-366 0,29-7-643 0,-27-5 284 16</inkml:trace>
  <inkml:trace contextRef="#ctx0" brushRef="#br0" timeOffset="28298.34">14702 5414 107 0,'-9'3'208'0,"2"-1"-17"0,0-1-8 15,0-1-7-15,1 1-15 0,6-1-13 0,-6 0-12 16,6 0-4-16,0 0-2 0,0 0-1 15,0 0-2-15,0 0-6 0,0 0-4 0,19 3-5 16,-19-3-6-16,9-3-5 0,-9 3-3 16,10 0-2-16,-3 0-3 0,-7 0-5 15,7 0 1-15,-7 0-2 0,8 0-2 0,-8 0-2 16,0 0 6-16,5 0-8 0,-5 0 4 0,0 0-5 16,0 0-3-16,0 0 5 0,0 0-10 15,8 0 4-15,-8 0-13 0,0 0 0 0,0 0-5 16,0 0-5-16,0 0 0 0,0 0 0 0,0 0-12 0,0 0 1 15,0 0-6-15,0 0-2 0,0 0-8 0,0 0-13 0,0 0 13 0,0 0 4 16,0 0-9-16,0 0 2 0,6 0 2 16,-6 0-5-16,0 0-6 0,0 0-1 0,0 0-3 15,0 0 4-15,0 0-10 0,0 0 3 0,0 0 0 0,0 0-2 16,0 0 7-16,0 0-1 0,0 0-9 16,0 0 17-16,5-1-13 0,3 0 0 0,4-2-19 15,7-1 25-15,2-1-6 0,9 0-5 0,2-2 9 16,2-1-4-16,3 2-6 0,2-1 14 0,-6-1-19 15,0 1 11-15,0 1 0 0,-1 1 9 0,-10-2-9 0,-3 2 7 16,-1 1 8-16,-8-1 4 0,-1 4-5 16,0 1 17-16,-4 0-1 0,2 0 3 0,-1-4-2 15,-3 2 3-15,-3 2-21 0,6-2-18 0,-6 2-14 0,0 0-23 0,0 0-37 16,0 0-34-16,0 0-25 0,0 0-26 0,-23 6-30 16,14-6-29-1,0 0-34-15,3 1-49 0,-6 1-273 0,6-2-619 0,6 0 274 16</inkml:trace>
  <inkml:trace contextRef="#ctx0" brushRef="#br0" timeOffset="28797.12">15415 5091 106 0,'8'-3'220'15,"0"3"-12"-15,2 0-17 0,1 0-16 0,2 2-11 16,5 3-15-16,0 0-11 0,-1 2-10 0,2 2-13 0,-3 0-9 16,2 4-9-1,-5 1-10-15,2 1-3 0,-2 2-3 0,-4 0-6 16,-4 2-1-16,-5-1-1 0,0 7 3 0,-5 3-2 15,-8-2 0-15,-1-2 1 0,-1-1-3 0,-4 1 3 16,-2-3-4-16,0 0 1 0,1-4 7 0,5-5-4 16,0-1 2-16,1-2 6 0,5-2 12 0,1 1 24 15,-1-4 29-15,4-1 6 0,1-1 29 0,0 1 35 16,2-2 35-16,2-1 21 0,0 0-27 0,0 0-31 16,1-15-29-16,8 2-21 0,3-4-17 0,9-4-14 0,6-4-16 0,1 1-15 15,14-10-11-15,-1 3-7 0,-1-1-14 0,-11 8-5 16,1-1-11-16,8-5-4 0,-13 12-5 0,-3-1-15 15,-8 7 18-15,1 0 8 0,-7 4 10 0,-3 2-5 16,2 3-14-16,-6-1 7 0,5-1-16 0,-2 2-28 16,0 2-27-16,-4 1-7 0,0 0-2 0,-4 13 3 15,-1-4 1-15,-5 4 5 0,2 4 0 0,-5 7 5 0,5 0 0 0,2 5-20 16,3 3-22-16,3 0-5 0,9 2-13 0,7-1-14 31,16 7-23-31,9-3-75 0,10-1-101 0,3-10-127 0,30-1-493 16,-16-13-977-16,26-2 432 0</inkml:trace>
  <inkml:trace contextRef="#ctx0" brushRef="#br0" timeOffset="57904.92">3530 9881 61 0,'0'0'119'16,"5"-3"12"-16,-5 3-14 0,4-4 4 0,-3 1 1 15,2-3-2-15,-1 2-5 0,1 0 1 0,0-1 4 16,-2 0-9-16,1 0 1 0,0-2 2 0,-1 2 2 16,2-2-7-16,-3 2-1 0,0-3 7 0,0 2-4 15,0 2-9-15,0-4-10 0,-2 3-13 0,0-1-6 0,-2-1-11 0,0 4-11 16,-2-2-9-16,-2 0-11 0,-1 1-7 0,-3 4-5 15,0-2-9-15,-1 4-3 0,-6 2-2 0,1 4-1 16,-4 4-3-16,1 2-3 0,0 0-3 0,1 7 2 16,4-7 0-16,1 7-1 0,-3 3-1 0,5 1-1 15,3 0 4-15,0 1-1 0,3 3 0 0,5-5-1 16,1-7-3 0,3 3 8-16,-1-4-2 0,2-3 3 0,2-3 1 15,-2 0-3-15,3-2 4 0,-1-2 2 0,4-4 1 0,1-1 2 16,2-4-1-16,1-3 2 0,2-3 1 15,-1-3 0-15,2-1 3 0,0-3 8 0,-2 2 0 16,-4-3-2-16,3-5-2 0,0-2-1 0,-4 7-2 16,-4-2-3-16,4-1 3 0,-4 1 2 0,-1 2 0 0,0 0 2 0,-2 5 9 15,1-1 0-15,-2 4 6 0,-1 2-6 0,0 0-7 16,3 2-29-16,-3 2-23 0,0 3-4 0,0 0 4 16,0 0 3-16,-7 15-4 0,-2 1 10 0,3 11 1 0,-7 6 4 0,-1 14 1 15,0 2-2-15,1 4 3 0,-1 2 0 0,1-2 6 16,5 3 8-16,-2-3-1 0,3-2-1 0,4 0 4 15,-1 0 3-15,3-3-1 0,0 1 2 0,3-2 0 16,-2-11-5-16,4 14 11 0,-1 3-3 0,-2 1-2 16,0-11 2-16,-2 5-3 0,1-13 0 0,1 0 6 15,-5 11 13-15,3-14-4 0,-1-1 2 0,-2-1-4 16,-1-4-1-16,-2 0-1 0,2-6-13 0,1-2-2 16,-3-1-1-16,-2 1 0 0,0-4-3 0,-3-1 1 15,0 1 0-15,-1-4 0 0,-1-2 5 0,1-4 0 16,0 1 0-16,-1-2 1 15,0-3 5-15,-4 0 12 0,5-3 9 0,-1-2 13 16,1 0 7-16,0-6 6 0,0-2 2 0,1-2 9 16,-1-9-4-16,4-3 6 0,2-5 0 15,4-3-8-15,3-14 0 0,5-6-10 0,8-3-11 0,10-28-1 16,6 8-12-16,-3 23 8 0,15-21-7 0,6 3-9 16,-11 22 3-16,21-17 2 0,-16 23 7 0,0 1 5 0,3 3 16 15,-6 6-28-15,-11 9 41 0,-3 2-3 0,-1 2 9 16,-5 3 3-16,-3 3 4 0,-3 3-4 0,-2 1 15 0,-1 2-3 15,-4 5-12-15,0-4-2 0,2 4-16 0,-6 2-2 16,3-2-16-16,-3 1-32 0,4 2-39 16,-5-1-46-16,0 3-48 0,4-2-43 0,-4 2-20 15,0 0-11-15,0 0-15 0,-10 7-41 0,5-1-56 0,-3 0-238 16,-1 2-596 0,0-4 264-16</inkml:trace>
  <inkml:trace contextRef="#ctx0" brushRef="#br0" timeOffset="58454.36">4031 9967 141 0,'10'-8'213'0,"-1"2"-16"0,4 1-19 16,-4-2-15-16,1 5-23 0,3-1-12 0,-4 3-16 0,5 1-13 15,-5 3-12-15,0 0-10 0,0 7-8 16,-2-2-8-16,2 6-6 15,-3 2-10-15,-3 0 0 0,0 2-10 0,-4 8 1 16,-4 0-3-16,-3 1 9 0,0-4-8 0,-3 4-1 16,-1-2-4-16,2-4-3 0,-5 2-1 0,4-9-1 15,0-1 0-15,2 1 3 0,5-5 2 0,-1-4 12 16,1-1 14-16,0 2 32 0,-2-4 24 0,6 0 43 16,-4 1 43-16,4-4 15 0,0 0-22 0,0 0-22 0,4-14-16 0,4 4-16 15,1-6-14-15,2-3-12 0,4-2-12 0,2-3-16 16,2 0 5-16,2-1-14 0,-1-3-19 0,2 0 0 15,-2 2-18-15,0 0 1 0,-1 1-7 0,-2 4 5 16,-5 4-12-16,-2 5-6 0,-1 4 1 0,-1-1-4 16,-6 6-16-16,2-3-11 0,0 3-36 0,0 1-20 15,-4 2 6-15,0 0 8 0,5 11 4 0,-5 1 3 16,0 4 6-16,0 2 4 16,-1 7 7-16,-2 3 2 0,2-1-1 0,1 2-15 15,-1 0-3-15,2-2-14 0,0 2-20 0,3-5-25 16,0-2-28-16,-3-5-29 0,3 0-49 0,-3-5-55 15,2 0-225-15,-2-5-534 0,4-4 237 0</inkml:trace>
  <inkml:trace contextRef="#ctx0" brushRef="#br0" timeOffset="58706.42">4523 9842 106 0,'5'-4'264'0,"-2"3"-31"16,-3 1-28-16,11 0-19 0,-3 2-12 16,2 3-8-16,7 6-11 0,-2 0-8 0,7 9-13 15,-3 5-7-15,-2 3-12 0,7 13-11 0,-11-7-5 16,-1 12-4-16,-4 2-7 0,-8 0-11 0,0-1-9 16,-9 1-4-16,-5-3 1 0,-4-13-9 0,-9 9-4 15,-6-3-15-15,-5-3-16 0,-3-3-17 0,-4-4-27 16,-5-3-41-16,-1-3-39 0,0-7-75 0,-4-2-235 15,-1-8-446-15,1-5 197 0</inkml:trace>
  <inkml:trace contextRef="#ctx0" brushRef="#br0" timeOffset="58985.05">3976 9737 203 0,'-10'-2'199'0,"-2"-1"-15"15,-4 3-21-15,-2 4-11 0,0 4-20 0,-10 8-7 16,-3 2-9 0,-4 17-11-16,-1 3-9 0,0 8-4 0,4 5-7 0,5 1-11 15,4 0-4-15,9 2-9 0,1-1 0 0,10-2-8 16,6-5-2-16,11 0 10 0,9-4-4 15,8-2-4-15,9-3 1 0,11-3-6 0,7-8 7 16,31 3-35-16,-4-8-53 0,-17-12-88 0,23-3-249 16,-25-4-400-16,26-7 178 0</inkml:trace>
  <inkml:trace contextRef="#ctx0" brushRef="#br0" timeOffset="59577.45">5545 10224 21 0,'0'0'213'0,"0"0"1"0,0 0-2 16,-10 0-2-16,10 0-10 0,0 0-1 0,0 0-11 15,0 0-9-15,0 0-14 0,0 0-16 0,0 0-10 16,0 0-17-16,0 0-12 0,0 0-3 0,0 0-17 16,26-5-14-16,-12 3-4 0,5 0-7 0,1 1-6 15,10-1-7-15,-4 0-6 0,-5 2 2 0,2-3-8 0,-3 3-6 0,1-1-3 16,-2 0-1-16,-5 1-4 0,-1 0-3 0,-3-2-4 16,-1 2-8-1,-4-3-15-15,3 3-15 0,-8 0-28 0,9 2-20 0,-9-2-13 16,0 0-31-16,0 0-13 0,0 0-46 0,0 0-23 15,-17 5-197-15,4-2-421 0,3-3 186 0</inkml:trace>
  <inkml:trace contextRef="#ctx0" brushRef="#br0" timeOffset="59871.28">5558 10412 186 0,'-5'2'236'15,"2"-1"0"-15,3-1-15 0,-4 3-11 0,4-3-12 16,0 0-10-16,0 0-5 0,7 5-8 0,5-5-12 16,8 0-11-16,0 2-11 0,10-4-14 0,-1 1-11 0,3 1-4 15,-1 0 5 1,1-1-15-16,-3 0-7 0,-7-1-6 0,-3 2-7 15,0-3-10-15,-10 3-6 0,3 0-2 0,-5-1-8 16,-3 1-8-16,-4 0-9 0,12 0 2 0,-7-1-13 16,-5 1-37-16,5 1-41 0,-5-1-47 0,0 0-24 15,5 4-31-15,-5-4-58 0,-10 5-274 0,2-1-525 16,3-3 232-16</inkml:trace>
  <inkml:trace contextRef="#ctx0" brushRef="#br0" timeOffset="63162.17">6956 9072 61 0,'-1'-4'147'0,"1"-3"-11"0,0 2-18 15,0 2-12-15,0 3-16 0,-3-6-13 0,3 6 1 16,0 0-9-16,0 0 1 0,-11 16 5 0,-1 2-2 16,2 11-1-16,-8 15-1 0,0 8 4 0,-10 27-3 0,5 1-3 0,1 8-6 15,2-3 0-15,3 1-3 0,4 1-4 0,2 2-6 16,6 4 1-16,4-10-5 0,1 1-5 0,1-2-4 15,4-24 3-15,3 2-10 0,-2-1-4 0,2-2 1 16,-1 4-5-16,6 24-1 0,-5 0-3 0,-7-27 2 16,2-1-3-16,-3-5 4 0,0 0-9 0,-4-4 7 15,0-12-3 1,-2-3-2-16,-6-2 4 0,-2-4-6 0,0 0 1 16,-4-8 6-16,3-4 2 0,-7-1 9 0,-7-4-1 0,0-3 8 15,-1-4-1-15,-6-3-8 0,0-6 1 0,-2 1-4 0,1-5-2 16,-13-6 2-16,16 1 12 0,-1-1 8 0,2-1 0 15,2-1-1-15,3-1-5 0,3 0 0 0,2 4 4 16,7 4-9-16,1 1-3 0,3 3-2 0,3 0-5 16,3 1-4-16,0 3-3 0,2 0-5 0,-1 0-6 15,2-2 0-15,-2 5-1 0,5 0-5 0,0 0-2 16,0 0-11-16,-8 6-16 0,10-1-18 0,0-2-22 16,2 4-38-16,5 1-54 0,3-1-68 0,0-2-171 0,1-3-431 15,1-2 191-15</inkml:trace>
  <inkml:trace contextRef="#ctx0" brushRef="#br0" timeOffset="63947.99">7939 9718 77 0,'0'0'87'0,"0"0"-9"16,-8 1 4-16,8-1-19 0,-4 3 1 0,4-3-8 15,-5 1-1 1,2 2-2-16,3-3 3 0,-3 2-8 0,3-2-2 0,-4 3-3 16,4-3 4-16,0 0 13 0,0 0 0 0,0 0 6 15,0 0 2-15,0 0 7 0,0 0-8 0,0 0 2 16,24-3-10-16,-3-1-4 0,5-1-3 16,4-3-5-16,2-1-4 0,0 1-9 0,0-1 6 0,2-4-6 15,-2 1-2-15,0 0-4 0,0-3-4 0,-3-1-2 0,-2 1 2 16,-3-2-5-16,-7 4 7 0,-3 2 7 0,-2-1 2 15,-4 3-4-15,-2 1-5 0,-4 2-3 0,-3 0-6 16,-3 1-3-16,-7 0 0 0,-6 3-1 0,-6 3-6 16,-8 5 4-16,-4 2-6 0,-4 6 1 0,-8 4-3 15,1 3-2-15,0 2 1 0,4 2-4 0,10-3-2 16,2 0 1-16,4 4-5 0,3-1 3 0,5 1-2 16,5 1 7-16,5 0 0 0,10-3 2 0,5-5 3 0,14 4-1 0,9 1 3 15,19-3 0-15,7 1 3 0,32-3-30 0,-29-11-64 16,5 0-96-16,3-7-124 0,0-6-329 0,-3-7 146 15</inkml:trace>
  <inkml:trace contextRef="#ctx0" brushRef="#br0" timeOffset="66135.8">8649 9036 116 0,'1'-4'159'0,"2"1"-9"15,2 0-18-15,-2 1-9 0,-1-3-17 0,6 3-2 16,-3-1-16-16,0 1-11 0,3 0-9 0,-3 2-6 0,5 0-9 15,-2 2-5-15,1 0-8 0,0 3-3 16,0 0-7-16,-2 3-2 0,2 2-2 0,0 4-8 16,-2-1 2-16,-2 5-5 0,-1 2 1 0,-4 8-6 15,-2-3 7-15,0 1-5 0,-2-1-3 0,-5 2-2 0,-3-1 7 16,3-2-6-16,-2 0 0 0,-4 0-3 16,3-2 4-16,1-5-3 15,-1-3 3-15,2-1-1 0,1-1-2 0,0-5-3 16,4 3 7-16,-2-6 4 0,5 1 36 0,-3 0 31 15,1 0 36-15,0-2 39 0,4-3 40 0,-4 0-8 16,4 0-11-16,0-10-21 0,4 2-16 0,4-9-16 16,2 2-13-16,4-6-10 0,5-3-12 0,2-2-8 15,-1-2-12-15,3 0-6 0,-1 1-6 0,0-2-9 0,-3 3-4 16,-1 1-2-16,-3 4 0 0,-6 4-10 0,1 2-4 0,-1 6-3 16,-4-1 0-16,-1 5-13 15,0-2 3-15,-2 3-12 0,-4 1 0 0,2 3-5 16,0 0-3-16,-13 9-2 0,0 3 2 0,-1 4 1 15,0 5 0-15,-4 7 11 0,4 1-12 0,0 1-11 16,3-1-2-16,3 4-4 0,2 1 0 0,4-2-3 16,5-1-7-16,7-2 1 0,2 3-11 0,7-3-19 0,3-2-29 0,4-5-48 0,5 0-62 0,18 0-81 15,-14-9-210-15,0-4-531 0,-1-3 235 0</inkml:trace>
  <inkml:trace contextRef="#ctx0" brushRef="#br0" timeOffset="66968.64">7144 10410 138 0,'0'0'176'0,"-9"-2"0"0,9 2-8 0,0 0-6 16,-8 0-11-16,8 0-14 0,0 0-18 0,-8 0-12 15,8 0-12-15,0 0-8 0,0 0-9 0,0 0-7 16,0 0-5-16,0 0-2 0,-7-1 1 0,7 1-5 16,0 0-7-16,0 0 0 0,0 0-7 0,0 0-6 15,0 0 0-15,0 0-6 0,0 0-2 0,0 0-3 16,0 0-7-16,0 0 1 0,0 0-5 0,0 0-2 15,0 0 4-15,0 0-4 0,0 0 3 0,-6-2-1 16,6 2-7-16,0 0 2 0,0 0-3 0,0 0 2 0,0 0-5 0,0 0-1 16,0 0-1-16,0 0-2 0,0 0 2 0,0 0 0 15,0 0 2-15,0 0-7 0,0 0 1 0,0 0-2 16,0 0 4-16,0 0-4 0,0 0 2 0,0 0-1 16,0 0 4-16,0 0-2 0,0 0 1 0,25 0 1 0,-2-4 3 0,14 1-3 15,19-4-1-15,9 5-2 0,38-9 3 0,7 5 3 16,12-1-1-16,11-1 8 0,9-1 8 15,5 4 7-15,4-2 11 0,-1-3 3 0,3 3 0 0,-8 4-5 16,-7-3-1-16,-12 2-1 0,-13 0-3 0,-13-1 0 16,-8 2-7-16,-32 1-1 0,-5-2 6 0,-3 1-12 15,-15 1 2-15,-6 0-4 0,-8 0-2 0,-6 2 11 16,-6 0 2-16,-2 0 4 0,0-1 2 16,-5 0-6-16,-4 1-3 0,10-2-3 15,-10 2-2-15,0 0-6 0,0 0-25 0,0 0-22 16,-36 3-32-16,8-2-22 0,-6 5-32 15,-2 1-27-15,2-2-43 0,-5 3-69 0,-11-2-138 16,12 1-429-16,-2-2 190 0</inkml:trace>
  <inkml:trace contextRef="#ctx0" brushRef="#br0" timeOffset="67438.58">7480 10897 38 0,'-5'0'123'15,"0"2"-4"-15,1-1-4 0,4-1-12 0,-7 1-3 16,4 2-9-16,3-3-4 0,0 0 0 0,-9 1 2 0,9-1 9 0,0 0 7 0,0 0 8 0,0 0 3 15,21 3-6-15,-3-5-11 0,4 2-11 0,10-2-13 16,5-1-9-16,0 1-5 0,3 0-7 0,-2-1-4 16,2 0-4-16,-2 2-2 0,-6 0-5 0,-1-3-1 15,-11 4-1-15,-2-2-4 0,-5 1-1 0,-3-1-5 16,-2 4-1-16,0-4-1 0,-1 2-2 0,-1 0-1 16,-6 0-5-16,8 0-3 15,-8 0-2-15,0 0-9 0,0 0-13 0,0 0-21 16,0 0-35-16,-17 5-31 0,6 0-41 0,1-3-210 15,-2-2-376-15,3 0 167 0</inkml:trace>
  <inkml:trace contextRef="#ctx0" brushRef="#br0" timeOffset="67986.02">8155 10737 156 0,'0'0'244'0,"9"-7"-24"16,-3 6-19-16,3 0-25 0,5 1-17 0,-5 1-17 15,6-1-14-15,2 3-12 0,1 3-16 0,0-1-11 16,1-1-9-16,-1 8-8 0,-2-4-7 0,1 3-7 15,-6 0-6-15,0 1-7 0,0-1-7 0,-2 1-2 16,-6 0-14-16,1 0-3 0,-6 3-2 0,0 1 2 0,-5 2 0 0,-7 4-3 16,-4-1 0-16,-1-1-1 0,-3 1-10 0,1-3-2 15,-2-3 3-15,-3 1 1 0,3 1-3 0,5-6-1 16,-6 2 2-16,6-4 0 0,-1 0-1 0,2-1-6 16,6-2 5-16,-1 1-1 0,0-4 6 0,0 2-1 0,7-1 10 0,-1-4-1 15,2 3 6-15,-1-1 4 0,1-1 8 16,0 2 9-16,4-3 14 0,-4 3 13 0,4-3 6 15,-4 2-2-15,4-2 0 0,0 0-7 0,0 0 1 0,16-1-9 16,-1 1 2-16,13-5-7 0,4 1 0 0,2 0-10 16,16-1-4-16,4-2-1 0,-13 4-2 0,-4 1-7 15,0 0-5-15,0 0 0 0,-5 1 0 16,0-2-6-16,-5 2 7 0,-8 1-14 0,-2-3 1 16,-5 6-2-16,-3-3-2 15,-1-3-1-15,1 3 3 0,-3 0-2 0,-6 0-4 16,8 0 1-16,-8 0 3 0,8 0-3 0,-8 0-1 15,0 0-16-15,8-3-9 0,-8 3-11 0,0 0-23 16,0 0-13-16,0 0-26 0,8 3-27 0,-8-3-31 16,0 0-23-16,0 0-12 0,0 0-62 0,5-5-171 0,0 2-453 15,3-2 201-15</inkml:trace>
  <inkml:trace contextRef="#ctx0" brushRef="#br0" timeOffset="68562.2">10517 10015 76 0,'3'-4'255'0,"-2"2"-6"15,2-1-9-15,-3 3-14 0,2-7-7 0,-1 5-12 0,-1 2-14 0,3-5-20 16,-3 5-19-16,3-3-19 0,-3 3-13 0,0 0-20 15,0 0-7-15,0 0-22 0,0 0-1 0,0 0-11 16,-12 8-5-16,-1 0-8 0,-1 6-3 0,-10 6-18 16,0-2 0-16,-4 4-5 0,1 0-1 0,-5 2-3 15,5 0-3-15,-2 0-1 0,4 1 2 0,-4-1-4 16,5-1-20-16,1 2-12 0,1-2-12 0,4-2-12 0,-1-1-18 0,2-9-20 16,2 4-26-1,1-1-20-15,-1-5-31 0,4-2-37 0,1-2-160 0,3-2-386 16,1-2 172-16</inkml:trace>
  <inkml:trace contextRef="#ctx0" brushRef="#br0" timeOffset="68741.11">10143 10101 2 0,'1'-7'288'16,"1"2"-16"-16,0 0-37 0,-2 0-31 0,1 2-31 15,-1 3-11-15,4-2-20 0,-4 2-16 0,6 10-14 16,1-1-2-16,2 8-7 0,6 6-4 0,2 8-2 15,8 10-3-15,5-2-7 0,2 4 3 0,1-2-16 16,4 0-5-16,-5-2-36 0,5-3-40 0,-14-7-58 0,1-4-70 16,1 1-98-16,-3-6-123 0,-1-3-384 0,-6-7 170 15</inkml:trace>
  <inkml:trace contextRef="#ctx0" brushRef="#br0" timeOffset="70744.16">11715 9188 147 0,'1'-9'157'0,"0"-1"-9"16,3-2-15-16,0 2-10 0,0-1-7 0,2 3-11 15,2-1-13-15,-1 4-7 0,1-5-15 0,4 3-3 16,-1 2-12-16,-1-1 1 0,4 2-8 0,-2 3-8 16,3 0-4-16,-2-1-5 0,6 6-3 0,-6 0-3 15,3 3-2-15,0 2-4 0,-1 4-2 0,-3 4-2 16,3 4 4-16,-6 5 0 0,-4 4-5 0,-2 3-2 16,-6 1 5-16,-6 12-4 0,-6 2-7 0,-6-3-2 15,-3 6 5-15,-8-2-1 0,-9-4 3 0,-2-1-5 0,-2-4 2 0,0-2-3 16,3-4 1-16,-2-3-3 0,13-9 6 0,-1-5-3 15,4-2-1-15,1-1-2 0,4-3 2 0,2-2 8 16,9-6 21-16,0 2 29 0,-1-4 27 0,3 2 23 16,3-1 4-16,0-4 5 0,2-1 0 0,0-1-9 15,1-1-19-15,4-4-3 0,4-2-13 0,5-3-7 16,1-1-9-16,4 0-6 16,7-4-6-16,3 2-9 0,-4 1-6 0,6 3-4 15,-9 4-1-15,2 0-7 0,-1 2-1 0,1 2-4 0,1 2-6 0,-2 2-1 16,2 5-4-16,2 1 0 0,-4 2-3 0,9 4 0 15,-4 5-3-15,1 0 0 0,-3 1 0 0,-1 4 1 16,-1-1-4-16,-2 0 5 0,1 1-3 0,-2-1 0 16,-3-4 3-16,1 6-2 0,-1-7 5 15,-3-4-2-15,-5-3 2 0,3 3 0 0,-2-5 1 0,2-2 1 16,-3 1 3-16,2-4-1 0,0-2 0 16,5-6-3-16,-2 5 4 0,1-4 1 0,0-5 1 15,2 3 2-15,-1-3-1 0,0-2-2 0,2 1-3 16,-4-1 1-16,0 0 12 0,4 0-17 0,-5 1 2 0,-1 3-3 15,-1-1-5-15,1 3 6 0,-4 1-5 0,1 0 0 16,-1 3-18-16,-3 0-29 0,3 1-48 0,0-1-19 0,-4 3-12 16,0 0-16-16,1 9-20 0,-2-4-32 0,-8 6-254 15,0 3-484-15,-4-3 214 0</inkml:trace>
  <inkml:trace contextRef="#ctx0" brushRef="#br0" timeOffset="71245.02">10957 10304 118 0,'0'0'161'0,"-7"1"-12"0,7-1-9 0,-6 0-7 0,6 0-15 16,0 0-5-16,0 0-13 0,-7 1-9 0,7-1-10 16,0 0-5-16,0 0-10 0,0 0 2 15,0 0-4-15,0 0-2 0,0 0 3 0,0 0 8 16,0 0-7-16,0 0-3 16,-8 0-4-16,8 0-3 0,0 0 0 0,0 0-10 15,0 0-9-15,0 0-1 0,0 0-2 0,0 0 0 0,0 0 5 0,0 0-2 16,0 0-2-16,0 0-2 0,0 0-5 0,0 0 0 15,24-4-9-15,-2 2 1 0,12-1 3 0,25-2 2 16,6-2 5-16,40-1 10 0,7-1 3 0,3-1 6 16,9 1 6-16,7 0 8 0,7 0 3 0,11 0 16 15,-3 1-16-15,0 1 3 0,-10 0-3 0,-9 0-2 16,-8 3-5-16,-12-3-9 0,-6 3-2 0,-8-2-7 16,-39 2-8-16,4-3 5 0,-7 6-9 0,-17-2 0 15,-2-2-7-15,-4 3 3 0,-10-1 26 0,-8 0 4 16,-2 2 11-16,1 0-6 0,-3-2-7 0,-1 2-8 15,-2-2-8-15,-3 3-18 0,0 0-33 0,0 0-22 16,0 0-25-16,0 0-27 0,-31 2-27 0,11 1-27 0,-8 4-34 0,-3 2-42 16,-5-1-46-16,2 0-202 0,-3 1-503 0,0-1 223 15</inkml:trace>
  <inkml:trace contextRef="#ctx0" brushRef="#br0" timeOffset="71692.75">11425 10727 131 0,'-3'-12'225'0,"3"3"-1"0,0-2-4 0,-2 1-1 0,2-1-8 16,2 2-3-16,-2 1 1 0,1 1-5 0,-1 0 0 15,0 3-26-15,0 0-17 0,0 0-19 0,0-1-20 16,0 5-19 0,0-3-31-16,0 3-14 0,0 0-6 0,0 0-6 0,0 15-6 15,0-2-4-15,0 5-4 0,-1 13-1 0,-1-1-3 0,0 4-3 16,-2-1-5-16,2 1 0 0,-1 0-3 0,-2 2-4 15,1 13 2-15,4-15-4 0,-3-1 0 0,0 0-2 16,0-2-3-16,1-2 2 0,-2 0 9 0,0-4-7 16,3 1-3-16,-3-8-4 0,3-1 2 0,-1-7 2 15,0 3 2-15,-2-1 0 0,3-3-3 0,0-1-14 16,-1-1-5-16,2-2-11 0,-1 1-2 0,-2-3-3 16,3 3-5-16,0-6-1 0,-1 4-7 0,1-4-6 15,-1 4-15-15,1-4-19 0,-3 2-69 0,3-2-71 16,0 0-213-16,0 0-470 0,-1-11 207 0</inkml:trace>
  <inkml:trace contextRef="#ctx0" brushRef="#br0" timeOffset="71992.86">11561 11200 210 0,'0'0'233'0,"-6"0"-9"0,6 0-6 0,0 0-2 16,0 0-9-16,-3 2-23 0,3-2-18 0,0 0-21 16,20-5-12-16,-3 2-15 0,10-4-4 0,6 2-16 15,3-3-16-15,0-1-3 0,18-1-9 0,-6 0-5 0,-9 1-8 0,-1 3-4 16,-5 1-17-16,-6-1-16 0,-5 2-9 0,-11 1-19 15,3 1-16-15,-4-1-15 0,-3 1-19 16,-2-1-27-16,-2 2-36 0,-3-3-28 0,0 4-29 16,-16-4-169-16,2 1-375 0,-4 2 167 0</inkml:trace>
  <inkml:trace contextRef="#ctx0" brushRef="#br0" timeOffset="72261.8">11813 10896 95 0,'-1'-4'292'0,"1"-3"-7"0,0 2-14 0,-1 4-20 16,1 1-25-16,-2-5-25 0,2 5-22 0,0 0-26 15,0 0-17-15,0 0-15 0,0 0-16 0,0 0-13 16,-1 18-7-16,0-1-10 0,-2 0-10 0,2 9-4 15,-1 3-9-15,0-2-3 0,1 4-4 0,-1 1 4 16,4-2-13 0,-1 1-4-16,3 0-1 0,1-2-13 0,-1-3-32 0,4 2-41 15,0-2-36-15,1-3-51 0,-1-8-51 0,2 1-226 16,-1-5-453-16,-4-1 200 0</inkml:trace>
  <inkml:trace contextRef="#ctx0" brushRef="#br0" timeOffset="72715.81">12416 11208 126 0,'0'0'225'16,"-2"-11"-24"-16,2 11-18 0,7-5-20 0,-1-1-15 15,1 0-15-15,2 1-13 0,1-1-12 0,4-5-9 0,0 4-8 16,4-5-5 0,0 3-3-16,0-2-5 0,0-1-1 0,-3 1 1 15,6-9-3-15,-8 8-9 0,6-8-2 0,-7 5-2 0,0-2-1 0,-2 2-1 16,0 0 4-16,-2-2 2 0,0 3 10 0,-5 2-2 15,1 2-2-15,-2 2-5 0,-1-3-8 0,-4 2-3 16,1 5-14-16,-3-1-8 0,-8 2-10 0,-4-1 0 16,-4 4-1-16,-7 6 6 0,-2 0-15 0,-1 7-4 15,2 1 0-15,2 0-2 0,2 3-4 0,3 3-2 16,0-1-1-16,4 2 2 0,-1-1 1 0,8 4-4 16,2-5 10-16,1 0-9 0,7 1 1 0,2-1 1 15,4-2-1-15,4 2 1 0,8 2 4 0,7-3-12 16,3-4-21-16,3-4-33 0,4 1-48 0,4-7-53 15,16-2-57-15,-20-3-218 0,3-3-470 0,-2-1 207 16</inkml:trace>
  <inkml:trace contextRef="#ctx0" brushRef="#br0" timeOffset="73231.7">12819 10650 107 0,'10'-5'202'0,"0"3"-13"0,-1-2-19 0,-2 3-16 0,5-1-18 16,-3 2-13-16,0 3-15 0,0-2-10 0,0 4-15 15,-1 2-6-15,1 1-7 0,-6 4-1 0,3-2-3 16,-4 6-3-16,-2-1 2 0,-2 2-7 0,-5 2-5 0,0 0-5 16,-4 3-2-16,1-5-3 0,-1 0-2 0,0 1-7 15,0-2 0-15,-2 0-3 0,4-8-6 16,0 2 6-16,5-3-3 16,-2 2 9-16,1-5 15 0,1 1 15 0,0-3 23 15,2 2 25-15,-1-3 30 0,3-1 22 0,0 0-16 0,0 0-6 0,0 0-31 16,14-13-3-16,-1 1-13 0,1-2-7 0,2 4-1 15,3-9-20-15,2 2-8 0,0-5-12 0,0 1 1 16,1-1-6-16,-2-1-6 0,0 2 2 0,-1 2-11 16,-6 3-4-16,-3 3-1 0,-1 3 15 0,-4 0 0 15,0 3 11-15,1 2-6 0,-2-2-7 0,-1 4-24 16,-1-1-10-16,-2 4-7 0,0 0-1 0,0 0-6 16,0 0 8-16,-20 15-9 0,12-5 0 0,-2 5-1 15,0 1 2-15,5 2-1 0,0 5 1 0,2 4 2 16,8-2-2-16,7 1 3 0,4-1-13 0,8 0-23 15,7-3-38-15,11 6-48 0,4-8-73 0,8-3-96 16,-2-5-288-16,1-5-634 16,4-9 280-16</inkml:trace>
  <inkml:trace contextRef="#ctx0" brushRef="#br0" timeOffset="74073.11">14676 9922 161 0,'4'-12'210'0,"0"-3"-5"16,0 1-16-16,-4-3-10 0,0 4-14 0,-2 1-19 15,0-6-15-15,-8 5-12 0,1-3-14 0,-4 5-9 16,-3-1-13 0,-2 0-8-16,-8 2-6 0,-3-1-10 0,1 6 4 15,-3 0-4-15,0 2-5 0,2 2-1 0,1 3-5 0,-1 2-1 16,0 0-3-16,3 4-6 0,-1 4-1 0,1-2-5 16,12 0-3-16,-4 4-1 0,6 0-3 0,1 1-1 15,2 0-1-15,3-1-3 0,3 3-1 0,3 0-4 0,2 0 1 0,4-1 2 16,4 2-3-16,6 4-4 0,4-5 4 15,4-4 2-15,-6-2-3 0,4-3 7 0,0-2-8 16,-3-2 1-16,1-3-1 0,1-2-1 0,-3-2-2 16,-1-3 14-16,2-3 5 0,-3-5 11 0,-2 1 5 15,0-3 4-15,3-6 1 0,-6-1 2 0,-2-3-7 16,2 0-5-16,-4-4-1 0,-2-1-8 0,-2-5 0 16,1-9-7-16,-1-2-2 0,0-1 0 0,0-3-2 15,-1 2-2-15,-3 1-3 0,1 13 3 0,0-12 10 0,0 20 7 0,-1 1-1 16,1 8-4-16,-3 1-3 0,3 5 1 0,0 0-7 15,0 4-6-15,0 4-9 0,-1 0-6 0,1 4-5 16,0 0 20-16,-8 13-13 0,5 3-4 0,0 3 3 16,-6 14-1-16,1 0-2 0,-1 14-2 0,1-1 16 15,1 0-16-15,-1 1 3 0,7-11 1 0,-2-4 0 16,2 6-1-16,-3-4 1 16,4 0-1-16,0-4-20 0,1 1-8 0,-2-2-5 15,2 0-30-15,-1-3-19 0,-1-8-25 0,1 2-19 0,-1-2-22 0,-2-5-32 16,-1 0-7-16,2-4-46 0,-2-1-178 0,0-3-446 15,3-3 197-15</inkml:trace>
  <inkml:trace contextRef="#ctx0" brushRef="#br0" timeOffset="74518.7">14808 9610 100 0,'5'-3'224'0,"1"0"-19"15,-1 2-25-15,2 0-10 0,0 1-17 16,0 1-20-16,4 0-15 16,-3 5-10-16,1 1-12 0,-1 1-8 0,3 6-8 0,-3 1-4 15,0 2-6-15,-3 2-6 0,-1 0-6 16,0 7-3-16,-7-4-6 0,-1 5-3 0,1-8-5 16,-4 5-1-16,-2 0-5 0,0-4-4 0,-1 2 2 15,1-4-9-15,-1-1 2 0,1-2-2 0,1-2-3 0,0-2-6 0,1-3 9 16,3-1 0-16,0-1 12 0,0-2 23 0,2-2 31 15,1 1 38-15,-1 0 47 0,2-3 38 0,0 0-14 16,0 0-25-16,0 0-22 0,9-19-16 0,2 6-8 16,1-4-9-16,6-1-15 0,1-4-12 0,6 0-6 15,-4-3-7-15,1-2-14 0,4 1-4 0,-2-1-13 16,3-2 2-16,-6 5-4 0,-3-1-8 0,0 4 3 16,-6 7-12-16,-3 1 15 0,-1 4 7 0,-2-1-4 15,-2 5-12-15,-1 2-10 16,1-4-9-16,-2 5-27 0,-2 2-9 0,0 0 8 15,0 0-2-15,-6 17 2 0,1-6 1 0,-4 4-5 16,-1 1 5-16,0 7-3 0,2 4 3 0,4-3-1 16,6 4-8-16,5-1 13 0,4 2 0 0,10 1-2 15,16 7-43-15,13-2-63 0,8-4-71 0,27 8-100 16,4-10-407-16,5-12-749 0,-1-8 333 0</inkml:trace>
  <inkml:trace contextRef="#ctx0" brushRef="#br0" timeOffset="76793.62">3852 13680 121 0,'1'-5'137'0,"2"2"5"0,-3-4-10 15,0 0-1-15,1 0-17 0,-1 2-5 0,0-5-4 16,0 3-12-16,-1-3-8 0,-3 2-14 0,0-2-4 15,0 2-9-15,-2-2-4 0,1 3-9 0,-4-3-3 16,1 6-8-16,-2-4-3 0,-1 5-3 0,-1-1-2 16,-2 2-7-16,0 2-2 0,-5 1-6 0,0 4 0 0,-1 0-5 15,-5 7 3-15,6 0-1 0,-3 3-2 0,0 2 0 0,5 3-6 16,0 1 1-16,2 1-3 0,2 3 2 0,1 4 0 16,6-2 2-16,2 3 1 0,3-1-4 0,3-2 3 15,5 2 4-15,3-3-1 0,1-6-1 0,5 2-2 16,-2-6 0-16,2-2 1 0,1-3 0 0,1 0 3 15,-3-3-4-15,6-3 4 0,-6-1 0 0,-1-3 0 0,-1-2-1 0,5-3 1 16,-3-4 2-16,2-1-3 0,-3-3 12 16,0 0 2-16,-4-1 8 0,1-3 6 0,-3-1-2 15,-1 0 0-15,-1-3 2 0,-2 1-3 0,2 0-1 16,-5 4 6-16,-1 1 4 0,3 4-1 0,-2-2 0 0,1 4-4 16,-2 1-5-16,2-1-3 0,-2 4-9 0,0-1-20 15,0 5-4 1,0 0 2-16,0 0-4 0,-9 13 4 0,3 5-2 15,-2 9 1-15,3 2 0 0,-4 5-1 0,-2 13 1 16,0 1-2-16,6 5 2 0,-1-1-2 0,-2 1-3 16,4 2 3-16,1-2 4 0,-1 2 2 0,-1 1-1 15,3-3 2-15,0 3 3 0,2-1 9 0,0-2-9 16,1-2 4-16,0 1-1 0,-2-2 0 0,0 1 2 16,-1-16-2-16,0 0 0 0,0-1-1 0,-2 0 1 0,0-5-1 0,-1-2 3 15,-2-3-4 1,2-7 3-16,-1-2 0 0,1-2-1 0,-3-5 7 0,-1 2-8 15,0-2 6-15,0-1 3 0,0-2 0 0,-5-3 0 16,0 0 5-16,-4-4-4 0,0 0 2 0,0-3 5 16,-2-5 9-16,3 0 10 0,-3-8-2 0,2-2 1 15,3-5-4-15,3-2-3 0,1-4-5 16,6-15-11-16,6-4-8 0,9-3-12 0,4-3 1 16,10 1 0-16,4 1 3 0,17-17-5 0,-11 23 1 0,6 3 4 15,19-19 1-15,-18 23 0 0,3 0 13 0,1-2-1 16,5 4 11-16,-8 2 6 0,-2 6 7 15,-10 9 3-15,-4 2-3 0,-4 2 3 0,-7 5-2 16,2 1-9-16,-3 2 4 0,-4 3-3 0,-3 2-6 16,-2 1-2-16,0 0-5 0,0 2-5 0,-1-2-4 0,-4 4-5 0,4-3-19 15,-4 3-8-15,0 0-5 0,0 0-3 0,0 0-13 16,0 0-19-16,0 0-21 0,-17 20-16 0,11-11-22 16,-3 0-22-16,0 2-32 15,0-4-42-15,-8 7-124 0,4-6-370 0,7 2 164 16</inkml:trace>
  <inkml:trace contextRef="#ctx0" brushRef="#br0" timeOffset="77301.92">4335 13939 108 0,'4'-4'185'0,"5"-2"-18"16,1-1-16-16,0 1-13 0,1 4-9 0,1-3-24 15,0 1-4-15,1 1-20 0,2 3-5 0,-2 0-17 16,1 3 3-16,1 6-7 0,0-2-9 0,1 1-7 16,-5 4-3-16,2 2 2 0,-5 0-7 0,2 4 2 0,-9-1-3 0,3 1 1 15,-1 10 2-15,-6-11-5 0,-3 9-2 0,-3-1 4 16,1-3-4-16,-1-5-10 0,-1-1 7 0,-1-1 2 15,0-2-1-15,2 2 7 0,0-8-5 0,4-1 14 16,1 0 11-16,1-2 23 0,0-2 37 0,0 4 14 16,3-6 35-16,-5 3 4 0,5-3-11 0,0 0-19 15,0 0-16 1,9-27-13-16,-1 13-12 0,4-2-3 0,4-7-14 16,-2 0-6-16,4-1-10 0,0-3-5 0,1 0-5 15,-1 1-6-15,0 1 0 0,1 2-5 0,-2-1-4 16,-7 10-3-16,-1 0-8 0,-1 5 1 0,-2 2-7 15,-2 1 1-15,0 2-11 0,-2-1-8 0,-2 5-21 16,9-6-17-16,-9 6 7 0,0 0-1 0,4 13 3 16,-4-1 7-16,0 3 1 0,1 4 2 0,-1 0-1 0,3 8 8 15,-1-1-1-15,-1 1 0 0,2-1-14 0,0 1-10 0,3-3-21 16,-2-6-16-16,1 1-20 0,4-2-23 0,-4 0-28 16,0-6-41-16,-1 1-37 0,1-6-38 0,-1 4-159 15,1-6-453-15,-1-1 202 0</inkml:trace>
  <inkml:trace contextRef="#ctx0" brushRef="#br0" timeOffset="77524.57">4844 13825 36 0,'7'-3'186'0,"-7"3"-23"0,0 0-14 0,18 5-10 15,-8 2-7-15,2 5-8 0,1 3-9 16,2 8 0-16,-5 4-6 0,3 3-3 0,-4 4-8 0,-5 12-6 16,0 5-4-16,-8-3-17 0,-5 0 3 0,-9-2-10 0,5-10-3 0,-12 5-4 15,1 1-6-15,-6-3-22 0,0-3-24 0,3-8-35 16,-13 2-44-16,8-9-48 0,-16 4-185 16,-1-1-332-16,-1-9 148 0</inkml:trace>
  <inkml:trace contextRef="#ctx0" brushRef="#br0" timeOffset="77840.75">4219 13646 70 0,'-10'2'135'15,"-2"3"-14"-15,-2 3-18 0,0 6-2 0,-6 7-11 0,-1 5-10 16,1 16 5-16,3 6-9 0,-5 2 5 0,-1 4-3 16,8 1 0-1,2 2 0-15,4-5-15 0,5 0-5 0,7-4-3 16,6-3-7-16,5-10-4 0,4-4 1 0,14 7-3 15,9-5-2-15,4-5-1 0,8-1-8 0,6-8-28 16,1-4-36-16,7-5-69 0,-2-5-150 0,27-3-272 16,-31-4 120-16</inkml:trace>
  <inkml:trace contextRef="#ctx0" brushRef="#br0" timeOffset="78087.78">5393 14185 7 0,'0'0'347'0,"0"0"-35"0,0 0-32 15,0 0-27-15,-1-5-30 0,1 5-24 0,14-7-36 16,-2 2-42-16,4 1-49 0,11-2-53 0,4-1-64 15,-1 5-64-15,0-3-198 0,-1 0-334 0,-10 2 148 16</inkml:trace>
  <inkml:trace contextRef="#ctx0" brushRef="#br0" timeOffset="78225.84">5489 14340 92 0,'-3'2'162'0,"3"-2"6"0,4 5-4 0,4-5-15 16,9 3-14-16,12-2-19 0,4-2-56 0,3 1-98 16,1-5-130-16,14 0-182 0,-12-5 80 0</inkml:trace>
  <inkml:trace contextRef="#ctx0" brushRef="#br0" timeOffset="80244.5">6846 14105 57 0,'-6'0'154'0,"6"0"-17"0,-10 0-12 16,10 0-11-16,-7 0-14 0,7 0-12 0,-6 0-9 16,6 0-3-16,0 0-9 0,0 0-7 0,-8-2-1 15,8 2 7-15,0 0-9 0,0 0 0 0,0 0 7 0,0 0-5 16,0 0 6-16,0 0 0 0,-6 2-2 0,6-2-3 31,0 0-4-31,0 0-2 0,0 0-2 0,0 0-5 0,0 0-3 16,0 0-4-16,0 0-6 0,0 0-1 0,0 0-4 0,0 0-4 15,0 0 1-15,0 0-3 0,-5 0-2 0,5 0-3 16,0 0 2-16,0 0-4 0,0 0 0 0,0 0-4 16,0 0 2-16,0 0-2 0,0 0-1 15,0 0 7-15,33-2-5 0,-4-1 0 0,7-1-7 0,18-4 3 16,6 1-3-16,2-2 4 0,2 1 4 0,3-2 9 0,-2 3 5 16,0-1 3-16,-10 2 1 0,-4 1 0 15,-16-1-4-15,-5 2-4 0,-3 2-2 0,-8-1 1 16,-6 2-4-16,-4 0-5 0,1-1 1 0,-5 1-1 15,2 0-3-15,-2 1-4 0,-5 0-12 0,9 0-6 0,-9 0-26 16,0 0-36-16,0 0-48 0,-17 5-62 0,11-3-194 16,-7 0-407-16,4-2 181 0</inkml:trace>
  <inkml:trace contextRef="#ctx0" brushRef="#br0" timeOffset="81345.42">8477 13145 119 0,'5'-27'173'16,"0"1"-2"-16,-4 6-2 0,4 1-13 0,-4 0-3 16,1 2-12-1,-1 0-4-15,-1 7-8 0,1 0-8 0,1 1-11 0,-2 2-17 16,0 2-9-16,0 1-12 0,0 4-11 0,0 0-7 15,0 0-8-15,-15 13-4 0,4 3-8 0,1 11 10 16,-8 15-7-16,0 6-2 0,0 8-3 0,-7 24-7 16,-1 5 7-16,-4-3 0 0,5 0-1 0,1 0-5 15,-3 0-3-15,4 5-3 0,5-4 1 0,0-3-3 16,9-22-2-16,-5 31 16 0,7-9-2 0,0-24-3 0,2-1-3 16,0 1-4-16,1-3-6 0,-1 0-1 0,1-3-2 15,-2 0 3-15,-1 1-3 0,1-6-1 0,1-12-2 16,-4-3-1-16,-1 0 3 0,-3-1-1 0,-1-6 12 0,-4 0-17 15,-2-4 10-15,-1-2 12 0,-6-5 8 16,0 0 6-16,-3-3 3 0,-1-5 1 0,-2 0 0 16,-4-4-1-16,0-2-3 0,-2-1 3 0,6 0 0 0,1 0 8 0,2-1 5 15,0-1-8-15,11 2-3 0,1 1-2 0,4 1-10 16,5 0-5-16,0-1 3 0,0 2-8 0,4 0-4 31,0-3-5-31,5 3-5 0,-9 0-17 0,9 0-21 0,-4-1-17 0,4 1-20 16,0 0-17-16,-6 4-21 0,6-4-16 0,0 0-21 15,0 0-42-15,20 0-57 0,-6-3-180 16,8-2-454-16,5-6 201 0</inkml:trace>
  <inkml:trace contextRef="#ctx0" brushRef="#br0" timeOffset="82093.64">9452 13658 63 0,'0'0'135'0,"0"0"-5"0,0 0-4 0,0 0-12 15,0 0-5-15,0 0-4 0,0 0-5 16,0 0-13-16,0 0-1 0,0 0-3 0,12-5-9 0,-1 3-7 16,1-1-4-16,9-4-10 0,-2 1 2 15,9-2-5-15,0-2-7 0,2-1-6 0,-1 0 5 16,4-4 1-16,-1-1-1 0,-4 1 11 0,4-4-1 16,-1-1 2-16,-4 1 0 0,-3-1-3 0,2-1-1 15,-5-2-3-15,1-3-2 0,-4 2-2 0,-3 1 4 0,-2 0 2 16,-3-1-3-16,-3 7 1 0,-5 0-8 0,2-1-2 0,-5 2-5 15,-4 2-5-15,-3 0-2 0,-5 6-8 0,-1-1 1 16,-5 5-5-16,-8 0-2 0,-5 2-2 0,-2 9-1 16,-2 2 0-16,-14 8-8 0,4 5-2 0,-2 7 2 15,3 1-3-15,0 6 0 0,8 2-5 0,1 3 1 0,4-2 2 16,3 3-2-16,7 1 4 0,8-12-4 16,8 1 6-1,3-1 4-15,8-1 19 0,8 0 5 0,6-3 5 0,11-5 2 16,18 5-3-16,3-8-3 0,9-2-3 0,5-8-29 15,-1-3-32-15,-1-3-45 0,2-6-59 0,27-7-58 16,-37 1-183-16,3-4-413 0,-5 1 182 0</inkml:trace>
  <inkml:trace contextRef="#ctx0" brushRef="#br0" timeOffset="82763.22">10359 12852 134 0,'11'-4'136'0,"-2"4"-18"15,3 0-13-15,-5 0-5 0,4 2-13 0,-2 4-8 16,1-1-8-16,-4 1-9 0,1 3-6 0,-3 2-7 16,-2 1 4-16,-1 5 3 0,-2 1-7 0,-4 9 10 0,-4-3-9 15,-1 0-12-15,-3 1 11 0,-2 1-10 0,2-2-1 16,-4-3-2-16,7-5-7 0,1 0 2 16,-2-3-7-1,3-1 9-15,0-3-5 0,3-2 1 0,1-2 17 0,2-1 18 16,-3 0 31-16,2-1 27 0,2-1 21 0,1-2 18 15,0 0-23-15,0 0-15 0,0 0-10 0,20-15-15 16,-6 5-7-16,8-7-10 0,1-4-14 0,-3 2 1 16,5-3-5-16,-1 0-7 0,2-2-9 0,-3 1-4 15,1-3-4-15,-4 2-5 0,2 0-2 0,-3 1-4 0,-6 8 2 16,-4 0 11-16,0 3 0 0,-3 4 5 0,-2-2-4 0,0 5-5 16,1-1-8-16,-2 1-10 0,-3 3-4 0,0 2-2 15,0 0-5-15,-16 11-6 0,1 1 1 0,2 1 6 16,-6 7-9-16,4 2 1 0,-3 3 5 0,6 6-5 15,0 2-6-15,5-2 2 0,6 3 3 0,6-1 0 16,6 1-4-16,10 8-7 0,7-4-14 0,8-4-15 16,2-3-33-16,8-4-47 15,3-3-64-15,4-4-74 0,-3-5-244 0,4-6-543 16,-14-4 239-16</inkml:trace>
  <inkml:trace contextRef="#ctx0" brushRef="#br0" timeOffset="83449.69">8478 14337 133 0,'-9'0'158'16,"9"0"-13"-16,0 0-15 0,0 0-15 0,-4 3-8 15,4-3 0-15,0 0-23 0,0 0-11 0,0 0-4 16,0 0-11-16,0 0 2 0,0 0 4 0,0 0 1 16,0 0 11-16,0 0 3 15,0 0-6-15,0 0 1 0,0 0 3 16,0 0-6-16,36-7-6 0,-2 3-6 0,20-2-7 0,10-3-1 16,34-8-4-16,7 2 3 0,8 0 3 0,14-4 0 15,15-4 2-15,18 4 1 0,10-3-4 0,5 0-3 0,9-1 0 0,6 2-5 16,6-1 4-16,-3-2-6 0,-8 2-1 0,-7 2-1 15,-10 2-4-15,-8-2-4 0,-17 1 1 16,-19 1-8-16,-14 2-2 0,-13-2 2 0,-34 4-4 16,-11 7 6-16,-15-6 17 0,-4 2 18 0,-7 3 22 15,-8 2 25-15,-4-1 10 0,-4 2-7 0,-1-3-24 16,-2 0-13-16,-5 4-30 0,2-1-37 0,-8 1-34 16,-1 0-26-16,-5 3-22 0,-12 1-24 0,-5 4-33 0,-3 3-29 15,-6 3-32-15,-1 0-46 0,0 1-216 16,-16 4-492-16,16-3 219 15</inkml:trace>
  <inkml:trace contextRef="#ctx0" brushRef="#br0" timeOffset="84181.42">9540 14573 56 0,'-3'-4'279'0,"2"-1"9"0,0-1-15 16,1 3-20-16,-3 0-25 0,3 3-29 0,-1-7-26 0,1 7-25 0,0 0-42 15,-3-2-18-15,3 2-11 0,-5 9-8 0,1 0-11 16,-3 8-2-16,-5 6-6 0,1 6-8 15,-2 0-5-15,5 3-3 0,-3 2-6 0,-3 12-3 16,-1-1-2-16,8-11-3 0,1 0-20 0,0 0-1 0,3-2 1 16,-3-2 1-16,5 1-1 0,-1-2 3 0,-1-11 2 15,2 3-1-15,-2-5 0 0,3 1-1 0,0-4 3 16,0-3-9-16,0 0-27 0,0-4-10 0,-1 1-4 0,0-3 1 16,1 0-3-16,1-1-7 0,-1-3-58 0,0 0-62 15,0 0-176-15,14-8-378 0,-8 0 168 0</inkml:trace>
  <inkml:trace contextRef="#ctx0" brushRef="#br0" timeOffset="84450.88">9762 15008 188 0,'0'0'220'0,"-6"1"-14"16,6-1-10-16,0 0-13 0,0 0-17 0,-4 3-21 15,4-3-11-15,0 0-8 0,23-4-19 0,-4 4-12 0,12-4-8 16,2 0-9-16,4 0-8 0,15 1-5 16,-12-2-8-16,11 2-7 0,-14-2-16 0,-1 4-14 15,-4 1-26-15,-4-3-30 0,-6 3-33 0,-4-1-36 16,-4 1-23-16,-4-1-27 15,-4-1-133-15,-1-2-312 0,-3 2 138 0</inkml:trace>
  <inkml:trace contextRef="#ctx0" brushRef="#br0" timeOffset="84682.6">9954 14758 174 0,'0'-4'272'0,"0"4"-7"0,0-9-23 16,0 9-23-16,-3-6-24 0,3 6-24 0,0-5-23 0,0 5-17 16,0 0-21-16,0 0-12 0,0 0-15 15,0 0-4-15,-5 23-9 0,0-6-5 0,1 1-8 16,3 7 3-16,-3 1-15 0,0 4-3 0,3 1-3 0,1 2-5 0,0-3 2 16,0 1-5-16,3 0-20 0,3-1-25 0,1-2-32 15,1 0-34-15,5-2-42 0,5-4-60 0,-4-8-191 16,4-1-402-16,-1-5 178 0</inkml:trace>
  <inkml:trace contextRef="#ctx0" brushRef="#br0" timeOffset="85101.35">10415 15092 6 0,'0'0'299'0,"0"0"-13"0,0 0-23 0,0 0-13 16,0 0-25-16,0 0-25 0,0 0-23 0,0 0-8 15,23-12-23-15,-7 5-17 0,9-4-13 0,3 3-11 16,0-4-6-16,2 4-15 0,-1-3-9 0,-1 0-6 16,1-3-4-16,-3 2-10 0,-2 1-4 0,-7-2-3 15,-1 1-4-15,1-1-5 0,-3 0 4 0,-4-2-13 16,2 0-4-16,-2-2-3 15,-6 2 0-15,1 0 5 0,-4 4-7 0,3 0-3 16,-5-2-3-16,-3 2-5 0,-1 3-6 0,-4-2 2 16,-5 3-7-16,-1 2-2 0,-6 3 0 0,-7 2-2 15,-1 2 2-15,-2 6 5 0,3 1-10 0,-3 4-2 16,3 3-1-16,-1 0 5 0,2 3-2 0,3 1-1 16,6 0 0-16,-3 3 7 0,6-1-4 0,5-4-2 15,2 1 4-15,2 5-1 0,3-6 2 0,6 2 3 0,3-2 3 0,12 2 2 16,-1-1-11-16,7-3-13 0,5-1-26 0,3-5-45 15,5-3-71-15,17-1-53 0,-17-5-223 0,17-3-472 16,-16-3 209-16</inkml:trace>
  <inkml:trace contextRef="#ctx0" brushRef="#br0" timeOffset="85601.49">10778 14573 135 0,'14'-3'200'0,"1"-4"-9"16,6 2-8-16,-2 0-17 0,0 3-9 0,3-1-15 0,-4 0-15 0,1 4-12 15,0-1-8-15,-2 5-11 0,1-1-10 0,-7-1-6 16,2 4-7-16,-3 1-11 0,0 5-2 0,-3-2-8 15,-1 4-7-15,-2 1 1 0,-3 1-3 0,-2 2-5 16,-3-1-2-16,-1 1-1 0,-3 0-2 0,-1-3-3 16,-2-1-3-16,2 0-2 0,0-2-2 0,1-2 1 15,-1-1-1-15,4-2 0 0,1-2 7 0,1-2 10 16,-1 2 14-16,0-4 28 0,0 2 30 0,0-1 35 16,3 0 41-16,1-3-2 0,0 0-21 0,0 0-18 15,9-15-18-15,-1 6-15 0,3-6-7 0,3 1-11 16,4-3-15-16,1-4-7 15,-1-1-7-15,0 2-8 0,4-4 3 0,-4-1-10 16,3 0-7-16,-4 3-3 0,-4 5-5 0,-3 2-8 16,1 3 6-16,-5 4 0 0,0-1-3 15,-1 3-4-15,-1 2-15 0,-2 1-20 0,2-1-21 0,-4 1-22 16,0 3 1-16,0 0 7 0,0 0 4 0,-5 13-1 16,0-2 3-16,-1 4 5 0,-2 1 2 0,2 3 16 15,-3 5-14-15,4-1-3 0,2 2 1 0,2-1 13 0,2-2-8 0,7 1 9 16,2-5 5-16,7 3-26 0,8 0-25 0,3-5-37 15,7-4-60-15,17 0-78 0,6-6-97 0,0-8-223 16,5-2-603-16,0-5 267 0</inkml:trace>
  <inkml:trace contextRef="#ctx0" brushRef="#br0" timeOffset="86353.55">13123 13909 4 0,'-9'-19'153'0,"-1"4"-9"0,-3 1-16 16,0-1-15-16,-6 3-7 0,2 3-12 0,-8-3-7 16,3 7-13-16,-6 2-4 0,-1 3-3 0,9 2-1 0,-4-1 3 15,-3 3-9-15,8 4-3 0,1 0 0 16,-1 1-1-16,0 3-6 0,2 5 7 0,2-3-10 16,0-1 2-16,3 6-2 0,3-2-7 0,0 0 0 0,1 2-4 0,2-1-1 15,4-2-2-15,3 1-6 0,0 0-1 0,7 0-5 16,-2-3 5-16,4-4-5 0,3 2 5 0,1-2-5 15,4-1 2-15,0-3-2 0,4-2 3 0,-2-2 12 16,1-6 6-16,2 1 9 0,-3-5 14 0,6-3 8 16,-8 4 6-16,3-10 8 0,-2 0 1 0,-2-7-3 15,1-1-6-15,-8-1-7 0,2-1 3 0,-1-4-12 16,-3-6-4-16,2-9-8 16,-4 11-3-16,2-13-5 0,-2 1-6 0,0 0 4 15,-4-3-13-15,3-1 0 0,2 0-4 0,-5 5 18 16,-1 9 13-16,1 4 6 0,-2 1 8 0,1 1 12 15,-1 5-13-15,0 9-5 0,-1 2 12 0,-1 2-7 16,2 3-21-16,0 2-13 0,0 3-9 0,0 0-9 16,-1 3-21-16,1 2-8 0,0 0 1 0,-10 12 8 15,4 1-7-15,-2 5 1 0,-2 12-1 0,-3 4 7 0,0 12-6 16,-1 3 7-16,4 0-5 0,1 0 7 0,0 2-9 16,5-3 2-16,3 0 2 0,-2-2 1 0,7 5 2 0,0-3 4 0,2-14-4 0,1 0 3 15,-3-1 1-15,-2-3-1 0,5-3-19 16,-2-2-19-16,0-7-12 0,-1-1-21 0,-3-1-19 15,0-3-20-15,-1-5-17 0,3 3-26 0,-3-5-31 16,1 1-29-16,-1-2-21 0,1-3-203 0,-1-2-473 16,0 0 210-16</inkml:trace>
  <inkml:trace contextRef="#ctx0" brushRef="#br0" timeOffset="86854.27">13366 13593 98 0,'2'-6'273'16,"3"2"-31"-16,2 1-25 0,-1 0-25 0,4 3-12 16,3-1-28-16,1 2-16 0,5 2-16 0,-2 0-13 15,5 3-11-15,-5 5-11 0,1 1-9 0,0 2-9 0,-4 0-7 0,2 6-5 16,-5 4-5-16,-1-4-7 0,-6 6-1 0,-1 5-5 15,-3-1-1-15,-5 4 4 0,-3-2-7 0,-2-1-2 16,-4 0-1-16,-2 0-2 0,-4-3-3 16,1-2 0-16,-3-1-1 0,-1-4-3 0,4-2 3 0,-3 0-6 15,4-6-1-15,4-3-1 0,-2-1 0 0,4-4 4 16,4 2 15 0,1-3 29-16,2-3 41 0,0 2 39 0,-1-3 29 15,6 0-6-15,-9-4-17 0,7-4-3 0,2-1-12 16,2-7-4-16,5-1-24 0,6-7-12 0,5-1-6 15,-2-3-7-15,16-11-10 0,4-2-7 0,-3-1-9 16,3 1 0-16,-3 2-9 0,4-1-7 0,-5 3-2 16,-9 12 1-16,0 2-9 0,-5 2 4 0,-4 6 19 15,-2 3 13-15,-6 2 11 0,3 2-4 0,-4 1-8 0,1 0-12 0,-3 5-14 16,1-1-25-16,-4 3-10 0,0 0-6 0,0 0 1 16,-13 12-1-16,-1 2-1 15,-4 4 7-15,-5 7-5 0,0 3-6 0,1-1-4 16,-2 16-4-16,8-11-1 0,1-3 4 0,5 3-2 15,5 0 2-15,5-2-3 0,9 2 4 0,6-3-19 16,21 5-40-16,11-5-77 0,15-4-84 0,34-2-130 0,2-3-359 0,-1-9-780 0,0-8 345 0</inkml:trace>
  <inkml:trace contextRef="#ctx0" brushRef="#br0" timeOffset="105851.27">16181 13617 84 0,'0'0'160'0,"0"0"-12"0,0 0-17 0,-7-1-10 16,7 1-14-16,0 0-6 0,-6-2-2 0,6 2-10 0,0 0-4 0,0 0-5 15,0 0-10-15,0 0-3 0,0 0-4 0,0 0-7 16,0 0-3-16,0 0-9 0,-6-2 0 0,6 2-10 15,0 0 5-15,0 0 3 0,0 0 0 0,19-1 11 16,0-1-9-16,11 2-2 0,6-3 0 0,22-2 2 16,4 4-1-16,29-7 3 0,-27 3-2 0,-3 1-2 15,3 0-7-15,-5-2 1 16,-7 4-5-16,-15-1-1 0,-3 1-4 0,-1 2-6 16,-14-2 1-16,-1 1-6 0,-5 1-7 0,-2-1-12 0,-3 1-12 15,-1 0-14-15,-7 0-1 0,0 0-9 0,0 0 1 16,0 0-14-16,-22 9-11 0,1-7-7 0,2 5 3 15,-3-4-11-15,3 2-17 0,-1 1-11 0,-1 0-18 16,1-2-135-16,2 1-282 0,0 0 126 0</inkml:trace>
  <inkml:trace contextRef="#ctx0" brushRef="#br0" timeOffset="106167.34">16337 13844 133 0,'-7'1'183'0,"7"-1"-10"0,-8-1-17 0,8 1-13 15,-8 1-16-15,8-1-16 0,0 0-7 16,0 0-3-16,26 1-2 0,6 2-7 0,7-2-12 15,13-2-8-15,11-2 1 0,-1 2-3 0,3-3-7 16,3 3-1-16,-1 0 0 0,-3-1-12 0,-6 2-1 16,-18 0-4-16,-2 2-6 0,-6-1-12 0,-4 0 2 15,-10 2-16-15,-4-3-26 0,-4 0-20 0,-2 0-8 16,1 1-10-16,-5 0 10 0,-4-1-5 0,0 4 1 16,0-4-29-16,-14 4-17 0,2-1-33 0,-2 1-143 0,4-2-288 0,-3 1 128 15</inkml:trace>
  <inkml:trace contextRef="#ctx0" brushRef="#br0" timeOffset="106775.48">17932 13627 79 0,'-11'-1'169'0,"6"1"-12"0,0-2-8 0,-2 1-3 16,7 1-17-16,-10-1-4 0,10 1-4 0,-6-4-2 15,6 4-8-15,-5 0-3 0,5 0-9 0,0 0-9 16,-4-1-9-16,4 1-10 0,0 0-5 0,0 0-5 16,27-5-8-16,-6 2-6 15,15 1 14-15,19-5-11 0,5 2-1 0,7-1-6 16,26 0-1-16,-2 2 1 0,-25-4 5 0,25 3 4 15,-27 1 3-15,1-2 1 0,-1 1-3 16,-8 4-11-16,-20 0-1 0,-3-3-2 0,-5 3-3 0,-10-2-6 16,-4 1-1-16,-4 2-1 0,-1 0-4 0,-1-2-5 15,-3 2-4-15,-5 0-11 0,0 0-20 0,0 0-29 16,0 0-21-16,-27 2-48 0,8 0-31 0,0 2-46 0,-3-3-187 16,4 2-408-16,-1-1 180 0</inkml:trace>
  <inkml:trace contextRef="#ctx0" brushRef="#br0" timeOffset="108218.59">19530 12827 143 0,'1'-5'146'0,"3"1"-5"15,-3-1-3-15,2 1 0 0,-1 0-3 0,-2 4-11 16,0-7-3-16,2 5-16 0,-2 2-12 0,1-4-13 0,-1 4-17 16,0 0-7-16,0 0-7 0,0 0-6 0,0 0-10 0,-5 19-1 0,-3 0-3 15,2 10-5-15,-3 3-6 0,-13 16-1 16,4 3-3-16,0 5 3 0,1-1-6 0,1 3-4 15,1 0 2-15,3-4-5 0,5-2 5 0,-4-5-1 16,5-1-2-16,1-12-3 0,1-3 4 0,-1-1 1 16,1-2-1-16,-1-1-6 0,1-10 4 0,2 1 4 15,-1-2-3-15,3-4-2 0,-1-1 2 0,1-1 1 16,-2-3-5-16,0-2 6 0,2-1 3 0,0 2 17 16,-1-5 16-16,1-1 14 15,1 6 7-15,-1-6 4 0,0 3-5 0,0-3-6 16,0 0-6-16,0 0-8 0,0 0-10 0,0 0-16 15,0 0-22-15,0 0-22 0,0 0-23 0,0 0-31 16,-4-15-24-16,4 15-38 0,0-5-40 0,-4 1-126 16,4 1-332-16,0 3 147 0</inkml:trace>
  <inkml:trace contextRef="#ctx0" brushRef="#br0" timeOffset="108703.84">19875 13382 56 0,'-1'-5'179'16,"-1"-1"-18"-16,-3 2-19 0,3 0-13 0,-3 1-14 15,-1 1-11-15,0 1-19 0,-5-1 2 0,0 2-18 16,0 3-6-16,-6 1-7 0,0 2-4 0,2-2-11 0,-3 8-3 16,3-1-3-16,-3 3-6 0,2 4 0 0,0-3-13 0,3 0 11 15,3 1-5-15,-1 1-6 0,3-2-5 16,2-2 0-16,-1 2-2 0,5-3 4 0,-1-1 2 16,3-1-9-16,5 3 13 0,0-5 12 0,2 2 2 0,3-5 5 0,7 4 5 15,4-4 0-15,-1-4-4 0,1-1 5 0,2 0-2 16,6-5-2-16,-8 0 6 0,5-2 0 0,-7 0 21 15,-3-3-4-15,0-2-4 0,-3 3-8 0,-1-4-6 16,-2-3-1-16,-2 1-7 0,-4 0-5 0,-3-4 0 16,-1 2-6-16,-1-3-3 0,-4 1-3 0,-3 1-6 15,-1 0 3-15,-5 4-3 0,-2-1-9 0,-2 5-2 16,1 0-3-16,-2 3-2 0,-1 0-5 0,1 4-14 16,2 0-11-16,-1 2-18 15,5 2-17-15,0 2-23 0,1 0-10 0,1 4-24 16,2 1-14-16,3 1-7 0,3 1-16 0,2 2-122 15,1-3-306-15,5 3 135 0</inkml:trace>
  <inkml:trace contextRef="#ctx0" brushRef="#br0" timeOffset="109341.56">20253 13372 227 0,'-1'-7'232'0,"1"0"-21"0,-4 0-22 16,0 2-18-16,0-1-19 0,-1 0-20 0,-2 1-5 16,1 4-22-16,-1-1-9 0,0 0-10 0,0 2-12 15,-1 2-10-15,2 0-5 0,-1 1-12 0,1 2-12 16,-2 2-15-16,3-2-3 0,4 2-12 0,-2 3-1 16,3-3 1-16,3 4-9 0,2-5-5 0,0 4-5 15,4-5-9-15,1 3-8 0,2-4-9 0,2-2 1 0,-1 1-8 16,1-3-2-16,-2 0 9 0,2-3 2 15,3-3 3-15,0-2 8 0,-3 1 5 0,-3-1 12 16,-2-2 7-16,0-1 12 0,1 3 16 0,-5-3 6 0,2 2 8 0,-2 0 8 16,0 0 13-16,-1-1 2 0,1 5 0 0,-4-4-2 15,2 6-5-15,-2 0-9 0,0 0-8 0,3-3-14 16,-4 6-10-16,0 0-5 0,0 0 0 0,0 0-5 16,-5 21 3-16,1-6-1 0,3 4-1 0,-5 6-1 0,3 3 0 0,-1 3 1 15,4 3-2-15,-5 1 3 0,1-1-2 0,-1 3 5 16,-1 10-2-16,-2-1-2 0,0 0 0 0,3 3 1 15,-5-3 0-15,4-9-1 0,-2 10 4 0,2-13-6 16,-2 0 4-16,0-2 0 0,1 1-4 0,-2-1 1 16,-3 0 1-16,1-1 3 0,-1-5-3 0,-2-1 1 15,0-4-1-15,0-6 1 0,4-1-2 0,-7-2 2 16,4-2 2-16,-2-3 7 0,2-4 19 0,-2-3-11 16,2 3 16-16,0-6 23 15,-4-2 5-15,1-5 2 0,0 0 4 16,-3-9-6-16,3-4-5 0,2-2-2 0,9-4-2 15,1-3-7-15,11-16-5 0,8 3-10 0,4-4-5 16,9 0 3-16,4-1-7 0,6 2 1 0,16-17-8 0,-13 27 0 16,0-1-4-16,2 1-2 0,-2 7-2 0,0 1 0 15,-10 9 5-15,-2 1 4 0,-2 2 3 16,-4 3 12-16,-6 5-5 0,-5 3 2 0,-3-1-4 0,0 1-6 0,0 5-4 16,-4-1-6-1,-1 0-6-15,1 1-24 0,-3-1-27 0,-2 3-19 0,0 0-5 16,0 0-7-16,0 0-17 0,0 0-17 0,-13 11-33 15,4-6-36-15,-1 1-37 0,-1 0-222 0,2 1-474 16,2-5 211-16</inkml:trace>
  <inkml:trace contextRef="#ctx0" brushRef="#br0" timeOffset="112196.07">21214 12804 116 0,'-70'72'137'16,"2"15"-12"-16,-1 1-6 0,5 1-8 0,8-1-12 16,4-2-15-16,9-8-5 0,19-20-10 0,2-3-10 15,11 4-3-15,8-1 18 0,3 2 4 0,13-5 8 16,8-1-12-16,9-1 4 0,30 9 9 0,-11-22-3 16,3-8-10-16,30 8-4 0,1-8-6 0,5-9-7 15,-25-7-23-15,1-2-31 0,2-5-35 0,-6 1-43 0,2-7-57 0,-9-3-148 16,-14-2-303-16,-5-4 134 0</inkml:trace>
  <inkml:trace contextRef="#ctx0" brushRef="#br0" timeOffset="112659.53">21765 13156 171 0,'-2'-12'245'0,"2"1"-12"0,0 3-4 0,2-1-17 15,-4 3-21-15,2 1-26 0,-1 1-13 0,1 4-24 16,0 0-17-16,0 0-9 0,-5 10-13 15,2 7-12-15,-3 7-6 0,0 3-11 16,-2 4-2-16,3 1-8 0,-1 6 14 0,-2 8-3 16,4-11-7-16,3-1-6 0,0 1-1 0,1 0-6 15,-2-2-22-15,4-2-25 0,0-2-34 0,1-2-38 0,-2 0-40 16,5-8-54-16,-2-1-206 0,-1-6-409 0,-1-1 181 16</inkml:trace>
  <inkml:trace contextRef="#ctx0" brushRef="#br0" timeOffset="113129.43">22157 13392 90 0,'-4'0'146'16,"4"0"-8"-16,-10 2-15 0,10-2-7 0,-9 0-14 15,9 0-8-15,0 0-8 0,-5 1-5 0,5-1-5 16,0 0 9 0,0 0-11-16,0 0-3 0,0 0-1 0,-8 0-3 0,8 0 3 15,0 0-1-15,0 0 0 0,0 0 7 0,0 0-8 16,0 0-4-16,0 0-1 0,0 0 1 16,30-3-3-16,-8 0-1 0,12-2-5 0,5 1-1 15,16-4-5-15,8 3 2 0,2-4 4 0,0 2-4 0,29-5-5 0,-34 6-2 16,-3-1-4-16,-2 2-3 0,-18-1-5 0,-3 2-2 15,-4 0-8-15,-8 1-18 0,-3-3-11 0,-6 6-17 16,-2-1-18-16,-1-1-27 0,-4 1-44 0,-4-1-26 16,-2 2-21-16,0 0-12 0,-18-3-150 0,0 2-347 0,-2-2 154 15</inkml:trace>
  <inkml:trace contextRef="#ctx0" brushRef="#br0" timeOffset="113382.97">22450 13159 154 0,'0'-11'299'16,"0"2"-12"-16,0 0-7 0,0 4-14 0,0-2-29 0,-3 3-23 15,3 0-29-15,0 4-24 0,0-9-18 0,0 9-35 0,0 0-14 0,0 0-11 16,-4 15-4-16,-1-1-14 0,-2 12-6 15,-1-1-6-15,-2 5-5 0,2 1-4 0,0 16-5 16,2-13 2-16,1 1-8 0,1 1-5 0,4 0-33 0,0-4-27 16,3-1-34-16,0 1-45 0,0-3-39 15,2 0-54-15,-1-5-202 0,2-5-439 0,-1-7 195 16</inkml:trace>
  <inkml:trace contextRef="#ctx0" brushRef="#br0" timeOffset="113930.81">23304 13418 114 0,'-2'3'171'0,"2"-3"-14"0,0 0-15 0,0 0-17 0,0 0-13 15,0 0-7-15,24-3-5 0,-10-1-11 16,2 2-2-16,5-4-4 0,9 1-8 0,-1-4 1 16,3 1-1-16,1 1-6 0,3-2 2 0,1-1-1 15,0-2 1-15,-2-1-1 0,-2-1-8 0,0-1-6 0,-2-1-4 16,-2-4-6-16,-4 1-3 0,-4 0-5 0,1-3-4 16,-3 4 1-16,-5-5-10 0,0 1 0 0,-6 5 0 0,-4 0-6 15,-3-2-1-15,-3 3-6 0,-5 2-3 0,-2 1 0 0,-5 2-6 16,-4 2 0-16,-9 0 1 0,-9 4-2 0,-2 5-2 15,1 4-1-15,-14 6-2 0,2 4 2 0,0 1 0 16,4 5 2-16,13-1-1 0,-11 7 2 0,13-2-1 16,2 2-1-16,6 0 4 0,1 7-5 0,5-4 0 15,9 0 3-15,5 0 2 0,9 1 1 0,9-2 3 0,7-1-2 16,18 2 0-16,8-3 6 0,3-6-5 0,12-3-28 16,1-5-37-16,28 0-47 0,-30-9-49 0,28-1-195 15,-29-6-379-15,4-2 168 0</inkml:trace>
  <inkml:trace contextRef="#ctx0" brushRef="#br0" timeOffset="114901.64">23974 12737 75 0,'8'-1'155'0,"2"-1"-22"0,1 1-9 16,1 2-17-16,2 1-13 0,-4 1-9 0,3 1-5 15,-3 1-7-15,-1 1-8 0,0 2-17 0,3 0 8 16,-6 2-9-16,-1 4-10 0,-1 0 3 0,0-4-18 16,-3 2 7-16,-2 8 2 0,-3-5-9 0,0 1 0 15,-1 1 1-15,-3 0 0 0,-2-2-1 0,-3-1 12 16,2 2-4-16,-2-3-1 0,2-1 4 0,1-3 3 16,0 1 5-16,1-3 6 0,-1-2 5 0,5-1 3 15,-1 2 15-15,2-3 18 16,0-1 22-16,0 0 20 0,4-2 24 0,-5 1-8 15,5-1-17-15,0 0-14 0,3-10-11 0,2 1-15 16,1 0-5-16,6-4-7 0,2 0-9 0,5-7-9 16,0 2-5-16,3-3-4 0,-3 0-8 0,7 2-3 15,-3-1-5-15,1 2-5 0,-4 0-5 0,3 1-1 16,-7 2-3-16,-4 4 5 0,-2 1-7 0,0 3 2 16,-3 0-4-16,-3 4-1 0,1-1-3 0,-1 1-20 0,1 1-24 0,-5 2 14 15,0 0 4-15,0 0 1 0,0 0 1 0,-9 14-2 0,0-2 1 16,0 0 1-16,-3 2 0 0,1 2 1 0,-4 7 4 15,5-7-1-15,-2 7 0 0,6-5 0 16,0 8 2-16,2-3-3 0,4-3 2 0,4-1 1 16,3-1 2-16,2-2 0 0,8 2 0 0,6 2-16 0,4-4-25 15,2-3-39-15,3-3-42 0,0-2-58 0,4-1-64 0,-4-5-199 16,0-3-483-16,-2-2 215 0</inkml:trace>
  <inkml:trace contextRef="#ctx0" brushRef="#br0" timeOffset="115233.62">24591 12505 131 0,'11'8'181'0,"12"6"-12"15,3 6-6-15,10 13-6 0,0 4-7 0,6 6-1 16,-6 4-6-16,15 21-7 0,-17-15-6 0,7 27-13 16,-5-1-12-16,-13 0-7 0,-6 2-10 0,-12-1-9 15,-6-22-7-15,-7 25-8 16,-6-25-4-16,-4-3-8 0,-15 20-2 0,4-24-6 15,-5-1-3-15,-22 14-2 0,-5-4-2 0,-11-4 1 16,-5-5-4-16,-6-4-3 0,-7-7-17 0,-2 1-31 16,-10-6-44-16,-1 0-80 0,-8-3-252 0,4-9-424 15,-2-5 187-15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20:55.59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2496 3418 129 0,'0'0'179'0,"0"-5"-9"0,-1 2-1 0,1 3-3 15,1-7-2-15,-2 2-1 0,1 2 0 0,0 3 1 0,0-11-5 16,-2 8-8-16,2-1-10 0,0-1-10 16,-2 0-3-16,1 1-11 0,1 4-3 0,0-6-6 15,0 6-9-15,-1-4-1 0,1 4-24 0,0-4-10 16,0 4-20-16,0 0-19 0,2-4-27 0,-2 4-30 16,0 0-16-16,0 0-19 0,0 0 4 0,4 16 13 0,0-5 1 0,-1 5 8 15,4 2 5-15,2 6 4 0,-2 2 6 0,2-2 3 16,3 2 7-16,1-3-1 0,1-2 2 0,-4-5-2 15,3 2 1-15,0-2-4 0,-3-3-3 0,-1-3 7 16,0-3 2-16,0-2 9 0,-3-1-2 0,3-1 19 16,-1-3 5-16,2-1-3 0,2-6-3 0,-2-1 1 15,3-3-7 1,2-2 12-16,-3-2 0 0,-2-1 11 0,0-1 1 16,0-6 3-16,-1 4 7 0,-4-5 2 0,-1 1 2 15,1 4 5-15,-1 0 2 0,0 2 3 0,-3 2 8 16,-1 2 1-16,3 3 3 0,-3 2-6 0,1 1-6 15,-1 0-11-15,0 1-18 0,0 4-35 0,0 2-32 16,0 0-3-16,0 0 3 0,0 0 5 0,-4 28 3 16,-1-2 4-16,1 5 5 0,-4 15 4 0,-2 2 3 0,4 6 4 0,-2 2 1 15,-1 29 8-15,4-27 1 0,-2-1 1 0,0 25 3 16,5-25-3-16,2-2 6 0,3-1-5 0,-1 1 4 31,-2-4 0-31,1 3 2 0,-1 2-2 0,-1 0 1 0,-1 1 3 16,2-2 3-16,0-1-1 0,2-4 1 0,-2-1 1 15,-2-1 1-15,1-2 1 0,-1-11-3 0,-5 0 1 16,1-1-4-16,-4-1 4 0,1-6 1 0,0-2-3 16,-2-3 2-16,2-5 2 0,0-2 3 0,-2-4 5 15,-1 1 5-15,1-3 6 0,-3-3 7 0,-4 0 1 16,-1-3-2-16,-4-3-4 0,0-2-1 0,-3-5 0 16,-4 0 3-16,0-3 13 0,3-5 7 0,1 1 18 15,0-6 11-15,4-2 10 0,3-4 17 0,-4-16-23 16,4-1-6-16,6-6-11 0,3-6-14 0,8-5 4 0,8-25-15 15,5-1-7-15,16 0-5 0,2 3-10 0,10-3-1 0,2 5 7 16,3 5 6-16,3 5 8 0,-11 21 14 0,4 6 2 16,2 1-2-16,2 1-10 0,-2 6 2 0,-4 2 6 15,-7 9-1-15,0 5-3 0,-8 2-1 0,-3 4 2 16,-4 4-2-16,-6 3-12 0,1 1-3 16,-4-1-4-16,-2 3-12 15,1 0-2-15,-2 3-44 0,0-2-27 0,0 1-62 16,-4 2-41-16,0 0-10 0,5 5 9 0,-7 1-16 15,0 5-19-15,-3 1-43 0,-3 3-57 0,-6 9-281 16,0-2-621-16,3-8 274 0</inkml:trace>
  <inkml:trace contextRef="#ctx0" brushRef="#br0" timeOffset="785.58">3013 4463 184 0,'-3'-7'283'0,"2"0"-17"0,-3 1-11 16,4 2-17-16,-3-3-23 0,2 4-24 0,1 3-20 0,0-5-22 16,0 5-21-16,0 0-26 0,0 0-14 0,0 0-8 15,-1 13 2-15,2 3-21 0,-5 9 0 0,4 13-13 16,-4 11-2-16,-3 2-3 0,3 4-4 0,-4 5-3 15,1 20-6-15,-1-26-3 0,2-1 0 0,0 0-2 0,0-7-3 16,5-10-1-16,-2-1 0 0,3 1-4 16,0-5 0-16,0-2-3 0,3-2 3 0,-3-1-3 0,0-6-2 0,1-3 1 15,-1-5-1-15,0-3 1 0,0-1 4 0,-1-2 1 16,1 2 18-16,0-5 14 0,0 1 15 0,0-4 17 31,0 5 15-31,1-2 12 0,-1-3 6 0,0 0 9 0,-3 3-2 0,3-3-18 16,0 0-57-16,-1-11-33 0,1-1-40 0,-4-5-36 15,3-2-30-15,0-5-32 0,2-4-29 0,0-2-28 16,1-2-19-16,3-5-14 0,0-13-14 16,0 4-14-16,0-5-183 0,-1-2-459 0,-4 3 203 15</inkml:trace>
  <inkml:trace contextRef="#ctx0" brushRef="#br0" timeOffset="1070.29">2964 4702 796 0,'0'-47'20'16,"0"11"20"-16,-5 2 27 0,3 2 22 0,0 3 20 16,-3 5 23-16,2 4 19 0,1 1 7 0,-2 1 13 15,0 3 10-15,0 4-3 0,2 1 9 0,-1 3-6 16,2 0-16-16,0 2-10 0,0-2-25 0,-2 4-13 0,3-1-19 15,0 4-8-15,0-6-28 0,0 6-13 0,0 0-6 16,9 0-8-16,0 3-7 0,1 2-7 0,7 4-5 16,2 0-1-16,8 3-4 0,-3 5 0 0,3-1-7 15,2 4 1-15,-3 3-1 0,-1 0-3 0,-3 2-4 16,-3 0 0-16,-2-2-3 0,-6-8 0 0,-2 3 1 16,-2-1-5-1,-6 0 8-15,-1 1-6 0,-4-1 5 0,-4-1 8 0,-5-1 5 16,-7 1 12-16,-3 0-8 0,-2-2 7 0,0-1 2 15,-2-3 0-15,-2 1-3 0,5-1-1 0,2-2 1 16,4 0-4-16,-1-4-2 0,3 3-8 0,3-2 4 16,2-2-3-16,0-1 4 0,3-1-5 0,2 2-24 15,1 0-18-15,-2-1-27 0,4-1-36 0,3-1-6 16,-6 5-3-16,6-5-11 0,0 0-17 0,7 4-42 0,-7-4-54 16,14-2-207-16,-4-1-473 0,0-1 210 0</inkml:trace>
  <inkml:trace contextRef="#ctx0" brushRef="#br0" timeOffset="1355.08">3266 5155 7 0,'-4'3'423'16,"4"-1"-32"-16,0-2-27 0,0 7-40 0,0-7-31 16,-4 1-30-16,4-1-20 0,0 0-29 0,0 0-20 15,0 0-27-15,0 0-46 0,0 0-34 0,0 0-59 16,0 0-56-16,0 0-60 0,0 0-57 0,0 0-64 0,17-1-233 0,-14-4-479 15,0 1 213-15</inkml:trace>
  <inkml:trace contextRef="#ctx0" brushRef="#br0" timeOffset="1714.09">3635 4599 235 0,'0'-9'367'0,"1"-2"-9"0,-1 4-18 0,0 2-17 0,0 0-26 16,0 0-30-16,0 1-27 0,0 1-29 0,0 3-30 15,0 0-29-15,1-5-37 0,-1 5-23 0,0 0-13 16,0 0-7-16,7 19-7 0,-7-3-12 0,1 3-12 15,3 10 1-15,0 0-5 0,-4 5 1 0,0 2-7 0,0 0-1 16,0 10 0-16,-3-13-7 0,2 2-3 16,-2-4-28-16,1-2-12 15,-1-2-7-15,3 0-9 0,-1-11-11 0,-3 2-7 16,3-4-10-16,-3-2-10 0,0-2-16 0,3-2-14 0,-1-2-6 16,0-1 8-16,1 1 0 0,-3-4-34 0,4-2-59 15,-6-1-234-15,6 1-464 0,-16-9 206 0</inkml:trace>
  <inkml:trace contextRef="#ctx0" brushRef="#br0" timeOffset="1887.83">3503 4633 1892 0,'-1'-17'198'0,"0"-3"-12"0,-3 6-11 16,4 2 36-16,0 2-32 0,0 0-11 0,-1 2-15 16,1 0-23-16,0 2-20 0,0-1-6 0,0 3-18 15,1-2-10-15,2 1-11 0,5 0-11 0,4 1-4 16,7-1-6-16,2 5-22 0,11-3-30 0,0 6-33 0,3 6-31 15,1-3-39-15,-4 8-33 0,-3-1-44 0,-1 3-41 16,-4 6-39-16,-8 2-206 0,-3 1-513 0,-6 5 227 16</inkml:trace>
  <inkml:trace contextRef="#ctx0" brushRef="#br0" timeOffset="2040.97">3552 5208 81 0,'-5'6'309'0,"1"0"-9"0,1-2-14 15,-2 0-12-15,4 0-15 0,0-1-16 0,1-3-23 16,0 0-20-16,5 3-24 0,2-3-16 0,8-1-13 16,5 0-15-16,11-4-25 0,4-1-43 0,3 1-46 15,-2-2-61-15,2-2-68 0,16-4-93 0,-19 1-233 16,15-2-472-16,-12 3 209 0</inkml:trace>
  <inkml:trace contextRef="#ctx0" brushRef="#br0" timeOffset="2726.97">4394 4079 148 0,'0'0'234'0,"0"0"-7"0,0 0-3 16,0 0-5-16,0 0-15 15,0 0-15-15,0 0-11 0,0 0-16 0,0 0-21 16,0 0-17-16,0 0-5 0,0 0-13 0,24-3-8 16,-7 0-14-16,12-2-5 0,2 3-10 0,2-2-9 15,3 1-12-15,0-2-24 0,-3 2-28 0,-1 1-38 0,1-1-39 0,-6 2-62 16,-8-5-60-16,-1 4-175 0,-1-2-409 0,-6 1 181 15</inkml:trace>
  <inkml:trace contextRef="#ctx0" brushRef="#br0" timeOffset="2974.88">4584 4303 233 0,'-4'3'250'16,"2"-1"-15"-16,-2-1-12 0,4-1-12 0,0 0-10 16,-6 2-16-16,6-2-14 0,0 0-16 0,6 5-17 15,7-3-1-15,6-2-20 0,12-1-13 0,8 1-33 0,19-1-54 0,4-6-62 16,2 1-86-16,-5-1-248 0,-1 0-410 0,-9-4 181 15</inkml:trace>
  <inkml:trace contextRef="#ctx0" brushRef="#br0" timeOffset="7066.53">5926 4241 121 0,'0'0'183'0,"-2"2"-17"0,2-2-21 0,0 0-16 16,-4 2-23-16,4-2-1 0,0 0-10 0,0 0-8 16,0 0-13-16,0 0-8 0,0 0-3 0,0 0 0 15,0 0-3-15,9 5 0 0,-2-5 5 0,3-4-5 16,3 3-4-16,1-2 4 0,4-1-9 0,4-3 0 15,6-3-3-15,0 1 5 0,-1-3 4 0,1-3 8 0,0-2-6 16,0 0 6-16,-2-2-2 0,2 0 3 0,-4-1 4 0,3-2-9 16,-4-2-1-16,0-1 0 0,-5 2-4 0,1-3-2 15,-3 5-1-15,-2-4-2 0,-5-1-1 0,0 5 0 16,-7 3-1-16,-1-1-1 0,2 3 2 16,-7 1-2-16,-1 3 0 15,1 4-14-15,-5-2-11 0,-4 3-4 0,-3 0-1 0,-6 7-4 0,-7 3 5 0,-6 8-11 0,2 5-3 16,-13 8 1-16,1 5-3 0,5 3-1 0,1 2-2 15,3 2 1-15,4 1 0 0,8 6-2 0,3 0 1 16,10-12 1-16,3 3 1 0,7-1-1 0,4 0 3 16,7-5-2-16,9 0 2 0,7-3-2 0,13 3 1 15,11-10-3-15,4-3-21 0,6-9-46 0,1-5-63 16,4-5-80-16,2-2-273 16,-2-7-522-16,24-12 232 0</inkml:trace>
  <inkml:trace contextRef="#ctx0" brushRef="#br0" timeOffset="7783.09">6562 3520 18 0,'4'-3'189'0,"0"2"-21"0,-4 1-18 0,12-3-12 0,-5 3-12 0,4 1-9 0,-1 2-6 16,0 1-13-16,0 2-6 0,4 1-7 0,-5 0-10 15,0 2-3-15,5 4-7 0,-5 1-4 0,0 1-2 16,-4 2-6-16,0 2-8 0,-2 1-6 0,-3 3-7 16,-4-2 1-16,0 3 2 0,-5 2-2 0,5-8-7 15,-2-1-4-15,-2-1 9 0,-2-2-3 0,5 1 7 16,-1-6 4-16,0 0 3 16,3 0 5-16,1-4 4 0,0 3 19 0,-1-7 15 15,0 4 20-15,0-2 30 0,2 1 32 0,1-4 31 16,0 0 15-16,0 0-4 0,0 0-22 0,0 0-18 15,7-17-17-15,0 4-11 0,2-4-22 16,7-5-11-16,-2-1-16 0,4-1-8 0,0-2-10 0,1 2-6 16,-2-1-10-16,1 1-2 0,-2 3-9 0,-4 6-4 15,-4 1 18-15,-2 4 7 0,1 2 1 0,-3 1-3 0,0 2-5 16,0 0-6-16,0 2-13 0,-3-2-25 0,2 1-36 0,-2 4-33 31,-1 0-29-31,0 0 5 0,0 0 14 0,-1 14-3 0,0-4 2 0,-3 7 11 16,0 0 13-16,3 3 0 0,1 9 6 0,3 0 9 15,4-1-11-15,7 1-1 0,5-2-17 0,18 6-14 16,5-6-49-16,9-10-74 0,7-7-114 16,3-2-334-16,-1-8-692 0,-1-10 307 0</inkml:trace>
  <inkml:trace contextRef="#ctx0" brushRef="#br0" timeOffset="10820.08">7654 3127 102 0,'0'0'141'0,"-2"-4"-3"16,2 4-4-16,0 0-9 0,0-5-5 0,0 5-4 16,-1-4-7-16,1 4-5 0,0 0-10 0,0-4 0 15,0 4-11-15,0 0-2 16,0 0-5-16,0-5-1 0,0 5-4 0,0 0-10 16,-1-5-2-16,1 5-8 0,-1-4 3 15,1 4-8-15,0 0 1 0,-3-4-4 0,3 4-3 0,-1-4 0 0,1 4-3 0,0 0-4 16,0 0-4-16,-3-4-1 0,3 4-2 0,0 0-3 15,-1-5-3-15,1 5 2 0,0 0-4 0,0 0 1 16,0 0-8-16,0 0 2 0,-4-3-1 16,4 3-1-16,0 0-3 0,0 0 1 0,0 0-8 15,0 0 1-15,0 0-6 0,0 0-5 0,0 0-10 16,0 0-7-16,0 0-8 0,0 0 0 0,0 0 6 16,0 11 0-16,0-4 5 0,0 7-1 0,0 3 1 15,-1 9 7-15,-2 4 0 0,1 2 4 0,-2 15-4 16,0 2 6-16,-2 3 0 0,-1 4 1 0,-3 2 4 15,0 23 2-15,-2-23 2 0,-7 31 9 0,5-4-6 0,-6-7 1 0,6-18 1 16,-6 22 4-16,3-27-2 0,4 0-1 0,0-3 5 16,-1-4-1-16,5-11-1 0,-1-3 0 0,0-2 3 15,2-2-4-15,-5 0 0 0,7-5-3 0,-2 1 4 16,3-9-2-16,-3-5 0 0,6-2-1 0,-1 2 0 31,-2-3-1-31,5-2 4 0,-1-2 10 0,-2-2 12 0,-1 2 25 16,4-5 16-16,-4 6 17 0,4-6-11 0,0 0-11 0,0 0-15 15,0 0-7-15,-6-19-6 0,10 8-4 16,-3 1-6-16,3-1-9 0,0 2-1 0,1 0-4 16,0-1 0-16,0 1-8 0,4 3-4 0,-1-1-5 15,1 3-8-15,-4 2-6 0,5 2-9 0,0 2 10 16,2 2-1-16,2 4 2 0,-1 6 3 0,2 6 0 16,-1 8 0-16,-1 3 2 0,1 15-2 0,-5 1 4 0,-2 8 0 0,-1 1 4 15,-3 4-1-15,-3 25 3 0,-1-24 1 0,-10 21 1 16,3-22-2-16,2 23 4 0,-15-1 7 0,7-26-1 15,5 2 4-15,-6 2-6 0,-7 20-2 0,11-28 4 16,-5-1 1-16,4 0-4 0,0-6 5 0,2-12-5 16,2-1 0-16,-1-3 1 0,0 2 0 0,0-3 2 15,6-10-2-15,0 1 8 16,-1-1 6-16,1-1 8 0,3-4 8 0,3-1 9 16,2-1 8-16,3 0 9 0,7-5-6 0,13 5-4 15,7-7-2-15,16 0-4 0,4-8-9 0,4 1-2 0,1-4 0 16,0 0-6-16,0 1-2 0,-8-3-5 0,-19 6-4 15,-2 3 4-15,-13-3-8 0,-5 3 1 0,1-1 3 16,-4 1-12-16,-2-1 0 0,-2-1 0 0,-6 2-1 16,12-1-1-16,-12 1-1 0,9 0 1 0,-9 0-3 15,6-4-3-15,-6 4-7 0,0 0-2 0,0 0-10 16,0 0-15-16,0 0-37 0,0 0-49 0,0 0-70 16,0 0-100-16,0 0-178 0,-22-9-509 0,15 1 225 15</inkml:trace>
  <inkml:trace contextRef="#ctx0" brushRef="#br0" timeOffset="13701.45">8239 4585 28 0,'0'0'126'0,"0"0"-3"0,0 0 5 0,0 0-5 16,0 0 2-16,0 0 7 0,0 0 4 0,0 0 5 16,0 0 4-16,0 0 7 0,0 0-20 0,5-13-13 15,0 5-14-15,4-1-7 0,1-8-11 0,3 2-5 16,3-7-7-16,0-1-6 0,2-3-5 0,2-3-2 15,-1-1-21-15,10-14-5 16,-3-2 0-16,-1-1-5 0,2-2-8 0,-3 5-6 16,-2-8 0-16,-4 4 3 0,-1-2-2 0,-4 4 0 15,2 0-1-15,-5 3 2 0,-5 6 1 0,-3 2 3 16,3 3 5-16,-4 4 6 0,-1 0 5 16,0 9-3-16,-1 2 10 0,-2 1 2 0,3 5-5 15,-3 1-3-15,2 3-4 0,-1 0-9 0,1 1-10 0,-3 2-14 0,0 1-12 16,-1 3-3-16,5 0-2 0,-20 12 9 0,7 1-10 15,-9 10 2-15,-6 15-1 0,4 10 5 0,-4 5 1 16,-8 24 5-16,5 1-1 0,12-22 3 0,1 2-2 16,3 0 2-16,3-6 4 0,5-1 0 0,3-4 0 15,1 1 0-15,7-16 2 0,4 3 4 0,1-2 5 16,5-2-6-16,3-3 4 0,4-1-1 0,6-7 6 16,1-3-4-16,3-3 2 15,2-4-1-15,2-3 0 0,0-4 1 0,3-1-2 16,1-7-2-16,1-2 1 0,-2-2-7 0,0-1-2 15,-5-2-9-15,-2-6 2 0,-3 1-2 0,-2-2 0 16,-3 2-3-16,-4 0 2 0,-6 5-2 0,-2-4-3 16,-2 0 6-16,-2 2-4 0,-1-2 4 0,-1-1 2 15,-2 4 2-15,-3 1 7 0,0 0 1 0,-2 0 8 16,2 2 0-16,-3 1-1 0,0-1 0 0,2 0 2 0,-2 4 6 16,1 0 1-16,0 1-4 0,1-1 6 15,0 3-6-15,0 0 2 0,-1-2-3 0,2 5 1 16,-2-4-4-16,0 1 1 0,2 3-1 0,-1-4-3 15,1 4 6-15,0 0-10 0,0 0 5 0,-1-6-5 16,1 6 0-16,0 0-3 0,0 0 7 0,0 0-6 16,0 0-4-16,0 0 3 0,0 0-4 0,0 0 0 0,-3-2-5 0,3 2 1 0,0 0-2 15,0 0 1-15,0 0-4 0,0 0 2 0,0 0-5 16,0 0 1-16,0 0 2 0,0 0-2 0,0 0 0 16,2 17 4-16,-5-8 2 0,2 0-4 0,-2 3 4 15,2 0-1-15,-2 4 0 0,0 1 2 0,0 2 3 16,-1 0-3-16,-1 6 0 0,1 0 2 0,2-7 1 15,-2-1-3-15,0 3 5 16,2-1-2-16,-1 0 5 0,-1-1-2 16,3-2-2-16,-2-4 3 0,3-2-3 0,0-1 2 15,-1-3 0-15,1-2 2 0,-1 1 4 0,1 0 21 16,0-5 10-16,-3 6 20 0,3-6 23 0,0 0 22 16,0 0 27-16,0 6 18 0,0-6 25 0,0 0 10 0,0 0 12 15,0 0 1-15,0 0-20 0,0 0-24 0,3-19-16 0,-1 7-13 16,5-5-14-16,-1 2-11 0,3-1-12 0,-4 0-8 15,3 0-7-15,-3 6-7 0,0 1-6 0,0 0-8 16,-2 1-5-16,0 4-5 0,-1-1-6 0,2-1-9 16,-3 2 1-16,1 1-7 0,0 0-4 0,-2 3-8 15,2-4-10-15,-2 4-30 0,0 0-18 0,0 0-17 16,0 0 1-16,0 0 6 0,10 9 6 0,-7-6 6 16,-1 6-5-16,1 0 14 15,1 2 1-15,0 6 2 0,-2 0-1 16,0 0 5-16,0 1 4 0,1 0-2 0,-1-1 5 15,1-2 2-15,-2 1 5 0,0-4 0 0,1 0 1 0,0-2 0 16,-1 0 6-16,-1-3 3 0,0-3 0 16,0 0 6-16,0 0 5 0,0 3 4 0,0-7 3 0,0 2 35 0,0-2 13 0,0 0 15 15,0 0 2 1,0 0-20-16,17-11-48 0,4-4-58 0,9-3-76 0,14-14-94 0,4-4-90 16,3 1-111-16,17-19-310 0,-23 19-793 0,2 1 350 0</inkml:trace>
  <inkml:trace contextRef="#ctx0" brushRef="#br0" timeOffset="14811.94">9930 3661 22 0,'2'-4'221'16,"-2"2"-7"-16,0 2-27 0,0 0-18 0,4-5-26 0,-4 5-25 15,0 0-8-15,0 0-17 0,-12 27-10 0,2-4-7 16,-9 26-4-16,-3 7-8 0,-10 21-5 0,-1 2-3 16,9-23-4-16,-3 23-5 0,10-21-5 0,-3 23 22 15,7-27 1-15,8 2 16 0,0-1-1 16,10-2 3-16,1 0-1 0,3-6-3 0,9-4-3 0,-5-11-3 0,6-5-2 16,1-2-3-16,-1-3 2 0,1-3-2 0,-7-6-5 15,3-2-3-15,-1-2 2 0,-6-2-1 0,1 0 1 16,-1-2 9-16,-6-3 2 0,5 1 9 0,-3-1 4 15,-1 0 5-15,-1 0-1 0,-3-2 3 0,0 0 0 16,9 3-9-16,-9-3-7 0,2 3-4 0,-2-3-6 16,0 0-13-16,5 0-14 15,-5 0-29-15,0 0-13 0,0 0-27 0,0 0-98 16,0 0-56-16,-1-12-54 0,1 7-40 0,0-2-51 16,-3-1-172-16,3-1-542 0,3-1 241 0</inkml:trace>
  <inkml:trace contextRef="#ctx0" brushRef="#br0" timeOffset="15165.75">10246 4106 259 0,'-3'-12'308'0,"4"1"-12"0,-2 1-10 0,2 1-20 16,1 2-24-16,-2 1-23 0,0 1-26 0,0 1-21 16,2 0-33-16,-2 4-24 0,0 0-12 0,0 0-7 15,1 18-14-15,-2-3-9 0,-3 13-5 0,3 2-3 16,-2 0-10-16,2 3-9 0,0 2-4 0,-2-2-2 16,2 0-6-16,-1-1 0 15,2-1-3-15,0 1-3 0,2-3-1 0,-1-4-2 16,-1-1 1-16,3-5-6 0,-2-3-18 0,0 1-4 15,-1-6-12-15,0-4-15 0,0 0-10 16,1 0-10-16,-1-2-3 0,0 0-5 0,2-3-10 16,-2-2-13-16,0 6-4 0,0-6-25 0,0 0-64 15,0 0-54-15,0 0-175 0,0 0-435 0,-5-18 192 0</inkml:trace>
  <inkml:trace contextRef="#ctx0" brushRef="#br0" timeOffset="15782.88">10645 4341 75 0,'0'0'195'0,"0"0"1"0,-4 1-4 0,4-1-3 0,0 0-1 0,0 0-7 15,0 0-7-15,0 0-16 0,0 0-9 0,0 0-16 16,-3 3-12-16,3-3-9 0,0 0-7 0,0 0-7 16,0 0-8-16,0 0-8 0,0 0-2 0,0 0-5 15,0 0-7-15,0 0-1 0,0 0-2 0,0 0-7 16,0 0 0-16,0 0-5 0,0 0-1 0,0 0-6 16,0 0-6-16,0 0 0 15,0 0-3-15,0 0-1 0,0 0-3 0,0 0-5 16,0 0 1-16,0 0-6 0,0 0 4 15,0 0-4-15,0 0-3 0,0 0-1 0,0 0-2 16,0 0 0-16,0 0 0 0,0 0 0 0,0 0-1 16,0 0-4-16,0 0-3 0,0 0 2 0,0 0-2 0,0 0-2 15,0 0 1-15,0 0-2 0,0 0 3 0,0 0-2 16,0 0-2-16,16 0 6 0,-7 0-8 0,5-4 0 0,5-2-3 16,2 4 3-16,8-1-4 0,-1-2 4 0,-1 0-4 15,1 1 4-15,4-1 0 0,-4 0-3 0,-7 0 0 16,-1 3-8-16,0-1-15 0,-3-1-12 0,-5 2-14 15,-1 2-7-15,-4-1-12 0,-1 0-23 0,0-2-18 16,-2 2-30-16,-4 1-39 0,0-4-19 0,0 4-22 16,-10-3-188-16,-2 1-440 15,2 0 195-15</inkml:trace>
  <inkml:trace contextRef="#ctx0" brushRef="#br0" timeOffset="16083.51">10737 4207 132 0,'0'-6'222'0,"0"0"0"15,0 0-4-15,0 6-5 0,-1-6-1 0,2 3-4 16,-1 3-6-16,-1-5-8 0,1 5-15 0,5-4-4 16,-5 4-24-16,1-3-16 15,-1 3-13-15,0 0-16 0,0 0-7 0,0 0-11 16,0 0-12-16,0 0-7 0,0 0-5 0,0 0-18 15,0 0-12-15,0 0-6 0,0 0-9 0,0 0 8 16,-5 19-16-16,4-6-2 0,1 4 7 0,0 8-5 16,-4 0-2-16,2 1-1 0,0 4 0 15,4-1 0-15,-2 4 2 0,3-4-2 0,2 6 2 0,0-2 2 16,1-3 2-16,-1-1-32 0,0-3-25 0,1-9-31 16,-3 1-41-16,3-4-62 0,-2-2-65 0,1-2-209 15,-1-6-490-15,2-1 217 0</inkml:trace>
  <inkml:trace contextRef="#ctx0" brushRef="#br0" timeOffset="16546.66">11283 4405 164 0,'0'0'241'0,"-4"1"-5"16,4-1-7-16,0 0 0 0,0 0-11 0,0 0-15 15,0 0-12-15,0 0-13 0,0 0-19 0,0 0-17 16,14-6-15-16,-5 0-17 0,9 0-11 0,-1-1-8 15,0-3-11-15,4 2-7 0,-5-4-9 0,11 0-4 16,-4-2-6-16,-4 2-2 0,2-2-3 0,3-3-3 0,-6 3 1 16,-5-1-2-16,2 0 1 0,-5-2-2 0,2 3 15 15,-3 2-5-15,-4 0 13 0,0 1-4 0,-1 2-4 0,-4 2-12 16,0 0-2-16,-4 1-8 0,0 2-9 0,-7-1-3 16,-2 5-5-1,-9 5-7-15,-3 2 2 0,-5 4-4 0,3 3-2 16,0-2-1-16,3 6-5 0,1 2 1 0,3-3-2 15,1 5-2-15,2-3 5 0,8-2-16 0,4 0 2 16,1 3 4-16,7-2-7 0,0-1 5 0,8 0 1 16,9 1-5-16,6-4-13 0,4-4-34 0,4-3-50 15,1-1-63-15,23-6-77 0,-20 0-283 0,13-10-574 16,-11 4 255-16</inkml:trace>
  <inkml:trace contextRef="#ctx0" brushRef="#br0" timeOffset="17001.02">11536 3817 34 0,'0'0'216'0,"0"0"-4"16,-9 0-10-16,9 0-7 0,0 0-13 0,-9 0-9 15,9 0-9-15,0 0-2 0,0 0-3 0,0 0-4 16,-4 3-16-16,4-3-10 0,0 0-13 0,0 0-6 0,0 0-12 16,0 0-5-16,20-4-3 0,-2 0-14 0,2 2-5 0,9 1-10 15,2-3-4-15,2-1-1 0,-1 4-8 0,-3-3-5 16,1-2-9-16,-1 2 2 0,-9 0-3 16,1-1-4-1,-5 2-2-15,-3-2-3 0,-4 5 0 0,-2-2-5 0,-1 0-3 16,0 0-9-16,2 0-17 0,-8 2-15 0,2-4-24 15,-2 4-19-15,0 0-27 0,0 0-23 0,-13-1-19 16,13 1-25-16,-15 1-32 0,5 2-34 0,3-2-140 16,0-1-397-16,-1 0 175 0</inkml:trace>
  <inkml:trace contextRef="#ctx0" brushRef="#br0" timeOffset="17471.04">11964 3657 92 0,'5'-1'238'15,"2"0"-22"-15,0-1-15 0,-1 1-23 0,2 1-14 16,3 1-23-16,-3 2-11 0,1 1-12 0,0 0-7 0,1 2-8 0,-1 2-11 31,0 1-7-31,0 0-8 0,0 4-7 0,-4 3-4 0,0 1-5 0,-2 0-4 16,-3-1-6-16,-4 1 0 0,0 1-8 0,0 0-2 15,-1 0-3-15,-4-1-4 0,0 0-2 0,2-1-4 16,0-2-1-16,1-3-4 0,0-4 0 0,2 0 1 16,1-3-4-16,-1 0 0 0,3-2 0 0,-2 3 27 15,2-2 32-15,1-3 31 0,-2 4 27 0,2-4 30 16,0 0 12-16,0 0-19 0,0 0-16 0,10-13-16 16,-2 4-1-16,3-1-31 0,3-3 0 0,0 0-15 15,-1-3-2-15,6-5-10 0,-1-3-14 0,4 0 1 16,-6 2-5-16,1 3-4 0,-4 5-2 0,-3 0 7 15,-4 3 6-15,1 4 7 0,-3 1-5 0,1 1 0 16,-3 2-14-16,1 0-10 0,-1-1-22 0,-2 4-30 0,3-3-37 16,-3 3-18-16,0 0-1 0,0 0 6 0,-5 13 8 15,0-2 7-15,-3 8 1 0,-1 6 6 0,1 0 6 16,2 2 7-16,1 0 19 0,5 3-19 0,6-4-2 16,4 2-7-1,5-3-14-15,6-2-25 0,5-1-45 0,3-4-59 0,4-2-95 16,2-5-329-16,2-6-655 0,1-3 290 0</inkml:trace>
  <inkml:trace contextRef="#ctx0" brushRef="#br0" timeOffset="18050.09">12429 3387 55 0,'10'8'146'0,"0"6"-9"0,8 4-12 0,0 10-14 16,3 1-7-16,5 17 1 0,1 4-11 0,-5 5 0 15,9 27 7-15,-3-1 1 16,-8-1-9-16,-1 2 3 0,-7-26-9 0,2 24 6 15,-6-25-7-15,-6 5-6 0,-2-4-6 0,-6 5-1 0,-4-8-9 0,-2 3-1 16,-4-1-5-16,-1-1-2 0,-10-5 0 0,0-6 1 0,-2-1 14 16,2-15 5-16,-5 9 13 0,4-11 4 0,2-2 8 0,1-3-2 15,-1 0 11-15,1-4 6 0,7-6-1 16,1 0-9-16,2 0-10 0,3-5-5 0,7-2-4 16,-4 1-6-1,4-1-10-15,0 1-3 0,1-1-6 0,4-3-4 0,-8 3 1 16,2-1 18-16,6-2 10 0,0 0 1 0,-2 4-5 15,2-4 2-15,0 0-6 0,0 0-14 0,0 0-12 16,0 0-14-16,0 0-16 0,-5 3-25 0,5-3-24 16,0 0-31-16,0 0-52 0,0 0-55 0,0 0-60 15,13-15-64-15,-5 8-324 0,-1-2-662 0,-1-3 293 16</inkml:trace>
  <inkml:trace contextRef="#ctx0" brushRef="#br0" timeOffset="19674.84">12923 4270 90 0,'0'0'209'0,"0"0"-10"0,-8 0-13 0,8 0-12 16,0 0-15-16,0 0-14 0,0 0-12 0,0 0-18 15,0 0-13-15,-5 1-11 0,5-1-7 0,0 0-10 0,0 0-5 0,0 0-8 16,0 0-5-16,0 0-3 0,0 0-9 0,0 0-3 15,0 0-5-15,0 0-4 0,-4 2-3 0,4-2-3 16,0 0-2-16,0 0-6 0,0 0 0 0,0 0-3 16,0 0 3-16,0 0-4 0,0 0-5 0,0 0 5 15,0 0-5-15,0 0 4 0,0 0-1 0,0 0 3 16,0 0 1-16,0 0 0 0,0 0 1 0,0 0-1 16,0 0 1-16,0 0-2 0,0 0 1 15,0 0-2-15,0 0 8 0,0 0-4 0,0 0 7 0,0 0 3 0,0 0 3 0,0 0 1 16,0 0 8-16,0 0-3 0,0 0 1 15,0 0 1-15,0 0-2 0,0 0-5 0,0 0 0 16,0 0-4-16,28-6-4 0,2 2-2 0,10 1 9 16,15-2-27-16,9-5-40 0,-1 6-39 0,3-3-53 15,26-4-78 1,-33 1-226-16,2-2-467 0,-7 3 206 0</inkml:trace>
  <inkml:trace contextRef="#ctx0" brushRef="#br0" timeOffset="20307.39">13987 4156 196 0,'0'0'199'0,"0"0"-5"0,0 0 1 0,0 0-14 15,-9 0-17-15,9 0-14 0,0 0-14 0,0 0-13 0,0 0-11 0,29-7-10 16,-10 3-10-16,9-3-15 0,3-2-4 0,1 1-9 15,1-3-7-15,0 0-6 0,3-3-4 0,1 0-5 16,8-6-5-16,-10 3-3 0,-5-1 5 0,1-3 11 16,-3 0-6-16,-1-1 1 0,-2-3 3 0,-3 3 8 15,-4-3 6-15,-8 8 7 0,-1-1 11 0,-1 0 18 16,-3 1-16-16,-5 6-4 16,-4-3-12-16,0 4-9 0,-5 2-12 0,-1 0-4 15,-8 3-11-15,-10 1 0 0,1 9-3 0,-9 3-5 0,2 6-3 16,-16 8-3-16,8 3-3 0,1 4-2 0,10-4-2 15,5-2-2-15,1 4-1 0,5 4 1 0,-2-1 1 16,9 1-5-16,3 0 0 0,5 1 2 0,8-3-4 16,4-1 3-16,10-5 0 0,6 2-7 0,10-4 0 15,17-4-26-15,6-2-46 0,-1-4-69 0,10-8-77 16,0-2-285-16,-1-7-549 0,-1-2 243 0</inkml:trace>
  <inkml:trace contextRef="#ctx0" brushRef="#br0" timeOffset="20746.5">14632 3520 157 0,'0'0'166'0,"0"0"-12"0,-7 1-6 16,7-1-1-16,-2 3 1 16,2-3 9-16,0 0-7 0,0 0-8 0,0 0-9 0,0 0-10 15,0 0-4-15,0 0-13 0,23 3-5 0,-1-3-14 0,11 0-6 16,3-3-11-16,2 0-21 0,12 2-25 0,-11 1-33 15,1-3-40-15,1 0-62 0,0 0-76 0,-7-3-131 16,0 1-344-16,-4 0 152 0</inkml:trace>
  <inkml:trace contextRef="#ctx0" brushRef="#br0" timeOffset="21340.45">15210 3331 17 0,'5'-3'204'0,"2"1"-16"0,2 1-16 0,-2-1-16 16,3 2-18-16,3 2-15 0,-2-2-8 15,2 3-13-15,-2 1-10 0,0 2-12 0,1 1-7 16,1 0-10-16,-4 3-5 0,1 3-9 0,-2 3 1 16,-3-2-7-16,-1 3 0 0,-4 0-5 0,0 3 5 15,-4-1 3-15,-1 1-9 16,-4 3 2-16,-2 2-1 0,2-8-4 0,0 3 1 15,-3-6-6-15,3 3 0 0,2-6-2 0,0-2 1 16,1 1-3-16,-1-2 6 0,4-1 7 0,0-2 16 16,-1-2 14-16,2 1 27 0,-1 2 41 0,3-6 36 15,-7 2 30-15,7-2 23 0,0 0 13 0,-4 1 0 16,4-1-24-16,0 0-23 0,11-14-18 0,-3 4-17 16,-1 0-18-16,6-3-14 0,1-2-14 0,-3 2-11 0,8-8-6 0,-2 0-14 15,4 1-5-15,-6-3-10 0,2 3 0 0,-4 3-3 0,-2 2 2 0,-3 6 8 16,-1-1-2-16,-1 0-3 0,-1 4-7 0,-1 0-6 15,-1 2-8-15,0 1-19 0,0 0-23 16,-1-1-26-16,-2 4-31 0,5 0-44 0,-5 0-7 16,0 0 13-16,0 0 3 0,-6 17 11 0,1-5 7 15,1 2 5-15,-1 5 19 0,2 0-2 0,2 4-5 16,3 5-3-16,5-2-1 0,6-1 0 0,5 0-5 16,8-1-24-16,14 4-54 0,7-5-73 0,4-2-104 15,-1-5-346-15,5-7-720 0,-16-8 319 0</inkml:trace>
  <inkml:trace contextRef="#ctx0" brushRef="#br0" timeOffset="22280.09">15905 2646 37 0,'0'0'158'0,"-3"-4"-18"15,3 4-16-15,-1-5-13 0,1 5-15 0,0 0-7 16,0 0-14-16,0 0-13 0,0 0-3 0,0 0-6 15,-5 9-7-15,2-1-6 0,-1 2-4 0,1 8-7 16,-3 2-5-16,4 9 3 16,-2 2-9-16,-2 16-4 0,2 0 3 0,0 11 26 15,1 1 2-15,5 25 14 0,3-27 8 0,4 2 2 16,10 23 5-16,0-28-3 0,4-3 1 0,1-1-6 16,4-1 3-16,3-6-5 0,2-2-1 0,1-2-4 0,-12-15-5 15,4 1-4-15,-2-4-6 0,1-3-3 0,-4-4 0 16,0-3-2-16,-5-5-6 0,2-1-2 0,-5-2 3 15,0-3 0-15,1-1 7 0,-2-6-2 0,-1 1-3 16,-2-2-2-16,-1-2 16 0,-1-6-1 0,0 1 0 0,-5-1 2 16,1 1 2-16,-3 2 2 0,0-2-5 15,-3 3 0-15,1 0-1 0,-5-1-4 0,2 5-5 16,-1-4-6-16,-2 6-5 0,-2-2-11 0,0 1-3 16,-3 3-3-16,-1 1-7 0,-3 3 2 0,-2 3-6 15,0 2-2-15,-2 2 0 16,-2 10-1-16,-1 4-2 0,0 4 3 0,-1 1 0 15,-9 17 2-15,6 8 0 0,-4 3 5 0,-9 21-6 16,18-19 2-16,-6 26 4 0,8-24-1 0,-7 22 1 16,13-23-1-16,5-3-2 0,-1 2 3 0,4 0 1 15,3 2-3-15,1 1 4 0,10 26-1 0,-6-29-2 16,5 3 1-16,2-2 1 0,-3 2-1 0,-1-2-3 16,0 0 8-16,0-2-8 0,-3-1 5 0,-1-4-5 0,-3 2 5 15,-3-2-4-15,-3-2 4 16,-9 4 6-16,-5 0 15 0,-10 0 0 0,-7-4 3 15,-27 17-1-15,-9-12-2 0,-3-5 3 0,-13-2-9 16,-9-5-14-16,-18-8-36 0,-11-4-64 0,-16-8-78 16,-3-7-147-16,-12-5-192 0,0-13-549 0,2-9 243 15</inkml:trace>
  <inkml:trace contextRef="#ctx0" brushRef="#br0" timeOffset="25237.29">17282 4035 64 0,'0'0'169'15,"0"0"1"-15,0 0-2 0,0 0-5 0,0 0-5 16,0 0 1-16,0 0-4 0,0 0-6 0,0 0-10 16,0 0-12-16,0 0-10 15,0 0-11-15,0 0-10 0,0 0-12 0,-5 2-8 16,5-2-8-16,0 0-3 0,0 0-8 0,0 0-5 0,0 0-9 0,0 0 1 0,0 0-4 0,0 0-4 15,0 0-2-15,0 0-3 0,0 0 3 0,0 5-4 16,0-5 3-16,0 0 0 0,0 0-1 0,0 0-2 16,0 0 1-16,0 0 0 0,0 0-4 0,0 0-1 15,0 0-5-15,0 0-2 0,0 0-1 0,0 0-3 16,0 0 2-16,0 0-1 0,0 0-6 0,0 0 3 16,0 0 3-16,0 0 3 15,0 0 6-15,0 0 6 0,0 0-2 0,0 0-4 16,26-5 1-16,0 1-5 0,10-1 1 0,17-6-5 15,3 6 0-15,5-6-5 0,-1 1 1 16,4 1-1-16,-1 0-3 0,-2 0 6 0,-1 4-8 16,-5-5 2-16,-17 5-4 0,-2 3 1 0,-4-2-3 0,-2 0 3 15,-11 3-1-15,-6 1-13 0,-1-5-14 0,-5 5-18 16,-2-2-19-16,0 1-28 0,-5 1-19 0,0 0-13 0,-16-4-9 16,5 1-11-1,-7 3-11-15,-2 0 0 0,-2 0 3 0,1 3-3 0,1-3 0 16,-2 0 12-16,3 0 1 0,-3 0-5 0,2 0-106 15,2-3-267-15,-1 3 118 0</inkml:trace>
  <inkml:trace contextRef="#ctx0" brushRef="#br0" timeOffset="25437.16">17719 3863 9 0,'3'-10'204'0,"-1"0"-11"0,-2-2-1 15,2 1 1-15,0-4-2 0,2 3 3 0,-3 0-2 16,1 2 8-16,0 1 2 0,-2 2-1 0,0 1-17 0,0-1-22 15,0 3-11-15,0-1-23 0,0 2-16 0,0 3-29 16,0 0-14-16,0 0-12 0,-2 15 1 0,0 2-9 0,-7 10-1 16,2 8-9-16,-4 9-3 0,4 6-2 0,0-1 0 15,0 0-3-15,2 3-3 0,3-6-6 0,4-10-24 16,3-1-18-16,0 3-29 0,0-5-41 0,3-3-62 16,4-3-82-16,-3-7-225 15,2-6-496-15,1-7 220 0</inkml:trace>
  <inkml:trace contextRef="#ctx0" brushRef="#br0" timeOffset="25930.77">18722 4047 166 0,'0'0'273'0,"-5"2"-19"0,5-2-23 0,0 0-25 16,0 0-19-16,0 0-23 0,9-10-14 0,0 6-17 15,2 2-14-15,5-3-14 0,4-2-9 0,7-1-10 0,-2 0-9 16,5-1-8-16,2 2-7 0,0-4-5 16,-4 0-8-16,2-1-3 0,-5-1-6 0,-1-1-2 15,-1 0-2-15,-6 1-7 0,-2 1-4 0,-2-2 13 16,1 2-15-16,-7-1-2 0,-1 3 5 0,-3-6-2 16,-3 4 2-16,-2 0-9 0,-3 3-1 0,-8-4-3 15,-1 8-1-15,-5 0-8 0,-8 3 0 0,-5 4-4 0,-2 4 6 16,-2 3-6-16,0 8-3 0,-6 8-1 15,-4 1 0-15,17-4 1 0,-8 11 3 0,7-8 3 16,6 0 6-16,2 3 4 0,7 1 7 0,3 4 8 0,6-2 0 0,11-2 0 16,7 2-2-16,8-6 0 0,8-4-20 0,18 5-46 15,9-10-74-15,8-8-108 0,26-3-233 0,-28-8-492 16,2-4 218-16</inkml:trace>
  <inkml:trace contextRef="#ctx0" brushRef="#br0" timeOffset="28372.62">19143 3335 61 0,'0'0'171'0,"0"0"-9"0,-8-1-2 0,8 1-8 16,0 0 2-16,0 0-13 0,0 0-3 0,0 0-8 16,0 0 0-16,-5 3-3 0,5-3-10 0,0 0-6 15,0 0-9-15,0 0-10 0,0 0-11 0,24-2-7 16,-2 1-6-16,7 0-8 0,6-1-7 0,2-1-30 15,0 1-32-15,0-1-50 0,1 1-46 16,-3-3-58-16,-1 2-166 0,-2-1-356 0,0-1 158 0</inkml:trace>
  <inkml:trace contextRef="#ctx0" brushRef="#br0" timeOffset="28904.72">19715 3152 152 0,'9'0'183'0,"0"-3"-19"0,0 5-10 0,4-2-11 16,-3 0-24-16,4 4-3 0,-2 0-10 0,2 6-7 15,1-1-9-15,-2 5-7 0,-1 1-11 0,-1 0 1 16,-5 5-10-16,-2-2-4 0,0 9-8 0,-7-1-2 16,-1-2-5-16,-2 0-6 0,-6 2 2 0,0-3-4 15,-2-3-2-15,-3 1-5 0,2-1 3 0,1-7 0 16,1-2 5-16,-1 0 5 16,5-3 5-16,0 2 2 0,1-5 3 0,-1 0 3 15,4 0 10-15,0-1 11 0,1-2 31 0,4-1 33 0,0-1 17 16,-5 4 9-16,5-4-13 0,0 0-13 0,0 0-25 15,14-18-7-15,4 7-35 0,0-5 20 0,8-4-14 16,-1 0-18-16,2-2-1 0,0 0-8 0,2-4-7 16,-1 1-6-16,8-8 3 0,-12 9-8 0,-3 3-25 15,-1-1 32-15,-3 0-6 0,-6 11 14 0,-3 0 5 16,-1 2 2-16,-3 4 10 0,2 0-11 0,-3 1-7 16,0 1-13-16,0 1-36 0,-3 2-2 0,0 0 5 15,-11 9-4-15,0 0-2 0,-5 4-3 0,-3 8 3 16,0 1-1-16,3 0 0 0,-1 4-1 0,4 1-28 15,3 1 8-15,6 0-2 0,4-1-2 0,9 2 7 16,8-3-7-16,8 0-13 0,21 4-47 0,4-5-67 0,10-3-75 0,5-4-109 16,-1-10-248-16,28 2-636 0,-32-9 282 0</inkml:trace>
  <inkml:trace contextRef="#ctx0" brushRef="#br0" timeOffset="30006.23">20989 2873 71 0,'0'0'157'0,"0"-4"-11"0,0 4-4 0,-1-4 1 0,1 4-6 16,0 0-6-16,-3-5-7 0,3 5 18 0,0 0-8 15,-1-4-11-15,1 4-14 0,0 0-13 0,0 0-14 0,0 0-11 16,0 0-23-16,0 0-16 0,0 0-8 0,0 0-1 16,-6 12 0-16,3-4-11 0,-6 7 6 0,-2 11-7 15,-1 6 4-15,-7 15-2 0,-2 6 3 0,-11 25 2 16,3 2 4 0,-2 2-3-16,3-4 0 0,7-18 1 0,-7 19-5 15,-2 3 0-15,2-3 4 0,3-1-2 0,7-23 0 0,-16 25 8 0,15-25 5 16,-2-1 2-16,-1 2 4 0,1-6 1 0,2 0 1 0,0-6 1 15,5-8-6-15,0-6-1 0,-4-3-5 16,4-3 1-16,-4-5-2 0,5-2 0 0,3-3-2 16,1-3 1-16,0-3-3 0,0-2 26 0,4-2 23 15,-3-1 8-15,3-3 5 0,5 0-2 0,-16-7 3 16,11 1-4-16,-1-3-10 0,3-2 0 16,-1-5-8-16,2 5-5 0,4-1-10 0,-1-1-3 15,2 1-9-15,-1 1-1 0,2 2-6 0,-1 1-2 16,1 2-7-16,-2 2-13 0,3 1-11 0,3 1 3 0,-8 2-2 15,15 4-3-15,-5 4 2 0,2 3-1 16,-2 4 4-16,0 10-5 16,-1 1-3-16,0 5 5 0,-5 4-3 0,2 11 4 15,-6 1-4-15,-2 4 8 0,-3-2-1 0,-3 5-3 16,0-4 1-16,-3-1-2 0,-2-1 14 0,0 1-14 16,-1-4 2-16,5-11 3 0,-3 0-4 0,1 0 4 15,2 0-9-15,1-5 11 0,-1-2 3 0,3-1-2 0,4-7-2 0,2-2-2 16,4-2 5-16,2 1 1 0,7-3-1 0,5-3 1 15,15 0-3-15,18 0-37 0,8-5-44 0,6-6-55 16,35-6-78-16,2-7-332 0,4-6-587 16,0-5 259-16</inkml:trace>
  <inkml:trace contextRef="#ctx0" brushRef="#br0" timeOffset="30839.15">21136 4028 30 0,'-4'0'138'0,"4"0"-4"0,0 0-14 0,-5 2-2 0,5-2-5 15,0 0-4-15,0 0-1 0,0 0-2 0,0 0-6 16,0 0-2-16,0 0-1 0,-4 3-6 0,4-3-1 16,0 0-6-16,0 0-4 0,0 0-2 15,0 0 1-15,0 0-12 0,0 0-6 0,0 0 3 16,0 0-12-16,0 0 2 16,0 0-11-16,0 0-2 0,-2 2-5 0,2-2 5 15,0 0-1-15,0 0-1 0,0 0 2 0,0 0 2 0,20 0-6 0,-2 0-1 0,10 0-1 16,4-1-6-16,5-1-4 0,14 0 2 0,0 0-6 15,-12-1-1-15,13-4 3 0,-15 5-1 16,3-1 0-16,-3 3-1 0,-4 0 2 0,-3-1-3 16,-9-1-3-16,-7 0-4 0,-4 2 2 0,2-1-3 15,-7 2 2-15,4-1-2 0,-4-1-2 0,-5 1-5 16,8-2-13-16,-8 2-10 0,0 0-23 0,0 0-18 16,0 0-31-16,-17-5-37 0,8 5-32 0,-1-1-44 15,1-2-156-15,0 2-388 0,4-4 172 0</inkml:trace>
  <inkml:trace contextRef="#ctx0" brushRef="#br0" timeOffset="33297.25">22103 4202 52 0,'0'0'139'0,"0"0"-19"16,8-6-4-16,-3-1-13 0,0 5 1 0,-1-2-12 15,5-1 1-15,0-3 3 0,4 1-6 0,-4-2-2 16,5-3-7-16,0 0 6 0,6-6-3 0,-7 4-4 16,4-8 4-16,-4 6-4 0,4-5 5 0,-4-2-5 15,2-2-1-15,1 1-3 0,-5-2-6 0,2-5 0 16,1 4 0-16,0-6-3 0,-2 3 2 0,-1 1-12 16,1-3-1-16,-3-2-2 0,-1 2-4 0,2-1-1 0,-1 1-3 0,-3 3 31 15,1-3-13-15,-1 4 7 0,-4 1-4 0,1 8 1 16,-2-1-1-16,-1 6-1 0,1 1 5 0,1 4 1 15,-2-1-2-15,0 4-19 0,0-2-2 0,0 5-26 16,0 1-23-16,0 2-5 0,0 0 4 0,0 0-3 16,-22 17-4-16,8-3 9 0,-3 9-4 15,-1 3-1-15,-2 3 3 16,-7 16-1-16,0-1-2 0,5 0 0 0,3 5 9 16,0 1-4-16,5-3 6 0,4-2-4 0,5-11-1 15,1 0 2-15,5-4 3 0,2 1-2 0,7-2 6 16,2-3-3-16,5-2 3 0,8-5 3 0,0-2-2 15,7-3 3-15,19 0-3 0,0-3-1 0,2-3 10 16,-1-6-11-16,-1-2-1 0,-12-2-15 0,-2-1-1 16,0-4-16-16,-3-1-9 0,1-1-7 0,-7-3-5 0,-3 0-5 0,-3-2 1 15,1-2 2-15,-9 0 0 0,-2 1 1 0,-1-2 5 16,-1 3 4-16,-2-4 4 0,-5 2 6 0,3-1 14 16,-6 0 9-16,4 1 10 15,-4-1 13-15,0 4 3 0,-3 1 3 0,3 2 15 16,-1-2 0-16,1 5 7 0,-3-3-2 0,2 3 3 15,1 2 8-15,0-1 1 0,0 6 6 0,0-7-3 0,0 7-4 0,-2-6-6 0,2 1-3 16,0 5-8-16,0 0-2 0,0 0-8 0,-2-6-1 16,2 6-6-16,0 0-3 0,0 0-2 0,0 0-8 15,0 0-4-15,0 0-6 0,0 0-1 0,0 0 0 16,0 0 3-16,0 0-7 0,-7 23-3 0,0-8 7 16,2-1-3-16,0 6 0 0,1 1 3 0,-5 3 4 15,-1 2-7-15,2 2 5 16,-1-1-2-16,3 0 4 0,-3-1 5 0,1-2-5 15,5-5 1-15,-3-2 5 0,3-1-8 0,0-7 4 16,0 1-5-16,1-4 1 0,1 0 6 16,0-1 15-16,-1-1 27 0,2-4 39 0,0 5 31 0,0-5 29 15,-1 4 19-15,1-4-3 0,0 0-22 0,3-13-14 16,1 2-16-16,2 2-10 0,3-5-8 0,-2-1-14 16,6 0-5-16,0-7-10 0,-3 5-7 0,5-4-6 0,-4 8-6 0,0 4-3 15,-6 1-8-15,0 1-7 0,0 3-4 0,-2-1-8 16,2 2-23-16,-5 3-28 0,6-1-4 0,-6 1 3 15,12 7 4-15,-7 2-9 0,0 0 3 0,4 8-5 16,-1-2 2-16,0 2-13 0,1-3-23 0,1 4-30 16,-1 0-39-16,1 0-48 0,3-2-52 0,-3-2-72 15,3 0-402 1,-3-8-778-16,1-1 345 0</inkml:trace>
  <inkml:trace contextRef="#ctx0" brushRef="#br0" timeOffset="34013.78">24039 3315 38 0,'-5'-5'202'0,"1"1"-15"16,-2 2-18-16,0-3-17 0,-1 5-8 0,-2 0-19 15,-5 6-13 1,-5 2-12-16,-7 10-11 0,0 6-6 0,-13 12-3 16,-4 6 4-16,-2 1 0 0,-12 20 0 0,16-14 11 15,-16 19 4-15,25-14-1 0,2-1-2 0,2 1 1 16,5 4-2-16,5-6-3 0,6 1-4 0,6-3-8 15,3-3-3-15,7-11-4 0,3-3-5 0,4 4-2 16,4-9-4-16,2 0 0 0,4 0-2 0,2-3 0 16,2-4-5-16,2-2-4 0,-5-5-5 0,-3-4-3 0,-1 1-5 15,-2-4-4-15,-5-1 1 0,0-1-8 0,-5-4 7 16,1 1 24-16,-2 2 26 0,-1-2 6 0,-4-2 15 16,7 3 8-16,-7-3-2 0,0 0 0 0,7 3-4 0,-7-3-8 0,0 0-7 15,6 2-10-15,-6-2-12 0,0 0-15 0,0 0-11 16,0 0-22-16,0 0-22 0,5 3-26 0,-5-3-18 15,0 0-27-15,0 0-18 0,0 0-23 0,0 0-49 16,0 0-54-16,0 0-48 0,0 0-39 0,4-11-269 16,-4 5-618-16,5 1 273 0</inkml:trace>
  <inkml:trace contextRef="#ctx0" brushRef="#br0" timeOffset="34323.97">24034 3820 297 0,'0'-6'326'16,"0"1"-27"-16,0 1-30 0,0-2-27 0,0 6-28 0,0 0-28 0,0-4-26 15,0 4-19-15,0 0-12 0,-2 14-15 0,0-3-15 16,-3 7-8-16,4 7-9 0,-5 4-7 0,0 3-8 15,3 0-4-15,-1 2-6 0,1 1-3 0,1-1-1 16,2-5-8-16,-2-1-3 0,2 1-6 0,0-4-1 16,4-7 0-16,-3-1-3 0,3 1-11 0,-4-6-16 15,2-2-14-15,0 0-19 16,-2-4-15-16,0-1-24 0,0 1-10 0,1-1-9 16,2-3-16-16,-3-2-49 0,0 0-55 15,0 0-211-15,0 0-452 0,7-8 200 0</inkml:trace>
  <inkml:trace contextRef="#ctx0" brushRef="#br0" timeOffset="34762.92">24388 4013 220 0,'-10'0'222'0,"1"0"-14"0,0 0-16 0,4 3-21 15,5-3-13-15,-9 0-19 0,9 0-13 16,-6 0-12-16,6 0-13 0,-7 1-8 0,7-1-7 16,-6 1-5-16,6-1-6 0,0 0-9 0,0 0-7 15,0 0-2-15,0 0-7 0,-8-2-4 0,8 2-7 0,0 0-1 16,0 0-4-16,0 0-2 0,0 0 6 0,0 0 7 0,0 0-3 15,0 0-1-15,0 0-2 0,0 0-2 0,0 0 0 16,0 0 5-16,0 0 1 0,0 0 4 0,0 0 2 16,0 0-2-16,0 0 3 0,21 2-4 0,-9-3-5 15,9 0-6-15,7-2-2 0,3 3-2 0,3-5-4 16,2 1-3-16,-3 0-1 0,4 0-4 0,1 3-5 16,-2-3 3-16,-2 0-3 0,0-1-1 0,-7 1-3 0,-7 1-2 0,-2 0-9 15,-5 2-6-15,-2-3-13 0,0 3-20 0,-4-3-30 16,0 2-41-16,-5-3-33 0,0 2-29 0,-2 3-21 15,-6-8-13-15,1 5-20 0,-7 0-128 0,0-1-383 16,-1-2 170-16</inkml:trace>
  <inkml:trace contextRef="#ctx0" brushRef="#br0" timeOffset="34999.08">24559 3883 40 0,'0'-3'266'15,"0"-2"-4"-15,0 0-6 0,0 5-12 0,2-7 5 16,-4 2-2-16,2 5 2 0,-1-8-29 0,1 8-16 16,-2-4-26-16,2 4-17 0,0 0-20 0,0-3-18 15,0 3-19-15,0 0-18 0,0 0-8 0,-3 17-12 16,-1-6-7-16,2 7-4 0,-5 7-7 16,2 3-4-16,0 1-3 15,-3-1-1-15,3 6-8 0,1-3 3 0,-2 1 0 0,2-1-5 16,4-2-25-16,0-5-23 0,-1-3-24 0,2-1-33 15,-1-3-35-15,3 0-39 0,-1-5-62 16,3-1-86-16,-1-5-153 0,1-2-487 0,2-2 216 16</inkml:trace>
  <inkml:trace contextRef="#ctx0" brushRef="#br0" timeOffset="35469.47">25294 4030 78 0,'0'0'251'0,"-9"0"-14"16,9 0-19-16,0 0-14 0,0 0-13 0,0 0-12 0,0 0-7 15,0 0-13-15,0 0-15 0,0 0-14 0,0 0-13 16,0 0-12-16,23-8-11 0,-13 6-10 0,3-2-6 16,5 1-6-16,1-5-9 0,-1 3-8 0,3-3-3 15,3-3-6 1,1 1 0-16,-7 0 3 0,1 1-2 0,4-5 5 16,-6 1-5-16,-2 0-2 0,2-2-6 0,2-4-4 15,-10 4 5-15,5-2-10 0,-5 0 2 0,-1 2-2 16,-2 1 4-16,-3 2-4 0,0 2 7 0,-1 0-11 15,-6 4-7-15,2 0-4 0,-5 0-3 0,-3 1-2 16,-3 3-4-16,-5 2-3 0,-5 4-2 0,-5 5 1 16,1 3 0-16,-3 3-5 0,-1 4 3 0,5 2 2 0,-3 2-7 0,7 4 6 15,-2-1-5-15,2 0 4 0,6 2 3 0,4-1 1 16,2 0-1-16,7-1 1 0,3 0-1 0,4-8 6 16,10 5 2-1,7-3-3-15,4-2-8 0,3-5-33 0,8-1-38 16,0-5-49-16,2-3-62 0,12-6-58 0,-14 0-228 15,1-5-507-15,-3-3 224 0</inkml:trace>
  <inkml:trace contextRef="#ctx0" brushRef="#br0" timeOffset="37789.87">25819 3370 48 0,'0'0'195'31,"4"-8"1"-31,0 5-19 0,1-1-17 0,0-1-13 0,-1 4-15 0,4-1-12 16,-2-1-11-16,3 1-8 0,0 1-9 0,4 3-7 15,-3-1-9-15,2 3-5 0,-1 0-5 0,-1 3-7 16,2 1-5-16,-1 4-5 0,-2 2-2 0,1 3-5 16,-6 0-5-16,0 2 0 0,-3 0-5 15,-2 0-2-15,1 0-3 0,-8 6-4 0,-2 1 2 16,-1-3-6-16,-1 1 3 0,-1-9-6 0,2 2 2 16,-6 2 1-16,6-4-1 0,-2-5 0 0,1 0-1 15,1 2 9-15,2-3 5 0,0-4 1 0,5 0 5 16,-1 0 12-16,1-3 22 0,4-2 37 0,0 0 35 0,-10 7 36 0,10-7 16 15,0 0-15-15,0 0-24 0,0 0-15 0,10-20-19 16,-1 8-14-16,4-1-7 0,4-3-10 0,4-2-7 16,0 0-27-16,3-3 6 0,4 0-12 0,-1 3 2 15,-3-3-7-15,7 1 1 0,-12 2-14 0,-1 5 1 16,-4 2 0-16,-4 3-14 0,-2 1 9 0,0 1-1 16,-3 2-11-1,1 1-16-15,-2-1-33 0,-4 4-33 0,5-1-5 0,-5 1 10 16,0 0 6-16,-2 17 6 0,-1-8 7 0,-1 6 4 15,-3 5-11-15,0-3 17 0,3 9 9 0,2-1-2 16,0 1 5-16,5 2-8 0,3 0-20 0,7 1-18 16,4-3-28-16,3 0-40 0,6-2-59 0,3-5-84 15,-6 0-286-15,8-8-607 0,-2-1 269 0</inkml:trace>
  <inkml:trace contextRef="#ctx0" brushRef="#br0" timeOffset="38256.58">26387 3020 146 0,'0'0'208'0,"0"0"-28"0,0 0-24 0,0 0-12 0,12 14-21 15,-4 1-10-15,1 10-15 0,2 2-10 0,1 9-5 16,1 15-8-16,-2 7-8 0,1 29-3 0,-1-4-8 16,-4-24-5-16,-1 29-1 0,3-1-1 0,-4 6 7 15,0-5 11-15,-2 2-1 0,-3-6 14 0,-4 0 0 16,-1-27-1-16,1 1-3 0,-5 0-6 0,-4-4-7 16,-1 1-5-1,-5 1-1-15,-3-5-4 0,-6-3-5 0,-6-1 1 0,-2-4-7 0,-4-5-1 16,-3-4-1-16,-6 2-7 0,3-6-35 0,-6-2-41 15,-3-5-71-15,-4-2-122 0,2-6-167 0,-1-6-436 16,6-9 194-16</inkml:trace>
  <inkml:trace contextRef="#ctx0" brushRef="#br0" timeOffset="39407.15">27013 2750 10 0,'1'-5'176'15,"0"1"-3"-15,-1 1-13 0,0 3-8 0,2-6-7 0,-2 6-12 0,2-2-13 16,-2 2-15-16,0 0-13 0,0 0-7 0,0-6-15 15,0 6-12-15,0 0-17 0,0 0-4 0,0 0-5 16,0 0-6-16,0 0-8 0,-6 21 2 0,1-6 0 16,1 5-5-16,-4 8-3 0,3 3-2 0,1 1-2 15,-1 19 6-15,-1 2 0 0,6 0 2 0,1 0-5 16,2 5 5-16,4 0 1 0,5 0-8 0,6-4-3 16,1-3 8-16,1 2 4 0,3-10 9 0,4 1 4 15,1-2 5-15,-5-12-8 0,0-6-2 0,0 1 9 16,0-4-9-16,0-1-2 0,-7-8-1 0,0-2-1 0,0 2-5 15,-4-7 20-15,-3 2 13 0,0-2 19 0,1-5 4 16,-2 0 0-16,-8 0 2 0,12-4-8 0,-5-2 1 16,1-1 11-16,-3-2-5 0,-1-1 1 0,0 0-2 15,-3-2 0-15,3 1 0 0,-3-1 4 0,0 1-14 16,-1-1-4-16,-2 0-4 0,-1 0-8 0,2 2-8 16,-3-2 1-1,0 4-9-15,-2-2-7 0,1 4-9 0,-4-2-4 0,1 5-9 0,-5 2-3 16,2 0-4-16,-5 2-3 0,1 1-11 0,-3 6 12 15,-1 1-4-15,-4 8 7 0,-2 4-6 0,2 7 4 16,-8 9-2-16,0 9 3 0,0 2 2 16,2 7 1-16,-8 22 0 0,15-24-2 0,-6 27 2 0,13-22 0 15,-4-2 5-15,2 2-3 0,6 0 3 0,-1 0-2 16,-1 0 5-16,7 0-5 0,-1 0 4 0,7 1 2 16,-2-3 4-16,4 1-4 0,-2-1 0 0,-2-4 0 15,2-1 0-15,0-2 0 0,-4-13-3 0,3 1 3 16,-7-3-2-16,-7 12 2 0,-2-14 6 0,-12 7 5 15,-7-4 1-15,-7-2 2 0,-10-5-6 0,-28 9-10 16,-11-8-26 0,-7-3-22-16,-9-10-55 0,-13 1-71 0,-5-9-149 15,-7-9-184-15,-1-10-543 0,-2-9 241 0</inkml:trace>
  <inkml:trace contextRef="#ctx0" brushRef="#br0" timeOffset="69508.62">5168 8046 12 0,'0'0'140'0,"0"0"-5"0,0 0-14 15,0 0-6-15,0 0-11 0,0 0-9 0,-6 0 6 16,6 0-16-16,0 0-4 0,0 0-3 0,0 0-8 16,0 0-7-16,0 0-1 0,0 0-4 0,0 0-2 0,0 0 4 0,0 0-2 15,0 0-6-15,0 0 1 0,0 0 8 0,0 0-4 16,0 0-4-16,0 0 1 0,0 0 1 0,0 0-1 15,0 0 0-15,0 0-3 0,0 0 22 0,-6 1-7 32,6-1-4-32,0 0-1 0,0 0 2 0,0 0-9 0,0 0-3 0,0 0-5 15,0 0-4-15,0 0-6 0,0 0-1 0,0 0-2 16,0 0-3-16,0 0 2 0,0 0 1 16,0 0-1-16,0 0 2 0,0 0-6 0,0 0-3 15,0 0-2-15,25-5-1 0,-7 2-2 0,5-1 0 16,8-3-2-16,2 3-3 0,1 0-11 0,1-2-21 0,-3 3-27 15,1 0-28-15,-6 1-37 0,-4-1-43 16,5 0-51-16,-9 1-198 0,-6 1-432 0,0 1 192 16</inkml:trace>
  <inkml:trace contextRef="#ctx0" brushRef="#br0" timeOffset="69709.17">5302 8197 190 0,'-6'4'225'0,"1"-2"-15"15,1 1-24-15,0-1-20 0,0-2-15 0,4 0-17 16,-5 3-9-16,5-3-17 0,0 0-8 0,0 0-5 16,15 7-3-16,2-6-8 0,13-2-9 0,3-1-25 15,23-3-42-15,0 1-48 0,6-1-63 0,4 0-67 0,-2-2-111 0,-1-1-305 16,-2 1 134-16</inkml:trace>
  <inkml:trace contextRef="#ctx0" brushRef="#br0" timeOffset="70448.53">6712 8023 53 0,'-4'2'141'0,"4"-2"7"0,-9 3-19 0,8-2-8 15,-3 2-11-15,4-3-17 0,-8 3 3 0,8-3-5 16,-2 2-18-16,2-2-7 0,0 0-6 0,-4 2 0 0,4-2-3 16,0 0-15-16,-3 3 15 0,3-3 0 15,0 0 12-15,0 0 17 0,0 0 12 0,0 0 0 0,13 0-2 0,0-2-10 16,4-3-8-16,2-2-5 0,8 1-10 0,1-2-7 15,2 0-4-15,2-5-2 0,0 1-9 0,-1 0-3 16,1-3-3-16,-1-1-2 0,-3 1-4 0,0-2-2 16,-4-3 1-16,-1 2 4 0,0-3 4 0,-5 1 0 15,-8 5-4-15,-1-2-3 0,0 0 2 0,-4 6-3 16,-5 0-2-16,-1-3-9 0,-7 0 1 0,-6 4-1 16,-3-1-3-16,-9 4-3 0,-6 2-5 0,-4 6 3 0,-1 3-2 0,-14 7-4 15,-2 3 1-15,5 6-2 0,-2 2-2 0,3 3 8 16,2 2-3-16,2 3-2 0,15-5 0 0,3 1-1 15,2 2-1-15,5 0 0 0,5-2 0 0,6 3-1 16,3-1 5-16,12-2 15 0,2-1-3 0,9-3 8 16,11-2 0-16,18 5-1 0,7-8 2 0,5-4-5 15,32-3 0-15,-1-5-26 16,-26-6-41-16,24-4-41 0,-26 1-53 16,2-6-72-16,-5 1-233 0,3-4-481 0,-7-3 213 0</inkml:trace>
  <inkml:trace contextRef="#ctx0" brushRef="#br0" timeOffset="71105.42">7384 7335 169 0,'3'-3'191'0,"-3"3"-24"0,6-1-19 16,-6 1-9-16,0 0-19 0,17 4-6 0,-12 0-13 16,5 0-1-16,0 5-7 15,-1-1-4-15,4 3-6 0,-3 4-7 0,-2-1-6 16,-2 1-7-16,-1 2-4 0,-1 0-6 0,-3-2 0 15,-1 3-9-15,0-1 3 0,-5 0-8 0,-2 2 3 16,-2-2-6-16,2-1 0 0,-2 1 1 0,0-3-2 16,3-2 2-16,0-3 4 0,-1-1 4 0,2-2 7 15,0-1 13-15,0 1 12 0,2-2 17 0,2 0 27 16,-1-1 20-16,-1-2 32 0,3-1 17 0,0 0-14 0,0 0-21 0,0 0-17 16,8-17-9-16,-3 8-14 0,5-5-7 0,-1-1-11 0,6-8-11 15,1 2-20-15,-4-1 3 0,5-1-11 0,0 2-2 0,-5 4-11 16,0 3 14-16,-1-1 10 0,-3 4 6 15,-3 3 8-15,3-2 0 0,-3 4-4 0,0 1-6 16,-1 1-8-16,-3 0-13 0,2 0-19 0,-2 0-29 0,-1 4-21 16,0 0 7-16,0 0-13 0,-4 13 11 0,-1-5-4 15,-4 3-3-15,0 6-1 0,0 0-1 0,4 9 2 16,-2-1 13-16,5 4-14 0,6 0 2 16,7 0-8-16,5 0-10 0,3-1-23 0,9-5-30 0,21 6-45 15,6-8-65-15,7-5-106 0,4-7-389 0,27-4-753 16,-31-6 333-16</inkml:trace>
  <inkml:trace contextRef="#ctx0" brushRef="#br0" timeOffset="72414.38">8369 8098 155 0,'0'0'173'0,"-4"2"0"0,4-2-4 16,0 0-3-16,0 0-3 0,0 0-17 0,0 0-10 0,0 0-15 0,12-12-7 15,-6 7-4-15,2-3-9 0,3 2-4 16,2-5-3-16,1 0 1 0,2-1-3 0,3-8-6 15,-2 1 0-15,0 0-5 0,1-4-4 0,-1 0-4 0,1-1-5 16,0-4-8-16,-1 2-7 0,0-5-3 16,1-1 0-16,-4 0-5 0,5-8-6 0,-5 3-1 15,-2 3-3-15,2-10-1 0,-4 13 1 0,-4-2 1 16,1 1 8-16,-3 3-8 0,-2-3-1 0,-2 6 3 16,-1-1 5-16,0 8 1 15,-1 1 3-15,-1 2 0 0,-1-1 6 0,1 7-7 16,1 0-2-16,-1 1 1 0,2 2-11 0,-2 2-6 15,2 0-18-15,0 0-20 0,-3 3-4 0,4 2-2 16,0 0-2-16,-14 13 5 0,5 3-4 0,-4 0 14 16,0 8-8-16,-2 7-2 0,0 2 4 0,-2 10-3 15,0 0 5-15,3 4-2 0,5-15 4 0,3 3 2 16,3-2-4-16,1 1 5 0,4-1-1 0,4-3 1 0,-1-2 1 0,4 0-6 16,2-3 4-16,2 0-2 15,6-6 4-15,-5 1-1 0,9-2 2 0,-9-6 2 16,4-4 2-16,1 1-3 0,2-5 0 0,-2 1-1 15,2-3 11-15,0-2-11 0,1-1-11 0,-1-1 0 16,0-3-3-16,-2-2 0 0,0 0 4 0,-3-1 5 16,0-3-15-16,-3-2-3 0,1 1 3 0,-4-1 0 0,-1-1 2 0,0 0 4 0,-3-1 2 0,0 4 2 15,-3 0 12-15,0-2 6 0,0 2 8 0,-2 1 10 16,0 1 6-16,1 0 11 0,-1-2 3 0,-1 5 7 16,1 1 4-16,-1-3 8 0,0 4 0 15,4 0 0-15,-4-2-8 0,0 1-7 0,0 5-16 0,-3-2 2 16,3 2 1-16,3-7-9 0,-3 7-10 0,0 0-7 15,0 0-26 1,0 0-12-16,0 0 4 0,0 0 0 0,0 0-2 16,-6 18 8-16,4-7 2 0,1 2-4 0,0 5 5 15,-5 1 1-15,4 1-2 0,-3 5 5 0,0 0-1 0,-3 2 3 16,2 0-2-16,-1-4 1 0,3-6 1 16,1 3 5-16,0-3 0 0,-1-1 2 0,0-4-4 0,3 0 3 0,-1-3 4 15,-1-2-7-15,3-1 5 0,0-2 4 0,-3 3 20 16,3-5 15-16,-1 2 33 0,1-4 33 0,0 0 25 15,0 5 26-15,0-5 16 0,0 0-10 0,0 0-20 16,0 0-18-16,8-17-6 0,-3 8-15 0,4-4-10 16,0-4-12-16,2 1-7 0,1-1-6 0,-3 0-8 15,1 0-8-15,1 2-4 0,-3 4-4 0,-4 3-7 16,2-2-2-16,-3 4-7 0,1 1-8 0,-2 0-6 16,2 2-22-16,-3 0-33 15,-1 3-22-15,0 0 3 0,0 0 6 0,9 8 3 16,-6 0-15-16,0 4 9 0,-1-1 11 0,3 4 6 15,0 2-1-15,-4 0 10 0,3-1-23 0,3 1-24 16,-5-2-28-16,5 0-25 0,-6 0-18 0,4-3-20 16,-4-3-24-16,3 1-32 0,-1 0-41 0,-2-4-47 15,3-1-271-15,-3-2-633 0,3-3 281 0</inkml:trace>
  <inkml:trace contextRef="#ctx0" brushRef="#br0" timeOffset="73000.55">10098 7287 165 0,'0'0'181'0,"-1"-8"-7"0,1 8-2 16,-1-5-3-16,1 5-11 0,-2-4-19 0,2 4-16 16,-5-3-11-16,5 3-16 0,0 0-13 0,-6 7-10 15,-1 1-8-15,-5 6-1 0,-9 6 1 0,1 6-10 16,-11 15 1-16,-1 4-7 0,-1 0-7 0,-2 6-2 0,5 4 0 0,0-1-5 16,6-1-1-1,4-4-5-15,6-1-2 0,7-13-4 0,5 0 18 0,4 1 9 16,5-2 10-16,6-4 6 0,3 0-4 0,11-2-2 15,2-3 4-15,3-3-25 0,14-2-33 0,7-5-60 16,-2-5-78-16,-1-3-291 0,-11-5-456 0,-2-4 202 16</inkml:trace>
  <inkml:trace contextRef="#ctx0" brushRef="#br0" timeOffset="73394.36">10369 7521 130 0,'0'-7'313'16,"-4"0"-6"-16,8 2-4 0,-8-1-16 0,4 0-23 16,4 4-24-16,-4 2-28 0,-4-6-28 0,4 6-23 15,0-4-23-15,0 4-17 0,0 0-16 0,0 0-15 16,-5 17-9-16,4-2-10 0,-6 3-6 0,2 12-6 16,0 2-3-1,0 1-6-15,-2 1-7 0,1-1 2 0,5 1-1 16,-1-2-10-16,2 0-1 0,0-2-3 0,2 0 1 0,2-3-2 15,-1-3-20-15,0-6-19 0,4-1-16 0,-4-5-41 16,1 0-41-16,0 0-47 0,1-4-78 0,-1-4-257 16,5-1-530-16,0-3 235 0</inkml:trace>
  <inkml:trace contextRef="#ctx0" brushRef="#br0" timeOffset="73668.03">10706 7775 253 0,'0'0'255'0,"0"0"-19"0,-7 0-18 16,7 0-16-16,0 0-19 0,0 0-13 0,0 0-15 0,0 0-18 15,37-2-10-15,-15 0-17 0,12 0-8 16,-1-1-9-16,18-2-11 0,1 2-9 0,1 3-11 16,-3-4-9-16,-9 3-17 0,-3-2-25 0,-2 2-21 0,1-4-26 0,-7 3-21 15,-9 1-35-15,-3 0-21 0,-4 1-21 0,-1-3-48 0,-8 2-141 16,-4-3-349-16,-1 0 154 0</inkml:trace>
  <inkml:trace contextRef="#ctx0" brushRef="#br0" timeOffset="73940.87">10958 7596 117 0,'-1'-7'281'16,"1"0"7"-16,-1 2 2 0,1-2-3 0,-2 2-4 16,4 0-20-16,-2 5-22 15,0-4-22-15,0 4-36 0,0-4-15 0,0 4-23 16,0 0-30-16,0 0-12 0,0 0-15 0,-4 18-9 15,0 7-7-15,-2 1-6 0,-1 5-7 0,2 6-3 16,-4 7-5-16,-1 1-6 0,6-10 1 0,-1 10-13 16,2-9 4-16,3-5-1 0,4 2-16 0,0-2-19 15,1-5-27-15,1 1-41 0,1-8-59 0,-1-1-80 16,2 0-117-16,1-8-165 0,1-4-527 0,0-2 233 0</inkml:trace>
  <inkml:trace contextRef="#ctx0" brushRef="#br0" timeOffset="74487.42">11532 7814 87 0,'0'0'214'0,"0"0"-16"0,0 0-14 16,0 0-13-16,5-11-17 0,-5 11-11 0,10-4-15 15,-2 0-10-15,2 1-10 0,3-3-11 0,0 2-5 16,3-3-2-16,3-1 0 0,1-1-3 0,5-3 4 16,2-1 1-16,-1 2-2 0,-3-3 0 0,1 0-4 15,1-3 0-15,-3 2-6 0,-1-2-3 0,-5 3 12 0,-3 0-13 16,1 0 6-16,0 0 4 0,-4 0-3 0,-2-1-6 0,-2 7-2 15,1-4 3-15,-6 3-7 0,-1 2-5 0,0 2-8 16,-4-3-6-16,-1 4-14 0,-5 0-4 0,-3 3-3 16,-6 3-6-16,-2 4-5 0,-5 4-6 0,-4 3-6 15,3 4 4-15,-2 1-7 0,6 4-2 0,-1 2 1 16,-2 1 2-16,8 3 7 0,1 0-11 0,6 1-2 0,6 1 14 0,4-1-8 31,5-1 2-31,7-3 2 0,7 0-4 0,6-1-4 0,7-7-22 16,5-3-47-16,16 3-71 0,-1-5-99 0,4-11-321 15,0-4-604-15,-1-2 268 0</inkml:trace>
  <inkml:trace contextRef="#ctx0" brushRef="#br0" timeOffset="74960.35">11980 7272 185 0,'-8'1'266'16,"5"0"-14"-16,3-1-9 0,0 0-12 0,-9 0-12 15,9 0-17-15,0 0-21 0,0 0-20 0,0 0-13 16,31-2-20-16,-8 0-11 0,11 2-20 0,7-5-35 0,14 3-42 0,1 0-43 31,-2-2-41-31,-3 0-66 0,-13 0-75 0,-2-5-144 0,-1 1-377 0,-5-2 167 16</inkml:trace>
  <inkml:trace contextRef="#ctx0" brushRef="#br0" timeOffset="75490.87">12575 7040 65 0,'2'-3'230'0,"2"0"-16"0,4 2-20 0,-3 0-17 16,3-3-16-16,-1 4-17 0,2 4-15 0,4-2-15 0,-3 1-7 31,4 0-12-31,-5 5-8 0,2-2-9 0,2 5-3 0,-2-4-3 16,0 7-9-16,-3-1-6 0,2 1-2 0,-7-2 1 15,-1 0-9-15,1 4-3 0,-6-1-5 0,1-2-4 0,-1 1 0 16,-1 2-3-16,-2-5-2 0,1 3-2 16,-2-6 1-16,0 1 6 0,-1-1 0 0,3-2 6 15,-2 0 2-15,1-1 2 0,2-1 9 0,0-1 10 16,2 0 23-16,-1 0 24 0,3-3 27 0,-4 3 28 16,4-3-6-16,0 0-16 0,0 0-12 0,2-12-12 0,0 8-9 15,2-7-16-15,1 2-5 0,3 0-13 0,1-4-14 0,1-2-2 16,3 1-9-16,0 2-3 0,-2 1-8 0,1 2-6 15,-2 2-10-15,-1 0 4 0,-3 1-1 0,2 0-7 16,-3 2-4-16,-1 0-20 16,-3 1-22-16,-1 3-13 0,9 0-11 0,-9 0-8 0,4 8 5 15,-3-1-1-15,-1 3 5 0,0 1 5 16,0 4 1-16,0 3 5 0,0-1 2 0,0 0 6 16,3 3 1-16,-3-2 3 0,2-1 4 0,1 0 3 15,2-2 4-15,3-3 2 0,2 4-4 0,4-3-25 0,1-4-32 0,4-1-38 16,8 0-58-16,3 0-61 0,0-4-63 0,1-7-224 15,-4 2-560-15,-7-7 249 0</inkml:trace>
  <inkml:trace contextRef="#ctx0" brushRef="#br0" timeOffset="75822.42">12967 6715 76 0,'0'0'232'0,"-3"-2"-25"16,3 2-19-16,0 0-21 0,0 0-22 0,22 9-12 31,-5 1-13-31,6 5-6 0,2 8-2 0,11 10-8 0,-4 7-4 0,3 7-2 16,9 26-8-16,-17-20-2 0,1 27-7 15,1-2-8-15,-13-21-2 0,-6 0-12 0,0 0-2 16,-2 4-7-16,-7-2 0 0,-2-3-4 0,-9 2-3 16,0-4-1-16,-5-5-4 0,-6-3 1 0,-3 0-7 15,-7-7 0-15,-4-3-1 0,-7 0 1 0,-8-5-1 16,2-1-3-16,-9-2-10 0,0 0-35 0,0-3-51 16,-6-3-81-16,-25 3-284 0,32-11-467 0,-2-5 207 15</inkml:trace>
  <inkml:trace contextRef="#ctx0" brushRef="#br0" timeOffset="77271.78">14408 7758 177 0,'-9'0'200'16,"3"-1"-14"-16,2 0-3 0,4 1-7 0,-9-2-9 15,9 2-12-15,-5-1-13 0,5 1-10 0,-5-3-10 0,5 3-11 0,0 0-13 16,0 0-10-16,0 0-4 0,0 0-12 0,0 0-7 15,0 0-6-15,0 0-4 0,0 0-7 0,0 0-5 16,0 0-4-16,0 0-1 0,0 0-6 0,0 0-6 16,0 0-3-16,0 0-1 0,0 0 1 0,0 0-5 15,0 0-4-15,0 0 3 0,0 0 3 0,0 0 2 16,0 0 3-16,0 0 3 16,0 0-2-16,0 0 0 0,0 0 1 0,0 0-4 15,0 0 3-15,0 0-5 0,0 0 0 0,0 0-2 0,0 0 1 0,0 0 0 16,0 0 1-16,0 0 2 0,0 0 0 0,0 0-3 15,0 0-2-15,0 0 0 0,0 0-1 0,0 0-2 16,0 0-6-16,0 0 3 0,0 0 8 0,0 0-14 16,0 0-2-16,0 0 4 0,0 0-2 0,0 0-3 15,0 0 3-15,0 0 4 0,0 0 0 0,0 0 0 16,0 0 2-16,0 0-3 0,0 0 2 0,0 0 2 16,0 0-1-16,0 0-5 0,0 0 1 0,0 0 2 15,0 0 10-15,0 0-13 0,0 0 0 0,0 0 1 16,0 0 1-16,0 0 0 0,0 0 1 0,0 0 6 15,0 0 0-15,27-1 0 0,-5-3-1 0,8-2-2 16,10 2-1-16,20-4-1 16,31 1-4-16,-29-2 3 0,29 1-1 0,-27 0 6 15,-3 3-1-15,1-3 9 0,-4 0-7 0,-4 5 4 16,-16-3-8-16,-1 3 3 0,-5 1 0 0,-5-1-7 16,-5 2 8-16,-4-2-2 0,-5 1 1 0,-1 1-3 15,-1 0-3-15,-5-2 2 0,-1 3-2 0,-5 0 3 0,11-1 0 0,-7 1-3 16,-4 0-9-16,8-5-11 0,-8 5-13 0,0 0-16 15,0 0-25-15,0 0-30 0,0 0-31 16,0 0-30-16,0 0-24 0,0 0-38 0,0 0-49 0,0 0-158 16,0 0-461-16,-22 5 203 0</inkml:trace>
  <inkml:trace contextRef="#ctx0" brushRef="#br0" timeOffset="79105.92">16206 7204 51 0,'0'-5'229'0,"0"-4"-9"16,0 3-8-16,0 0-4 0,0 1-8 0,0 0-14 15,0 2-14-15,0 3-20 0,0-6-17 0,0 6-11 16,0-6-22-16,0 6-12 0,0 0-9 0,0 0-11 16,0 0-8-16,0 19-9 0,0-2-7 0,0 1-3 15,-2 7-4-15,0 4-3 0,1 0-5 0,0 1-5 0,2 2 2 0,-2-1-4 16,-1 3-2-16,2-2-4 0,-1 2-1 0,1 1-2 15,-5-4 1-15,4-1-2 0,0-1-4 16,1-2 0-16,0-2 1 0,0-5 1 0,0-2-3 16,0-1-3-16,0-4 4 0,0-2-2 0,0-1-3 0,0-3 2 15,0 0-3-15,0-2 3 0,1 0 0 0,-1 0 32 16,0-2 24-16,0-3 15 0,-1 4 16 0,1-4 14 16,0 0 14-16,0 5 16 0,0-5 4 0,0 0 6 15,0 0-3 1,-2 5-1-16,2-5-19 0,0 0-17 0,0 0-4 15,0 0-13-15,-1-14-11 0,1 14-6 0,0-10-6 16,-2 5-2-16,2-3-10 0,0 2-8 0,0-1-1 16,-2-3-8-16,2-2-12 0,0 0-7 0,0 4-5 0,2-9 0 15,0-1-4-15,-1-3 3 0,2 5-1 0,-2-1-4 16,1 2-1-16,1-5 1 0,-2 4-5 0,1-3 0 16,0-1-1-16,0 3 3 0,0-1-1 0,-1-1 1 0,2-1-5 15,-2 2 1-15,5-8 1 0,-4 6 10 0,-1 2 0 0,3-3 3 0,-1 2 1 16,-1 2 8-16,2-2 2 0,-3 4 4 0,-1 1 6 15,3 1 3-15,-3 3 2 0,1 1 14 0,-1 2 5 16,0 1 1-16,0-1-9 0,0 3-7 0,1 0-2 16,-1 4-8-16,0-4-16 0,3 0-3 0,-3 4-26 15,0 0-30-15,0 0-30 0,0 0-11 0,0 0 7 16,-13 11 5-16,3 3 6 0,-7 6 9 0,-4 5 8 0,-2 2-30 16,-11 9-39-16,0-3-30 0,-2 4-34 15,4-2-42-15,-2 3-46 0,9-13-78 0,-8 8-315 16,9-9-711-16,0-5 314 0</inkml:trace>
  <inkml:trace contextRef="#ctx0" brushRef="#br0" timeOffset="79484.7">16093 7964 56 0,'-3'3'338'0,"-1"-1"-30"0,4-2-28 0,-2 5-26 16,2-5-21-16,-2 3-16 0,2-3-25 0,0 0-19 0,0 0-20 0,8 2-24 15,5-3-27-15,10-3-37 16,11-1-52-16,23-4-49 0,4-1-68 0,4 0-75 0,24-6-187 15,-30 5-396-15,-1-3 175 0</inkml:trace>
  <inkml:trace contextRef="#ctx0" brushRef="#br0" timeOffset="85355.54">19257 7455 34 0,'0'0'174'0,"0"0"-17"16,0 0-7-16,0 0-6 0,0 0-12 0,0 0-12 15,0 0-2-15,0 0-4 0,0 0-5 0,0 0-7 16,0 0-9-16,0 0-6 0,0 0-11 0,0 0-17 15,22-6 2-15,-4 3-5 0,3-1-5 0,0 1-5 16,8-3-5-16,3 0 0 0,1-1 4 0,3-2 4 16,3 0 3-16,11-4 1 15,1-2 2-15,-14 2-4 0,0 4-1 0,1-5-6 16,1 0-9-16,-6-2 5 0,0 2 0 0,-3-3-2 16,-1-3 2-16,-6 2 1 0,0-1 2 0,-5 0-3 15,-9 3-1-15,1-1-7 0,-5 1-7 0,-5 0-1 0,-2 0-7 0,-5 3-3 16,-3 0-5-16,-7 0-1 0,1 3-1 0,-11 0-3 15,-2 3 3-15,-2 5-3 0,-2 2-3 0,-3 5 1 16,-10 12-6-16,-4 3 5 0,2 6-6 0,3 3-1 16,-1 6-3-16,5 0 2 0,5 2 4 0,13-10-3 15,-5 12 1-15,14-8 0 0,4 2 9 0,6-2 5 16,5 1 7-16,8 0 3 0,10-2 5 0,13 12 4 16,16-5 0-16,10-7-1 0,34 6-2 0,4-14-23 15,1-9-32-15,3-1-56 0,6-9-60 0,0-3-85 16,-5-8-188-16,-10-1-455 0,-2-8 202 0</inkml:trace>
  <inkml:trace contextRef="#ctx0" brushRef="#br0" timeOffset="85941.64">20074 6777 29 0,'0'0'219'0,"-9"0"-9"0,9 0-12 0,0 0-12 15,-6 0-17-15,6 0-9 0,0 0-17 0,0 0-13 16,0 0-9-16,0 0-14 0,0 0-8 0,25-3-7 16,-5 3-11-16,9 0-7 0,4-3-8 0,1 3-4 15,1-2-4-15,4 2-7 0,-4-3-6 0,1 2 0 16,-1 0-6-16,-3 1-5 0,-4-3-1 0,-7 3 2 0,-2-1-9 0,-6 0-4 15,1 1-3-15,-7-2 0 0,-1 1-4 0,1 1-4 16,-7 0-2-16,10 0-13 0,-10 0-7 0,0 0-11 16,0 0-10-16,0 0-20 0,-23 4-17 0,9-3-9 15,2 0-16-15,-2-1-2 0,3 2-15 0,0-1-21 16,-1-1-36-16,0 1-122 0,2 0-314 0,1-3 139 16</inkml:trace>
  <inkml:trace contextRef="#ctx0" brushRef="#br0" timeOffset="86439.14">20674 6617 28 0,'5'-3'284'0,"0"-1"-23"16,1 1-18-16,0-2-22 0,1 3-23 0,-1 1 0 15,7-1-21-15,-3 0-15 0,4 2-20 0,4 2-17 0,1 0-16 16,-6 1-7-16,5 4-10 0,-4 0-12 0,0 3-5 16,-1 2-13-1,-4-1-3-15,-2 0-8 0,1 4-9 0,-4 1 0 16,-3-1-8-16,-1 3-1 0,-2 1-7 0,-2-1 1 16,-3 0-5-16,-4 6 2 0,2-7 0 0,0 0-6 15,-2-4-1-15,3 2-2 0,-1-7-2 0,0 3-2 0,4-7 4 0,1 0 1 16,-1 3 0-16,2-3 13 0,2 0 28 0,-3-4 29 15,4 0 42-15,-5 7 28 0,5-7 18 0,0 0-15 16,0 0-13-16,9-12-12 0,-1 2-21 0,1 1-5 16,5-6-14-16,0 1-14 0,5-3-5 0,4-3-6 15,-1 1-8-15,2-1-9 0,-3-1-8 0,-5 1 1 16,-2 5-2-16,-1 2-9 0,-3-1 23 0,-1 6 6 16,-5 0 7-16,1 3-5 0,-1 1-2 0,2-1-14 15,-2 3-6-15,-4 0-18 0,4-1-32 0,-4 3-28 16,1-4-22-16,-1 4-13 0,0 0-9 0,-5 13 6 0,-5-4 22 0,1 7-15 15,-9 7 31-15,4 0-3 0,1 4 6 16,2 4 5-16,3 1-5 0,7 0 27 0,7 0-17 0,3 3-7 16,9-5 18-16,14 8-13 0,10-5-37 0,7-4-49 15,6-3-55-15,6-3-66 0,31-5-91 0,-33-8-312 16,3-3-688-16,0-4 305 0</inkml:trace>
  <inkml:trace contextRef="#ctx0" brushRef="#br0" timeOffset="87304.05">17297 7596 95 0,'-3'3'112'15,"3"-3"-19"-15,0 0-2 0,0 0-7 0,0 0-16 16,-4 3-3-16,4-3-6 0,0 0-3 0,0 0 7 15,0 0 0-15,0 0 5 0,0 0-3 0,0 0 6 0,0 0 0 16,0 0-3-16,0 0-3 0,0 0-2 0,0 0-16 16,0 0 5-1,0 0-5-15,0 0 1 0,0 0 1 0,0 0 2 16,0 0 4-16,0 0 12 0,16 2 8 0,-2-3 3 0,16 2 0 16,6-3 2-16,16-1 2 0,8 0 0 15,8-3 9-15,30 1 2 0,3-3 3 0,1-4 0 0,-2 5-9 0,-1 5-8 16,-7 2-3-16,-27-3-9 0,-4 3-9 0,-3 0-1 0,-1 3-5 15,-20-1-8-15,-2 0-3 0,-7 1-11 16,0-1-10-16,-10 3-18 0,-5-5-19 0,-1 2-18 16,-5-1-6-16,0 0-4 0,1-1-7 0,-8 0-10 15,0 0-27-15,0 0-32 0,0 0-30 0,0 0-43 16,0 0-206-16,-33-7-431 0,21 3 191 0</inkml:trace>
  <inkml:trace contextRef="#ctx0" brushRef="#br0" timeOffset="88543.09">21683 7620 36 0,'0'0'182'0,"0"0"-13"15,0 0-13-15,0 0-14 0,0 0-11 0,0 0-14 0,0 0-9 0,0 0-5 16,0 0-15-16,0 0-3 0,0 0-9 0,0 0-1 15,0 0 1-15,14-9-6 0,-14 9-5 16,10-3 3-16,-3 1 1 0,0-4 1 0,2 2-5 16,0-3-13-16,0 0 8 0,1 0 1 0,1 0 6 0,3-5 0 15,0-3-6-15,-3 2-3 0,3 1-3 0,-1-2 2 16,-2-4-4-16,6-3-2 0,-2 0 3 0,-3-4-7 16,-2 1-10-16,4 1 1 0,-1-5 4 0,-3-1-7 15,1 1-4-15,-4-1-1 0,2 0 2 0,-1 1-1 16,-1-3 9-16,-1 4-12 15,-1 1 3-15,-3 1 0 0,2 6 5 16,-3 0-5-16,1 2 4 0,-2 5 3 0,0 2 1 16,0 0-3-16,-2 3-4 0,4 0-2 0,-4 2-8 0,1-1-5 15,-3 3-13-15,4 3 6 0,-6 0-14 0,-3 4 0 16,0 4-1-16,-4 5 1 0,-5 7 3 0,-2 5 0 16,1 4-1-16,-6 12 0 0,-2 0-5 0,3 3 2 15,8-12 0-15,-2 10 3 0,6-11-2 0,3 3 3 0,3-3-6 0,3-1 6 16,3-2 1-16,3-2 1 0,5 1 1 15,6-4 1-15,2 0 6 0,7-1 1 0,7-1 2 16,3-5-2-16,15 2 4 0,1-5-4 0,3-1 14 0,2-7-31 16,-17-1-29-16,18-4-31 0,-18 0-38 0,0-5-54 15,0 0-49-15,-2-5-65 0,-7 0-164 0,-3 1-471 16,0-5 209-16</inkml:trace>
  <inkml:trace contextRef="#ctx0" brushRef="#br0" timeOffset="88963.98">22385 7291 46 0,'-3'-4'298'0,"3"4"-13"0,0 0-18 0,0 0-23 15,0 0-23-15,-1-4-22 0,1 4-25 0,0 0-20 16,0 0-19-16,0 0-4 0,0 0-27 0,0 0-12 15,-3 13-9-15,3-4-7 0,-1 1-10 0,0 3-6 16,-2 2-9-16,-1 3-5 0,-1 10-3 0,1-11-5 0,-2 4-2 0,1 4-3 16,1-9-4-16,-4 8-1 0,3-6-3 0,1-1 0 15,-1-4-4-15,4-1 0 0,-3-3-1 0,0 2-2 16,4-4 1-16,0-3 12 0,-1 0 37 0,1 0 39 16,-3-1 44-16,3-3 19 0,0 0 3 0,0 0-17 15,0 0-19-15,18-15-16 0,-9 8-9 0,3-7-18 16,4 0-1-16,4-6-16 15,0 3-7-15,2-2-8 0,1 1-8 0,-1 2-10 16,-5 7-5-16,-3-3-3 0,3 4-8 0,-7 3-6 16,0 0-2-16,-1 1-6 0,-1 1-6 0,0 2-11 15,-1 2-13-15,5 2 7 0,-2 1-17 0,2 1-14 16,2 4-3-16,-2 2 9 0,1-2-9 0,-1 3-1 16,2 0-15-16,0 1-18 0,-1 0-25 0,1 1-28 15,0 0-27-15,-1-2-34 0,-2-1-44 0,3-4-53 0,-5 1-292 0,1-5-628 0,3-1 278 16</inkml:trace>
  <inkml:trace contextRef="#ctx0" brushRef="#br0" timeOffset="89276.42">23623 6822 29 0,'-12'-2'224'0,"2"-1"-21"0,-3 1-21 16,-6 7-21-16,-8 4-8 0,-2 8-9 16,-3 5-16-16,-17 14-12 0,3 8-14 0,-15 17-10 0,19-14-6 0,-9 21-7 15,19-19-10-15,1-1-2 0,4 5 4 0,5-5 9 0,10 1-3 16,5 0 6-16,11-3-1 0,10-2-4 15,8 3-2-15,10-2-5 0,14-7-5 0,8-1-19 16,22 4-26-16,-16-17-44 0,27 5-70 0,-24-16-98 16,30-4-189-16,-35-6-412 0,-3-4 182 0</inkml:trace>
  <inkml:trace contextRef="#ctx0" brushRef="#br0" timeOffset="89608.02">23991 7167 5 0,'-1'-6'298'0,"-1"0"-11"0,2 1-7 15,0 0-12-15,0-1-8 0,0 1-13 0,0 5-16 0,0-5-21 16,0 1-22-16,0 4-24 0,0-5-20 0,0 5-21 16,0 0-14-16,0 0-14 0,0 0-10 15,-2 12-19-15,0 0-1 0,1 5-13 0,-1 7-3 16,-2 1-4-16,-1 3-4 16,2-1-4-16,-1 3-5 0,0-3-4 0,4 3 5 15,-1-1-2-15,2-2-16 0,1 1-30 0,3-3-22 16,-1 2-30-16,1-11-37 0,0 4-49 0,1-5-54 15,-1 2-278-15,2-8-524 0,0-4 232 0</inkml:trace>
  <inkml:trace contextRef="#ctx0" brushRef="#br0" timeOffset="89908.38">24208 7349 32 0,'-4'2'281'0,"4"-2"-9"0,-6 1-18 16,2-1-12-16,4 0-6 0,-4 2-11 0,4-2-10 16,0 0-10-16,0 0-21 0,0 0-22 0,16 0-18 15,5-1-11-15,7 0-14 0,7-2-16 0,3 1-8 16,15 0-7-1,0-1-8-15,2 1-14 0,-5 1-21 0,-13-3-20 16,0 2-26-16,-2-2-27 0,-3-2-34 0,-2 3-27 0,-8-2-45 16,-4 1-23-16,-4 0-43 0,-4 0-43 0,-2-3-139 15,-2-1-415-15,-5 3 184 0</inkml:trace>
  <inkml:trace contextRef="#ctx0" brushRef="#br0" timeOffset="90124.14">24529 7161 209 0,'-3'-6'305'16,"-1"3"2"-16,3 0-2 0,1 3-12 0,-4-5-10 15,3 2-36-15,1 3-27 0,-3-4-24 0,3 4-20 16,0 0-24 0,0 0-21-16,0 0-16 0,0 0-16 0,-6 17-15 15,2 0 5-15,-2 7-20 0,-1 3-10 0,1 4-9 16,-2-1-1-16,3 2-11 0,0 0-18 0,3-1-25 15,0 2-32-15,4 0-34 0,5-3-43 0,-3-1-64 16,7-3-75-16,1-2-220 0,-2-9-513 0,3-6 226 16</inkml:trace>
  <inkml:trace contextRef="#ctx0" brushRef="#br0" timeOffset="90562.3">25065 7393 84 0,'0'0'310'0,"0"0"-15"0,-8-2-16 16,8 2-7-16,0 0-23 0,0 0-30 0,0 0-17 15,0 0-20-15,0 0-18 0,11-8-17 0,-5 6-14 16,3-5-11-16,3 4-20 15,4-1 2-15,2-6-18 0,0 5-5 0,0-5-12 16,8-1-5-16,-3-2 12 0,0 0-11 0,0-1-3 16,1-3 0-16,-4-1 11 0,0-2-8 0,1 1-1 15,-2-5-7-15,-2 3 2 0,1-2 0 0,-4 2 2 16,1 0-1-16,-8 5 5 0,2-1-3 0,-5 5 0 16,-3 0-14-16,0 0-6 0,0 2-12 0,-3 0-15 15,-2 2-12-15,-1 2-19 0,-5 1 10 0,-4 5-1 0,-3 0 0 0,-5 3-3 16,-5 8-1-16,-3 3 14 0,0 6-16 0,1 2 1 15,-2 2-2-15,-6 10 1 0,1 2-1 0,13-7 7 16,3 1 2-16,1 4-2 0,5-4-8 0,5 1 0 16,6 1-5-16,6 0-3 0,10-2-12 0,10-4-7 15,16 5-29-15,7-3-45 0,5-5-70 0,9-11-77 16,3-3-293 0,0-4-600-16,0-5 266 0</inkml:trace>
  <inkml:trace contextRef="#ctx0" brushRef="#br0" timeOffset="91186.37">25786 6771 239 0,'5'-1'217'16,"-5"1"-23"-16,8 0-22 0,-8 0-20 0,9 0-7 16,-9 0-21-16,11 4-16 0,-7 0-4 0,4 2-12 15,-2 0-9-15,-2 3-9 0,0 0-3 0,0 0-5 16,-3 6 1-16,-2-4-12 0,-2 2-8 0,-2 3-1 16,-1 0-6-16,-1-1-1 0,-4 1-4 0,2-2-3 0,1-3 0 0,0-2-2 15,-2 0 3-15,5-4 0 0,-3 3 2 0,5-4 5 16,0 1 13-16,-1-1 4 0,-1 0 13 0,3 0 24 15,-1-1 23-15,1 0 23 0,2-3 27 16,-2 2 3-16,2-2-17 0,0 0-6 0,0 0-9 0,4-15-14 16,3 8-13-16,1-4-6 0,-3 2-12 0,7-5-12 15,-2 0-10-15,4-1-3 0,0-6 5 0,-1 6-17 16,0 0-5 0,1-1-9-16,-5 6 11 0,-1 2 10 0,-1-1-7 0,-2 5-4 15,0 0-9-15,-1 0 2 0,-1 1-17 0,1 0-16 16,-4 3-26-16,4-4-25 0,-1 1-25 15,-3 3-21-15,0 0 5 0,5 7 2 0,-3 1 1 16,0 2 10-16,1 8 4 0,-1 0 3 0,4 9 9 0,5-1 5 16,-1 1 2-16,3 2 8 0,6-3 0 0,0 1-15 15,6-3-36-15,0-3-51 0,3-3-52 0,3-4-80 0,-4-3-291 16,0-5-607-16,-6-6 269 0</inkml:trace>
  <inkml:trace contextRef="#ctx0" brushRef="#br0" timeOffset="91494.81">26376 6332 8 0,'-1'-4'301'16,"1"4"-33"-16,0-7-31 15,0 7-29-15,0 0-24 0,0 0-19 0,12 24-19 16,-1 5-13-16,7 22-12 0,-3 5-9 0,12 31-8 16,-4 5-11-16,-1 12-10 0,-3 3-1 0,-6 6-9 15,-7-1-7-15,1-4-5 0,-1 1-6 0,-1-5-3 16,0-5 16-16,-5-2 3 0,-5-12-3 0,-4 0-3 16,-5-28-2-16,-13 21 0 0,2-24-6 0,-24 13 2 0,-20-9-5 15,-14-6-1-15,-17-5-2 0,-13-3-9 0,-15-5-25 16,-14-3-42-16,-12 6-83 0,-14 1-128 0,-20-10-250 0,-5-7-526 15,-14-8 233-15</inkml:trace>
  <inkml:trace contextRef="#ctx0" brushRef="#br0">3024 10338 31 0,'-9'5'101'0,"0"0"-8"0,-1 2-4 15,-4 2-7-15,-3 1-1 0,2 0-4 0,-2 0-15 16,-2 1-2-16,0-1-7 0,-3 8-3 0,1-4-4 16,-2 0-1-16,5-2-8 0,-7 1 10 0,9-1-16 15,-6 1 7-15,3 0-1 0,2-2 1 0,3 0-2 16,0 1-7-16,1 0-7 0,3-3 3 0,1-1 1 16,3 2-7-16,1-2-7 0,1 1 12 0,3 3-15 15,1-3-3-15,1-1-14 0,-1 4 27 0,9-2-10 16,0-1 3-16,5 6 1 0,4-4 6 0</inkml:trace>
  <inkml:trace contextRef="#ctx0" brushRef="#br0" timeOffset="98057.58">3392 10922 177 0,'0'0'302'0,"0"-8"-12"0,0 8-16 0,-4-5-8 15,4 2-19-15,-1-2-22 0,1 5-26 0,-1-4-18 16,1 4-17-16,-4-3-15 0,4 3-24 16,0 0-24-16,-4-3-15 0,4 3-11 0,0 0-8 15,-17 5-12-15,11-4-4 0,-4 6-11 0,1 0-4 0,0 0-7 16,-1 1-1-16,-2 4-4 0,4-4-3 0,-3 6-4 15,3-5-2-15,1 0-3 0,2 2-3 16,-3-1-1-16,3-1-1 16,1 2 0-16,3-1-1 0,-2 0 3 0,3-2-3 15,3 2-1-15,-2-3 4 0,4 0 2 0,3-2 3 16,2 0 3-16,-1-1-1 0,7-1 3 0,1-3 7 16,4-2-5-16,-3-1 5 0,2-2 14 0,-4 0 21 0,0-1 13 0,-2-1 18 15,-4-1 4-15,-1 2 13 0,1-5-7 0,-2 3-9 16,0-4-1-16,-3 0-4 0,-1 3-9 0,1-1 0 15,-5-2-19-15,1 1-6 0,-2 1-6 0,-3-1-9 16,-1 2-14-16,1 1-5 0,-1-1-19 0,-3 3-19 16,-2-2-23-16,1 5-12 0,0-1-25 0,-1 4-19 15,1 0-25-15,-4 1-18 0,0 2-20 0,3 0-26 16,-3 3-23-16,2 2-32 0,2-1-29 0,1 2-249 16,3-1-561-16,1 1 249 0</inkml:trace>
  <inkml:trace contextRef="#ctx0" brushRef="#br0" timeOffset="98279.93">3900 11093 54 0,'0'0'294'0,"6"3"-22"0,-6-3-24 0,4 1-25 0,-4-1-23 15,0 0-19-15,-3 5-19 0,3-5-19 16,-11 8-11-16,3 0-13 0,-5 2-13 0,-2 1-8 16,-1 3-30-16,-1-2-28 0,-4 5-38 0,1 1-37 15,1-1-55-15,4-5-61 0,-2 1-194 0,0-2-373 16,7-2 165-16</inkml:trace>
  <inkml:trace contextRef="#ctx0" brushRef="#br0" timeOffset="99598.57">3052 10439 150 0,'0'-4'185'0,"0"4"-4"0,0-5-13 0,0 5-4 15,0-3-5-15,0 3-18 0,0 0-10 0,-2-9-8 16,2 9-7-16,2-4-11 0,-2 4-4 15,0 0-10-15,0 0-9 0,-3-3-7 0,3 3-10 0,0 0-10 16,-7-1-13-16,7 1 11 0,-10 0-6 0,10 0-4 16,-18 4-8-16,6 0-4 0,-2-1-4 0,-1 3-3 15,-7 2-4 1,-2 3-2-16,6-2-3 0,-7 3 1 0,-1 1-6 16,2 1-1-16,1 3-4 0,-2-4 0 0,9 2-3 15,-6 2-1-15,2-1-1 0,4 0 0 0,4-2 0 16,-1 3-3-16,1 0 0 0,1 4-1 0,2-4-2 15,0 2 1-15,5-1 0 0,1 0 2 0,3 0 1 16,2 2-3-16,2-1 2 0,3 0-1 0,9 3 1 16,-1 0 6-16,5 0-2 0,5-1 1 0,0-1-1 0,2-1 0 0,0-2 2 15,1 2 2-15,-2-1 4 0,-2-2-1 0,0 2-7 16,-1 0 0-16,-10-4-2 0,1 2 0 0,-3-3 0 16,-2 3 2-16,-1-2-4 0,-3-2 5 0,-4 1 6 0,-1 3 14 15,-7-3-4-15,-1 2 4 0,-6-1 2 0,-6 2 3 16,-5-2-8-16,0-2 3 0,-7 0 4 0,0-2 2 15,-4-2 0-15,0-1 6 0,0-2 11 0,1-1 8 16,0-3 10-16,3 1 10 0,3-2 15 0,1-3 9 16,10 3 16-16,0-2 5 0,7 2 7 0,3-2-2 0,-1 1-7 15,0 0-8-15,4 1-7 0,5 0-12 0,-8-3-12 16,8 3-13-16,-6 0-23 0,6 0-27 0,0 0-35 16,0 0-15-16,0 0-34 0,15-4-27 15,-6 3-41-15,2-1-51 16,1 1-67-16,1-1-321 0,1 0-625 0,-4-3 277 0</inkml:trace>
  <inkml:trace contextRef="#ctx0" brushRef="#br0" timeOffset="100331.35">4492 10542 48 0,'-6'1'147'0,"2"-1"-9"0,-3 2-12 0,7-2-16 16,-7 0-13-16,7 0-9 0,-9 1-4 0,9-1-7 16,-6 2-8-16,2-1-2 0,4-1 0 0,-8 1-3 15,8-1-2-15,0 0-4 0,0 0 5 0,0 0 3 16,-6 1 4-16,6-1 0 0,0 0-4 0,0 0 3 16,0 0 3-16,0 0-12 0,0 0 8 0,0 0 8 0,0 0 4 0,36 4-5 15,-7-8-3-15,8 2-5 0,4-1-6 0,22-1-8 16,-6 1 6-16,6-5 6 0,-1 3 1 0,2 1 0 15,-1-3-2-15,-7 3-9 0,-1 0 1 0,-18 2-1 16,-4-1-1-16,-2 1-15 0,-8 0-7 0,-6 1-1 16,-6 1-24-16,1 0-19 0,-6 0-26 0,1 0-28 15,-7 0 2-15,0 0-5 16,0 0-6-16,0 0-16 0,-34 10-27 16,15-5-12-16,-10 2-11 0,-1 0 0 0,-1-1-6 15,2 2-7-15,2-2-146 0,0 4-323 0,5-6 144 0</inkml:trace>
  <inkml:trace contextRef="#ctx0" brushRef="#br0" timeOffset="100647.45">4878 10604 25 0,'0'0'222'0,"12"-7"0"0,-10 6 10 15,2-1 4-15,0-2 4 0,-3 1 5 16,-1 3-2-16,5-7 3 0,-1 7-12 0,-4 0-9 16,1-2-16-16,-1 2-15 15,3-3-35-15,-3 3-11 0,0 0-26 0,0 0-30 16,0 0-23-16,0 0-43 0,0 0-7 0,1 15-2 0,-2-3-6 15,-2 8-1-15,-3 10-2 0,-3 3 4 16,1 12-3-16,-1 3 3 0,-1-2-2 0,4-12 3 16,0 12-7-16,0-12 1 0,4-3 3 0,-1 1 10 15,1-4-17-15,-1 0 2 0,3-9-2 0,-1-2 2 16,2 0 1-16,2-5 0 0,-3-3 0 0,1-1 0 16,-2-2 2-16,1 0 0 0,0-2 7 0,0 1 0 15,0-2 6-15,0-3 13 0,0 6-2 0,0-6 9 16,1 5 1-16,-1-5-7 0,0 4 6 0,0-4 0 0,0 0-6 0,0 0-21 15,0 0-42-15,0 0-38 0,5-10-33 0,-2 3-40 16,-1 1-47-16,6-5-60 0,3 1-290 0,2-5-580 16,-2 1 257-16</inkml:trace>
  <inkml:trace contextRef="#ctx0" brushRef="#br0" timeOffset="101441.39">5451 10549 104 0,'2'-6'318'0,"1"-2"-3"16,-1 2-20-16,1 3-27 0,0-1-33 0,-2 1-25 16,0-1-24-16,-1 4-27 0,3-3-18 0,-3 3-20 15,0 0-14-15,4 12-8 0,-2-1-14 0,-1 5-9 16,1 12-11-16,-2-1-6 0,-2 7-5 0,1 0-8 15,-4 14-2-15,0-13 10 0,-2 13-20 0,-4-2 0 16,5-12-3-16,-1 3-3 0,1-4-6 0,-1-3-3 16,1-2 10-16,1-4-14 0,1-5 2 0,3-4-1 0,-2-5-1 0,2-1-2 15,1-1 15-15,-4-3 20 0,4-1 30 0,0 2 38 16,0-4 44-16,0-2 34 0,-1 4 22 0,1-4 9 16,0 0-21-1,0 0-23-15,10-12-17 0,-2 2-17 0,2-4-18 0,0-2-13 16,8-5-20-16,-1-2-27 0,-2 3-11 0,-2 3-13 15,-3 3-6-15,1 2-14 0,-3 3-7 0,0 1-16 16,-3 0-22-16,1 3-26 0,-1 1-31 0,1 1-28 16,0 3-13-16,-6 0-6 0,16 6-1 0,-7 1 6 15,2 3-8-15,0 1-1 0,2 4 3 0,-3-1-5 16,3-1-7-16,-4 2-7 0,5 1-5 0,-3 0 2 16,-1-2-2-16,2-2-2 0,-3-3 13 0,0 0 5 15,0-2 5-15,-1-1 18 0,-3-2 9 0,-1 2 18 16,0-4 15-16,0 2 31 0,-1-1 18 0,2-3 15 0,-5 0 5 0,4 3 18 15,-4-3 14-15,5 1 8 0,-5-1 6 0,0 0-1 16,0 0-1-16,8-4-5 0,-5 1-4 0,0 1-5 16,1-2-1-16,1 1-4 0,4-4-2 0,-1 1 3 15,3-1-8-15,6-3 1 0,-2-2-5 0,5 3 2 16,-1-3 6-16,0 0 6 0,3-2 4 0,2-4 13 16,-1 4 11-1,-2-3 7-15,-4 2-1 0,1-3 10 0,-4 3 11 16,0 1 12-16,-5-3-1 0,0 3 10 0,0 3-4 15,-4 1 13-15,0-2 3 0,-1 2 10 0,-4 5-17 0,0-2-2 16,0 1-17-16,-1 0-10 0,-3 4-12 0,-4-1-15 16,-3 3-5-16,-6 3-12 0,-2 5 2 15,-7 2-7-15,3 2-5 0,5 1-6 0,-4 2-5 16,2 7-4-16,6-7 0 0,3 2-6 0,-3 7-16 0,5-1-5 0,1 1 2 16,4 0-3-16,7-6-6 0,2 4 8 0,8-1 4 15,2-1 5-15,4-1 4 0,7-5 2 0,2-3 1 16,5-2 2-16,3-3 2 0,2-1-3 0,13-2 8 0,-12 0-5 15,-1-3 3-15,-1-3 0 0,-5 6 25 16,-10-7 5-16,-2 3 11 0,-7 0 12 0,-1 1 12 16,-1-1 11-16,-5 1-3 0,2-1-6 0,-3 1-3 0,-5 0-6 0,9-2-9 15,-9 2-14-15,0 0-31 0,8 0-40 0,-8 0-56 16,0 0-55-16,0 0-68 0,6 2-60 0,-6-2-75 16,0 0-98-1,0 0-301-15,0 0-802 0,0 0 354 0</inkml:trace>
  <inkml:trace contextRef="#ctx0" brushRef="#br0" timeOffset="102473.14">8004 10674 146 0,'-9'-10'227'0,"0"1"-18"16,-3 2-16-16,-3-1-22 0,0 1-17 0,-4 3-13 31,1 1-11-31,-3 3-15 0,1 0-10 0,-3 4-15 0,4 4 2 16,-8 2-16-16,0 4-8 0,4 6-7 0,6-1-7 0,1 4-5 15,4-6-5-15,0 4-1 0,3 3-7 16,3-5-4-16,4-2 0 0,2 1-6 0,4 2 0 16,1-5-1-16,5 0 1 0,3-4-3 0,2 0-2 15,6-2 0-15,0-6-3 0,7 1 0 0,3-6 1 16,-2 0-2-16,-1-5-2 0,-2-1 1 0,0-4-2 16,-8 0 1-16,-3 4 8 0,4-7 3 0,-6 2 6 15,-3-2 3-15,-1-1-2 0,-1-1-1 0,-3-3 5 16,0 3-1-16,-4-4-2 0,-1 3 15 0,3 3-11 0,-6-2 2 0,3 6 4 15,-2 1-6-15,-2 0 5 0,3 5-8 0,-2 0-19 16,-1 1-11-16,2 3-5 0,2 1-6 0,0 0-2 16,-21 13 0-16,12 1 2 0,-4 10 2 0,-1 7-3 15,4 4-1-15,-8 12 2 0,5 5-3 0,0 3 1 16,2-1 2-16,4 3 3 0,1-2-4 0,2-3 0 16,1-1 4-16,3 1-2 15,1-5-1-15,4 2 3 0,2-3-3 0,-2-9 9 0,2 9 4 16,0-14 4-16,2 1-3 0,-2-4 2 0,-2-1 0 15,1-5-2-15,-4-7 2 0,3 1-2 0,-5-5 0 16,1 1 3-16,-1-4-3 0,-1-1 3 0,-1-3 6 16,-2 2 7-16,-3-2 2 0,-3-1 3 0,-4-4-2 15,-2 0-4-15,-5-5 5 0,0 1 7 0,-5-8 4 16,-1-1 13-16,0-5 1 0,-1 0 2 0,3-6-1 0,2-2-4 16,2-1 18-16,2-5-11 0,6-3-7 0,3-10-9 15,10-3-12-15,5 0-3 0,5 1-9 0,6-1-3 16,5 4-4-16,5 1 3 0,3 3-6 0,3 5 1 15,-5 9-5-15,13-9 3 0,1 4-5 16,1 5 6-16,-8 8-5 0,-1 0 0 16,1 2 10-16,-5 1-10 0,-1 3-1 0,-8 1 2 0,-4 6 7 0,-3 0-4 0,-3 1 0 15,0-2-6-15,-5 4 5 0,2 0-7 0,-4 1 4 16,3 1-5-16,-3-4 1 0,-3 4-12 0,8-3-35 31,-8 3-18-31,0 0-33 0,0 0 0 0,0 0-2 0,0 7-18 0,0-7-27 16,-9 8-26-16,4-1-43 0,1-3-44 0,-6 2-195 15,6 1-492-15,0-3 218 0</inkml:trace>
  <inkml:trace contextRef="#ctx0" brushRef="#br0" timeOffset="103224.15">8461 10948 206 0,'0'0'289'0,"-2"3"-8"0,2-3-15 16,0 0-32-16,0 0-24 0,6-11-22 0,-2 7-18 16,1-1-16-16,8-2-6 0,-3 0-25 0,3-4-12 15,3 2-8-15,2-3-10 0,3-5-9 0,0 2-3 16,1-2-6-16,-4 5 1 0,0-7 0 0,-4 4-1 16,3 1-4-1,-7-1-8-15,4 1-2 0,-5-3-2 0,-4 10-1 16,0-5-1-16,-1 2 0 0,-1 1-9 0,-2 3 7 15,-1-1-25-15,-3 2-11 0,-1 0-11 0,-2 3-6 0,-3-1 11 16,-5 1-14-16,-4 4 0 0,-1 3-4 0,-8 5 0 16,0 3 5-16,2 2-8 0,2 2 0 0,1 1-2 15,2 2 5-15,-1 1-6 0,6 1 2 16,-2 4-2-16,3-1 2 0,4-1 2 0,0 5 2 0,6-4 0 0,1-6 3 16,3 0 0-16,3-1 1 0,4-1 5 0,4-1 0 15,3-4 5-15,1 0-5 0,8-3 8 0,6-4 0 16,3-2-3-16,2-5-1 0,0-3 1 0,2-5 1 15,-4 0-4-15,1-2 0 0,-1-3 2 0,-4-1 0 0,-4-1 4 16,-2-3 10-16,-3 1 4 0,-1-5-1 0,-2 1 0 16,-5-5-2-16,2-1-3 0,-3 0 0 0,-1 2-2 0,-1 1 19 15,-3 4 17-15,-1 5 30 0,-2 0 7 0,2 6 13 16,-3-2 7-16,3 5 8 0,-4 1-17 0,3 1-7 16,-3-1-17-1,1 3-14-15,-1 2-14 0,0 2-32 0,1-7-34 0,1 5-32 16,-2 2-6-16,0 0 9 0,0 0-8 0,-2 15 12 15,0-4 2-15,-2 8 7 0,0 6 2 0,-1 4-3 16,-1-2 7-16,0 3 8 0,-1-1 0 0,-1 2 0 16,2 2 5-16,-2-5-3 0,4 0 6 0,-1-5-1 15,1-5 0-15,4-7 3 0,-1-1 4 0,-2-1-2 16,1-2 15-16,2-1 19 0,-1-1 29 0,1 0 30 16,0-5 42-16,0 2 39 0,0-2 33 0,-3 3 21 15,3-3-5-15,0 0-26 0,0 0-17 0,14-15-18 16,-6 4-12-16,0-2-22 0,3-3-8 0,2-5-14 0,3-2-14 0,-2 0-9 15,4 1-11-15,-2-3-11 0,-1 5-7 16,-4 4-4-16,3 3-9 0,-5 3-5 0,-1 2-6 0,-3 1-6 16,0 2-12-16,3 1-19 0,-7-1-19 0,3 3-27 15,1 2-16-15,-5 0-11 0,12 2-13 0,-6 2-5 16,7 2-14-16,2 4-17 0,2 1-26 0,1 1-26 16,4 4-21-1,0 2-22-15,-4-7-23 0,4 5-20 0,-1 1-29 0,-4-6-29 16,-1-2-13-16,-1-2-305 0,-5-1-704 0,2-1 312 15</inkml:trace>
  <inkml:trace contextRef="#ctx0" brushRef="#br0" timeOffset="103552.67">9381 10940 18 0,'0'0'219'0,"3"-4"11"15,-3 4-8-15,0-5-6 0,0 5 0 0,0 0 4 16,0-5-2-16,0 5 8 0,0 0-11 0,0-4-1 16,0 4-10-16,0 0 2 0,3-4-14 0,-3 4-10 15,0-4-27-15,0 4-16 0,5-5-16 0,1 1-16 0,2-4-6 16,1 3-14-16,3-2-6 0,1-3-6 15,4-1-8-15,-1 0-8 0,2 1-9 0,-4-2-12 16,4 0 23-16,-4 0-20 0,0-2 0 0,3-3-9 16,-2 2-5-16,-1 1 0 15,-1-3 1-15,-3 5-7 0,1-5 4 0,-5 5 5 16,1 1 11-16,-3 1-14 0,0-1 13 0,-2 2 1 16,-1 4-14-16,0-2-1 0,-1 1-16 0,-1 0-6 15,-2 3-14-15,-2 0-4 0,0 2-5 0,-6 1-7 0,-1 2 4 0,-2 3-3 16,-1 2-4-16,-4 5 23 0,-1 2-15 0,0 3-4 15,-2 3 4-15,5 0 3 0,-2 4 0 0,5-1 1 16,2 0 1-16,1 0 12 0,6-3-7 0,2-3-22 16,1 2-7-16,3 0-14 0,2-1-13 0,5 1-15 15,3-3-18-15,3-3-31 0,8 2-49 0,6-4-80 16,-1-3-304-16,1-5-610 0,3-4 270 0</inkml:trace>
  <inkml:trace contextRef="#ctx0" brushRef="#br0" timeOffset="103991.71">9761 10679 27 0,'0'-5'389'0,"0"0"4"0,0 1-24 16,1-1-4-16,-1 2-27 0,0-2-12 0,3 1-36 15,-3 4-31-15,1-5-22 0,-1 5-29 0,1-3-31 0,-1 3-11 16,0 0-19-16,4-2-22 0,-4 2-14 0,0 0-14 15,12 5-22-15,-8-1-17 0,2 2-6 0,0 2-16 16,-2 3-5-16,2 0 0 0,1 6-12 0,-2 1 4 16,-1 2-8-16,-2 1-2 0,-2 3-2 0,-1 0 5 15,1-5-6-15,-1-2 2 0,-2 0-7 0,3 0 2 16,-1-5-1-16,-2-4 1 0,2 3 0 0,0-5 6 0,0-2-2 0,-1 1 7 16,2-2-2-16,-1 1 65 0,1-4 54 15,1 4 40-15,-1-4 34 0,0 0 16 0,0 0-11 16,0 0-19-16,0 0-21 0,8-13-16 0,-4 2-21 15,2-5-11-15,3 0-18 0,4-9-10 0,-2 3-19 16,2-4-16-16,2 0-10 0,2-1-10 16,-3 4-8-16,-4 5-6 15,3 1-6-15,-4 4-6 0,0 1-13 0,-4 3-11 0,4 0-17 16,-5 2-19-16,0 2-17 0,0 0-28 0,-2 1-30 16,1 2-42-16,-2 0-41 0,3-1-49 0,-4 3-14 15,0 0 3-15,14 3-10 0,-9 0-13 0,5 3-24 0,3-1-19 0,0 0-2 0,5 5 29 16,3-3 30-16,5 3 3 0,3-4-245 0,-7-1-552 15,6-2 244-15</inkml:trace>
  <inkml:trace contextRef="#ctx0" brushRef="#br0" timeOffset="104639.1">10346 10686 167 0,'6'-4'184'0,"1"-4"11"15,-4 3 6-15,0-3 6 0,1 2 3 0,-8-1 3 16,4-1 3-16,-1 2-18 0,-1 0-4 0,-1 0-20 16,-1 1-14-16,-2 0-19 0,-1 0-13 0,2 2-15 15,-6 1-16-15,0 1-9 0,-1 2-10 0,-1 3-10 16,-4 2-11-16,3 3-4 0,-4-1-3 0,4 3-9 0,-2 4-6 0,3-1 0 15,0 3 1-15,-1 4-8 0,1 1-3 0,1-4-2 16,3-1-3-16,3-1-9 0,1-2 2 0,2-3-1 16,1-1 2-16,1-1-2 0,1-1 6 0,0-4 13 15,1 0 11-15,4-1 5 0,2-2 5 0,0-1 0 16,5-2 8-16,-1-4 19 0,2 1 2 0,1-4 4 16,2-3-5-1,-1-1-2-15,-1 0-9 0,2-3-6 0,-1 2-2 0,0 1 12 0,-2-1-17 0,1-2-3 16,-4 4-2-16,0-1 6 0,-1 5-9 15,0 2-1-15,-4 1-7 0,-1-1-6 0,0 2-9 16,-1 0-15-16,-1 2-17 0,3-1-22 0,-5 3-9 16,6 0 0-16,1 4 2 0,-2-1-8 0,0 2 21 15,4 3-8-15,-1 0 2 0,1 1-2 0,2 2 0 16,-2 0-8-16,0-3-6 0,0 4-6 0,-1-6-1 16,1 4 0-16,-3-4 4 0,2 2 8 0,-1-4 7 0,-2-1 8 15,1-3 8-15,0 0 6 0,3 0 5 0,0-3 24 16,-1-3 15-16,1-2 9 0,-1-1 24 15,1-4-3-15,-1-2 19 0,2 0 0 0,-5-1 2 16,3-2 10-16,-2 0 5 0,2-4-5 0,-3-3-2 16,3-1-9-16,-3-1-2 15,0-2-12-15,2 0-2 0,0-1-3 0,1 2 7 16,-3-1-5-16,0 3 10 0,3 1-4 0,-6 8 1 16,2 1-4-16,-1 4 6 0,-2 2-3 0,1 0-3 0,0 5-7 0,-2-4-9 0,1 6-11 15,0-2-8-15,1 1-25 0,-2 4-28 0,0-5-34 16,0 5-31-16,0 0-1 0,0 0 9 0,-4 17 3 15,0 0 10-15,0 8 7 0,-6 4 2 16,0 4 7-16,-6 13 6 0,1-2-1 0,-3 1 6 16,9-10 3-16,-1-2 4 0,-1 1-5 0,4 0 24 15,-1 0-8-15,3-1-1 0,1-2 4 0,3-5 9 16,0-7-5-16,-1-2 15 0,4-3 5 0,-2-3 15 16,0 1 10-16,2-3 14 0,2 0 18 0,-3-4 25 15,3 0 13-15,4 2 8 0,6-4 2 0,4-2-14 16,13 0-9-16,7-3-7 0,13-4-9 0,7-5-30 0,4-2-70 0,28-9-86 15,-28 3-112-15,25-10-131 0,-32 7-179 0,1-4-307 16,-6 3-910-16,-5-5 402 0</inkml:trace>
  <inkml:trace contextRef="#ctx0" brushRef="#br0" timeOffset="105509.97">12716 10326 109 0,'-1'-4'287'0,"1"0"-22"15,0 4-20-15,0-7-26 0,0 7-25 0,-4-2-21 16,4 2-21-16,-8-3-16 0,8 3-10 0,-12 3-19 16,3-1-11-16,-4 5-12 0,-3 1-6 0,-2 2-9 15,-3 6-5-15,-2 1-10 0,0-2-3 0,0 2-9 16,4 2-4-16,-4-2-4 0,4 1-5 0,6-2-2 0,4-1-3 0,-2 1-1 16,4-2-6-16,1 1-4 0,3-2 5 0,3 3-2 15,2-1-3-15,3 2 2 0,2-2 4 0,6-1-7 16,-1 0 2-16,3-1 0 0,4-1-3 0,4 0 1 15,0 5-3-15,-1-5-1 0,-3 0-1 0,0-1 0 16,-2-5-4-16,-2 6 1 0,-5-7 0 0,-1 2-2 16,-1-2-4-16,-2-2-1 15,-1 2-2-15,-1-1 2 0,-1 1 3 0,-3-2 2 16,-1 3-1-16,-5-1 6 0,-5 1 0 0,-4 1 4 16,-6 1 0-16,2-1-3 0,-9-3-1 0,-3 0 1 0,1-1 1 0,0 0-1 15,-1 0-3-15,3-3 1 0,7 1-1 0,3-1 3 16,-1 0 0-16,2-1-2 0,7 0-12 0,-2-1-19 15,5 1-31-15,-1 1-28 0,4-2-48 0,4 2-85 16,-1-5-205-16,6 0-456 0,4 3 202 0</inkml:trace>
  <inkml:trace contextRef="#ctx0" brushRef="#br0" timeOffset="105910.9">13269 10501 169 0,'-11'-4'270'16,"1"0"-23"-16,-3 4-21 0,3-3-23 0,-4 3-20 16,-4 3-19-16,2 1-17 0,-4 2-19 0,2 3-13 0,-1 3-11 0,-1 6-13 15,2-9-8-15,-2 12-14 0,3-1-5 0,3-5-5 16,1 7-5-16,4-8-9 0,0 3-4 15,4 0-4-15,4-1-4 0,-2-3 3 0,7-2 4 16,1 1-2-16,3 1 6 0,5-3 2 0,1-2 5 16,5-1 2-16,1-3 20 0,1-3-2 0,8-2-3 0,-2-3 2 15,1 1 7-15,0-5 0 0,-9-1 9 16,-2 1 9-16,2-2 7 0,-3-2-6 0,-1-2 19 0,-4 3-31 0,1-7-6 16,-3 4-12-16,-3-6-27 0,-3 3-7 0,-2-2-30 15,-4-3-4-15,1 4-10 0,-3 0-8 0,-4 1-14 16,-3 3-10-16,-1 1-13 0,-4 1-8 0,-1 3-5 15,0 2-9-15,-4 2-3 0,3 3-14 0,-3-1-17 16,4 1-27-16,6 4-25 0,-1 1-33 0,1-3-50 16,2 2-193-16,6 1-478 15,3-2 211-15</inkml:trace>
  <inkml:trace contextRef="#ctx0" brushRef="#br0" timeOffset="106242.46">13534 10176 85 0,'0'-15'394'0,"-1"4"3"0,1 1 1 0,1 1-20 16,-1 3-36-16,0-1-37 0,-1 4-37 0,1-2-32 16,1 1-56-16,-1 4-55 0,0 0-12 0,0 0-16 15,2 14-10-15,-1 1-10 0,1 11-6 0,0 6-9 16,2 1-8-1,-4 14-9-15,0 2-2 0,0 1-3 0,0 0-5 0,0 1-2 16,-3-5-6-16,2-8 0 0,-1-3-7 0,5-1-7 16,-2 0 5-16,-1-2 1 0,3-6 0 15,-2-6-4-15,0-2-1 0,1-2 4 0,-2-7 0 16,1 3-6-16,0-7 5 0,2 2 0 0,-3-2 6 16,0-1 2-16,0 0 28 0,1 0 13 0,-1-4 5 0,1 4 11 15,-1-4-5-15,1 2-1 0,-1-2-9 0,0 0-24 0,0 0-41 16,0 0-58-16,0 0-51 0,-10-13-53 0,8 8-60 15,-2 0-53-15,1-3-55 0,0 1-266 0,0 1-643 16,3-2 285-16</inkml:trace>
  <inkml:trace contextRef="#ctx0" brushRef="#br0" timeOffset="106858.9">13870 10507 265 0,'4'0'313'0,"-4"0"-38"16,0 0-32-16,0 0-24 0,0 8-25 0,-5-4-17 15,-3 5-18-15,2 2-19 0,-3 5-14 0,0 0-12 0,0 1-3 0,-5 7-20 16,3-1-11-16,-1 2-4 0,2-2-8 0,3-6-8 16,2 0-9-16,0-2-17 15,3-3-6-15,-2-4-3 0,3 0 0 0,-1-4 4 16,0 1 13-16,1-1 37 0,1-1 32 0,0-3 45 15,0 0 0-15,0 0-14 0,0 0-14 0,9-12-19 16,-1 3-5-16,1-4-11 0,4-2-19 0,1-2-4 0,2-4 0 0,1 0-16 0,1-2-24 16,4 4-17-16,-7 5 4 0,-2-1-3 0,1 6-4 0,-4 1 1 15,-2 0-4-15,-3 3-4 0,0 1-19 0,2 1-11 16,-4 3-16-16,-3 0 1 0,0 0 1 16,13 4 1-16,-7 2 2 0,0 3 5 0,0 0 6 15,1 3 6-15,2 2 10 0,3 1-14 0,1 1 11 0,1 0 0 16,2 5 0-1,4-3 6-15,-6-5 4 0,5 1-7 0,-3-4-6 16,0-1-3-16,1-3 1 0,-5-3 4 0,1-1 0 16,0-3 2-16,-1-1 2 0,1-5 1 0,2 1 0 15,-8-5 2-15,6-1-1 0,-3-3 5 0,-1 1 0 0,0-3 0 16,-4-3 4-16,2-4 19 0,-5-3-13 16,2 0 10-16,-1-4-5 0,-2-1 0 0,-1-3 3 15,5 1-7-15,-9-17 2 0,4 3-1 0,5 14 2 0,-2-3 9 0,-3 4 16 16,-3 1 29-16,6 7 15 0,-3 7 5 0,0 3-2 15,-3 5-12-15,3 2-10 0,0 0-20 0,0 3-37 16,0 4-41-16,0 1 2 0,0 0 7 0,-5 14 0 16,4 2 0-16,-3 8 8 0,-2 8 2 0,-1 4-3 15,-2 10 3-15,-1 0 1 0,1 0 5 0,1-11-2 0,5 0 4 16,-2-1-1 0,3-3-18-16,4 0-2 0,0-3-18 0,1-2-9 15,-1-9-18-15,-2 0-13 0,1 0-26 0,2-4-21 16,-3-2-26-16,1-1-20 0,3-3-29 0,0-3-62 15,-3-2-180-15,-1-2-492 0,0 0 219 0</inkml:trace>
  <inkml:trace contextRef="#ctx0" brushRef="#br0" timeOffset="107012.28">14181 10473 136 0,'0'0'209'0,"0"0"-22"16,-4 3-18-16,4-3-14 0,10 2-13 0,8 0-14 15,15-2-14-15,21-2-11 0,9 0-47 16,2 2-80-16,28-3-206 0,-29-2-248 0,27-1 110 16</inkml:trace>
  <inkml:trace contextRef="#ctx0" brushRef="#br0" timeOffset="107328.53">14932 10444 209 0,'0'0'389'0,"-5"-2"-4"0,5 2-16 0,0 0-26 15,-6-3-25-15,6 3-39 0,0 0-29 0,0 0-22 0,0 0-34 0,0 0-19 16,0 0-29-16,0 0-30 0,-7 5-19 0,7-5-16 15,3 10-5-15,-3-4-15 0,0 2-5 0,0 4-9 16,0 1 10-16,0-1-18 0,0 5-6 0,0 0-10 16,0 0 24-16,0-1-25 0,0 0-2 0,1-4-41 15,-1 0-29-15,-1 5-17 0,1-6-19 0,0 0-25 16,0-1-17-16,0-2-20 16,0-1-22-16,-3-1 5 0,3-2 7 0,3-1-29 15,-3-3-275-15,0 0-500 0,0 0 222 0</inkml:trace>
  <inkml:trace contextRef="#ctx0" brushRef="#br0" timeOffset="107469.86">14852 10207 192 0,'-3'-18'300'0,"3"1"-21"0,-1 6-23 0,1 0-29 16,0 1-23-16,1 3-22 0,3 0-23 0,1 3-36 16,5 0-27-16,3 4-36 15,6 2-41-15,-2 3-53 0,2 2-53 0,9 3-71 16,-1 0-145-16,-2 4-329 0,4-2 145 0</inkml:trace>
  <inkml:trace contextRef="#ctx0" brushRef="#br0" timeOffset="107829.4">15400 10349 120 0,'-14'3'201'0,"-7"0"-17"0,3 2-14 0,-1 2-21 16,2 2-15-16,0 4-7 0,-1-1-19 0,0 7-12 16,0 0-9-16,3 2-8 0,0-1-8 0,4-2 5 15,1-1 8-15,5 2-5 0,5-3-1 0,0 2-1 16,8-4 2-16,2 1 5 0,0 2-6 0,7-7 1 0,7 2 1 16,3-4-2-16,4-1-1 0,-1-5-1 0,2-2-2 15,5-2-2-15,-2-2 7 0,-2-3 4 0,-1 0 0 0,-2-3 8 16,-1-1 1-16,-4-1-8 0,-3-3-3 0,-7 2-1 15,-2-1-8-15,1-2-6 0,-6-2-10 0,-2 1-12 16,-3-4-11-16,-2-3-10 0,-5 0-7 0,-4-1-2 16,1 7-6-16,-8-3-1 0,-1 0-4 0,-7 3-4 15,9 7 7-15,-13 1-10 0,5 3-5 0,-4 0-15 16,-1 4-16-16,-1 2-19 16,7 1-21-16,-7 5-31 0,9 1-36 0,1 1-47 15,1 2-26-15,7 1-252 0,1-3-511 0,8 5 226 16</inkml:trace>
  <inkml:trace contextRef="#ctx0" brushRef="#br0" timeOffset="108184">15901 10404 347 0,'0'0'345'0,"5"0"-27"0,-5 0-33 15,0 0-36-15,0 0-25 0,6 3-24 0,-6-3-23 16,0 0-17-16,0 5-19 0,-2 1-10 0,1 1-17 16,-2 1-8-16,-1 3-12 0,-1-1-9 0,1 0-9 15,-3 0-3-15,4 0-14 0,-2-1 0 16,4-2-7-16,-3-2-2 0,1 0-5 0,2-1-3 16,0 0 6-16,-1 0 31 0,2-4-3 0,8 0 5 0,1-3-2 15,5 0 3-15,5-3 5 0,7-4-2 0,3-1 7 16,-1 0 1-16,-1 1-5 0,-8 3-10 15,-1 1-1-15,0-2-7 0,-5 5-11 0,1-2-9 0,-4 1 1 0,2 4-17 16,0-2-4-16,-1 4-9 0,0 1-8 0,6 3-4 16,-1 0-11-16,-2 4-24 0,4 2-34 0,-4 0-36 15,3 1-42-15,-3 2-55 0,1-1-77 0,-2-1-402 16,0-3-727-16,-3-1 321 0</inkml:trace>
  <inkml:trace contextRef="#ctx0" brushRef="#br0" timeOffset="108916.27">18055 10360 2045 0,'-5'-13'92'0,"5"2"81"15,-4 1-8-15,2-2 18 0,-1 3-3 0,1 3-19 16,-1 0-5-16,3 0-15 0,-1 1-19 0,0 1-12 0,1-2-14 16,0 6-20-16,-2-4-15 0,2 4-18 15,0 0-16-15,0 0-8 0,0 0-7 0,-5 11-4 16,5-2 1-16,0 3-3 16,0 4-3-16,0 1 9 0,3 1-7 0,-2 0-3 15,-1 2 4-15,1-2-6 0,-1-2 2 0,3 1 1 16,-2 0 2-16,-1-5-1 0,3 0 3 0,-2-3 7 15,0 2-11-15,1-2-4 0,-2-4-11 0,0-1-6 16,0 1 0-16,0-1 2 0,0-4 9 0,1 5 0 0,-1-2 4 16,0-3-1-16,0 0-22 0,0 0-80 15,-12-8-84-15,3-1-66 0,-1-5-293 0,-8-6-593 0,0-4 264 0</inkml:trace>
  <inkml:trace contextRef="#ctx0" brushRef="#br0" timeOffset="109062.97">17894 10022 237 0,'3'-13'269'0,"-2"1"-1"0,0 0-9 0,2 2-9 16,-2 0-19-16,0 4-22 0,1 0-25 0,0 1-21 16,-2 0-20-16,0 1-26 0,2 1-25 0,-2 3-22 15,0 0-23-15,0 0-24 0,16 7-37 0,-7 1-34 16,-2 0-37-16,0 3-42 0,7 0-31 0,-5 2-197 16,4 0-386-16,1-2 171 0</inkml:trace>
  <inkml:trace contextRef="#ctx0" brushRef="#br0" timeOffset="109417.19">18693 10131 213 0,'6'1'333'0,"-6"-1"-31"15,0 0-29-15,0 0-26 0,0 0-29 0,0 0-22 0,0 0-23 16,0 0-20-16,-19 11-14 0,8-5-16 15,-6 2-11-15,0 1-12 0,1 3-13 0,3-1-9 16,-4 0-7-16,3 1-11 0,-1 0-4 0,6 1-9 16,-1 1-3-16,2 0-6 0,1 0-3 0,1 1-2 0,4 1-5 15,2-3-4-15,1-1-2 0,6 5-4 0,1-3 1 16,1 2-1 0,4-2-2-16,1 1-4 0,2 1 2 0,0-4-3 15,1 1-2-15,-1-1-1 0,1 0 3 0,-3-2-3 16,-1 1-4-16,-4-3-10 0,-2-2-9 0,-1 2-1 15,-3-3-4-15,-1 2 1 0,-4 1 5 0,-1-2 3 16,-6 4 2-16,-9-3 2 0,-12 5 3 0,-2-1-16 16,-5 0-44-16,-14-1-59 0,12-5-86 0,0-2-261 15,-12 0-508-15,15-6 225 0</inkml:trace>
  <inkml:trace contextRef="#ctx0" brushRef="#br0" timeOffset="110441.05">21174 9958 65 0,'-10'-9'250'0,"-4"-4"-25"0,-6 6-23 16,-7 0-18-1,-5 7-18-15,-1 0-19 0,-6 6-17 0,3 3-13 0,-2 4-11 0,5 4-15 16,1-3-7-16,0 4-9 0,4 2-9 0,1 1-7 15,7 1-11-15,1 2-5 0,7 0-4 0,2-7-11 16,6 3 1-16,4-3 1 0,4 3-5 16,7-4-1-16,2 0 1 0,11 0-6 0,3-3 3 15,5-2-1-15,4-7-4 0,1-1-4 0,3-3 2 16,-1-3-1-16,-2-3-2 0,-1-4 1 0,-5-2-4 16,-3 2 4-16,3-6-3 0,-7 0 2 0,-4-1 3 15,-6 3 7-15,0-3 4 0,-5 2 11 0,0-1 2 16,-4 0 24-16,3 7 6 0,-7-3 5 0,2 2 2 15,-2 3-1-15,-1 0-7 0,1 2-15 0,2 0-16 0,-3 5-15 0,0 0-9 16,0 0-2-16,0 0-5 0,-14 16-1 0,9 0 0 16,-3 11-4-16,0 1 1 0,3 5 1 0,-5 13 2 15,6 2 4-15,-1 0-10 0,1 2-1 0,0-1 1 16,3 0 5-16,-3-1-6 0,-1 2 4 0,4-2 0 16,4 3 4-1,-5-5-5-15,2 0-6 0,-1-12-2 0,2-2-1 0,-2-1-1 16,-1-4-2-16,-4 0 5 0,3-9 1 0,-3-3-1 15,2-3 6-15,-2-1 0 0,0-4 9 0,-3 0 6 16,-5-3 3-16,1-1-2 0,-6-5 2 0,-3-2 2 16,-5-2 8-16,-1-6 12 0,3-1 10 0,-1-3 23 15,2-1 10-15,2-2-1 0,3-4 8 0,1-1-4 16,5-4-3-16,6-3-11 0,7-3-16 0,2-3-12 16,10 4-14-16,7-12-10 0,6 2-1 0,5 8-3 0,5 1-6 0,-4 11-1 15,14-5-1-15,-2 3 0 0,2 2-1 0,2 2-1 16,-1 4-4-16,-9 3 5 0,12-2 1 15,-16 6-9-15,1 2 18 0,1-1-20 0,-16 6 4 0,3-2-3 16,-9 2 12-16,1 1-14 0,-4-1 3 0,-2 2 0 16,-2 0-2-16,2-1-2 0,-3 1-3 0,-5 1-15 15,8-2-10-15,-8 2-29 0,5-1-21 0,-5 1-21 0,0 0-5 16,0 0-11-16,0 0-18 0,3 4-26 0,-3-4-33 0,0 0-36 31,-6 7-252-31,6-7-523 0,0 0 232 0</inkml:trace>
  <inkml:trace contextRef="#ctx0" brushRef="#br0" timeOffset="110751.43">21872 10198 39 0,'1'-5'387'0,"-1"0"-5"0,0 1 3 16,0 4 1-16,0-8-31 0,0 8-29 0,0-4-30 15,0 4-34-15,2-5-34 0,-2 5-24 0,0 0-29 0,0 0-21 0,0 0-31 16,0 0-29-16,0 0-17 0,0 0 8 0,0 15-23 16,0-4-5-16,2 1-2 0,-2 5-20 0,1-2 5 15,-1 4-2-15,-1-3-4 0,1 4-8 0,-2-2 0 16,2-2 2-16,0 1-1 0,-2-3-17 0,2-2-22 0,0-2-11 16,-1 2-21-16,-3-5-16 0,3 0-8 15,1-1-11-15,0-2-16 16,-2 1 1-16,0 0 2 0,2-1 10 0,0-4 4 15,-5 1-35-15,5-1-62 0,-15-3-48 0,5-6-38 16,-1 1-223-16,-1-6-522 0,3-1 231 0</inkml:trace>
  <inkml:trace contextRef="#ctx0" brushRef="#br0" timeOffset="110920.74">21801 9924 233 0,'5'-10'334'15,"-4"0"0"-15,2-1-6 0,0 3-6 0,0-1-26 16,-1 2-17-16,2 2-29 0,-2 0-30 0,-1 1-19 15,0 0-28-15,-1 4 2 0,3-4-40 0,-3 4-19 16,6-3-37-16,-6 3-31 0,10 0-22 0,-5 5-32 16,1-2-29-16,1 5-24 0,2 1-26 0,-4 0-33 15,4 6-31-15,-4 2-37 16,3 0-62-16,-2-1-197 0,-2 0-480 0,1 1 213 16</inkml:trace>
  <inkml:trace contextRef="#ctx0" brushRef="#br0" timeOffset="111305.68">22045 10256 285 0,'2'2'306'0,"-2"-2"-34"0,0 0-26 16,2 3-31-16,-2-3-23 0,2 2-24 0,-1 2-14 15,4-1-18-15,-3 2-7 0,4 1-15 0,-3 2-8 0,0 3-13 16,3 0-6-16,0 2-12 0,0 2-6 0,-4-3-6 15,4 4-6-15,-2-4-7 0,-2 0-7 0,2-2-3 0,0 0-2 16,-4-3-2-16,4 0-3 0,-3-2-4 0,3 2 1 16,-4-2 37-16,1-1 44 0,2-1 23 0,-2-1 46 15,-1-2 32-15,3 3 38 0,-3-3 32 0,5 1 9 16,-5-1-17-16,6-6-25 0,-2 1-27 0,5-4-28 16,3-5-11-1,-2-3-25-15,6-5-9 0,1-3-19 0,1-2-12 0,2-1-16 16,10-11-10-16,-10 11-14 0,3-2-15 0,9-8-8 15,-13 11-6-15,3 2 0 0,-4 3-15 0,0 3 1 16,-7 5-11-16,-3 4-12 0,3 0-13 0,-7 8-31 16,3-8-33-16,-3 6-40 0,-1 1-58 0,4 0-64 15,-2 0-45-15,1 3-27 0,3 4-40 0,1 1-35 16,-1-1-59-16,0 4-327 0,1-1-821 0,-5 5 364 16</inkml:trace>
  <inkml:trace contextRef="#ctx0" brushRef="#br0" timeOffset="111984.61">22617 10323 6 0,'-2'3'325'16,"0"-1"-12"-16,2-2-10 0,-2 3-11 0,2-3-16 16,0 0-23-16,0 0-25 0,0 0-29 0,0 0-17 15,0 0-18-15,18-5-17 0,-7 2-15 0,1-1-1 0,4-4-27 16,1 4-7-16,3-2-15 0,-1-2-5 0,-2 0-5 0,2-2-6 15,-5-2-8-15,4 0-13 0,-2-2 5 0,-3-1-7 16,0 0-2-16,0-2 2 0,0 3 6 16,1-7 10-16,-5 3 2 0,-3-1 4 0,1 4 10 15,-2-2-5-15,0 0 28 0,-3 4 6 0,-2-3-5 0,-1 2-8 16,-2-1-9-16,1 5-16 0,0 3-2 0,-4-2-13 16,1 5-11-16,-1-1-10 0,-3 2-8 15,-4 1-1-15,0 3-7 0,-2 5-9 0,0 5-3 16,-3 0 17-16,4 3-13 0,-7 5-8 0,2 4 1 0,5-1 9 15,0 4-7-15,1 0 1 0,-2 0-1 0,7 3-21 0,-1 0-15 16,4-2 2-16,1 2-1 0,3-2-10 0,2-8 2 16,2 0 7-16,1-2 5 0,1-2 10 0,1-3 2 0,1-1 7 31,2-3 5-31,2-3 4 0,-1-1 19 0,3-3 8 0,1-2 18 16,1-5-2-16,5-1 4 0,-1-2 11 0,-5-2 3 15,3-2 1-15,3-5 2 0,1-1-2 0,-2-4 2 16,0 1-10-16,-3-3-3 0,2-2 1 0,0 0-2 15,-3 3 1-15,1-2 15 0,-2 2 9 0,-6 6 20 16,1 3 5-16,-1 6 2 0,-3-1-7 0,-2 5-8 16,4-3-16-16,-5 4-14 0,-1 2-12 0,2-4-45 15,-2 4-28-15,-1 2-6 0,0 0 4 0,6 15 1 16,-4-3 0-16,-1 5 1 0,0 2 4 0,1 1 0 16,-1 4 5-16,0 3-1 0,2-3 2 0,1 0 6 0,-2-4 3 0,1-1 0 15,-1-2 5-15,3-3 5 0,-3-3-20 0,0-2-10 16,-1 0 9-16,2-3-7 0,-2 0 5 0,1-2 9 15,0-1 11-15,1-2 1 0,-3-1 0 0,11 0 2 16,-11 0-3-16,15-8-2 0,-3 3 4 0,3-4 1 16,-2-1-5-16,2-1 10 0,2 2-9 0,0-2-1 15,-3 4 3-15,4 0-2 16,-7 3-9-16,2-1-3 0,-2 3-24 0,0-2-20 16,1 4-2-16,0 2-37 0,-1 1-22 0,0 1-15 15,0 2-16-15,-1 2-18 0,-1 1-24 0,-5 0-43 16,1 3-59-16,-1-3-371 0,1-1-724 0,-4 2 321 15</inkml:trace>
  <inkml:trace contextRef="#ctx0" brushRef="#br0" timeOffset="113509.95">25483 9973 53 0,'5'-10'284'0,"0"0"4"0,-1 0 8 0,0 3-5 0,1-3 0 15,-5 5-23-15,2-1-19 0,0 1-29 0,-2 1-27 16,0 1-30-16,-4-1-23 0,4 4-15 0,-24 3-17 15,3 2-11 1,-8 5-10-16,0 5-10 0,-3-2-10 0,1 7-4 0,-13 7-9 16,14-9-3-16,2 5-10 0,0 1-17 15,2 0-3-15,3-1-12 0,4 2-4 0,1-2-6 16,4 1 10-16,5-7-12 0,1 0 1 0,2-1-2 16,2-3 4-16,2-4 9 0,1 1-7 0,2-5 10 0,3 2 7 15,3-2 4-15,2-1 2 0,0-2 12 0,5-2 0 0,0-2 6 16,5 2 4-16,1-4 1 0,-1-1 5 0,0 0-7 15,-2 1 2-15,-4 3 0 0,4-5-7 0,-3 3-10 16,0 1-4-16,-3-1-4 0,1 2-5 0,-3 0 1 16,0 2 4-16,-2-1-5 0,0 1-5 0,2 2 12 15,0-1-25-15,-4 1 3 0,3 3-4 0,-2-3 8 16,1 2-4-16,0 0-3 0,0 3 3 0,-1-1-4 0,-1-1 4 0,-1-1-4 16,5 2-1-16,-3 1 6 0,-3-4-5 0,2 2 1 15,-2-2 6-15,1-2-1 0,-1 1 17 0,1-1-12 16,-4-2 41-16,3 3 31 0,-3-3 32 0,0 0 13 15,11-4-3-15,-2 0-7 0,1-3-7 0,4-2-8 16,4-4-2-16,0 2-3 0,-3-2-4 0,12-8 0 16,-5 4-7-16,5-6-3 0,-3 0-6 0,0 2-5 15,2-1-4-15,-1 1-4 16,-4 2-10-16,-1 0-1 0,-7 7-12 0,1 4 1 16,-5-1-6-16,-2 4-10 0,-2 3-4 0,0-3-28 0,-1 3-31 0,-2 1-18 15,-2 1-6-15,12 8-11 0,-7-2 7 0,1 5-4 16,2 6 0-16,0 0 5 0,-2 0-24 0,4 7-22 15,-5 1-40-15,3 0-20 0,-4 2-48 0,-2-2-46 16,0 1-85-16,-5-9-392 0,3-5-803 0,-1-2 355 16</inkml:trace>
  <inkml:trace contextRef="#ctx0" brushRef="#br0" timeOffset="120902.42">2498 13164 13 0,'0'-9'254'16,"0"-1"-12"-16,-2 2-5 0,4 1-16 0,-2 4-9 0,0-2-21 0,1 1-16 15,-1 0-20-15,0 4-20 0,1-4-16 16,-1 4-21-16,0 0-24 0,0 0-13 0,0 0-11 16,0 0-6-16,5 12-4 0,0-1-3 0,1 6-7 0,3 11-1 15,3-2-2-15,-3 3-1 0,4 1-2 0,1 1-6 16,0-2 6-16,3-1-8 0,-2-1-1 0,3-4-3 16,-1-2 3-1,-2-6-2-15,-1-2-2 0,1-2 3 0,-1-3 0 0,-1-3-2 16,-1-3 4-16,-1-2-1 0,2-3-4 0,-3-3 6 15,4-4 5-15,-1-4 12 0,0-1 6 0,-3-9 4 16,2 2 7-16,-1-2 8 0,-6 6-2 0,3-6 2 16,-4 5 0-16,-3-1 3 0,2 1-4 0,-1 0 3 15,-1 8 6-15,2-1-3 0,-2 4-4 0,0 1-13 16,-1 0-18-16,2 3-24 0,-1-2-31 0,-1 6-21 0,0 0-1 16,0 0 4-16,-3 21 2 0,1 6 6 0,-3 5 1 15,1 20 7-15,1 2 2 0,-3 2 7 0,2 2 4 16,1 0 0-16,1 0 3 0,1 2 3 0,1 30 3 15,1-33 0-15,1 2 3 0,1-2-2 0,3-1-1 16,1-2 4-16,-1-2 1 0,2-4-3 0,-4-1 3 16,0-10-1-1,-3-2 1-15,1-3 1 0,1-3-1 0,-2 0 5 16,-2-3-5-16,-2-8-4 0,0-1 1 0,0-1 2 0,-3-6 0 16,-1 1 7-16,1-1 7 0,-3-2 5 15,-4 0 6-15,2-4 4 0,-7-1 4 0,-4 2 11 0,-1-5 11 0,-5-4 8 16,-3-4 6-16,2-1 23 0,0-3-3 0,2-4 4 15,1-5 10-15,4-1 17 0,2-2-10 0,4-8-13 16,3-1-10-16,7-3-8 0,5-13-28 0,5-7-1 16,11 5 2-16,3 0-11 0,9 1-5 0,1 1-4 15,8 3-2-15,7 3 0 0,0 7-2 0,0 0-8 16,-1 6 3-16,-11 5-3 0,-6 7-6 0,2-2 3 16,-4 3-5-16,-6 6-1 0,-3 1 0 0,-4 4 3 15,0-1-1-15,-2 1-1 0,-3 3-7 0,1 0-1 16,1 0-2-16,-5 0-2 0,-2 3-2 0,8-5-55 0,-5 4-25 0,-3 1-29 15,0 0-18-15,0 0-4 0,0 0-10 0,0 0-11 16,0 0-27-16,-8 20-27 0,0-11-29 0,3-1-47 16,-1 2-226-16,2-4-555 0,0-1 246 15</inkml:trace>
  <inkml:trace contextRef="#ctx0" brushRef="#br0" timeOffset="121240.67">3515 13694 53 0,'0'0'360'0,"0"0"-23"0,0 0-39 15,0 0-31-15,0 0-25 0,0 0-25 0,0 0-29 0,11 0-37 16,1-4-34-16,4 1-38 0,5-2-46 0,9 0-58 15,2-2-88-15,-1 2-83 0,0-2-139 0,-4-1-363 16,-9 2 161-16</inkml:trace>
  <inkml:trace contextRef="#ctx0" brushRef="#br0" timeOffset="121403.43">3461 13862 158 0,'-10'6'205'0,"0"1"-16"0,2-2-13 0,3-2-12 0,-2-1-8 0,6 2-3 15,1-4-2-15,12 3-8 0,-1-6-17 0,24-3-10 16,13-1-23-16,9-3-50 0,1-5-56 0,8 1-36 16,24-10-40-16,0 2-62 0,-30 7-112 0,29-11-282 15,-30 9 124-15</inkml:trace>
  <inkml:trace contextRef="#ctx0" brushRef="#br0" timeOffset="121942.36">4716 13534 39 0,'0'0'186'0,"-5"0"-17"15,5 0-17-15,0 0-12 0,-4 3-16 0,4-3-4 0,0 0 3 0,0 0-14 16,0 0 6-16,0 0 4 0,0 0 4 0,0 0-3 15,20-3-4-15,-3-1-13 0,2-1 0 16,8 0-15-16,4-3-10 0,-1 1-8 0,1-2-9 16,2-1-4-16,2 0-5 0,-7-1-7 0,3-2-2 0,-5 4-3 15,-1-4 10-15,-9 4 20 0,0 0 11 16,-6-2 16-16,-2 2 18 0,-1 1 6 0,0-1 0 16,-5 0-5-16,-1 1-15 0,-4 0-21 0,-4 2-12 15,-8 3-7-15,-7 2-11 0,-8 1-4 0,-8 4-3 16,-14 10-16-16,-4 5 10 0,-3 5-15 0,0 3-11 0,3 4-5 0,0 1 2 15,6 6-3-15,3 1-7 0,2 0-5 0,8 2 1 16,6 0 0-16,10 3 2 0,5 6 5 0,11-17-3 16,8 2 3-16,6-1 3 0,10-2 5 0,19 4 3 15,7-7 0-15,15-7 3 0,28-4-17 0,8-7-36 16,2-11-41-16,7-4-63 0,-4-7-99 0,1-7-319 16,-7 0-605-1,-34 4 267-15</inkml:trace>
  <inkml:trace contextRef="#ctx0" brushRef="#br0" timeOffset="122257.36">5181 13875 247 0,'0'-4'451'0,"0"-1"-10"0,1 1-12 0,2 0-26 16,-3 4-26-16,0-7-39 0,0 7-40 0,0-4-36 16,0 4-28-16,0 0-58 0,0 0-46 0,0 0-46 15,0 0-29-15,0 0-8 0,0 17-7 0,-4-1 3 0,3 10 7 0,-2 4-22 16,-2 0 12-16,4 4-9 0,-3 13-9 15,3-13 2-15,-3 12-33 0,0-12-34 0,0 0-45 0,-1-4-51 16,0-1-45-16,5-3-73 0,-2-10-332 0,0-5-637 16,2-6 282-16</inkml:trace>
  <inkml:trace contextRef="#ctx0" brushRef="#br0" timeOffset="122758.14">5723 13936 204 0,'0'0'350'0,"0"0"-24"0,0 0-36 15,0 0-23-15,0 0-28 0,0 0-17 0,2-7-27 16,4 4-21-16,5-4-6 0,2 4-29 0,6-6-13 16,8-1-14-16,1-2-17 0,4 0-14 0,2 0-5 15,0-4-19-15,-2-1-6 0,1-3-8 0,-4 3-5 0,-2-2-8 16,-1-2-8-16,-6 0-3 0,-3-1 13 0,-2 1-9 15,-9 6-4-15,0-4-3 0,-5 2 7 16,-4 0-5-16,-2 9 0 0,-3-3 1 0,-7 0-4 16,-4 5 1-16,-8 2-3 15,-8 4-4-15,0 1-1 0,-1 8-1 0,-1 4-6 16,-14 11 3-16,7-1-7 0,3 5 2 0,11-4 3 16,-6 10-3-16,7 5 0 0,9-8-1 0,3-2 4 15,5 3-2-15,3 2 19 0,9-3 7 0,4-1 11 0,9-1 9 0,7-3 13 16,12-9-7-16,17 2-6 0,11-7-41 0,32-8-56 15,4-6-81-15,2-10-100 0,-1-7-341 0,-9-7-621 16,0 0 275-16</inkml:trace>
  <inkml:trace contextRef="#ctx0" brushRef="#br0" timeOffset="123310.53">6289 13128 40 0,'9'-10'323'0,"0"3"-16"16,-1 0-20-16,1-1-24 0,2 3-26 0,-2 1-23 15,0-1-19-15,1 2-24 0,2 2-19 0,-2 2-19 0,1 3-7 16,2 0-13-16,-4 3-12 0,5 7-10 0,-5-1-7 0,-2 4-7 16,-3-1-11-16,-1 3 0 0,-2 7-5 0,-7 0-6 15,1 0-5-15,-8 3-1 0,-1 0-9 0,-3-2-3 16,0-2-3-16,1-3-3 0,0-4 1 0,4-3-4 15,-1-1-2-15,6-5-4 0,-1-1 4 0,4-4 4 16,-1 2 30-16,0-2 42 0,1-3 49 0,3 4 30 16,1-5 13-16,0 0-22 15,0 0-21-15,9-17-16 0,1 6-13 0,5-3-14 16,2-6-9-16,5-1-10 0,-1 2-8 0,2-6-12 16,2 0-9-16,-4 2-12 0,-4-3-3 0,-2 11-4 15,-2 1 1-15,-4 5 2 0,0 1-2 0,-4 3-9 0,-1-2-5 0,-1 4-21 16,0-1-29-16,0 2-39 0,-3 2 5 0,0 0 2 15,0 13 2-15,-4 0 4 0,-1 4 7 0,0 7 1 16,0 7 9-16,-3 0-18 0,6 2 19 0,-1 1 6 16,7 1-32-16,2 2-33 0,7 7-33 15,2-10-34-15,10 6-49 0,10-6-63 0,1-2-88 16,-3-11-297-16,3-9-705 0,13 5 313 0</inkml:trace>
  <inkml:trace contextRef="#ctx0" brushRef="#br0" timeOffset="123590.46">6970 13857 109 0,'-5'1'267'0,"5"-1"-5"0,-5 4 9 16,4-2-3-16,1-2 1 0,-3 2-1 0,3-2-16 16,0 0-12-16,0 0-23 0,0 0-25 0,0 0-18 15,17-4-26-15,1-1-4 0,7-3-18 0,6-1-12 16,2-1-14-16,4 1-5 0,4-2-16 0,-4 0-4 0,17-2-26 0,-7-1-27 16,-9 6-36-16,-3-4-31 0,-7 3-30 0,-1-1-32 15,-9 2-46-15,-3-1-49 0,-5 1-49 0,-5 1-232 16,-2 0-523-16,-4 2 233 0</inkml:trace>
  <inkml:trace contextRef="#ctx0" brushRef="#br0" timeOffset="123790.93">7215 13622 239 0,'-2'-5'310'0,"-2"0"8"15,3 2 6-15,1 3 0 0,-1-8-30 0,1 8-15 16,-2-1-26-16,2 1-32 0,0 0-30 0,-2-3-24 15,2 3-31-15,0 0-17 0,-2 9-16 0,2 1-13 16,-1 1-12-16,2 8-1 0,-2 7-8 0,4 3-9 0,-3 3 1 0,1 2-7 16,0 2-6-16,-2 12-56 0,1-14-46 0,1 3-45 0,-2-2-101 15,-4-5-376-15,4-11-624 0,-2-3 276 0</inkml:trace>
  <inkml:trace contextRef="#ctx0" brushRef="#br0" timeOffset="124560.9">8304 13450 192 0,'-5'-3'205'16,"5"3"-14"-16,-6 0-23 0,6 0-21 0,-9 0-10 16,9 0-12-16,-8 0-18 0,3 3-14 0,5-3-10 15,-6 2-7-15,2 1-8 0,1-1-5 0,-2 0-7 0,5-2-6 16,-1 6-3-1,1-6-3-15,1 7-1 0,3-5-4 0,1 0 7 0,4-1-6 0,4-1-1 16,7 0-3-16,1-1-1 0,7-2-2 0,1-3-6 16,-1-2 0-16,3-1-5 0,-7 1 0 0,-2-1 9 15,-4-2 12-15,0 3 2 0,-2-5 9 0,0 3 19 16,-7 2 17-16,-2 0 10 0,1 0 6 0,-4 2 5 16,-1 0 3-16,0 1-27 15,-4 1-14-15,1 4-12 0,-9-3-8 0,-5 3-7 0,-7 6-7 0,-4 7-3 16,-6 4-10-16,-1 4-4 0,-10 9 4 0,5 1-9 15,0 1-3-15,2 2-6 0,10-7-2 0,2 2-2 16,1 0-2-16,-1 12 1 0,10-10-2 0,4 3 0 16,4 0 3-16,5 0 0 0,4 1 1 0,6-2 2 15,8-4 1-15,8-5-8 0,13 5-22 0,-5-10-42 16,15-2-53-16,5-6-106 0,4-5-304 0,-1-6-568 0,-1-2 251 0</inkml:trace>
  <inkml:trace contextRef="#ctx0" brushRef="#br0" timeOffset="124877.2">8685 13926 14 0,'0'0'250'0,"5"3"-19"0,3 1-17 15,1-1-11-15,1 2-17 0,8 2-20 0,-3 3-15 16,2 2-18-16,2 5-11 0,0 0-6 0,-2 7-13 16,-5 0-4-16,-4 4-9 0,-4 0-7 0,-4 4-7 15,-5-2-6-15,-7 2-26 0,-3 1-4 0,-4-5-3 16,0 0-2-16,-2-3 2 0,1-4 4 0,1-2 4 16,4-6 0-16,4 1-4 0,5-8-5 0,-1 3 1 15,2-5 20-15,1-1 12 0,4-1-7 0,0-2-5 16,12 0-29-1,8-4-34-15,16-2-44 0,14-5-52 0,6 1-88 16,-5-2-255-16,7-5-483 0,-1 0 214 0</inkml:trace>
  <inkml:trace contextRef="#ctx0" brushRef="#br0" timeOffset="126965.1">9432 13740 167 0,'0'0'172'0,"0"0"-8"0,-5 3-10 0,5-3-3 16,0 0-11-16,0 0-10 0,0 0-3 0,0 0-11 0,0 0-7 15,0 0-1-15,0 0 4 0,0 0-5 0,0 0-2 16,0 0 1-16,0 0-2 0,0 0-4 0,0 0-4 15,0 0-9-15,13-9-12 0,4 5-5 0,3-3-8 32,12 0-7-32,0-1-4 0,1 0-5 0,4-5-6 15,-1 1-4-15,-3 0-2 0,-1-1 30 0,3-2-3 0,-5-2 2 16,0-1-6-16,-3 1 2 0,-4-2-6 16,-3 0-2-16,-2-3-2 0,-4 7-4 0,-5-3-1 15,-3 0-5-15,-2 1 3 0,-2 1-7 0,-2 4-5 16,-3-1-3-16,-5 3-3 0,-2 2-7 0,-7 1-4 0,-2 5-2 15,-3-1-1-15,-7 6-6 0,-4 6 2 0,0 4 9 0,-2 3-18 16,3 2 0-16,0 1-3 0,2 2-2 0,0 3 1 16,6-1-3-16,2 1 4 0,6 2 1 0,0 1 0 15,6 0-1-15,6-3 7 0,8 2 4 0,6 1 3 16,7-4 6-16,14 2 1 0,13 0 4 0,8-6-13 16,5-5-29-16,3-6-59 0,4-3-76 0,1-7-96 0,-1-4-269 0,0-1-566 15,-3-3 250-15</inkml:trace>
  <inkml:trace contextRef="#ctx0" brushRef="#br0" timeOffset="127381.68">9955 13128 137 0,'-8'0'250'0,"8"0"-15"16,0 0-16-16,0 0-10 0,0 0-22 0,0 0-12 15,0 0-15-15,0 0-13 0,0 0-14 0,0 0-8 16,0 0-8-16,0 0-12 0,26 2-10 0,0-4-7 15,4 4-12-15,6-2-41 0,-2 0-58 0,4 0-68 0,1 0-86 16,-3-4-190-16,3 3-399 0,-4-8 177 0</inkml:trace>
  <inkml:trace contextRef="#ctx0" brushRef="#br0" timeOffset="127932.97">10567 12869 94 0,'4'-2'196'0,"3"0"-16"16,5 1-21-16,-3 2-20 0,0 1-10 0,5 1-7 16,-1 3-10-16,1-1-7 0,0 5-15 0,0 0-3 0,0 4-5 15,-3-2-6-15,-1 5-9 0,-3 3-5 0,-2-4 3 0,-3 11-4 16,-5 0-12-16,-1 1-1 0,-3 1 3 0,-4-2 4 0,-4 2-2 31,-4-3-4-31,1-3 2 0,-4 2 3 0,7-7 4 0,1-3 5 0,-2-1 7 16,2-2 3-16,5-2 7 0,0-3 27 0,3-4 13 15,1 3 18-15,1-1 31 0,0-4 32 0,2 2 25 16,2-3 28-16,-5 2 12 0,5-2-14 16,0 0-27-16,0 0-28 0,11-20-20 0,0 6-18 15,8-3-19-15,2-4-15 0,5 1-13 0,-3-2-16 16,5-2-19-16,8-11-16 0,3 2-13 0,-14 6-12 16,-1 3-11-16,0 0 4 0,-2 2-6 0,-5 2 1 15,-6 6 7-15,-2 5 11 0,-1 2 0 0,-2-1 1 16,-2 3-11-16,0 1-14 0,-3 0-27 0,-1 4-11 15,0 0-4-15,0 0-1 0,-8 12 3 0,-7-1-1 0,-4 7 5 0,9-2-2 16,-7 13-1-16,-3-3 4 0,3 6-16 0,4-1 1 16,4 3-2-16,3-2-2 0,7 0-33 0,4-1-12 15,9 0-18-15,5-3-51 0,17 6-68 0,6-7-99 16,8-7-485-16,6-7-867 0,3-7 384 0</inkml:trace>
  <inkml:trace contextRef="#ctx0" brushRef="#br0" timeOffset="129269.99">11914 13629 144 0,'0'0'195'0,"-8"0"-18"16,8 0-14-16,0 0-15 0,-9 0-24 0,9 0-7 0,0 0-6 16,-5 0-21-16,5 0-5 0,0 0-9 0,0 0-9 15,-9 0-7-15,9 0-4 0,0 0-10 0,0 0-4 0,0 0 1 16,0 0 4-16,0 0 5 0,0 0 3 0,0 0 0 15,0 0 0-15,0 0 3 0,0 0-4 0,-3 3-1 0,3-3-3 16,0 0-6-16,0 0 0 0,0 0-4 16,0 0-4-16,0 0-2 0,0 0 4 0,0 0-3 15,0 0 12-15,0 0 1 0,16 2 4 0,-3-2 3 16,15-3-11-16,4 1-3 0,23 0 16 0,2-2-5 0,5 0-3 0,3 1-9 16,0-2-4-1,4 0-2-15,-6-1-3 0,-5 0-2 0,-2 0 1 0,-16 2-5 0,-5 3-3 16,-5-3-7-16,-1 1-8 0,-11-2-14 15,-7 5-8-15,1-3-18 0,-6 1-26 0,-1 2-36 0,-4-3-30 16,-1 3-23-16,-10-5-19 0,-3 3-10 0,-6 0-14 16,0-1-175-16,-4 2-395 0,1-3 175 15</inkml:trace>
  <inkml:trace contextRef="#ctx0" brushRef="#br0" timeOffset="129501.78">12255 13382 298 0,'-2'-12'324'0,"-1"2"-5"0,-1 0 6 15,4 3-5-15,-2-2-12 0,0 4-45 0,2 2-33 16,-1-1-26-16,1 4-17 0,0-6-49 0,0 6-19 31,0 0-14-31,-2 27-10 0,-2 0-13 0,-1 3-8 0,1 5-8 16,-3 12-7-16,1 1-1 0,4 2-6 0,2-3-6 0,1 3-16 15,3-1-35-15,2-11-34 0,4 8-33 16,2 1-40-16,-1-14-52 0,2-1-93 0,0-3-253 16,-4-11-551-16,2-7 245 0</inkml:trace>
  <inkml:trace contextRef="#ctx0" brushRef="#br0" timeOffset="129986.74">13307 13604 239 0,'0'0'230'0,"-4"2"-10"0,4-2-11 16,0 0-15-16,0 0-10 0,0 0-10 0,0 0-25 15,0 0-16-15,0 0-15 0,22-9-12 0,-5 6-11 0,2-3-9 16,2 1-10-16,6-2-7 0,2-5-6 16,2 2-6-16,0-2-6 0,-1 0 14 0,1 0 0 15,0-1-3-15,-2-1-2 0,-6-3 5 0,3 2-6 16,-5-1-2-16,-5 3-2 0,-2-4-3 0,-4 1-5 15,1 1-1-15,-1 1-1 0,-5 4-3 0,-3-2 0 0,0 2-14 16,-5 2-8-16,-1 1-11 0,-4-2-3 0,-3 8-5 0,-7-1 0 16,-1 5-5-16,-8 4 0 0,-4 5 4 0,2 3-7 15,0 1-2-15,-1 5 2 0,1 0-2 0,3 5 1 16,2-1 2-16,2 1-3 0,4 1-1 0,3-2 4 16,2 0-2-1,7 0 2-15,2-6 1 0,8 3 4 0,2-5 4 0,11 5 1 16,7-3 2-16,4-5 1 0,8-4-19 0,16 2-46 15,3-7-67-15,4-6-94 0,-1-3-246 0,3-5-503 16,0 0 222-16</inkml:trace>
  <inkml:trace contextRef="#ctx0" brushRef="#br0" timeOffset="130587.55">13878 12934 117 0,'4'-2'231'0,"-3"-1"-18"0,-1 3-19 0,0-4-29 16,0 4-13-16,8-3-17 0,-8 3-13 0,0 0-9 16,10 5-11-16,-7 0-16 0,-1 2 1 0,2 1-11 15,-4 5-5-15,4 4-8 0,-5 1-3 0,-3 1-9 16,0 6-3-16,-4 1 1 0,-2 0-3 0,1-1-6 15,0-1-5-15,0 0-2 0,0-7-4 0,2 0-4 16,0-3-4-16,3-4-1 0,-1 1-2 0,0-2 3 0,1-2-6 0,3-2 2 16,-3-1 2-16,2-1 24 0,0 0 27 0,2-3 21 15,0 0 12-15,0 0 8 0,13 2-2 0,-3-8-8 16,7-3-7-16,1 0-8 0,5-6 5 0,0 0-4 16,0-3-12-1,1 0-8-15,-1-2-4 0,0-6-9 0,-2 4-6 0,0-2-6 16,-3 0-2-16,0 1-7 0,-5 8-4 0,-4-1 12 15,-3 4 2-15,-2 2 10 0,1 2-5 0,-2 3 0 16,-2-3-5-16,3 5-18 0,-2-2-13 0,-2 5-10 16,0 0-3-16,0 0 5 0,-20 10-1 15,11 2-9-15,-4 1-3 0,3 3-2 0,-3 7 8 0,4 2-3 16,4 1 1-16,1 0 0 0,4 3-1 0,9 0 2 16,0-2 0-16,13-1-33 0,2-1-38 0,8-3-48 15,13 2-76-15,7-5-108 0,2-7-265 0,-3-7-620 0,-11-3 274 16</inkml:trace>
  <inkml:trace contextRef="#ctx0" brushRef="#br0" timeOffset="131573.94">14548 13783 177 0,'0'0'265'0,"0"0"-13"0,0 0-23 16,0 0-18-16,0 0-22 0,0 0-21 15,6-12-21-15,2 8-16 0,1-2-8 0,1-3-16 0,4 1-8 16,1-3-11-16,3-1-10 0,2-5-4 0,2 0-2 15,1-2 21-15,0-1 11 0,0-2 3 0,-1 0-2 16,0-2 4-16,-2-5-14 0,-2 1-3 0,2-2-13 0,6-13-2 16,-5-2-14-16,0 2 1 0,-3 2-7 0,-4-5-5 0,-4 10 5 15,-1-10-8-15,-1 12-11 0,-3 0-3 16,-1 1 1-16,-1 3 2 0,-1 4-3 0,-4 5 0 31,2 4-3-31,-3 6 2 0,3-1-8 0,0 1 5 0,-1 5-28 0,-2-1-20 16,1 5-11-16,2 2-4 0,-12 2 2 0,2 8-1 15,-6 5 2-15,-4 11 0 0,2 5 2 0,-7 18 3 16,0 4 3-16,4 3 4 0,-4 21-4 0,9-22 4 16,3-3-1-16,4 3 7 0,8-6-3 0,1-3 5 15,9-9 1-15,6 10 2 0,9-6 6 0,8-4-4 16,-4-12-3-16,17 6-17 0,1-10-29 0,1-2-64 16,-8-6-93-16,13-4-316 0,3-7-569 0,-18-4 252 15</inkml:trace>
  <inkml:trace contextRef="#ctx0" brushRef="#br0" timeOffset="132052.94">15336 13525 306 0,'0'0'284'0,"0"0"-33"0,0 0-26 0,0 0-27 16,0 0-20-16,-8 0-23 0,8 0-19 0,-1 5-11 0,1-1-12 15,-1 3-12-15,-2 2-12 0,1 0-8 0,-1 3-11 16,-1 0-4-16,1 2-9 0,-1 5-4 0,0-4-7 15,-3 0-4-15,2 1-2 0,1-3-3 16,-1-1-6-16,0-3-4 16,3-1-1-16,-1-1 2 0,2-2-3 0,-2 1-1 15,3-2 19-15,-1 0 36 0,1-1 31 0,0-3 42 16,0 0 31-16,0 0 1 0,0 0-5 0,0 0-24 16,10-12-22-16,0 3-11 0,3-3-12 0,0-1-10 15,4 1-15-15,-1-2-8 0,-2 1-9 0,4 3-5 0,-4-2-5 16,-2 4-17-16,-1 2-5 0,-2 0-1 15,2 0-5-15,-1 3-14 0,-1 0 1 0,-2 2-11 0,2 1-6 0,1 2-8 16,1 0-9-16,3 1-7 0,-3 3-6 0,4 2-23 16,-3 0-29-16,3 2-22 0,-2-1-36 0,0 3-36 15,2-2-40-15,-2 0-49 0,4 0-57 0,-8-4-255 16,3-3-625-16,0 1 278 0</inkml:trace>
  <inkml:trace contextRef="#ctx0" brushRef="#br0" timeOffset="132382.28">16381 12870 1 0,'0'-5'265'0,"-1"-1"-25"0,1 3-21 0,-1-1-27 16,1 4-21-16,-8-2-18 0,8 2-18 0,-17 6-17 16,1 4-13-16,-8 8-11 0,-2 9-8 0,-15 16-5 15,-14 23-1-15,5 1-4 0,-1 5-3 0,17-21-8 16,-13 22-6-16,22-18-7 0,-2-4-6 0,4 2-2 16,7-4-5-16,7-3 13 0,6-11 0 0,5 2 7 15,7 9 1-15,10-2 3 0,2-13-3 0,15 6 0 16,6-8-3-16,11-3-20 0,4-4-31 0,7-7-57 15,28 2-84-15,-1-8-120 0,-26-10-156 0,-1 2-443 16,-3-6 196 0</inkml:trace>
  <inkml:trace contextRef="#ctx0" brushRef="#br0" timeOffset="132776.07">16694 13229 38 0,'-1'-9'353'16,"1"1"-35"-16,0 1-17 0,0 2-30 0,-1 1-29 15,1 1-26-15,0-3-30 0,0 6-17 0,-3-5-18 16,3 5-30 0,0 0-13-16,0 0-12 0,0 23-10 0,-4-6-9 15,3 10-9-15,-4 2-11 0,1 2 23 0,3 4-9 0,-3 0-9 0,0 2-2 0,-1-3-9 16,3 0-2-16,0 0-3 0,-2-3-5 15,3 0-5-15,1-4-42 0,-4-3-29 0,4-5-38 16,0-2-34-16,0-1-55 0,0-3-64 0,-1-5-232 16,1 0-496-16,1-4 220 0</inkml:trace>
  <inkml:trace contextRef="#ctx0" brushRef="#br0" timeOffset="133054.49">16946 13482 197 0,'-4'2'259'0,"4"-2"-20"15,0 0-21-15,0 0-22 0,0 0-23 0,0 0-13 16,30-5-21-16,-10 2 6 0,8-4-15 0,3 3-9 16,2 1-15-16,4-2-13 0,3-1-18 0,12 2-28 15,-15 0-36-15,-1 1-40 0,1-3-55 0,-8 2-54 16,1-1-205-16,-15 1-373 0,-2 1 165 0</inkml:trace>
  <inkml:trace contextRef="#ctx0" brushRef="#br0" timeOffset="133308.34">17158 13280 135 0,'-2'-8'349'0,"-1"-1"3"0,3 4-2 0,-4-3-7 15,4 1-14-15,0 3-14 16,-1-1-36-16,0 3-31 0,1 2-33 0,-3-4-24 15,3 4-27-15,0 0-42 0,0 0-24 0,0 0-5 16,-4 11-24-16,3 1 5 0,-4 5-6 0,0 9-5 16,-3 3-9-16,-1 1-9 0,5 1 0 0,-2 3 1 15,2-2-30-15,-1 1-36 0,2-3-32 0,3 2-31 0,3-4-40 0,-2 0-45 0,3 0-73 16,0-4-322-16,5-9-610 0,0-1 271 0</inkml:trace>
  <inkml:trace contextRef="#ctx0" brushRef="#br0" timeOffset="133720.28">17660 13430 12 0,'0'0'235'0,"0"0"-25"16,0 0-19-16,8-9-15 0,-1 6-13 0,4 1-12 16,2-2-14-16,0 2-13 0,8-4-11 0,-2 1-4 15,-1-2-13-15,4 2-6 0,-3-2 9 16,2-1-5-16,-1 1 3 0,-1-1-1 0,-2-1 1 0,-1-1 1 16,-3-2 0-16,1 0-4 0,-1 0 2 0,-4-1-6 15,1 0-6 1,-5 0 2-16,0 4 8 0,-1-3 5 0,0 2-3 0,-4 3-9 15,0-1-15-15,0-1-7 0,-4 5-12 0,-1-1-17 16,-3 4-8-16,-5 1-1 0,-3 1-4 16,-3 5-4-16,0 2-9 0,-7 6-1 0,2 1-6 0,-3 4 5 0,2 3-4 0,-1 0 0 15,3 2-3-15,-3 2 2 16,6 1 2-16,3 0-5 0,1-3 1 0,3 0 3 16,5-5-2-16,3-1 0 0,5 3-5 0,4-3-4 0,4-1-6 15,4-1-14-15,10-2-35 16,3 1-57-16,9-8-78 0,2 0-102 0,1-4-195 15,0-3-536-15,4-3 238 0</inkml:trace>
  <inkml:trace contextRef="#ctx0" brushRef="#br0" timeOffset="134078.72">17897 13012 151 0,'0'0'237'0,"0"0"-10"0,-6-3-11 16,6 3-11-16,0 0-12 0,0 0-19 0,0 0-16 0,0 0-15 15,0 0-12-15,0 0-14 0,0 0-11 0,26 2-10 16,-3-2-9-16,8 1-9 0,2 1-11 0,6-4-22 16,1 2-32-16,10 0-44 0,-12-3-58 15,2 3-69-15,-8-4-203 16,3-1-392-16,-3 0 174 0</inkml:trace>
  <inkml:trace contextRef="#ctx0" brushRef="#br0" timeOffset="135247.81">18495 12794 104 0,'2'-2'183'0,"2"-1"-22"0,-4 3-13 0,12-2-24 15,-7-2-3-15,3 3-15 0,0 1-14 0,3 1-6 16,0 0-10-16,-1 2-8 0,3 1-7 0,-4 1-9 16,5 3 2-16,-1 1-9 0,-2 5 0 0,1-2-2 0,-6 4-3 0,2 0-5 15,-2 1 1-15,-2 0-6 0,-4 8 0 0,-1-4 2 16,-8 4 0-16,0-1-3 0,-3-1 5 0,0 0-4 15,-5-2-2-15,-1-1 7 0,2-1 0 0,0-7-3 16,3 5 4-16,-2-5 3 0,4-2 3 0,2-2 8 16,-1-1 5-16,2-1 3 0,3-2 8 0,1 0 13 15,0-1 15-15,-1-1 29 0,5-2 29 0,-5 2 37 16,5-2 3-16,0 0-19 0,0-10-20 0,4 5-10 16,0-6-16-16,3 3-12 0,5-6-12 0,-1-1-9 15,7-6-6-15,4-1-16 16,-2 1-5-16,3 1-19 0,0 0 4 0,0-1-4 15,-1 1 0-15,0 0-8 0,-6 6-4 16,-2 2 0-16,0 0-7 0,-5 7 4 0,-3-2-9 0,0 1-8 16,-2 2-8-16,2 2-24 0,-2-1-33 0,-2 1-29 15,1 0-22-15,-3 2 8 0,0 0 8 0,3 9 11 16,-5-2 6-16,1 3 6 0,-2 2 8 0,-2 5 1 16,1 10 5-16,1-3 5 0,3 2 6 0,1 0 12 0,3 0-8 0,1 0 2 0,4 1-3 15,3-1-10-15,3-2-17 0,0-2-11 16,8-5-51-16,-3 0-60 0,7-5-72 0,-10-3-255 15,6-5-552-15,-1-2 244 0</inkml:trace>
  <inkml:trace contextRef="#ctx0" brushRef="#br0" timeOffset="135529.24">19181 12690 130 0,'0'0'154'0,"0"0"-11"0,12 15-17 0,-6 2-14 15,4 7-9-15,-1 6-13 0,-2 5 3 0,5 15-3 16,-8 5-8-16,-1 5 2 0,-1 25-7 0,-2-2 5 16,-6-2-7-16,3-23-2 0,-1 2-5 0,-4-3-2 0,2 2-2 0,1-5 0 15,-4-1-7-15,-2-2-4 0,-1-3-2 0,-4-1-7 16,-4-4 4-16,-2 0-5 0,-5-4-3 15,-12-3-2-15,2-2 2 0,-10 0-5 0,2-4-25 16,-2-1-61-16,2-7-91 0,-1 3-199 0,10-13-368 0,-13 0 163 16</inkml:trace>
  <inkml:trace contextRef="#ctx0" brushRef="#br0" timeOffset="137015.96">20396 13583 43 0,'0'0'185'0,"-5"-3"-3"0,1 3-8 15,4 0-6-15,0 0-8 0,-10-3-13 0,10 3-7 16,-5-1-13-16,5 1-9 0,-4-4-9 0,4 4-8 16,-4-1-4-16,4 1-11 0,-5-3-4 0,5 3-8 0,0 0-4 0,-6-2-4 15,6 2-8-15,0 0-5 0,-8-2-5 0,8 2-8 16,0 0 0-16,0 0-5 0,-5-1 1 0,5 1-8 15,0 0-2-15,0 0-2 0,0 0-7 0,0 0 15 16,0 0-3-16,0 0 1 0,0 0-1 0,0 0 3 16,0 0 2-16,0 0-1 0,0 0-1 0,0 0-2 15,0 0 1 1,0 0 6-16,0 0-6 0,0 0-2 0,0 0-2 16,0 0 0-16,0 0-4 0,0 0 3 0,0 0 0 15,0 0-5-15,0 0-3 0,0 0 5 0,0 0 2 16,0 0 0-16,0 0-5 0,0 0 2 0,0 0-5 15,0 0 2-15,0 0-1 0,0 0-8 0,0 0 2 16,0 0 0-16,0 0 4 0,0 0-10 0,0 0-1 16,0 0 5-16,0 0 0 0,0 0 4 0,0 0 0 0,0 0-5 0,24-4 5 15,-6 1-2-15,15 1 21 0,3-1-4 0,4-1-1 16,13-1-4-16,2 0 1 0,-1 0-5 0,-4 0-2 16,-12 0 8-16,-1 0-13 15,0 1 0-15,-6 1 0 0,-10-2-5 0,-1 3 2 16,-4-2 8-16,-4 3-4 0,0-1-4 0,-4 0-3 15,-1 1-13-15,-1-1-16 0,-2 2-29 0,-1-2-38 16,1-1-41-16,-4 3-40 0,0 0-36 0,-2-7-26 16,2 7-240-16,-9-3-510 0,4 3 226 0</inkml:trace>
  <inkml:trace contextRef="#ctx0" brushRef="#br0" timeOffset="137247.68">21449 13116 187 0,'5'-10'398'0,"-2"1"4"0,-2 4-24 0,3 0-47 0,-3 2-24 16,-1-1-37-16,3 0-41 0,-3 4-45 0,0 0-21 16,0 0-18-16,2 28-15 0,-3-4-12 0,5 7-16 0,-4 3-6 15,4 0-9-15,1 14 14 0,1-1-55 0,2-2-47 16,0 2-51-16,-1-11-51 0,3-3-73 0,-2 0-114 15,0-4-219-15,-2-3-552 0,-2-10 245 0</inkml:trace>
  <inkml:trace contextRef="#ctx0" brushRef="#br0">22340 13427 58 0</inkml:trace>
  <inkml:trace contextRef="#ctx0" brushRef="#br0" timeOffset="138835.19">23684 13426 14 0,'0'0'219'0,"0"0"-8"15,-5-1-16-15,5 1-7 0,0 0-18 16,0 0-8-16,0 0-12 0,0 0-9 0,0 0-9 15,0 0-5-15,0 0-5 0,0 0-2 0,0 0-5 0,-4-4-5 0,4 4-12 16,0 0-10-16,13-9-12 0,2-2-9 0,2 2-5 0,7-3-6 16,6-2-7-16,0-4-4 0,1 1-2 0,2-2-5 15,12-5-4-15,-2-4-4 0,1 2-1 0,-1 0-3 16,-3-3-5-16,-2-3 6 0,-10 10-1 16,-1-4-2-16,-4-1-1 15,1 3 2-15,-6 2-1 0,-4 0-1 0,-5 5-4 16,-3 1 0-16,-2-1-7 0,-5 5-7 0,-5 2-8 15,-2 3 0-15,-10-1-3 0,-9 2 6 0,-5 4-11 16,-6 8 1-16,-14 5-2 0,-1 7 0 0,2 6 2 16,-4 5-2-16,0 2 3 0,8 4-2 0,3 3-1 15,4 1 1-15,4 0-4 0,8 0 2 0,11-6 5 16,3 1 16-16,9 0 2 0,6 1 1 0,10 0 1 0,17 6 4 0,11-6 0 16,14-4 3-16,32 2-21 0,7-6-44 0,8-10-63 15,6-7-78-15,2-6-273 0,4-6-497 0,-4-4 220 16</inkml:trace>
  <inkml:trace contextRef="#ctx0" brushRef="#br0" timeOffset="139489.57">24405 12637 11 0,'-5'-3'176'16,"5"3"-12"-16,-13 0-9 0,13 0-3 15,-9 3-15-15,9-3-11 0,-9 0-5 0,9 0-13 16,-7-3-6-16,7 3-6 0,0 0-3 0,0 0-7 15,-7 3-3-15,7-3-1 0,0 0-3 0,0 0 5 16,0 0 5-16,22-3-6 0,-2 0-4 0,7 2-6 0,6-3-8 16,4 3-7-1,3-2-6-15,14-3-2 0,-16 0-5 0,14 1-5 16,-15 0-5-16,-1 1-2 0,-3 1-3 0,-4-2-5 16,-9 4-4-16,-1-3-1 0,-6 2 1 0,-2 1-8 15,-2 1-9-15,-2-2-12 0,-1 2-17 0,-6 0-15 0,5-2-27 0,-5 2-20 16,0 0-30-16,0 0-20 0,0 0-24 0,-28 3-41 15,18-2-107-15,-2-1-333 0,2 2 149 0</inkml:trace>
  <inkml:trace contextRef="#ctx0" brushRef="#br0" timeOffset="140006.01">25045 12390 215 0,'3'-4'209'0,"2"3"-21"0,0-2-12 0,2 1-24 16,-2 2-20-1,3 0-8-15,-8 0-17 0,14 3-7 0,-5 0-20 16,0 4-8-16,1 1-5 0,-5 2-10 0,3 4-7 0,-3 4-2 15,-2-1-1-15,-3 10-2 0,-3 0-5 0,-2-1-2 16,-6 0-3-16,0 1-1 0,-1 2-4 0,-4 0 4 16,1-5 15-16,1-2-10 0,-1-2-3 15,1-4-2-15,3 0 0 0,1-5 2 0,1 1 2 0,3-5-1 16,1 1 1-16,-2-3 16 0,6 0 25 0,-2 2 30 0,1-6 36 16,-2 2 42-16,4-3 35 0,0 0-4 0,0 0-23 15,0 0-17-15,13-14-18 0,1 7-27 0,2-8 0 16,7-3-14-16,2 2-15 0,-1-5-6 0,4 1-27 0,0-4 7 15,2 0-11-15,-5-3-10 0,5 3-4 16,-5-3-10-16,-3 3-1 0,-2-1-6 0,-2 1-1 16,-8 11-5-16,2 0-4 15,-6 1 1-15,-2 6-7 0,1-2-10 0,-1 3-12 16,-3 1-21-16,-1 4-9 0,0 0-3 0,0 0 3 16,-24 9 2-16,11 3-2 0,-8 5 1 0,1 4 2 15,0 6 6-15,1 0-1 0,2 5 4 0,5 1-3 0,4 1 4 0,4 1-4 16,8 0 0-16,6-3-7 0,14 9-18 0,7-1-34 15,5-6-35-15,5-2-42 0,7-3-55 0,3-5-77 16,3-4-344-16,-2-3-688 0,-2-5 305 0</inkml:trace>
  <inkml:trace contextRef="#ctx0" brushRef="#br0" timeOffset="140838.67">22070 13425 104 0,'-9'-4'164'0,"9"4"-6"16,0 0-7-16,0 0-8 0,0 0-13 0,0 0-10 0,0 0-9 0,0 0-10 15,0 0-2-15,0 0-13 0,0 0-4 0,-6 0-10 16,6 0 1-16,0 0-10 0,0 0 0 0,0 0-4 16,0 0-3-16,0 0-4 0,0 0-1 0,-8 1-2 15,8-1-1-15,0 0-8 0,0 0 4 0,0 0-3 16,0 0-8-16,0 0-2 0,0 0-2 0,0 0-5 31,-4 3-1-31,4-3-3 0,0 0-3 0,0 0-6 0,0 0 4 0,0 0-2 16,0 0-2-16,0 0 0 0,0 0 0 0,14 5 1 15,3-5 4-15,7 0 2 0,12 0 0 16,16-2 19-16,5-1-9 0,5-1 0 0,30-1-6 16,0 1 0-16,-25 1 0 0,-2-5-2 0,24 4 1 0,-30 3-1 15,-4-3-2-15,-4 3-4 0,-18 1 1 0,-1 0-2 16,-10 0-1-16,0 1 3 0,-7 1-11 0,-3-2-19 0,-1 1-29 16,-3 1-32-16,-2-2-39 0,-2 2-23 0,-4-2-68 0,0 0-159 15,0 0-396-15,-23 0 175 0</inkml:trace>
  <inkml:trace contextRef="#ctx0" brushRef="#br0" timeOffset="142510">26233 13515 150 0,'-1'-4'236'0,"1"4"-9"16,0-10 6-16,-1 5-10 0,-2 0-17 0,3-2-10 15,3-1-18-15,-2-1-14 0,0-6-12 0,7 0-3 16,-2-4 0-16,6-3 6 0,-2-2-5 0,3-2 5 16,-3 1-23-16,4-7-6 0,0-2-14 0,5-9-3 15,1 0-9-15,1-3-5 0,0 1-9 0,-1 0 1 16,-1 1-6-16,-1-3-7 0,0 3-5 0,-1-1-9 0,-4-2-13 0,0 1 4 16,-1 2-2-16,-4 11-4 0,-3-1-4 0,2 1-4 15,-3 4-4-15,-1 4-8 0,-2 6-4 0,0 3-12 16,-1 4-8-16,0 2-11 0,-1 4-27 15,1 0-19-15,-4 4-11 0,-2 3 7 0,-9 8 2 0,-6 8 5 16,1 10 0-16,-14 12 5 0,-2 8 1 0,-11 24 4 16,3-1 7-1,12-17-2-15,-9 21 7 0,14-17 14 0,-5 23 12 16,13-23 9-16,2 26 4 0,10-27 6 0,3-3 1 16,6 5-2-16,5-9-3 0,8-1 5 0,8-4 1 0,4-3-5 0,10-4 6 0,9-7 1 15,0-5-2-15,10-2-16 0,4-5-21 16,4-4-34-16,30-3-45 0,-32-7-44 0,7-7-66 15,-4-1-68-15,-13-4-207 0,1-6-523 0,-18 2 232 16</inkml:trace>
  <inkml:trace contextRef="#ctx0" brushRef="#br0" timeOffset="143111">26964 13189 291 0,'2'-6'294'0,"-1"2"-13"0,0-1 1 16,-1 2-4-16,4-4-9 0,-3 4-3 0,0 1-24 15,1-3-18-15,-2-1-24 0,0 6-17 16,0 0-27-16,4-3-2 0,-4 3-31 0,0 0-20 0,1-3-20 0,-1 3-24 0,0 0-11 16,0 0-5-16,0 0-12 0,1 17-5 15,-2-5 6-15,-3 4-14 0,1 2-1 0,-1 7-1 16,0-1-5-16,-2 2 1 0,3-1 0 0,-3 2-5 15,1-1-1-15,3-1 5 0,-4 1-6 0,4-7-1 0,0 0 3 16,-1-2-5-16,-1-2 8 0,3-3-2 0,0-3-4 16,-1 1 7-1,1-5-3-15,1 1 3 0,-1-2 14 0,1 0 23 16,0-4 41-16,0 5 30 0,0-5 38 0,0 0 27 16,0 5 17-16,0-5-14 0,0 0-18 0,10-14-19 0,-2 6-17 0,4-6-13 15,4-7-11-15,4 0-12 0,-1-3-18 0,3 0 3 16,-1-2-12-16,0 2-8 0,0 5-4 0,-7 4-10 15,0 1-4-15,-5 5-7 0,0 0-2 0,-3 2-9 16,-2 1-5-16,4 2-13 0,-6 2-26 0,5 0-23 16,-7 2-2-16,7 4-1 0,0 4-8 0,0 2 7 15,0 6-7-15,-1 2 6 0,3 8 1 0,-1-2 0 16,-2 3 7-16,-2-2 4 0,2 2 5 0,-2-4-6 16,1 1-27-16,-3-5-27 0,1-2-37 0,0-2-41 15,-1-3-37-15,2 0-23 0,-2 2-26 0,-2-4-38 16,0-1-47-16,0-2-309 15,2-4-702-15,-1-2 311 0</inkml:trace>
  <inkml:trace contextRef="#ctx0" brushRef="#br0" timeOffset="144112.22">28551 12462 170 0,'0'-7'212'0,"3"1"0"16,-1-2 0-16,-2 4-10 0,2-2-16 0,0 1-17 0,-2 0-22 0,0 5-19 15,0-4-29-15,0 4-12 0,0 0-11 16,-20 19-10-16,-2 3-8 0,-14 19-5 0,-3 7 4 0,-20 21-1 15,3 0 1-15,3 0 0 0,2 2 1 16,18-20 3-16,-12 27 4 0,4-3 7 0,8 1-3 16,13-20-1-16,1 22-1 0,8-20-2 0,6-1-3 15,5 1 0-15,8-1-5 0,11-3-7 0,5 2 4 16,9-8-9-16,8-3-7 0,8-5-5 0,29 7-10 0,-21-17-25 16,37-3-31-16,-1-3-32 0,5-6-45 15,2-8-64-15,-3-5-105 0,-5-10-153 0,-30 0-468 16,-2-7 207-16</inkml:trace>
  <inkml:trace contextRef="#ctx0" brushRef="#br0" timeOffset="144528.47">28921 12939 199 0,'2'-12'295'0,"-2"3"-15"15,1 0-14-15,-2 1-18 0,2 1-13 0,1 1-24 0,-1 1-20 0,-1 1-13 16,1 1-29-16,-1-2-21 0,0 5-14 0,0 0-13 16,2-4-16-16,-2 4-7 0,0 0-3 0,5 17-20 0,-5-3-1 0,0 5-9 15,2 8-1-15,-2 5-7 0,2-1-3 0,-2 5-4 16,1 10 9-16,0-10-15 0,3 10-4 0,-3-12-24 15,2 0-18-15,2 2-15 0,0-5-15 0,0-1-35 16,2-1-48-16,1-7-56 0,-1-4-258 0,-3-7-484 16,3-2 215-16</inkml:trace>
  <inkml:trace contextRef="#ctx0" brushRef="#br0" timeOffset="144968.31">29507 13039 53 0,'-4'0'179'0,"4"0"-10"0,-9 0-20 0,9 0-8 16,0 0-13-16,-10-1-15 0,10 1-11 0,0 0-7 16,-4 3-9-16,4-3-9 0,0 0-7 0,0 0-5 15,-5 2-8-15,5-2-11 0,0 0-2 0,0 0-5 0,0 0 3 16,0 0-5 0,0 0 8-16,0 0 1 0,0 0 1 0,0 0 3 15,0 0 1-15,0 0 0 0,0 0 1 0,0 0 1 16,0 0-2-16,0 0-2 0,0 0-2 0,0 0-6 0,0 0 1 15,0 0 2-15,0 0-2 0,0 0 2 16,0 0-1-16,0 0-3 0,0 0 15 0,0 0 2 16,0 0 2-16,0 0-1 0,0 0-3 0,0 0 0 15,13-7-5-15,6 8-2 0,9-4-6 0,7 1-5 0,17-2-6 0,0-1 3 16,5-1-6-16,2 1-3 0,-1-2-4 0,2 2-8 16,-1-3-16-16,-5 1-24 15,-3-1-24-15,-17 3-34 0,-3-3-36 0,-3 2-37 16,-10-1-33-16,1-1-236 0,-7 4-464 0,-5-5 206 15</inkml:trace>
  <inkml:trace contextRef="#ctx0" brushRef="#br0" timeOffset="145213.79">29774 12796 270 0,'0'-4'324'0,"-2"-1"-15"0,0 0-15 16,2 0-27-16,0 5-28 0,0-5-28 0,0 5-26 16,-5 0-35-16,5 0-40 0,0 0-14 0,-2 8-8 15,-1 4-7-15,-2 6-9 0,1 10-7 0,0 3-8 16,-6 15-8-16,0 0-5 0,2 5-1 0,-1-2-7 16,1 1-8-16,1 0-40 0,3-1-13 0,3-1-35 0,2 0-51 15,4-16-66-15,-1-4-263 0,6 0-474 0,-5-10 209 16</inkml:trace>
  <inkml:trace contextRef="#ctx0" brushRef="#br0" timeOffset="145695.15">30679 13058 59 0,'0'0'277'0,"0"0"-14"15,0 0-19-15,0 0-26 0,-5-3-20 0,5 3-21 0,7-5-16 16,1 3-20-16,2-2-10 0,4-1-11 0,2 0-16 15,4 0-12-15,1 2-8 0,4-7-7 0,7 1 13 16,-1 0 4-16,-4 1-2 0,1-2-2 16,1-2-4-16,-1 2 2 0,0-5-2 0,-1 1 1 15,-9 2 2-15,5-4-11 0,-2-2-7 0,-2 0-4 16,-6 3 0-16,-4 2-2 0,1-3-3 0,-3-1-1 16,-3 2 0-16,-3 2-14 0,-1 3-8 0,-5-1-14 15,0 2-16-15,-6 0-3 0,-3 3-4 0,-7 4 1 0,-7 2-9 16,-5 3 2-16,1 4-2 0,-3 4-2 15,2 4 4-15,0 4 0 0,2 1-7 0,1 1-1 0,-1 1 0 0,5 3-2 16,4 2 3-16,2 0 0 0,4 3 2 0,3-2 4 16,8 3 2-16,2-2 6 0,8 2 0 0,6-6-7 15,6 1 1-15,7-4-29 0,6-1-40 0,7-7-45 16,13 1-72-16,4-8-70 0,-1-1-245 0,6-6-545 0,-4-3 241 16</inkml:trace>
  <inkml:trace contextRef="#ctx0" brushRef="#br0" timeOffset="146312.1">31325 12506 250 0,'10'-7'238'0,"0"0"-20"15,1 2-18-15,1-2-20 0,2 2-15 0,1 2-17 0,6 3-16 0,-1 0-7 0,-7 3-12 16,3 1-9-16,-3 4-9 0,-4-2-15 0,5 6-3 16,-5 4-8-16,-4 0-11 0,-1 2-6 0,-1 2-5 15,-7 6-5-15,-1 0-3 0,-4 2 0 0,-4-3-7 16,-4 0-1-16,3 0-7 0,-4-4 2 0,-1 0-4 16,6-4 0-16,-2-1-4 0,4-3 1 0,3-3-4 15,-2 0-3-15,6-4 1 16,-1-2 6-16,1 1 22 0,1-1 26 15,-1 0 35-15,1-1 35 0,3-3 4 0,0 0-13 16,0 0-14-16,18-9-5 0,-1 1-15 0,0-2-13 0,11-5-5 16,-2 1-5-16,2-3-5 0,-1-2-11 0,5-2-22 15,-3-1 9-15,0-3 3 0,7-8-14 0,0 1 1 16,-12 5-23-16,2 2 4 0,-5 2-4 16,-4 3 12-16,-4 6-5 0,-5 5-2 0,-2-1 0 0,-1 3-5 0,-1 1-19 15,0 0-24-15,-3 3-13 16,-1 3-3-16,0 0 3 0,-17 5 6 0,7 5 2 15,-5 2-1-15,-4 7 4 0,-1 5 3 0,3-3-20 16,0 4 6-16,0 0 4 0,7 3 5 0,5-2-1 16,-2 1 10-16,5-1 0 0,11 2 5 0,0-2-13 15,5-4-13-15,9 2-36 0,0-4-43 0,4-3-65 16,9-3-64-16,-4-3-220 0,6-5-516 0,-2-2 229 16</inkml:trace>
  <inkml:trace contextRef="#ctx0" brushRef="#br0" timeOffset="146628.34">32285 12171 136 0,'22'21'150'0,"10"22"-3"0,2 8 5 0,6 28-5 16,-9 2 1-16,-10 8-10 0,-3 1 1 15,-7 0-7-15,-1-1-8 0,-4 1-6 0,-9 3-8 16,2 2-11-16,-7 1-9 0,0-2-9 0,-8-8-9 0,-4 0-5 16,-7-5-6-16,-7 0-5 0,-13-8-3 0,-9 0-4 15,-13-3 2 1,-9-5-2-16,-12 0-5 0,-8-4-2 0,-5-5-17 15,-2 0-31-15,-10-6-45 0,-10-8-58 0,-12-4-95 16,-6-7-148-16,-4-10-381 0,-2-7 169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25:05.2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2649 2042 38 0,'0'0'156'0,"0"0"-12"16,0 0 7-16,0 0 4 0,0 0-15 0,0 0 0 15,0 0-12-15,0 0-8 0,0 0-5 16,0 0-6-16,0 0-5 0,0 0-3 0,0 0-3 16,0 0 4-16,0 0-4 0,0-6 2 0,0 6-2 0,0 0 6 15,0 0 2 1,0 0-5-16,0 0 4 0,0 0 2 0,-3-5 0 15,3 5 3-15,0 0-3 0,0 0-6 0,0 0 1 16,-3-2 6-16,3 2-13 0,0 0-1 0,0 0 0 16,0 0-3-16,0 0 5 0,0 0 1 0,0-7-2 15,0 7 0-15,0 0-5 0,0-5-1 0,0 5-6 16,0 0-2-16,0-5-7 0,0 5-4 0,0 0-2 16,0 0-12-16,0-5-6 0,0 5-7 0,0 0-14 0,0 0-15 0,0 0-26 15,0 0-45-15,0 0-47 0,0 0-14 16,0 0 8-16,3 19 12 0,0-3 8 0,-3 10 9 0,-4 8 12 15,1 14 5-15,3 0 12 0,-5 1 3 0,1 0 9 16,1-2 0-16,0-10 8 0,4-3 4 0,-2 1 1 16,2-3 2-16,-1 0-1 0,2-6 4 15,0-1 4-15,-2-8-1 16,1 0 4-16,-1-8 1 0,0 1-2 0,0 0 3 16,3-3 7-16,-6-2-2 0,6 0 2 0,-3-1 7 15,0 1 7-15,1-2 15 0,-1 1 6 0,0-4 8 16,0 0 5-16,0 0 7 0,0 0 0 0,0 0-1 15,-1 8-2-15,1-8-1 0,0 0-6 16,0 0-6-16,0 0-9 0,0 0-16 0,0 0-26 16,0 0-94-16,0 0-93 0,3-22-96 0,-1 7-257 0,-1-3-604 0,3-7 268 15</inkml:trace>
  <inkml:trace contextRef="#ctx0" brushRef="#br0" timeOffset="314.26">2627 2005 110 0,'0'0'231'16,"-13"0"-2"-16,13 0-20 0,-4 0-14 0,4 0-4 16,0 0-15-16,0 0-10 0,0 0 18 0,-6-2-20 15,6 2-14 1,0 0-16-16,0 0-10 0,0 0-6 0,24-1-5 15,-3 1-5-15,12-5-9 0,5 0-8 0,14 1-9 16,1-4-8-16,-16 4-10 0,2-2-8 0,1 2 1 0,-8-3-5 16,-4 4-8-16,-5 0-13 0,-5 1 3 0,1 0-1 15,-9 1-2-15,2-2-4 0,-6 3-8 0,1-1 0 16,-7 1-22-16,9 1-10 0,-8 2-3 16,-2 1-1-16,-7 1-12 0,-1 7-31 0,-8 0-34 0,-5 3-47 0,0 3-66 15,-3-1-266-15,5 0-512 0,-1 2 227 0</inkml:trace>
  <inkml:trace contextRef="#ctx0" brushRef="#br0" timeOffset="898.69">2614 2701 33 0,'0'0'157'0,"0"0"3"0,0 0-6 0,-4 2-4 16,4-2-13-16,0 0 6 0,0 0-19 0,0 0 0 15,0 0-12-15,0 0-7 0,0 0-5 0,-1 3-5 16,1-3 1-16,0 0-3 0,11 0-1 0,1 0 2 16,1-1-5-16,7 0-3 0,2-2-8 0,11 0-5 0,-4-1 1 0,6-1-2 15,-6 1 2-15,3-1-4 0,-10 5-6 0,-3-3-5 16,1 1-2-16,-7 2-1 0,0-2 0 0,-5 1-5 15,-2-1-3-15,1 2 0 0,-7 0-6 0,12-1-6 16,-12 1 5-16,8-2-7 0,-8 2-10 0,5 0-23 16,-5 0-18-16,0 0-23 0,0 0-31 0,0 0-22 15,0 0-50 1,0 0-42-16,0 0-258 0,0 0-479 0,0 0 213 16</inkml:trace>
  <inkml:trace contextRef="#ctx0" brushRef="#br0" timeOffset="1283.83">2743 2420 149 0,'-6'0'321'0,"6"0"-17"16,0 0-17-16,-7 0-14 0,7 0-11 0,0 0-14 16,0 0-9-16,0 0-25 0,0 0-19 0,0 0-15 15,0 0-21-15,0 0-6 0,0 0-21 0,0 0-21 16,0 0-7-16,31-9-12 0,-12 7-5 16,13-3-11-16,1-1-7 0,3 0-9 0,-1 0-5 15,-4 2-7-15,1-1 0 0,-1 1-2 0,-4-1-6 16,-5 0 9-16,-6 2 1 0,-2 2 13 0,-2 1-5 0,-3-1 7 0,-2-2-4 15,-7 3-2-15,13-3-4 0,-8 3-5 0,-5 0-7 16,0 0-1-16,0 0-5 0,0 0-19 0,14-1-25 16,-14 1-17-16,4-3-45 0,-4 3-29 0,0 0-38 15,0 0-38-15,0 0-39 0,0 0-34 0,0 0-4 16,7 7-18-16,-7-7-250 0,0 0-563 0,0 0 249 16</inkml:trace>
  <inkml:trace contextRef="#ctx0" brushRef="#br0" timeOffset="1584.32">3791 2268 129 0,'0'0'431'0,"0"0"-22"16,8-7-18-16,-8 7-25 0,2-2-20 0,-2 2-34 15,0 0-26-15,0 0-34 0,0 0-28 0,0 0-34 0,0 0-41 16,0 0-33-16,0 0-23 0,1 11-13 16,-2-1-7-16,-4 0 0 0,-1 5-16 0,-2 2 0 0,-4 0-5 0,1 7 0 15,-2-1-9-15,0-2-6 0,3 5-1 0,-1-4 1 16,2-3-12-16,-3 3 3 0,2-8-4 0,2 3-32 16,3-2-22-1,-3-3-17-15,2-1-13 0,1-2-27 0,0 2-17 16,1-5-16-16,-1 2-14 0,1-2-12 0,-1-3-13 15,1 2-17-15,-1-4-55 0,0-1-280 0,5 0-555 16,-14-11 246-16</inkml:trace>
  <inkml:trace contextRef="#ctx0" brushRef="#br0" timeOffset="1932.29">3491 2309 57 0,'-4'-11'323'0,"0"1"8"0,0 1 8 15,3 0-5-15,-3 3-25 0,0-1-23 0,3 2-25 16,1 0-36-16,0 5-27 0,-1-6-32 0,1 6-21 0,0 0-19 0,0 0-9 15,0 0-16-15,15 18-13 0,-2-4-6 16,1 1-9-16,4 11-2 0,2-2 0 0,-2 2-11 16,4 2-2-16,2 0 1 0,0 1-9 0,-3-3-6 15,-1-3 0-15,2 4-6 0,-4-6-2 0,1 2 2 16,-7-7-6-16,0-2-7 0,0-3 1 0,-2 1-2 16,-2-3-2-16,-2-1-2 15,-2-1 3-15,2-2-9 0,-1-1 0 0,-2 1 14 16,-1-2-11-16,0 2 17 0,-2-5 9 0,6 5-10 15,-6-5 2-15,1 4 9 0,-1-4 9 0,0 0 9 16,3 3 4-16,-3-3 7 0,0 0 3 0,0 0-6 16,0 0-6-16,0 0-4 0,0 0-5 0,0 0-7 15,0 0-3-15,0 0-10 0,0 0-19 0,0 0-20 16,0 0-27-16,5 2-32 0,-5-2-30 0,0 0-28 0,0 0-26 16,0 0-19-16,0 0-34 0,0 0-25 0,0 0-34 15,10-5-107-15,-10 5-236 0,13-10-653 0,-4 3 289 16</inkml:trace>
  <inkml:trace contextRef="#ctx0" brushRef="#br0" timeOffset="2350.23">4331 2392 239 0,'-6'-5'328'16,"0"-2"-16"-16,-2 2-16 0,3 0-19 0,-8-1-6 15,4 1-18-15,0 1-25 0,0 1-22 16,-1-1-19-16,-2 4-23 0,0 0-19 0,0 3-11 16,1-1-12-16,-7 5-18 0,2 2-8 0,-1 2-17 15,0 0-4-15,3 2-4 0,-8 4-16 0,4 2-3 16,0 1-4-16,1 1-1 0,5-6-10 0,2 2-6 16,0-3-19-16,3 0-7 0,3-3-3 15,0 0-2-15,-1-4-8 0,3-1 6 0,0 3-5 0,1-6 5 16,0 1 8-16,1-4 16 0,0 0 24 0,0 0 21 0,0 8 12 15,0-8 16-15,0 0 7 0,21-9-6 0,-9 3 3 16,-3-3 7-16,1-2-2 0,3-1-4 0,1-4-8 16,0 4-8-16,-1-3-7 0,-1 1 1 0,-1 2-4 15,-2 2-7-15,-1 0-1 0,1 3-8 0,-4 2-2 16,-1 0-13-16,-1-1-1 0,0 3-16 0,0 0-2 16,-3 3-14-1,8-2-13-15,-8 2-4 0,0 0-2 0,18 5-4 0,-6-2-7 16,-3 5-6-16,5 0-13 0,2-1-37 0,1 1-28 15,1 1-38-15,-3 2-31 0,6-1-33 0,-2-2-45 16,-5 1-46-16,5-2-51 0,-7-3-296 0,2-2-698 16,-3-2 310-16</inkml:trace>
  <inkml:trace contextRef="#ctx0" brushRef="#br0" timeOffset="3250.23">4491 2343 115 0,'0'0'344'0,"-3"-9"-6"0,3 5-3 16,0 4-21-16,0 0-28 0,3-8-32 0,-3 8-30 0,0 0-26 0,-4-5-27 15,4 5-20-15,0 0-21 0,0 0-12 0,0 0-16 16,0 0-10-16,5 17-12 0,-2-7-4 0,-2 1-8 16,1 1 0-1,0 1-14-15,-1 4-4 0,2 2-1 0,-3 0-6 0,0 4 0 16,1-4-5-16,-1 0-1 0,4-2-7 0,-3-4 4 15,-1-3-8-15,1 0-3 0,2-3 4 0,-3-1-5 16,0 0 3-16,0-1 5 0,0-5 25 16,0 4 45-16,0-4 41 0,1 6 34 0,-1-6 32 15,0 0 27-15,0 0-19 0,0 0-16 0,12-15-25 16,-8 6-20-16,1 0-14 0,1-3-20 0,2-3-9 16,1-2-13-16,-1 3-11 0,2 0-11 0,-5 2-4 15,0 2-11-15,0 0-5 0,-1 5-7 0,1 2-9 0,-1-6-4 16,-2 6-12-16,1 0-12 0,-3 3-23 0,4-4-29 0,-4 4-11 15,0 0 1-15,0 0 4 0,13 5 2 0,-7 0-10 16,0 4-5 0,1-3-3-16,0 5 0 0,1-1-10 0,-2-1-7 0,1 1-9 0,3 2-5 15,-2-3-2-15,-1 2-8 0,-3-6 1 0,1 2 13 16,-1-2 14-16,0-3 6 0,-4 3 8 0,0-5 15 16,6 5 32-16,-6-5 42 15,4 2 34-15,-4-2 16 0,0 0-11 0,0 0-6 16,9-12-7-16,-5 7-5 0,1-4-6 0,-1 0-3 15,5-6-4-15,-3 1-4 0,5-2-4 0,-5 3-3 16,4-1-5-16,-2-2-2 0,-3 6 0 0,1 0-1 16,1 3-5-16,-1-2-3 0,-3 4 0 0,0 0-5 15,-3 5-4-15,7-7-20 0,-7 7-11 0,10-3-4 16,-10 3-10-16,0 0-7 0,21 8 0 0,-11-1 3 0,0 0-7 0,0 0-4 16,4 5-7-16,-1 0-9 0,-2-7-18 0,2 7-21 15,-1-5-14-15,3 4-10 0,-2-1-12 16,0-3-5-16,-3-1-4 0,1-1-6 0,0 0-11 15,-1-2-12-15,0-3 1 0,0-2 8 0,-2-1 20 16,0-2 11-16,-2-2 16 0,0-1 20 0,-1-3 26 0,1-1 30 16,-4 3 28-16,1-9 26 0,-2 1 22 0,-1-3 22 0,0-4 10 15,1-2 11-15,1-1 11 0,-5-2 14 0,4 0 12 16,1 4 5-16,0 0 34 0,0 5 16 0,1 1 27 16,-3 4 20-1,0 1 10-15,0 6-2 0,0-1-8 0,0 4-23 0,1 0-21 16,-1-1-22-16,0 6-19 0,0-6-39 0,0 6-36 15,0 0-55-15,0 0-4 0,0 0-7 16,0 0 2-16,0 24 10 0,0 4-3 0,-4 2 5 0,2 5 4 16,-3 15 2-16,4 0 1 0,-3-1 3 0,0 1-5 15,1 0 2-15,2-5 6 0,0-10-1 0,2-2-3 16,-1-4-2-16,3 3 2 0,-2-4-2 16,2-4 7-16,-1-4 4 0,2-2 3 0,1-2-3 15,-3-5 2-15,1 2-4 0,-2-4 9 0,1-1 0 16,-1 0-6-16,0-4-1 0,1 1 3 0,0-1-2 0,-2-4 0 0,0 5 2 15,0-5-5-15,0 0 0 0,0 0-13 0,0 0-30 16,3 5-56-16,-3-5-72 0,0 0-64 0,0-21-55 16,0 10-53-16,2-7-71 0,0 0-208 0,4-11-668 15,-1-2 296-15</inkml:trace>
  <inkml:trace contextRef="#ctx0" brushRef="#br0" timeOffset="3790.15">5190 2268 234 0,'-4'-9'268'0,"4"6"-19"16,0 3-19-16,-4-5-26 0,3 0-16 0,1 5-26 16,0 0-22-16,0 0-13 0,0 0-14 0,0 0-11 15,21 8-3-15,-10-3-5 0,6 6-5 0,8 2-6 16,3 1-2-16,0-2-8 0,1 3-7 0,0-3-5 0,-5 3-1 16,-2-1-8-16,-3-3-5 0,-6-2-3 15,0-2 1-15,-3 2-11 0,-2-4-8 0,-1 0-5 0,-2 2-3 16,-1-4-5-16,-3 2 3 0,-1 2 2 0,0-7 2 15,-9 13 2-15,-2-7 1 0,-4 0-2 0,-4 5 0 16,-8-3-1-16,0-1 0 0,-1 2-3 0,7-4-3 16,2 0 2-16,-1 1-3 0,2-2-3 0,6-3-1 0,1 0 2 15,3 2 2-15,0-2 1 0,8-1-6 0,-11 3 10 16,11-3-7-16,-9 1 9 0,9-1-3 0,0 0 0 31,0 0-12-31,0 0-3 0,0 0-5 0,33-13-3 0,-15 4-8 0,10 0-10 16,-1-2-5-16,0-1-2 0,0-2 5 0,-3-1-5 15,3-1 0-15,-3-5 0 0,0-1 2 16,-2-3 1-16,-3-2 3 0,-2 0 2 0,-2-2 5 0,-2 0 9 16,1 2 14-16,-9-1 28 0,-1 3 14 0,0-1 24 15,-3 9 37-15,2-2 20 0,-2 6 37 16,-2 1 13-16,-2-1 10 0,3 2 6 0,0 2-11 16,0 3-11-16,-1 2-20 0,1 4-21 0,0-9-20 15,0 9-18-15,0-8-15 0,0 8-50 0,0 0-49 16,0 0-17-16,0 0-8 0,0 0 12 0,-8 25 3 0,7-7 3 0,-3 9 7 15,0 6 4-15,0 2 7 0,3 1-8 0,2-2 10 16,1 0-5-16,0 0 4 0,-1-2 5 0,2-4 0 16,2-1 1-16,-1-1-8 0,-4-9 3 0,4 0-7 15,0-4-30-15,-3-2-29 0,-1 0-38 0,1-2-31 16,3-2-33-16,-3 0-39 0,2-2-43 0,-1 1-49 16,1-2-270-1,-3-4-623-15,0 0 276 0</inkml:trace>
  <inkml:trace contextRef="#ctx0" brushRef="#br0" timeOffset="4252.82">5761 2501 187 0,'0'0'218'0,"0"0"1"0,0 0-4 0,0 0-2 0,0 0-4 0,4 4-3 0,-4-4-3 0,0 0-6 15,19-4-10-15,-9 1-14 0,2 1-14 16,3-3-1-16,8-2-7 0,-6 2-3 0,2-2-7 15,-1-2-4 1,0 1 1-16,0-5-1 0,0 6-8 0,-1-5-1 16,-2-2-6-16,1 2-8 0,-3-1-2 0,-3 1 5 15,3-2-8-15,-4 0-1 0,-4 4 8 0,-1 1-3 16,2-2 7-16,-6 2-18 0,0 2-5 0,0-3-8 16,-5 4-17-16,3-5-9 0,-6 8-9 0,-4-4-12 15,1 5-5-15,-2 2-10 0,-6 2-5 0,0 5-4 0,-2-4-4 0,-4 11-2 0,8-4-2 16,-5 5-4-16,2 2 0 0,5 4-5 0,-2 0 4 15,4 2-17-15,2 1-13 16,7-2-11-16,0 4 4 0,4-6-2 0,4-3 3 16,2-1 10-16,8 1-2 0,7 0 9 0,-2-3 8 15,8-1 9-15,6-3 5 0,4 1 1 0,16-3 3 16,0-5-4-16,1 4 4 0,-3-5 12 0,-13-1 10 16,-5-2 5-16,-3 1 8 0,-11 0 10 0,-1-2 17 15,-6 2 14-15,-2 0 10 0,-4-1 4 0,-6 1 1 16,12 0-4-16,-12 0-9 0,10 1-9 0,-10-1-12 0,0 0-30 0,10 0-38 15,-10 0-51-15,0 0-51 0,0 0-88 0,0 0-90 16,0 0-80-16,-25 7-100 0,5-7-340 0,1 1-863 16,-1 0 382-16</inkml:trace>
  <inkml:trace contextRef="#ctx0" brushRef="#br0" timeOffset="5238.52">2420 3267 5 0,'0'0'162'16,"0"0"-15"-16,0 0 1 0,0 0-11 0,0 0 1 31,0 0-10-31,0 0-5 0,0 0-9 0,0 0-4 0,0 0-10 16,0 0-6-16,-4 3-8 0,4-3-4 0,0 0-8 15,0 0-2-15,0 0-6 0,0 0-7 0,0 0-3 16,0 0-6-16,0 0-2 0,0 0-3 0,0 0-6 16,0 0-8-16,0 0-2 0,0 0-4 0,0 0 1 15,0 0-3-15,0 0-2 0,0 0-1 0,0 0 0 16,0 0-1-16,0 0-4 0,0 0-2 0,0 0 1 0,0 0-5 0,0 0 5 16,0 0-6-16,-5 2 3 0,5-2-4 0,0 0 1 15,0 0-1-15,0 0 2 0,0 0 11 16,0 0 8-16,19 1 5 0,-13 1 2 0,4-2 2 15,-1 0 5-15,3 0-1 0,2 0 6 0,0 0 0 16,13 0-3-16,2 0 6 0,3-3 1 0,8 2-4 16,16-3 16-16,9 0 4 15,3-1 13-15,34-7-4 0,8 7-4 0,3-6 9 16,16 5 4-16,6-5 4 0,12 5-5 0,8-2 1 16,11-3-6-16,5 3 8 0,12-1-6 0,2 1-7 0,0-3-5 0,-2-2-2 0,1 4-4 15,0-4-12-15,-9 5-8 0,-10-2 8 16,-13 2-4-16,-14-7-4 0,-4 5 8 0,-14 1 6 15,-7-1 6-15,-10-3 0 0,-12 4 4 16,-27 3-5-16,-3-1 0 0,-3-1-3 0,-8 3-3 16,-14 2-2-16,-5-1-3 0,-11 4 1 0,0-4-1 0,-10 3 12 15,-1-1 7-15,0-1 1 0,-1 2-6 0,-8 1-5 16,10-1-5-16,-10 1-5 0,10 0-7 16,-10 0-5-16,0 0-2 0,0 0-8 0,9 0-3 15,-9 0-2-15,0 0-7 0,0 0-6 0,0 0-14 16,0 0-14-16,7-3-20 0,-7 3-23 0,0 0-21 0,0 0-39 0,0 0-30 15,0 0-37-15,0 0-47 0,0 0-53 0,0 0-97 16,0 0-333-16,0 0-776 0,0 0 344 0</inkml:trace>
  <inkml:trace contextRef="#ctx0" brushRef="#br0" timeOffset="5839.6">7191 2148 2195 0,'0'0'271'0,"-5"-8"-15"15,4 6-33-15,-2 1-33 0,2-3 11 0,1 4-1 0,-4-9 0 16,3 6-8-16,1 3-15 0,0 0-2 0,-4-3-17 16,4 3-15-16,0 0-17 0,0-3-14 0,0 3-22 15,0 0-46-15,0 0-56 0,0 0-79 0,0 0-59 0,0 0-18 16,0 14-39-16,0-3-47 0,3 7-67 0,-6 8-304 15,2 0-678-15,-2 3 300 0</inkml:trace>
  <inkml:trace contextRef="#ctx0" brushRef="#br0" timeOffset="5971.11">7127 2705 132 0,'-1'6'234'16,"2"-2"-1"-16,-2 1 1 0,2-4 1 0,-1-1-3 15,-1 6-4-15,1-6-19 0,0 0-17 16,1 4-20-16,-1-4-18 0,4 4-28 0,-4-4-46 15,12 0-65-15,-12 0-80 0,19-5-116 0,-9 2-191 16,4 0-403-16,-2-1 178 0</inkml:trace>
  <inkml:trace contextRef="#ctx0" brushRef="#br0" timeOffset="6358.2">7661 2556 253 0,'0'0'289'0,"-5"1"-14"15,5-1-11-15,0 0-22 0,0 0-13 0,0 0-19 16,-2 3-21-16,2-3-7 15,0 0-17-15,0 0-16 0,0 0-6 0,0 0-15 16,0 0-10-16,0 0-12 0,14 3-12 0,0-3-8 16,7-2-7-16,11 2-10 0,8-2-6 0,15 2-6 15,3-4-4-15,0 2-8 0,1 1-2 0,-2-2-1 16,-5 3 8-16,1-3-5 0,-13 1 4 16,-4-1 1-16,-3 3 6 0,-6-2 6 0,-9 2 12 15,-7-2 7-15,3 1 1 0,-5 1 1 0,0-1-2 0,-4 1-6 0,0-1-6 0,-5 1-19 16,9 0-24-16,-6-3-40 0,-3 3-52 0,0 0-58 15,0 0-74-15,0 0-91 0,0 0-348 0,-26 4-688 16,16-7 305-16</inkml:trace>
  <inkml:trace contextRef="#ctx0" brushRef="#br0" timeOffset="19245.3">10382 2048 32 0,'0'0'175'0,"0"0"-14"0,0 0 0 16,0-5-15-16,0 5-3 0,0 0-5 0,0 0-4 15,0 0-3-15,0 0-9 0,0 0-3 0,0 0-7 16,-3-4-4-16,3 4-11 0,0 0-11 0,0 0-2 16,0 0-7-16,0 0 2 0,0 0-11 0,0 0-8 15,0 0-9 1,0 0-5-16,0 0-8 0,0 0-7 0,0 0-2 16,-14 7-3-16,8-5-2 0,-4 3-5 0,-4 0-2 15,-2 2-3-15,-3 5 1 0,-4 0 3 0,-1 2-9 16,-2 1-5-16,2 0 4 0,-3 0-3 0,3 4 3 15,2-2-3-15,2 2-1 0,-1 0 2 0,3 1-5 16,1-1 4-16,2 5-6 0,4-8 10 0,2 0-8 16,0 1 1-16,5 1-5 0,3-2 2 0,1 1 0 0,0 1-1 15,4-1-1-15,2-2 3 0,4 1 1 0,7-3 0 16,-2 2 4-16,13-1 0 0,3-1-4 0,-1 0 4 16,0-1-1-16,5 1 1 0,-3-4-2 0,1 2 2 15,-4-2 1-15,1 3-8 0,-5-5 4 0,-6 3-3 16,-2-4-1-16,-3 3-4 0,-5-4 5 0,1 2 0 15,-4 0 0-15,-3 0 1 0,-3 1 3 0,-6 4 3 0,-7-3-1 0,-10 5 7 16,-4-1-5-16,-4 1 3 0,-3-3 1 0,0 3 3 16,-4-2 0-16,0-3 6 0,2 3 0 0,-2-3 2 15,3-1 6-15,0 0-8 0,1 1-1 0,0-1-3 16,3-4 2-16,-1 2 0 0,11-4-4 0,2 3 2 16,0-5 0-16,7 1 8 0,2 0 7 0,2 2 7 15,1-3 8-15,1 1 4 16,6-1 0-16,-8 0-6 0,8 0-16 0,0 0-13 15,0 0-15-15,7-9-15 0,-1 7-21 16,3-3-30-16,1 0-29 0,2 3-32 0,-1-2-52 16,2-1-43-16,1 1-202 0,2 0-459 0,0-4 203 15</inkml:trace>
  <inkml:trace contextRef="#ctx0" brushRef="#br0" timeOffset="19762.14">10947 2534 87 0,'0'0'220'0,"-3"-4"-18"0,3 4-12 16,-6-4-16-16,6 4-14 0,-8-1-19 0,3-1-11 0,5 2-16 15,-10 2-10-15,1-1-7 0,0 0-11 0,-3 4-6 0,0 0-10 16,-4 2-8-16,2 2-3 0,-1 1-8 0,-3 0-4 16,2 2-7-1,0 2-3-15,3-3-6 0,-3 5-1 0,1 0-4 16,2-2-2-16,2 0-4 0,0 1-1 0,6-3-5 15,-2-2 2-15,5 3 11 0,-1-2 11 0,2-2-1 16,1 1 2-16,1-3 3 0,0 0 6 0,3-1 4 16,1-1 7-16,5 0 7 0,1-1 8 0,6-4-4 15,4 0-1-15,-2-4-5 0,3 0 9 0,-4-2 0 16,2-2 9-16,6-4 12 0,-6 0-4 0,0-1 3 16,0-3 0-16,-6 1-5 0,0-6-6 0,-1-1-4 15,-3-3-10-15,0 1-8 0,-8 5 6 0,0 0 8 16,-1 1-3-16,-1-1 5 0,-3 5-3 0,-5-1-13 0,0 1-5 15,-2 1-11-15,-3 2-15 0,3 3-7 0,0 3-18 16,-4-2-21-16,1 5-14 0,-1 2-30 0,4 0-27 16,-4 0-25-16,-4 4-27 0,0 5-35 0,3-3-39 15,-1 4-45-15,6-1-52 0,-2 2-216 0,4-2-568 16,4 0 251-16</inkml:trace>
  <inkml:trace contextRef="#ctx0" brushRef="#br0" timeOffset="20216.59">11175 2721 99 0,'0'0'235'0,"-2"2"-8"0,2-2-11 15,0 0-13-15,0 0-18 0,0 0-17 0,0 0-12 16,20-8-14-16,-11 3-14 0,2-2-7 0,5-2-5 16,-3 0-3-16,5-1-1 0,-4-5-5 0,4 3 2 0,1-6-4 0,-4-4 2 15,3 2-3 1,-3-3-3-16,-1-1 0 0,-1-2-7 0,1 2-7 16,-4-4-2-16,0 0-1 0,-4-1-8 0,1 0 3 15,-4-2 2-15,-2-1 6 0,1 3-6 0,-5 0 7 0,0 3 0 16,-3-1 11-16,1 4 9 0,1 6-4 0,-5 0 3 15,1 0-9-15,1 6-5 0,-1 0-9 16,1 2-8-16,-1 0-12 0,2 1-4 0,-3 0-11 16,5 4-15-16,-3 0-16 0,2 2-16 0,-2 2-15 15,-2 2-5-15,-3 5-6 0,1 3 1 0,-5 2-5 16,1 14 8-16,1-1 3 0,-6 18 1 0,4 0 2 16,0 5 6-16,5-1-12 0,1-1-24 0,10-11-9 15,0 11 2-15,4-12-7 0,4-3-4 0,3 0 3 16,8-2 8-16,2-2 2 0,3-6-15 0,4-1-26 0,3-3-43 0,1-3-56 15,-4-2-66-15,3-7-332 0,-1-2-637 0,1-4 282 16</inkml:trace>
  <inkml:trace contextRef="#ctx0" brushRef="#br0" timeOffset="20686.27">11644 2479 293 0,'0'0'335'0,"0"-4"-10"0,0 4-10 0,0 0-21 0,0 0-26 16,0 0-33-16,0-5-20 0,0 5-13 0,0 0-34 0,0 0-20 16,0 0-17-16,0 0-11 0,0 0-20 0,0 0-10 15,0 0-7-15,11 11-7 0,-9-4-6 0,6 1-9 16,-6 4-3-16,7 0-4 0,-4 4-9 0,3 0-1 15,0 2-3-15,-2 0-2 0,2-1-8 0,-4-3 2 16,1 3-4-16,-1-7-5 0,0 3-3 0,-2-3-1 16,3 1-3-16,-2-6-1 0,-2-1-2 0,1 1 8 0,0 0 1 15,-2-5 37-15,4 6 57 0,-4-6 55 0,1 2 45 0,-1-2 42 16,0 0 36-16,4 3 32 0,-4-3 19 0,0 0-44 31,6-9-31-31,0-3-27 0,1 3-25 0,2-11-24 0,-1 3-21 16,5-9-24-16,0-1-19 0,1 2-10 0,-5-1-18 15,4 0-6-15,-5 9-13 0,2-2-9 0,-5 4-1 16,-1 5-10-16,1-1-30 0,0 5-34 0,-4-3 0 16,3 4 0-16,-3 3 0 0,2-3 0 0,-3 0 0 15,0 5-14-15,4-3-161 0,-4 3-76 0,0 0-73 16,0 0 9-16,0 0-14 0,9 8-15 0,-4-2-22 16,0 5-25-16,0-4-29 0,-1 5-43 0,0-4-338 15,0 1-866-15,1 0 384 0</inkml:trace>
  <inkml:trace contextRef="#ctx0" brushRef="#br0" timeOffset="21134.21">12104 2588 62 0,'0'0'244'0,"3"3"2"15,-3-3-8-15,0 0-14 0,0 0-14 0,1 2-13 16,-1-2-7-16,0 0-10 0,9 0-15 0,-9 0-11 15,14-5-15-15,-2 2-11 0,1-2-14 0,3-2-9 16,4 2-11-16,5-8 6 0,2 2-16 0,-8 2-2 16,8-4-7-16,-4-3-4 0,-7 6 1 0,7-6-9 15,0-1 0-15,-10 4-4 0,4-2 0 0,-6 0-1 16,0-3-1-16,-3 2 10 0,-1 2-1 0,-3 2 21 0,-2 0-9 16,-3 2 0-16,0-1-10 0,-5 3-8 0,-1-1-11 0,-7 4-8 15,-3 3-4-15,-2 4-10 0,-9 3 2 16,-3 5-13-16,-1 1 1 0,0 6-2 0,2 0-3 15,0 4-5-15,5 4 1 0,2 2-1 0,5-1-12 16,1 6-4-16,8-1-7 0,4-1 5 0,6 1-5 16,8-2 11-16,8-2 16 0,5-3-15 0,7-3 3 0,4-3 6 0,15-1 4 15,5-1-2-15,5-4-1 0,-1-7 0 0,6-3 2 16,-2-1 13-16,-4-2 19 0,-1 0 8 16,-17-2 2-1,-7 1 15-15,-3 1 20 0,-9-1 26 0,-6 0 25 0,-4 1 17 0,-1-1 14 16,-1 0 3-16,-2 2 10 0,-1-1-3 0,-5 1-11 15,8-2-13-15,-8 2-24 0,6 0-27 16,-6 0-42-16,0 0-50 0,0 0-56 0,0 0-80 16,6-2-78-16,-6 2-83 0,0 0-106 0,0 0-118 15,0 0-280-15,0 0-856 0,0 0 379 0</inkml:trace>
  <inkml:trace contextRef="#ctx0" brushRef="#br0" timeOffset="24980.33">14194 2309 23 0,'-2'-7'284'0,"0"0"-4"0,2-3-20 15,-1-1 2-15,-1 3-10 0,1-4-3 0,4 2 1 16,-5 2-16-16,1 2-9 0,0-1-18 0,1 2-11 16,0 5-19-16,-2-8-22 0,1 6-20 0,1 2-20 15,0 0-24-15,-1-5-37 0,1 5-9 0,0 0-12 16,0 0 0-16,4 15-5 0,-2-3-1 0,6 4-3 15,-3 2 1-15,1 0-7 16,2 0 5-16,7 4-5 0,-2 2 11 0,-4-7-15 16,10 4-14-16,-5-7-1 0,-1 2-4 0,0-4-5 15,5 0 4-15,-4-3-1 0,-1-1 1 0,2-3 6 16,-1-2-6-16,3-2 7 0,-5-2-5 0,4-5 4 16,-4-1-3-16,3-5 9 15,-1-3 9-15,-3 1 9 0,2-3 7 0,1-6 6 16,-8 6 8-16,6-5 3 0,-6-3 3 0,-2 8 10 0,1-2-3 0,-5-1 14 0,7 3-2 15,-7 4 8-15,1 3 6 0,0 2-4 0,-1 0-4 16,0 0-6-16,2 3-16 0,-2 1-23 0,0 4-36 16,0-6-44-16,0 6-11 0,0 0 3 0,0 0 3 15,1 19 9-15,0 7 5 0,3 3 4 0,-3 17 14 16,-1 3-8-16,0 8 9 0,4-1 4 0,-4 2 0 16,2 3-2-16,1-2 7 15,2-3-1-15,3-4 3 0,1 3 8 0,-3-9-4 16,2-1 1-16,1 1-5 0,-3-13 14 0,-1-2-4 15,-1 1 3-15,-1 0 3 0,-2 3-6 0,-5-3 2 16,-1-1-1-16,-4-4-2 0,-1-3 7 0,0-1-1 16,-2-7-2-16,1 1-2 0,-1-3 2 0,-3 1 1 15,-2-3 8-15,-2-4-7 0,-8 3 5 16,0-2-1-16,-1-2 12 0,0-2-8 0,-2-1 3 0,0-4 11 0,2-3 4 16,2 0 9-16,7-2-4 15,-2 0 17-15,5-4 1 0,-2-1 10 0,3-2 1 16,2-4-8-16,4-1-1 0,0-9-3 0,4-8-7 15,5 1-15-15,9-15-7 0,8-3-6 0,6-2-17 16,6 5 2-16,3-3-7 0,0 1 3 0,5 6 0 16,4 1-3-16,1 1 3 0,0 2-3 0,4 3 1 15,-5 5-6-15,0 1 9 0,-17 11 9 0,3-1 14 16,-6 3 15-16,-5 4 16 0,-2 4 14 0,-5 2 9 16,1 2 7-16,-4 1-6 0,0 3-6 0,-1-3-11 15,-1 1-5-15,0 1-5 0,1 1-16 0,-4-1-25 16,-1 3-19-16,0 0-32 0,5-3-37 0,-5 3-32 15,4-2-49-15,-4 2-39 0,0 0-38 16,0 0-23-16,0 0-31 0,0 0-55 0,0 0-310 0,0 0-709 0,-18 0 314 16</inkml:trace>
  <inkml:trace contextRef="#ctx0" brushRef="#br0" timeOffset="25381.23">15013 1988 94 0,'0'-1'314'16,"0"1"-17"-16,0-6-25 0,0 6-25 0,0-5-22 0,0 5-29 0,0 0-21 16,1-3-27-1,-1 3-19-15,0 0-18 0,0 0-12 0,-10 14-8 0,2-6-11 16,2 4-5-16,-4 0-8 0,-2 3-8 15,2 3-6-15,-7 4-4 0,8-4-3 0,-5 6-3 16,5-5-24-16,0 5-14 0,4-6-19 0,-6 1-25 16,4-6-18-16,2 2-30 0,0-5-32 0,2-2-31 15,2 3-37-15,2-8-28 0,-1-3-123 0,0 0-366 16,0 0 162-16</inkml:trace>
  <inkml:trace contextRef="#ctx0" brushRef="#br0" timeOffset="25566.09">15174 1988 289 0,'0'0'316'0,"2"-3"-29"0,-2 3-36 0,4-4-27 15,-4 4-32-15,0 0-18 0,0 0-11 0,0 0-24 16,-5 17-15-16,1-7-13 0,-6 7-5 0,5 6-10 16,-3 4-12-16,0 0-40 15,2 2-38-15,-3 4-36 0,0 1-60 0,7-1-71 16,-5 0-227-16,3-7-420 0,1-6 186 0</inkml:trace>
  <inkml:trace contextRef="#ctx0" brushRef="#br0" timeOffset="26167.19">15664 2735 73 0,'-10'0'222'0,"-1"2"-7"0,3-2-16 15,3 1-15-15,-3-1-17 0,8 0-12 0,-7 0-6 16,7 0-5-16,-7 2 2 0,7-2-4 0,0 0-4 15,-9 0-6-15,9 0-8 0,0 0-18 0,-5 2 5 16,5-2-10-16,0 0-5 0,0 0-11 0,0 0-1 0,0 0-13 0,0 0 5 16,-5 1-1-16,5-1-7 0,0 0-1 0,0 0-11 15,0 0-3-15,0 0-4 0,0 0-6 0,0 0-4 16,0 0 1-16,0 0-5 0,0 0-5 0,0 0-3 16,0 0 1-16,0 0-4 0,0 0 0 0,0 0 13 15,0 0 4-15,32-3-5 0,-10 1 5 0,8 2-6 16,2-3-5-16,7-1-3 0,0 3-5 0,12-6 5 0,3 4-5 15,-2-1 1-15,-12 2-5 0,-6-2-1 0,2 0-4 16,-1 1 3-16,-5 1-6 0,0-1-11 0,-11 2-26 16,0-2-4-16,-2 1-12 0,-7 2-21 0,-5-3-25 15,3 3-41-15,-4-3-40 0,-4 3-36 0,0 0-14 16,0 0-13-16,-17-6-11 0,4 6-179 0,-3-3-457 16,-3 3 202-16</inkml:trace>
  <inkml:trace contextRef="#ctx0" brushRef="#br0" timeOffset="26383">15919 2643 141 0,'-5'-7'245'16,"1"-3"17"-16,-1 1 8 0,2-1 15 0,-1-2 12 15,3 4 12-15,-2-6 23 0,2 5 7 0,-3-1 16 16,3 4 8-16,0 0-14 0,0 3-22 0,-2-2-32 0,3 1-41 0,0 4-23 16,0-4-33-1,0 4-41-15,0 0-44 0,0 0-29 0,0 0-11 0,-3 13-8 16,1 0-5-16,1 6-8 0,1 10-2 0,-3 2-5 15,-1 2-8-15,2 1-33 0,0 3-50 0,1-3-40 16,1 1-44-16,3 0-46 0,-1-1-47 16,2-2-51-16,1-3-93 0,-4-3-348 0,2-9-776 15,3-6 344-15</inkml:trace>
  <inkml:trace contextRef="#ctx0" brushRef="#br0" timeOffset="27353.89">16941 2365 158 0,'5'-9'232'0,"-1"-1"-5"16,1-1 1-16,-1 1-8 0,-3-1-5 0,2 0 6 15,-1 1-6-15,0 2-1 0,-2-4-15 0,0 8-11 16,-2-8-16-16,1 8-18 0,-3 2-20 16,0-7-14-16,-3 6-22 0,-2 0-12 0,-4 6-9 0,-5-1-11 15,0 3-6-15,0 2-18 0,-3 5 10 0,-4-1-12 16,5 6 2-16,-2-3-9 0,3 5-3 0,6-3-3 15,-1 0-2-15,0 6-2 0,6-5 0 0,-2 4-6 16,5-4-18-16,5 1-2 0,0 0-5 0,4-2 5 0,5-1-3 16,1 0 1-16,2-2-1 0,3-4 4 0,0-1 1 15,6-2 2-15,0-3-2 0,1-2 8 0,6-3-6 16,-1-2 0-16,1-3-1 0,-7 2 3 0,-1-4 3 16,1-7-4-16,-5 5 25 0,0-1 20 0,-4 0 3 15,4-10 16-15,-6 5-1 0,1 1 13 0,-4 1-14 16,-1-2 43-16,-2 2 20 15,2-2 8-15,-5 8 4 0,3-1 1 0,-2 3-10 16,0 4-16-16,2-3-12 0,-4 2-19 0,0 0-29 16,0 4-41-16,0 0-26 0,0 0-3 15,0 0 10-15,0 18-4 0,-4-1-2 0,-1 8 1 0,1 7-1 16,-2 1 4-16,2 16 0 0,0-1 3 0,-1 1-4 16,1 2 2-16,2-4 8 0,-2 2-2 0,5-17 5 15,4 2-9-15,-1-1 1 0,-3-2 2 0,3-2 0 0,1 2 0 16,-2-12 7-16,1 0-2 0,-2-2-2 0,2-5-6 15,-4-1-8-15,1-4 20 0,1-1 4 0,0-1-8 16,-2 1 0-16,1-1 3 0,-1-5 10 0,3 6-6 16,-3-1 23-16,0-5 9 0,0 0 0 0,1 5 11 15,-1-5-3-15,0 0 5 0,0 0 3 0,0 0-4 16,3 5-6-16,-3-5 3 0,0 0-6 0,0 0-4 0,0 0-6 0,0 0-3 31,0 0-10-31,0 0-24 0,0 0-18 0,0 0-30 0,0 0-21 16,0 0-42-16,0 0-78 0,0 0-50 0,0 0-40 15,0 0-62-15,1-19-88 0,1 10-237 0,0-1-721 0,4-1 319 16</inkml:trace>
  <inkml:trace contextRef="#ctx0" brushRef="#br0" timeOffset="28057.56">17421 2421 113 0,'0'-5'344'0,"-1"-2"-16"16,1 2-35-16,-1 2-25 0,1-2-32 0,0 5-29 0,0-5-26 15,0 5-19-15,0 0-11 0,0 0-18 0,0 0-12 16,11 15-17-16,-5-5-11 0,1 0-18 0,1 2-12 16,-2 2-13-1,6 1-10-15,-3-1-18 0,3 3-4 0,2-5-14 16,-1 4-7-16,0-5-5 0,-3-1-2 0,4-1 1 15,-2-2 1-15,-3 0 3 0,0-6 6 0,0 2-5 16,0-3 3-16,1-1-1 0,-1-2 0 0,4-2 2 16,-3-3 9-16,-1-1 11 0,3-2 9 0,-1-1 5 15,1-3 4-15,-3 1 4 0,-1-2 7 0,-3 0 2 16,4 1 6-16,-4-2 12 0,0 1 1 0,-1 1 13 16,1 3 3-16,3 3 24 0,-7-2-9 0,3 5-2 15,-3 2-12-15,2 0-6 0,-2 0-21 0,-1 4-28 0,0-7-34 16,0 7-24-16,0 0-4 0,0 0 2 0,4 11-1 15,-4 1 4-15,0 13-1 0,0 4 0 0,-4 7 0 16,3 15 0-16,-6 1 5 0,0 4 4 0,-1-2-3 16,1-1 3-16,-2 0 3 0,4 1 3 0,2-3 1 0,6-2 3 15,0 1-2-15,1-4 1 0,-1-13 8 16,-1 2-4-16,3-2 5 16,-2 0-4-16,0-5 6 0,-3-2-6 0,0-6 6 15,0-1-1-15,-2-1-1 0,-2-7-1 0,3 1 1 16,-1 0 0-16,-2-3-2 0,1 1 5 0,-1-4 4 15,-3 0 6-15,0 0 2 0,0-2 7 0,-4-2 7 16,-4-1 3-16,2-1 3 0,-2-1 10 0,-2-3 8 16,-1-2 9-16,2-2 14 0,2-2 5 0,-3-2-5 15,4-1-4-15,-2-6 7 0,4 2 1 0,0-6 4 0,6-7-8 0,3-2-18 16,4-4-13-16,8-14-5 0,7 1-20 16,5 3 3-16,6 0-10 0,-3 1-6 0,2 1 1 15,4 8 1-15,3 0-3 0,-5 9-4 0,0 4 6 16,-1-3-12-16,3 4 2 0,-5 2 5 0,1 2 0 15,-5-2 3-15,-5 9 3 0,-2 0 7 0,-1 2 12 16,-5 1 5-16,-2 4 4 0,0 1 0 0,-2-2-10 0,-1 1-2 0,1 1-4 16,-1 1-3-16,-3 1-10 0,-1 1-25 0,7-2-20 15,-6-2-36-15,-1 4-34 0,0 0-34 0,0 0-30 16,0 0-15-16,0 0-12 0,0 0-18 0,0 0-30 16,0 0-48-1,-1 12-49-15,-2-10-202 0,3-2-588 0,0 0 260 0</inkml:trace>
  <inkml:trace contextRef="#ctx0" brushRef="#br0" timeOffset="28903.97">18405 2588 226 0,'-6'0'245'0,"6"0"4"15,0 0-4-15,0 0-3 0,0 0-15 0,0 0-17 16,0 0-19-16,0 0-18 0,0 0-20 0,15-3-14 16,-3 3-17-16,4-2-19 0,13-3-36 15,0 1-40-15,0 3-45 0,2-2-51 0,1 3-56 16,1 0-60-16,-6-1-186 0,-5 0-401 0,-1-4 177 16</inkml:trace>
  <inkml:trace contextRef="#ctx0" brushRef="#br0" timeOffset="29044.73">18446 2721 169 0,'-4'3'181'0,"-2"0"1"0,9 1 8 15,0 0-9-15,10-1-18 0,9-1-14 16,12-1-30-16,3 3-48 0,17-1-93 0,1-6-209 16,-2-4-249-1,-2 0 110-15</inkml:trace>
  <inkml:trace contextRef="#ctx0" brushRef="#br0" timeOffset="30106.56">19738 2180 86 0,'0'-6'257'0,"0"6"-11"0,0-4-22 0,0 4-19 16,-1-6-24-16,1 6-16 0,-5-1-23 0,5 1-12 15,-17 4-17-15,7 0-10 0,-10 2-15 0,4 3-3 16,-12 3-13-16,3 3-7 0,0-3-4 0,1 2-8 16,0 3-4-16,-2 1-9 0,4-2-4 0,-1 3-3 15,11-6-8-15,-3 1 1 0,2 1-5 0,1-1 0 16,2 2-3-16,5-1-3 0,1-2 1 0,3-1 2 16,2 5 3-16,3-2-3 0,3 2 3 15,3-3-3-15,10 4-2 0,-4-6-2 0,11 4 5 16,0-2-6-16,4 1 3 0,-1-3-1 0,2 2-3 15,-4 0-8-15,0-3 5 0,-1 4-32 0,-9-6 4 16,1 0 5-16,-6 1-3 16,0-3 3-16,-5 2-3 0,-2 2 11 0,-3-5 3 15,-2 2 6-15,-5 3 3 0,-2-1 5 0,-8-1-3 16,-2 5 3-16,-12-2 1 0,3 0 3 0,-2 0-5 0,-4-2-1 16,0 0 0-16,1-1 4 0,-1 1-2 15,0-3-5-15,3 0 5 0,2-3-8 0,9 0-12 0,-4 0-27 0,10-1-23 16,-1-1-42-16,5-2-32 0,0 0-71 15,7 0-176-15,-4-5-409 0,4 5 181 0</inkml:trace>
  <inkml:trace contextRef="#ctx0" brushRef="#br0" timeOffset="30623.32">19973 2721 225 0,'0'0'249'0,"0"0"-20"16,0 0-24-16,0 0-21 0,0 0-23 0,13-7-17 15,1 4-10-15,2-3-15 0,4 0-12 16,-1-1-13-16,9-1-8 0,1-3-10 0,-1 1 0 15,1-5-14-15,-2 3-7 0,-2-4-3 0,-1 1-7 16,-1-2-3-16,-7 5-6 0,0 0-1 0,-3-1 1 16,1-1 11-16,-7 7 10 0,0-5 7 0,-3 3 3 15,0 1-4-15,-7-1-3 0,3 1-7 0,-1 1-7 0,-4 2-5 0,-5 0-7 16,-3 5-6-16,-4-3-4 0,-2 8 0 0,-1 0-6 16,-7 2-2-16,-4 4-2 0,-2 3-3 0,-10 10-3 15,11-6-4-15,1 4 0 0,0-2-3 0,3 6-1 0,0-3 0 16,5 1-2-16,1 2 2 0,4-1 2 0,6-1 4 15,2 2 4-15,3-2 0 0,7-4 4 16,3-3-1-16,3 0 5 16,4-3 4-16,3-1 5 0,6-4 5 0,-1 1 0 15,13 1 4-15,1-5 2 0,0-2 8 0,5-3-4 16,-3-1-8-16,-2-1 6 0,0-1 2 0,-9 2 3 16,-2-2 9-16,-4 2 14 0,-5-3 7 0,-1 1 15 0,-3 1 9 0,1 0 2 15,-2 0 1-15,-7 1-4 0,12-3-4 0,-12 3-8 0,7-2-8 16,-7 2-13-16,0 0-20 0,0 0-23 15,0 0-38-15,9-1-32 0,-9 1-27 16,0 0-77-16,0 0-86 0,2-4-78 0,-2 4-65 16,0 0-202-16,-9-14-631 0,9 9 280 0</inkml:trace>
  <inkml:trace contextRef="#ctx0" brushRef="#br0" timeOffset="31045.59">20700 2546 112 0,'7'-2'114'0,"3"-5"-7"0,1 2-15 16,0 0-11-16,3-2 4 0,1 0-1 0,0 0-4 16,-3-1 15-16,-2 2 7 0,0-2 6 0,-1 4 24 15,-1-2 9-15,-3 1 16 0,3 0 6 0,-6 4 4 16,2-2-10-16,-4 3-16 0,4-3-15 16,-4 3-19-16,0-4-11 0,0 4-17 0,0 0-7 15,-23 2-12-15,10 3-5 0,-10 2-5 0,-4 5-3 16,-1 2-8-16,-4 2-8 0,3 2-3 0,-3-1-5 15,0 8-2-15,0-6-3 0,9 6-1 0,-5-2-3 16,4 1-2-16,2-2-1 16,5 2-4-16,6-7 4 0,3 0 4 0,4 1-3 15,3-1 5-15,5-1 2 0,4-6 2 0,6 2-2 16,15 0 3-16,4-3-15 0,18-4-32 0,6-2-58 16,0-3-69-16,8-5-62 0,-1 0-236 0,0-5-488 15,-4-2 216-15</inkml:trace>
  <inkml:trace contextRef="#ctx0" brushRef="#br0" timeOffset="31772.1">21288 2314 46 0,'4'-2'213'16,"5"-1"-16"-16,1 1-25 0,0 0-12 0,4-1-17 16,7 1-10-16,5 2-5 0,4 5-11 0,-2-1-15 15,3 1-3-15,-3 3-13 0,1 1-7 0,0 2-10 16,-10-2-3-16,-3 3-12 0,3 6-3 15,-6-5-4-15,-4 2-6 0,-4 2-4 0,-1-2-11 0,-4 2-11 16,-4 4 3 0,-6-4-3-16,-3 7 2 0,-3-5-3 0,-6 3 0 15,0-3-3-15,1-1 1 0,-4-8 4 0,7 2 6 16,-1-5 3-16,1 0 8 0,0 1-1 0,8-4 1 16,-4 1 6-16,3-1 3 0,2-1 4 0,1-1 8 0,4 1 26 0,0-3 19 0,1 1 1 15,3-1-3-15,0 0-4 0,0 0-20 16,0 0-11-16,19-5-5 0,-3 0-2 15,3 4-10-15,3-4-4 0,0 3-8 0,9 0-3 0,-3 0-5 16,1 2 3-16,2 1-8 0,-2-1-5 0,3 3 2 16,-5 2-6-16,1 2-3 0,-9-2 4 0,0 0-7 15,-3 2-2-15,-5-1-17 0,1 2 7 0,-6 0 0 16,-1 0-5-16,0 1-4 0,-3-2 4 16,-6 7 4-16,0-7 3 0,-3 4-1 0,-8 3 3 15,0-5 5-15,-8 4 0 16,-8-1 5-16,3 0 0 0,-4-4 1 0,-4 2 2 15,-3-2-6-15,0-1 6 0,-14-1-6 0,14-2-7 16,2-1 13-16,1-2-1 0,5-2-1 0,2 2 1 16,8-2-3-16,4 1-3 0,-1 0-22 0,8-3-28 15,-3 1-42-15,8 0-53 0,5 2-71 0,-4-8-67 16,6 1-179-16,4 2-496 0,0-2 220 0</inkml:trace>
  <inkml:trace contextRef="#ctx0" brushRef="#br0" timeOffset="32333.37">22121 2363 95 0,'21'7'168'16,"-3"3"-13"-16,1 1-3 0,1 5-30 0,-6-2-2 0,-2 3-17 16,-3 0-7-16,-2 2-10 0,-7 0 4 0,2 1 4 0,-10 4-4 15,2-6-4-15,-7 7-1 0,-4-4-6 0,1 0 10 0,-6-1-14 16,3-2-1-16,-3-3 0 0,-4-1 9 15,2 0-1-15,5-3 5 0,1-4 1 0,0-1 6 16,5 2 3-16,1-5 4 0,3-1 13 0,1 0 0 16,2 1 35-16,6-3 27 0,-10 2 25 0,6-1 20 15,4-1-5-15,0 0-25 0,-3-10-22 0,8 7-16 16,5-8-15-16,3 1-18 0,9-8-12 0,-2-1-7 16,3 0-20-16,4-3-12 0,1-5-11 0,8-6-13 15,3 1-11-15,-11 8-17 16,-2 0-6-16,1 2-3 0,-6 1 1 0,-9 6 7 15,2 1 9-15,-6 6 9 0,0-2 9 0,-2 5 3 16,-1-2-5-16,-2 4-5 0,-1-1-10 16,1 2-16-16,-3 2-12 0,0 0 5 0,0 0-5 15,-17 11-2-15,7-1-2 0,-4 4 3 0,1 1-3 16,-4 7 2-16,2 2 0 0,2 3 0 0,2-3-37 0,5 1-1 16,4-6-5-16,5 3 2 0,5 2 5 0,7-2-1 0,9-3-10 15,3-2-42-15,9-3-61 16,12-2-97-16,9-3-132 0,-4-4-305 0,2-5-745 15,-2-7 330-15</inkml:trace>
  <inkml:trace contextRef="#ctx0" brushRef="#br0" timeOffset="33381.24">23757 2514 11 0,'0'0'194'16,"0"0"-11"-16,0 0-6 0,0 0-11 0,-10 0-7 15,10 0-1-15,0 0 1 0,0 0-3 0,0 0 0 16,0 0-11-16,0 0-2 0,0 0-3 0,0 0-10 16,0 0-14-16,0 0-11 0,9-8-8 0,-6 4-6 0,3 0 1 0,-1 0-2 15,-1-1-10-15,3-3 9 0,1 2 2 0,0-2-5 16,1-6 2-16,3-1 4 0,-3 1-2 0,5-1-10 16,3-5 1-16,-2-2 4 0,-1-1-17 0,-1-7 12 0,4 3-8 0,-4-3 0 15,-2 3-6-15,-2-5-4 0,0 4 0 16,0-4 3-16,-3 0-3 0,-1 3-9 0,-2 0 3 15,-1 0-2-15,0 5 3 0,-5-1-4 0,3 6 3 16,-4 0-9-16,3 7 0 0,0-1 7 0,-2 2-10 16,1 1 3-16,-1 5-10 0,2 0-8 0,-2-2-19 15,3 5-18-15,-1-1-30 0,1 3-65 0,0 0 7 16,0 0 12-16,-9 11 7 0,3-2 1 0,0 8 11 16,0 0 7-16,-1 10 5 0,-3 1 5 0,3 6 14 15,3 0-4-15,-2 12 4 16,2 5 4-16,3-4 5 0,1-12 5 0,2 1 6 15,4-4 3-15,2 2 5 0,2-5 6 0,-1 0 1 16,4-6 4-16,0-2 3 0,-2-4 2 0,-3-3 6 16,2-2-1-16,0-2 9 0,-6-3 5 0,1-2 12 15,-1-1 28-15,0-1 23 0,-1 2 41 0,-1-4 21 16,-2-1-4-16,10 0-11 0,-10 0-16 0,9-6-2 16,-5 1-6-16,-3-2-8 0,3-3-13 0,0 0-9 0,0-1-8 15,-2-2-6 1,1-1-8-16,-2 4-11 0,-1-4-9 0,-1 3-8 0,1 0-4 0,-5 0-13 15,5 5-13-15,-3-1-10 0,2 2-15 16,1 0-24-16,-4 1-41 0,4 4-42 0,-5-8-51 16,1 5-33-16,4 3-29 0,-10 0-35 0,10 0-38 15,-11 4-44-15,11-4-299 0,-3 7-711 0,3-7 314 16</inkml:trace>
  <inkml:trace contextRef="#ctx0" brushRef="#br0" timeOffset="34042.21">24223 2301 149 0,'0'0'295'0,"0"-8"-33"0,0 8-25 0,0 0-28 16,0 0-22-16,0 0-25 0,0 0-12 0,0 0-17 16,0 0-11-16,0 0-13 0,9 14-12 0,0-4-13 0,-4-2-12 0,0 1-7 15,3 0-12-15,1 0-5 0,1 2-7 0,-1-4-9 16,0 3-7-16,1-3-7 0,-2 0-5 15,1 0-3-15,1-2 1 0,-3-2-4 0,-1 1 3 16,0-1-1-16,1-3 0 0,2 2-1 0,-3-6-2 16,-1 3 1-16,3-6-1 0,-1 2 8 0,0-2 9 15,-1-3-2-15,2 2 10 0,1-8 2 0,-3 2 8 0,1-1 10 16,2 1 2-16,-2-1 8 0,-2 1 10 16,1 0 13-16,-4 1 8 0,3 4 3 0,-3-2 22 15,0 1-1-15,2 4-11 16,-3 1-9-16,3 0-13 0,-4 0-16 0,0 5-12 15,2-5-55-15,-2 5-10 0,0 0-2 0,0 0 5 16,0 0-2-16,3 20 3 0,-3-3-2 0,0 2 0 16,-3 10 4-16,2 6-7 0,-4 0 9 0,1 11-1 15,-1 5 2-15,0 0-1 0,1-2 1 16,0 1-4-16,1-3 13 0,-2-12-8 0,-1 0-3 0,5 12 5 16,-1-13-1-16,0-2-3 0,-2 0 6 0,1-2 0 0,-3-2 4 0,3 1-2 15,-4-3-1-15,2-9 3 0,1 2-4 0,-2-4 7 16,-1 0-11-16,0-6 10 0,1 1-6 0,-1-1 7 15,-2-1 7-15,-1-3 4 0,-2-1 3 0,0-3 12 16,-6 1 2-16,0-4 15 0,0-3 10 0,-2 0 11 16,1-5 15-16,2-2 12 0,-5-3 9 0,9 1 14 31,-2-7 0-31,5-4-5 0,3-2-18 0,6-4-13 0,7-3-16 16,11-12-23-16,11-5-24 0,16-20-13 0,7 3-9 15,-13 22-4-15,3 3 1 0,4-1-6 0,-2 5 5 16,-1 4-3-16,3 2 3 0,-7 3 4 0,3 1 4 15,-13 10 6-15,1 0 13 0,-4 4 5 0,-7 4 13 16,-4 2 9-16,-3 2 5 0,-3 3-7 16,1-3-3-16,-5 3-7 0,1-2-5 0,0 4-4 0,-5 2-6 0,8-1-26 15,-8 1-35-15,0 0-50 0,0 0-51 0,0 0-37 0,0 0-14 16,0 0-20-16,0 13-43 0,0-13-47 0,-13 10-78 16,3-4-302-1,0-3-731-15,-3 2 323 0</inkml:trace>
  <inkml:trace contextRef="#ctx0" brushRef="#br0" timeOffset="36734.89">26083 2155 28 0,'0'-2'100'0,"0"2"14"0,2-3-7 16,-2 3 0-16,0-7 10 0,0 2-6 0,2 2 10 15,-2-1 2-15,0-1 0 16,0 0 2-16,1 4-26 0,-1 1 7 0,0-8-3 16,1 3 3-16,-1 5 4 0,0-5 2 0,0 5-9 15,0-4 2-15,0 4-2 0,0 0 3 0,-1-6-15 16,1 6-6-16,2-3-11 0,-2 3-8 0,0 0-10 16,0 0-11-16,0 0-3 0,0-4-17 0,0 4-4 15,0 0-5-15,0 0 0 0,0 16-8 0,-1-5 9 16,0-2-11-16,1 10 1 0,-3 3 1 0,-1 5 0 0,-1 1 4 0,0 1-9 15,0-1 3-15,-1 0-1 0,-1 1-1 0,5-1-1 16,-1-3-1-16,-1-6 1 0,4-1 3 16,-2-1-4-16,0-4 2 0,2-2-1 0,-1-4 1 15,1 0 3-15,-1-2 6 0,1 0 22 0,-3 0 21 16,3-3 36-16,0 3 36 0,0-5 34 0,0 0-7 0,0 0-17 16,0 0-15-1,13-14-10-15,-4 4-14 0,1-6-9 0,0 1-6 0,6-7-13 16,-2 3-8-16,1-3-8 0,2-3-1 15,1 0-10-15,2 2-16 0,-3 1 4 0,-4 7 2 16,-1 1-9-16,0 0 2 0,-6 6-3 0,3 1-11 16,-4-1 2-16,0 3-14 0,-1 1 5 0,0 3-18 15,-4 1-14-15,0 0 5 0,0 0-7 0,17 5 2 0,-15 1-3 16,6 4-6-16,-3-1 10 0,0 6 11 0,3 1-2 0,-3 1 0 16,0-1 1-16,-1 0 2 0,0 0-3 0,-2 0 7 15,2 2 0-15,0-6 3 0,-2 1-1 0,1-3 11 16,-1 0-10-16,2-3 3 0,-1 0 0 15,-3 0 5-15,3-4-1 0,-3-3 10 0,1 4 6 16,1-3 35-16,-2-1 36 0,3 6 32 0,-3-6 28 16,0 0-15-16,0 0-15 0,9-12-12 0,-3 1-9 0,1 3-13 0,2-7-8 15,1 1-9-15,-1-3-7 0,7-4-9 0,-2 0-7 16,-5 5 0-16,4 0-6 0,-4 3-3 0,-4-1-5 16,2 8-1-1,-4-2-7-15,5 2-3 0,-5-1-7 0,-1 2-5 0,1 3-25 16,-2-1-32-16,-1 3-21 0,0 0 1 0,0 0 5 15,10 8 8-15,-4-3-5 0,-4 1 22 16,3 5-1-16,0-2 1 0,0 5 0 0,2-3-2 16,-2 0 6-16,0 1 7 0,1-2-3 0,-2 2 8 0,1-3-4 15,-1-1 0-15,0 0-5 0,0-1 7 0,-2-2-3 16,1 0 17-16,-1-3-7 0,0 2 11 0,-1-1 9 16,-1-3 4-16,2 2 6 0,-2-2 6 15,0 0-3-15,9-5-9 0,-2 1-13 0,0-3-17 16,1 0-27-16,1-3-28 0,1-1-28 0,4-2-36 0,0 4-30 0,-1-7-42 15,4 7-30-15,-2-5-40 0,3 3-40 0,-3 1-230 16,3 1-601-16,-4 1 265 0</inkml:trace>
  <inkml:trace contextRef="#ctx0" brushRef="#br0" timeOffset="37151.24">26908 2360 2 0,'0'0'214'16,"0"0"-3"-16,0 3-18 0,0-3-19 0,0 0-17 15,0 0-15-15,18-3-16 0,-6 1-13 0,1-1-9 16,6-1-9-16,2 1-10 0,7-7-13 0,-2 2-4 0,-5 2-12 0,-3-1-4 16,9-3 7-16,-5 1-2 0,2-1 4 0,1-5-4 15,-6 7 9-15,-2-5 5 0,5-2 5 0,-6 3 9 16,-5 0 7-16,-1 0-1 0,-1 0 9 0,0-1 0 15,-5 4 5-15,1-3 0 0,-5 2-6 0,4 0-3 16,-4 4-11-16,-4-2-8 0,-1 2-12 16,1-3-13-16,-3 5-10 0,-2 0-5 0,-5 3-7 0,1 2-4 0,-8-1-1 15,0 5-4-15,-4 1-8 0,-3 5 1 0,1 2-2 16,4 2 2-16,-1 0 1 0,-1 3-6 0,5 2-4 16,-3 4 0-1,2 2 0-15,5-1-6 0,2 0 8 0,3-1-6 0,4-1-5 16,1-4 1-16,6-1 1 0,5-1 5 0,0 1 0 15,3-1 3-15,4-4 1 0,5-1 2 0,8 0 4 16,5 0-1-16,2-7-2 0,1 0 1 0,6-3-3 16,2-2-30-16,-4 0-36 0,0 0-38 15,-1-5-50-15,-2 0-65 0,-1-2-77 0,-5-2-212 0,1-3-541 16,-5-2 240-16</inkml:trace>
  <inkml:trace contextRef="#ctx0" brushRef="#br0" timeOffset="37589.71">27723 1842 261 0,'-1'-5'301'0,"1"-1"-7"0,0 1-13 15,-2-1-16-15,0 3-21 0,2-1-26 0,0 4-24 16,-2-4-24-16,2 4-16 0,-2-3-21 0,2 3-44 0,0 0-12 0,0 0-10 16,-4 15-10-16,3-2-5 0,2 5-6 0,-4 9-5 15,1 1-6-15,-4 4 9 0,2 5-12 0,0 13 0 16,1-3-2-16,-3 0-7 0,6 4 5 0,-1-5-6 15,4-12 0-15,-3 0 0 0,2-5 0 0,-2 1-4 16,2-4-1-16,0-5-2 0,1-3 7 0,-1-1-5 16,2-2-3-1,-2-1 0-15,-2-5-4 0,4 2 0 0,-4-5 1 16,0 0 1-16,2-1 4 0,0-1-3 0,-2-4-2 16,0 6 4-16,0-6 4 0,1 4-2 0,-1-4 1 15,0 0-18-15,0 0-20 0,0 0-39 0,0 0-45 0,0 0-43 0,-22-8-47 16,14 2-51-16,-1-2-215 0,1-4-497 0,3 2 219 15</inkml:trace>
  <inkml:trace contextRef="#ctx0" brushRef="#br0" timeOffset="37854.01">27486 2295 35 0,'0'0'226'0,"0"0"-9"0,-9-4-13 0,9 4 0 16,0 0-8-16,0 0-8 0,0 0-11 0,0 0-13 0,0 0-7 0,0 0-13 15,0 0-6-15,34 0-17 0,-6-3-13 0,12 2-9 16,-2-3-11-16,12-3-12 0,1 4-3 0,-14 1-8 16,4 1-4-16,-5 1-10 0,0-4-2 0,-4-1-7 15,-11 3-3-15,-3 2-5 0,0 0-1 0,-5-2-2 16,-4 1-1-16,-9 1 8 0,14-2 7 0,-14 2-8 31,9-2-3-31,-9 2-4 0,0 0-15 0,0 0-14 16,0 0-16-16,0 0-11 0,0 0-14 0,-22-5-15 0,12 4-14 0,10 1-24 15,-17 0-12-15,17 0-39 0,-17-2-35 0,11-1-51 16,6 3-153-16,-11-7-414 0,8 3 183 16</inkml:trace>
  <inkml:trace contextRef="#ctx0" brushRef="#br0" timeOffset="38296.68">28160 1908 150 0,'0'-7'351'0,"0"2"-14"16,2-1-21-16,0 1-30 0,-2 1-23 0,0 4-28 0,1-6-27 16,-1 6-29-16,0 0-18 0,0 0-19 15,0 0-6-15,0 0-28 0,0 0-10 0,4 19-17 0,-2-3-6 0,-2 4-11 16,2 3-2-16,-4 7-10 0,2-4 0 0,-2 6-7 0,1 0-8 15,-3 1-1-15,0 16-4 0,-2-15 1 16,0-1-1-16,3-1-2 0,0-3-3 16,2-5-6-16,1-6-1 0,-4-2-1 0,4-5 1 15,0-3-6-15,2 2 6 0,-4-4 3 0,2-6 18 16,-2 8 35-16,2-8 48 0,-2 5 43 0,2-5 26 16,0 0-5-16,0 0-24 0,0 0-16 0,18-14-19 15,-9 3-10-15,0 2-11 0,5-4-15 0,-1-3-5 16,-1 2-17-16,0-3-9 0,4 1-4 0,3-4-7 0,-6 12-12 0,-1-7-6 15,-4 9-4-15,1-2-3 0,-1 3-8 0,1-2-8 16,-2 3-13-16,-3 3-13 0,5-2-14 0,-9 3-10 16,17 1-11-16,-6 2-15 0,1 1-13 0,-1 4-25 15,4 1-26-15,1 0-31 0,4 7-27 0,-2-4-40 32,7 4-45-32,-8-8-56 0,10 6-60 0,-9-6-231 0,3-1-669 15,-2-3 296-15</inkml:trace>
  <inkml:trace contextRef="#ctx0" brushRef="#br0" timeOffset="38706.48">28849 2102 92 0,'0'-3'251'0,"-4"-2"-20"0,4 5-30 15,-1-5-22-15,1 5-21 0,0 0-14 0,-8-2-18 16,8 2-11-16,-14 7-10 0,9 0-11 0,-6-1-12 15,2 2-10-15,-3-2-3 0,1 8-10 0,-5-1-9 16,6 3-3-16,-3 0-8 0,-1 5 1 0,3 1-5 16,3-4-4-16,1 0-2 15,0-1-3-15,2 2-2 0,2-1 17 16,2-5 1-16,0 3 8 0,2-5 7 0,3-1 6 16,1 0 10-16,2-1 6 0,3-2 1 0,2-2-7 15,8-1-5-15,-4-1-6 0,3-2-6 0,1-2-1 0,0-4-8 16,-1 1 3-16,-1-4 8 0,-1 0 0 0,2-1 10 0,1-6-2 15,-7 2-3-15,-1 1-2 0,-3-5-11 0,-2 0 4 16,-2-2-2-16,0 1-7 0,-5 1-6 0,2 1-6 16,-4-1-8-16,-1 5-3 0,-1-1-6 0,-5 3-15 15,-4-1-9-15,1 1-10 0,0 2-5 0,-5 3-10 16,-1 3-7-16,-1-3-18 0,6 5-22 0,-1-2-23 16,1 5-19-16,1 1-25 0,0-1-26 0,3 4-27 15,1-1-32-15,5-2-14 0,1 1-159 0,2-5-437 16,9 15 195-16</inkml:trace>
  <inkml:trace contextRef="#ctx0" brushRef="#br0" timeOffset="39292.91">29424 2140 227 0,'-10'-7'223'0,"-2"0"-12"0,-3 0-25 15,-2 0-17-15,0 1-17 0,-3 2-20 0,8 3-14 16,-9-1-10-16,3 2-14 0,0 3-10 16,-1-1-11-16,5 3-1 0,-4 5-14 0,5-5-1 15,2 4-8-15,0-2-1 0,0 5-8 0,3-2-6 16,0 5 4-16,4-1-4 0,1 1-2 0,2-4-5 0,2 2-7 0,3-1 5 16,0-1-5-16,6 5 2 0,-2-9-4 0,2 4 2 15,1-7-1-15,2 5-2 0,1-6 0 0,-1-3-3 16,1 2-2-16,0-5 0 0,-1-1 3 0,2-1 10 15,-2-3 0-15,-3-1 15 0,2-8 5 0,-4 0 11 16,-1 0 6-16,3-7 8 0,-4 7 2 0,-1-8-2 16,-3 1 5-1,-2-4 5-15,3 3 7 0,-3-2-8 0,2-1 5 16,-2-3 1-16,0 1-4 0,2-4 16 0,-2 3 20 16,0-1 8-16,1 1-12 0,1 5-10 0,-2 1 1 15,2 8-8-15,-2 5 7 0,0 2-14 0,1 1-8 0,-1 1-7 0,0 3-18 16,0 0-3-16,0 1-18 0,0 1-34 0,0 3-42 15,0-5-23-15,0 5-1 0,0 0 10 0,0 0 1 16,-3 18 8-16,0-2 0 0,0 4 10 0,-2 4 5 16,-3 8-6-16,3-3 9 0,-4 4 5 0,2 0-2 15,0 4 7-15,-2-4-1 0,5 0 5 16,1-2 0-16,1 1 0 0,0-6 2 0,2 5 3 0,-3-6 2 16,3-6-4-16,0 1 5 0,3-8 3 0,-2 5-2 15,-1-8 4-15,1 4 4 0,-1-6 2 0,2 2-1 16,-2-6 4-16,0 2 7 0,0-5 1 0,1 9 15 0,-1-9 11 15,0 3 13-15,0-3-4 0,2 8 10 0,-2-8 10 16,0 0 1-16,0 0 6 0,0 0 4 0,0 0 9 16,4 4-7-16,-4-4-5 0,14 0-9 0,5-2-9 15,12 1-10-15,5-1-39 0,2-5-63 0,20 4-78 16,-1-11-92-16,1-3-119 0,-5 0-394 0,6-2-793 31,-5 3 352-31</inkml:trace>
  <inkml:trace contextRef="#ctx0" brushRef="#br0" timeOffset="40062.55">31260 2044 17 0,'0'0'275'0,"-2"-6"-14"31,2 6-20-31,0 0-17 0,-2-4-26 0,2 4-17 0,0 0-24 0,0 0-17 16,-6-3-16-16,6 3-17 0,0 0-13 0,-18 8-9 15,3-1-8-15,-2 2-10 0,-2 1-4 0,2 0-9 16,0 4-6-16,2-2-3 0,-5 6-7 0,6-6-4 16,3 3-7-16,2-1 3 0,1 1 1 0,0-6 1 15,7 3 5-15,-3 0-1 0,7-2 4 0,-2-1 5 16,4 1 1-16,4-3 8 0,3 1-1 0,7-1-1 0,0-2 2 16,3-4-7-16,6-1 7 0,-7-1 8 0,0-6 10 15,-1 2 18-15,-1-3 10 0,-3-2 12 0,0-1 9 16,-3 1 0-16,1-5-12 0,-4-2-10 0,1 0-8 15,-6 0-7-15,-1 0-7 0,-1-9-17 0,-3 8-13 16,-2 0-9-16,-4 1 4 0,-2-3-24 0,0 3-9 16,-3 3-13-16,-2 1-10 15,-4-1-9-15,2 3-5 0,-3 1-12 0,3 3-4 16,-6 1-17-16,9 3-18 0,0-1-25 0,-1 3-30 16,2 1-27-16,-1 1-27 0,5 2-23 0,1-1-37 15,4 2-10-15,1 1-230 0,1-5-528 0,9 7 234 0</inkml:trace>
  <inkml:trace contextRef="#ctx0" brushRef="#br0" timeOffset="40470.74">31596 1688 348 0,'0'-7'313'16,"2"2"-33"-16,-2 2-29 15,2 0-38-15,-2 3-31 0,0 0-16 16,0 0-24-16,0 0-17 0,0 22-11 0,-4-4-15 16,4 8-3-16,-6 5-18 0,3 4-1 0,-4 1-13 15,-1 11-2-15,3-1-12 0,-1 1 1 0,-4 0-11 16,7-14 3-16,0 1-9 0,3 14 2 0,-1-16-4 0,0-1-4 16,2-2 0-16,3-2-1 0,-1 1-5 15,0-10 5-15,0-2 16 0,-1-3 14 0,1-4-7 0,-1 0 14 0,0-2 14 16,-1-3 22-16,2 0 33 0,-2-1 33 0,-1-3 23 15,0 0 31-15,4 5 19 0,-4-5 9 0,0 0-24 16,0 0-28-16,6-12-17 0,-5 4-20 0,6-1-17 16,-5-3-21-16,-3-5-19 0,0-2-15 0,-1 3-16 15,-6-2-12-15,2-4-6 0,0 5-7 0,1 2 4 16,-4-2 1-16,5 5 9 0,-1 1-9 0,1 3-3 0,2 1 0 16,-1 0 9-16,0 1-10 0,3 2-14 0,4-1-42 15,7-4-45-15,15 3-21 0,10-3-29 0,18 2-50 16,11-3-70-16,32 3-89 0,-2-4-97 0,-6 4-450 15,4-7-930-15,-30 3 411 0</inkml:trace>
  <inkml:trace contextRef="#ctx0" brushRef="#br0" timeOffset="42427.71">2586 4497 241 0,'0'-5'285'0,"0"0"-9"0,0 1-3 16,0-1-13-16,0 0-5 0,0 5-11 0,0-10-19 16,0 8-19-16,0 2-27 0,0-5-16 0,0 5-18 15,0 0-23-15,0-6-13 0,0 6-26 0,0 0-13 16,0 0-10-16,11 13-6 0,-4-1-13 0,-1 5-1 16,7 12-4-16,0-2-1 0,0 4-8 0,-3 3 0 15,4 10-4-15,-5-10-4 0,1 2-1 0,-1-2-2 16,0-3-1-16,0-2 2 15,-2 0-2-15,-1-12-2 0,-1 0-2 0,-1-5 0 16,-2-1-2-16,3-2 0 0,-4-2 7 0,1-2 11 16,-2 0 51-16,2-1 53 0,-2-1 48 0,0-3 50 15,0 2 43-15,0-2 10 0,0 0-36 0,9-14-25 16,-4 2-20-16,3-2-22 0,6-8-19 16,0-2-19-16,-4-2-10 0,6-2-16 0,-5-1-14 0,6-4-10 15,-2 0-9-15,-2 0-8 0,3-11-9 0,-4 13-9 0,-3 2-3 16,2 2-4-16,-2 5-7 0,-1 5-4 0,-5 5 3 15,1 3-2-15,-2 1-3 0,3 1-2 0,-2 2-13 16,-3 0-19-16,2 1-16 0,-2 2-34 0,0 2-37 16,4-6-44-16,-4 6-50 0,0 0-39 0,5 0 18 15,-5 0-1-15,4 8-9 0,0-3-7 0,2 4-17 16,-1 1-16-16,4 7-9 16,0-5-20-16,4 2-31 0,0-2-28 0,2 0-312 15,-2-2-702-15,3-1 311 0</inkml:trace>
  <inkml:trace contextRef="#ctx0" brushRef="#br0" timeOffset="42844.2">3594 4509 274 0,'-2'-7'294'15,"-1"2"-9"-15,-1 0-7 0,2 0-9 0,-4 0-30 16,3-2 0-16,-1 2-27 0,-1 1-23 0,0-1-5 15,1 2-36-15,-1 1-14 0,-2 2-13 0,1-2-17 16,-7 4-12-16,1 0-11 0,-1 3-8 0,-4 3-12 16,-2 1-5-16,-2 0-7 0,-1 4-8 0,2 6 2 15,-3 6-7-15,0-4-2 0,3-2-4 0,1 4-7 16,0-2 2-16,3 1 1 0,2 0-6 0,1-5 1 16,4 0-7-16,0-2-12 0,3-4-11 0,5-2-3 15,-3 1-3-15,1-4 1 0,2 1 7 0,-2-3 2 16,2 0 14-16,1-4 15 15,4 4 12-15,5-4 4 0,1-4 14 0,-1-2 5 16,10-3-3-16,-1 0 9 0,1 1 3 0,-1 0 12 16,-1-2-1-16,-1 3-2 0,-3 0-4 15,-3 0-2-15,4-1-11 0,-2 1-5 0,-3 4-9 16,-2-3-4-16,-3 6-7 0,3-5-8 0,-2 4-2 0,-1-1-15 16,-4 2-13-16,7 0-19 0,-7 0-2 0,9 0-12 0,-1 2-19 15,0 4-23-15,2-1-23 0,-1-1-31 0,0 1-28 16,1 2-44-16,-1-2-61 0,4 0-61 0,-2-1-228 15,-2-1-599-15,1 0 265 0</inkml:trace>
  <inkml:trace contextRef="#ctx0" brushRef="#br0" timeOffset="43360.99">3780 4516 61 0,'4'-7'323'0,"0"-1"-15"0,-1 4-34 15,-1-1-26-15,2 4-27 0,-1-3-30 0,2 2-21 16,1 1-15-16,-6 1-17 0,13 1-17 16,-4 6-14-16,1 0-9 0,-1-1-7 0,0 7-7 0,1 2-5 15,-1 2-10-15,-1-3-3 0,0 4-7 0,-1-1-5 0,-3 1-3 16,0 2-1-16,-2-2 0 0,0-2-12 0,-1 1-2 16,-1-5-5-16,0-1-2 0,0 0 0 0,0-4-3 15,0-1 0-15,0 0 1 0,0-1-2 0,0-1 22 16,0-1 42-16,0-3 49 0,0 0 40 0,0 0 35 15,0 0-20-15,0 0-20 0,8-11-22 0,-3 3-15 16,5-8-14-16,2 0-12 0,4-6-10 0,0-3-10 0,3-2-13 0,2 1-8 16,-3 2-3-16,0 1-12 0,0 2-3 0,-4 5-2 15,-2 3-8-15,-3 5 6 0,-3-2 12 0,-1 3 8 16,0 0-6-16,-1 1-2 0,0 2-8 0,1 2-9 16,-5-2-8-16,5 1-6 0,-5 3-17 0,4-4-9 15,-4 4-15-15,4-1-19 0,-4 1 3 0,0 0-4 16,6 9 0-16,-5-4 5 15,2 2-5-15,1 8-3 0,-2-1 6 16,3 3 5-16,-1 0 1 0,0 2 2 0,1 0 7 16,-2 0 0-16,2-1 3 0,0 2 1 0,0-3 0 15,-1 1 4-15,0-2 3 0,-2-6 0 0,1 3 3 0,-1-5 0 16,1-1 2-16,-2 0 2 0,1 0-4 0,-1-2 10 16,0-1-4-16,1 1 8 0,-2-4 1 0,0-1 3 0,2 5 2 15,-2-5 2-15,0 0 10 0,0 0-6 0,0 0-8 16,0 0-15-16,0 0-39 0,0 0-46 0,-2-17-53 15,0 6-57-15,-2-6-55 0,2-1-66 0,-2-6-76 16,-3-6-327-16,6 0-776 0,-1-2 343 0</inkml:trace>
  <inkml:trace contextRef="#ctx0" brushRef="#br0" timeOffset="43498.97">4210 4226 3 0,'-3'-5'286'0,"2"0"8"0,1 0 0 16,-4-1-9-16,3 3-11 0,0 1-23 0,1 2-24 15,0-5-27-15,0 5-17 0,-3-6-18 0,3 6-21 16,0 0-25-16,0 0-20 0,0 0-17 0,0 0-31 0,0 0-39 16,18 8-50-16,-9-3-66 0,-1 2-91 0,1-2-244 15,-2 2-475-15,0-2 209 0</inkml:trace>
  <inkml:trace contextRef="#ctx0" brushRef="#br0" timeOffset="44331.91">4701 4521 269 0,'-6'-8'298'0,"0"0"-48"0,1 3-24 0,-1 1-25 0,-5-1-19 0,-1 2-18 0,-1 4-22 0,-5 2-13 16,0 4-14-16,-1 1-15 0,0 3-8 0,-3 6-8 15,-1 1-11-15,0-1-8 0,1 3-6 0,2 1-7 16,1-2-2-16,3 2-5 0,1 1-5 16,6-6-4-16,3 2-1 0,0-3-6 0,2-3 0 15,1 0-3-15,0-2 4 0,2-3-4 0,0-1 8 16,1-1 11-16,1-1 21 16,3-2 21-16,5-2 4 0,1-2 2 0,6-6-8 15,3-1 6-15,1-1 0 0,4-5 7 0,-2 1-5 16,-4 2-2-16,-3-1-1 0,7-5-4 0,-3-2-8 15,-3 6 0-15,-1-1-6 0,-2 2-4 0,1 2 3 16,-5 1-3-16,0 3-3 0,-2 2-7 0,-1-1-5 16,-2 3-10-16,-1 0-11 0,1 1-6 0,-4 2-21 15,5-3-17-15,-5 3-4 0,0 0-1 0,10 5 4 0,-4 0-2 0,2 2 3 16,-3 1-2-16,4 3 8 0,0-3-2 0,4 5 8 16,-3-2-6-1,7 1 0-15,-3-2 1 0,4 1 1 0,0-4 3 0,0 3 3 0,2-4-19 16,0 1-13-16,6-2-13 0,-6-3-7 0,2-1-1 15,0-1 9-15,-4-4-3 0,1 0 4 16,-5-3 3-16,0-3 7 0,0 0 3 16,-1-4 2-16,-6-1 11 0,0-3 23 0,-2 0 2 15,-1-2 19-15,-1-4 23 0,-2-2 16 0,0 1 11 16,-2-3-1-16,2 2-1 0,-1-3 5 0,-1 1 8 0,1-1 11 16,-1 3 16-16,-1-3 8 0,0 9 14 0,0 3 12 15,1 1 7-15,1 5 1 0,0 1-13 0,0 3-13 16,-1 0-20-16,1 3-12 0,0 1-27 15,-1-1-29-15,1 4-45 0,0 0-52 0,0 0 0 0,0 0 2 0,0 0 5 16,-4 21 6-16,0-3 4 0,0 3 2 0,4 5 3 16,1 3 7-16,-1-2 5 0,0 2 1 0,1-3 2 15,-1 1 2-15,3-1 6 0,-2 2-20 0,2-9-4 16,-2 1-4-16,2-2-17 0,-1-3-10 0,0-5-20 16,-1-1-19-16,0 1-23 15,1-4-19-15,-1-1-15 0,-1-1 1 0,1 1-7 0,-1-4-5 0,0-1-2 0,2 6-4 0,-2-6-38 16,0 0-94-16,0 0-302 0,-3-15-659 0,0 9 292 15</inkml:trace>
  <inkml:trace contextRef="#ctx0" brushRef="#br0" timeOffset="44539.18">4996 4398 76 0,'-13'4'224'0,"8"-1"-6"0,1-1-7 0,-1 2-17 16,0-3-15-16,-3-1-17 0,8 0-5 15,-6 5-6-15,6-5-9 0,0 4 0 0,0-4 11 16,0 0-6-16,9 4 6 0,2-4-13 0,10 2-11 16,7-4-16-16,5 1-8 0,4-2-11 0,3 0-11 15,13-3-10-15,-14 2-3 0,-2-2-14 0,1 1-26 0,0-1-31 0,-3 0-33 16,-7 2-47-16,-7-1-46 0,-5 0-62 0,-3 2-75 16,-6-1-154-1,0 1-452-15,-3-3 199 0</inkml:trace>
  <inkml:trace contextRef="#ctx0" brushRef="#br0" timeOffset="44863.88">5609 4412 247 0,'0'0'496'0,"-9"-7"2"0,9 7-15 0,-1-5-22 0,1 5-35 16,0 0-38-16,0 0-33 16,0 0-41-16,-1-3-34 0,1 3-31 0,0 0-33 0,0 0-27 15,0 0-36-15,0 0-37 0,0 0-15 0,0 0-10 16,1 14-12-16,-1-4-9 0,1 1-11 0,3-2-6 16,-4 4-5-16,1 1-3 0,-1 6-7 0,0-2-8 15,-1-1-27-15,1 2-12 0,0-3-24 0,-4-3-33 0,4 0-28 0,0-2-17 0,0 0-24 16,-1-1-20-16,1-3-20 0,0-2-19 0,-1 1-8 31,-2 0-4-31,3-4 5 0,0-2-48 0,0 0-81 0,-9-8-225 0,5-1-601 0,0 0 266 16</inkml:trace>
  <inkml:trace contextRef="#ctx0" brushRef="#br0" timeOffset="45041.23">5567 4216 254 0,'0'-14'365'0,"-4"4"32"0,4 3 16 0,0 2-7 15,-1-3-21-15,1 2-30 0,-1 3-33 0,1-1-38 0,0 4-30 16,1-5-31-16,-1 5-28 0,0 0-34 16,-3-5-47-16,3 5-47 0,0 0-26 0,0 0-12 15,0 0-30-15,0 0-32 0,13 17-34 0,-8-8-23 0,-1 1-49 0,1 2-36 16,3 4-43-16,2-2-66 0,-5 2-259 0,3-4-589 16,-2 0 260-1</inkml:trace>
  <inkml:trace contextRef="#ctx0" brushRef="#br0" timeOffset="45449.58">5977 4391 91 0,'0'0'374'0,"0"0"-12"0,0 0-15 15,1-3-30-15,-1 3-21 0,0 0-34 0,0 0-24 16,0 0-28-16,0 0-29 0,0 0-21 15,0 0-18-15,-9 7-12 0,1-2-9 0,-1 1-21 0,-3 5-11 0,1-1-10 16,-2 3-7-16,3 1-6 0,-7-2-8 0,7 5-6 16,-3 0-7-16,4 0-5 0,0 0-3 0,3-6 1 15,2 0-20-15,0 1 3 0,3-1-4 0,1-3-1 16,0 0 3-16,1-2-5 0,3 1 15 0,2-4-1 16,3-1 14-16,4-2 6 15,1 0 4-15,5-4-4 0,2 1 10 16,-2-4 17-16,-1-2 8 0,2-2 6 0,-4 0 7 0,4-7 8 15,-6 6 5-15,-4-5-4 0,2 2-5 0,-2 0-2 16,-5-2 3-16,0 0-13 0,-1 1 1 0,-4 3-5 16,-1 2 1-16,-2-3-15 0,-2 3-8 0,1 2-7 15,-3-3-10-15,-1 3-12 0,-1 1-8 0,-4 1-13 16,-1 1-6-16,1 2-8 0,-5 1-16 0,-1 3-22 16,1 1-30-16,-2 1-37 0,1 3-38 0,1 0-35 0,0 2-28 0,0 5-25 15,4-2-33-15,0 2-26 0,5-3-41 16,4-1-57-16,2-2-219 0,6 1-658 0,1-1 292 15</inkml:trace>
  <inkml:trace contextRef="#ctx0" brushRef="#br0" timeOffset="45803.27">6243 4388 261 0,'5'1'347'0,"-5"-1"-35"0,0 0-27 0,1 4-24 16,-1-4-27-16,0 0-14 0,0 4-22 0,0-4-24 16,0 8-16-16,0-5-12 0,-1 3-14 0,1 3-9 15,-4 0-7-15,0 1-17 0,3 2-6 0,-4 0-9 16,1 0-5-16,3-2-9 0,-3-2-2 16,2-2-6-16,0 1-3 0,1-2-3 0,0-1 26 15,1-1 38-15,-2 2 51 0,2-5 48 0,0 0 42 16,0 0 3-16,0 0-12 0,8-9-37 0,1 1-8 0,1 0-16 15,3-5-10-15,0 0-12 0,-2 4-14 0,0-1-15 0,-1 0-13 16,-1 4-9-16,-2 0-23 0,-1 2-6 0,-3-1-16 16,2 3-15-16,0 0-31 0,-5 2-44 0,10 1-19 15,-3 1-21-15,6 4-25 0,1 4-31 0,3 0-39 16,-3 3-42-16,2-1-48 0,4 9-62 0,-8-5-76 16,1-2-109-1,-3-2-309-15,-5-2-864 0,-1-1 383 0</inkml:trace>
  <inkml:trace contextRef="#ctx0" brushRef="#br0" timeOffset="46791.13">8017 4316 25 0,'0'0'237'0,"-3"-5"-10"0,3 5-10 16,-1-5-9-16,1 5-19 0,-3-5-18 0,3 5-20 15,0 0-19-15,0 0-13 0,-15 7-13 0,6-2-10 0,-4 5-12 0,-1 0-8 16,0 3-9-16,-1 3-13 0,-1 3-3 0,0 2-7 15,3 0-3-15,2 1-4 0,3-4-6 0,3 1-1 16,1 0-2-16,0-2-3 0,4 0 8 0,0-4 1 16,5-1 1-16,0 0 4 0,0 0 6 0,3-4 2 15,2-1 10-15,3 0 7 0,1-4 6 0,4-1 2 16,2-5 4-16,3-1 5 0,-2-1 6 16,-2-1 4-16,0-3 1 0,-2-1 8 0,-2-2 6 15,-1 2 3-15,-2-4 5 0,-5 4-1 0,2-5-7 0,-5 3-17 16,0-5 0-16,-1 6-3 0,-3-1-11 0,-3-3-5 15,-1 1-19-15,-1-1-18 0,-4 1-13 0,-2 0-10 0,2 6-13 16,-3 1-15-16,-2-3-5 0,0 3-12 0,-5 2-11 16,5 2-8-16,-4 1-11 0,5 1-8 0,-1 2-20 0,0 1-22 15,1-1-21-15,3 0-21 0,1 2-32 16,0 2-15-16,3-1-28 0,2 0-19 0,3 0-224 16,2-1-514-1,-1-3 228-15</inkml:trace>
  <inkml:trace contextRef="#ctx0" brushRef="#br0" timeOffset="47200.04">8249 4059 115 0,'3'-9'353'0,"-3"1"-11"0,1 1-29 0,-1 2-37 15,0 0-28-15,3 1-33 0,-3 4-43 0,0-4-43 16,0 4-14-16,0 0-13 0,2 20-11 0,-2-1-11 0,0 8-10 15,-5 4-5-15,4 4-9 0,-3 16 0 0,-5-3-8 16,5 0-3-16,-2 3-5 0,2 2-1 16,0-4-1-16,3 2-7 0,-2-18-1 0,3-2-2 15,4-4 0-15,0-1-5 16,1-6 3-16,0-2 10 0,-1-2 2 0,1-6 9 16,0-2-3-16,-1 3 15 0,0-5 7 0,-3-2 21 15,3 0 28-15,2-1 1 0,-6-3 14 0,0 0 18 0,0 0-1 0,17-9 4 16,-13 6 7-16,0-2-15 0,-4-2-15 0,0-3-20 15,-2-2-18-15,-1 2-19 0,-3-1-18 0,-5-5-17 16,1-1-6-16,-3 2-3 0,0-2-3 16,-5-1 0-16,7 3-2 0,-1 1 3 0,3 6 10 15,-1-1 0-15,4 4-1 0,1-2-6 0,1 3 5 0,1 0-3 16,-1 2-6-16,3-2-19 0,1 4-24 0,19-12-25 16,9-1-32-16,11 0-39 0,17-5-61 0,9 0-58 15,27-6-79-15,0-2-88 0,0 4-290 0,-1-3-748 16,-27 5 331-16</inkml:trace>
  <inkml:trace contextRef="#ctx0" brushRef="#br0" timeOffset="47793.58">9720 3910 53 0,'0'0'218'0,"0"-4"-28"0,0 4-19 16,0 0-16-16,0 0-21 0,-3 25-12 0,2-6-12 16,1 11-5-16,0 3-18 0,-4 17-1 0,4-1-5 15,-1 2 1-15,-2 2-1 0,2-1 3 0,-1 3-6 16,-1-3-1-16,-1 1-6 0,3 2 3 0,1 0-2 15,-2-9-2-15,2 0-8 0,2-13-2 0,-2-1 0 0,0-3-11 0,1-2-4 16,-1-9 3-16,4 0-9 0,-8-3-4 0,4-1 2 31,0-5-7-31,0 0-5 0,-1-4-11 0,1 1-8 0,0-3-2 0,0-3 1 0,0 0-52 0,0 0-87 32,0 0-71-32,-6-12-184 0,4 0-422 0,-2 0 186 15</inkml:trace>
  <inkml:trace contextRef="#ctx0" brushRef="#br0" timeOffset="48455.81">9697 4266 1966 0,'-8'-4'131'16,"3"2"-25"-16,-4-1-33 0,4 1-29 0,-1 0-15 16,2 1-9-16,4 1-10 0,-6-2-6 0,6 2-8 0,0 0 6 0,0 0 1 15,3 11 4-15,5-5-3 0,3 0-5 0,8 5 6 16,1-2 0-16,8 2 4 0,3 1-6 0,-2 2 2 15,2-3 0-15,-2-1 1 0,-1 2-3 0,-1 0 6 16,-13-4-7-16,4 2-2 0,-8-3 7 0,3-1-2 16,-8 0 0-16,4-1 7 0,-5 1 9 0,-3-1 0 15,-1 1 11 1,-5-1 0-16,-4 1 6 0,-2-1-8 0,-5 3-2 16,-3-3 3-16,1 2 3 0,-2-3 3 0,-1-3 7 15,3 2-9-15,1 1-2 0,0-3-3 0,3-1-5 0,1 2 3 0,2 0-3 16,4-2 0-16,1 0-4 0,1 1-5 0,5-1-13 15,0 0-29-15,-4-5-23 0,4 5-15 0,16-8-2 16,1 0-1-16,10-1-25 0,1 0-6 0,0 0-2 16,4-2 14-16,5 0 5 0,13-2 11 0,4-3 1 15,-3 5 15-15,1-4 6 0,2 3 0 0,-2-2 11 16,-1 1 4-16,-14 2 4 0,-2 2 19 0,-2 0 7 16,-2 0 23-16,-11 2 27 0,-2 1 30 0,-4 1 30 15,-5-1 16-15,-1 0 8 0,-1 2 8 0,-3-3 11 16,-1 3-1-16,-2-2-8 0,-1 2-11 0,0 4-7 15,-4-7-23-15,-1 4-7 16,-4 0-9-16,0 3-6 0,-2 0-10 16,-8 3-9-16,0 2-13 0,-7 4 0 0,-6 2-4 15,5 1-15-15,0 2 6 0,2 2-7 0,-1-3-6 16,2 3 0-16,1 0 2 0,0 2-3 0,4-1-5 0,6-1-2 16,-1-2-12-16,2 0-13 0,7-3-9 0,-1-2-6 15,2 1-2-15,-1-3 0 0,2-2 3 0,2 2-3 0,1-2 10 16,0-5 3-16,0 9 11 0,0-9 11 0,7 0 6 15,-7 0 6-15,17-2-1 0,-5-3-1 0,-1 0 8 16,6-2-10-16,1 0-2 0,-7 0 7 0,6 0 9 16,-6 1-6-16,2 1-2 0,0-1 0 0,-3 1-1 15,2 2-2-15,-5-1-4 0,1 1 3 0,-1 0-8 16,0 1-3-16,-1 1 5 0,2-1-8 0,0 1-5 16,2 2 7-16,0 1 5 0,3 1-7 0,0-1 0 0,0 1-13 0,3 2-12 15,1 2-23-15,2-2-38 0,0 0-39 16,-2 2-48-16,1-4-61 0,0 1-66 0,-1 0-230 0,-4-3-571 15,0 2 253-15</inkml:trace>
  <inkml:trace contextRef="#ctx0" brushRef="#br0" timeOffset="49411.32">10718 4197 77 0,'3'-1'191'15,"-3"1"-21"-15,0 0-14 0,11 0-21 0,-11 0-14 16,11 5-13-16,-1-1-6 0,-3 4-6 0,7 4-9 16,-1 1-3-16,-3 1-1 0,3 1-9 0,-4 2-4 15,2-1-7-15,2 8 3 0,1 1-5 0,-5 0-1 16,-2-7-9-16,-4 1 0 0,3 6-7 0,-3-5 1 15,-1-1-4-15,-4-2 3 16,4 3 12-16,-5-11 7 0,-2 4 9 0,4-5 8 16,-1 2 5-16,1-5 13 0,-1 2 11 0,-1-3 30 15,2 1 53-15,1-5 20 0,0 0 41 0,0 0-13 16,0 0-21-16,0 0-21 0,-12-13-15 0,6 3-7 16,2-2-11-16,0 0-16 0,3-5-18 0,1 0-9 15,1-1-14-15,-1-3-14 0,7-4-6 0,-2 2-10 0,5-2-10 16,0 1-9-16,-3 6-7 0,0 1-5 0,0 3-4 0,0 3-11 15,1 1-2-15,-1 1-3 0,0 2-3 0,-1-1-7 16,-2 3-17-16,3 1-21 0,-1 1-17 16,0-2-22-16,1 4-29 0,3-1-25 0,0 1-37 15,0 1-17-15,2 3-25 0,-1-2-28 0,1 4-22 16,3 0-34-16,-3 1-48 0,4 0-39 0,-4-1-224 16,3 1-636-16,2 0 281 15</inkml:trace>
  <inkml:trace contextRef="#ctx0" brushRef="#br0" timeOffset="49812.06">11450 4242 98 0,'-4'-7'329'0,"3"0"1"0,-3-3-5 0,2 5 14 0,0-1 9 16,1 0-28-16,-2 1-10 0,2-2-28 0,-1 5-23 0,-1-2-29 0,3 4-22 15,-2-3-34-15,2 3-19 0,0 0-24 0,-9 0-13 16,0 3-11-16,-3 2-13 0,-2 6-4 0,-1-1-19 15,1 2-3-15,1 1-8 0,-4-1-6 0,1 2-7 16,-1 5-5-16,3-5-1 0,4 1-9 0,-3 0-23 16,3-3-7-16,2 4-4 0,0-6-21 0,3-3-6 15,1 3 3-15,2-3-6 0,-2-1-2 0,2-2 0 16,0 1 4-16,2 0 10 0,0-5 15 0,3 1 4 16,-3-1 12-16,15-1 6 0,-4-2 10 0,1-2 1 15,2-4 7-15,4 1 8 0,-2-1-1 0,0-3 7 16,-2 3-9-16,3-3 2 0,-3 4-6 0,-4-2 0 15,3 3-8 1,-3-2-1-16,0 4-4 0,-1-1-6 0,-6 3-2 0,3-1-4 16,-2 0 0-16,0 4-7 0,2-2-14 15,-6 2-9-15,10 2-9 0,-3 1 2 0,-1 1 3 16,3 0-6-16,0 3 1 0,0 1-23 0,1 0-15 16,3 1-30-16,-4 0-13 0,5 2-36 0,-2-5-34 15,-3 0-35-15,2 4-48 0,3-2-48 0,-4-2-254 0,1-3-611 0,-4-1 270 16</inkml:trace>
  <inkml:trace contextRef="#ctx0" brushRef="#br0" timeOffset="50977.03">11661 4248 104 0,'0'-10'294'0,"0"2"6"0,1 1 4 0,2-3 2 16,-6 6 7-16,3-3-12 15,3 2-15-15,-2 3-34 0,-2-4-39 0,1 6-19 16,1-5-25-16,-1 5-17 0,0-4-18 0,0 4-21 15,0 0-9-15,0 0-11 0,0 0-3 0,9 12-19 16,-8-5 2-16,4 1-15 0,-1 2-9 0,0-1-2 16,0 3-9-16,0 2-2 0,-3 1 3 0,4 2-4 15,-5 0-5-15,1 0-2 0,-1 2 5 16,3-2-10-16,-3 0 0 0,0 0-1 0,-3-7-1 0,3-1 0 0,0 1-3 16,-1-4-2-16,2 0 3 0,-2-1-4 0,1-5 17 15,4 8-3-15,-3-5 47 0,-1-3 37 0,0 0 35 16,-1 5 27-16,1-5 23 0,0 0-12 0,0 0-19 15,0 0-18-15,5-18-17 0,-1 13-15 0,5-5-11 16,0 0-7-16,-3 1-5 0,2-1-17 0,1-4-8 16,-4 4-9-16,3-2-9 0,-1 5-8 0,-2-3-7 0,1 5-3 0,-3 0-12 15,2 1-22-15,-2 0-11 0,-1 3-26 0,1-2-22 16,-3 3-29-16,0 0 5 0,0 0 8 0,9 4 16 16,-6 2-2-16,1-1 7 0,-2 1 5 0,3 5 6 15,-1-2 3-15,-2 3 6 0,2 0 3 0,1 2 2 16,-1-1 0-16,-2-1-11 0,1-2-4 0,1-1 7 15,-3 0-3-15,3-2 6 16,-4-1 3-16,2-1 1 0,-2-2 8 0,0-3 21 16,2 5 29-16,-2-5 37 0,1 4 42 15,-1-4 36-15,0 0 32 0,0 0-17 0,0 0-24 16,9-9-5-16,-1 0-20 0,-3 1-4 0,1-2-17 16,2-1-11-16,1-3-17 0,4 0-22 15,-3-2-21-15,3 0-17 0,0 0-31 0,0 3-33 16,1-1-22-16,-2 2-26 0,2 0-31 0,-3 6-40 0,-1-1-33 0,3 1-33 0,-2-1-27 15,3 5-16-15,-2 0-14 0,-1 2-3 0,3 0-7 16,-2 3-3-16,-1 1 2 0,-2 2 5 0,0 1 7 16,1-2 8-16,-3 3 21 0,-3-1 29 0,1 0 24 15,-4 0 29-15,3 1 53 0,-2-3 28 0,1 2 18 16,-3-2 38-16,0-1 28 0,0 1 14 0,4-2 17 16,-4 1 16-16,0-4 17 15,0 5 15-15,0-2 4 0,0-3 16 0,0 4 12 16,0-4 9-16,0 0 12 0,0 0-1 0,0 5 12 15,0-5-6-15,0 0-3 0,0 0-3 0,0 0-12 16,7-2-9-16,-7 2-12 0,16-5-5 16,-5 3-5-16,2-1-10 0,6-4 0 0,2 2-5 0,-1 0-5 15,0-2-6-15,1 1-3 0,6-5-5 0,-5 4 2 16,-6-3 5-16,5 1 3 0,3-3 7 0,-9 2 6 0,-1-1 10 16,-2 0 7-16,-1 1 6 15,-6-1 13-15,3 0 0 0,-3 1 1 0,-3-1 5 16,0 1 13-16,0 0-7 0,-4 1-10 0,0-1-6 15,-4 4-17-15,2-2-12 0,-5 3-5 0,-3 2-10 16,-5 2 12-16,-1-1-25 0,-2 4-10 0,-2 2 9 16,-1 0-4-16,-5 9-5 0,1-1-1 0,4-1-5 0,-1 4 6 0,6-1-1 0,3-1-5 0,-1 2 0 15,3 1-4-15,2 0-17 0,3 1-9 0,1 1 5 16,4-3-3-16,3 2 1 0,1-7 17 0,7 6-16 16,4-4 10-16,4-1 0 0,8 1 5 0,7-1-1 15,2-5 1-15,3-1 4 0,0-1-1 0,1-4 1 16,2 0-4-16,1-2-5 0,-4-3 4 0,0 3 8 15,-4-7-7 1,-7 1 3-16,1-3 0 0,-8 1-1 0,-3-4 9 16,0-1 19-16,2-6 8 0,-3-1 0 0,-5 0 17 15,-3-3-2-15,3-3 4 0,-5-1-2 0,0-5-1 0,0-2 1 16,1-10-2-16,-1 10 2 0,-3-9 6 0,3-3 6 16,-3 14 18-16,4 4 27 0,-5 3 19 0,0 7 6 0,0 1 4 15,0 8-1-15,0 0-14 0,0 4-14 0,0 0-14 16,0 1-30-16,0-1-34 0,0 5-46 0,0 2-57 15,0 0-18-15,0 0 7 0,-1 17 4 0,-4 3 13 16,4 5 7-16,-3 5 7 0,-3 5 4 0,5 14 14 16,-5-3-1-16,3-9 1 0,3-2 11 0,-1 11-8 15,-1-13 17-15,6-4-1 0,-1-1 2 0,-2-2 4 16,1-2-2-16,2-7 18 0,1-1-9 0,-3-3-9 16,2-4-6-16,-2 3-12 15,0-7 2-15,2 1-4 0,-3-2 4 16,1 1-11-16,-1-4 5 0,0-1 1 0,0 5-15 0,0-5-45 15,0 0-73-15,0 0-48 0,0 0-29 0,3-14-50 16,-3 5-52-16,-3-1-250 0,3-2-643 0,-1-4 284 16</inkml:trace>
  <inkml:trace contextRef="#ctx0" brushRef="#br0" timeOffset="51161.93">12645 4081 70 0,'-8'3'311'0,"4"-2"-9"0,1-1-19 0,3 0-19 16,0 0-24-16,0 0-25 15,0 0-22-15,35-4-18 0,-3 1-19 0,7 0-30 16,13-4-43-16,7 2-38 0,4-2-56 0,0 0-83 16,0-3-99-16,-3 1-169 0,-8-3-390 0,-16 7 173 15</inkml:trace>
  <inkml:trace contextRef="#ctx0" brushRef="#br0" timeOffset="51570.78">13188 4189 36 0,'0'0'268'0,"1"7"2"0,-1-7-11 16,13 0-17-16,-4 0-19 0,6-1-21 0,2-5-24 16,2 2-14-16,3-1-16 0,4-4-9 0,-6 1-11 15,4-4-3-15,2 1-1 0,-7 0-8 0,0 2-7 16,4-6-7-16,-9 2-10 0,3 0-5 0,-7 0-5 16,3-2-2-1,-7 1-3-15,3-1-3 0,-5 6-7 0,0-5-5 16,-3 5-7-16,-2-2-7 0,-2 3 1 0,-1-1-18 15,-3 2-7-15,-6 4-5 0,-3-1-5 0,-4 4 2 0,1 2-10 16,-11 5 4-16,2 2-3 0,0 2 2 16,3 2-7-16,-1 4-1 0,2 4-2 0,2-2-1 15,-1 2 6-15,4 4 1 0,6-2 0 0,-1 1-8 16,5 2-2-16,4-3-3 0,5-3-3 0,1-1-7 0,5-2-8 0,5 0-9 16,3-1-31-1,3-5-48-15,11 3-59 0,0-6-89 0,3-2-245 0,-1-3-547 16,7-3 242-16</inkml:trace>
  <inkml:trace contextRef="#ctx0" brushRef="#br0" timeOffset="51894.7">13643 3982 142 0,'1'-2'291'0,"3"0"-31"0,-4 2-27 16,4-4-23-16,-4 4-21 0,10 3-19 0,-2 0-15 15,3 4-16-15,1 2-15 0,2 5-7 16,-1 1-10-16,1 5-14 0,-2-3-3 0,1 6-7 0,-3 1-9 0,-1 1-2 16,-4-1-6-16,-2-4-4 0,-2 1-8 0,-1-2-3 15,2-2-6-15,-5 0-2 0,0-6-1 0,2 0 4 16,-1-1 8-16,0-4 8 0,1 0 15 0,0-2 21 16,1 0 47-16,0-4 50 15,-2 7 52-15,0-7 42 0,2 0 33 0,0 0-14 0,0 0-47 16,0 0-35-16,5-19-23 0,0 7-27 0,4-4-15 0,5-5-19 0,-1-1-11 0,3-3-16 15,6-3-28-15,0 0-32 0,1-2-35 0,6-9-45 16,-6 10-26-16,1 0-48 0,7-7-45 0,-8 11-46 16,4 1-59-16,-8 2-63 0,2 5-68 0,-6 6-434 15,-6 0-881-15,1 6 389 0</inkml:trace>
  <inkml:trace contextRef="#ctx0" brushRef="#br0" timeOffset="52048.3">14249 4231 3995 0,'-2'4'445'16,"1"0"-215"-16,1-1-126 0,-2-1-29 0,0 2-41 0,2-4-96 0,0 0-130 16,0 0-84-16,0 0-111 0,0 0-274 0,-9-13-717 15,9 8 317-15</inkml:trace>
  <inkml:trace contextRef="#ctx0" brushRef="#br1" timeOffset="71675.48">3716 6807 50 0,'0'0'154'0,"1"-4"-7"15,0-1-9-15,3 1-8 0,-3 0-4 0,-1-2-12 16,4 1 2-16,-2 3 12 0,1-5-3 0,1 2-2 0,-2-1 1 16,1-1-5-16,0 2 5 0,-1-3 0 15,2 3 10-15,-2-4 0 0,0 5 4 0,-1-2 7 16,2 0 8-16,-1 1 2 0,-1 0 0 0,-1 1-14 15,2 1-14-15,0-2-13 16,-2 5-13-16,2-5-17 0,-2 5-29 0,0 0-19 16,0 0-10-16,0 0-3 0,-9 18-2 0,1 0-3 15,-6 9-4-15,-2 5-4 0,-5 15 1 0,-2 2-3 16,1 2 0-16,4 3 2 0,-6 0 1 0,4 0-5 16,-1-2-1-16,2 0-1 0,2-2-2 0,2-3 2 15,5-13 0-15,0-2 2 0,2 1 5 0,0-4-3 0,3-4 1 0,0-4-4 16,0-4 1-16,1-3 2 0,3-2 1 0,-2-2 4 15,-1-3-5-15,3-1 0 0,0-2 5 0,1 4 8 16,-3-6 0-16,3 5 1 0,-1-3 10 0,1-4 8 16,-3 4-9-16,3-4 2 0,0 0 18 15,0 2-20-15,0-2-2 0,0 0-42 0,0 0-32 0,0 0-33 16,-6-13-39-16,6 8-33 0,-4-4-33 0,7-1-75 16,-3-4-287-16,1-3-591 0,4-8 261 0</inkml:trace>
  <inkml:trace contextRef="#ctx0" brushRef="#br1" timeOffset="71991.48">3632 6817 2072 0,'8'-17'141'0,"-4"3"11"15,-2 2-14-15,2 0 7 16,-1 4-12-16,1 1-13 0,-2-1-23 0,-2 3-24 16,1 1-19-16,2-1-9 0,-3 5-11 0,1-3-6 0,-1 3-5 0,0 0-3 15,12 15-3-15,-7-2 1 0,5 11-2 0,-1 5 5 16,4 14-1-16,0 1-1 0,-1 6-2 0,-2-3 1 15,1 0-3-15,-2 3 5 0,-1-5-10 0,0-11 2 16,-1 3-1-16,1-5 6 0,-1-2-8 16,-1-1 0-16,2-3 0 0,-4-3 1 0,-1-3-7 15,0-3 3-15,0-1 0 0,1-3 0 0,-4-4 3 0,0-1-1 16,1-2 9-16,2 0-9 0,-1-1 1 0,-2 0 16 16,0-1 5-16,0-4 12 0,0 5 11 0,0-3 9 15,1 3 0-15,-1-5-7 0,0 0-2 16,0 0-5-16,0 0-3 0,0 0-29 0,0 0-6 15,0 0-87-15,0 0-50 16,-11 0-40-16,11 0-50 0,-12-7-43 0,5 3-285 16,-3 0-591-16,1-2 262 0</inkml:trace>
  <inkml:trace contextRef="#ctx0" brushRef="#br1" timeOffset="72297.81">3456 7360 161 0,'-18'6'247'0,"5"-3"-7"0,-4-1-2 16,5 1 0-16,2 0-2 0,-2-2-6 0,7 3-16 16,-1-1-22-16,1-3-19 0,-2 1-19 0,3 2-9 15,4-3-17-15,0 0-8 0,0 0-12 0,-6 0-5 16,6 0-1-16,0 0-1 0,23 0-7 0,6 0-6 16,6-3-7-16,19-2-11 0,-2-2-5 0,3 0-6 0,-3-3-6 0,-12 6-9 15,-3 3-3-15,-3-8 0 0,-3 5-6 16,-10 1 0-16,-1 1-7 0,-7 0-3 0,-3-1 1 15,0 2-3-15,-2 1-4 0,-2 1 5 0,-6-1 1 0,9-1-7 16,-2-2 1-16,-7 3-1 0,0 0-17 0,0 0 14 16,0 0-35-16,0 0-11 0,0 0-23 0,-21 10-38 15,11-6-30 1,1-1-38-16,-5 2-49 0,5 0-39 0,-1-1-276 16,1-3-567-16,3 2 251 0</inkml:trace>
  <inkml:trace contextRef="#ctx0" brushRef="#br1" timeOffset="72507.98">4214 7324 28 0,'0'4'469'15,"0"-4"-10"-15,0 0-18 0,1 4-31 0,-1-4-25 16,0 3-33-16,0-3-36 0,0 0-33 0,0 0-27 15,0 0-29 1,4 4-43-16,-4-4-45 0,0 0-55 0,0 0-73 0,1 1-67 16,-1-1-61-16,0 0-74 0,0 0-90 0,0 0-286 15,14-5-613-15,-5 2 271 0</inkml:trace>
  <inkml:trace contextRef="#ctx0" brushRef="#br1" timeOffset="72877.39">4630 6820 323 0,'-2'-7'407'0,"4"-3"-18"0,-2 5-6 0,-2-3-16 15,4 4-26-15,-2-1-28 0,0 1-30 0,0 4-31 16,0-6-22-16,0 6-37 0,0-4-35 0,0 4-42 16,0 0-27-16,0 0-4 0,0 0-16 0,3 23-12 15,-3-5-26-15,1 10 13 0,0 3-7 0,-2 1-1 16,1 3-2-16,-1 1-7 0,0-1-1 0,-1 0 2 0,0 11 4 16,1-12-10-16,-1-1-6 0,2-1 3 0,-1-3 11 0,0-3-18 0,1-6-1 0,-2-1 4 15,0-2-9-15,1-6-31 0,1 2-16 0,0-2-21 16,-3-2-16-16,2 2-18 0,-1-6-13 0,1 0-8 15,0 2-11-15,1-4 0 0,-1 0-3 0,-2 0-27 16,3-3-48-16,-10 0-59 0,10 0-225 16,-9-6-531-16,2-4 236 0</inkml:trace>
  <inkml:trace contextRef="#ctx0" brushRef="#br1" timeOffset="73077.98">4550 6794 2238 0,'-3'-12'209'16,"2"-1"-12"-16,0 0 17 0,-2 4 3 0,3-1-23 16,0 1-23-16,0 1 6 0,0 3-28 0,0-2-41 15,3 1 14-15,-2-2-16 0,3 2-12 0,4 0-8 16,8-4-14-16,3 3-10 0,8-1-7 0,5 1-7 16,0 3-16-16,0 1-15 0,5 1-37 0,-1 5-37 15,-3 1-45-15,-1 1-44 0,-3 2-46 0,-11 0-48 0,4 2-60 0,-13-1-286 16,1 1-633-16,-1 2 280 0</inkml:trace>
  <inkml:trace contextRef="#ctx0" brushRef="#br1" timeOffset="73463.09">4673 7468 191 0,'-6'3'301'0,"2"-1"-15"0,0-1-8 0,4-1-7 0,-6 4-11 0,4-3-15 16,2-1-14-16,0 0-2 0,-7 2-27 0,7-2-10 0,0 0-1 0,0 0-11 15,0 0-12-15,-2 3-10 0,2-3-26 0,0 0-7 16,0 0-9-16,0 0-9 0,0 0-10 15,24-3-9-15,-6-3-5 0,9 3-21 0,2-2 4 16,6 1-10-16,-1-3-4 0,3 0-7 0,-1 2-9 0,-7-2 1 16,0 2-5-16,-9 1-8 0,-1 0 4 0,-6 2 10 15,-3 0 9-15,0 2-3 0,-3-3 2 0,-1 3-8 16,1 0 5-16,-7 0-9 0,7-2-1 0,-7 2-13 16,5 0-17-16,-5 0-19 0,6-3-26 0,-6 3-21 15,0 0-42-15,0 0-49 0,0 0-42 0,0 0-64 16,-31 3-56-16,18-1-312 0,-1-2-679 0,0-2 301 15</inkml:trace>
  <inkml:trace contextRef="#ctx0" brushRef="#br1" timeOffset="73679.25">4716 7187 409 0,'0'0'446'0,"-3"2"-26"16,3-2-23-16,0 0-45 0,0 0-11 0,-2 1-36 15,2-1-29-15,0 0-28 0,0 0-24 0,0 0-22 0,0 0-21 16,28-3-40-16,-9 1-48 0,3-1-74 0,6 2-84 16,-5-2-70-1,8 0-87-15,-3 1-114 0,1-3-214 0,-11 2-595 16,0-1 264-16</inkml:trace>
  <inkml:trace contextRef="#ctx0" brushRef="#br1" timeOffset="73895.22">5389 7279 554 0,'-2'3'654'15,"2"-3"-29"-15,0 4-34 0,0-4-45 0,0 0-45 16,-4 4-53-16,4-4-43 0,0 0-43 0,0 0-53 16,0 0-78-1,0 5-85-15,0-5-95 0,0 0-97 0,0 0-152 16,6 1-192-16,-6-1-409 0,0 0-864 0,9-9 382 16</inkml:trace>
  <inkml:trace contextRef="#ctx0" brushRef="#br1" timeOffset="74981.92">2938 8122 136 0,'0'0'184'0,"0"0"-9"0,-10 0-6 0,10 0-7 16,0 0-8-16,0 0-11 0,0 0-8 0,-7 0-9 16,7 0-11-1,0 0-9-15,0 0-10 0,0 0-7 0,0 0-6 16,0 0-9-16,-5 0-2 0,5 0-5 0,0 0-5 0,0 0-3 15,0 0-2-15,0 0-3 0,0 0 0 0,0 0-6 16,0 0-4-16,0 0-1 0,-4 2-5 0,4-2-4 16,0 0 2-16,0 0-7 0,0 0-4 15,0 0 1-15,0 0-1 0,0 0-3 0,0 0-2 0,0 0-2 16,0 0-4-16,0 0 1 0,0 0 1 0,0 0-2 0,0 0-1 16,0 0-2-1,0 0 4-15,0 0 1 0,0 0-4 0,0 0 5 0,23-2 4 16,-4 0 0-16,15-1 0 0,24-7-3 0,33-2 6 15,8 1-3-15,9-3 7 0,12 1-1 0,1-3 7 16,6 2 1-16,4-3 4 0,-2 3 5 0,3-2 11 16,1 1-4-16,-8 1 16 0,-2 1-8 0,-12 0 10 15,-8-1 11-15,-36 5 11 0,22-4-7 0,-29 6 6 16,-5-1-3-16,-2-1-6 0,-15 2-1 0,-1 2-2 16,-4 1-4-16,-11 0-14 0,-3 2 7 0,-5-1-14 15,-1 3 0-15,-3-1-10 0,-3 1 5 0,-1-3-11 16,0 3-18-16,-3-1-49 0,-3 1-39 0,9-2-62 15,-9 2-68-15,0 0-67 0,-22 7-95 0,8-6-244 16,-1 1-654-16,-6 0 289 0</inkml:trace>
  <inkml:trace contextRef="#ctx0" brushRef="#br1" timeOffset="77481.42">9871 7121 73 0,'-1'-6'219'16,"-1"1"1"-16,2-2-12 0,0 3-4 0,0-1-5 15,0 5-14-15,-1-8-15 0,1 6-13 0,0 2-19 0,0-5-14 16,0 5-17-16,-1-5-10 0,1 5-21 0,0 0-16 16,0 0-12-16,0 0-6 0,5 14-3 15,-3-2-6-15,4 5-5 0,-3 12-1 0,1-1-6 16,1 5-1-16,-2 1-5 0,-2 4-1 0,2-4-2 0,-1 4 3 0,-1 7-4 16,-1-9-7-1,3-3 4-15,-3 1 0 0,0-2 3 0,0 2-1 0,0-5-2 16,3-1-1-16,-3-1 1 0,-2-4-2 0,2-5 2 15,0-1-5-15,0-4 1 0,0-4-1 0,0-1 0 16,0 1 2-16,0-3 2 0,-1-1 6 0,2-1 14 16,-1-1 30-16,0-3 25 0,0 4 30 0,0-4 32 15,0 0 32-15,0 0 26 0,0 5 30 0,0-5 26 16,0 0 10-16,0 0-30 0,0 0-27 0,0-23-27 16,2 8-25-16,-2-5-22 0,3-9-23 0,5-1-21 15,-2-4-17-15,6-11-16 0,-2 9-8 0,8-8-6 16,-5 12-7-16,1 4-3 0,-1-1-4 0,-3 4 1 15,-5 4-11-15,4 4 0 0,0 0 0 0,-2 4-1 16,-1 2-5-16,0 3-5 0,-2 3-6 0,1 0-8 0,-3-2-6 0,1 6-18 16,1-2-16-16,-4 3-9 0,10 2-4 0,-3 3-4 15,1 1 4-15,4 8 3 0,0 0-2 0,0 2-1 16,5 6 10-16,-2 2 1 0,-2 4 3 0,1-5 2 16,-1 6 7-1,-1-2 10-15,0-2-5 0,-3 1 4 0,0-1 1 0,0-1 0 16,-5-6 9-16,1-1-7 0,-1-4 9 15,1 1-3-15,-4-1 13 0,3-5-10 0,-3 1 3 16,0 0 6-16,1-5-1 0,-1 0 18 0,-1 0-11 16,1 1 4-16,2-1 21 0,-3-4 46 0,0 3 38 0,0-3 32 15,0 0 25-15,0 0 19 0,0 0 15 0,0 0-25 16,0 0-1-16,5-17-36 0,-2 5-23 0,-1-6-15 16,6-10-14-16,1 0-29 0,1-6-20 15,5-12-19-15,-1 14-10 0,8-11-3 0,-12 11 1 0,8 2-1 0,-5 1-2 16,2 6 2-16,-2 0-1 0,-5 7-5 0,2 2 4 15,-1 1-2-15,-3 4-7 0,1 2 1 0,-2 1-10 16,-3 1-5-16,2 0-37 0,-1 5-23 0,-3 0-2 0,7 0-3 16,0 5-2-16,2 3-3 0,2 4 13 0,0 2 1 15,1 3 7-15,2 5 2 0,0 2 2 0,-1 4 6 16,0-2 6 0,-4 1 9-16,1 0-1 0,-2 1 1 0,-2-2 5 15,2 1 4-15,-4-1 5 0,-2-5 1 0,1-3 2 16,1 1-2-16,-2-2 11 0,1-4-2 0,-1-2 5 15,-1-2-3-15,1 0 8 0,-2-2-4 0,0 1 0 16,1-6 6-16,-1 3 4 0,3-1-2 0,-3-1 6 16,0-3-1-16,-3 5 3 0,6-2 2 0,-3-3-1 0,0 0 3 15,0 4-1-15,0-4 2 0,0 0-3 0,1 5 1 0,-1-5 1 16,0 0 0-16,0 0-1 0,0 0 1 0,0 0-5 16,0 0 8-16,0 0-5 0,0 0 0 0,0 0 1 15,0 0-5-15,0 0-14 0,0 0-20 0,0 0-22 16,0 0-20-16,0 0-10 0,0 0-22 0,0 0-15 15,0 0-55-15,0 0-77 0,-5-13-72 0,5 9-49 16,-3-6-315-16,-2-1-743 16,0-7 329-16</inkml:trace>
  <inkml:trace contextRef="#ctx0" brushRef="#br1" timeOffset="78047.28">10730 6734 61 0,'4'-11'361'16,"2"3"-17"-16,-1-4-20 0,1 3-26 0,-2 3-28 0,1 0-20 0,1 3-19 0,6-1-39 16,-3 0-20-16,1 3-23 0,3 1-16 0,2 2-18 15,-3 4-13-15,2 0-8 0,5 5-12 0,-4 4-3 16,3 6-8-16,-4 2-5 0,-1 4-9 0,-4 0-2 15,0 4 4-15,-5 2-13 0,-2 1-3 0,-3-2-6 16,-4-3-1 0,1 3 4-16,-3-7-1 0,1 2-16 0,1-8-3 0,0-3-2 15,0 1 0-15,-3-3-4 0,6-2 7 16,-1-4-6-16,-1 1-11 0,2-5 10 0,-2 1 5 16,4-1-3-16,-3 0 42 0,3-1 24 0,0-3 26 0,0 4 11 0,0-4 8 0,0 4 1 15,0-4 4-15,0 0-9 0,0 0-5 0,-3 3-9 16,3-3-8-16,0 0-9 0,0 0-8 0,0 0-9 15,-2 4-7-15,2-4-11 0,0 0-6 0,0 0-6 16,0 0-1-16,0 0-7 0,0 0-3 0,0 0-1 16,0 0-5-16,0 0-1 0,0 0-2 15,0 0-4-15,0 0 1 0,0 0 0 0,14-2-6 16,-3-2-1-16,8 0 0 0,11-4-3 0,5 1-3 0,3-3-4 16,16-2 0-16,1 1 2 0,1-1-1 0,3 1-1 15,-3 2 13-15,-3-3 4 0,2 3 6 0,-21 1-4 16,-2 2 1-1,-10 2-1-15,-8 0 15 0,-2 1 4 0,0 1 7 16,-2-1-1-16,0 2 3 0,-4 0-1 0,-1 0-4 16,0-1 1-16,-5 2-6 0,6-1-11 0,-6 1-18 15,0 0-30-15,5-1-40 0,-5 1-57 0,0 0-60 16,0 0-49-16,0 0-16 0,-4 9-21 0,-2 1-33 0,-3-3-42 16,1 5-44-16,1-1-50 0,0 0-262 0,1-4-746 15,2 3 330-15</inkml:trace>
  <inkml:trace contextRef="#ctx0" brushRef="#br1" timeOffset="78745.11">11896 7540 145 0,'-9'3'197'0,"-4"-2"-10"0,7 3-7 16,0-3-12-16,-1-1-9 0,7 0-9 0,-10 1 0 16,6 1 0-16,4-2 5 0,0 0-11 0,-8 0-3 15,8 0-5-15,0 0-5 0,0 0-10 0,0 0 5 16,-7 0-11-16,7 0-2 15,0 0 6-15,0 0-15 0,0 0-2 0,0 0-4 16,0 0 0-16,0 0-3 0,0 0-4 0,0 0-4 16,0 0-2-16,0 0-5 0,0 0-6 0,0 0-2 15,0 0-9-15,0 0 0 0,0 0-9 0,0 0-11 16,0 0 1-16,0 0 2 0,-6-3-14 0,6 3 0 16,0 0-5-16,0 0 0 0,0 0 1 0,0 0-9 15,0 0 3-15,0 0-7 0,0 0 11 0,0 0-11 0,0 0-4 0,0 0 1 16,0 0 0-16,0 0 2 0,0 0 16 0,17-4-8 15,1 0 2-15,1 2 1 0,12-2-3 0,5-2-4 16,5-1 1-16,11-2-2 0,3 0 10 0,0 5 4 16,-1-6 14-16,1 4 3 0,-16 1 0 0,12-3-2 15,-19 3 1-15,4 0-2 0,-7 0-3 0,-7 1 3 16,-4 1 2-16,-4 0 0 0,-4 2 2 0,-2 0-3 0,-1-2-5 0,0 3-5 16,-2-1-4-16,-1-2-5 0,-4 3-24 0,9-1-23 15,-9 1-39-15,0 0-42 0,9 0-42 0,-9 0-32 16,0 0-31-16,0 0-6 0,0 0 2 0,0 0-15 15,-22 8-20-15,8-6-31 0,-4 4-43 0,-3-4-201 16,1 2-562-16,1-1 248 0</inkml:trace>
  <inkml:trace contextRef="#ctx0" brushRef="#br1" timeOffset="78961.22">12131 7425 221 0,'-5'-8'350'0,"1"-1"-12"16,3 0 11-16,0-1 11 0,-2 3 11 0,3-1 9 15,0 3 0-15,-1-3-4 0,1 4-13 16,-3-1-16-16,2 2-29 0,1 3-34 0,0-7-27 16,0 7-35-16,0 0-31 0,0-4-35 0,0 4-47 0,0 0-44 15,0 0-26-15,0 0-10 0,5 19-5 0,-2-2-6 16,-1 11-7-16,7-1-6 0,-4 5-5 16,2 3-8-16,2 9-21 0,-2-6-45 0,2 9-39 0,-1-11-37 15,1 10-29-15,-2-11-46 0,-3 1-60 0,4-3-88 16,-5-4-316-1,-2-11-744-15,0-4 330 0</inkml:trace>
  <inkml:trace contextRef="#ctx0" brushRef="#br1" timeOffset="80579.14">13120 7017 168 0,'0'0'167'0,"0"0"-17"15,2-7-13-15,-1 5-16 0,-1 2-4 0,9-5-17 16,-3 4-16-16,3-2 0 0,5 3-4 0,0-3-10 16,5 3-7-16,2 0-2 0,2 3 0 0,-2 0-2 15,8 1-6-15,-1 3-3 0,1 2-8 0,-1 3 0 16,-2-1-3-16,1 1-2 16,-3 3-7-16,-2 3 1 0,-7-2-4 0,2 2-3 15,-7-1 2-15,1 5-8 0,-7-3-3 0,-3 1-2 16,-5 6-7-16,-4-1-4 0,-5 0 0 0,-5-4 2 15,-4 1-1-15,-1-3-3 0,3-2 5 0,-2 0-5 16,4-5 2-16,-1-4 2 0,4 4-3 0,-2-6 2 16,4-1 2-16,2 1 5 0,2-1-4 0,1-4-1 15,3 3 2-15,-2-1 2 0,3-2 13 0,0 2-1 0,4-3 1 0,-3 2-2 16,3-2-3-16,0 0-1 0,17 3-1 0,-4-3-3 16,6 1 0-16,0 2-5 0,1-2 2 0,2 2-4 0,6 2 1 15,0 3-3-15,1 0-3 0,-3 0 2 0,-5 0 1 0,-2 1-5 16,-1-1 5-16,2 4-5 0,-8-4-1 0,-1 1 4 15,2 7-2-15,-7-5-3 0,2 1 1 16,-7 4 7-16,-1-4 0 0,-1 5-1 0,-7-2 2 16,-1-1 3-16,-3 0-2 0,-2 0 6 0,-2-2 14 0,-3 1-1 15,-8-3 10-15,2 0 8 0,-2-3 9 16,1 3 8-16,3-7 4 0,0 1-2 0,2-1 8 16,-7 1 3-16,7-4 8 0,-2 1 5 0,4-2 6 15,1 1 11-15,0-3 12 0,5 2 24 0,2 1 2 0,2-3 12 16,1 3 1-1,-1 0-2-15,9 0-12 0,-10-1-8 0,6 0-13 16,4 1-6-16,0 0-14 0,-8-2-12 0,8 2-10 16,-3-1-6-16,3 1-10 0,0 0-8 0,0 0-2 0,0 0-12 15,0 0-17-15,-10 0-1 0,10 0-13 16,0 0-12-16,0 0-19 0,0 0-1 0,0 0-14 16,0 0-11-16,0 0-28 0,0 0 5 0,0 0-38 0,0 0-10 0,0 0-14 15,-6-1-18-15,6 1-17 0,0 0-21 0,0 0-39 16,-5-3-49-16,5 3-292 0,-6-4-617 0,3 0 273 15</inkml:trace>
  <inkml:trace contextRef="#ctx0" brushRef="#br1" timeOffset="83352.88">9697 7806 18 0,'-8'0'89'0,"8"0"-2"0,-5-2-11 0,5 2-9 15,-8 0 3-15,8 0 4 16,-6-1-7-16,6 1 7 0,0 0-19 0,-9-1 9 15,9 1-3-15,0 0 1 0,-6 0 0 0,6 0-4 16,0 0-6-16,0 0-2 0,0 0 0 0,0 0-9 16,0 0-6-16,0 0 0 0,-7-2-3 0,7 2-7 15,0 0 1-15,0 0 3 0,0 0-9 0,0 0-1 16,0 0 1-16,0 0-4 0,0 0 5 0,0 0 2 16,0 0 1-16,0 0 0 0,0 0 15 0,0 0 15 0,30 0 10 0,-1-5 2 15,8-5 1-15,30-1 4 0,40-14 1 0,13-2 5 16,13-5 1-16,19 2 2 0,15-7-1 0,6 4-6 15,21 0 1-15,17-3-4 0,5 5-5 0,8 2-5 16,-2 0 2-16,4 0-3 0,-10 3-3 0,-4 1 0 16,-7 1 2-16,-10 1-5 0,-11 4 1 0,-14 3 2 15,-10-1-3-15,-16 3 3 0,-11 2-2 0,-14 2-5 0,-12-3-3 0,-15 4-6 16,-39 4-6-16,-15 2-1 0,-5 0 0 16,-13-2-3-1,-3 3 2-15,-4-1 5 0,0 2 15 0,-8 0 21 0,3 0 9 16,-2 0-4-16,-1 1-12 0,0-2-13 0,-5 2-28 15,8-1-37-15,-8 1-35 0,0 0-43 0,0 0-40 16,0 0-42-16,-23 8-50 0,6-1-72 0,0-1-211 16,1-2-547-16,3-1 242 0</inkml:trace>
  <inkml:trace contextRef="#ctx0" brushRef="#br1" timeOffset="84809.43">15078 7084 93 0,'-1'-5'216'16,"1"5"15"-16,0-7 2 0,0 7-16 0,1-4-2 16,-1 4 7-16,0 0 1 0,0-6-4 15,0 6-21-15,0-6-3 0,1 3-6 0,-1 3 0 0,0-3-5 16,0 3-16-16,0-5-7 0,0 5-17 0,1-5-15 0,-1 5-22 31,0 0-11-31,0 0-14 0,0 0-25 0,0 0-30 0,0 0-29 0,0 0-20 16,0 0 1-16,0 0 0 0,0 17 3 0,0-5 1 15,-1 5 3-15,1 3-2 0,0 3 5 0,-1 4 2 16,0-1-1-16,-1 2 4 0,0 0-5 0,2-1 9 16,-4-2-1-16,3-2-4 0,-1-2 2 0,2-3 2 15,0 1-3-15,-1-5 6 0,1-1-1 0,0-3-2 16,0-1 3-16,-1-1 4 0,1-4 0 0,1 3 5 16,-2-3 11-16,1 1 47 0,0-1 26 0,0-4 50 15,1 4 33-15,-1-4 23 0,0 0-3 0,0 0-17 16,0 0-17-16,8-13-20 0,-4 2-16 0,3-5-12 15,-2-1-12-15,6-7-15 0,-3 6-9 0,2 0-9 16,1-5-6-16,-1 9-10 0,-5 1-4 0,3 2-7 0,-3 1-3 0,-1 5-3 16,-3-2-15-16,4 2-11 0,-1 1-18 0,0 0-28 15,0 3-11-15,-4 1-6 0,10 1-8 0,-5 3-1 16,4 2 0-16,-2 4-2 0,0 0 9 0,2 3-3 16,0 3-2-1,-1 1 13-15,1 1 4 0,-2 0 8 0,2 7 3 0,-2-8 2 0,-3 2 3 16,2-3 10-16,-1 0-10 0,-2-3 1 15,0-3-22-15,-1 0 0 0,0-4 17 0,1-1 6 16,-3 1 9-16,1-4 10 0,0 3 45 0,1-4 42 16,-1 3 32-16,-1-4 28 0,0 0 19 0,5 3-1 15,-5-3-18-15,0 0-13 0,5-20-15 0,0 9-15 16,-1-3-13-16,1-2-12 0,2-4-14 0,4-6-9 16,-2 1-11-16,1 1-6 0,-1 8-5 0,0-2 0 15,0 4-5-15,-4 4-6 0,3 1-3 0,-4 1-5 0,-2 3-7 0,1 1-8 16,1-1-24-16,-2 3-22 0,-2 2-1 0,8 2-9 15,-2 3 1-15,-2-1-2 0,5 4 1 0,0 1-3 16,1 0 6-16,0 4 5 0,2 2-5 0,-1-3 7 16,2 4 0-16,-4-1-9 0,3-1-30 0,-1-3-24 15,-1-1-23-15,-1-1-18 0,-5 0-25 0,4-1-17 16,-6-1-22-16,1-2-13 16,-2 0-9-16,4-1-6 0,-6-1 3 0,1-3-22 15,-10 5-292-15,0-8-607 0,-4 0 269 0</inkml:trace>
  <inkml:trace contextRef="#ctx0" brushRef="#br1" timeOffset="85102.56">15590 6679 183 0,'8'-12'336'0,"-3"5"-23"0,4-3-29 0,1 4-27 16,-6 0-28-16,4 4-24 0,1-2-29 0,0 3-14 15,1 2-20-15,1 1-12 0,2 2-8 0,1 8-12 0,1 1-10 16,0 8-6-16,-3 4-5 0,-4 4-9 0,-3 4-5 0,-4 13-9 16,-4 2-1-16,-4-2-6 0,-2-11-8 0,-1-2-5 15,-2 1-1-15,-1-5 9 0,4 0-19 0,-2-6-3 16,2-5-8-16,2-3 2 0,3-4-4 0,0-3 1 0,0 1-1 31,2-1 1-31,0-4 23 0,-1 0 16 0,0-1 18 0,3 1 5 16,0-4-9-16,13-1-6 0,3-5-6 0,11 0-8 15,7-3-37-15,15-3-42 0,-12 2-45 0,20-3-54 16,0 3-62-16,3-6-91 0,-4 7-320 0,3-6-644 16,-4 1 286-16</inkml:trace>
  <inkml:trace contextRef="#ctx0" brushRef="#br1" timeOffset="85418.51">16354 7336 185 0,'-3'3'247'0,"3"-3"-9"16,-7 1-5-16,5 2-9 0,2-3-12 0,0 0-11 15,-3 3-10-15,3-3-20 0,0 0-10 0,0 0-14 16,27-4-13-16,-7 2-15 0,11-2-13 16,6-1-12-16,0-1-7 0,16-2-8 0,-1-3-11 15,0 5-7-15,2-2 4 0,-3 1-31 0,-15 1-36 0,2 1-38 16,-1 1-60-16,-6-1-56 0,-2-2-55 0,-8 2-214 16,-2 2-461-16,-7-2 205 0</inkml:trace>
  <inkml:trace contextRef="#ctx0" brushRef="#br1" timeOffset="85649.85">16610 7074 270 0,'-4'-8'386'0,"0"-4"7"0,3 3 8 31,-2 3-4-31,1 1-20 0,1-1-36 0,-1 2-37 0,0 2-37 16,2 2-31-16,-3-6-30 0,3 6-46 0,0 0-40 15,0 0-16-15,0 0-17 0,3 19-7 0,-2-1-15 16,2 11-1-16,-1 2-6 0,-1 2-12 0,2 3-22 16,-2 11-32-16,1-11-27 0,0 10-26 0,1-12-14 15,-1-1-28-15,2 2-22 0,-1-3-36 0,4 1-39 16,0-1-39-16,3-3-74 0,-5-10-198 0,5-2-555 16,-1-3 246-16</inkml:trace>
  <inkml:trace contextRef="#ctx0" brushRef="#br1" timeOffset="86251.03">17788 7057 208 0,'3'-18'375'0,"-2"2"-13"0,-1 1 1 16,3 2-27-16,-3 0-13 0,-3 1-6 0,3 2-44 15,-4-1-19-15,0 0-32 0,2 1-22 0,-5 2-29 16,-3 0-25-16,3 3-25 0,-4 1-6 0,-3 3-30 16,-4 5-6-16,2 2-11 0,-11 6-6 0,1 2-6 15,3 2-11-15,0 2-8 0,-1 2-26 0,5 1-11 16,-3 1-21-16,4 0-5 0,4 2-12 0,0 1-7 15,5-7-8-15,1 0 2 0,4-1 4 0,2-1 1 16,2-1 3-16,3-2 5 0,2-1 5 0,1-3 4 0,-1-1 9 16,3-1 4-16,3-2 6 0,1-1 8 0,2-3 7 0,-1-1 17 15,2-3 7-15,3-3 5 0,-1 4 19 0,-2-7-2 16,3 0 5-16,-1-1 0 0,0 2 7 0,-6 1 13 31,1 0-2-31,-3 1 9 0,-2-1-3 0,-1 3-2 0,-2 1-14 0,2 1-15 16,-2-1-7-16,-1 1-9 0,-3 2-27 0,0 0-5 15,10 5-7-15,-7 1-6 0,-1 6-4 0,2 5 1 16,-3 6 7-16,4 6-1 0,-5-3-7 16,0 6-2-16,0-3 10 0,-5 5 4 0,4-1-2 0,2 2 1 15,-5-3-1-15,-1 1 7 0,4 0-1 0,-3 2-4 16,0-6 3-16,4-2 6 0,-4-4-4 0,3-6 10 16,1 1-2-16,0-9-4 0,-2 1-7 15,0-3 9-15,2-2 4 0,-3 0-4 0,1-1 6 0,1 0 7 0,1-4 0 0,-1 6 2 16,-1-3 2-16,2-3-4 0,0 0 1 15,0 0-1-15,-1 4-5 0,1-4 6 0,0 0-31 16,0 0-46-16,0 0-51 0,5-14-68 0,-3 7-71 16,1-6-78-16,2-3-321 0,3-2-697 0,1 2 308 0</inkml:trace>
  <inkml:trace contextRef="#ctx0" brushRef="#br1" timeOffset="86904.99">18757 7110 229 0,'0'0'293'0,"-4"-3"-8"0,4 3-8 0,0 0-7 15,0 0-14-15,-5-1-11 0,5 1-21 0,0 0-26 16,0 0-16-16,9-7-21 0,1 3-25 0,10 0-16 16,2-1-29-16,11 0-27 0,3-2-43 15,4 4-33-15,12-2-38 0,0 1-37 0,-12 1-39 16,11-2-44-16,-16 4-62 0,-5-2-165 0,1 0-428 16,-9-2 190-16</inkml:trace>
  <inkml:trace contextRef="#ctx0" brushRef="#br1" timeOffset="87089.63">18887 7329 15 0,'-9'6'190'16,"3"-1"16"-16,-2 0 9 0,3-3 9 0,1 2 4 16,3-2-1-16,1-2-2 0,5 7-21 0,8-7-15 15,9 0-20-15,12 0-19 0,18 0-15 0,7-3-15 0,1 0-16 0,7 1-31 16,22-1-32-16,-25 1-32 0,28-3-35 15,-31 1-48-15,3 0-49 0,3-5-59 0,-5-1-205 16,2-1-418-16,1-3 184 0</inkml:trace>
  <inkml:trace contextRef="#ctx0" brushRef="#br1" timeOffset="87521.62">20935 6790 57 0,'0'-4'263'0,"0"-3"-18"0,-1 2-14 0,0 1 0 16,0 0-20-16,1 4-22 16,-4-6-18-16,4 6-20 0,-5-6-13 0,1 6-17 15,4 0-13-15,-17 3-6 0,1 2-20 0,-3 3-9 0,1 1-10 0,-8 6-6 16,-1 4-4-16,-3 5-3 0,-4 9-1 0,-3 1-5 15,5 3 3-15,8-8-9 0,1 0-5 0,-4 11-3 16,9-10-5-16,4-1-4 0,3-2 1 0,4 2 26 16,1-2 22-16,6-2 12 0,6 1 19 0,3-2 15 15,5-2 19-15,7-4 19 0,4 1 2 0,7-5 9 16,5-3 3-16,16 2 2 0,0-5 3 0,0-2-2 16,-2-6 10-16,-14-5 13 0,1 0 4 0,-6-5 5 15,0-1-1-15,-4-3-7 0,2-3 0 0,-6-5-22 16,0-3-16-16,-5-4-24 0,-1-1-19 0,-4-6-14 15,-5 2-17-15,-1-12-14 0,-8 13-21 0,-8-4-17 16,-1 6-26-16,-10-2-27 16,-8 5-32-16,-15-4-47 0,-9 9-60 0,-9 3-64 15,-28 2-65-15,-3 10-53 0,27 10-78 0,-2 5-459 16,6 5-953-16,7-1 422 0</inkml:trace>
  <inkml:trace contextRef="#ctx0" brushRef="#br1" timeOffset="88955.65">14771 9486 212 0,'0'-5'227'0,"-1"-2"1"16,0 2-4-16,-2 1-6 0,2-3-15 0,0 4-1 15,-2 0 2-15,3 3-2 0,0-9-11 0,0 6-14 16,0 3-9-16,0 0-22 0,-1-5-16 0,1 5-20 0,0 0-6 15,-3-2-7-15,3 2-15 0,0 0-15 0,0 0-17 16,0 0-8 0,0 0-10-16,0 0-6 0,0 14-3 0,0-4-1 15,0 2-5-15,-2 7-1 0,-1 4 1 0,3 5-9 16,-4-2 6-16,3 4-7 0,-3 0 0 0,0 1-1 16,-1 1 8-16,4-1-10 0,-3-2-4 0,0 4 2 15,0-8 2-15,3 4 3 0,1-10-1 0,0-1-3 0,-2 0 3 0,0-1 2 16,2-5-4-16,0-4 14 0,0 1-4 0,2-1 11 15,-2-1 18-15,0-2 29 0,2-2 48 0,-2 1 41 16,0-4 5-16,0 0-15 0,0 0-15 0,8-14-10 16,-3 2-17-16,1 1-4 0,3-5-10 0,-1-1-12 15,1-2-4-15,2-5-12 0,2-1-5 0,0 3-7 16,0 1 0-16,-2 4-15 0,1 2-1 0,-3 1-4 16,-2 6-6-16,1-2-5 0,-3 3-9 0,0 2-1 15,-1 0-9-15,1 3-4 16,-4 0-34-16,3-1 3 0,-4 3 0 0,10 5-15 15,-4-2 6-15,1 5 5 0,1 0 4 0,2 2-2 16,-1 5 1-16,0-1-1 0,0 1 8 0,-3 4 5 16,2 0-4-16,-3 1 6 0,4-1 2 0,-4 8 1 15,3-4-7-15,-3-3 13 0,-2-5-1 0,0 2 0 16,0-9 4-16,1 1 1 0,-4-4 5 0,1 2 2 16,0-2 9-16,0-1 20 0,1 0 40 0,-2-4 29 0,4 0-7 0,-4 0-8 15,6-16-6-15,-2 4-11 0,2-3-6 0,6-9-5 0,-1 2-8 0,2-6-6 16,0 2-3-16,0-2-6 0,3 2-3 0,2-1-2 15,-5 1-6-15,-3 9 0 0,0 2-3 0,-3 3-5 16,-5 3-4-16,6 4-3 0,-3 0-6 0,-2 0-11 16,2 0-44-16,-3 5-8 0,-2 0-2 15,11 5 2-15,-5 1 8 0,-1 5-8 0,3 2 7 0,1 3 6 16,-2-1-16-16,5 9-12 0,-3 2-24 0,2-4-33 16,-1 2-21-16,3 0-25 0,-2 2-36 0,1-2-39 15,-3-1-49-15,0-4-74 0,0-5-239 16,-4-4-667-16,4-4 295 0</inkml:trace>
  <inkml:trace contextRef="#ctx0" brushRef="#br1" timeOffset="89440.78">16270 9615 118 0,'-13'1'217'0,"2"0"-11"0,-1 1-10 0,2 0-11 16,1-1-10-16,4-1-6 0,-3 0-9 0,3 0-21 15,-1 2-7-15,6-2-8 0,-8 1-9 0,4 2-4 16,4-3 2-16,0 0 4 0,-5 3-6 0,5-3-1 16,0 0-6-16,0 0-4 0,0 0-5 0,0 0-3 0,0 0-5 0,26-9-11 15,-6 8-3-15,7-3-9 0,5 1-4 0,3-4-7 0,0 3-8 0,2-1 11 31,13-3 4-31,-9 4-5 0,-5 0-9 0,1 0 5 16,-6 2-11-16,-1-1-4 0,-9 0-1 0,-8 2-7 0,1 1 3 16,-3 0-7-16,-2-1 1 0,0-1-4 15,-4 2-9-15,0-1-11 0,-5 1-16 0,8 0-15 0,-8 0-9 0,0 0 3 0,0 0-4 16,0 0-21-16,-13 9-16 0,4-5-19 0,-1 1-20 16,-3-1-28-16,4-1-28 0,-5 2-18 0,1 0-23 0,3-1-228 15,-3-3-476-15,2 1 212 0</inkml:trace>
  <inkml:trace contextRef="#ctx0" brushRef="#br1" timeOffset="89694.5">16238 9906 256 0,'-4'1'277'0,"-1"3"3"16,0-3-7-16,1 2-2 0,3 1-4 0,1-4-6 16,0 0-15-16,0 0-23 0,0 0-29 0,27-7-17 15,5 1-21-15,7-1-14 0,16-2-13 0,13 0-13 16,24-4-17-16,-28 4-14 0,2 4-16 0,28-5-18 16,-34 4-27-16,1 1-38 0,-7 4-45 0,-16-1-64 15,-3 2-72-15,-3 2-86 16,-4-8-207-16,-11 3-527 0,-5 0 233 0</inkml:trace>
  <inkml:trace contextRef="#ctx0" brushRef="#br1" timeOffset="90395.87">17706 9476 1757 0,'-20'0'70'0,"-8"-2"-28"0,1 0 14 0,4 2-22 16,4-1-2-16,-2 1 2 0,2 0-2 0,6-2 7 15,2 2 0-15,2 2 5 0,1-2-5 16,3 0 2-16,-4 0-4 0,9 0-5 0,-9 1-3 16,9-1-5-16,-5 0-2 0,5 0 4 0,0 0 1 0,-9 0-1 15,9 0 3 1,0 0-4-16,0 0-2 0,0 0 0 0,-7 0-1 15,7 0-2-15,0 0-3 0,0 0-1 0,0 0 0 16,0 0-6-16,0 0 1 0,-5 0 2 0,5 0 0 0,0 0-3 16,0 0 1-16,0 0 2 0,0 0 3 0,0 0 1 15,0 0 11-15,0 0 17 0,0 0 16 16,16 2 8-16,2-4-1 0,10 2-4 0,4-1-5 16,9-1-2-16,14-1-15 0,5-2 2 0,6 1-7 0,25 0-2 0,-28 1-2 0,3-2-3 0,25-2-5 15,-32 4-3-15,-1-4 2 0,0 5-1 16,-20-1 5-16,-1-1-11 0,-5 3-2 0,-4-2 0 15,-10 2-8-15,-6 1-15 0,-2-3-18 0,-4 2-24 0,1 0-19 16,-7 1-38-16,0 0-19 0,-17-4-19 0,4 4-14 16,-10 0-18-16,-3 1-9 0,-4-1-20 0,-2-1-190 31,3 1-429-31,0 1 189 0</inkml:trace>
  <inkml:trace contextRef="#ctx0" brushRef="#br1" timeOffset="90642.88">18063 9232 151 0,'-1'-12'369'0,"1"-2"-3"0,-3 5 3 16,3-2 14-16,-1 5-5 0,1 0-19 0,-2 1-29 16,2 1-36-16,-1-1-35 0,1 5-28 0,-1-7-35 0,1 4-53 0,0 3-41 15,0 0-20-15,0 0-14 0,0 19-10 0,2 1-3 16,-2 9-2-16,3 4-6 0,0 3-7 0,1 13-4 15,-1 0 3-15,1 1 6 0,2 1-18 16,2-2-35-16,0 2-21 0,-2-1-33 0,2-3-25 0,-3-2-36 16,-4 3-35-16,2-13-42 0,-3 11-24 0,1-13-67 15,-2-1-259-15,-4-3-595 0,-2 0 262 0</inkml:trace>
  <inkml:trace contextRef="#ctx0" brushRef="#br1" timeOffset="90834.04">17964 10318 205 0,'-1'3'458'0,"-1"-1"-20"16,2-2-13-16,-3 3-42 0,3-3-28 0,0 0-35 16,0 0-37-16,0 0-37 0,0 0-37 0,37-8-30 0,-5 0-22 15,7 0-45 1,21-2-29-16,2-3-58 0,1 2-59 0,-1-1-57 0,1-1-72 15,27-6-82-15,-29 5-89 0,0-3-169 0,-5-5-542 16,-1-2 239-16</inkml:trace>
  <inkml:trace contextRef="#ctx0" brushRef="#br1" timeOffset="91628.79">19107 9218 16 0,'0'0'214'0,"13"-4"-21"0,-8 3-22 16,5-1-15-16,4 2-14 0,4 2-10 0,4 0-7 16,5 6-7-16,3-1-12 0,2 2-7 0,0 1-6 0,0 2-10 0,1 1-4 15,1 3-9-15,-2 1-6 0,-2-2-5 0,-7 4-11 16,0-1-12-16,-4 0-3 0,-6-2-9 0,-4 1 1 15,0 1-10-15,-5 2 1 0,-3-2-6 0,-6 0-7 16,-5 4 2-16,-3 0 1 0,-5-3-4 0,-5 0 0 0,1 0 0 16,-1-4-5-16,4-5 4 0,1 1 5 15,0 0-4 1,0-4 0-16,1 2 2 0,0-3-6 0,5 1 4 16,2-1 1-16,0-3-7 0,4 0 6 0,-1 1-4 15,1 1 0-15,3-2-1 0,3 2 1 0,0-1 2 0,7 1 3 16,2 2 5-16,3-2-2 0,4 2-2 15,4 1 2-15,6 1-5 0,-2-1-2 0,4 3 2 16,-4 0-2-16,-2-4 0 0,-5 4 3 0,-1-2-8 16,2 2 1-16,-5 1 5 0,1 0-3 0,1 0 1 0,-7-1-2 0,2 3 5 15,-5-2 0-15,-1 0 7 0,-4 2 8 0,-2-4 5 16,-5 6 21-16,-3-1 4 0,-3-2 1 0,-5-1 2 16,-11 1 2-16,2-4 0 0,-3 1-1 0,-5-3-7 0,1-3-1 0,-5-1-1 15,1 0-7-15,-15-2 0 0,16-2-3 0,-16-5-5 16,17 4 3-16,-1-7-5 0,5 2-5 0,6 1 2 15,7-1-4-15,1-3-24 0,7-1-32 0,3 3-32 16,2-2-29-16,8 2-45 0,3-3-54 0,6-4-192 16,5 3-423-16,6-5 188 0</inkml:trace>
  <inkml:trace contextRef="#ctx0" brushRef="#br1" timeOffset="91960.63">20166 9547 129 0,'0'-7'417'15,"0"2"-12"-15,0 1-9 0,0 0-26 0,0 4-27 16,3-6-31-16,-2 3-37 0,-1 3-37 0,0-5-21 15,0 5-28-15,0 0-24 0,0 0-20 0,0 0-18 16,0 0-18-16,5 18-9 0,-1-7-8 0,-3 1-14 16,2 0-5-16,1 5-6 0,-3 2-9 0,0-2-6 15,3 0-11-15,-4 0 1 16,3-2 3-16,-2 2-9 0,2-3-28 0,-5 2-26 16,2 0-26-16,0-7-20 0,-1 4-18 15,0-4-18-15,-2 1-27 0,-1 0-23 0,2-3-27 16,-5-4-23-16,2 4-42 0,-1-6-47 0,-2-1-217 0,-1-4-549 15,0-1 243-15</inkml:trace>
  <inkml:trace contextRef="#ctx0" brushRef="#br1" timeOffset="92098.35">20264 9192 160 0,'4'-16'467'0,"0"6"2"0,-1-1-15 0,1 4-31 15,-4 1-40-15,2 2-39 0,1 1-42 0,-3-1-27 16,0-2-39-16,1 2-78 0,-1 4-76 0,0 0-64 15,0 0-34 1,7 11-60-16,-9 1-70 0,2 4-96 0,-4-1-307 16,1 1-594-16,-1-4 262 0</inkml:trace>
  <inkml:trace contextRef="#ctx0" brushRef="#br1" timeOffset="94133.45">5374 12436 72 0,'4'-5'115'0,"-4"5"6"0,1-5-24 16,2 4 3-16,-3 1-9 15,0 0-6-15,2-4-12 0,-2 4-7 0,0 0 8 16,0 0-22-16,0 0-10 0,0 0-3 0,0 0-4 15,-18 5-7-15,7 0-2 0,-8 3-2 0,-7 6-2 16,-2-4 1-16,1 3-3 0,-3 2-3 0,-1 2-8 16,-4-2-2-16,3 2 3 0,-1 0 2 0,1 0 3 15,-1 0 2-15,5 0 4 0,-3 0 0 0,3-3 0 16,5-2 0-16,4-2 1 0,4 2-1 0,1-2-15 0,3-1 8 16,2-1-1-16,4 1-7 0,-1-2 0 0,3 1 3 0,2-2 7 15,1 2-9-15,4 0-3 0,2 0 3 0,2-2 5 16,7 6-1-16,3-4 4 0,3 1-1 0,8-1-8 15,-2 3 3-15,0-1 2 0,1-2 3 0,3 1-4 16,-5 0-4-16,0 0 3 0,-7 0-3 0,-4-2 0 16,-2 0 6-16,-3-1-14 0,-1 3 3 0,0-2-4 0,-4 0 3 15,-1 3 2-15,-5-3 12 0,-3 3 5 0,-5 0-1 0,-4 2 3 16,-2-3-2-16,-11 4 4 0,1-1-9 0,-2-3 13 31,0 1 6-31,-2-2 5 0,1 0 4 0,-4-2 0 0,1-3 6 0,0-1 8 16,3 0 2-16,0-1 4 0,9-1 2 0,0 0-2 15,1-1-3-15,4 1-7 0,5 0-3 16,-1 0 2-16,2-2-6 0,0 2-8 0,8 0-3 0,-11-1-5 16,11 1-16-16,-5-1-11 0,5 1-27 15,-8 0-37-15,8 0-62 0,0 0-52 0,0 0-206 16,0 0-413-16,14-8 182 0</inkml:trace>
  <inkml:trace contextRef="#ctx0" brushRef="#br1" timeOffset="94602.88">5630 12839 31 0,'0'-5'233'0,"0"5"-24"0,-3-4-24 0,3 4-16 16,-5-3-17-16,1 1-14 0,4 2-17 0,-10-2-12 16,1 1-15-16,0 2-12 0,-3 2-6 0,1 1-5 15,-3 1 3-15,-3 3-8 0,2 1-7 0,-3 3-7 16,1-2-6-16,-4 7-7 0,7-3-1 0,-3-2-9 0,4 1-1 0,2 1-5 16,3-2-1-16,2-4-4 0,-1 3-3 0,1-2-4 15,5 2 7-15,-2-2-7 0,6-2 0 16,-2-1-2-16,3 3 9 0,6-4-4 0,0-2 1 0,11 2-3 15,-2-1 4-15,3-4-2 0,6-2 1 0,1-1 4 0,1-3 7 16,-9 0 4-16,2-3 14 0,-2 3 12 0,-5-3 16 16,0 0 11-16,-2-2 7 0,-5 2-2 0,0 0-4 15,-1 0-4-15,-1-4-7 0,-3 1-10 0,-3 0-5 16,0-3-7-16,-2 1-6 0,-3-1-8 0,2 3-4 16,-2 2-2-16,-2 0-17 0,-1 1-11 0,1 1-17 15,-6 1-11-15,5 0-16 0,-5 5-14 0,2-1-15 16,-3 2-18-16,4 1-30 0,-5 1-29 0,2 3-23 15,3-3-29-15,-1 6-50 16,3-4-126-16,2 2-405 0,2-1 179 0</inkml:trace>
  <inkml:trace contextRef="#ctx0" brushRef="#br1" timeOffset="94805.96">6049 13011 20 0,'0'5'216'16,"-4"-1"-25"-16,-1 0-17 0,-6 1-16 0,0 4-16 16,-3 2-20-16,-4 1-49 15,-7 3-66-15,-3 2-105 0,2-1-70 0,-2-7-181 0,2 1 80 16</inkml:trace>
  <inkml:trace contextRef="#ctx0" brushRef="#br1" timeOffset="95823.54">7641 12676 106 0,'-9'-1'144'0,"9"1"-14"0,0 0-11 0,-6 1-11 15,6-1-12-15,0 0-10 0,-7 1-12 0,7-1-8 16,0 0-11-16,-5 3-2 0,5-3-1 0,0 0-12 15,0 3-5-15,0-3-2 0,0 0 3 0,0 0-5 0,9 3 3 16,-9-3 0-16,14-1 2 0,-4 0 1 16,3-3 2-16,1 4-2 0,4-5-4 0,1-2 7 0,2 0 9 0,-1 1 3 15,-2-2 10-15,1 0 8 0,-5-1 10 0,4 1 2 16,-5-2 6-16,1 1 0 0,-5-1-6 0,0 4-3 31,-3-2 2-31,0 0 1 0,-2 1-15 0,0 2-5 0,-2-2-11 0,-2 2-7 16,-3 1-17-16,0-2-15 0,-4 4-1 0,-5 0 0 15,-5 2-8-15,-4 2-3 0,-7 6 2 0,-3 2-5 16,0 4 1-16,-3 3 4 0,-12 8-6 0,2 3-1 16,-4 3 0-16,3-1 0 0,1 5-4 0,4 0 3 15,0 1-5-15,2 2 4 0,6-1-3 0,10-8 2 16,4 2-5-16,2 2 4 0,6-3 2 0,2 0 1 16,3-2 4-16,3-4 0 0,6 3 2 0,1-8 0 15,4-2 6-15,11 2-2 0,5-4 4 0,3-3 2 16,8-4 2-16,4-4 1 0,12-1-1 0,-2-3 0 0,1-3-1 0,3 1 0 15,-19-3-1-15,1 1-1 0,-4-1-2 16,-1-1 2-16,-12 2-1 0,0 1 11 0,-6 1 10 0,-1 0 14 16,-5 1 5-16,1-1 14 0,-3-1-11 0,-1 2-7 15,0 0-9-15,-4 1-15 0,0 0-17 0,0 0-17 16,0 0-12-16,0 0-11 0,-17-3-17 0,8 4-21 16,-1 1-20-1,-2-1-32-15,2 1-26 0,0 3-44 0,-2-3-195 0,2-2-422 16,-1 2 186-16</inkml:trace>
  <inkml:trace contextRef="#ctx0" brushRef="#br1" timeOffset="96008.67">8119 13166 123 0,'0'0'375'0,"0"0"-29"15,6 1-30-15,-6-1-29 0,0 0-28 0,0 0-28 16,0 0-26-16,0 0-30 0,0 0-51 0,0 0-59 16,9-2-63-16,-5 1-73 15,-4 1-65-15,12 0-248 0,-5-2-415 0,2-1 183 16</inkml:trace>
  <inkml:trace contextRef="#ctx0" brushRef="#br1" timeOffset="96490.72">8473 12830 36 0,'0'0'279'0,"0"-4"-29"16,0 4-29-16,0 0-25 0,0 0-23 0,0 0-19 15,0 0-22-15,0 0-11 0,0 0-14 0,0 0-11 16,-1 14-11-16,2-4-8 0,0 5-11 0,-2 3-8 0,1 2-7 15,-1 3 1-15,-2 5-7 0,2 0-5 0,-2 2-3 0,-2 1-6 16,0-3-2-16,1 0-3 0,0-1 2 16,2-3-7-16,-1-7 3 0,2 0-4 0,-2-5-6 0,2 0 1 15,1-3 0-15,0 1-3 0,0-4 3 0,-1 0 0 16,1 0 13-16,0-1 19 0,-3-4 28 16,3-1 40-16,0 0 43 15,0 8 42-15,0-8 27 0,0 0-20 0,0 0-18 0,-1-16-17 16,1 7-18-16,-3-3-13 0,2-6-14 0,-2-3-13 15,1-7-13-15,2-2-9 0,0-3-8 0,2-4-9 16,5-7-12-16,-3-3-4 0,-2 0-2 0,5 0-12 16,-2-2-3-16,1-2-6 0,-1 1-1 0,3 2-2 15,0 13-5-15,-3 1-3 0,1 2 0 0,0 4-3 16,0 3 2-16,0 8 0 0,-2-2 3 0,3 1-9 0,0 3-1 16,-2 4-7-16,4-2 3 0,1 4-9 0,0 0-1 15,3 0-1-15,5 1 1 0,2 3-7 0,10 0 1 16,-3 2-15-16,5 4-10 0,-4 1-22 0,7 3-27 15,-1 3-30-15,-4 0-34 0,-2 2-25 0,2 0-37 16,-7 2-39-16,-5 1-38 0,-3-4-34 0,-1 8-325 16,-3-5-691-16,-9-3 307 15</inkml:trace>
  <inkml:trace contextRef="#ctx0" brushRef="#br1" timeOffset="96791.9">8383 12965 185 0,'0'0'254'0,"-3"3"-7"0,3-3-16 0,0 0-18 16,0 0-23-16,0 0-20 0,0 0-16 15,21-7-17-15,-4 6-13 0,11-4-12 0,3-1-26 0,2 0-33 16,6 2-36-16,13-6-50 0,0 2-52 0,-1 2-64 31,-15-1-169-31,1 0-344 0,-4 0 152 0</inkml:trace>
  <inkml:trace contextRef="#ctx0" brushRef="#br1" timeOffset="97022.71">9009 13176 256 0,'0'0'371'0,"-2"3"-37"0,2-3-42 16,0 0-19-1,0 0-46-15,0 0-52 0,0 0-54 0,11-10-76 0,-5 8-91 16,2-1-95-16,-4 0-178 0,4-2-343 0,-3-1 152 16</inkml:trace>
  <inkml:trace contextRef="#ctx0" brushRef="#br1" timeOffset="97577.04">10194 12826 214 0,'-9'0'287'0,"9"0"-11"0,0 0-20 0,0 0-12 16,0 0-23-16,-9-3-24 0,9 3-21 0,0 0-20 15,0 0-15-15,18-10-21 0,-4 7-26 0,5-2-32 0,9 0-46 16,2 1-48-16,0 0-65 0,4-4-66 0,-5 3-199 15,2 1-391-15,-2-3 173 0</inkml:trace>
  <inkml:trace contextRef="#ctx0" brushRef="#br1" timeOffset="97755.36">10257 12997 143 0,'-6'3'191'0,"1"-1"-16"0,-1 1-14 0,4-1-7 16,2-2-18-16,0 0-13 0,0 0-12 0,33-2-5 16,-4-1-23-16,9-4-41 0,12 4-49 0,9-5-58 15,-5 0-161-15,-1-5-245 0,1 1 110 0</inkml:trace>
  <inkml:trace contextRef="#ctx0" brushRef="#br1" timeOffset="98493.99">11566 12647 90 0,'0'0'129'0,"0"0"-6"0,0 0-7 0,0 0-16 0,-6-3-12 16,6 3-4-16,0 0-12 0,0 0-5 0,0 0-8 15,15-2-3-15,-6 2-2 0,2-3-8 0,1 1-5 0,2-2-3 31,7 0 1-31,-8 0-15 0,8 1 0 0,-4-3 4 16,6-1 0-16,-4 3-8 0,-1-3-5 0,4 0 3 16,-3 0-2-16,-1-1-17 0,-2 2 12 0,0 0 11 15,-5 1 16-15,-2-2 12 0,0 2 15 0,0 1 5 16,-3-1 13-16,-2 2 6 0,1-2 2 0,-1 0 2 16,0 1-2-16,-3 1-6 0,2 0 0 0,1-1-4 15,-4 4-10-15,1-5-10 0,3 3-8 0,-4 2 1 0,0 0-25 0,-8-5-10 16,8 5-6-16,-9-1-3 0,4-1-7 0,-8 4-6 15,3-2 10-15,-3 3-3 0,-6 0-1 0,0 1 0 16,1-1-6-16,-1 1 2 0,0 2 0 0,-7 6 0 16,-2-1-2-16,1 5-4 0,0 0 0 0,-1 4 1 15,-1 5-5-15,1-3 2 0,0 6-4 0,-8 6 2 16,4 2 1-16,6-9 5 0,7 1 0 0,-3 2-4 0,6-1-1 0,4-2 4 16,2 3 0-16,8-3 3 0,3 2 3 0,4 0 14 15,8-3 14-15,7-3-1 0,7-2 5 0,18 1 1 16,6-2-4-16,5-7 1 0,5-2-16 0,2-2-21 15,5-4-21-15,23 0-30 0,-25-3-46 0,29-2-51 16,-33-6-79-16,0 5-125 0,-6-7-388 0,-6-3 172 16</inkml:trace>
  <inkml:trace contextRef="#ctx0" brushRef="#br1" timeOffset="98826.48">12216 13087 126 0,'-7'-12'384'0,"7"12"-5"0,0 0-7 0,0-7-12 15,0 7-19-15,-1-2-25 0,1 2-39 0,-3-4-30 16,3 4-32-16,0 0-31 0,0 0-26 0,0 0-60 16,0 0-19-16,3 13-9 0,-2-4-6 0,3 8-11 15,0 9-15-15,0 1-32 0,2 2-29 0,-2 3-35 0,0 3-43 0,0 0-47 16,-2 2-61-16,1-4-109 0,-1-1-167 0,2-7-526 15,-4-9 232-15</inkml:trace>
  <inkml:trace contextRef="#ctx0" brushRef="#br1" timeOffset="109560.29">13110 12407 204 0,'-1'-6'196'0,"1"6"-9"15,0 0-9-15,-2-4-7 0,2 4-16 0,0 0-3 16,0 0-11-16,2-5-10 0,-2 5-10 0,0 0-10 15,0 0-9-15,0 0-8 0,0 0-12 0,0 0-10 16,0 0-10-16,0 0-2 0,0 0-7 0,0 0-11 16,0 0-1-16,0 0-9 0,0 0-2 0,0 0-1 15,0 0-3 1,0 0-7-16,0 0-6 0,0 0-2 0,0 0 1 0,1-4-3 16,-1 4-4-16,0 0 3 0,0 0-1 0,8-1 2 0,-2 1-3 15,2-1-1-15,1 0 1 0,2-1 1 0,1-1-3 16,1-4 2-16,-2 2-1 0,0 2 3 0,1-3 2 15,1 0 0-15,-3 0-4 0,-1-2 11 0,1 1 1 16,-1 0 3-16,-1 3 7 0,-3-2 3 0,0 1 9 16,0 0-6-16,-2-1 3 0,-1 0-1 0,1 2-9 15,-3 1-7-15,-3-1-3 0,-2 1-1 0,-5 0-3 16,-3 3-1-16,-7 0-7 0,-11 6-3 0,-3 1 0 0,-1 1 2 16,-2 3-3-16,-14 7-3 0,1 4 3 0,5 1-3 15,-1 3-3-15,2 2 1 0,3 2-5 16,1 6 5-16,0-2-3 0,5 5-1 0,4 0-1 15,3 0 2-15,10-9 0 0,4 1-6 16,4-1 6-16,2 0 5 0,7 0-3 16,6 2 8-16,5-2-2 0,11-2 2 0,13 7 4 15,11-4 1-15,12-3 2 0,26 2-3 0,-19-14-7 16,28 2-12-16,1-4-11 0,-2-7-19 0,1-3-42 0,-28-2-53 16,28-4-64-16,-29 2-211 0,-6-4-446 0,-2 0 197 15</inkml:trace>
  <inkml:trace contextRef="#ctx0" brushRef="#br1" timeOffset="110012.02">13694 12748 118 0,'0'0'225'0,"0"0"-13"16,0-5-20-16,0 5-15 0,0 0-18 0,0 0-20 16,-5-2-13-16,5 2-16 0,0 0-14 0,-18 0-8 15,12 3-7-15,-6 1-9 16,-2 1-6-16,1 0-7 0,-2 2-6 0,0 0-2 16,-1 5-5-16,2 0-7 15,0 0-2-15,1-2-8 0,2 4 0 0,-1-1-3 16,2 1-4-16,4-4-2 0,1 2-6 0,0 0 2 15,5 0-2-15,2 0 0 0,2 0 2 0,5 1 2 16,2 0 0-16,5-2 6 0,3-2 8 0,10 0 3 16,2-3-1-16,6-3-2 0,-5-2-2 0,2-1 1 0,1-2-1 0,-1-3-1 0,1-4 2 0,-3 3 1 15,-4-3 8-15,-1-3 6 0,-3 2 2 16,-7-2 0-16,-2 0-5 0,-5-1-8 0,2-3 0 16,-3-2-3-16,-5 1-4 0,-2-1-7 0,-2 1-1 15,-4-4-5-15,-2 4-5 0,-2 0-8 0,-4 2-5 0,-3 3-3 16,-4 2-3-16,-2-4-6 0,0 5-4 0,-1 3-8 15,2 2-5 1,2 1-14-16,-2 2-6 0,1 2-16 0,2 1-21 16,-1 3-18-16,6-2-14 0,3 2-28 0,1 2-18 15,1-2-13-15,2 4-163 0,5-4-371 0,0 2 164 16</inkml:trace>
  <inkml:trace contextRef="#ctx0" brushRef="#br1" timeOffset="110424.21">14440 12625 112 0,'-4'-3'162'0,"-2"3"-19"0,-2 0-1 16,-1 0-26-16,-3 0-5 0,-1 4-11 0,-4 1-9 16,1 3-9-16,-1-3-15 0,3 5 0 0,-4-1-7 15,4 3-6-15,0-3-7 0,1 4 0 0,2 1-13 16,3-1 3-16,-1 0-6 0,3-2 2 0,0 4-17 0,5 1 6 0,1-3 6 16,1 4-9-16,7-1 0 0,1-1 7 0,5 1 3 0,-1-2 5 15,10 3 5-15,5-1 0 0,0-2 1 0,0 1 2 16,-1-4 0-16,-1 2-3 0,-8-6-5 0,-3 2-2 15,-1-4-14-15,-4-2 4 0,0 2 0 0,-2-2 0 16,-3 1-5-16,-1-3 5 0,-3 1 8 0,-2 3 0 16,-4-1-2-16,-9-1 3 0,-4 2-6 0,-9 2-3 15,-2 0-1-15,-4-4 2 0,-2 2-14 0,-1 2-19 16,-2-2-23-16,2 0-33 0,-1-1-45 0,3 1-40 0,-1-3-184 16,8 1-362-16,7-3 160 0</inkml:trace>
  <inkml:trace contextRef="#ctx0" brushRef="#br1" timeOffset="111163.14">14858 12535 118 0,'8'-5'145'0,"-3"3"-11"16,3 2-10-16,-1-1-5 0,5 1-18 0,-1 0-15 16,3 0-12-16,-1 3-2 0,6-1-6 0,-1 1-7 0,1 2-6 0,2 2 2 15,-3-4-16-15,-1 4 3 0,-1 0-9 0,-2 3 0 16,0-1-7-16,-1 4 1 0,-6-4-17 0,1 2 10 16,-5 0-6-16,1 1 6 0,-4 5-5 0,-2-1 0 15,-3 2-1-15,-4 1 2 0,-4-2-8 0,1-2 2 16,-8 3 1-16,1-2-2 0,-2 1 0 0,4-4 1 15,4-4-5-15,0 3-1 16,1-6 5-16,0 1-7 0,4 1-2 0,2-5 6 16,1 3-9-16,-2-1 3 0,5-1-7 15,-1 0 8-15,3-1-1 0,3 3 9 0,2-3-3 0,4 2 0 16,4 2 5-16,5-2 0 0,2 0 0 0,6 3 0 16,0 2-5-16,-6-4 0 0,1 1-1 0,1 1 1 0,-4 0 4 0,1 0-9 15,-1 0 2-15,-4 1 3 0,-2-4-1 16,-2 3-3-16,-4-1 0 0,1 0-2 0,-5 0 4 0,-2 3 3 15,-2-1 6-15,-3-1 1 0,-6 0 4 16,1 1-2-16,-5-1-4 0,-7-1-1 0,4 0 0 16,-11-2 5-16,3 2-6 0,-2-2-2 0,1 2 3 15,-1-5-8-15,0 1-15 0,0-1-17 0,5 1-28 0,2-4-28 16,1-6-40-16,0 5-137 0,8-3-282 0,2 2 125 16</inkml:trace>
  <inkml:trace contextRef="#ctx0" brushRef="#br1" timeOffset="111664.14">15373 12637 141 0,'10'0'151'0,"6"2"-17"16,0 3-18-16,2 5-8 0,8 1-12 0,-7 0-3 16,4 3-23-16,-3 3-7 0,-4-3-6 0,-4 2-8 0,1 1-4 0,-6 1-6 0,-4 2 3 0,0-1-8 15,-7 2 0-15,-4 3-4 0,-2-1-2 0,-4-1-8 16,-6 2 4-16,0-3-2 0,-1-3-3 0,-2-2-3 16,3 1 6-16,3-7 3 0,-1-1 6 0,1-1 5 15,-1-3 12-15,8-1 6 0,1 1 18 0,-3 0 19 16,5-4 28-16,3-1 24 0,-2 2 9 0,6-2-6 15,-9-7-10-15,9 4-21 16,1-4-19-16,4-3 11 0,4 0-27 0,4-4-10 16,6-5-6-16,5-1-2 0,2-2-9 0,1 3-6 15,1-5-1-15,13-8 1 0,-3 1-13 0,2-3-8 16,-3 0-6-16,-11 11-1 0,-2 1 1 0,-4 1-6 16,-2 2 4-16,-5 5 11 0,-6 7 1 0,0-4-3 0,-3 7-10 0,1-1-3 15,-3 1-12-15,-2 3-5 0,0 1 0 16,0 0-1-16,-18 12-2 0,4-2-2 0,-2 2-3 15,-5 8 1-15,2 0-1 0,-1 3 3 0,2-1 3 0,1 2 6 16,2 2-8-16,6 1-6 0,3-2-1 0,4 1-3 16,6-2 2-16,4-4-3 0,7 3-4 0,3-2-14 15,12 2-30-15,3-10-34 0,15 7-36 16,7-8-46-16,5-3-38 0,-1-2-222 0,4-6-479 0,-1-1 213 16</inkml:trace>
  <inkml:trace contextRef="#ctx0" brushRef="#br1" timeOffset="112064.85">16422 12833 25 0,'0'0'228'0,"0"0"-5"15,0 0-11-15,0 0-12 0,0 0-22 0,0 0-17 16,0 0-18-16,21-3-16 0,-5 1-12 0,7 1-12 0,7-1-10 0,2-1-7 16,1 2-10-16,3-2-8 0,-2 0-6 0,4 1-10 15,1 0-8-15,-2 0-6 0,15 1-11 0,-15-3-16 16,-5-2-8-16,0 2-17 0,-4 2-29 0,-10-1 2 16,-4 1-11-16,-1-2-20 0,-4 0-18 0,-5 0-28 15,-3 1-28-15,-4-3-138 0,-3 0-307 0,-4 4 137 16</inkml:trace>
  <inkml:trace contextRef="#ctx0" brushRef="#br1" timeOffset="112265.4">16698 12622 224 0,'0'-5'303'16,"0"5"-8"-1,0-7-22-15,0 7-24 0,0-2-28 0,0 2-30 16,0 0-27-16,0 0-18 0,0 0-20 0,0 0-12 15,-1 21-16-15,1-3-12 0,-3 10-3 0,3-1 4 16,3 3-14-16,-2 1-5 0,3 4-8 0,6-1-4 16,-2-2-5-16,0 2-1 0,1 0-39 0,6 11-42 15,-7-13-78-15,-1 0-73 0,-5-2-270 0,0-4-489 16,-3-9 217-16</inkml:trace>
  <inkml:trace contextRef="#ctx0" brushRef="#br1" timeOffset="113353.96">17828 12598 80 0,'0'0'207'0,"-4"-2"-10"0,4 2-10 0,0 0-17 16,0 0-13-16,0 0-15 0,0 0-13 0,0 0-10 16,0 0-15-16,0 0-9 0,0 0-9 0,0 0-9 15,3-7-9-15,3 6-6 0,1-1-5 0,3-2-9 16,1 1-4-16,3-2-3 0,2 0-4 0,1-2-3 16,2-1 0-16,2 1-8 0,-2-3 1 0,1 3-5 15,0-2-1-15,4-4-6 0,-6 1 5 0,-1 1-8 0,-1-2 2 0,-3 1 5 16,-2 1-1-16,0 1 1 0,-4 0 0 0,-2 1-6 15,1 0-4-15,-4-1 1 0,-6 3-5 0,0 0-8 16,-6 3 1-16,-4 1-2 0,-6 0-2 0,-9 6 1 16,-1 2 3-16,-5 3-6 0,-3 3-1 0,-11 7 0 15,2 6 1-15,5 1 0 0,-3 0-6 0,4 5 5 16,4 1-2-16,8-5 2 0,2 0-1 0,4 4 2 0,5-1-3 0,-1 0-1 31,6 0 8-31,7-2-2 0,3 0 3 0,11-1 4 0,6-2 0 0,5-4-2 16,12-1 5-16,16 3 4 0,8-8 1 0,1-1-3 15,6-5 2-15,0-1-22 0,30-3-36 0,-26-4-35 16,-1-3-52-16,-4 1-203 0,-3-5-366 0,-6 0 162 16</inkml:trace>
  <inkml:trace contextRef="#ctx0" brushRef="#br1" timeOffset="113847.64">18201 12840 214 0,'0'0'198'0,"-4"3"-26"0,4-3-18 16,0 0-17-16,0 0-14 0,0 0-11 0,18 4-12 16,-9-1-12-16,1 0-11 0,3 3-9 0,0-1-11 15,-3 0 0-15,0 2-14 0,2 1-2 0,-3-1-3 16,-2 3-14-16,0 1 7 0,-3 2-4 0,-1 1-7 16,-2 2 0-16,-3 4-1 0,-3 0-1 0,-4 4 1 15,-4-2-1-15,-2 0-7 0,-1-1 2 0,-4 3 0 0,7-11 1 0,-1 1 0 16,0-2-4-16,0 0-4 0,1-2 7 0,3-3 3 15,1 0-4-15,4 0 1 0,-1-4-2 0,2 0 1 16,0 0 4-16,0-1 11 0,4-2 5 16,0 0 18-16,14 3-3 0,0-4-7 0,8-1-1 15,10-1-6-15,-1-2 3 0,4 2-7 0,0-4-3 16,3 2 0-16,-1 0-10 0,-2-2 6 0,3 3 6 0,-3-2 0 0,0 2-2 0,-3-1-1 31,-6 3-1-31,-6 0-5 0,-2-1 2 0,-6 1-6 0,-3 1 2 0,-2-1-3 16,0 0-4-16,-2 2-4 0,-5 0-11 0,10-1-15 15,-10 1-14-15,0 0-19 0,5-2-27 0,-5 2-40 0,0 0-51 0,0 0-200 16,0 0-401-16,-23-4 177 0</inkml:trace>
  <inkml:trace contextRef="#ctx0" brushRef="#br1" timeOffset="114540.87">19462 12201 87 0,'4'-3'152'15,"-4"3"-16"-15,1-2-19 0,-1 2-13 0,4-4-15 16,-4 4-8-16,0 0-10 0,0 0-2 0,0 0-13 0,-9 17-5 16,-2-8 0-1,-5 3-1-15,-7 8-2 0,-1 0-6 0,-5 1 3 0,-11 10-6 16,4 1-4-16,-3-1 4 0,-4 0-2 0,1-1-6 15,3 0 0-15,8-5-5 0,0 0-1 0,7-3-4 16,-3 0-4-16,7 1-1 0,2-3-8 0,4 4 5 16,5-10-1-16,2 0 1 0,5-1-1 0,1-2-1 15,4 0 5-15,8 4 12 0,4-1 7 0,7 0 3 16,7 1-4-16,4-1 0 0,2-4-5 0,-2 1-3 16,4 1-4-16,-1-2 0 0,-3 1-2 0,-1-2-3 15,0 1-3-15,-4 0-2 0,-10-3 1 0,0-2-6 16,-5 4 4-16,-3-4-11 0,-1 1 0 0,-4 0-2 15,-2 0 10-15,-3 0-1 0,-6 1 1 0,-5 1 2 16,-6-1 2-16,-7 5 1 0,-5-5-6 0,-2 2 0 0,-5-3 3 0,2 1-3 16,-5 0 0-16,4-2 2 0,-4-5 2 0,3 0-5 15,3 2 3-15,-2-2-6 0,1 0-26 0,6-2-10 16,-1 2-30-16,12-3-45 0,3 1-46 0,5-5-140 16,4 2-319-1,5-2 141-15</inkml:trace>
  <inkml:trace contextRef="#ctx0" brushRef="#br1" timeOffset="114827.4">19720 12733 223 0,'-1'-3'285'0,"1"3"-18"0,-4-4-24 0,4 4-29 0,0 0-22 15,0 0-22-15,0 0-18 0,4-6-19 0,-4 6-20 16,0 0-2-16,0 0-22 0,0 0-7 0,0 0-10 16,0 0-9-16,1 16-6 0,0-11-6 15,2 0-6-15,-3 4-6 0,1-1-2 0,2 1-5 0,-3 2 2 16,1-2-5-16,2 3-3 0,-2-5-2 0,-1 3-3 0,5-3-33 16,-5 3-18-1,0-4-32-15,0 0-16 0,3 0-36 0,-3-1-24 0,1-1-11 0,-1 0-7 16,0-4-44-16,-5 2-112 0,5-2-336 0,0 0 150 15</inkml:trace>
  <inkml:trace contextRef="#ctx0" brushRef="#br1" timeOffset="114986.03">19678 12494 177 0,'0'-9'234'0,"1"0"-23"0,2 5-21 16,-2-4-18-16,1 4-21 0,1 2-26 0,-2-1-38 15,-1 3-27-15,8 0-28 0,-8 0-34 0,13 3-30 16,-8 2-30-16,5 3-54 0,-6-4-89 0,1 5-222 0,2-1 99 0</inkml:trace>
  <inkml:trace contextRef="#ctx0" brushRef="#br1" timeOffset="115387">19982 12711 135 0,'0'0'231'0,"0"0"-32"0,3 3-17 16,-3-3-20-16,1 5-18 0,-1 0-16 0,0 2-17 15,0 0-4-15,0 3-16 0,0 2-8 0,-2 0-9 0,-1 7-6 0,-1-2-5 16,4-2-5-16,-2 1-8 0,-2-5-5 15,1 3-5-15,-1-4-1 0,4-1-5 0,-1-3-1 16,0 1-2-16,-3-2-8 0,4-1 6 0,-1 0 9 16,-2 0 29-16,3-4 19 0,0 0-5 0,0 0-12 0,14-1 6 15,-7-3-13-15,2 0-10 0,2-4 0 0,-2 1 0 16,5-3-3 0,0 0-1-16,0 0-13 0,1-2-3 0,0 2-2 15,-3-1-4-15,-1 6 0 0,0-5-6 0,-1 5-1 0,-5 3-3 0,4-5-5 0,0 3-7 16,-1 3 2-16,1 1 0 0,-3 0-3 0,7 1 1 15,0 3-2-15,-2 3 1 0,7-3-19 16,0 3-21-16,-4 3-22 0,3-2-29 0,-1 1-40 16,2-3-55-16,0 5-64 0,-3-6-149 0,-3-2-429 15,2 1 189-15</inkml:trace>
  <inkml:trace contextRef="#ctx0" brushRef="#br1" timeOffset="116104.14">20575 12475 11 0,'0'0'176'16,"4"-3"-15"-16,-4 3-14 0,5-2-17 0,-5 2-11 15,8-6-10-15,-1 4-14 0,2 0-11 0,3 2-5 16,2 0-11-16,4 2-3 16,1 2-10-16,1-2-9 0,6 5-3 0,2 2-4 15,-1-1-4-15,-8-1 0 0,1 3-8 0,-3-1 0 0,1 0-13 0,-5 1 4 0,-1 3 0 16,-4-3-3-16,-1 4 2 0,-2 1-5 0,-5-3 4 15,-1 7-9-15,-6-2 3 0,-3 0 4 16,-4-3-11-16,-4 6 5 0,-4-4-3 0,1 0-6 16,5-5 8-16,-6-1 2 0,3-2-3 0,4 1-4 15,-2-2-2-15,7-2 7 0,1-3-5 0,-1 3 0 16,5 0 1-16,0-3-2 0,-1 1 7 0,3-1-5 16,0 0 1-16,3-2 0 0,0 0 8 0,4 5 12 15,2-4-5-15,6 3 0 0,6 1 6 0,-1-1-11 16,4 0 2-16,2 0 0 0,-4 1-2 0,8 2 4 15,0 2 1-15,-4-4-3 0,4 3-3 0,-8 2 1 16,-2-3-2-16,0 2-2 0,-4 0-2 0,1 0-3 0,-5 0 3 0,-2-2-2 16,-3-1-1-16,-1 2 0 0,-3 3 1 0,-1-6 8 15,-5 4 3-15,-3 0-3 0,-3 2 1 0,-7-2-2 16,-5 1-1-16,-3-2 0 0,-1 0 0 0,-3-3 1 31,1-2 0-31,-4 0-2 0,2-1-1 0,-2 2-2 0,2-5-1 0,0 1 2 16,4-3-4-16,6 1-18 0,-1 2-24 0,6-1-22 15,5-1-37-15,4 0-63 0,2-1-156 0,4-2-342 16,2-2 151-16</inkml:trace>
  <inkml:trace contextRef="#ctx0" brushRef="#br1" timeOffset="116736.84">21227 12560 160 0,'10'-1'153'0,"-4"1"-18"0,7 1-9 16,0 1-10-16,-3 1-18 0,2 3-13 0,3 4-11 15,-1 0-7-15,-1 4-3 0,0 1-11 0,-3-2 0 16,-3 3-11-16,-1 1-9 0,-4 0-7 0,-2 0 2 15,-1 2-2-15,-6-1 5 0,0 5-2 0,-3-4-1 16,-2-2-2-16,-4 5 8 16,-2-2-6-16,-3-2-1 0,-2-2 3 0,5-4-3 15,3 0-6-15,-2-3 7 0,2 2 7 0,3-5-1 16,0-1 3-16,3 1 4 0,1-2 16 0,2 0 26 16,-1-3 29-16,5 1 31 0,-2 0 36 0,4-2 32 15,0 0-13-15,0 0-17 0,-5-7-20 0,10 1-7 0,4-2-27 0,5-5-14 16,0 2-18-16,9-6 4 0,1 0-13 15,2-2-12-15,-1-2-11 0,1-2-5 0,14-9-11 0,-3-2-19 16,-2 1-26-16,1 0-3 0,-10 7 1 0,-1 2 3 16,-4-2-6-16,-3 2 3 0,-4 9 2 0,-4 1-5 15,-4 3 2-15,0 2 1 0,-2 1 0 0,-1 3-9 16,-3 1-1-16,0 4-5 0,0 0 1 0,-23 9-1 16,7 3 1-16,-4 6-4 0,0 3 3 0,1 4-2 15,1 6 1-15,1-2 1 0,4 0 8 0,4 5-6 0,3-2-1 16,11-1 6-16,5 3 5 0,8-2-3 0,22 4 1 15,3-2-21-15,14-3-39 0,33 5-58 0,2-4-91 0,4-8-357 16,5-10-617-16,-6-2 273 0</inkml:trace>
  <inkml:trace contextRef="#ctx0" brushRef="#br1" timeOffset="202514.05">12995 13805 40 0,'0'0'92'0,"0"0"-11"0,0 0 9 16,0-4-3-16,0 4 1 0,0 0-6 0,0 0 8 0,0 0-8 16,0 0 8-16,0 0-9 0,0-5 1 0,0 5 4 0,0 0-6 15,0 0 5-15,0 0-4 0,0-5-2 0,0 5-2 16,0 0 1-16,0 0-2 0,0 0 5 0,0 0-2 16,0-5 0-16,0 5 3 0,0 0-3 0,1-3-3 15,-1 3-1-15,0 0-5 0,0-6 0 0,0 6-1 16,4-3-3-16,-4 3-3 0,0-5-5 0,0 5-1 0,3-2-2 0,-3 2-2 15,0 0 3-15,1-3-10 0,-1 3-5 16,0 0-2-16,4-5-7 0,-3 2-3 0,-1 3-2 16,0 0-2-16,0 0-6 0,0 0-4 0,1-4-2 0,-1 4-6 15,0 0-10-15,0 0-8 0,0 0-18 0,0 0-13 16,0 0-16-16,0 0-1 0,0 0-8 0,0 0 2 16,7 9-3-1,-7-9 3-15,1 5 2 0,-1-2 9 0,3 4 6 0,-1-4 5 16,1 2 3-16,-2 0 8 0,3-1 2 15,-3 1 8-15,3-1-3 0,0-1 4 0,-3 0-1 16,2 0 8-16,-1-1 2 0,-2-2 7 0,4 3 16 16,-3-1 19-16,-1-2 10 0,0 0 7 0,0 0 3 0,12-3 2 15,-6 0-6-15,-1 1-1 0,2-3-5 0,0 1-1 16,2-4-9-16,0 1 0 0,0 0-3 0,0 4-7 0,1-6 5 16,-1 6-6-1,-1-5-7-15,2 3 2 0,-4 1-6 0,2 4-1 0,0-3-2 16,-3 2 1-16,1-2-4 0,2 3-4 0,-8 0 2 15,10 3-3-15,-3 0-4 0,0-2-2 0,0 2 3 16,-1 1-3-16,2 1 3 0,2 2 1 0,-1-2-1 16,-3 3 1-16,2-1 4 0,2 1 1 0,-2 0-6 15,1 0 8-15,-2-2-4 0,1 1-2 0,1-2 1 16,-1 0 4-16,1-1 0 0,-4-2 0 0,3 0 1 16,-2-2 1-16,3 1 2 0,-2-2 1 0,1 0 2 15,1-2 1-15,4-1 4 0,-3 0 0 0,0-2 6 16,3 0-3-16,-1 0 0 0,2-3-5 0,-1-2 2 15,0 1-4-15,3 0 0 0,-5 3 0 0,1-1 0 16,-2 2-4-16,3 2-1 0,-6-4 2 0,3 3 2 0,-5 2-7 0,2 2-1 16,-2-5-1-16,0 4-1 0,-1 2-3 0,-4 0 2 15,9-3-3-15,-9 3-3 0,13 3-4 0,-8-2 1 16,0 3-3-16,-1 0-1 0,0 0 2 0,2 0-6 16,2 1 13-16,-3-1-3 0,0 3 1 0,2-2 0 0,-1 0 2 15,2-1 2-15,1 4 2 0,2-5 2 0,-2 3-1 16,5-2 1-16,4-2 0 0,0 3 2 0,0-3-3 0,2-2 2 15,-2-2 3-15,1-1-5 0,-1 0 2 0,-1-2 1 16,1 1 1-16,-3-1 6 0,4-3-8 16,-2 4 1-16,-1-4-5 0,0 2 4 0,-4 0 2 15,0 0 1-15,1 1-2 0,-2 2 0 0,0-2-3 0,-1 1 1 16,-3 1-3-16,-1 1 4 0,0 0-5 0,0 0 1 16,-2 1-1-1,-4 1 1-15,9-2 0 0,-9 2 0 0,9 4 0 16,-4-3-1-16,0 1 4 0,3 3-1 0,-4-3-1 15,2 5 0-15,4-3-1 0,-2 5 3 0,0-2 1 0,-1-3 0 16,3 3 4-16,1-2-2 0,-1-3-2 16,3 4 0-16,-3-1-1 0,5-5 0 0,3 5 4 15,0-6 2-15,-5 1 2 0,1-4-3 0,-1 4-5 16,-2-3 5-16,3 1-1 0,-1-4-1 0,1 2-2 0,3-1 3 0,-3-2 0 16,-3 2-2-16,2-3 3 15,1-1-2-15,-2 2-1 0,-1 2 0 0,-1 1 6 16,-2-1-6-16,-2 2 0 0,-1 1-5 0,1 2-3 15,-3-3 5-15,4 2-3 0,-7 1-4 0,7-3-1 16,-7 3 4-16,9 2 3 0,-2-1-3 0,-7-1-1 16,5 4 2-16,0 0-3 0,0 0 5 0,0 0-2 15,-1 2 1-15,4 1 2 0,-2-3-3 0,3 2 3 16,0 2 5-16,-1-5-2 0,-2 2-1 0,6 1-4 16,-5 0 3-16,4-5 6 0,-3 2-8 0,3 0 7 15,0-3-1-15,-1 0 2 0,1-3 2 0,2 0-4 16,-1 2 4-16,-2-2-7 0,3-2 0 0,0-2 3 15,-4 2-1-15,6 1 2 0,-6-5-2 0,5 5-2 16,-5-3-1-16,1 2-1 0,0 0 1 0,-3 3-1 0,-1-3 1 0,-2 4-1 16,0 0-2-16,1-2-3 0,0 3-3 0,-5 0-4 15,0 0 2-15,12 4-2 0,-8-1 4 0,0 1 0 16,-1 0-3-16,1 1 6 0,0-1-6 0,0 1 4 16,0 0 5-16,-1 3-3 0,3-1 1 0,-1-5 1 15,2 7 2-15,2-3 0 0,-4-2 2 0,3 1 0 16,2-2 3-16,0 2 0 0,2-3 0 0,2-2 1 0,4 0 0 15,-4-1 0-15,3-3 0 0,1-1 1 0,-1 0 0 0,1 0-1 16,1-2 2-16,-2-2-1 0,0 5 0 0,-1-4 1 16,-2 3-3-16,-2 1-2 0,-1 0 4 0,-3 1-5 15,0 2 0-15,-2-2 0 0,4-1-1 0,-2 3-1 16,-3-1-1-16,2 2 2 0,0-2-4 0,-1 2 2 16,-6 0 2-16,13 0 0 15,-6 2 2-15,0-1-2 0,1-1-1 16,0 1 2-16,-2 0-2 0,4 1 4 0,-1 0-1 15,2 1-1-15,1-3 0 0,-1 1-1 0,1-1-2 16,1 1 2-16,0-1 0 0,1 0-1 0,-1 0-3 0,3 2 4 16,-3-4 1-16,1 1 1 0,-4 1-1 0,-2 0-2 15,0 1-4-15,-3-1 4 0,0 2-2 0,-5-2-7 16,9 0 3-16,-5 1-4 0,-2 3 1 0,-2-4 1 0,6 3-3 16,-2-1 1-1,-2 2-4-15,-1 3 2 0,0-3 3 0,2-2-1 0,-1 5 6 16,0-2-3-16,0-2 4 0,1 1 3 0,-1 1-1 15,2-2 1-15,0-1 2 0,-2 2-1 0,4-3 5 16,0-1-2-16,0 0-2 0,-6 0 3 0,18 0-4 0,-9-3 4 16,4-1-2-16,-3-1-5 0,3 0 8 15,-3 0-2-15,3 0 5 0,-1-2-9 0,0 2 4 16,-4 2 10-16,2-1-4 0,-2 2-2 0,-2-2 0 16,-2 3-1-16,1-2-3 0,-2 3 1 0,-3 0-1 15,0 0-2-15,9-1 2 0,-9 1-3 0,0 0-1 16,0 0 1-16,10 0-1 0,-10 0-1 0,4 4 8 15,0-3-2-15,-4-1-2 0,4 4-2 0,-2-2 5 16,4 2-1-16,-6-4-2 0,5 3-2 0,-2 0 1 0,-3-3-5 0,6 0-2 16,-6 0-21-16,8 2-10 0,-8-2-20 0,8-1-25 15,-8 1-6-15,0 0-32 0,6-1-28 0,-6 1-150 16,0 0-324-16,4-3 144 0</inkml:trace>
  <inkml:trace contextRef="#ctx0" brushRef="#br1" timeOffset="204602.18">13864 14358 178 0,'0'0'199'0,"0"0"-23"15,1-4-19-15,-1 4-17 0,0 0-14 0,0 0-16 16,0 0-16-16,0 0-13 0,0 0-7 0,0 0-13 16,0 0-7-16,-1 15-4 0,-2-5-8 0,2 1-1 15,-4 4-4-15,1 3-7 0,0 1-2 0,-1 5-5 0,0-3-4 16,1 6-1-16,-1 2 1 0,0 0-7 16,1-2 3-16,0-2-3 0,3 1 1 0,1-2-4 15,0-5-2-15,1-4 3 0,2 2-6 0,-2 0 3 0,1-2 2 0,0-6-3 16,3 0 4-16,-4-1-3 0,3 0 20 0,-3-2 16 15,2 0 20-15,-2-1 20 0,2-1 30 0,-2-1 25 16,-1-3 25-16,4 3 18 0,-4-3-6 0,8-1-18 16,-2-2-4-16,3-3-5 0,0-2-14 0,-1 0-19 15,3-4-6-15,2-2-11 0,7-10-7 0,-3 4-12 16,2-1-9-16,0-4-5 16,-1 0-6-16,0 3-8 0,-2 0-5 0,-4 4 0 15,1-2-11-15,-3 5 5 0,-1 0-5 0,0 1 1 0,-1 3-5 0,-2 1 1 16,2 1 10-16,-3-1 2 0,0 3 5 0,-1 0-4 15,2 2 5-15,-3 0-4 0,-2 1-18 0,4-1 12 16,-4 2-4-16,2-1-8 0,-2 1-5 0,-1 3 4 16,3-3-17-16,-3 3-8 0,4-2-22 0,-4 2-11 15,0 0-14-15,0 0-3 0,0 0 0 16,0 0 16-16,4 10-3 0,-3-3 1 0,-2-2 9 16,1 5 3-16,-2 0 0 0,2 2 4 0,0-1-5 0,-2 6 18 15,1 0-11-15,1 2-2 0,-2 1 22 0,0 0-19 16,0-1 3-16,0 0 3 0,-2-1-2 0,0-1 0 15,0 0 3-15,1 0-1 0,0-6 4 16,2 1-3-16,-2 2-3 0,2-2 6 0,-3-1-3 0,3-3 3 0,-2 2-11 16,2 0 15-16,-2-5-3 0,3 1 0 0,-1 0 0 15,1-1-1-15,-1-2-1 0,-2 0-1 0,3 1 6 16,0-4 7-16,0 7 5 0,0-7 3 0,0 3 24 16,0-3 19-1,0 0 19-15,0 0 1 0,8 1-1 0,2-4-13 16,10-1-16-16,12 0 9 0,3-3-5 0,17-7-29 0,3 1-75 15,3-2-79-15,-4-1-82 0,0-1-96 0,-4 0-398 16,-2-1-767-16,-14 4 339 0</inkml:trace>
  <inkml:trace contextRef="#ctx0" brushRef="#br1" timeOffset="204987.48">14661 14695 343 0,'0'0'362'0,"0"0"-11"16,2-5-14-16,-2 5-15 0,0 0-26 0,0 0-26 16,-2-4-35-16,2 4-31 0,0 0-25 0,0 0-23 15,0 0-26-15,0 0-31 0,0 0-11 0,0 0-11 16,0 15-7-16,-1-4-11 0,1 2-2 0,0 7-7 15,1-1-5-15,1 9-28 0,0-1-47 0,-2 2-70 16,-4-2-61-16,4 2-80 0,-5 0-296 0,-1-3-580 0,1-9 258 16</inkml:trace>
  <inkml:trace contextRef="#ctx0" brushRef="#br1" timeOffset="207801.28">19099 13769 90 0,'-1'-2'121'0,"1"2"-9"0,0 0-8 16,0 0-9-16,0-6-24 0,0 6 3 15,0 0-1-15,3-5-13 0,-3 5 4 0,0 0-10 0,0 0-6 16,0 0 5-16,0 0-3 0,0 0-8 0,0 0-6 16,0 0-7-16,2-5-11 0,-2 5-4 0,0 0 5 15,0 0 4-15,0 0-10 0,0 13-3 16,0-13 0-16,3 5 1 0,-2 2 1 0,-1-2-4 0,4 0 1 16,-3 2 3-16,0 1-6 0,2-1 0 0,-2-2-1 15,3 3 3-15,-1-4-11 0,-1 1 8 0,3-1 4 0,-1 1-9 16,1-2-1-16,-1 0 15 0,1-2 9 0,0 0 10 15,0 1 11-15,-5-2 9 0,14-4 1 0,-6 3 5 0,1-2 0 16,-1-1-3-16,3-1-3 0,-1-2 0 16,2 3-2-16,-3-4-4 0,1 2-2 0,-1-3-2 15,1 2-6-15,0 2-2 0,1-2-5 0,-4 4-7 16,0-1 2-16,-1 0-2 16,-1 3-6-16,-1-2-4 0,4 3-1 0,-8 0-5 15,10 0-1-15,-5 0 1 0,-5 0-2 0,11 4-1 0,-4 0-1 0,-2 3-1 16,1-3-1-16,1 2 4 0,0 1 1 0,0 2-5 15,-1-2 5-15,1 1-6 0,0 1 3 0,2-1-2 0,0 0 7 16,-2-2-3-16,3 1 3 0,-1-2-3 16,1 0 0-16,0 0-2 0,3-3 4 0,-3-1-1 15,4 1 0-15,-1-4 0 0,2-1-5 0,-3 1 1 16,2-3 4-16,3 1-1 0,0-4-3 0,-2 0 2 16,2 1 1-16,-6 1 2 0,4-2 0 0,-4 1-3 15,2 1 3-15,3-1-1 0,-7 0 2 0,3 3-4 16,-3 1-2-16,-1-2-1 0,-3 4-1 0,4-1-3 15,-3-2 2-15,1 4 1 0,-2 0-4 0,-5 0 2 16,12 0 0-16,-6 0-1 16,-1 4 3-16,1-2-3 0,-1 2 0 0,2-2 3 15,-2 3 2-15,1 0-4 0,2 2 3 0,-3-3-5 16,5 2 6-16,-1 1 3 0,0-4-5 0,3 1 2 16,-1-2 4-16,-1 1 4 0,4-1-9 0,1-2 3 15,-2 1-1-15,4-7 3 0,4 2 0 0,-2-1-3 0,-3-3-2 0,2 2 5 0,-1 0-3 16,1-6 1-16,-2 3 2 15,4-1-6-15,-3-2 5 0,0 1-2 0,-2 0 2 16,-2 4 1-16,-4 3 0 0,4-2 0 0,-7 1-7 0,1 3 5 16,0-2 1-16,-2 1-6 0,-1 2-3 0,-4 1-1 15,7-3 1-15,-7 3-3 0,7 3 4 0,-7-3-4 16,9 4 1-16,-6 0 1 0,1 1 5 16,-1-1-6-16,0 1 4 0,1 4-2 0,0-1 2 0,2-1 2 15,0 3 3-15,1-3-2 0,-2 1 1 0,3-1-7 0,2 0 8 16,0-1 3-16,0 0-2 0,4-3 2 0,-3 0-1 15,3-4 2-15,-2 1-2 0,5-2 3 0,0-1-3 16,-1-3-4-16,2 1 1 0,-1 0 3 0,-1-3-1 0,1-1 1 16,-2 1 1-16,2-2-1 0,-3 3 1 0,1-3 0 15,-4 3 0-15,0 2 18 0,-2 1-3 16,-4-1 0-16,0 3-4 16,4-1-3-16,-5 0-3 0,0 0-4 0,-4 3-3 15,6 0-4-15,-6 0 1 0,0 0-2 0,0 0 0 0,9 4 1 0,-9 0-2 16,3 1 4-16,-2 0-5 0,-1 2 3 0,4 1-1 15,-3 1-1-15,2-2-3 0,-2 1-2 0,0-3 5 16,3 4-3-16,0-1 0 0,-2-3 3 0,4-1 1 16,-1-1 2-16,3 0 0 0,-1-1 0 0,5 0 3 15,-1-3 0-15,2-3 1 0,1 2-1 0,-3-3-1 16,6 0 4-16,-2-2 1 0,3 0-1 0,-4 1 1 16,5-4-2-16,-6 4 1 0,5-5-1 0,-4 5-3 15,-3-1 1-15,-2 2 0 0,-1 0-1 0,-1 1-2 16,-1 0 1-16,-1 2-5 0,-1 0 0 0,0 2-3 15,-4 0-1-15,6 0 4 0,-6 0-3 0,7 1-1 16,-5 2-2-16,1 1 2 16,-1 2 2-16,-1-1-1 0,-1 2 2 0,2 0 2 15,-1 2-3-15,-1-4 1 0,1 3 2 0,1-3-2 16,-1-1 4-16,0 4 0 0,2-1 1 0,-1-4 1 16,1 2 1-16,1-2 0 0,0-1 3 0,2 1-1 15,0-1-1-15,3-4 4 0,-1-1 3 0,3 1 1 0,1-3 2 0,-1 1 3 16,1 0-8-16,-2-1 2 0,4-2-4 0,-1 4 0 15,0-4-1-15,-3 3 0 0,-1-1 3 0,0 2-8 16,-3 2 3-16,1-2 1 0,-2-1-8 0,0 3 0 16,-5 1 1-16,10 0-1 0,-4 1 0 15,1 0 0-15,-1 5-2 0,-2-5 1 0,4 3 2 0,-1 4 1 16,1-3-1-16,1-1-1 0,-1 4 0 0,1-3 3 16,2 0 0-16,3 0-5 0,3 0 2 0,2 2 0 15,1-3 0 1,0-3 0-16,0-1 1 0,2-3 4 0,-2 0-2 15,-1-3 6-15,2 0 1 0,-5 0 3 0,2-4 1 0,-1 3 9 16,-6 1 12-16,0 0 7 0,-1 1 2 0,-1-1 2 16,-2-3 5-16,-1 7 2 0,-3-1-3 15,1-2-4-15,2 1-3 0,-2 1-8 0,-4 3-12 16,4-2-37-16,-4 2-48 0,0 0-47 0,0 0-12 0,0 0-25 16,0 0-38-16,-10 14-48 0,1-5-160 0,-5 4-429 0,-4 1 190 15</inkml:trace>
  <inkml:trace contextRef="#ctx0" brushRef="#br1" timeOffset="208995.41">19599 14509 30 0,'1'-4'183'0,"-1"4"-10"0,0 0-7 16,1-3-4-16,-1 3-18 0,0-2-15 0,0 2-1 15,0 0 7-15,3-5-6 0,-3 5-13 0,0 0-9 16,2-3-9-16,-2 3-2 16,0 0-19-16,3-2-8 0,-3 2-10 0,0 0-8 15,0 0-6-15,0 0-6 0,0 0-9 0,0 0-1 16,0 0-6-16,7 5-3 0,-7-5-3 0,1 10-6 16,0-1-2-16,-1 0 0 0,1 4 1 0,2 4 6 0,-3 0-12 0,0 2 1 15,1 0-2-15,-2 1 5 0,2-1-4 0,-1 0 3 0,3 1-6 16,-3-1 0-16,2-1 1 0,-1 1 2 15,3 0-3-15,-4-2 2 0,2-4-3 0,-1-1 3 16,0 1-2-16,2-3-12 0,-1 1-4 16,-2 0 4-16,3-1-7 0,-2 0 8 0,0-3 7 15,1 1 0-15,-1-1-2 0,0-3 0 0,4 3-2 0,-5-1 6 16,2-2-2-16,-1 1 1 0,1 2 2 0,0-5 2 16,0 2 2-16,0-3-1 0,0 2 23 0,-2-3 12 15,5 4 5 1,-3-1 7-16,-2-3 10 0,6 3 3 0,-5-1 6 15,-1-2 7-15,9 2 3 0,-9-2 11 0,0 0 2 16,0 0 3-16,9 0 5 0,-9 0 5 0,7-4 6 16,-5 2-1-16,3-1 7 0,1 1-3 0,2-6-5 15,0 0-11-15,1-1 5 0,4-2-23 0,-1-5-10 16,4 2-6-16,2-8-8 0,-1 0-4 0,4-1-6 16,-2-1-6-16,2-3-5 0,0 0-2 0,-3-1-2 0,1-1 0 0,-2 1-13 15,1 2 5-15,-3 1-7 16,-1 0 1-16,-1 0 4 0,1 2-6 0,-5 7-4 15,-1-1 1-15,-1 0 5 0,-2 1-1 0,1 0 5 16,-3 5 0-16,1 1-1 0,-1 0 0 0,-2-3-5 16,0 8 7-16,3-1 3 0,-3-1-13 15,-1 3-3-15,0 0-8 0,4-1-11 0,-4 5-25 0,-2-4-22 0,2 4 2 0,0 0 8 0,0 0 4 0,-21 11-11 16,10-4 15-16,-3 4 3 0,2-2 4 0,-2 2 1 31,3 3-1-31,-1-3 8 0,1 1-1 0,2 1-1 0,2-1 2 0,1-2 8 0,2-1-2 16,0 1 6-16,4-1 2 0,7 1 5 0,7 2-3 0,1-2-7 15,18 5-32-15,4-8-50 0,15 4-65 0,1-7-80 16,2 1-92 0,-15-8-225-16,-1 1-607 0,-2-2 269 0</inkml:trace>
  <inkml:trace contextRef="#ctx0" brushRef="#br1" timeOffset="209596.43">20260 14879 287 0,'0'0'293'0,"0"0"-8"0,0 0-8 16,0 0-17-16,-8-9-13 0,8 9-7 15,0 0-16-15,0 0-8 0,0 0-21 0,0 0-25 0,2-7-12 16,-2 7-19-16,0 0-14 0,0 0-20 16,0 0-14-16,0 0-11 0,0 0-15 0,0 0-27 15,0 0-14-15,0 0-7 0,0 0-5 0,-2 16 3 16,-2-5-4-16,1-2-4 0,0 1 4 0,-1 7-4 15,-1 0 1-15,0 2-6 0,-1-2 4 0,3 1-2 0,-3 0 1 16,3-1 0-16,-1 0-2 0,1-1-2 0,0-5 1 16,0 0 5-16,2 2-6 0,-2-4 3 0,3-2-2 0,-1 1 0 15,-2-3-1-15,3-1 4 0,0 1 1 0,0 0 4 16,0-5 2-16,0 5 31 0,0-2 7 0,0-3 15 16,0 0 20-16,0 4 15 0,0-4 2 0,0 0 3 0,0 0 4 0,0 0-10 15,-1 4-8-15,1-4-12 0,0 0-4 0,0 0-8 16,0 0-22-16,0 0-39 0,0 0-55 0,0 0-123 15,0 0-165-15,15-4-371 0,-6 1-767 0,7-4 339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54:33.83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6645 2554 112 0,'0'0'191'0,"0"0"-2"0,3-3-6 0,-3 3-3 0,0 0-6 15,0 0 0-15,0-5 2 0,0 5-1 0,0 0 3 16,0 0-1-16,0 0 6 0,-3-7-2 0,3 7-16 16,0 0 12-16,3-4-2 0,-3 4-4 15,0-4-4-15,0 4-5 0,0-4-29 0,0 4 18 16,0 0-11-16,0 0-11 0,0-5-10 0,0 5-7 0,0-4-15 0,0 4-6 15,0 0-6-15,0 0-11 0,0 0-13 0,0-5-9 16,0 5-8-16,0 0-13 0,0 0-29 0,0 0-43 16,0 0 0-16,0 0-31 0,0 0-15 0,0 14 4 15,-3-4 6-15,6 2 7 0,-3 8 7 0,-3-1 5 0,2 9 6 16,-1 2 17-16,0-1-9 0,0 2 12 16,-1 1-1-16,-2 2 10 0,4-2 4 0,1-4 1 0,-1 4 7 15,-1-4-11-15,6 1 17 0,1-9-3 0,-2 3 2 16,-1-5 9-16,2 2 3 0,0-4 2 0,-1-3 0 15,1-3 4-15,2 4-1 0,-5-7 0 0,5 2-1 16,-2-4 5-16,0 0-2 0,0 1 2 0,-3-1-12 16,3-1 25-16,-4-4 9 0,4 5 15 0,-4-5 6 15,9 2 6-15,-9-2-16 16,0 0 23-16,15-11-11 0,-3 3-2 0,0-5-4 16,0-1-1-16,8-8-5 0,0 1-6 0,-2-1-6 15,5-6-8-15,-2 1-9 0,6-16-7 0,-5 14-10 16,2-11 4-16,-5 13-8 0,-2 0 2 0,-2-3 11 15,-3 5 6-15,2 1 0 0,-5 1 9 0,-3 5 0 16,4-6 15-16,-2 5 8 0,-4 2 12 0,-2 2 12 16,0 3 6-16,0 1 7 0,1 2 14 0,-3-1 4 0,1 3-5 0,0-1 1 15,-1 3-3-15,-1 0-9 0,1 1-16 16,1 0-4-16,-1 4-6 0,3-5-9 0,-3 5-13 16,0-3-18-1,0 3-18-15,0 0-22 0,0 0-17 0,0 0-18 0,0 0-11 16,0 0-6-16,0 0 9 0,0 0 4 0,-3 20 6 15,2-8 12-15,-2 4 3 0,0 2 4 0,-1 8 2 16,-1-2 7-16,-2 4 3 0,4-2-1 0,-3 0 4 16,3-1 1-16,-1 1 2 0,-2 1 1 0,4-7 1 15,-2 3 0-15,2-3 2 0,-1-1 7 0,3 0-6 16,0 0 6-16,-2-4 0 0,2 3 4 0,0-4-2 16,0-2 2-16,0 2-2 0,0-3 0 0,0-1 1 15,-2 1-13-15,4-1 16 0,-2-2-5 0,0 1 5 16,0-2-1-16,0-1 3 0,1 0-4 0,-1-1 4 0,0 0 8 0,0-5-1 15,1 9 4-15,-1-9-3 0,1 4 6 0,1-2-3 16,-4 2-5-16,2-4 5 0,0 4 1 16,0-4 1-16,0 0-5 0,0 0 9 0,4 4 4 15,-4-4-6-15,0 0 6 0,0 0 3 0,5 1 2 16,0 0 6-16,-5-1-3 0,18-1 1 0,1 1-5 16,3-4-1-16,10 1-5 15,0-5-9-15,3 2-30 0,-2-2-37 0,19-8-71 16,-15 4-85-16,14-3-103 0,4-1-144 0,-19 3-318 15,10-9-836-15,-14 6 370 0</inkml:trace>
  <inkml:trace contextRef="#ctx0" brushRef="#br0" timeOffset="932.14">7950 2665 124 0,'-9'0'147'16,"9"0"-10"-1,0 0-13-15,0 0-1 0,0 0 4 0,0 0-9 0,0 0-6 16,0 0-5-16,0 0-3 0,0 0-7 0,0 0-5 15,0 0-6-15,0 0-7 0,0 0-13 0,0 0-6 16,-6 2-5-16,6-2-8 0,0 0-3 0,0 0-11 16,0 0 2-16,0 0-5 0,0 0 6 0,0 0-1 15,0 0-1-15,0 0 1 0,0 0 0 0,0 0 0 16,19 5 6-16,-9-4-3 0,4 1-2 16,8-2-5-16,9 2-3 0,-4-2-2 0,3 0 1 15,3 0-9-15,3 0 3 0,-4 3-3 0,0-3-1 0,-1 0 0 16,-5 1-2-16,-5 0-3 0,-2 1 0 0,-1-2-1 0,0 0-5 15,-3 0 2-15,-6 1-12 0,-1 0-17 0,2-1-24 16,-5 1-19-16,-1-1-33 0,1 2 5 0,-5-2-5 16,0 0-22-16,0 0-45 0,-13 9-142 0,2-9-332 15,1 3 147-15</inkml:trace>
  <inkml:trace contextRef="#ctx0" brushRef="#br0" timeOffset="1300.62">7977 2880 14 0,'-4'1'202'0,"4"-1"-9"0,0 0 11 0,-7 0-9 0,7 0-18 0,0 0-3 0,0 0-15 15,0 0-5-15,0 0-5 0,21 3-11 0,-2-3-14 16,11 0-11-16,0-3-12 0,6 3-10 0,3-4-4 31,14 1-7-31,-18 0 5 0,4 3-14 0,1-1-3 0,-4-1-12 0,-3 2 0 16,-4 0-8-16,2-2-3 0,-9 2-8 15,-7 2-4-15,-1-2-1 0,-1 0-5 0,-4-2-4 16,1 2-2-16,-4 0-18 0,-6 0-18 0,11-1-29 16,-11 1-15-16,2 3-10 0,-2-3-28 0,0 0-48 0,0 0-59 15,-22 3-185-15,11-1-419 0,11-2 186 0</inkml:trace>
  <inkml:trace contextRef="#ctx0" brushRef="#br0" timeOffset="3789.39">9563 2467 76 0,'0'0'170'16,"-4"-3"-13"-16,4 3-5 0,0 0-15 0,0 0-10 15,0 0-8-15,-5-1-7 0,5 1-16 0,0 0-8 16,0 0-5-16,0 0-5 0,0 0-14 0,0 0-2 16,0 0-8-16,0 0-4 0,0 0-6 0,0 0-7 15,-9-1-7-15,9 1-3 0,0 0 0 0,0 0-4 16,0 0-3-16,0 0-8 0,0 0 4 0,0 0-6 0,0 0 2 16,14 7-3-16,-9-6 1 0,4-1-2 0,5 0 0 15,3 0-1-15,-3-1 2 0,4-1-1 0,2-1-3 16,0 2-4-16,1-4 4 0,-2 2-1 0,4-1 1 15,-5-4-4-15,0 3 3 0,-4 0-1 0,4-2-2 16,-7 1 2-16,0-1 10 0,-2 0 17 0,0-2 14 16,-2 1 12-16,-2-1 3 15,-1 4 6-15,-1-2 3 0,-1-1 0 0,-3 1-1 16,1 2-11-16,-3-5-3 0,1 3-3 0,-1 2-7 16,-3-4-6-16,-4 4-5 0,-1-2-6 0,-3 5-1 15,-4-1-3-15,-2 1-4 0,-9 2-3 0,-2 0-4 0,-1 7-1 0,0-5 3 16,-1 8-7-16,-3 0 2 0,-1 4-3 0,-9 5 1 15,10 1-6-15,-10 4 3 0,7 5-4 16,8-5 0-16,-6 11 1 0,-2 3-4 0,3 1 6 16,4-1 0-16,6 6-3 0,2-6 1 0,7-6 1 15,6-1 1-15,-3 1 0 0,5-2 9 0,2 0 3 16,10-1 4-16,1 0 5 0,2-1 2 0,2-2-2 16,7-1 3-16,7-3 1 0,2-4 1 0,9 2 0 15,17-3 6-15,9-5-7 0,5-2-9 0,33-1 4 16,-6-5-5-16,2-3 1 0,-27-3-7 0,30-3-20 0,-6-6-26 0,-28 4-23 15,2-1-23-15,-3-3-22 0,3-1-11 0,-2-3-18 16,-4 1-9-16,-1-3-5 0,-1-4-5 0,-7 3-17 16,-4-3 12-16,-11 6 12 0,-5-5 21 15,-5 1 7 1,-2 0 25-16,-8 4 23 0,-1 1 29 0,-4-2 30 16,-5 2 17-16,-2 2 18 0,-3-1 8 0,0 0 19 15,-3 1 6-15,-5-1 3 0,0 1 9 0,-4 1 0 0,0 0-1 0,-2 2-5 16,-2 0-4-16,-1 4-8 0,-2-3-2 0,0 3-6 15,0 1-2-15,0 1-5 0,0 3-6 0,2 0-2 16,-4 3-12-16,0-1 3 0,-2 8-4 0,2-3 0 16,-5 3 1-16,4 2-5 0,3-2-3 0,-3 7 0 15,1-1-1-15,-2 4-3 0,6-3-2 0,-1 2 3 16,-1-1-3-16,5 3-4 0,4-4 6 0,-1 0 11 16,5 1 1-16,0-4 6 0,4-1 5 0,1 3 7 0,4-4 2 15,1-1 1-15,-3 1 3 0,7-3 2 0,0 2 5 16,8-6 2-16,5 0-3 0,9-1-5 15,2-4-3-15,4 0 1 0,3-2-3 0,-4-5-6 16,18-2 4-16,-12 2-13 0,-4-3 0 0,0-5-2 16,-3 1-3-16,-1-2 8 15,-4-3-10-15,0 0-4 0,-2-4-13 0,-6 0-6 16,-2 2-8-16,-6 4-2 0,-6-1-3 0,-1 1-10 16,-2 0-4-16,-5 2-1 0,-1 1 0 0,-4 4 3 15,-6-1 1-15,-2 1 3 0,-4 2-6 0,-9 1-2 0,-3 2 0 0,2 2 2 16,-6-1-1-16,3 4-7 0,3 0-5 15,-2 2-1-15,12 0-21 0,1 1-16 0,0 0-38 16,5 2-25-16,3-3-30 0,4 2-157 0,2-1-362 16,4 2 160-16</inkml:trace>
  <inkml:trace contextRef="#ctx0" brushRef="#br0" timeOffset="4227.26">11068 2557 14 0,'0'0'157'0,"-6"-1"-11"16,6 1-5-16,-12 1-19 0,12-1-4 0,-14 3-12 15,5-2-6-15,0 2-12 0,0 3-11 0,-3-3-5 16,5 0-11-16,-4 6-6 0,-1-4-3 0,3 4-4 0,1-1-9 16,-2 1-4-16,3-1 1 0,0-1-6 0,2 4-6 15,0-2-5-15,4 0 10 0,-3 1 6 16,5 1 2-16,3 0 3 0,1-1-4 0,2-1-2 0,5 3-3 16,6 0 0-16,1-2 0 0,3 2-4 0,5 1-9 15,-3-2 3-15,3 0 0 0,-2-3-3 0,1 2-2 16,-7-2-2-16,0-1-2 0,-2-1-1 0,-3 0-3 15,-5 1 0-15,0-3-2 0,-3 2 2 0,-2-1-5 16,0-1 3-16,-4 1 4 0,0-5-3 0,-14 12 4 16,-1-4 2-16,-2-4-2 15,-3 4-4-15,-7-1 3 0,-4 0-3 0,2 0 4 16,-6-2-6-16,3 3 1 0,0-5 1 0,0 2 0 16,2-3-3-16,2 0 7 0,7 1-7 0,2-3-16 15,5 0-22-15,0 0-20 0,6-1-47 0,8 1-61 0,-7-4-140 16,7 4-327-16,0 0 145 0</inkml:trace>
  <inkml:trace contextRef="#ctx0" brushRef="#br0" timeOffset="5006.96">11708 2527 123 0,'0'0'190'16,"-1"-5"-16"-16,1 5-17 0,0 0-16 0,0-4-11 15,0 4-14-15,5-3-11 0,-5 3-11 0,8-1-11 16,-3 0-9-16,0-2-11 0,5 6 3 0,-2-3-15 16,2 0 1-16,2 0-13 15,-2 4 9-15,0-2-8 0,4 4-2 0,-1-1-4 16,2 2-5-16,-5 0 1 0,3 1-4 0,-4 0-1 16,0 2-6-16,-2 0 0 0,1 2 1 0,-3 1 1 15,-2-1-9-15,-2 0 3 0,-2 3-7 0,-3 0 0 0,-5 1 0 0,3-2 3 16,-6 0-2-16,-3-1-2 0,0-1-1 0,0 0 0 15,-2 0 2-15,2-4-5 0,-2 4 2 16,-1-4-3-16,6 0 1 0,-3-2 4 0,4 0-7 16,0 0 0-16,1-2 3 0,5-1-6 0,0 1 3 15,1-1 2-15,2 2 0 0,2-5 3 0,0 0-2 16,10 10 3-16,0-6 3 0,4 1-1 0,2-1-5 16,4 1 2-16,0 1-5 0,6 1 8 0,0 0-8 15,2 1 4-15,-3-1-2 0,3 2-2 0,-10-1 0 16,3-3 5-1,-2 5-7-15,-4-4-1 0,-2 0 1 0,-5 1-1 16,-1 0 2-16,1 2-2 0,-6-4 0 0,1 6 4 16,-4-2-2-16,-5-2 1 0,-2 0 3 0,-3 1 0 0,-6-1 0 15,-4 2 2-15,-6-4 2 0,0 4 3 0,-2-6-1 16,-3 0-1-16,-4 2 4 0,-3-3-6 16,-10 2 2-16,12-3-3 0,0-2 1 0,1 1-3 0,9-2 5 0,8-2 1 15,0 1-6-15,6 3-4 0,2-2-22 0,3 2-39 16,2-5-44-16,3 2-48 0,3 3-168 0,0 0-350 15,16-17 155-15</inkml:trace>
  <inkml:trace contextRef="#ctx0" brushRef="#br0" timeOffset="5511.46">12337 2668 10 0,'19'5'159'0,"-1"-1"-14"0,-4 4-12 15,4 1-14-15,-4 0-4 0,-4-1-14 0,0 1-6 0,-1-1-14 16,2 5-8-16,-4 3 0 0,-2-4-1 15,-3 0 7-15,-2 1-5 0,-4 2-4 0,-3-1-5 16,-3 2-3-16,-1-2-2 0,-4 2-5 0,-6-1-4 0,3-2 2 0,-5 2 1 0,5-5-2 16,-1 0-9-16,1 0 12 0,0-4 9 0,7-1-2 15,-1 0 10-15,3-3 9 0,4 1 9 0,0-1 23 16,5-2 25-16,-10 3 25 0,10-3 11 0,0 0-24 16,0 0-24-16,14-15-12 0,0 4-12 0,14-5-7 15,0-2-16-15,3-2-17 0,9-6-20 0,0-5-18 16,3 1-19-16,-2 0-13 15,-1 0-12-15,-10 10 1 0,-4-2 1 16,-1 3 1-16,-3-1 6 0,-7 8 22 0,-5 5 15 16,-2-3 14-16,-2 4 11 0,0 1-3 0,0 1-1 15,-4 1-20-15,-1-1-7 0,-1 4-8 0,0 0-2 16,-16 8-6-16,4-1-1 0,-5 3 0 0,-7 7-2 0,0 1 0 16,0 5-2-16,0 1 11 0,3 2-5 0,-1 3-4 15,7 1 1-15,2-1-15 0,8 1-2 0,3 0-2 0,9-1 2 0,10-4 0 16,11-1-7-16,17 2-30 0,6-5-59 0,9-5-105 15,36 1-361-15,0-10-623 0,1-5 276 0</inkml:trace>
  <inkml:trace contextRef="#ctx0" brushRef="#br0" timeOffset="7095.66">18143 2576 50 0,'-1'-3'189'15,"1"3"0"-15,-1-5-5 0,1 1-2 0,0 4-11 16,0-5-7-16,0 5-1 0,1-5-18 0,-1 5-6 15,3-3-14-15,-3 3-13 0,0 0-7 0,0-4-22 16,0 4-4-16,0 0-11 0,0 0-8 0,0 0-7 16,0 0-8-16,0 0-7 0,6 10-3 0,-3-2-7 15,-1 3-2-15,2 1-5 0,-3 7 0 0,5-1-4 16,-3 5 1-16,2 4-6 0,-1-4 6 0,-3 2-1 16,3 0-3-16,0 1-1 0,-3-2-2 0,2 1-3 15,1-6 4-15,-3-1-3 0,-1 0-1 0,5 2-3 16,-5-8 3-1,1 5 2-15,2-5-3 0,-3 0 1 0,1-3-1 16,-1-1-4-16,0-3 4 0,0 2 1 0,3-5 14 16,-3-2 33-16,1 10 31 0,-1-10 33 0,0 2 40 15,0-2 39-15,0 0 32 0,0 0 22 0,0 0-18 16,0 0-24-16,9-14-28 0,-1-1-15 0,2-1-18 16,0-3-18-16,3-6-14 0,5-3-13 0,0-1-10 0,-2-2-13 0,9-10-14 15,-8 12-5-15,0 0-8 0,2 0-7 0,-5 4-4 16,3 2-5-1,-7 1-3-15,0 6-4 0,-2 1-3 0,-3 5-4 16,2 2 2-16,-5-2-5 0,2 3-3 0,1 1-3 0,-2 1-1 16,-1 2-1-16,-1 0-6 0,1-1-17 0,-2 4-11 15,1-2-31-15,-1 2-28 0,0 0-26 0,3-4-32 16,-3 4-19-16,0 0-17 0,0 0 14 16,0 0-9-16,0 0-6 0,6 10-21 0,-6-4-21 15,1 0-30-15,-1 0-27 0,2 0-43 0,-4 3-240 16,4-7-601-16,-1 5 267 0</inkml:trace>
  <inkml:trace contextRef="#ctx0" brushRef="#br0" timeOffset="7665.98">18887 2706 23 0,'-4'0'200'0,"4"0"-7"0,-9 1-7 15,4 1-5-15,5-2-12 0,0 0-1 16,-10 0-9-16,10 0-10 0,0 0-15 0,-5 1-7 16,5-1-6-16,0 0-17 0,0 0-7 0,0 0-13 0,20-6-10 15,-7 4-6-15,8-2-8 0,0 2-6 0,9-5-6 16,2 4-5 0,3-2 0-16,2 1-10 0,2 0 0 0,-3 1-4 15,2-2-4-15,-4 3 0 0,-2 2-3 0,-1-3-3 16,-11 2-3-16,1 1-2 0,-6-1-1 0,-3 1 1 15,-2-2-5-15,-2 1-7 0,-1 1-19 0,-2-1-23 16,-5 1-26-16,0 0-1 0,7 2-7 0,-7-2-22 16,0 0-25-16,-19 7-27 0,7-6-21 0,-6 3-155 15,2 0-350-15,-5-1 154 0</inkml:trace>
  <inkml:trace contextRef="#ctx0" brushRef="#br0" timeOffset="7913.22">18955 2862 5 0,'0'0'247'0,"-1"3"4"0,1-3-3 16,0 0-5-16,0 0-6 0,0 0-16 0,0 0-12 16,12 3-19-16,2-5-16 0,15 0-16 0,5 0-16 15,4-1-14-15,16-1-9 0,-2 0-14 0,-1 1-5 16,1 2-12-16,-14-2-6 0,-1 3-9 0,-1 0-7 15,-5 0-7-15,-3 0-6 0,-8 0-13 0,-5 0-29 0,-2 3-38 16,-4-4-39-16,-9 1-46 0,13 0-49 0,-7 1-29 16,-6-1-33-16,0 0-189 0,0 0-446 0,0 0 198 15</inkml:trace>
  <inkml:trace contextRef="#ctx0" brushRef="#br0" timeOffset="9099.83">20502 2185 124 0,'0'0'158'16,"5"-1"-15"-16,-5 1-14 0,0 0-5 0,0 0-10 15,0 0-8-15,0 0-10 0,0 0-6 0,0 0-13 16,0 0-5-16,-19 0-16 0,11 2 1 0,-4 1-4 16,-5 2 8-16,-2-1-18 0,0 6 2 0,-2-4-5 15,2 3 7-15,-8-1-13 0,11 2 2 0,-6-2-2 16,4-1 6-16,-2 2-15 0,2 0-2 0,2 0-1 15,1-1-2-15,5 2-3 0,0-2-4 0,1 0-4 0,1 1 3 0,3-1 1 16,1 1-1-16,-1 1 9 0,9 0 6 0,1 2 1 16,0-2 3-16,7 3 1 0,4-2-1 0,7 6-4 15,3-3-1-15,3 3-1 0,3-3-4 16,1 1 0-16,-1-3-1 0,0 5-4 0,0-2 0 16,-1 1-3-16,-4-2 3 15,-3 2-2-15,-5-2-5 0,-4-1 0 0,-2 1-4 16,-4-5 2-16,-4 2-3 0,0-2 0 0,-6 4 6 15,-8-3-4-15,-5 3 0 0,-9 1 3 0,-9-3 3 16,0 3-4-16,-4-4-1 0,-1-3 2 0,-2 2 0 16,-12-3-3-16,11-2 2 0,2-1-4 0,-2 1 0 15,2-4 1-15,2 3-1 0,0-6 0 0,4 3 0 16,9 0-1-16,5-2 8 0,4-1-2 0,3 3 5 16,3-2-10-16,3 2-23 0,5 0-26 0,0 0-17 0,19-7-23 0,3 2-27 15,9 0-50-15,2 2-179 0,1-6-367 0,5 4 163 16</inkml:trace>
  <inkml:trace contextRef="#ctx0" brushRef="#br0" timeOffset="9400.54">20923 2581 14 0,'-2'-8'321'15,"1"6"-9"-15,1 2-19 0,0 0-16 0,-1-2-19 16,1 2-27-16,0 0-23 0,0 0-28 16,0 0-22-16,0 0-14 0,0 0-18 0,0 0-18 15,0 0-8-15,0 0-17 0,0 0-5 16,0 0-8-16,0 0-10 0,0 14-4 0,0-9-5 16,1-1-6-16,-1 4-4 0,1-1-3 0,-1 0-5 15,2 1 1-15,-2 1-5 0,0-1-1 0,1-1-4 16,-1 1-23-16,-3-2-12 0,3 1-8 0,-1-1-16 15,1 1-16-15,0-2-13 0,0-1-18 0,-1 1-22 0,0-1-16 0,1-4-21 16,-4 5-13-16,4-5-70 0,0 0-176 0,0 0-432 16,-17-11 191-16</inkml:trace>
  <inkml:trace contextRef="#ctx0" brushRef="#br0" timeOffset="9563.39">20976 2307 39 0,'2'-2'189'0,"-2"2"-22"0,2-2-16 16,-2 2-20-16,4-2-14 0,-4 2-13 0,0 0-10 15,0 0-31-15,0 0-22 0,15 9-39 0,-11-5-52 16,4 4-125-16,-7 0-189 0,3-4 83 0</inkml:trace>
  <inkml:trace contextRef="#ctx0" brushRef="#br0" timeOffset="10071.31">21206 2494 81 0,'0'0'258'0,"0"0"-9"0,0 0-15 0,-6 2-13 0,6-2-17 16,0 0-16-16,0 0-24 0,0 0-15 16,0 0-15-16,0 0-16 0,0 0-9 0,0 0-18 15,0 0-11-15,0 0-8 0,0 0-12 0,0 5-12 16,0-5 0-16,0 7-6 0,0-2-2 0,0 2-6 16,0 4-4-16,-2 0-3 0,0 1-2 0,-2 5 0 0,3 0-5 15,-3 2 0-15,0-2-2 0,2 2-2 16,-3-3 6-16,3 0-8 0,-3-4-2 0,4-1-1 15,-3 0 2-15,2 0-4 0,2-3 2 0,-2-1-1 0,2-2 0 0,-1-2 1 16,0 4 9-16,1-4 37 0,0-3 26 0,0 0 34 16,-1 6 31-16,1-6 33 0,0 0-10 0,0 0-24 15,0 0-17-15,17-19-14 0,-8 11-10 0,-1-3-14 16,7-1-7-16,-4-1-15 0,4-1-9 0,-4 0-9 31,2 1-10-31,1 1-3 0,-5 3-7 0,0 1-2 0,0 2-8 0,-1 0 2 16,-3 0-10-16,0 3-3 0,0 1 9 0,-2 0-23 15,3 1-11-15,0 1-3 0,-6 0-4 16,16 5 9-16,-6-1-14 0,0 6-3 0,-1-3-9 16,1 3-14-16,3 0-19 0,1 3-27 0,-4-2-30 15,3 0-29-15,-4 0-39 0,0-2-43 0,4-3-68 16,-3 1-258-16,-1-1-613 0,0-5 271 0</inkml:trace>
  <inkml:trace contextRef="#ctx0" brushRef="#br0" timeOffset="10872.65">21872 2336 152 0,'0'0'194'16,"0"0"-24"-16,6-5-18 0,2 5-17 0,4 0-11 15,-1-1-15-15,3 0-8 0,4 1-8 0,0 2-9 16,4-2-10-16,-3 5-6 0,-1 0-1 0,2 0-7 16,-3 1-4-16,2 1-6 0,-4-1-5 0,-3 1-6 15,-2 1-3-15,0-1-7 0,-1 0-4 0,-2 5-1 16,-2-2-6-16,-4-2-3 0,-1 5-3 0,0-4 4 16,-4 0 1-16,-1 0-4 0,0 3 2 0,-3-2-2 0,-6 2-3 15,0 0 3-15,0-3 1 0,-3 2-2 0,2-4-3 0,1 0-3 16,0 0-3-16,5-2 5 0,0-1-6 0,-1 1 6 15,4-1-6-15,2-3 3 0,0 0 2 0,-1 2-7 16,2-1 4-16,3-2-5 0,-1 9 1 16,3-6 6-16,2-1 5 0,3 1-2 0,3 3 3 15,3-2-4-15,1 1 5 16,4 4-4-16,-3-2 4 0,4 0 0 0,0 3 1 16,-1 0 1-16,0-1-2 0,-4 1-1 0,4 1-2 0,-9-3-4 0,4 1 1 15,-6-1 0-15,0 2-1 0,-1-2-4 0,-1 3 5 0,-5-6 2 16,0 3 6-16,-1-1 3 0,-4 2 5 0,-1-1-7 15,-5-3 6-15,-1 2-6 0,-8 0 2 16,-5 0-4-16,3-1 0 0,-9 0 1 16,2-3-6-16,-2-2 2 0,5 0 2 0,-5-1-3 15,0 2 0-15,3-2 1 0,0-2 0 0,10 1 2 16,4 0-4-16,3 1 0 0,0 0 0 0,2 0-5 16,4-3-24-16,0 2-35 0,5 1-49 0,0 0-23 15,0 0-36-15,18-15-41 0,-8 9-118 0,6 0-347 0,2-2 154 16</inkml:trace>
  <inkml:trace contextRef="#ctx0" brushRef="#br0" timeOffset="11404.97">22502 2433 13 0,'14'-1'203'0,"4"0"-12"0,1 2-10 0,0-1-19 0,1 3-9 0,-1 0-15 15,-1 6-5-15,1-1-15 0,6 4-9 0,-2 5-10 16,-9-5-12-16,8 5-3 0,-13-3-9 15,-2 3-6-15,1-2-6 0,-4 2 2 0,-3-1-7 16,-1 5-4-16,-2-4-7 0,-7-1-1 0,1 1-3 16,-2 0 3-16,-4-3-8 0,1 1-5 0,-5-3 4 0,2 2 0 15,-2-4 0 1,2-2 4-16,-1-3 6 0,0 1 2 0,3-1 9 16,1-3 9-16,2 2 15 0,3-3 15 0,4 0 24 15,-4 3 32-15,6-4 33 0,2 0 36 0,0 0 5 0,-8-5-35 0,8 5-31 16,13-16-16-16,-3 4-17 0,13-5-12 15,3-3-18-15,3-2-31 0,13-8-20 0,3-3-15 16,-7 0-15-16,7 3-6 0,-14 8-2 0,0 0-1 16,-3 4 4-16,-5 1-1 0,-7 5 8 0,-2 3 12 0,-5 1-5 15,0 2 5-15,-4-1 3 0,0 3-3 0,2 4-15 16,-3-3-18-16,-2 1-24 0,-2 2-10 16,0 0 3-16,0 0 8 0,-9 14-7 0,3-4 12 15,-7 5-5-15,0 2 3 0,-1 7-1 0,-2-1 11 16,-1 2 0-16,7 2-38 0,5 2-20 0,1-3 5 15,6 1 0-15,13 0-7 0,8-3-10 0,16 5-48 0,16-3-81 0,40 4-121 16,3-11-279-16,0-7-663 0,3-10 294 0</inkml:trace>
  <inkml:trace contextRef="#ctx0" brushRef="#br0" timeOffset="13894.84">6363 5404 123 0,'0'0'222'0,"0"0"-13"16,0-4-10-16,0 4-13 0,0 0-11 0,0 0-18 15,0 0-18-15,0 0-8 0,0 0-14 0,0 0-14 16,0 0-10-16,0 0 1 0,0 0-12 0,0 0-20 0,0 0-12 16,0 0-5-16,0 0-2 0,0 14-7 0,-1-4-4 0,1 7-2 0,-3-1-3 15,1 3-3-15,-1 7-5 0,1 0-1 16,0 5 1-16,0-4-6 0,1 1 3 0,-2 2-4 15,3-3-1-15,0 0 1 0,3-1-3 0,-1 0 0 16,1-6 1-16,2-2-5 0,1 0 5 0,-1 1 7 16,3-2 3-16,0-2 1 0,3-3 8 0,-3-3 0 15,2 4 2-15,0-4 2 0,-1-1 5 0,0-2-2 16,2 0-2-16,-3-1 15 0,1-4 5 0,-1 0 13 16,2-1 11-1,-2 0 9-15,2-2 4 0,-1-2 14 0,0-2 17 0,0-1-20 16,-1-1-2-16,4-4 3 0,-2-1-9 0,1-3-4 15,0-6-25-15,-1-2 19 0,3-1-19 0,-3-1-1 16,-1 0 5-16,1-1-7 0,2-2 1 0,-8 2-5 16,5 1-5-16,-3 2 5 0,-2 5-3 15,1 0 4-15,-1-1-4 0,0 3-4 0,-3-1 4 0,0 2-6 16,2 3 1-16,-2-3-5 0,-2 6-1 0,6 0-4 0,-5 1 5 16,0 2-1-16,1 2-2 0,-1 0-3 0,3 0-8 0,-2 2-5 0,-1 3-11 15,0-4-15-15,0 4-17 0,0-4-18 0,0 4-29 16,0 0-33-16,0 0-6 0,0 0 19 0,0 0 5 15,0 21 10-15,0-4 8 0,0 5-1 0,-5 2 6 16,0 3 4-16,1 1 6 0,-1 4 4 0,1-2 4 16,-1 2 7-16,2-2 1 0,2 2 3 0,1-2 1 15,0-4 5-15,0-1-1 0,0-5 14 0,1-1 11 16,6-2-3-16,-5-2 4 0,2-3 32 0,1 0-12 16,3-2 13-16,1-1 6 0,5 1 4 0,4-4 1 15,0 0 1-15,5-1 1 0,8-5-5 0,-1 0-3 16,3-3-1-16,-1 0-9 0,4-3-26 0,-4-2-46 15,0-4-78-15,-3 2-88 16,1-9-130-16,-5 3-347 0,-2-6-739 0,-1-3 327 16</inkml:trace>
  <inkml:trace contextRef="#ctx0" brushRef="#br0" timeOffset="14511.75">7228 5034 104 0,'2'-5'266'0,"-2"0"-9"0,0 5-20 16,0 0-15-16,2-4-14 0,-2 4-21 0,0 0-20 15,0 0-15-15,1-3-21 0,-1 3-10 0,0 0-19 16,0 0-20-16,0 0-13 0,0 0-4 0,0 0-11 15,-9 17-4 1,3-9-5-16,-3 3-7 0,-1 2-4 0,0 0 1 16,-3 3-7-16,4 0-5 0,0-2 0 0,-4 2-1 15,7-5-3-15,-2-1-2 0,0 2-3 0,1 0-1 0,3-2-3 16,-2-4 5-16,3 0-6 0,-1-3 1 0,0 2 3 16,2-3 1-16,2-2 1 0,-3 5 13 0,-1-3 4 0,4-2-1 15,0 0 0-15,-1 3-6 0,1-3-5 0,0 0-11 16,0 0-18-16,0 0-39 0,12 1-52 0,-12-1-51 15,16-1-68-15,-6-2-201 0,2-1-455 0,3 1 201 16</inkml:trace>
  <inkml:trace contextRef="#ctx0" brushRef="#br0" timeOffset="15043.88">7806 5584 2 0,'-5'2'251'16,"-2"-2"-9"-16,7 0-11 0,-6 2-7 0,6-2-9 0,-9 0-1 0,5 3-11 16,4-3-21-16,0 0-13 0,0 0-13 0,0 0-11 15,0 0-9-15,0 0-14 0,31-3-9 16,-12 1-13-16,9-3-9 0,4 2-9 0,-1-1-10 0,-2 1-7 16,0 1 0-16,-7-1-8 0,0-1-7 0,0 1-9 0,-4 1-3 15,-7 2-3-15,1-3-2 0,-6 3 0 0,1-1-9 16,0 1-3-16,-3-1-7 0,-4 1-11 0,8-2-8 15,-8 2-7-15,0 0-12 0,0 0-25 0,0 0-28 16,-20 7-37-16,6-5-33 0,3 4-39 0,-2-2-50 16,0-2-195-16,4 2-464 0,2-1 205 0</inkml:trace>
  <inkml:trace contextRef="#ctx0" brushRef="#br0" timeOffset="15297.84">8092 5793 87 0,'-6'3'237'0,"-1"-3"-8"0,2 1-11 16,0 1-4-16,5-2-2 0,-5 3 0 0,5-3-21 15,-4 2-15-15,4-2-16 0,0 0-16 0,0 0-12 16,18 4-13-16,0-6-14 0,4 2-33 0,7-3-34 16,3-1-40-16,1 1-42 0,4-1-46 0,13-6-59 15,-9 7-229-15,8-5-408 0,-10-1 182 0</inkml:trace>
  <inkml:trace contextRef="#ctx0" brushRef="#br0" timeOffset="15861.03">8923 5666 22 0,'-12'2'205'16,"6"-1"-13"-16,1-1-11 0,-2 0-8 0,7 0-9 16,-9 0-8-16,3 1-3 0,6-1-1 0,0 0 0 15,-5 1-2-15,5-1-3 0,0 0-11 0,-7 3-10 16,7-3-10-16,0 0-7 0,0 0-9 0,0 0-9 0,0 0-8 0,-5 1-5 16,5-1-5-1,0 0-5-15,0 0-8 0,0 0 2 0,0 0-10 0,0 0-4 16,0 0-6-16,22-5-5 0,-12 4-5 15,11 0-2-15,-1-1-2 0,8 0-4 0,7-2-1 16,-2 3-2-16,4-4-5 0,3 0 4 0,12 2-6 0,-1-4 0 16,-13 4 10-16,2 1 3 0,-4-1-2 0,0 1 5 15,-6-1-3-15,-8 1 4 0,-3 2 11 16,-7-2-4-16,-1 2 18 0,-1-1-7 0,-2 1-8 16,-3 0 0-16,0-1-2 0,-5 1-5 0,10-3-23 15,-10 3-25-15,8 0-17 0,-8 0-33 0,0 0-64 0,0 0-64 16,0 0-60-16,0 0-279 0,-23 0-575 0,23 0 254 15</inkml:trace>
  <inkml:trace contextRef="#ctx0" brushRef="#br0" timeOffset="16784.8">9815 5346 158 0,'1'-5'216'0,"-1"5"-15"0,5-4-11 0,-1 3-18 15,1-1-11-15,1 2-16 0,3-5-7 0,4 5-11 16,-1-2-11-16,5 2-9 0,0-2-6 0,3 2-6 16,2 0-1-16,0 2-6 0,6 2-2 0,-5-1-5 15,5-1-11-15,-9 2-6 0,0 2-8 0,-1-3-2 16,-5 2-6-16,-2 2-8 15,1-2-4-15,-3 2-6 0,-4-2-8 16,0 2-2-16,-1 0-2 0,-3 3-9 0,-5-1-2 16,-3 4 2-16,-6-1 1 0,0-1-5 0,-3 2 1 0,0 1 4 15,1-4-3-15,-3 2 4 0,5-4-4 0,-3 2-2 16,3-4-3-16,4 2 3 0,0 0 0 0,0-2-19 16,4-1-8-16,1 0-4 0,2 0 9 15,2 0-1-15,1 2 3 0,3-2 0 0,6 1 2 0,4 5 3 0,4-5 0 16,8 5 4-16,-1 1 0 0,3-3-2 0,-5 4 3 15,5-3 2-15,-6 1-1 0,-3-3 2 0,8 3 6 16,-9-1-2-16,0 0 1 0,-2-1 2 0,-2 1-3 16,-3-1-2-16,-1 2 1 0,-4-4 9 0,-1 3-1 15,-3-4 10-15,-4 5 6 0,1-7 1 0,-9 6 6 16,-7-2-3-16,-9 5 5 0,-4-5-1 0,-4-3 3 0,-15 0 6 0,-3 0 3 16,1-2 0-1,-4-1-4-15,2-3-3 0,-1 1 1 0,3-2 15 0,17 0-3 16,1 0-6-16,3-1 1 0,7 0-6 0,5 2-5 15,4 0-4-15,1-1 1 0,6 2-19 0,-1-1-30 16,8 1-28-16,-5-1-37 0,5 1-60 0,0 0-79 16,32-5-279-16,-9 4-542 0,6-2 241 0</inkml:trace>
  <inkml:trace contextRef="#ctx0" brushRef="#br0" timeOffset="18049.84">11026 5181 140 0,'0'0'197'15,"5"-4"-8"-15,0 3 18 0,-5 1-7 0,0 0-16 0,4-4-11 0,-4 4-19 16,1-4-17-16,-1 4-15 0,0 0-11 0,0 0-16 0,0 0-19 15,0 0-15-15,0 0-6 0,0 0-5 16,-14 9-5-16,4-2-5 0,-4 3-3 0,-8 4 0 16,-3-1-8-16,2 1-1 0,-3 1 4 0,4 2-11 15,-2-1 1-15,1 1-4 0,0 0-2 0,5-5-2 16,2-1 4-16,3 1-7 0,0 0-5 0,3-1 0 16,3 0 0-16,1-2-1 0,1 0 2 0,4-2 4 15,-1 3-5-15,5-1 6 0,3 2-1 0,3-2 0 16,4 3 0-16,6 0-1 0,5 1 1 0,6 2 0 15,-1-1-1-15,3-5-2 0,0 6-1 0,0-2-2 16,-4 0 4-16,0 1 0 0,-1 1-5 0,-5-1 3 0,-7-1-5 0,-2 0 0 16,3 0 0-16,-6 2-1 0,-5-7 1 0,-1 4 2 15,-4 0 5-15,-4 0 4 0,-4-2 0 0,-5 2 0 16,-11 2 0-16,-3 1 1 0,-5-2-2 0,-2-3 3 16,-5 0-6-1,2-4 0-15,0 0 2 0,0 0-2 0,2-2 0 0,-3-3-1 16,3-1 0-16,3 0-2 0,1 0-1 0,8 0 3 15,6 0-1-15,6-1 2 0,3 1 2 0,0-3-19 16,6 1-30-16,2-3-29 0,0 5-17 0,11-9-22 16,3 4-30-16,16-5-45 0,-3 1-204 15,1-2-416-15,9 2 185 0</inkml:trace>
  <inkml:trace contextRef="#ctx0" brushRef="#br0" timeOffset="18319.41">11329 5615 50 0,'0'0'339'0,"-1"-7"3"0,1 7-10 0,1-4-6 15,-1 4-8-15,-1-4-19 0,1 4-11 0,0 0-64 16,-2-4 7-16,2 4-31 16,0 0-23-16,0 0-23 0,0 0-18 0,0 0-22 15,0 0-9-15,0 0-15 0,0 0-15 0,0 0-6 0,0 0-10 0,0 0-9 0,0 0-9 16,2 16-6-16,-2-11-7 0,0 5-1 0,0-2 3 15,-2 0-8-15,1-2-11 0,0 4-20 16,-1-1-19-16,0 1-21 0,0-2-9 0,0 1-25 16,-2 0-20-16,-2-1-20 0,2 1-23 15,-1-4-23-15,-3-1-34 0,4 0-42 0,-1-2-248 0,-5-2-534 16,2-2 237-16</inkml:trace>
  <inkml:trace contextRef="#ctx0" brushRef="#br0" timeOffset="18458.14">11233 5375 126 0,'3'-9'224'0,"-1"4"-21"0,2-2-16 0,-4 2-24 15,4 2-16-15,-1 0-19 0,0 0-14 0,-3 3-24 16,9-3-25-16,-9 3-35 0,8 6-43 0,-6-3-49 31,6 0-62-31,-7 2-89 0,3 2-231 0,-3-4 102 0</inkml:trace>
  <inkml:trace contextRef="#ctx0" brushRef="#br0" timeOffset="18867.14">11509 5545 61 0,'0'0'228'15,"5"3"-16"-15,-5-3-29 0,0 4-18 0,0-4-17 16,3 5-10-16,-3 0-19 0,-3 0-10 0,3 4-4 0,-1-1-11 16,-3 3-4-16,3 2-9 0,-2-1-3 0,-1-1-9 15,2 4-4-15,-2-1-9 0,1-4-6 16,-2 1-3-16,4-1-6 16,-3-3-3-16,4-1-2 0,-1-1-5 0,-2 1 1 15,3-2 9-15,0-4 28 0,-1 6 21 0,1-3 24 16,0-3 30-16,0 0 9 0,0 0-16 0,0 0-13 15,15-9-17-15,-6-1-6 0,2 1-13 0,2-3-7 16,-1-1-5-16,0 1-12 0,2 0-1 0,-3 0-4 16,3 0-7-16,-5 6 17 0,-1-2-27 0,1 2-5 15,-3 2-7-15,-1-1 6 0,2 3-16 0,-1-1-6 0,-2 3 2 0,-4 0-3 16,15 2-9-16,-10-1-5 0,3 3 1 0,2 3-4 16,-2-4-13-16,-2 7-20 0,3-3-25 0,0 1-34 15,-4 3-37-15,3-3-47 0,-3 2-60 0,5-3-95 16,-2 0-168-16,-3-4-544 0,3 1 241 0</inkml:trace>
  <inkml:trace contextRef="#ctx0" brushRef="#br0" timeOffset="19977.46">12012 5264 127 0,'0'0'199'0,"3"-5"-20"16,1 3-19-16,0-1-15 0,2 2-10 0,4-2-15 16,0 3-13-16,3-1-8 0,3 1-5 0,0 1-21 15,3 1 0-15,3 0-8 0,-4 3-2 0,1 0-5 0,1 2-4 16,-1-2-7 0,-2 7-1-16,-1-4-8 0,-2 4-3 0,-7-3 4 15,2 0-2-15,0 1-2 0,-6 2-1 0,-1-1 5 0,0 1 2 0,-4 7 0 16,-3-2 1-16,-5 0-1 0,0 0-4 0,-3 0-2 15,-4 2-4-15,1-6-2 0,2 1-5 0,0-2-1 16,-3 0 0-16,7-3-8 0,-4 2 2 0,6-5 0 16,-1 2-3-16,0-1-3 0,4-2 1 0,1-1-1 15,0 1-3-15,3 0 1 0,1 0-2 0,1 0 0 16,2 2 4-16,6-2 3 0,1 0-2 16,6 2 4-16,3 0-5 0,0 0 1 0,1 1-1 0,2-1-3 15,-3 1 1-15,0-1-4 0,0 1 0 0,-2 0 2 16,1 0-2-16,-4-1 0 0,-4 0-2 0,-1 1 3 15,-1 0-1-15,-3-2 7 0,-2 2 0 0,-3-1 4 16,-3 0 2 0,-3 3 0-16,-6 2-3 0,-7-3-1 0,-8 4 3 15,-1-4-5-15,-4 1 2 0,-1-1-2 0,0-1-2 0,2-3 1 16,-1 0-4-16,3 0-1 0,1-1-5 16,7-2-9-16,3-1-12 0,4-1-20 0,3 2-16 15,3-4-42-15,1 0-43 0,3-1-48 0,4 3-209 0,2-7-430 0,4 1 190 16</inkml:trace>
  <inkml:trace contextRef="#ctx0" brushRef="#br0" timeOffset="20424.29">12500 5413 37 0,'8'-2'264'0,"-4"-2"-14"0,3 1-17 15,1 1-19-15,0-1-17 0,1 3-24 0,2 1-18 16,1 3-19-16,-2-1-3 0,2 4-15 0,-3 0-10 16,-3 5-6-16,7 2-7 0,-6 3-7 0,0 0-9 15,-5 3-7-15,0-1-4 0,-4 6-2 0,-4 1-5 16,1 0-4-16,-8 1-2 16,2-5-3-16,-1-4-6 0,2 0-4 15,-3-1 0-15,4-1-5 0,-4-2-4 0,7-5 0 0,0 1 0 0,-2-1-1 16,2-4 1-16,3 0 10 0,-1-1 33 0,-1 0 48 15,2-2 36-15,3-2 30 0,0 0-18 0,0 0-26 16,8-10-17-16,5-3-11 0,10-5-11 0,-4-1-11 16,7-3-11-16,-3-4-21 0,2 0-25 0,7-12-13 15,5 3-23-15,-5 0-11 0,-10 7-4 0,-3 5-8 16,0-1 17-16,-6 10 5 0,-4 1 27 0,-1 4 19 16,-6 2 4-16,2-1 5 0,0 3-9 0,0 1-13 15,-3 0-23-15,-1 4-13 0,0 0-5 0,0 0 1 16,-5 13-5-16,-3-1-3 0,2 5 0 0,-1 2 2 15,1 8-21-15,2 0 34 0,4 3-2 0,8 0-2 16,5 4 1-16,18 4-7 16,14-3-22-16,37 4-77 0,5-6-87 0,10-6-117 15,-2-13-393-15,14-9-761 0,7 0 336 0</inkml:trace>
  <inkml:trace contextRef="#ctx0" brushRef="#br0" timeOffset="22127.4">17840 5269 13 0,'-1'-7'206'0,"1"4"-1"16,0-2-4-16,1 0-16 0,-1 1-11 0,2 0-10 16,-2 0-6-16,1-1-16 0,0 1-11 15,-1 4-13-15,3-3-16 0,-3 3-13 0,1-4-7 0,-1 4-13 16,0 0-3-16,0 0-10 0,0 0-8 0,12 10-2 15,-6-1-5-15,-1 1-2 0,2 6-2 0,3 9-5 16,0 1-1 0,0 0-3-16,-3 1-1 0,0 1-4 0,3-1 16 15,0 1-5-15,-3 0-5 0,2 1 0 0,-3-4-1 0,2-1-6 16,-3-5 1-16,2-1-4 0,-4-2 0 16,1-4-4-16,0-4 2 0,0 3 6 0,-3-5 15 0,3 1 22 0,-4-2 44 15,3-2 43-15,-2-1 53 0,2 1 33 0,-3-3 33 16,0 0-18-16,6-6-25 0,-1-5-28 0,-1 0-17 15,4-5-21-15,-1-2-13 0,6-6-18 0,-1-2-13 16,1 0-19-16,0-2-18 0,0-5-16 0,2 4-11 16,0-5-9-16,-3 2-12 0,2 1 3 0,0 0-13 15,-1 6 3-15,-5 0-1 0,-1 8-1 0,-3 3-4 16,0 2-3-16,1 1-1 0,-1 3 0 0,-1 3 0 16,-2-2-26-16,3 3-15 0,-4 0-27 0,2 0-41 15,-2 0-48-15,0 4-49 16,4-3-23-16,-4 3-20 0,0 0-25 0,12 2-34 15,-12-2-43-15,10 5-304 0,-4-5-697 0,1 4 309 16</inkml:trace>
  <inkml:trace contextRef="#ctx0" brushRef="#br0" timeOffset="22448.43">18588 4735 77 0,'0'-3'274'0,"0"3"-29"15,-2-7-25-15,2 7-26 0,0 0-21 0,0 0-19 16,0 0-15-16,-13 12-13 0,6-3-12 0,-5 4-15 16,1 1-8-16,1 3-10 0,-3 4-3 0,2 2-12 0,-2-1-3 0,3 4-25 15,-2-4-15-15,2 2-21 0,1-5-35 0,0 5-39 16,2-4-56-16,-1-5-210 0,0-1-365 0,7 0 161 16</inkml:trace>
  <inkml:trace contextRef="#ctx0" brushRef="#br0" timeOffset="22768.34">18891 5274 156 0,'-5'2'327'16,"5"-2"-2"-16,0 0-15 0,-4 2-15 0,4-2-20 0,0 0-32 0,0 0-23 15,0 0-40 1,0 0-35-16,18-7-30 0,-8 0-26 0,10 2-2 0,0 0-40 15,8-2-41-15,3 5-44 0,-1-3-54 0,-2 1-66 16,-1-1-72-16,-8 2-154 0,1-1-416 0,-3 1 184 16</inkml:trace>
  <inkml:trace contextRef="#ctx0" brushRef="#br0" timeOffset="22928.57">19012 5442 80 0,'-10'8'231'0,"4"-4"8"0,-1 0 10 0,1 0 4 15,2-1-13-15,0 0-11 0,2-1-17 0,2-2-19 16,0 0-22-16,13 0-13 0,4-2-17 0,11-2-10 16,7-1-26-16,2 1-49 0,3-4-39 0,13 2-50 0,-2-4-51 0,3 3-62 15,5-4-55-15,-4 2-173 0,-1 1-405 0,3-7 180 16</inkml:trace>
  <inkml:trace contextRef="#ctx0" brushRef="#br0" timeOffset="23513.81">20175 5063 203 0,'9'-2'197'0,"0"0"-13"0,5 1-14 15,4 0-9-15,4 2-17 0,6 0-7 0,2 1-11 16,1 3-4-16,1 2-8 0,3-1-7 0,-6 5-7 16,3-4-11-16,-4 5-13 0,-2 0-3 0,-7-4-7 15,-4 4-6 1,-2-3-10-16,-3 1 1 0,-5 2-8 0,-2 0-3 16,-3 0-8-16,-7 3 2 0,-4-1-3 0,-8 7-1 15,-2-4-4-15,0 0 2 0,5-6-8 0,-3 0 0 16,4-3-1-16,3 0 5 0,1 0-11 0,3-3 6 15,0-1-10-15,2 0 2 0,1 0-3 0,1-1-1 16,0 0 4-16,4 2 0 0,4 0-1 0,5 0 1 16,4 2 3-16,3 0 5 0,10 3-5 0,2 0 2 0,1 1 4 0,-2 1-3 15,0 1 6-15,1 0-6 0,-6 2-1 0,-3-1-2 0,-2-3 1 16,-3 1-3-16,-3 2-1 0,-2-6-3 0,-2 3 3 16,-4 2 14-1,-3-4 8-15,-6 3 2 0,-7 1 4 0,-10-1-2 16,-7 1-4-16,-10-3 0 0,-16 3-11 0,-4-1-17 15,-4-5-28-15,-4-1-45 0,-24-1-66 0,28-3-101 0,4-8-218 0,-1-1-491 0,6-4 217 0</inkml:trace>
  <inkml:trace contextRef="#ctx0" brushRef="#br0" timeOffset="25101.37">21490 4974 98 0,'0'0'170'0,"-4"-3"-6"0,4 3-14 15,-4-2-7-15,4 2-13 0,0 0-8 0,0 0-20 16,0-5-5-16,0 5-9 0,0 0-16 0,0 0-2 15,0 0-4-15,0 0-9 16,0 0-4-16,0 0-7 0,0 0-2 0,0 0 0 16,4-3-9-16,-4 3-4 0,12-2-2 0,-1 0-1 15,-1 2-6-15,2-3-2 0,2 2-1 0,0-1 1 16,0-2-1-16,0 2-3 0,5-1-9 0,-8 1 2 16,2-2 0-16,-1 1-4 0,-2 0 3 0,3 1-1 15,-4-2 14-15,-1 1 5 0,-3 0 12 0,1 1 6 16,-2-1 12-16,0 1 8 0,-3-2-15 0,-1 4-10 0,0 0-11 15,-6-5 2-15,-7 4-7 0,1 2-5 0,-8 0 1 16,2 2-5-16,-9 2 1 0,-5 0-3 0,4 3-1 16,-2 0-1-16,-1 5-5 0,-1-1-1 0,-4 2 0 0,1 3-3 15,-9 4 2-15,11-1-6 0,-2 0 6 16,6 0-1-16,-2 3-2 0,4-1 0 0,-1 5-2 16,7-3 2-16,4 2 2 0,2 3 7 15,3-4 9-15,7 1 6 0,4 3-1 0,3-2 4 16,6-3 2-16,5 0 0 0,6-4 2 0,9-2-1 15,6-2 4-15,16 2-2 0,8-5-2 0,4-3-5 16,34-4 9-16,-4-5-13 0,0-1 0 0,-32 0-6 16,7 0-1-16,-5-3 0 0,-3-4 0 0,-4 0 1 15,-14 4-3-15,-5-4 0 0,-3-1-2 0,-1 0 1 16,0-2 2-16,-13 0-3 0,-1 0-3 0,-5-3 5 16,1 0 5-16,-7 4 7 0,0-2 22 0,-3 2-7 0,-3-3-6 15,-4 2 0-15,0 1-1 0,-5-1-7 0,-3 5-7 16,-5-6 7-16,-4 7-13 0,-10-1 1 0,2 7 1 15,-4-2-8-15,2 3 3 0,-4 2-4 0,1 4 1 16,1-2 0-16,4 6-4 0,1-1 0 16,2 0 1-16,7-1-7 0,1 0 3 0,4-1-9 0,6 0-8 0,0 0 4 15,4-1 0-15,3 1 3 0,5 1 7 0,2-3 2 16,9-1-1-16,3 0 4 0,11 1-3 0,5-7 4 16,2 0 3-1,1-2-1-15,15-3-1 0,-15-1-1 0,0 0 8 0,1-2-3 16,-5-2-8-16,-3-1 7 0,-2-2 2 0,-2 0-11 15,-3-5 6-15,-10 5-11 0,0-1-1 0,-2 0-2 16,-7-1-9-16,3-3-6 0,-6 1-7 0,-2 3-5 16,-5 4 0-16,1-5 5 0,-5 2-2 0,-1-1 2 15,-4 4 0-15,1 2 0 0,-6-2-3 0,0 4 0 16,1 2-5-16,-4 0-3 0,4 3-15 0,-2-4-15 16,1 6-15-16,1 0-32 0,1 0-19 0,7-1-27 15,5 1-19-15,-8 3-165 0,8-3-379 0,1 1 167 16</inkml:trace>
  <inkml:trace contextRef="#ctx0" brushRef="#br0" timeOffset="25517.78">22792 5107 129 0,'-4'-4'189'16,"-1"1"-12"-16,0 2-18 0,0-1-11 0,5 2-11 16,-17 2-15-16,6-1-9 0,-2 2-11 0,-1 1-8 15,-3-2-15-15,0 7-5 16,-1-2-6-16,0 4-9 0,-6 3-7 0,8-4-4 16,-2 3-4-16,3-1-3 0,-2 2-8 0,7 0-5 15,-4 1 0-15,6-1-2 0,2 1-2 0,2 2 6 16,4 0 1-16,1-4-10 0,7 3 0 0,1-1 1 15,5 2 0-15,0-3 0 0,12 5-3 0,-1-2-1 16,2 0-2-16,0-5-9 0,-2 2 9 0,1 0-5 16,-7-6 1-16,-5 0 3 0,4 1-5 0,-6-1-1 0,-1-4-7 0,-3 2 3 15,-2-2-2-15,-1 0 3 0,2-1 4 0,-6 0 3 16,-1-3 4-16,-5 8 2 0,-5-4-4 0,-3 1 2 16,-9 3-4-1,-5-2 2-15,-3 1-2 0,-4-4 0 0,1 2 2 0,0-1-8 16,0-4-9-16,-2 4-21 0,3-3-31 15,0 2-43-15,4-6-63 0,7 3-195 0,-1-4-382 16,5 0 169-16</inkml:trace>
  <inkml:trace contextRef="#ctx0" brushRef="#br0" timeOffset="26182.05">23248 5018 152 0,'4'-3'197'0,"3"1"-12"0,0-1-7 15,5 2-18-15,1-1-5 0,4 2-5 0,1 0-5 16,1 0-16-16,3 3-12 0,-4 2-13 0,1 0-8 0,0-1-11 16,-2 3-7-16,-4-3-10 0,-4 3-9 0,0 2-6 0,-3-1-8 15,0 3-2-15,-6 1-4 0,-2 1-6 0,-6 1-3 16,-3 2-4-16,-11 4 1 0,3 0-5 0,-7-1-4 16,1-4 3-1,-1 2-2-15,-1-5-5 0,3 2-1 0,6-4-3 0,2-1-1 16,3-6 10-16,0 4-12 0,4-4 0 0,4 1 0 15,0 1-4-15,-3 0 2 0,7-2-1 0,1 2 3 16,1 1 2-16,7-3 0 0,2 0 1 0,9 6-1 16,0-4 0-16,12 5 0 0,0-1-2 0,1-1-1 15,-2 2 2-15,5-3 2 0,-3 2 1 0,-3 2-1 16,-3-2 0-16,-1 3-3 0,-4-5 2 0,-6 3-4 16,0 0 5-16,-6-3-2 0,4 0 0 0,-8 2 1 15,-4-4 0-15,-1 3 3 0,-1-1 8 0,-9 2-7 16,-3 1-3-16,-6-3 4 0,-7 3-2 0,-7-2-1 0,1-1 1 15,-1-3-3-15,-3 1-2 0,3-1-1 0,-3-3-1 0,4-1 4 16,2 0-6-16,2 0-11 0,6-1-18 0,4-2-15 16,1 1-14-16,5-1-36 0,0 0-44 15,7-2-43-15,1 0-211 0,5-2-420 0,3 1 186 16</inkml:trace>
  <inkml:trace contextRef="#ctx0" brushRef="#br0" timeOffset="26636.3">23835 5113 70 0,'6'-6'301'0,"4"2"-29"0,1 0-26 16,-5 1-23-16,4-1-20 0,-2 4-23 0,2 0-17 15,2 3-22-15,-1-1-12 0,0 5-13 0,0-2-13 16,2 7-9-16,-3 2-10 0,-2-2-5 0,-3 8-9 15,-3-2-8-15,-3 8-4 0,-2 0-8 0,-4 3-3 16,-5-2 0-16,-1 0-7 0,0 1-3 0,-4-3 0 16,-1-3-4-16,1 2-3 0,-6-5 0 0,9-9-6 0,1 0 11 0,4-1 7 15,2-1 7-15,1-4 7 0,2 1 32 16,1-3 36-16,-1 2 40 0,4-4 22 0,0 0-22 0,0 0-19 31,0 0-11-31,18-20-22 0,1 4-12 0,8 0-9 0,3-5-15 0,1-1-14 16,10-7-19-16,1 2-9 0,2-3-14 15,-2 4-9-15,-2-3-11 0,-10 7-1 0,-2 1-1 16,-3 6 8-16,-9 3 16 0,-2 1 12 0,-2 3 16 16,-6 1 1-16,2 3 1 0,-2 0-14 0,-2 0-14 15,0 3-25-15,-4 1-5 0,0 0 4 0,-8 10-21 16,-2 3 0-16,-3 3 21 0,-4 6-4 0,1 4 7 16,2 3 3-16,1 1-20 0,7 4 2 0,3 0-7 0,8 11-5 15,10 1 1-15,10-2-19 0,11-2-36 0,11-4-43 16,27 5-63-16,-15-14-101 0,33-1-397 0,5-7-740 0,3-9 328 15</inkml:trace>
  <inkml:trace contextRef="#ctx0" brushRef="#br0" timeOffset="43819.5">5658 9273 219 0,'2'-7'236'16,"-2"7"-11"-16,-1-5-8 0,1 5-16 0,-1-4-4 16,3 1-8-16,-2 3-5 0,0 0-8 15,0-7-14-15,-1 4-8 0,1 3-12 0,0 0-5 0,-1-4-18 16,1 4-15-16,0 0-12 0,0 0-14 0,0 0-20 16,0 0-29-16,0 0-32 0,0 0-2 0,0 0 0 15,-4 17 0-15,3-1-2 0,-2 1-3 0,3 10 0 0,-2 2 2 0,-1 1 1 16,-1 1-3-16,3 2-3 0,-2-1 7 0,2 4 1 15,1-4-2-15,0 1 2 0,0-2-2 16,0 1 2-16,0-3 0 0,0-2 2 0,0-8 2 16,4 5-1-16,-3-5 1 0,-1-1 1 0,0-1 0 0,3-5-2 15,-2 5 2-15,-1-9 5 0,3 1 1 0,-3-1-6 16,1-1 1 0,-1-2 1-16,0 1 1 0,1-2 0 0,-1 2 0 15,0-3 2-15,3 1-3 0,-3-1 6 0,0-3-1 16,0 0 0-16,1 5 2 0,-1-5 6 0,0 0 12 0,0 4 8 15,0-4 4-15,0 0 1 0,0 0 5 16,0 0-2-16,0 3 1 0,0-3 10 0,0 0-15 16,0 0-2-16,0 0-3 0,0 0-3 0,0 0-6 15,0 0-15-15,0 0-34 0,0 0-30 0,0 0-31 0,0-12-28 0,0 12-41 16,0-7-33-16,4 4-34 0,-4-3-201 0,-1 2-456 16,1-1 202-16</inkml:trace>
  <inkml:trace contextRef="#ctx0" brushRef="#br0" timeOffset="44683.45">5941 9653 93 0,'2'-3'319'0,"-2"3"-21"15,2-2-24-15,-2 2-25 0,0 0-26 0,0 0-25 16,0 0-25-16,0 0-26 0,0 0-24 0,0 0-16 0,0 0-11 16,-5 10-2-16,-4-3-15 0,3 3-12 0,-4 3-7 15,-3 1-6-15,0 2-5 0,-3 5-5 0,3-6-6 16,1 2-2-16,-2-2-8 0,1 2 8 0,2-2-9 16,2-1-4-16,-1-4-5 0,3-1-4 0,-2 0-2 15,3-3-1-15,2 0 1 0,0-2 1 0,2 1 12 0,-2-4 12 16,2 3 41-16,2-4 34 0,0 0 1 0,0 0-11 15,0 0-14-15,-6-13-15 0,6 4-5 0,2-3-1 16,0-3-6-16,2-1-10 0,2 1-4 0,-5-2-3 0,3 0-2 16,2 5-5-16,-1-1-3 0,-1 5-3 0,0 0 2 15,-1 1-7-15,0 1 3 0,-1 2-6 16,-1-1-6-16,2 1-7 16,-3 1-9-16,5 0-17 0,-5 3 10 0,9 2-2 15,0 1-5-15,1-1 1 0,2 3-2 0,3 0 2 0,3 5-3 0,-1-1 19 16,2-1-12-16,-1 3 0 0,1-3 6 0,5 2-9 15,-6 2 6-15,1-4-15 0,0 3-24 0,-2-3-18 16,2 1-15-16,-2-2-9 0,-6-1-13 0,-1-1-8 16,-1 0-1-16,-1-1 1 0,0-2 12 0,-3 0 9 15,0 1 11-15,-5-3 5 0,8-3-3 0,-3-1 2 16,-3 0 7-16,-2-2 8 0,0-3 5 0,-1-2 4 16,0-2 7-16,-1-4 6 0,-3-1 0 0,2-8 6 15,-1 1 8-15,0 0 16 0,0-3 7 0,3-1 12 16,-2 0 15-16,-2 3 21 0,5-4 19 0,-4 4 13 15,2 0 7-15,0 6 15 0,0-1 16 0,1 1 8 16,-2 2-1-16,2 1 0 0,1 2 0 0,-2 3 1 0,1 1-3 0,1 2 4 16,-1 1-4-16,0 2-7 0,1 0-11 0,-3 2-4 15,3-1-23-15,0 5-9 0,0-6-23 0,0 6-19 16,0-4-36-16,0 4-34 0,0 0 1 0,0 0-1 16,3 15 5-1,-3 0 6-15,-3 3 1 0,6 11-1 0,-3 1 5 0,1 3 4 16,-1 1 12-16,0 1-16 0,1-1 6 0,0 0 1 15,2 3 13-15,-3-5-13 0,5-2 1 0,-1-1 2 16,1-4 1-16,0 0 1 0,-2-6 1 16,-1 0 3-16,2-2-3 0,-1-5 3 0,1-1 3 15,-2-2-1-15,-1-3 8 0,1 1-4 0,-1-3 12 0,1 2 7 16,-2-2 14-16,3-1 28 0,-3-3 14 0,0 4 25 16,0-4 16-16,1 2 13 0,-1-2 7 0,0 0 0 15,3 3 1-15,-3-3-5 0,0 0-8 0,0 0-13 0,0 0-4 16,0 0-10-16,0 0-11 0,0 0-8 0,0 0-7 0,0 0-25 15,0 0-28-15,0 0-34 0,0 0-33 16,0 0-43-16,-3-13-37 0,3 13-49 0,-1-9-37 16,-2 4-40-16,1-2-47 0,-1-1-48 0,2-1-28 15,-3 0-296-15,0-2-731 0,2-1 324 0</inkml:trace>
  <inkml:trace contextRef="#ctx0" brushRef="#br0" timeOffset="45168.68">6064 9407 147 0,'0'0'209'0,"0"0"-8"15,0 0-6-15,-9 0-18 0,9 0-6 0,0 0-12 0,0 0-12 16,0 0-5-16,0 0-1 0,0 0-10 16,-5 2-2-16,5-2-1 0,0 0-7 0,0 0-3 15,0 0-7-15,0 0-11 0,0 0-1 0,0 0-8 0,0 0-4 0,0 0-6 16,0 0-10-16,0 0-3 0,0 0-10 0,0 0-4 15,0 0-7-15,0 0-4 0,0 0-5 0,0 0-2 16,0 0-8-16,0 0-4 0,37-7-29 0,-9 4-42 16,3-2-52-16,2 1-80 0,0-1-107 0,0 1-170 15,2-2-494-15,0-4 218 0</inkml:trace>
  <inkml:trace contextRef="#ctx0" brushRef="#br0" timeOffset="45923.21">6938 8985 229 0,'0'0'229'0,"0"-3"-25"16,0 3-31 0,0 0-15-16,0 0-17 0,-14 10-20 0,5 3-11 0,-6 8-11 15,-2 6-17-15,-15 14-3 16,4 10-7-16,-14 22-8 0,4-1-7 0,12-15-5 0,-7 24-2 0,0-3 9 15,14-24 9-15,3 2 2 0,4-4 2 0,2 2 2 16,9 0 0-16,1-3 2 0,7 0-3 0,5-5-2 16,4-2 2-16,1-12 2 0,0-1-4 0,10-5 4 15,1-2-2-15,4-1 1 0,0-5 0 0,4-1 0 0,-4-2-2 16,2-2-10-16,-2-2-1 0,-5-3-4 0,-9-4-2 16,1 1 1-16,-6-1 8 0,-3-1 14 0,-2 0 12 15,-2-2 18-15,-1 0 11 0,0-1 5 0,-5 0 11 16,9 3 7-16,-5-2 0 0,-4-1-4 0,6 1-6 15,-6-1-14-15,4 2-9 0,-4-2-12 0,0 0-11 16,0 0-15-16,0 0-31 16,0 0-35-16,0 0-34 0,0 0-43 0,0 0-38 15,0 0-45-15,0 0-103 0,10-7-116 0,-8 3-345 16,0-1-778-16,2-3 345 0</inkml:trace>
  <inkml:trace contextRef="#ctx0" brushRef="#br0" timeOffset="47309.97">7186 9464 174 0,'-1'-7'257'0,"1"3"-7"0,0 0-11 15,-3-2-7-15,3 3-7 0,0 3-23 0,0-5-22 16,0 5-18 0,0-7-16-16,0 7-22 0,0-2-21 0,0 2-21 15,0 0-16-15,0 0-10 0,0 0-3 0,0 11-10 0,0 0-6 16,0-1-2-16,0 9-4 0,3 2-3 0,-2 2-5 16,2 3-4-16,-3 0 0 0,2 0-3 0,1-1 1 0,-2-3-5 15,3-3-1-15,0 1 3 0,0-1-5 0,2 0 0 16,-1-3 1-16,1-1 0 0,0-3 0 0,-3-2-1 15,3 0 11-15,0-4 5 0,-1 2 12 0,0-4 9 16,1 0 10-16,1-2 14 0,0-1 6 0,1-1 5 16,1-1 9-16,2-3 4 0,1-2 2 0,-3-3 10 15,5 0-17-15,-5-4 3 0,4-2 1 0,-2-2-12 16,1-1-9-16,-1-4 0 0,-3 3-16 0,1-5 23 16,0 1-14-16,-3 2-6 0,-1 4 2 0,0-3-5 15,-2 2 1-15,0 0 9 16,0 2-5-16,0 4-1 0,-2-1 4 0,1 3 3 15,-2 0-6-15,0 3-1 0,2 0 0 0,-1 2-9 16,-1 1-6-16,-1 0-4 0,1 4-12 0,0-6-18 16,0 6-17-16,0-5-21 0,0 5-20 0,0 0-19 15,0 0 9-15,0 0-4 0,0 0 9 0,-2 19 2 16,-1-7 11-16,0 3-6 0,1 4 5 0,-2-1 4 16,1 8 6-16,1-3 0 0,-1 2 5 0,1 2-1 0,0-8 2 0,2 1 7 15,0 0 2-15,3-2-1 16,-3-1 21-16,3-1-19 0,0-3-2 0,-1-1 11 15,0 0 5-15,1-4 21 0,-1 1-13 0,1-4 6 16,0 0 10-16,3 0 9 0,3 0 1 0,-3-5 1 0,6 3-4 0,1-2 2 16,2-2-28-16,4-2-30 0,1-2-51 15,1-4-65-15,7 3-79 0,-1-8-92 0,2-1-363 0,-1 1-729 0,2-3 323 16</inkml:trace>
  <inkml:trace contextRef="#ctx0" brushRef="#br0" timeOffset="48511.93">8019 9690 256 0,'3'-3'287'0,"-3"3"-11"0,1-4-12 0,-1 4-13 15,0 0-24-15,0 0-20 0,0 0-24 0,0-5-20 16,0 5-19-16,0 0-17 0,0 0-21 0,0 0-20 16,0 0-24-16,0 0-8 0,0 0-9 0,-5 11-7 0,0-3-2 0,-2 0 1 15,1 2-16-15,-8 3 0 0,1-1-18 0,-1 3-14 16,1 2-24-16,-3-3-32 0,-2 4-31 15,-1 1-46-15,4-7-58 0,-2 0-188 0,2-2-422 0,3-3 187 16</inkml:trace>
  <inkml:trace contextRef="#ctx0" brushRef="#br0" timeOffset="49097.91">8183 9528 285 0,'0'0'305'0,"-3"-7"-5"0,3 4-8 16,0 3-5-16,3-7-31 0,-3 7-16 0,2-5-22 15,-2 5-19-15,0-3-16 0,0 3-20 0,1-3-22 16,-1 3-10-16,0 0-14 0,0 0-19 0,0 0-15 0,0-6-11 16,0 6 1-16,0 0-18 0,0 0-1 0,8 14-9 15,-4-7-9 1,0 1-1-16,1 4-4 0,0 0-3 0,3 2-8 16,-2 3 5-16,3-1-5 0,-1 1-3 0,1 1-2 15,-3-1 0-15,2 0-5 0,1 0 4 0,-4-3 0 16,3 3-11-16,-2-4 19 0,-1-1-16 0,1-3-4 15,-2 1 7-15,-1-4-6 0,-1 2 5 0,2-5 1 16,-1 2 0-16,-2 0 4 0,2-1 38 0,-3-4 47 16,1 3 32-16,2-1 47 0,-3-2 34 0,2 1 30 0,-2-1 11 0,0 0-20 15,0 0-26-15,9-10-19 0,-4-1-20 0,3-5-16 16,-2 0-18-16,4-8-9 0,-1-2-18 0,2-2-15 16,1-1-13-16,1 0-7 0,-4 0-6 0,1 2-6 15,-1 2-14-15,-5 6 0 0,1 2-4 0,0 2-1 16,-1 5-12-16,0-1 2 0,-3 4-6 0,2-1-1 15,-2 4-4-15,2-3-8 0,-2 2-13 0,0 2-15 0,-1 3-24 0,0-5-28 16,0 5-38-16,0-2-36 0,0 2-40 0,0 0-20 16,0 0 8-16,0 0 15 0,0 0-22 0,3 11-5 15,-3-5-9-15,0 0-13 0,0-1-19 0,-3 5-15 16,2-3-21-16,0 4-43 0,-2-4-58 0,2 3-215 16,-2-4-649-16,3-3 287 0</inkml:trace>
  <inkml:trace contextRef="#ctx0" brushRef="#br0" timeOffset="50199.87">8530 8914 3 0,'0'0'197'0,"-1"-3"-20"16,1 3-24-1,0 0-13-15,0 0-19 0,0 0-9 0,0 0-14 16,24 7-13-16,-10 2-8 0,4 0-7 0,6 7 1 15,6 5-15-15,-3 4 4 0,11 7-6 0,-1 7 6 0,-2 7-1 16,-1 1 1-16,-2 2-1 0,-1 5-8 0,-4 0-2 16,-7-1-5-16,-2 3-6 0,-5-3-9 15,-6-2 2-15,0 0-4 0,-6-15-3 0,-2 1-1 16,-3-3-3-16,-2 0-3 0,-3-1 1 0,-8-4 4 16,3 0 4-16,-4-4 8 0,-1 0 8 0,1-2 8 0,-4-4 12 15,-1-2 2-15,9-2 19 0,-5-3-13 0,2-1 5 16,1-3-3-16,0 2-2 0,4-5-7 0,1 0-2 0,2-1-7 15,2 1 5-15,2-3-11 0,0-1-2 0,-2 1 9 16,5 1 13-16,2-3 22 0,-7 2-2 0,7-2 7 16,-6 1-11-16,6-1-3 0,0 0-28 0,0 0-29 15,0 0-35-15,6-11-36 0,2 6-59 0,-3-6-68 16,12-1-63-16,-5 0-288 0,1 2-568 0,3-3 251 16</inkml:trace>
  <inkml:trace contextRef="#ctx0" brushRef="#br0" timeOffset="50764.1">9622 9457 212 0,'0'0'255'16,"0"0"-2"-16,0 0-11 0,0 0-11 0,0 0-8 15,0 0-16-15,0 0-7 0,-7-3-6 0,7 3-11 16,0 0-15-16,0 0-17 0,0 0-17 0,0 0-10 16,0 0-17-16,16-4-10 0,-10 2-12 0,5-3-11 0,2 5-3 0,5-6-11 15,1 4-9-15,3-2-20 0,6-1-12 0,3 3-30 16,-4-2-29-16,2 2-38 0,0 0-41 0,-7 1-49 15,-1 1-53-15,-4 0-236 0,2-1-493 0,-6 1 219 16</inkml:trace>
  <inkml:trace contextRef="#ctx0" brushRef="#br0" timeOffset="50932.38">9679 9653 149 0,'-3'1'217'0,"0"1"-1"0,1 1 4 16,2-3-9-16,0 0-13 0,11 4-14 0,4-7-17 16,5 2-16-16,11 0-16 0,8-1-15 0,12 0-29 0,2-2-47 0,2 0-67 15,4-3-91-15,-21 4-214 0,1-4-355 16,-4-3 157-16</inkml:trace>
  <inkml:trace contextRef="#ctx0" brushRef="#br0" timeOffset="53151.16">11893 8224 32 0,'0'0'152'0,"0"0"-8"0,0 0 1 0,0 0-16 0,0 0-1 16,0 0-19-16,-1-4 5 0,1 4-5 0,0 0-2 16,0 0-10-16,0 0-1 0,0 0-7 0,0 0-11 15,0 0-12-15,0 0-4 16,0 0-3-16,0 0-8 0,0 0-2 0,0 0-7 16,0 0-3-16,0 0-5 0,0 0 0 0,0 0-9 15,0 0 1-15,0 0-5 0,0 0 0 0,0 0-3 0,5-4 0 16,2 2-11-16,-1-1 11 0,3 0-1 15,-1-1-2-15,1 1-4 0,2-2 0 0,-2 1 1 16,1-2-4-16,2 1 0 0,-3-1 0 0,1 1 1 16,0-1 11-16,-2 0 6 0,1-1 4 0,-1 2 1 0,-1-1 6 0,-3 1 8 15,1-1 5-15,-1 1-4 0,-1 1 7 0,0-1 1 16,0 2 5-16,-2-1-1 0,1 0 2 0,-2 4-7 16,3-6-12-1,-3 6-8-15,-7-5-19 0,2 4-6 0,-3-1 1 16,-5 4-8-16,-5-1-4 0,-3 3 1 0,-9 1 1 0,2 4 0 15,-4-1-2-15,0 3 1 0,0 2-3 16,-1 2 1-16,-2 5 0 0,-8 6-1 0,11-4 0 0,-5 9-5 16,1 1-1-16,0 7 6 0,6 3 0 0,-1 1-1 15,8 0 2-15,0 2-3 0,6-1 4 0,6-13-1 16,7 2 0-16,3 0 2 0,2-1 1 0,9-2 1 16,3-2 4-16,6-4-1 0,7-2 3 0,8-3-2 15,14-2 0-15,10-3 0 0,8-7 0 0,28-2-6 16,-3-9-14-16,1-1-17 0,3-2-18 0,-28-2-27 0,0 0-25 0,19-11-15 15,-24 6-30-15,-5-5-27 0,-2 0-17 0,-1 0-135 16,-7-1-355-16,-15 3 157 0</inkml:trace>
  <inkml:trace contextRef="#ctx0" brushRef="#br0" timeOffset="53469.32">12728 8540 125 0,'-6'-15'132'16,"-1"4"3"-16,-7-2-12 0,-1 3-1 0,-2 0-5 0,-7-1-11 16,2 5-12-1,2 1-7-15,-3 2-11 0,-4 0-3 0,5 6-10 16,-6 1-9-16,1 4-1 0,-2-1-8 0,2 3-6 15,3 4-4-15,1 0-11 0,2-2 4 0,6 0-7 16,-2 3 1-16,2-2-11 0,6 2 4 0,-1-1 4 0,2 2-8 16,3 1 9-16,3-2 0 0,0 1-1 0,6-3-2 15,0 1 13-15,6 1-6 0,4-2-1 16,4-2 7-16,6 0-1 0,2 0 4 0,2-6-9 0,2-5-3 0,1 2 4 16,1-4 3-16,4-2-1 0,-3-1-7 0,-1-3-1 15,-1 0-2-15,-6 2 4 0,-4-1 16 0,-3-1 5 16,-3-1 12-16,0 0 11 0,-6 0 1 0,-1-1-8 15,1-1 5-15,-6 1-16 0,-1-5 3 0,-2 3-8 16,0 1-2-16,-4-1-9 0,-1 1-3 0,-5-1-10 16,-2-2-6-16,1 2-5 0,-2 7-7 0,-2-2-8 0,-3 2-6 0,-2 2-10 15,-1 3-9 1,1-2-14-16,-2 4-17 0,1 1-14 0,1 2-12 0,2 2-22 16,0-2-18-16,6 1-31 15,1-2-169-15,1 2-357 0,6-2 158 0</inkml:trace>
  <inkml:trace contextRef="#ctx0" brushRef="#br0" timeOffset="53906.08">13128 8388 65 0,'0'0'208'0,"-3"-5"-17"16,1 4-19-16,2 1-23 0,-7-4-16 0,7 4-12 16,-10 0-14-16,10 0-21 0,-14 3 0 0,5 1-14 15,-1 1-5-15,-1 0-7 0,-1 2-7 0,2 1-8 0,-4 0-3 16,1 3-8-16,0 1-6 0,0-2 0 0,2 0 3 31,5 1-11-31,-1-1 1 0,-1 2-2 0,4-2-14 0,1 0 7 0,0 0 3 16,3 1 1-16,3-1-4 0,3 2 1 15,1 0 6-15,4 0-6 0,4-1 5 0,8 3-1 0,-1 0-5 16,5-3 2-16,2 0-6 0,-1-2 10 0,1 4-6 16,-8-6-5-16,6 4-3 0,-10-5 0 0,-1 2-1 15,1 0-1-15,-4-2-1 0,-3-1-3 0,-4 1 7 16,0-2-5-16,-2 2 0 0,0 2-3 0,-4-4-4 0,-1 2 10 16,-6 4 5-16,-2-4-2 0,-7 7-1 0,-4-5 0 15,-6 3 0-15,-1 1 3 0,-1-5-1 0,-1 3-4 16,0-1-1-16,0-1-2 0,0-2-24 0,2 2-15 15,-1-5-30-15,6 0-18 0,3-2-19 0,6-1-42 16,4-2-125-16,2 0-295 0,4-3 130 0</inkml:trace>
  <inkml:trace contextRef="#ctx0" brushRef="#br0" timeOffset="55355.65">13617 8270 123 0,'0'0'179'0,"0"0"-7"15,0 0-6-15,-1-3-4 0,1 3-5 0,0 0-4 0,0 0-11 16,0 0-7-16,0 0-15 0,0 0-13 0,0 0-9 15,6-6-13-15,1 5-12 0,-2-1-5 0,4 1-7 16,1-3-9-16,2 3-2 0,-1 1-6 0,7-1-4 0,1 2-1 16,0-1-1-16,2 2-1 0,0 1-3 0,-1 2-4 15,0-2-6-15,-1 4-4 0,-2 0-4 0,1 0 3 16,-4 1-5-16,0 1-3 0,-4 3-4 0,0 0-6 16,-2-2-1-16,-3 2 0 0,-2 3 0 15,-3 2-5-15,-2-1-4 0,-3 0 3 0,-1 0-2 0,-4 1 6 16,-2-2-4-1,2 2-2-15,-4-3 4 0,1 1 3 0,-1-4 0 16,1 0 2-16,3 0-5 0,1-5 1 0,0 2-1 16,0-2 0-16,4-2 0 0,0 1 1 0,0 0-1 15,1-4 2-15,3 3-2 0,1-4 1 0,1 6 2 0,3-5 3 16,4 3-8-16,2-1 11 0,5-2 1 16,3 2-7-16,0 1-1 0,1-2 2 0,3 1-2 15,-3 1-2-15,3 1 1 0,-2-2 2 0,-2 3-7 0,0 1 2 0,-1-1-1 0,-5 4 0 16,2-5 2-16,-4 4-1 0,-2-5 4 0,1 5-2 15,-5-4 4-15,0 4 2 0,-3-2 1 16,-1 1 5-16,-4 1-2 0,-1 0 6 0,-4 0 0 16,-5 2 1-16,-2-1-4 0,-4-1 3 0,-6 1-4 15,-2 2-4-15,-2-5 6 0,1 1 2 0,-1-3-4 0,2-1 1 16,1 1-5-16,-2-5-20 0,7 3-23 0,2-3-23 0,2 0-32 16,4-5-31-16,4 0-40 0,1 0-164 0,1 3-357 15,8-8 159-15</inkml:trace>
  <inkml:trace contextRef="#ctx0" brushRef="#br0" timeOffset="55840.25">14209 8378 149 0,'6'0'197'16,"3"-3"-11"-16,0 2-18 0,0 1-18 0,5 1-15 0,-1 2-9 16,5 2-10-16,-3 4-12 0,-1 0-11 15,2 4-5-15,-6-1-15 0,3 4-6 0,-3 2-5 16,-4 0-8-16,2 1-4 0,-6-1-2 0,0 2-6 16,-5 3-3-16,-1-4-4 0,-2 1 2 0,1-2-8 0,-4 2 0 15,-1-6-2-15,0 3-2 0,2-1-2 0,-4-3 5 16,5-4-2-1,0 0-3-15,1-2 5 0,2-2-3 0,0-1 13 16,0-1 19-16,4 1 27 0,-5-1 32 0,5-3 21 16,-1 4 19-16,1-4 15 0,0 0-16 0,0 0-16 15,9-14-19-15,1 0-10 0,2 2-12 0,7-8-12 16,0-2-6-16,2-4-10 0,1 0-3 0,8-14-27 16,-1 4-16-16,-5 9-11 0,-3-1 0 0,2 3-6 15,-4 4 17-15,-6 4 4 0,-4 3 10 0,-2 5 7 0,1 2 10 0,-4-2 13 16,3 3-13-16,-4 1-8 0,0 3-22 0,-1-3-29 15,1 4-17-15,-3 1-1 0,0 0-4 0,0 0 1 16,-7 17 5-16,1-6-2 0,0 6 7 0,-2 1-7 16,2 8 7-16,-2-2-1 0,8 3 4 0,-1-1 5 15,7-1 2-15,3 2-10 0,10-3 10 0,8-1-10 16,19 4-25-16,6-5-39 0,38-3-56 0,-26-5-79 0,38-5-100 0,3-2-253 16,-3-8-613-16,-6-4 271 0</inkml:trace>
  <inkml:trace contextRef="#ctx0" brushRef="#br0" timeOffset="57715">18004 7958 142 0,'0'0'142'0,"0"0"-2"0,0 0 1 16,0-6-8-16,0 6-7 0,0 0 1 0,3-2-9 15,-3 2-6-15,0 0-11 0,0 0-2 0,0 0-13 16,0 0-6-16,0 0-9 0,0 0-13 0,0 0-8 16,-16 6-2-16,6-1-8 15,-4 2 2-15,-4 2-15 0,0 0-1 0,-9 3-1 16,8-2 2-16,-4 2-7 0,-2 0-2 0,2 0-4 16,-3 2 3-16,7-3-4 0,1-1-2 0,0 1-6 0,2-1 4 0,2 1 1 15,1-2-4-15,3 1-3 0,2-4 6 0,1 4-8 16,2 0 2-16,1-5-1 0,3 2-4 0,1 3 10 15,3-3 1-15,3 2-6 0,2-1-1 16,5 1 0-16,2 0 2 0,4 0-4 0,9 2 4 0,0 0-1 16,2-2-5-16,-3-1 5 0,1 1 1 0,-1 3-5 15,-1-4 5-15,-4 1-3 0,-4-2-3 0,0 2 3 16,-4-1-2-16,-4-1-2 0,-1 1 1 16,-1-2-4-16,-2 4-2 0,-6 0 5 0,0 0-1 15,-5-1 6-15,-8 5-2 0,-2-3-2 0,-7 4 0 0,-6-3 5 16,1-1-3-1,-3 4 4-15,-1-6-5 0,2-4 5 0,-1 4-3 16,7-3 1-16,-4-2-1 0,8 1 1 0,-3-4-3 16,5 0 6-16,4-1-1 0,2 0 4 0,0 0-6 15,3 0-2-15,5-1-29 0,1-4-36 0,2 5-33 16,9-8-5-16,0 1-28 0,9 1-26 0,-1 0-105 16,8-4-282-16,7 1 125 0</inkml:trace>
  <inkml:trace contextRef="#ctx0" brushRef="#br0" timeOffset="57966.98">18363 8293 188 0,'0'-4'311'0,"0"0"-8"0,0 4-15 15,0 0-18-15,0-5-30 0,0 5-23 0,0 0-24 16,0 0-27-16,-2-5-17 0,2 5-17 0,0 0-18 15,0 0-15-15,0 0-11 0,0 0-8 16,0 0-10-16,0 0-8 0,5 11-5 0,-4-5-9 0,0 0-3 16,3-1-3-16,-4 3-5 0,0 4-4 0,2-4-5 15,0 3-3-15,-2-2-22 0,1 3-15 0,-1-1-12 0,0-2-16 16,0-2-19-16,0 3-6 0,0-2-22 0,-1 1-19 16,1-2-15-16,0-2 1 0,-4 1-3 0,2-2-19 0,-2-2-46 0,1 0-180 0,3-2-396 15,-14-4 175-15</inkml:trace>
  <inkml:trace contextRef="#ctx0" brushRef="#br0" timeOffset="58143.71">18290 8085 241 0,'0'-10'233'16,"2"5"-19"-16,-1-2-14 0,1 2-14 0,-2-1-24 16,0 3-20-16,2-1-13 0,-1 0-21 0,-1 4-22 15,5-2-16-15,-5 2-22 0,0 0-29 0,0 0-19 16,14 8-28-16,-8-3-23 15,1 1-31-15,-2 2-39 0,0 1-139 0,-1 0-280 16,1 2 124-16</inkml:trace>
  <inkml:trace contextRef="#ctx0" brushRef="#br0" timeOffset="58529.15">18598 8265 92 0,'0'0'148'0,"0"0"-2"15,0 0-20-15,-2 9-17 0,0-4-5 0,4-1-10 16,-2 2-13-16,-2 1-6 16,4 0-9-16,-2 3-6 0,0-3-4 0,0 1-12 15,2-1-2-15,-2 2-5 0,-2 0 1 16,2-4-3-16,0 2-12 0,0-2 8 0,2 0-2 15,-2-2 13-15,0-3 18 0,0 8 15 0,0-6 21 16,0-2 26-16,0 0 23 0,0 0 21 0,0 0 10 0,0 0-7 16,0 0-13-16,0 0-12 0,18-10-11 0,-9 2-18 15,0-1-11-15,-1 1-11 0,1-1-14 0,1 0-7 0,-2 4-8 16,-2-1-12-16,1 0-6 0,0 3-5 0,-2-1-6 0,0 1-7 16,0 1-4-16,-1-1-4 0,4 1-15 0,-8 2-15 0,11 5 2 15,-2-3-4-15,-2 3-6 0,2 0-9 0,0 0-7 16,1 4-9-16,1-1-8 0,-2-1-35 0,0 4-23 15,5 2-27-15,-3-1-33 0,1-2-42 0,-2 2-253 16,-2-4-503-16,0-4 222 0</inkml:trace>
  <inkml:trace contextRef="#ctx0" brushRef="#br0" timeOffset="59230.41">19233 8075 133 0,'0'0'187'0,"0"0"-12"0,0 0-7 0,0 0-16 16,0 0-15-16,0 0-9 0,0 0-13 0,0 0-10 15,0 0-15-15,17-2-15 0,-12 2-4 0,5 0-8 0,-2 0 0 0,2 1-8 16,3 0 7-16,1 2-2 0,5 1 0 0,-2 0-6 16,1 2-7-1,1 0-3-15,-4 3-6 0,-3-3-3 0,3 3-4 0,-1 0-4 16,0 1-3-16,-1 5 1 0,-3-7-7 0,-3 3 1 15,0 4-5-15,-3-4 6 0,-4-1-12 0,1 3-7 16,-2 0 3-16,-4 1-2 0,1-2-3 0,-5 4 3 16,-1-5 3-16,2 0-3 0,1-1-1 0,-2-1 4 15,0-1-1-15,4-1 0 0,-1 0-3 0,1-2 2 16,0-3 0-16,2 5-1 0,0-5 0 0,-1 1-6 16,4-3 3-16,-2 4-3 0,2-4 4 0,2 6-3 15,-2-6 3-15,8 4-1 0,1-1 5 0,0 0-4 16,2 1 0-16,3-2-1 0,-1 1 2 0,1 2-5 15,-4-3 1-15,8 6 1 0,-8-2-3 0,3 1 1 0,0 1 1 16,-4 1-6-16,1-1 8 0,0 0-3 0,-3 2 1 16,-2 1 4-16,-1-1 3 0,-3 2 3 0,-1-2-1 0,-3 1 4 15,-2 0 0-15,-2-1 0 0,-7 2 2 0,-2 1 0 16,-3 0-1-16,-5-1-2 0,-7 0-12 0,4-2-17 16,-2-3-31-16,-1 1-36 0,5-3-36 0,-3-2-43 0,6-3-157 15,4-1-351-15,0-1 156 0</inkml:trace>
  <inkml:trace contextRef="#ctx0" brushRef="#br0" timeOffset="59731.42">19766 8204 128 0,'5'-2'222'0,"4"-3"-22"0,2 5-22 0,-1-2-14 16,4 2-17-16,0 1-10 0,0 0-14 0,5 5-9 15,0 2-13-15,0 1-11 0,-2 0-11 0,1 2-7 0,-4 1-4 0,-1 4-8 16,-2-3-9-16,-4 3-7 0,-2 2-4 0,-4-1-3 0,-1 0-3 31,-1 4 0-31,-3-1-11 0,-2-3 7 0,-1 0-6 0,-3-2 3 16,1-3-7-16,1 1 2 0,3-3 1 0,-5-2 2 15,6 0 1-15,-1-3 8 0,1-1 14 0,-1-2 19 16,2 3 28-16,2-3 26 0,-3 1 48 0,4-3 11 16,0 0 3-16,0 0-14 0,0 0-25 0,4-16-20 15,5 3-12-15,2-1-12 0,9-5-3 0,-1-1-15 16,2-2-4-16,3-2-12 0,1-2-15 16,1-1-4-16,-2 0-8 0,-1 4-7 0,0 0-4 15,-4 6-6-15,-6 2 10 0,1 3 5 0,-9 3-7 0,4 2 14 16,-5 1-3-16,0 4-7 0,0-2-7 0,1 0-23 15,-4 2-26-15,-1 2-13 0,0 0-2 0,0 0 9 0,-7 15 0 16,0-6 0-16,-3 6 3 0,-3 2-1 0,4 5 4 0,0 2-1 16,0 1 6-16,4 1-2 0,4 3 4 15,2 0-2-15,8-1 3 0,1 0 6 0,12-4-1 16,2 3-2-16,18 0 23 0,8-6-45 0,10-4-51 16,4-3-69-16,35-4-101 0,-2-6-377 0,1-5-683 0,-6-9 301 0</inkml:trace>
  <inkml:trace contextRef="#ctx0" brushRef="#br0" timeOffset="61118.9">10841 10906 15 0,'-7'2'182'0,"7"-2"-15"0,0 0-5 0,0 0-8 16,0 0-7-16,0 0-6 0,0 0-9 16,0 0-7-16,0 0-8 0,0 0-13 15,0 0-7-15,0 0-13 0,0 0-5 0,0 0-5 0,0 0-2 16,0 0-8-16,0 0-4 0,0 0 0 0,0 0 0 16,26 0-5-16,-8-2-5 0,12-3-4 0,9 1-7 15,13 0 0-15,8-4-16 0,3 3-32 0,30-1-47 16,-28 0-54-16,25-2-81 0,-34 1-140 0,4 0-358 15,-5 0 159-15</inkml:trace>
  <inkml:trace contextRef="#ctx0" brushRef="#br0" timeOffset="62083.01">11850 10540 73 0,'0'0'163'16,"0"-6"-27"-16,0 6-7 0,10-2-18 0,-6 1-4 16,5-3-13-16,5 3-15 0,0-1-12 0,4 2-4 15,0 0-10-15,9 0 0 0,2 3 4 0,2 1-12 16,2 0 6-16,-1 1 2 0,1 0-4 0,2 0-4 16,-2 3-4-16,-4-2-9 0,-4 5 1 0,-6-4-6 0,-1 3 1 0,-5-1-6 15,-2 2 2-15,0 3-6 0,-4-4 2 0,-2 6-13 16,-5-4 10-16,-4 5-5 0,-1-2 2 0,-4 0 2 15,-5 2-4-15,-5 1 5 0,5-4-3 0,-8 2-8 16,5-3 7-16,1-2-4 0,-1-1-2 0,1-1 0 16,0-2 8-16,4 1-9 0,1-3-1 0,5 0 1 15,-3-1 2-15,5-1-8 0,0 1 0 0,3 1 5 0,2-1-3 0,3 0-1 16,5 5 5-16,1-6-2 0,7 2 4 0,5 1-1 31,4 0 5-31,1 3 2 0,1-3 3 0,0 3-1 0,3-1-2 16,-3 2 2-16,-2 1-3 0,0 0-1 0,-7 0-5 15,-5-1 0-15,1 2 1 0,-5 1-2 0,0 1 0 16,-5-5 0-16,-2 4 6 0,-4 0 5 0,-7-1-2 16,-7 4 1-16,-11 0 0 0,-7-1-4 0,-13 4 5 0,-6-6-7 15,1 1 0-15,-3-3 1 0,3-3 0 0,-3-2 0 16,4 1-3-16,11-4-13 0,2-2-25 0,-4-1-26 16,2 0-18-16,10-4-44 0,2 1-205 0,9-4-349 15,7 3 154-15</inkml:trace>
  <inkml:trace contextRef="#ctx0" brushRef="#br0" timeOffset="63723.16">13189 10400 180 0,'4'-4'174'16,"-4"4"-10"-16,1-5-7 0,-1 5-7 0,0 0-13 15,3-1-15-15,-3 1-9 16,0 0-15-16,0 0-11 0,0 0-14 0,0 0-14 16,0 0-8-16,0 0-6 0,0 0-2 0,-22 10-5 0,9 0-4 15,-4 2-6-15,-6 3 1 0,1 0-7 0,-3 0-3 0,1-1 2 16,0 3 0-16,1-1-8 0,1-1 1 0,1 1-3 15,4-3 0-15,4-1 5 0,0 0-7 0,-2 2-1 16,6-5-4-16,0 0 4 0,3 1-4 0,1-1-3 16,2 1-1-16,2-1 5 0,2 0 2 15,4-1 1-15,4 1 1 0,9-1 9 0,2 2 1 16,7 2-4-16,1-3 1 0,7 2 1 0,-6-6-1 0,4 6-1 16,-1-1 4-16,0 0 1 0,-1-2-3 0,-3 3-2 15,-1-4-9-15,-10 1 6 0,0-1 0 0,-6-2-5 16,-1 3-2-16,-1-2-3 0,-4-2 4 0,-2 3 2 15,-3-2-1-15,-4 4 0 0,-5 0 0 0,-6 1 6 0,-6 1-4 0,-6 1-1 16,-6-3 2-16,-1 1-3 0,-1-2-2 16,0 0 1-16,4 0 2 0,0-2-1 0,-1 2-2 15,1-1-4-15,3-5-15 0,7 2-7 0,2-1-4 16,6-2-9-16,1-1-13 0,3 0-8 0,3 0-55 0,6 0-35 31,0 0-170-31,8-10-340 0,4 6 150 0</inkml:trace>
  <inkml:trace contextRef="#ctx0" brushRef="#br0" timeOffset="63977.58">13506 10747 22 0,'4'-4'321'16,"-3"0"6"-16,2 0-12 0,-3 4-9 0,4-6-14 0,-4 6-13 0,2-4-30 15,-2 4-22-15,2-7-29 0,-2 7-8 0,0 0-33 16,0 0-17-16,3-3-20 0,-3 3-16 0,0 0-12 15,0 0-22-15,0 0-11 0,0 0-3 0,0 0-5 16,5 15-7-16,-3-10-3 0,-1 3-10 0,2-2-3 16,-2 2-6-16,0 2-7 0,0-1-5 0,2 0-9 15,-3 2-9-15,1-2-21 16,1-2-16-16,-1 0-20 0,0 1-27 0,-1-1-25 16,0-2-19-16,0 2-18 0,-1 0-12 0,0-2-20 15,1-2-8-15,-2 0-45 0,2-3-151 0,0 0-422 0,0 0 187 16</inkml:trace>
  <inkml:trace contextRef="#ctx0" brushRef="#br0" timeOffset="64139.68">13468 10582 166 0,'1'-11'246'16,"3"0"-15"-16,-2 1-11 0,1 2-19 0,-3 0-15 0,5 1-17 16,-2 2-23-16,-1-1-14 0,1 1-16 15,1 1-22-15,-2 2-29 0,2 0-27 0,-4 2-31 16,9 2-27-16,-4 0-18 0,-1 1-32 0,3 3-34 15,0 2-56-15,-3-3-112 16,0 5-292-16,-2-4 129 0</inkml:trace>
  <inkml:trace contextRef="#ctx0" brushRef="#br0" timeOffset="64496.75">13746 10718 160 0,'0'0'157'0,"4"0"-11"0,-4 0-17 16,2 9-14-16,-2-7-8 0,0 2-6 0,1 2-14 15,-1 2-5-15,-1 4-13 0,-1-3-4 0,1 3-5 16,-2 2-5-16,-1 2 3 0,2-4-11 0,-1 1-8 16,-2-4-4-16,4 0 0 0,-1-1-3 0,0-2-3 0,1-1-3 15,0 1 5-15,-1-4 34 0,2 3 39 0,-1 0 33 0,1-5 31 16,0 0 18-16,0 0-5 0,0 0-25 0,0 0-17 15,8-11 0-15,-1 3-26 0,2-2-7 0,0 0-16 16,4-2-12-16,-4 2-5 0,5 0-10 0,-4 1-12 16,1 2 1-16,0 0-12 0,-1 1-9 0,-1 0-5 15,3 2-15-15,-2 2-6 16,0 0-6-16,-1 2 0 0,3 2-22 0,-2 1-2 16,-1 2-8-16,4-1-13 0,-4 3-15 15,1-1-17-15,1 1-29 0,0 1-28 0,-2-2-28 0,1 4-37 0,0-4-48 0,-2 0-179 16,-1-1-462-16,-2 0 205 0</inkml:trace>
  <inkml:trace contextRef="#ctx0" brushRef="#br0" timeOffset="65072.59">14177 10467 90 0,'9'-3'166'16,"4"1"-3"-16,-3 1-14 0,5 0-4 0,-2 1-14 16,6 0-14-16,-1 1-10 0,0 2-13 0,-1 0-7 0,-6 1-11 15,3 1-7-15,-2 2-11 0,-3 0-5 0,-2 0-3 16,1 3-9-16,-3-1-7 0,-2 3 0 0,-2 2-3 16,-1-5 2-16,-3 8-7 0,-3 0-1 0,-2-2 0 0,-2-1-5 15,-4 0-3-15,1 1 3 0,-2-1-6 0,5 1 3 0,-1-1 0 16,0-5-8-16,6-3 4 0,-3 3-4 15,3-6-2-15,1 2-3 0,-1 2 4 0,1-2-5 16,3-2 0-16,2 2 5 0,1-1-3 0,-2-4 3 16,11 5 2-16,-2-1-5 0,6 0-1 0,3 0 15 0,4 1-10 15,0 0 9 1,3 2-2-16,1 1 6 0,2-2-6 0,-1 5-1 16,-2-2-3-16,-3 0-10 0,-4-1 11 0,1 1-3 0,-2 1-1 0,-3 4-5 15,-4-6 1-15,-2 4-4 0,-1-1 0 0,-2-2 3 0,-2 3-2 16,-4-1 2-16,-4 1 3 0,-5 1-2 0,-1-1 1 15,-8 0 3-15,0 2-3 0,-4 1-1 16,-4-5 2-16,2 0-3 0,5-2 1 0,-9-2-4 16,-1 1 0-16,1-2-17 0,2-2-24 0,4 3-25 15,4-5-21-15,1-6-29 0,2 4-33 0,4 0-148 16,3-2-320-16,5 2 142 0</inkml:trace>
  <inkml:trace contextRef="#ctx0" brushRef="#br0" timeOffset="65573.52">14775 10648 62 0,'18'-4'196'0,"4"0"-16"0,1 3-9 0,-3 1-7 16,13 1-22-16,-11 2-14 0,-2 1-19 0,6 4-10 0,-2 4-12 16,-7-2-14-16,-1-1 0 0,-1 6-9 0,-1-1-6 15,-4 1-6-15,-4 2-7 0,-2 3-1 16,-3-2-7-16,-3 2-2 0,-2-1 1 0,-6 5 3 16,0-7 2-16,-4 7-3 0,-3-4-7 0,3-6-4 0,-1-1 1 0,-1 2 2 15,-2-3-11-15,4 0 10 0,-1-3 2 0,3-3 6 16,3 0 10-16,1-1 16 0,2-3 18 0,1 1 31 15,1-1 18-15,-1 1 27 0,3-2 28 0,2-1-15 16,0 0-8-16,1-9-35 0,5 0-10 0,5-3-16 16,3-2-11-16,5-6-15 0,4-2-3 0,0 1-10 15,1-4 0 1,3-2-33-16,7-8-12 0,2 2-7 0,-9 9-7 0,-4 4-1 16,-1-3 2-16,-3 8-5 0,-5 4 18 0,-5 4 1 0,-1-1 1 0,-3 3-7 15,-1 1 1-15,1 0-14 0,-3 0-9 0,2 4-4 16,-4 0-3-16,0 0 0 0,-10 12-5 0,2-6 5 15,-2 8 8-15,-3-3-4 0,3 8-2 0,1-3-2 16,0 3 4-16,4 0 0 0,2 7 5 0,6-1 14 16,5-1-17-16,8 2 9 0,10-6 3 15,15 9-14-15,9-7-30 0,10-3-60 0,32 3-76 0,6-8-113 16,-1-7-265-16,-3-4-603 0,6-4 267 0</inkml:trace>
  <inkml:trace contextRef="#ctx0" brushRef="#br0" timeOffset="67445.45">18154 10343 96 0,'0'0'126'0,"0"0"-2"0,0 0-5 0,0 0-2 16,0 0 1-16,0 0 1 0,0 0-17 0,0 0-6 0,0 0-14 0,0 0-3 0,6-7-3 0,-1 6-14 15,5-1-7-15,-1-1-10 0,4 1-1 16,1 0-6-16,8 2-5 0,-3 0-5 0,10-2-6 16,0 6 5-16,1-2-10 0,-2 3 3 0,-1 0-1 0,1 6-3 15,-9-2-1-15,-2 0-2 0,2 1 2 0,-5 4-6 16,-1-2 3-16,-5 4-8 0,-1 0 3 0,-3 1 1 15,-2 1-2 1,-6-1-2-16,-3 1 2 0,-4 4 7 0,-2 4-7 0,-4-4-6 16,-2-2 1-16,-1-3 0 0,2 0-4 0,0-4 9 15,1 0-2-15,-1-1-4 0,3-3 6 16,-1 2-2-16,5-4-3 0,0 0 3 0,3 0-2 16,-1-3 4-16,3 0-5 0,1 0 3 0,1-2 2 0,1 2-5 0,3-4 3 0,3 2 2 15,5 0-1-15,4-1 0 0,6-2 3 16,5 2-5-16,4 1-2 0,2 0 4 0,2 0-4 15,1 1 1-15,0 2-1 0,0-3 2 0,-1 4-3 16,-5 0 3-16,3 4-6 0,-9-3 1 0,3 5 3 16,-6-1 2-16,-3 0-4 0,-2 3-2 0,-5-4 4 15,-2 2-6-15,-2 1 4 0,-5-2 3 0,-3 2-2 16,-6 2 5-16,-10 4-4 0,-7-2 4 0,-3-2 1 16,-2-2-4-16,-3 0 4 15,-2-4 2-15,-12 2 6 0,-1-3 6 0,13-3 7 16,-2-2 5-16,-1-2 11 0,-7-2 5 0,8-1 7 15,8-2 8-15,0 2 13 0,13 0 21 0,0 0 12 16,6-2 14-16,2 1 13 0,3 2-1 0,1-2-15 16,4-1-27-16,-1 2-34 0,4-5-35 0,5 2-23 15,3-2-21-15,8-1-37 0,3 2-44 0,12-5-50 16,1 2-60-16,0 1-231 0,0 2-479 0,4-2 213 0</inkml:trace>
  <inkml:trace contextRef="#ctx0" brushRef="#br0" timeOffset="68494.67">19442 10345 52 0,'-3'-1'122'0,"3"1"-8"16,-6-1-8-16,6 1-22 0,0 0-5 0,0 0-6 16,0 0-9-16,0 0-7 0,0 0-3 0,0 0-3 0,0 0-4 15,-9 2-3-15,9-2 10 0,0 0 5 0,0 0 7 16,0 0-1-16,0 0 7 0,23 0 1 0,-14-1-4 0,2 0-5 16,3-2-1-16,-2 3-5 15,-2-2-7-15,4-1-2 0,-1-1-5 0,1-1 5 0,0 1-1 16,0-2-2-16,1-1 3 0,2 0 3 0,-5 1 3 15,-1 0 9-15,-3-1-2 0,-1 2 4 16,2-3-3-16,-2 3-2 0,-4 0-8 0,1-1-4 0,0 1-6 16,-3 0-6-16,-1 0-5 0,0 1-9 15,-3-2-8-15,-1 3-2 0,-3 1-3 0,-4 0-4 16,-1 4 3-16,-9-2-5 0,-1 4 0 0,-6 4-2 16,1 1-2-16,-5 6 0 0,0-2 4 0,0 4-6 15,-11 9 1-15,11-7-6 0,0 1 4 0,1 4-1 16,-5 7 0-16,-2 5 0 0,15-13-2 0,1 3 0 15,1 3 3-15,3 2-1 0,1-6-4 0,8 5 4 0,3 0 3 16,2-1 2-16,8-2 4 0,2 2 3 0,8-5 2 0,5-1 2 16,6-1 3-16,4-4-2 0,4-2-1 0,4-2 1 15,18-3-2-15,0 0 1 0,-2-7-3 0,4-1 2 16,1-2-1-16,-1-5 2 0,-1 0-3 0,-6 0-1 16,-10-6 1-16,-4 2-1 15,-6-2-1-15,-2 0 3 0,-2-2 25 0,-11 4 18 0,-1-4 3 16,-5 5 0-16,-1-4 0 0,-3 0-7 0,0-3-5 0,-4 4-7 0,-6-2-8 0,0 0-6 15,-3 2-4-15,-2 0 0 0,-6 0-5 0,0 3-3 16,-2 3-1-16,-2 0-3 0,1 3-1 0,-2-1-3 16,0 2 1-16,0 4-3 0,2 1-2 0,0 2-2 15,2 1 0-15,5-4-4 0,1 3-15 0,2 0-6 16,2 0-1-16,-1 4 3 0,4-4 2 0,4 3 7 16,0-1 6-16,4-3-1 15,6-1 4-15,2 2 2 0,8-2 2 0,8 0 1 16,0-1 1-16,4-3-7 0,1-1 5 0,1-1 2 15,-2-4-1-15,0 0 4 0,-2-1-2 0,-3-1 1 16,-9 1 2-16,3-1 6 0,-4-3 7 0,-3 1 3 16,-4-1 0-16,1 0-7 0,-3-2 3 0,-1 2-15 15,-3-2-15-15,1-5-14 0,-4 5-10 0,-2 1-8 16,-4 0-11-16,-1 0-10 0,-1 1-4 0,-3 2-10 0,-5-1-11 0,-1 3 7 16,2 1-6-16,-1-1-6 0,-3 3-10 0,5 1-15 15,-2 2-7-15,6 0-30 0,-4 1-152 0,8 0-340 16,0 1 151-16</inkml:trace>
  <inkml:trace contextRef="#ctx0" brushRef="#br0" timeOffset="68895.73">20500 10464 54 0,'1'-4'180'0,"-1"4"-17"15,-5-5-19-15,5 5-11 0,-6-3-13 0,6 3-11 16,-12 0-10-16,3 3-15 0,0-1-8 0,-2 2-9 16,-1 2-2-16,3-1-16 15,-2 1-2-15,-6 4-7 0,4 0 1 0,-1 2-7 16,5 0-7-16,0-3-4 0,-1 4 0 0,1-1-4 0,3 2-3 0,1 1 2 0,2 1 0 0,3 0-3 15,0 1-3-15,5-1 3 0,0-1-5 0,4 2 5 16,9 2-3-16,-1 2 1 0,3-2 0 0,2-3-1 16,0 0 1-16,-4-4 1 0,1-3 0 0,-3 2-5 15,2-4 1-15,-4 3-4 0,0-5-1 0,-5-1 1 16,-4 1 0-16,3-2-3 0,-4 1 1 0,2-2-2 0,-5 1 3 16,-1-3 0-1,0 0 3-15,-13 8-1 0,2-4-1 0,-10-3-5 16,1 0-1-16,-7 0-13 0,-3 0-26 0,2-1-26 15,-3 0-32-15,4 0-35 0,-1-1-126 0,8-1-279 16,3 1 124-16</inkml:trace>
  <inkml:trace contextRef="#ctx0" brushRef="#br0" timeOffset="69612.97">20863 10415 53 0,'0'0'163'0,"10"-4"-16"0,-4 3-12 0,2 1-17 16,2 0-11-16,3 1-8 0,-3-1-20 0,3 2 2 16,-2 3-5-16,2-2-22 0,1 3 3 15,-3-1-7-15,1 1 0 0,-3 0-5 0,0 2-5 0,-4 2-9 0,4-1 6 16,-4 1-12-16,-1 2-3 0,-4-3 1 0,0 1 1 15,-4 2 3-15,0 0-11 0,-3 3 7 0,-2-2-3 16,-3 2-1-16,2-2 1 0,-3-3 2 0,4 0-2 0,-1-1-7 16,1-1 2-16,2-1 1 0,-1 0-3 0,0-5 1 15,3 3-6-15,1 0 1 0,0-3-3 0,1 1 4 16,1-1-4-16,1 3-8 0,1-5 10 0,4 7-1 0,0-4 0 16,2 1 9-1,6 0 2-15,-1 0 0 0,1-1 1 0,5 1-1 0,0 1 5 16,2 4-9-16,3-4 0 0,-4 4 1 0,1-3-5 15,0 6-1-15,-2-5-3 0,-2 4-2 0,-2-2 0 16,-3 0-2-16,0-1 2 0,-2 2 1 0,-1-1-1 16,-2 1-5-16,0-1 2 0,-5-2-6 0,0 2 3 15,-7 1 1-15,4 0 0 0,-5-3 5 0,0 3-2 16,-7-2 0-16,1 0 2 0,-4-1 1 0,1 1-8 16,-2-2 6-16,1-3 0 0,0 2-13 0,-1-3-17 15,1 2-26-15,-1-3-47 0,3-1-45 0,-1-1-137 16,4-1-306-16,5-1 135 0</inkml:trace>
  <inkml:trace contextRef="#ctx0" brushRef="#br0" timeOffset="70083.27">21270 10588 219 0,'0'0'207'0,"7"-1"-21"16,-7 1-19-16,9-2-18 0,-9 2-16 0,12 2-16 0,-5 0-13 16,2 5-14-16,0-2-4 0,0 3-14 0,-2 1-5 15,1 2-12-15,1 3-2 0,-4 0-7 0,-1 3-1 16,0 1-6-16,-3 0-5 0,-1 2-2 0,-3-3-2 16,-1 3-4-16,-1-2 2 0,-1-2-3 0,0 0 3 15,-1 1-1-15,1-7 7 0,-1 1-4 0,1-1 1 16,1 0 5-16,0-5-1 0,2 0 3 0,-1 2 5 15,2-3 7-15,1-3 15 0,-1 3 23 0,0 1 27 16,-2-2 26-16,4-3 11 0,0 0 18 0,-1 3 20 16,1-3 1-16,0 0-18 0,0 0-19 0,14-13-17 15,-4 6-18-15,4-6-9 0,5-5-13 0,3 2-3 16,2-3-35-16,0-4-25 0,3-2-25 0,3-2-27 0,-1 3-9 0,7-11-4 31,-14 12-3-31,2 4 8 0,-4-1 1 0,-7 8 5 0,-4 3 13 0,-1 0 8 16,-2 3 10-16,-1 0 2 0,-1 0-5 0,-3 3-5 15,3 1-10-15,-4-1-14 0,0 3 0 0,0 0-2 16,0 0 0-16,-14 6-1 0,8 4-1 0,0-3-2 16,0 6 6-16,-3 3 1 0,5 2 7 15,2 10 1-15,8 0 4 0,3 2-3 0,13 1 3 16,14 5 9-16,11-2-31 0,7-5-41 0,28 7-41 0,-21-15-63 16,27 1-80-16,-28-11-312 0,32-1-615 0,-27-7 272 15</inkml:trace>
  <inkml:trace contextRef="#ctx0" brushRef="#br0" timeOffset="72588.64">10793 8330 191 0,'0'0'212'0,"-1"-5"-8"16,1 5-11-16,-5-2-8 0,5 2-10 0,0 0-7 15,0-8-13-15,0 8-13 0,0 0-10 16,0-2-10-16,0 2-8 0,0 0-10 0,0 0-5 0,0 0-9 16,0 0-6-16,0-5-10 0,0 5-18 0,0 0-4 15,0 0-7-15,0 0-9 0,0 0 3 0,0 0-8 0,0 0-3 16,0 0-7-16,0 0 0 0,0 0-4 0,0 0-5 0,0 0-4 15,0 0-6-15,0 0-15 0,0 0-13 0,0 0-20 16,0 0-21-16,0 0-11 0,0 0 6 0,0 0 8 16,-4 16 8-16,4-9 5 0,-2 4 2 0,-1 8 3 15,0-2 9-15,0 7 3 0,-1 3 2 0,1 0 2 16,-3 2 6 0,2 0 4-16,0 2-3 0,4 0 9 0,-6 1-5 15,1 2-2-15,1-1 10 0,-2 0 0 0,2-1 10 0,0 0-6 0,0-2 1 0,1 1 0 16,1-1 13-16,1-3-1 0,-2 1-2 0,2-3 3 15,1 2-1-15,0 1 0 0,-2-2 5 0,2-2 1 16,2 3-8-16,-2-1 11 0,-2 1 0 0,2-8-3 16,2 6-1-16,-2-6-3 0,-2 0 0 15,4 7-3-15,-4-8 4 0,4 1 0 0,-4-2-1 16,1 3 0-16,1-1-3 0,-1 0 6 0,-1 1-5 16,1-3-6-16,-2 3 6 0,0-1-3 0,0 0 5 15,1 2-6-15,-1-2 3 0,2 1 1 0,-4-2 5 0,1 5 3 16,3-3 4-16,-2-1 0 0,-2 0 1 15,3-2 1-15,-2 1-2 0,1 1-1 0,2-3-1 16,-3 0 0-16,3 1 2 16,-2 0 0-16,1 1 1 0,-1-1-3 0,-1 0 5 15,1 0-1-15,0 1-1 0,-1 0 0 0,4-1 1 16,-5 0 0-16,5 0-1 0,-4 3-4 0,0-1 2 16,3 5-2-16,-3-3-2 0,3-2 1 0,-7-1-1 15,7 2-1-15,-3 0-1 0,-1 3 1 0,0 1-4 0,-2 0 5 0,1 1 5 16,1 1 3-16,-1-1-1 0,-1 0 1 0,1 3-1 15,-2-2 3-15,2-1 1 0,-1 2 0 0,2-1 0 16,-1 0-2-16,-2-1-2 0,3 1 4 0,1 0-5 0,-1-1 1 16,0-1-4-16,2 3 2 0,-3-3-1 0,2 1-6 0,0 1 0 15,1 3 1-15,-1 0 0 0,0-1-1 0,-1 2-3 16,0-2 1-16,1 0 1 0,0 1-3 0,-1-1-2 16,0 1 1-16,1-1 3 0,-1 3-5 15,0-2-1-15,0 2 0 0,-2 0 3 0,5-1 0 0,-5 2 4 16,6-1 4-16,-4-1 1 0,1 0-2 0,-1-1 1 15,0 1-1-15,1 0-1 0,0-1-3 0,-1-1 2 16,0 0 0-16,3-3 0 0,-1 1-1 0,0-1-5 16,-1 2 2-16,4-2-1 0,-3 0-3 0,1-6 4 15,1 0-2-15,1 9 1 0,-3-10 2 0,2-1-2 16,1 2 1-16,-2-1 3 16,2-1-6-16,-2 1 11 0,1-1-12 0,1-2 3 15,-2 3-3-15,0-1-2 0,1-5-1 0,1 4 1 0,0-4 12 0,0-1-14 16,0 2 1-16,0 0 2 0,-2-3 0 0,4 1 0 15,-4-1 1-15,2-2-3 0,0 1 4 0,0-4 7 16,0 2-10-16,0-1 1 0,2-2 2 0,-4-1-3 16,2-3 7-16,0 5-1 0,0-5-1 0,0 0-1 15,0 5-15-15,0-5-20 0,0 0-50 0,0 0-84 16,0 0-72-16,-2-22-259 0,6 10-537 0,-1-2 237 16</inkml:trace>
  <inkml:trace contextRef="#ctx0" brushRef="#br0" timeOffset="74260.87">22472 7878 164 0,'0'-5'241'0,"0"5"-11"0,0-5-4 0,0 5-11 16,0-8-10-16,0 8-17 0,-2-2-15 0,2 2-18 15,0 0-18-15,2-5-13 0,-2 5-16 0,0 0-15 0,0 0-10 16,0 0-11-16,0-4-20 0,0 4-12 0,0 0-4 0,0 0-8 16,3 13-9-16,2-5-3 0,-5 1-2 0,4 4-4 15,-1 6 0-15,-1-2-4 0,-2 9 1 0,4 2 1 0,-4 4 1 0,-2-1-2 16,0 3 2-16,-2 1-5 0,2 0 2 0,-1 2-1 15,-4-2 0-15,0 13-2 0,2-2 1 0,-3 4 3 16,1-2-2-16,1-1-2 0,0-10-1 0,0 9 4 16,-3 0 1-16,4-11-1 0,-3 10 4 0,3-9 1 15,-1-1 4-15,1 11-1 0,-3-13 3 0,7 2 0 16,-2-1 1-16,1-3-2 0,-1 2-1 0,3 0 1 16,-1-1-1-16,1-2-2 0,0 3-1 0,1-2 3 15,0 1-3-15,2-1-4 0,-2-1 2 0,3 1-2 16,-1-2-2-16,2-1 2 0,-2 2 2 0,0-1-5 15,-2 0 2-15,3-2-1 0,-3 2-6 0,1 1 1 16,0-4 1-16,-2 0-1 16,0-1 1-16,-1 1-2 0,-2-2 2 0,2 2-3 15,0-6 2-15,-4 6 0 0,1-1 6 0,-2 0-9 16,0 0 3-16,1-5-3 0,0 6 3 0,0-3 0 16,-4 1-2-16,7-5 0 0,-5 5-1 0,3 3 2 15,2-1 2-15,-2 1-6 0,0-1 4 0,0-2-1 0,-1-4-3 0,4 4 5 16,-3 2-3-16,0-1 1 0,3-6-1 0,-3 0-1 15,0 6 4-15,4 1 2 0,-4-2-2 0,3-3 0 16,-1 4-1-16,-1-2-3 0,1-4 4 0,0 1-2 16,1 1 2-16,-2-4-2 0,2 2 1 0,-1 2-2 15,0-1 1-15,2-1 1 0,-5 6 1 0,5-5 0 16,-2 1 0-16,-2-2 3 0,2 0 1 0,-2 6-3 16,2 1 2-16,0-6 1 0,-1-1-3 0,3 5 0 15,-2-5 2 1,2 6 0-16,-2 2 0 0,-3-1 4 0,2-1 6 0,3-1 0 15,-2 1-4-15,-1 0 4 0,1 0-2 0,-2-2 2 16,0 2-1-16,3 1 5 0,-3 1-8 0,2 0 3 16,0-1-1-16,0 1 6 0,-1-1-10 0,2-1-1 15,1 1 0-15,-3-2-1 0,2 1 0 0,-2 1-1 16,2-2-2-16,0-4 4 0,-2 5-5 0,2-7 3 16,2 8-1-16,-1 0 0 0,-2 0 0 0,-1-2 1 0,2 3-4 15,0 2 15-15,-2-2-11 0,2 4 1 0,-2-6-3 0,2 4 7 0,0-1-4 0,-1 0-1 16,0 1-1-16,2 1 8 0,-3-1-10 0,2-2 1 15,-3-1-4-15,2 2-1 0,1-1 4 16,-2 1 2-16,2-4-1 0,-3 2-1 0,5 0-3 16,-2-6 3-16,-2 0 0 0,3 2-2 0,-1-4 4 0,1 5-2 15,0-3 0-15,1-1-1 0,-1 0-1 0,0 0-3 16,-1 0 8-16,2-1-3 0,-1-1 0 16,-1 1 3-16,1 3-6 0,0-2 3 0,1 0 0 15,-2-1 4-15,1-1 6 0,-1 0-12 0,1 1 2 0,-3-5 1 16,3-2-3-16,0 2 2 0,0-1 4 0,0-1-3 15,0-1-2-15,0 0 0 0,0-1 2 0,0 0-2 16,0-1 9 0,0-3-9-16,0 1 0 0,3 1-2 0,-6-3 4 0,6 0-1 15,-2 0 0-15,-1-4-1 0,0 5 5 16,0-5-1-16,0 7 7 0,0-7 13 0,0 0-1 16,0 2 1-16,0-2 5 0,0 0 4 0,0 0-4 0,0 0-4 0,0 0-11 15,0 0-31-15,0 0-39 0,0 0-39 0,5-12-46 16,-1 5-48-16,2-3-48 0,-1 0-261 0,3-5-539 15,0-1 239-15</inkml:trace>
  <inkml:trace contextRef="#ctx0" brushRef="#br0" timeOffset="75078.06">24789 9164 92 0,'0'0'181'0,"-8"1"-13"16,8-1-7-16,-8 1-8 0,4 0-7 0,4-1-9 16,0 0-10-16,0 0-6 0,-8 0-11 0,8 0-9 0,0 0-9 0,0 0-3 15,-5 2-8-15,5-2 3 16,0 0-10-16,0 0 2 0,-5 3-3 0,5-3 1 15,0 0 1-15,0 0 3 0,0 0-3 0,0 0 0 16,21-3 2-16,-4 3-10 0,3-3-6 0,13 1-2 16,6-2-10-16,14 2-3 0,3-1-9 0,3 0-10 15,-2 0-27-15,-2-1-35 0,-15 4-37 0,-2 0-47 0,4 0-49 16,-10 0-69-16,-5 0-136 0,-9-2-404 16,-4 1 180-16</inkml:trace>
  <inkml:trace contextRef="#ctx0" brushRef="#br0" timeOffset="75230.75">24875 9410 25 0,'-11'4'234'15,"4"-2"-17"-15,1 2-5 0,-1-3-13 0,5 2-10 16,2-3-10-16,0 0-13 0,18 4-16 0,12-4-10 16,6-2-18-16,19-1-19 0,9 0-33 0,28-6-33 0,-27 7-49 0,25-4-58 15,-28 2-75-15,1-2-158 0,-3-2-328 0,-6 0 145 16</inkml:trace>
  <inkml:trace contextRef="#ctx0" brushRef="#br0" timeOffset="76748.66">26744 8789 112 0,'0'0'180'0,"0"0"-11"0,0 0-8 0,0-7-11 0,0 7-4 0,0 0-4 0,0 0-8 16,0 0-3-16,0 0-2 0,0 0-4 0,0 0-9 16,-1-2-8-16,1 2-3 0,0 0-10 0,0 0 1 15,0 0-5-15,0 0-7 0,0 0-12 0,0 0-10 16,12 0-6-16,-3 0-5 0,2 1-5 0,8 0-6 16,9 2-2-16,3-2-4 0,1 3-6 0,1 0-4 15,0 4-7 1,3-2 0-16,0 1-2 0,4 4 0 0,8 1-5 0,-12-2 2 15,0 0-2-15,-3 1-1 0,-4 1-1 0,-4 0-2 16,-7-2-1-16,-2 0-5 0,-6-3-4 0,-1 4-4 16,-5-5-5-16,0 4-7 0,-1-1-2 0,-6 0 6 15,-2 4-3-15,-7-3-1 0,-5 5 3 0,1-4 3 16,-11 5 2-16,-2-3-3 0,2 0 6 0,0-1 3 16,7-3 0-16,1-1 1 15,-2-3 1-15,2 2-2 0,2-3 1 0,7-1 0 16,0 2 2-16,2-3-4 0,3 2 1 0,-1-1 3 0,3 0-1 15,3 1 5-15,5 3 5 0,0-4-1 0,8 4-1 16,14 4 4-16,1 2-2 0,4-2-2 0,1 1 0 0,1 0-1 0,-2 1-2 0,3 0-1 31,-3 0 1-31,0 0 1 0,0 3-4 0,1 0 1 0,-6 2 2 16,1-2-3-16,-8-1 1 0,-3-2-2 0,-5-1-4 16,-2 2 1-16,-5-2-3 0,0-3-1 0,-5 4 2 15,-4-1 0-15,-2 0 8 0,-10 0 3 0,-11 0 0 16,-3-1 3-16,-8-5 2 0,-13 4 2 0,-3-6 4 0,-2-2 4 15,-3-2 0-15,2-4 9 0,-1-1 5 16,2-3 13-16,5-1 18 0,15 2 15 0,7 2 18 16,8 0 2-16,2 0 17 0,5 2 15 0,3 1 9 0,0-1 2 0,5 2 21 15,0-2 10-15,0 1-3 0,0 2-13 0,6 0-15 16,-6-3-10-16,6 3-16 0,0 0-17 0,0-4-17 16,0 4-17-16,0 0-21 15,12-4-12-15,-6 3-45 0,0-2-49 0,0 2-51 16,-1 1-49-16,-5 0-61 0,13 0-76 0,-13 0-105 15,10 0-215-15,-6-1-669 0,-4 1 296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56:08.41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2912 3543 177 0,'-2'-9'180'0,"1"5"-4"0,2 0 0 0,-1-2-3 16,2 0-1-16,-2 3-3 0,-2-2 1 0,4-1 1 16,-2 1-10-16,0 2-11 0,0-2-9 0,0 0-9 15,1 1-5-15,-1 4-7 0,0-5-10 0,0 5-10 16,1-5-8 0,-1 5-16-16,0-3-8 0,0 3-18 0,0 0-16 15,0 0-13-15,0 0-7 0,0 0-12 0,13 8 1 0,-8-3-1 0,3 4-2 16,2 0 2-16,-1 5-4 0,1 3 1 0,4-3-1 15,4 5 1-15,0 1 1 0,0 0 0 0,0-2-5 16,-3-4 1-16,4 4 0 0,-5-5-1 0,0-2-6 16,2 2 1-16,-5-5-3 0,1-2 2 0,-2 3-1 15,0-6 4-15,-1 1 2 0,-2 1 3 0,-1-5 4 16,-6 0 1-16,15-6 2 0,-7-2 4 0,1-4 15 16,1 0 7-16,-1-5 9 0,-5 0 0 15,4 1 8-15,-2-2-6 0,-2-2 17 0,1 4 4 16,0-9 2-16,-2 4 1 0,-2 1 2 0,3 2 3 0,-3-1 17 15,2 2 1-15,-1 0-28 0,-2 1 13 0,4 6-4 16,-4 3-19-16,1 1 9 16,0-2-10-16,1 4-8 0,-2-1-22 0,0 0-24 0,0 5-30 0,1-4-38 15,-1 4-23-15,0 0 10 0,0 0 4 0,0 18 6 16,1-1 5-16,-1 12 8 0,-2 2 7 0,-4 3 7 16,4 19 7-1,-6 2 6-15,2 3 8 0,1 24 6 0,-3-25 2 0,2 26 6 16,2-23 2-16,3-2 1 0,2 22 1 0,-1-24 3 15,0-4 4-15,3 2 1 0,3-1 4 0,-1-2-1 0,-2 2 2 16,3-2 5-16,0 0-3 0,-2-1 1 0,-2-3 3 16,0-13 2-16,2 2-3 0,-3 0-1 0,-1-4-1 15,0-1 2-15,-1 1 0 0,-3-5 1 16,0-1-4-16,0-7 6 0,1-2-5 0,-4 1 2 16,2-2-3-16,-5-4 3 0,2 0-1 0,3 0-4 15,-4-5 8-15,4 1-1 0,-5-2 5 0,1 2-4 0,-2-4 6 0,0-2-4 16,2-1-1-16,-6-1 11 0,1-1-4 0,-3-3-4 15,3-5 13-15,-2 4 9 0,-1-7 5 0,2-1 0 16,-2-8 7-16,-1-2 0 0,4-2 5 0,0-2 0 16,2-5-1-16,2-15-16 0,1-1-1 0,8-4-8 15,1 1-2-15,4-7-9 0,15-25 5 0,0 4-19 16,7-1-5 0,4-2 1-16,7 5-4 0,2-5 10 0,4 11-10 15,-7 23-13-15,0-3 18 0,2 3 2 0,3 2 8 0,1 5-1 0,-6 4 5 0,1 0 5 16,-8 13-3-16,1-2 4 0,-5 3-2 0,1 5 11 15,-6 1-14-15,-4 5 15 0,-6 4 1 0,0 1-2 16,-1 0 1-16,-4 3-10 0,0-1 4 0,2 2-17 16,-5 0-29-16,2 1-43 0,0 0-36 15,-4 2-8-15,0 0 11 0,1 10-9 0,-5-3-16 16,-1 4-40-16,-5 5-44 0,1-1-70 0,-4 1-237 16,7-2-555-16,-4 1 246 0</inkml:trace>
  <inkml:trace contextRef="#ctx0" brushRef="#br0" timeOffset="937.42">3637 4722 145 0,'3'-5'200'0,"-3"-2"-8"0,0 0-7 15,1 2 3-15,2-2 3 0,-2 2-2 0,-1-2-4 16,1 1-8-16,-1 1-16 0,3 4-11 0,-3 1-19 16,0-8-15-16,0 8-13 0,0-2-17 0,0 2-5 0,0 0-25 15,0 0-5-15,0 0-17 0,4 11-2 16,-3 0-2-16,-2 6-7 0,-2 10 0 0,2 4-4 0,1 5 0 16,-4 13 4-16,0-1-11 0,-1 0 4 0,0-2-2 15,0-10 0-15,0 8-1 0,1-8 0 0,2-2 1 0,0 0-4 16,0 0 2-16,3-2 7 0,0-4-12 0,-1 4-1 15,0-6 0-15,2-2 2 0,0-7 2 16,-2-5-5-16,0 0 1 16,0-2 0-16,1 0-1 0,-1-3 2 0,0-2 0 15,0 1 1-15,3-2 0 0,-3 1 11 0,0-3 18 0,0-2 13 16,0 7 6-16,0-7 6 0,0 0 6 16,1 3 4-16,-1-3 0 0,0 0-7 0,0 0-6 0,0 0-36 15,0 0-30-15,0 0-26 0,-1-20-29 16,-2 10-21-16,2-2-26 0,-3-6-31 0,0 0-35 15,3-1-16-15,-7-7-24 0,2 1-20 0,1-1-157 0,0 0-424 0,1-4 188 16</inkml:trace>
  <inkml:trace contextRef="#ctx0" brushRef="#br0" timeOffset="1255.48">3553 4671 166 0,'1'-14'185'0,"-1"2"-4"15,2 1-2-15,-1 1-2 0,-1 2-10 0,1 0-6 16,1 3-15-16,-2-2-16 0,1 4-12 0,0-1-19 15,2-1-6-15,2 5-14 0,0-2-4 0,6 2-1 16,-3 0 1 0,6 2-3-16,2 1-12 0,1 2-4 0,9 9-3 0,-2-1 2 15,1 1-6-15,-3 4-1 0,1-1-4 0,2 1-2 16,-3 2-3-16,-1 1-4 0,-2 2-3 0,-2-2-8 16,-2 0 6-16,-3 3-5 0,-4-5-1 0,-1-2-5 15,-1 2 1-15,-6-1-3 0,-3-1-3 0,-4 1 0 0,-3-2 3 0,-3-2 4 16,-6 3-2-16,-4 0 0 0,1-3-2 15,2-6 1-15,-4 4-2 0,6-5 11 0,-3 0-6 16,1-1 1-16,2-2 1 0,0 0-1 0,0-2 5 16,5 0-6-16,4 0-4 0,-2 0-2 0,6-1 0 15,-3 1-3-15,8-2-11 0,-8 0-27 0,8 0-20 16,-6 0-23-16,6 0-27 0,0 0-40 0,0 0-55 16,0 0-74-16,18-3-135 0,-9-1-433 0,5 1 192 15</inkml:trace>
  <inkml:trace contextRef="#ctx0" brushRef="#br0" timeOffset="1425.05">3844 5286 202 0,'-1'5'332'0,"1"-3"-8"15,0-2-21-15,1 9-17 0,-1-9-18 0,0 5-23 0,0-5-17 0,0 0-22 16,0 0-38-16,0 0-47 0,0 0-70 0,0 0-52 15,8-16-61-15,-4 11-68 0,2-5-74 0,-2 3-186 16,4-3-422-16,-6 1 187 0</inkml:trace>
  <inkml:trace contextRef="#ctx0" brushRef="#br0" timeOffset="1834.26">4167 4766 118 0,'2'-5'288'0,"-1"2"-16"0,-1 3-30 0,2-5-25 0,-2 5-25 0,1-3-21 0,-1 3-23 16,0 0-15-16,0 0-17 15,0 0-11-15,6 9-12 0,-3 0-11 0,-1 1-7 16,1 7-8-16,0 9-4 0,0-1-8 0,1 1-3 16,-1 4-7-16,-1 0-5 0,3 0-2 0,-1-1-2 15,-1 0-6-15,-1-1-2 0,0-2 1 0,0 0-3 16,-1-5-3-16,-1 4-2 0,2-1-3 0,-1-5 0 16,-1-1-3-16,0 0 1 0,1 2 0 0,-2-8-3 15,1 2 1-15,0-6-1 0,0 4 2 0,-1-5-2 0,1 0 4 0,0 0-1 16,0-2-5-16,-2-2-4 0,4 1-2 15,-2-4-1-15,0 3-10 0,0-3-23 0,0 0-46 16,0 0-51-16,-12-10-41 0,8 1-30 0,-3-2-206 16,-2-5-436-16,1 1 192 0</inkml:trace>
  <inkml:trace contextRef="#ctx0" brushRef="#br0" timeOffset="2018.89">4059 4714 99 0,'4'-11'231'0,"2"-1"-24"0,3 5-16 15,4-6-15-15,1 1-18 0,7 3-15 0,-1 0-13 16,3-2-15-16,-1 4-11 0,6 0-9 0,-1 2-28 16,2 3-24-16,-2 1-29 0,-8 4-37 15,3 2-38-15,0 0-44 0,-4 2-47 0,-3 3-87 0,-4 3-259 16,1-1 115-16</inkml:trace>
  <inkml:trace contextRef="#ctx0" brushRef="#br0" timeOffset="2188.12">4087 5412 125 0,'-1'5'211'0,"-4"-1"3"0,5 1-4 0,0-5 1 0,9 4-9 16,-3-4-16-16,15-5-21 0,-2 1-15 15,14-1-26-15,4-4-47 0,16-3-53 0,3-3-65 16,3-1-86-16,-5-4-162 0,3 1-313 0,-1 1 140 16</inkml:trace>
  <inkml:trace contextRef="#ctx0" brushRef="#br0" timeOffset="4508.85">5199 4145 128 0,'0'0'198'0,"0"0"-13"0,0 0-17 0,0 0-13 31,0 0-12-31,0 0-11 0,0 0-20 0,0 0-9 0,26-5-10 16,-6 4-11-16,11-4-10 0,2 3-23 15,0 0-49-15,-1 1-47 0,0-1-59 0,0 0-139 16,-4-1-265-16,-9 1 118 0</inkml:trace>
  <inkml:trace contextRef="#ctx0" brushRef="#br0" timeOffset="4662.52">5286 4346 150 0,'-4'5'179'0,"3"-2"-19"15,1-3-5-15,9 8-12 0,5-6-12 0,12 1-12 0,13-3-12 16,16 0-36-16,4-5-56 0,30-5-80 0,-34 5-130 15,7-5-210-15,-1-2 94 0</inkml:trace>
  <inkml:trace contextRef="#ctx0" brushRef="#br0" timeOffset="5858.2">7004 3513 135 0,'-1'-17'206'0,"1"2"-11"15,-2 1-8-15,2 3 24 0,-2 0-13 0,2 1-11 16,0 0-14-16,2 5-15 0,-4-2-16 0,2 3-20 16,0-1-14-16,0 5-22 0,0-8-35 0,0 8-29 0,0 0-10 0,0 0-2 15,0 0-6-15,-7 29 2 0,3-3-3 16,0 6 5-16,2 17 2 0,-5 6 3 0,1 25 6 0,0-17 1 16,2 20 4-1,1 0 4-15,-1-1 7 0,4-23-4 0,4 0 1 16,-1-1 0-16,3 1-2 0,3-4 0 0,-1 1-2 15,-1 0 0-15,3-6-2 0,-1-2-2 0,-3-12-2 16,-1-2 0-16,-1-2 0 0,-1-3-5 0,1-4 3 16,-3-4-1-16,-1-3 5 0,-2-2 14 0,-4 0 5 15,3-4 12-15,-2-2 8 0,0-1 9 0,-3-3 5 16,-5 1-3-16,-2-3-4 0,-7-1-9 0,-3-2-2 16,-6-4 1-16,2-2 16 0,-1-3 4 0,0 2 9 15,1-4 7-15,3 0-8 0,0 1 1 0,7 3-9 16,-2-6 22-16,6 5 0 0,1-3-9 0,2 3 6 0,3 2-6 0,3 1-3 15,0 0-13-15,1 2 1 0,5 2 0 0,-9-7-13 16,9 7-16-16,0 0-14 0,-10-5-20 16,10 5-35-16,0 0-36 0,-6-4-44 0,6 4-50 15,0 0-41-15,0 0-33 0,0 0-51 0,23-8-57 0,-15 6-281 16,2-2-665-16,-10 4 294 0</inkml:trace>
  <inkml:trace contextRef="#ctx0" brushRef="#br0" timeOffset="6196.57">6662 4323 115 0,'-10'1'274'15,"10"-1"-11"-15,-7-1-16 0,7 1-16 0,0 0-14 16,0 0-9-16,-7 1-11 0,7-1-15 0,0 0-17 16,0 0-28-16,0 0-3 0,0 0-9 0,0 0-14 0,0 0-8 0,19-6-11 15,0 4-10-15,13-1-8 0,0-2-6 0,5 0-10 16,14-2-2-16,-14 4-6 0,-1-1-6 0,1 0-4 16,-5 1-7-16,-1 0 3 15,-11 2-8-15,-1-2-2 0,-6 2-13 0,1 1-15 16,-5-2-21-16,0 2-17 0,-3-1-17 0,0 0-14 15,-6 1-13-15,0 0-12 0,0 0-16 16,0 0-17-16,0 0-24 0,0 0-26 0,0 0-29 16,-30 1-169-16,20-1-406 0,2-3 180 0</inkml:trace>
  <inkml:trace contextRef="#ctx0" brushRef="#br0" timeOffset="6728.3">7346 4054 104 0,'6'-3'203'0,"2"-2"0"0,3 1-29 16,2 0-12-16,4 3-12 0,-4-1-13 0,6 2-15 15,-7 4-14-15,5 2-10 0,0 0-15 16,-1 3-4-16,0 2-10 0,0 2-2 0,-3 2-10 0,-3 0 7 16,-1 3-14-16,-1-1-4 0,-4 1-4 0,-3 2-2 15,-1 2-5 1,-5-4 1-16,-3 1-4 0,-1-1 2 0,-1 6 3 16,-3-3 0-16,2-5-1 0,-2-3 3 0,1 1 0 15,1-4 4-15,2-1 0 0,1-1-1 0,1-2 12 16,0-2 8-16,1 1 19 0,2 1 28 0,-1-4 29 15,5-2 37-15,-7 3-3 0,7-3-13 0,0 0-16 16,-1-13-15-16,4 5-16 0,2-5-14 0,4-2-10 16,6-6-10-16,1-1-13 0,4 1-12 0,0-3-6 0,1-1-7 0,2 0-4 15,0 2-1-15,-4 0-18 0,1 4 5 16,1 0 1-16,-10 9 0 0,0 2-8 0,-1 1 2 16,-5 3-10-1,0-2 3-15,-1 1-5 0,1 2-12 0,-1 0-9 0,0 0-26 0,-4 3-3 16,0 0 4-16,7 7 0 0,-5-1 11 15,0 2-8-15,0 2-2 0,-1 2 4 0,0 1 10 16,0 3 1-16,1 2 5 0,0-1 1 0,2 2 2 16,1-2 5-16,0 1 1 0,0-3-33 0,3 1-25 15,-3-3-33-15,4 1-24 0,-3-5-36 0,2 1-49 16,1-3-75-16,-3-4-224 0,6-2-552 0,-7-1 245 16</inkml:trace>
  <inkml:trace contextRef="#ctx0" brushRef="#br0" timeOffset="6966.19">7893 4008 69 0,'0'0'263'16,"-2"-5"-24"-16,2 5-28 0,0 0-22 16,4-3-22-16,-4 3-16 15,11 7-7-15,-1-1-12 0,1 1-7 0,3 6-5 16,-1 1-6-16,2 10-6 0,2-4-8 0,-2 3-14 15,-2 2 0-15,-4-1-5 0,-1 2-8 0,-6 3-2 16,1-2-7-16,-7 1-5 0,-5-2-6 0,0 0-17 16,-10 1-19-16,-2 1-23 0,-5-5-43 0,-4 1-47 15,-10 2-76-15,5-11-235 0,3 0-438 0,-4-6 193 16</inkml:trace>
  <inkml:trace contextRef="#ctx0" brushRef="#br0" timeOffset="7313.81">7426 3809 43 0,'0'0'142'15,"-12"3"-15"-15,4 2-23 0,0 5-11 0,-3 1-9 0,-2 6-3 16,-4 8-7-16,3 4 8 0,-5 3 8 16,-2 14-2-16,2 0-3 0,2 0-7 0,8-11 15 15,0 13 6-15,3-14-1 0,4-3 1 0,4-1-4 16,9 1 1-16,0-6-3 0,8 3-3 0,8-7-8 0,5-3-1 0,18 0-12 15,1-6-33-15,13-2-54 0,1-7-77 0,35-3-93 16,-11-3-130-16,-24-4-343 0,-1-1 153 0</inkml:trace>
  <inkml:trace contextRef="#ctx0" brushRef="#br0" timeOffset="8100">8380 4005 193 0,'0'0'249'0,"-2"-5"-1"15,2 5-4-15,4-5-18 0,-4 2-19 0,0 3-18 16,0 0-22-16,0 0-19 0,0-5-20 0,0 5-13 0,0 0-19 0,0 0-16 16,0 0-8-16,0 0-12 0,4 14-7 0,-3-2-8 15,1 3-6-15,0 2-3 0,-2 0-4 0,0 9-1 16,0-7-6-16,1 6 1 0,4 0-5 0,-1 1-2 15,0-7 1-15,0 6-4 0,-3-6-5 0,3 1 5 16,1-2-1-16,1-3-3 0,1 2 2 0,-2-8 4 16,0 0-7-16,-1 2 6 0,1-5 11 0,-1 0 7 15,0 1 15-15,-3-3 15 0,3-1 18 0,0-3 28 16,-3 3 14-16,7-3 7 0,-8 0-7 0,16-7-5 16,-7 1-5-1,2-3-5-15,1-2-3 0,1 0-17 0,1-3-8 0,1-10-5 16,3 2-8-16,-5-4-11 0,4 0-4 0,-2-3-5 15,-1 3-7-15,-4 0-4 0,2 1 0 0,-3 7-6 16,-3 0 1-16,1 1 3 0,-2 3 7 0,0 2 3 16,-2 4 3-16,-1 0 2 0,-1 4-4 0,2-4-4 15,-3 3-6-15,2 1-5 0,-2 4-19 0,0-4-25 16,1 2-30-16,-1 2-34 0,0 0-9 0,0 0 12 0,0 0 7 16,-3 20 3-16,-3-5 9 0,4 5 5 0,-4-2 5 0,-2 7 13 15,4-1-5-15,-1 2 1 0,1-8 4 16,4 4 1-16,0-4 7 0,-4-1 1 0,8 0 17 15,1-2-10-15,-1-4 15 0,3-1 2 0,3 3 6 16,2 0 5-16,4-5 6 0,6 0-4 0,6 0-18 16,6-6-40-16,-2 0-62 0,3-1-90 0,4-6-110 0,-6-2-325 0,2-3-682 15,-2-1 302-15</inkml:trace>
  <inkml:trace contextRef="#ctx0" brushRef="#br0" timeOffset="9919.12">10315 4189 163 0,'-7'3'189'0,"7"-3"-9"15,-7 3-10-15,7-3-8 0,-5 1 2 0,5-1-13 0,0 0-5 0,0 0-14 0,-5 1-10 16,5-1-9-16,0 0-9 0,0 0-8 0,0 0-11 15,0 0-6-15,0 0-11 0,0 0-4 16,0 0-4-16,0 0-4 0,0 0-3 0,0 0-1 16,-5 2-6-16,5-2-4 0,0 0 0 0,0 0 1 15,0 0 0-15,0 0-2 0,0 0-4 0,0 0 4 16,0 0-9-16,0 0 0 0,0 0-5 0,0 0 1 16,0 0-7-16,0 0-2 0,0 0 10 0,0 0-16 15,-4 2 4-15,4-2-3 0,0 0-1 0,0 0-2 16,0 0 1-16,0 0 2 0,0 0 18 0,0 0 13 0,0 0 3 15,0 0 6-15,0 0 0 0,0 0-11 0,0 0 0 0,23-12-10 16,-2 7-2-16,8 1-4 0,3-5-1 0,5 4-3 16,14-4-3-16,-12 2 0 0,15-3-6 0,0 2-3 15,-2 0 3-15,-13 2-5 0,13 1-1 16,-16-1 2-16,-3 4 4 0,-1 0-7 0,-5-2-18 16,-9 1-26-1,-4 2-24-15,-4 0-39 0,2 0-39 0,-7-1-42 0,-1 2-16 0,-4 0-29 16,0 0-218-16,0 0-480 0,-25-2 213 15</inkml:trace>
  <inkml:trace contextRef="#ctx0" brushRef="#br0" timeOffset="10125.7">10562 4037 169 0,'-4'-7'310'0,"0"-2"5"0,-2 1 11 16,4 5-8-16,0-3 16 0,1 1-27 0,-2 2-14 15,1-1-27-15,2 4-28 0,-1-5-41 0,1 5-18 16,0 0-51-16,0 0-28 0,0 0-2 16,-6 9-17-16,5 8-7 15,-2 3-10-15,2 6-4 0,-3 3-4 0,3 3-3 16,1-1-1-16,3 3-27 0,-1 2-43 0,3-4-46 16,-1 3-54-16,1-3-71 0,3 0-110 0,-6-3-261 15,0-10-606-15,-1-11 269 0</inkml:trace>
  <inkml:trace contextRef="#ctx0" brushRef="#br0" timeOffset="11720.39">12060 3793 132 0,'-9'-4'142'0,"0"0"-7"16,-3 2-14-16,3 0-17 0,-1 1-4 0,-4-2-11 15,0 4-9-15,0-1-10 0,-4 4-8 0,3 2-2 0,2-3-6 0,-5 6-7 16,0 0 2-16,0 2-7 0,0 3-6 0,0 3 2 15,-1 3-5-15,3 1-3 0,2 1-7 0,3-5 2 16,0 7 3-16,5-5-10 0,0 2-6 0,3 1 2 16,3-2 4-16,2-1 4 0,1 0-7 0,3-2 4 15,4-2 4-15,2 0-3 0,2-3 3 0,1-1-4 16,3-3 1-16,0-2-2 0,1-2-1 16,-1-1 3-16,1-3-5 0,-1-3 6 0,0-1 0 0,1-5 0 15,-2 1 6-15,-2-4 2 0,-1-1 7 0,0-2 2 16,-2 1 4-16,-1-6-1 0,-3 3-2 0,3-4 6 0,-2-6-5 15,-4 2 10-15,-1 7-5 0,-2-1 4 0,0-1-4 16,-2 4 10-16,0-4 7 0,0 10 0 0,0-2-2 16,-2 4 7-16,2-1-7 0,0 4-6 0,-2-2-11 15,2 3-16-15,0 4-29 0,-2-3-4 0,2 3 2 16,0 0 2-16,-7 19-4 0,0-2 1 0,2 9 3 31,1 3 2-31,1 3-2 0,-1 14 2 0,4 7-4 0,-2-2 4 0,0 5 2 16,2-3-2-16,-2 1 0 0,3 0 0 0,2 0 3 15,1 0 0-15,3 5 4 0,1-5-4 0,2 1 3 16,-1-3 1-16,1 0 0 0,-1-3-2 0,0-3 1 16,-4-10-2-16,-1 1 2 0,1-2-3 0,-2-3 4 15,-2-1-1-15,-2-2 0 0,-3-1 1 0,-1-2 1 16,-2-6-1-16,1-1-4 0,-4-2 2 0,1-3-7 0,1 0 0 16,-6-2-2-16,1 1 1 0,4-4 0 0,-6-1 5 15,4-1 0-15,-6-2 0 0,4-2 4 0,-6 0 2 0,0-1-1 16,-3-4 3-16,2-3 0 0,-2-1 1 0,-2-3-4 15,-1-3 1-15,1-4 2 0,1 0 1 16,4-1 11-16,0-4 7 0,5-3 5 0,1-5-1 16,4-2-8-16,0-16-2 15,4-1-7-15,10-1-7 0,7-6-6 0,8 0-3 16,7-27-4-16,-1 27 3 0,3 4 0 0,4 2-2 16,5-1 1-16,1 5-2 0,-3 3 2 0,-1 3 0 0,0 5 2 0,-11 9 4 0,-1 2 7 15,0 3-10-15,-4-2 3 0,-1 8 0 0,-5-2-5 16,1 4 1-16,-5 4 1 0,-1 1 0 0,0 0 1 15,-2-1-8-15,-1 4-22 16,-1-1-23-16,-2 2-33 0,1 2-32 0,-3 1-9 16,0 0-14-16,0 0-28 0,0 0-25 0,4 6-196 0,-4-6-419 15,-4 7 185-15</inkml:trace>
  <inkml:trace contextRef="#ctx0" brushRef="#br0" timeOffset="12268.23">12535 3953 53 0,'6'-3'141'0,"6"1"-15"0,-2 2-16 0,-2 2-6 16,2 1-16-16,0 3 6 0,-1 1-15 0,0 0-8 15,0 4-2-15,0 4 1 0,1-1-1 0,-2 5-9 16,-4-1-4-16,-2 0-10 0,0-1-7 0,-2 3 5 0,-2-2 0 16,-3 5 0-16,-2-6-10 0,0 3 6 0,-1-2-4 15,-2-1 6-15,0-2 1 0,1-2 2 0,-1-1 2 16,1-2 2-16,1-3 9 0,2 0 5 0,2-1 9 15,0-3 18-15,-1 2 12 0,0-2 22 0,1-1 23 16,3 1 28-16,1-3 18 0,0 0-14 0,0 0-25 16,-7-12-13-16,10 5-15 15,1-3-9-15,1-4-14 0,5-4-10 0,0-4-14 16,2-3-4-16,3-1-10 0,1-1 0 16,0 1-11-16,0 2-7 0,-2 2-6 0,-5 5 0 0,-2 5-7 15,2 0-6-15,0 3 3 0,-5 4-5 0,-1 1-1 0,0-3-5 16,0 3-4-16,0 2-17 0,1-2-15 0,-4 1-18 15,0 3-8-15,0 0 0 0,0 0 5 0,8 11-4 16,-5-2 4-16,-1-1 2 0,2 4 8 0,-3 1-1 16,2-1 1-16,2 2 4 0,0 3 2 0,0 0 6 0,0-1 5 15,3 2-2-15,2-4-11 0,-1 0-27 16,0 1-23-16,-5-2-33 0,6-6-36 0,-2 4-29 16,0-3-53-16,-2-3-54 0,2 0-191 0,-2-3-508 15,0-2 225-15</inkml:trace>
  <inkml:trace contextRef="#ctx0" brushRef="#br0" timeOffset="12521.89">12906 3817 90 0,'0'0'171'16,"9"3"-8"-16,-2 0-5 0,3 2-3 0,2 1-10 15,3 5-3-15,4 7-5 0,3 3-6 0,1 4-1 0,0 4-9 16,-2 0-9-16,4 12-7 0,-8-7-4 0,1 9-11 16,-8-10-4-16,-4 0-6 0,-2 1-7 0,-6 2-5 15,-2-2-6-15,-5 2-7 0,-5-2 2 0,-10 8-6 16,5-15-17-16,-6 0-18 0,-11 5-24 0,-2 0-26 0,7-12-42 16,1-2-47-16,-4-3-63 0,-4-5-165 0,5-3-381 15,-6-5 168-15</inkml:trace>
  <inkml:trace contextRef="#ctx0" brushRef="#br0" timeOffset="12853.81">12470 3749 122 0,'0'0'149'0,"-17"6"-14"0,10 2-21 16,-6 5 0-16,-4 7-11 0,2 6-10 0,-2 5 3 15,-3 13-22-15,2 5 15 0,-3 1-2 0,7 0 1 16,0-4-4-16,7 1 0 15,5-14-3-15,6 2 3 0,3-1-3 16,9-3 2-16,1-3-2 0,6 0-3 0,5-5 3 16,13 6-10-16,7-9-1 0,6-3-25 0,-4-5-53 15,7-2-91-15,1-6-248 0,2-2-376 0,-4-7 167 0</inkml:trace>
  <inkml:trace contextRef="#ctx0" brushRef="#br0" timeOffset="13662.58">13516 3892 177 0,'0'0'224'0,"2"-4"-1"0,-1 0-9 0,-1 4-11 16,0 0-11-16,3-2-18 0,-3 2-13 0,0 0-18 15,0 0-17-15,4-2-14 0,-4 2-11 0,0 0-14 16,0 0-9-1,0 0-7-15,6 8-4 0,-5-1-9 0,3 4-3 16,-2 1-7-16,1 5-3 0,1 1-5 0,0 7-1 16,1-2-9-16,-2 6-3 0,1-2 1 0,1 1 0 0,-1-2-5 15,0 1-1-15,-1-2-7 0,1-5 5 16,-1-2-3-16,1-1-3 0,-3 0 7 0,1-2-8 16,-1-5-4-16,2 1-1 0,-1-2 1 0,-1-1-2 15,2-1 0-15,-2-3 0 0,1 1 2 0,0-1 26 0,-2 1 16 0,0-2 18 16,0-3 18-16,1 4 20 0,-1-4 15 0,3 3 30 15,-3-3 17-15,0 0 24 0,6 1 19 0,-6-1 11 16,0 0-22-16,9-8-25 0,-4-1-15 0,4 1-17 16,4-6-16-16,0 0-14 0,5-7-13 0,0-1-18 15,2-1-14-15,-1-2-15 0,1-1-6 0,-1 2-6 16,-3-1-12 0,2-3-1-16,1 2-4 0,-5 0-2 0,-1 1-6 0,1 3 1 15,-7 3-2-15,-1 1-1 0,0 0-2 0,-2-1-2 16,0-2-11-16,-1 4 0 0,-2-3-4 0,-1 2 0 15,-1 2-9-15,1 0 0 0,-3 5-10 16,2 0 1-16,-3 0-2 0,1 2-6 0,1 2 3 16,-3 2-7-16,2-3-1 0,-2 4-9 0,0 1-1 15,1-1-6-15,-5 3-3 0,0 0 1 0,9 1 2 0,-14 4-1 0,5 1-11 16,0-1-19-16,2 5 1 0,0 0-12 0,3 2-6 16,-1 0 5-16,3 0 10 0,2 6 9 0,5-5 12 0,2 8 11 0,10-1 2 15,7 1 9-15,7-4-14 0,19 4-52 0,2-4-88 16,5-6-129-16,0-6-302 0,-2-2-678 0,-3-8 300 15</inkml:trace>
  <inkml:trace contextRef="#ctx0" brushRef="#br0" timeOffset="19652.24">3621 7790 72 0,'0'-9'184'0,"0"-1"1"0,-4 0-10 0,4-2-3 0,0 3-4 0,-2-2-3 16,0 0-2-16,2 0-1 0,0-2-5 0,-1 5-1 16,1-4 2-16,-1 2-6 0,-1 3-3 0,1 1 1 15,1 0-4-15,0 0-10 0,0 1-15 0,0 2-11 16,0 3-15-16,-3-6-8 0,3 6-31 0,-1-4-25 16,1 4-37-16,0 0-22 0,0 0-2 0,-1 13 7 0,0 5 0 15,-1 12 1-15,-3 16 4 0,0 9 2 0,0 3 8 16,0 29 2-16,2-26 4 0,-2 19 2 0,3-21-3 15,2 24 2-15,-5-4 1 0,3-18 2 0,2 0 1 16,2 22 2-16,-1-26 1 0,1 0-5 0,0-1 1 0,2-2 5 16,-3-8-4-16,-1-9 0 0,0-3 3 15,-1-1-1-15,-2-5 1 0,-2 0 1 0,1-9 1 16,-1 1-1-16,-3-3 0 16,-1-3 6-16,2-2 10 0,-1-3 8 0,-4-1 9 15,-4-1 4-15,1-2 3 0,-6-2 4 0,1-4-5 16,-11-3 11-16,10-1-6 0,-5 0 6 0,-2-6 4 15,2 1 19-15,7 4 5 0,1-4 0 0,-1 4 7 16,5-5 14-16,-4 5-12 0,9-4-1 0,-4 5-3 16,6-2-13-16,0 1 5 0,3 5-9 0,-1-4-3 15,0 2-5-15,1 1-13 0,3-1-15 0,1 3-26 0,-5-3-8 0,5 3-39 16,0 0-66-16,1-5-37 0,3 2-33 0,1 1-32 16,0-1-42-1,2 1-52-15,4-1-296 0,-6 0-643 0,5-3 285 0</inkml:trace>
  <inkml:trace contextRef="#ctx0" brushRef="#br0" timeOffset="20120.09">3272 8418 102 0,'0'0'188'0,"0"0"-6"0,-10-1-12 0,10 1-8 15,-5-2-15-15,5 2-14 0,0 0-10 0,0 0-14 16,-8 0-10-16,8 0-12 0,0 0-11 0,0 0-3 16,0 0 3-16,0 0-10 0,0 0-1 0,0 0-6 15,0 0 7-15,18 4 3 0,-5-4-4 0,8 1-3 16,10 1-3-16,4-6 2 16,17-1-4-16,-1-1 0 0,5 0-1 0,1 0-4 15,0-1-3-15,-6 1-9 0,-14 2-1 0,0 1-5 16,-2-3-6-16,-5 2 1 0,0 4-2 15,-11 0-4-15,-1-1-3 0,-8 1-7 0,2-1-16 0,-6-1-7 16,3 2-6-16,-9 0-16 0,10 0 1 0,-10 0-2 16,1 2-7-16,-1-2-13 0,0 0-21 0,-12 5-27 15,2-2-28-15,2-1-18 0,0-1-48 0,-3 1-132 0,-1-2-353 16,4 0 156-16</inkml:trace>
  <inkml:trace contextRef="#ctx0" brushRef="#br0" timeOffset="20784.23">4299 8174 205 0,'7'-2'208'0,"-2"-2"-17"16,4 4-18-16,2-3-14 0,5 3-14 0,2 0-8 15,-2 0-12-15,2 0-10 0,2 5-9 0,-2-1-14 16,0 1-8-16,-1 2-8 0,-1 2-7 0,-3 0-6 16,0 2-8-16,-4-1 0 0,-1 0-9 0,-3 2-2 0,1 4-7 0,-2 1-1 15,-4-1-1-15,-1 2-2 0,-2 0-5 16,-3-1 0-16,-2 3-5 0,-1-4 2 0,0 0-2 15,-3-3-1-15,2 0-1 0,1-4 2 0,-1 1 2 16,5-3 3-16,-1-1 3 16,1 0 3-16,1-1 13 0,-1-1 11 0,2-1 21 0,3-3 29 15,-2 1 37-15,2-1 9 0,0 0-6 0,0 0-22 0,0-13-13 0,4 4-9 0,2-3-13 16,2-2-7-16,-1-3-3 0,11-4-13 0,-5-3-9 16,2 2 1-1,2-1-22-15,-2 1 8 0,3 3-9 0,-5 5-1 0,-3-1-5 16,0 4 1-16,-1 2 5 0,-2 1 1 0,-2 1 0 15,-1 2-5-15,-2 0-2 0,1 1-10 0,-1 1-3 16,1-1-5-16,1 3-16 0,-4 1-29 0,2-4-23 16,-2 4-1-16,0 0 4 0,4 9 6 0,-1-3 2 15,-3 0 4-15,1 6 1 0,0-2 8 0,0 2 3 16,3-1 2-16,-1 1-1 0,2 4 5 0,1-1 3 16,1-1 5-16,2 6 4 0,2-8 9 0,3 2-6 15,4 0-3-15,-3-2-36 0,6-4-43 0,-3 1-54 16,1-3-70-16,3-2-99 0,-2-1-224 0,2-5-578 15,-3-1 255-15</inkml:trace>
  <inkml:trace contextRef="#ctx0" brushRef="#br0" timeOffset="21046.99">4917 8071 202 0,'0'0'202'0,"0"0"-10"16,15 7-12-16,-4-2-11 0,5 5-7 0,7 4-12 15,0-1-17-15,1 3-11 0,-2 4-6 0,0-1-2 16,-2 3-12-16,-3 4-11 0,-1 1-3 0,-3 0-9 16,-3 4-8-16,-6 0-3 0,-1 1-6 0,-6-1-2 0,-6 0-3 0,-2 1-4 15,-8 0-6-15,-3-4 1 0,-12 8-6 0,-9-4-15 16,-2-3-38-16,-6-2-56 0,-2-3-79 0,-4-4-257 15,1-6-435-15,-3-6 193 0</inkml:trace>
  <inkml:trace contextRef="#ctx0" brushRef="#br0" timeOffset="21401">4387 7923 11 0,'0'0'164'0,"-10"2"-16"15,4 4-17-15,-3 1-15 0,-5 6-8 0,1 8-15 0,-6 4-4 16,2 3-14-16,2 3 2 0,-8 9-12 0,5 3 1 16,-1 3-11-16,4-3-3 0,2 3 4 0,7-10 9 0,2 0 14 15,4 11 4-15,1-14 0 0,3 0 4 0,6 0-3 16,7-2-5-16,2-4-2 0,10-3-10 16,12 3-20-1,-5-13-40-15,17 3-59 0,5-8-71 0,-3-3-193 0,0-4-340 16,4-2 151-16</inkml:trace>
  <inkml:trace contextRef="#ctx0" brushRef="#br0" timeOffset="21980.22">5870 8346 19 0,'0'0'230'0,"0"0"-1"0,0 0-5 16,0 0-7-16,0 0-4 0,-5-2-5 0,5 2-10 15,0 0-16-15,0 0-16 0,0 0-15 0,0 0-16 16,0 0-15-16,14-9-13 0,-4 6-9 0,7-1-11 16,3 3-25-16,8-4-28 0,0-2-31 0,3 5-32 15,1-3-49-15,0 0-45 0,0 1-47 0,-4 2-211 16,-6-2-412-16,-3 1 182 0</inkml:trace>
  <inkml:trace contextRef="#ctx0" brushRef="#br0" timeOffset="22139.97">5870 8511 123 0,'-6'4'169'0,"-1"-3"-3"0,3 1 5 15,-1 1-5 1,5-3-4-16,-1 3-3 0,1-3-11 0,0 0-11 16,23 0-15-16,0-3-11 0,8 0-11 0,3-1-19 0,2-2-38 15,6-3-26-15,9 5-54 0,2-9-49 0,-15 8-206 0,-4-4-317 16,2 0 140-16</inkml:trace>
  <inkml:trace contextRef="#ctx0" brushRef="#br0" timeOffset="22766.5">7093 8245 144 0,'-8'1'155'15,"8"-1"-1"-15,-5 1 6 0,5-1-8 0,0 0 15 16,0 0 7-16,0 0 0 0,-8 0-11 0,8 0-2 15,0 0-14-15,0 0-1 0,0 0-8 0,0 0-8 0,34-1-13 16,-13 0-10-16,7-4-6 0,3 3-9 0,2-2-9 16,2 3-7-16,-2-3-5 0,4 3-7 0,-4-3 10 0,-2 1-16 15,-2 1-4-15,-7-1-8 0,-3 2-6 0,-6-1-1 0,-3 3-4 16,2-2-4-16,-6-1-10 0,-1 2-23 16,0-3-32-16,-5 3-27 0,7 0-32 0,-7 0-56 15,0 0-53-15,0 0-254 0,-22 0-493 0,14-1 218 16</inkml:trace>
  <inkml:trace contextRef="#ctx0" brushRef="#br0" timeOffset="23822.24">8684 7010 85 0,'-7'-6'164'0,"5"1"-6"0,-2-2-6 0,-4-1-2 0,6 2-6 15,-1 0-5-15,-2 1-10 0,1 0-5 16,3 0-10-16,-3 1-7 0,1 1-14 0,2-1-8 0,-4 2-12 15,5 2-9-15,-1-5-7 0,1 5-27 0,-4-1-4 16,4 1-3-16,-5 7-6 0,-2 1-6 0,2 9 0 16,0 8 1-16,-5 4 1 0,0 18-9 0,1 7 0 15,-3 5 3 1,-2 27 10-16,2 1 0 0,0 2-5 0,-4 4 4 0,7 2 4 16,2 3-5-16,2-3 1 0,1-3-4 15,4-3 1-15,4-1-4 0,-2-5-2 0,6 1 4 0,0-25 1 0,3 32 0 16,5 0-3-16,-6-1 1 0,3-6 7 0,-3-3 7 0,-3-24 0 15,1 2-7-15,-5-2 0 0,-3 28-4 0,-2-30 7 16,-3 1-3-16,-3-4-3 0,-5-1-2 16,1-1-7-16,-4-4 4 0,1 0-1 0,2-13-2 15,-3 1 2-15,0-2 0 0,-5-1 5 0,6-3 21 16,-6-3-1-16,2 0 12 0,0-3 13 0,1-4 2 16,1-5 7-16,-4 3 4 0,4-6-6 0,-2 0 1 15,0-3-6-15,-2 1-4 0,2-3-4 0,-9-1-5 16,9-1-7-16,-10-3-1 0,-2 0-1 0,3-3-5 15,-1-2-15-15,0-1-19 16,0 0-27-16,2 1-30 0,-2 0-31 0,8-1-25 16,-2 3-35-16,5-1-39 0,-1 3-54 0,2-3-167 15,3-1-441-15,4 2 195 0</inkml:trace>
  <inkml:trace contextRef="#ctx0" brushRef="#br0" timeOffset="29267.83">9808 7398 118 0,'1'-4'138'0,"-1"4"-12"15,3-4 8-15,-3 4-1 0,3-1 0 0,-3 1-9 16,1-4-4-16,-1 4-11 0,0 0 3 0,2-7-2 0,-2 7 0 0,0-4-5 15,0 4-5-15,0 0-1 0,0 0-6 0,4-3-9 16,-4 3-8-16,0 0-4 0,0 0-6 0,0 0-11 16,0 0-9-16,0 0-6 15,0 0-5-15,0 0-5 0,-19 6-5 0,10 0-1 0,-10 1-2 16,-5 5-4-16,-3-1-3 0,-2 1-1 16,4 0-3-16,-1 0-1 0,2 0 2 0,0 1-4 0,4-4-2 15,3 3-2-15,-2-3 1 0,2 3-1 0,2-1 1 0,2 1-2 16,-1-2-2-16,5-1 3 15,1 0-2-15,3-2-4 0,-2 2 2 0,4 3 1 0,3-3-2 0,0 3-2 16,4 0 5-16,6-1-1 16,3 2 2-16,6-1-2 0,4 1 1 0,3 3 0 0,2-3-4 15,2-1 1-15,1 2 0 0,1-1 5 16,0 0-6-16,-4 2 3 0,0-3 3 0,-1 3-7 0,-4-1 1 16,-5-4-1-16,-3 5 3 0,-2-1-3 15,-2-4-1-15,-4 4-4 0,-2-4-3 0,-2 2-3 16,-5 2 0-16,-4 1 2 0,-3 2 0 0,-10 2 5 0,-3-1 1 0,-7-1 2 15,-2-1 0-15,-2-2-1 16,-3 2 4-16,0-4-4 0,2-2 4 0,-1 1 2 0,1-4-9 0,-2 3 7 16,5-7 6-16,3 1-6 15,8-2 3-15,-1 1 0 0,8-3 2 0,1 0 4 0,3 0 1 16,1-3-6-16,4 0-26 0,4-1-22 0,0 4-19 16,9-7-16-16,2 0-25 0,9-2-25 0,9-2-68 0,1 0-107 15,4 0-331-15,1-1 146 0</inkml:trace>
  <inkml:trace contextRef="#ctx0" brushRef="#br0" timeOffset="29579.53">10098 7832 81 0,'-1'-3'284'0,"0"-2"-14"0,1 5-1 15,-7-6-13-15,6 3-15 0,1 3-23 0,-3-3-23 16,3 3-24-16,0 0-17 0,-2-5-18 0,2 5-18 0,0 0-17 16,0 0-10-16,0 0-12 0,0 0-9 15,0 0-7-15,-3 12-5 0,5-7-5 0,-1 1-5 0,0 3-6 16,2-1-5-16,-3 2-4 0,0-2-1 16,1 4-6-16,0-3 3 0,-1 1-5 0,2 0-5 0,-2-2-1 15,3 2-10-15,-3-2-14 0,0 2-11 16,0-6-10-16,0 2-5 0,0-1-12 0,0 0-4 15,0-2-7-15,0-3-1 0,0 5 0 0,0-5 0 16,0 4 5-16,0-4-17 0,0 0-22 0,0 0-27 16,-15-6-26-16,10 2-11 0,-4-3-18 0,-1-3-167 0,2 1-367 0,-1-5 162 15</inkml:trace>
  <inkml:trace contextRef="#ctx0" brushRef="#br0" timeOffset="29750.87">9991 7671 26 0,'0'-14'184'0,"0"6"10"16,-1-1-2-16,1 0 13 0,0 3-2 15,0-1-7-15,0 3-8 0,0-2-15 0,0 2-19 0,0 0-14 16,0 4-19-16,0-4-8 0,0 4-12 16,1-5-13-16,-1 1-15 0,0 4-17 0,0 0-18 0,0 0-19 15,0 0-21-15,0 0-27 0,0 0-20 0,0 0-27 0,15 12-28 16,-11-9-32-16,4 3-38 16,-3 3-142-16,1-1-342 0,0 2 152 0</inkml:trace>
  <inkml:trace contextRef="#ctx0" brushRef="#br0" timeOffset="30206.38">10287 7773 175 0,'0'0'238'16,"-4"-15"-20"-16,4 15-19 0,0 0-19 0,0 0-23 16,0 0-15-16,0 0-16 0,0 0-15 0,0 0-13 15,0 0-9-15,0 0-13 0,0 0-6 0,0 0-10 16,6 11-11-16,-5-5 3 0,0 1-3 0,0-1-11 16,-1 3-5-16,2 1-3 0,-2-2-5 0,-2 4 1 0,2 1-4 0,0 0-2 15,-1 4 0-15,0-2-3 0,0-3 2 0,-1-1-1 16,2 2-3-16,-1-3-1 0,1-3-5 0,0 0 3 15,0-1-4-15,-1-1 3 0,1 0 1 0,-2-2 10 16,2-3 27-16,-1 5 24 0,1-5 28 0,0 3 24 16,0-3 4-16,0 0-15 0,0 0-10 0,7-9-16 15,-4 3-7 1,1-2-3-16,1-1-8 0,4 0-10 0,-6 1-9 0,2-1-5 16,1 2-5-16,-3 2-3 0,2 0-5 0,1 0-8 0,-2 3-1 15,1-2 0-15,0 3-14 0,2-2-14 0,-2 3-6 16,-5 0-6-16,19 4-5 0,-10 0-7 0,4 1-6 15,-3 0-7-15,3 3-6 0,1 0-27 0,0 4-20 0,0-2-30 16,0 1-32-16,0 0-48 0,0-3-32 16,-2-2-221-16,-1 1-493 0,0-3 219 0</inkml:trace>
  <inkml:trace contextRef="#ctx0" brushRef="#br0" timeOffset="30840.39">10806 7591 131 0,'9'-2'152'0,"1"0"-17"0,2 4-8 0,2-4-8 15,5 2-8-15,0 3-12 0,-1 1-10 0,1 1-5 0,-1 0-6 16,0 2-9-16,1 0-5 0,-5 0-12 0,1 4-5 16,-2-1-7-16,-4 1-1 0,0 2-8 15,0 2 4-15,-5 0-6 16,-1-4-1-16,-6 6-7 0,2 1 0 0,-7 2-7 16,-1-2-3-16,-1-1 3 0,-2 0-1 0,-3-3 3 0,2 1-2 0,-2-1-4 15,2-1 1-15,-3-2-2 0,5-4 1 0,1 0-3 16,4 0 0-16,-4-2-7 0,4-2 6 0,0 0 0 15,3-1-5-15,1 2 2 0,2-4 2 0,-3 5 1 16,3-5-5-16,3 6 2 0,2-2 0 0,5-2 1 16,2 3 3-16,2-4-7 0,-1 3 3 0,3 0 5 15,3 0-11-15,1 1 8 0,-3-1-1 0,5 3-2 16,-5 0-1-16,-1 1-1 0,4-3-1 0,-4 3 0 16,-3 1 0-16,1 2 2 0,-4-5-5 0,-2 3 4 15,-1-1 2-15,-1-1 1 0,-3-1 1 0,0 1 3 16,-2 1 0-16,-2 0 4 0,-3-1-1 0,-2 2-3 15,-3-2 4-15,-1 1-4 16,-6-1 0-16,1 0 3 0,-3-1-1 0,0-2 0 16,-2 1-22-16,-1 0-23 0,2-3-39 0,0-1-51 15,-4-1-149-15,4-1-299 0,0-3 133 0</inkml:trace>
  <inkml:trace contextRef="#ctx0" brushRef="#br0" timeOffset="31324.52">11265 7724 14 0,'5'-4'207'15,"-1"-1"-16"-15,2-2-18 0,3 5-18 0,0-2-18 16,2 0-10-16,0 2-14 0,0 2-10 0,2 4-13 15,-1-1-10-15,4 2-5 0,-3 2-8 0,2 5-5 0,-2-2-6 16,-1 2-3-16,-1 2-11 0,-2 1 2 16,-3 0-4-16,3 2-7 0,-6-3-5 0,-2 3-3 15,-1 0-5-15,-1 2-2 0,-2-2 2 0,-6 0-4 16,3-3-1-16,-2 1 0 0,1-2-3 0,-1-3-1 0,2-1 3 0,-1 0-4 16,3-1 3-16,0-4 3 0,0 0 6 0,1-1 16 0,0 3 23 0,2-4 32 15,1-2 22-15,-1 3 10 0,1-3-12 0,0 0-11 16,0 0-13-16,15-17-8 0,-3 5-8 0,-1-2-7 15,8-4-6-15,-1-1-3 0,3-4-12 0,2 1-3 16,0-3-6-16,-3 0-2 0,1 1-11 0,-2-2 4 16,-3 6-3-16,-3 6 1 0,-1 1 11 0,-6 2 10 15,2 3 4-15,-2 0-1 0,-3 4 2 0,-1-1-10 16,-1 4-11-16,3-5-15 0,-4 6-18 0,0 0-2 16,0 0 0-16,0 0-4 0,-7 19 3 0,0-5 0 15,1 2-3-15,-2 0 6 0,3 1-7 0,1 1 4 16,0 7-2-16,2-6 1 0,3 2-5 0,4 3 2 15,6-1-6 1,6-2 3-16,8 0 5 0,8-6-28 0,14 3-65 0,7-5-99 16,3-7-349-16,10-5-594 0,22-7 262 0</inkml:trace>
  <inkml:trace contextRef="#ctx0" brushRef="#br0" timeOffset="34530.1">12913 7362 37 0,'5'-2'174'16,"-3"-2"-2"-16,0 1-12 0,-1 1-9 0,-1 2-4 15,3-6-6-15,-2 3-3 0,-1 3-12 0,0 0-13 16,4-6-11-16,-4 6-9 0,0 0-19 0,0-2-15 15,0 2-10-15,0 0 0 0,0 0-8 0,-16 13-5 16,3-3-4-16,-1 3-3 0,-7 3-7 0,-3 1-1 0,4 3-4 0,-1-2-2 16,-2 2-2-16,4 1 1 0,-2-3-4 0,4 3 2 15,4-6-5-15,-1 7 3 0,5-5-1 0,2 0-2 16,1-1-3-16,4 1 2 0,-1-2-3 0,3 1 4 16,3-1-1-1,-1 3-1-15,8-4 4 0,1 3 2 0,4-5-1 0,4 5-3 16,0-5-1-16,5 2-3 0,2 1 5 15,0-2-2-15,-2-2-2 0,-1 2-3 0,-4-4-1 0,-2 2 1 16,-2-2 1-16,-5-2-5 0,0 3 2 0,0-4 1 16,-2 4-2-16,-3-2-9 0,-1 1-6 15,-2-2 3-15,-2-2-3 0,-3 5 7 0,-5-2 5 16,-3 5 1-16,-6-4-7 0,-8 5 5 0,-2-3 2 0,0-1 2 16,1 0-1-16,-3-2 3 0,-1 1-1 0,5-2 0 15,-6-5-22-15,3 4-25 0,7-4-18 0,4 0-31 0,3-1-39 16,1-1-148-16,7-1-305 0,1-3 135 0</inkml:trace>
  <inkml:trace contextRef="#ctx0" brushRef="#br0" timeOffset="34946.32">13130 7886 19 0,'-5'-1'214'0,"5"1"-19"16,0 0-23-16,9-10-18 0,-5 7-15 0,5-1-10 16,1-3-22-16,4 3-14 0,3-4-2 0,2 2-22 15,0-1-8-15,-2 0-11 0,5-1-6 0,2-1-2 16,-5 0-5-16,-1 1-4 0,-2-2-4 0,-5 3 9 15,0-2 9-15,1 3-3 0,-2-1 2 0,-4 0 18 16,2 0 7-16,-3 2 7 0,-1 0 9 0,-3 1-14 0,3 0-8 16,-4 2-11-16,0 2-9 0,-5-7-6 0,-1 4-7 15,-5 2-4-15,1 2-2 0,-8 5-6 0,0-2-2 0,-1 2-1 16,-1 2-8-16,-5 5 3 0,1-1-2 0,0 5-4 16,6-5-3-1,-1 5-2-15,1-3 2 0,5 0-2 0,1 3-1 0,0-1 0 16,6-2 4-16,-2 1-5 0,5-1 1 15,5 0-5-15,3-3 6 0,1 0-2 0,6 3 7 16,5-5-16-16,2 1-25 0,10-1-37 0,2-4-53 16,5-3-67-16,0-2-173 0,-1-3-394 0,3-1 175 15</inkml:trace>
  <inkml:trace contextRef="#ctx0" brushRef="#br0" timeOffset="35372.03">13665 7746 57 0,'14'-4'103'0,"-8"3"-15"15,-1 0-3-15,3-2-4 0,1 1-16 0,0-1-1 16,0 0-10-16,-2 2 1 0,3-3 4 0,0 0 3 16,-1-1 12-16,-2 1 17 0,-1 1-3 0,0 1 12 15,-1-1 12-15,-1 0-2 0,0-1 6 0,-2 2 1 16,-2 2-6-16,6-4-7 0,-6 4-8 16,4 0-12-16,-4 0-13 0,0 0-10 0,0 0-11 15,0 0-12-15,0 0-7 0,0 0-4 0,-25 4-5 0,13 4-4 16,-2-3-1-16,-1 3-3 0,-2 4-4 0,-6 2 0 15,5-2-4-15,-1 6 0 0,0 0-1 16,6-3 1-16,-1 5-5 0,0-3 0 0,5 0 3 0,3 2 0 0,-2-2-3 0,7 0-1 16,1 0 2-16,4-3 1 0,4 0 4 15,4-1 0-15,5-2 1 0,12 0-7 0,3-2-29 16,1-2-43-16,18-6-69 0,3 2-222 0,-3-6-391 16,-11 1 173-16</inkml:trace>
  <inkml:trace contextRef="#ctx0" brushRef="#br0" timeOffset="36032.89">14122 7625 9 0,'8'0'133'0,"2"-2"-3"16,0 2-19-16,3 0-11 0,0-1-9 0,0 2-9 15,4 1-8-15,-5 1-5 0,3 1-16 16,1 0-1-16,-5 0 7 0,2 2-17 0,-2 0-4 15,-2 2-5-15,0-1-4 0,-1 0-5 0,-3 5-2 0,-4-3 7 16,-2 4-10-16,-5-1-14 0,-3 1 13 0,-3 0 3 0,0 2-12 16,-1-2 4-16,-1-3 3 0,2 2-2 0,2-4-6 15,-2 1-1-15,3-3 0 0,2 2-1 0,0-3 2 0,1 2-6 16,2-5 1-16,0 4 1 0,0 0 4 0,3-2-1 16,0-1-1-16,3 2 1 0,1 0 3 15,2 0 1-15,2-2 0 0,3 4-1 0,1-3-11 16,3 1 10-16,-3 0 1 15,4 2-5-15,4-2-2 0,-1 1 0 0,-4 2-6 16,4-1 2-16,-3 1-4 0,-3-2 11 0,-2 0-4 16,-1 2 1-16,1-3-1 0,-4 2-1 0,-2 0 2 15,0 3 2-15,-3-6 0 0,1 6 2 0,-5-3 7 16,-2 1-5-16,-3-1 0 0,-7 3 7 0,1-3 2 16,-4 0-10-16,-1 1 6 0,1-2-9 0,-1 0-2 15,-3-1-3-15,6-4-47 0,-2 2-36 0,0-3-156 0,0-3-258 0,5-1 114 16</inkml:trace>
  <inkml:trace contextRef="#ctx0" brushRef="#br0" timeOffset="36518.21">14606 7625 14 0,'8'-2'161'0,"2"2"-7"0,3 2-15 15,-2 2-21-15,1 1-7 0,2 1-1 0,0 4-11 16,-1 1-11-16,-3 2-10 0,-1 2-6 0,0-1 0 16,-5 5-13-16,-3-2 3 0,2 1-6 0,-6 0-2 0,-1 0-9 15,-1 1-3-15,-4-1-4 0,-1 0 3 0,-1-1-1 16,0 0-4-16,-1-2-7 0,1-1 1 0,4-6 0 15,-3 1-12-15,3-1 9 0,1-1-2 0,2-1 3 16,0-3 10-16,0 1 15 0,0 0 27 0,1-1 27 0,0 1 11 0,2-2 15 16,1-2 7-16,0 0-15 0,0 0-12 15,10-9-12-15,-1-1-9 0,2-2-12 0,6-1-5 16,2-8-10-16,0 2-3 0,4-8-5 0,0 2-12 16,-1 2-4-1,0-4 5-15,-2 0-16 0,1-1-8 0,-5-2-2 0,-2 6 4 0,-4 10 1 16,-2-1 3-16,-3 5 20 0,0 3 5 15,-2 0 0-15,3 1-4 0,-6 2-11 0,4 0-18 16,-4 4-24-16,0-3-6 0,0 3-4 0,0 0-1 0,-11 14 5 16,2 0 1-16,2 1-5 0,-3 2 3 15,1 9 1-15,1-1 0 0,2-1 2 0,2 2 12 16,5-1-11-16,3 2 0 0,5-3 2 0,9 3-1 16,4-3-7-16,7-3-18 0,17 2-43 0,3-2-62 15,6-4-85-15,1-8-320 0,7-3-587 0,-1-6 260 0</inkml:trace>
  <inkml:trace contextRef="#ctx0" brushRef="#br0" timeOffset="38051.78">9717 8814 109 0,'0'0'103'0,"0"0"-3"0,-2-3-17 0,2 3-5 16,0 0-6-16,0 0-8 0,0 0-11 0,0 0-5 16,0 0 0-1,0 0 4-15,0 0-8 0,0 0-9 0,0 0-4 0,0 0-3 0,0 0-2 16,0 0 4-16,0 0-4 0,0 0-1 15,15-2 4-15,-10 2-1 0,3-1 3 0,1 1-12 16,4-2-5-16,-2 2 13 0,2-2-12 0,6 1 9 16,0 0-2-16,2 0-6 0,2-1-4 0,6 0 7 15,1-1 5-15,3 3 0 0,0-5 2 0,5 1-1 16,-2-1 1-16,14-2-4 0,-8 2 2 0,-2 1 11 16,11-7-7-16,0 6-1 0,1-1 5 0,2 0-6 15,-3-3 4-15,3 3-1 0,-1 0 0 0,4-2-5 0,0 1 7 0,-1 2-2 16,3-2-5-16,1 0 5 0,4 2 2 0,0-2-3 15,1 3-8-15,-3 3 2 0,-2-2-6 16,-3-1-1-16,-1-1 1 0,0 4-4 0,-3-1 3 0,3 0-3 16,-19 2-7-16,4-2 5 0,13-1-2 0,-4-2-1 15,3 3-1-15,-17 2-1 0,18-4 1 0,-16 1 0 16,17-1 1 0,-4 0-1-16,-1-1 0 0,2 4-1 0,-13-3-2 15,14-3 5-15,0 3 4 0,-14 1-5 0,12 0 6 0,-1-4 2 0,-10 5-3 16,10-1 5-16,-13-1-4 0,1 1 0 0,17-2 0 15,-14 1-4-15,10 0 1 0,2-2 3 0,-4 1 0 16,-9 1 0-16,15 0 0 0,-3-1 1 0,2 1-6 0,-3 0-6 16,-9 4 5-16,8-3 3 0,1 2-4 15,-14 0-3-15,4-3 10 0,-1 0 0 0,-2 3-1 16,3 0-3-16,-1 0 0 0,11-4 4 0,-12 1-2 16,0 1 3-16,0 1-2 0,2 0-1 0,10-1-2 0,-10-1 2 15,0 0-4-15,11 0-2 0,1 0 5 0,-2 4 0 16,0-6 0-16,-11 2-1 0,13-1 5 0,-2 2 0 15,-12 2 0-15,12-2 1 0,-13 0-3 0,2 1-2 16,1 0 0 0,11-3 0-16,-16 3-1 0,3 2 0 0,1 0-2 15,1-1-1-15,10 1-1 0,-12-2 3 0,12 2-2 16,-14 0-2-16,3-3-3 0,13 3 2 0,-12-1 3 16,-2 2-3-16,0-2-3 0,13-2 3 0,-15 2 4 15,-1-3-6-15,2 3 2 0,1 0-1 0,0-2 1 0,2 1-4 0,-4 0 5 16,2-2-1-16,-5 2-2 0,2-2-1 0,-3 3 2 15,4-2-3-15,-5 0 0 0,0 0 3 0,-4 1 0 16,-6 2-2-16,0-1 3 0,-2-1-4 0,-3 2 11 16,0-3 1-16,-5 3 6 0,2-2 0 0,-5 1 6 15,0 0-1-15,-2 1 0 0,1-1 9 0,-4-1-7 16,-4 2-2-16,8 2-4 0,-8-2-3 0,0 0-1 16,10 1-1-16,-10-1-1 0,0 0-3 0,5 0-3 15,-5 0-18-15,0 0-18 0,0 0-26 0,0 0-28 0,5-3-33 0,-5 3-34 16,0 0-17-16,0 0-2 0,0 0-8 0,0 0-168 15,0 0-374-15,-16 7 166 0</inkml:trace>
  <inkml:trace contextRef="#ctx0" brushRef="#br0" timeOffset="40627.11">11626 9261 135 0,'0'0'146'0,"0"0"-9"0,0 0-14 0,0 0-11 16,0 0-2-16,0 0-4 0,0 0-5 0,0 0-2 16,0 0-6-16,2-7-7 0,-2 7-8 0,1-3-6 0,-1 3-8 0,3-4-8 15,-3 4-6-15,6-4-5 0,-1 0-3 0,0 1-5 0,2-1-7 0,-1 4-2 16,4-5-2-16,4 0-1 0,-1 3-5 0,6-3-3 31,-1 4 0-31,0-2-5 0,5 2 0 0,0 1 4 16,6 3-1-16,-1-1 0 0,-1 3 0 0,-5-3-1 0,0 6-7 0,-3-2 0 0,-2 2-4 0,-2 1-1 15,-4 3-7-15,1-1-2 0,-5 0-12 0,0 5 0 16,-6-3 1-16,-2 4-6 0,-3-2 8 0,-5 2-2 16,-2 7 1-16,-4-3 7 0,-2 0-5 0,-1-2 3 15,1 0-3-15,-1-6 1 0,4-1 7 0,-1 0-4 16,0 0 6-16,-2-2 0 0,3-1 1 0,3-2 3 15,0-2-2-15,1 1-1 0,5-2 2 0,-3-2-3 16,4 1-4-16,1-1 0 16,3-2 5-16,0 0 2 0,0 0-5 0,17 0 13 15,-4-1-1-15,6 0-4 0,9-2 1 0,-2 1-5 16,6-1 2-16,-2 1 2 0,2-1-3 0,2 1 6 16,2 2 1-16,-2 0-4 0,-2 3 2 0,0 1 0 0,-1 0 6 0,-3 4-12 15,0-2 9-15,-9 2-13 0,-2 0 10 0,-1 4-11 16,-3-3 2-16,-8 2 0 0,0 0-10 15,-1-1 2-15,-4 3 3 0,-5 2 2 0,-4-1 4 0,-4 0 2 16,-10 5 1-16,-2-2-2 0,-6 0-10 0,-1-4 16 16,-1-1 2-16,-7 0-1 0,-8 2 1 15,9-4 0-15,0-5 9 0,-1 0 7 0,-13-2 14 16,3-2 14-16,14-2 12 0,0-2 21 0,-1-2 14 0,5 0 13 16,1-2 10-16,3 1 6 0,8-2 15 0,3 2 5 15,-1-2-5 1,7 2 7-16,1 1 5 0,-2-2-2 0,4 1-3 15,2 0-6-15,0 1-13 0,1 1-8 0,1 0-11 0,0 0-15 16,0-1-10-16,0 3-12 0,4 2-15 0,-2-5-11 16,-1 2-28-16,3 3-28 0,0 0-15 15,-4-5-26-15,4 5-22 0,-1-1-27 0,1 1-27 16,0 0-14-16,0 0 2 0,0 0-12 0,0 0-29 0,0 0-43 16,10 8-70-16,-6-7-155 0,0 1-484 0,-4-2 215 0</inkml:trace>
  <inkml:trace contextRef="#ctx0" brushRef="#br0" timeOffset="42261.01">16986 8147 109 0,'-4'-6'183'0,"-1"1"-14"0,-2-3-12 15,0 2-22-15,-3 1-13 0,-6-1-10 0,-4 2-8 0,-1-1-18 16,-7 1-2-16,-3 3-5 0,1 1-9 0,0 1-12 15,1 1-6-15,-2 1-1 0,-2 2-5 0,2-1-5 16,1 2-5-16,2 1 4 0,-1 1-9 16,9-1-6-16,1 2-3 0,1 0 0 0,0 1-9 0,4 0 0 0,3-1-1 15,0 1-3-15,5 0 1 0,0 1-4 0,3-1-1 16,-2 2 4-16,10-1 1 0,-2 1 3 0,4 1 1 16,5 0-2-16,3-1-1 0,-1-3 0 0,7 3 3 0,5-3 1 0,0-1-5 15,2-3 9-15,-7-3-3 0,8-2 0 0,-9 0 1 16,2 0 6-16,-1-2 7 0,-1-2 7 0,-2-1 12 15,-7 1 30-15,2 0 4 0,2-5-1 0,-5 2 11 16,-1-3-1-16,2-5 1 0,-2 3 3 0,-1-5-1 16,-2-2-9-16,0-5-9 0,-2-4-4 0,-4 0-4 15,5-2 1-15,-5-3-7 0,0-4-10 0,-2 2-7 16,-1-10 15-16,-1 10-9 0,4 0 3 0,-4-1 1 16,1 3 6-16,0 1 3 0,-1 4 2 0,0 3 7 15,2 8-10-15,1 4 6 16,-1 4 4-16,0-3-11 0,0 2-4 0,1 6-18 15,1-3-12-15,0 2-49 0,-1 0-36 0,1 3-44 16,0 2-30-16,0 0 15 0,0 0 9 0,1 19 8 16,0-1 9-16,2 10 9 0,0 2 9 0,-3 5 7 15,2 10 11-15,-1-8 2 0,2-2 5 0,2-1 1 16,-1 0 8-16,2-1 3 0,1 0 2 0,-1-3 1 16,-2-4 7-16,3 0 3 0,0-1 2 0,-5-5-3 0,5-3 3 0,-2-4 4 15,-1-1 2-15,1-1 6 0,-4-2-1 0,3-3 0 16,-3 0 2-16,3 0 3 0,-4-1 1 0,4-1 1 15,-4-1 3-15,1 1 12 0,2-2 15 0,-3-2 11 16,1 4 5-16,-1-4 2 0,0 3 2 0,0-3 1 16,0 0 0-16,0 0-5 0,3 3-2 0,-3-3-4 15,0 0-7-15,0 0-4 16,0 0-8-16,0 0-18 0,0 0-21 0,0 0-20 16,0 0-25-16,0 0-24 0,0 0-33 15,0 0-6-15,0 0-377 0,-8-9-545 0,8 4 241 0</inkml:trace>
  <inkml:trace contextRef="#ctx0" brushRef="#br0" timeOffset="42714.66">17034 7969 115 0,'12'-6'203'0,"-1"0"-17"0,6-1-18 0,-2 2-14 16,3 0-18-16,-1 3-16 0,-2 2-5 0,-1-2 0 15,6 6-16-15,-3 2-7 0,2 1-8 16,-2 3-7-16,5 6-5 0,-6-2-6 0,-3 1-8 16,-4 4-5-16,1-2-9 0,-1 5-4 0,-8-2 1 15,2 1-5-15,-3-2-4 0,-3 6-3 0,0-6 0 16,-4 0 1-16,1 0-10 0,-2-2 1 0,-1 0-1 16,0-2-1-16,-2-3 0 0,3-1 2 0,3-2-1 15,-1-2-2-15,2 0 3 0,0-3 3 0,0 0 10 16,3 0 18-16,-2-1 25 0,3-3 31 0,-4 5 45 0,3-4 44 0,1-1 26 15,0 0-10-15,0 0-18 0,0 0-19 0,4-17-23 16,4 2-21-16,4-2-16 0,4-6-21 0,2-3-7 16,3-3-29-16,0 0-21 0,7-17-23 0,0 3-25 15,-2 3-13-15,-9 7 6 0,-2 4 0 0,-4 2 9 16,-1 9 2-16,-3 2 15 0,-2 4 3 0,-1 2 1 16,0 1-5-16,-3 2-13 0,1 3-21 0,-1 2-25 0,-1 2-4 0,0 0 4 15,-10 10 2-15,3 3 6 0,-4 3 3 0,-1 9 0 16,0 3 7-16,2 2 0 0,0 4 4 0,5-4 3 15,2 4-8-15,6-4 1 0,7 4 12 0,9-4-4 16,16 8-3-16,4-5-25 0,12-1-44 0,4-10-77 16,38 2-108-16,-26-12-261 0,25-5-588 0,-27-7 262 15</inkml:trace>
  <inkml:trace contextRef="#ctx0" brushRef="#br0" timeOffset="77573.57">5873 12382 22 0,'0'0'138'15,"0"0"-20"1,0 0 7-16,0 0-15 0,0 0-5 0,0 0-3 0,0 0-2 16,0 0-10-16,-7 0-5 0,7 0-7 0,0 0-5 15,0 0 3-15,0 0-15 0,0 0-5 0,0 0-5 16,0 0-1-16,0 0-4 0,0 0-4 0,0 0 2 16,0 0-8-16,0 0-1 0,0 0-4 0,0 0-5 0,0 0-4 0,0 0-1 15,0 0-2-15,0 0-6 0,0 0 6 16,0 0-8-16,0 0-3 0,-5 1-5 0,5-1 10 15,0 0-2-15,0 0-4 0,0 0-2 0,0 0-2 16,0 0-1-16,0 0-1 0,0 0 1 0,0 0 1 0,0 0-1 16,0 0-1-16,0 0-3 0,0 0 1 0,0 0-3 15,0 0 4-15,0 0 2 0,28-3 0 16,-8 0 3-16,7-1-7 0,5-1 13 0,4 0-6 16,1-2 2-16,3-1 7 15,-2 3-6-15,-4-1 2 0,0 1-6 0,-2-1 1 16,-11 6 2-16,0-1-4 0,-3-2-1 0,-5 3-1 15,-3-1-2-15,0 1-16 0,-4-1-19 0,0-1-21 16,-6 2-8-16,8 3 4 0,-6-2 3 0,-2-1-20 0,-9 10-25 16,0-3-142-16,-9-3-265 0,0 6 118 0</inkml:trace>
  <inkml:trace contextRef="#ctx0" brushRef="#br0" timeOffset="78090.64">5902 12630 135 0,'-3'1'171'0,"3"-1"-14"15,-7 2-14-15,7-2-14 0,0 0-12 16,-7 1-12-16,7-1-18 0,-5 3 0 0,5-3-7 0,0 0-5 16,0 0-7-16,-4 0-6 0,4 0-3 0,0 0-3 15,0 0-11-15,0 0-5 0,0 0-1 0,0 0-3 16,0 0-7-16,0 0 2 0,0 0-6 0,0 0-5 0,0 0 1 15,0 0-5-15,0 0-4 0,-6 2-2 0,6-2-4 0,0 0 7 16,0 0 0-16,0 0-2 0,0 0-10 0,0 0 6 16,0 0-3-16,0 0-1 0,0 0-5 15,0 0-4-15,0 0 10 0,0 0-4 0,14 2 3 16,-4-1-2-16,9-4 4 0,9-2 3 0,8 1 3 16,1-1-4-16,18-3 4 15,3-1 13-15,0 1 1 0,-3-3 3 0,-1 4 3 16,-4 0-6-16,-16 1-1 0,-2 2-5 0,-1 0-4 15,-11 2 4-15,-3-2-4 0,0 2 0 0,-7-1-4 16,3 3 2-16,-7-2-14 0,2 1-26 0,-4 1-30 16,-4 0-45-16,5 1-27 0,-5-1-189 0,-13 6-343 15,0-3 152-15</inkml:trace>
  <inkml:trace contextRef="#ctx0" brushRef="#br0" timeOffset="88743.24">8078 11782 208 0,'1'-6'216'0,"-1"1"-12"0,2-2-10 0,-2-1-8 15,1 0-7-15,-1-1-7 0,1-1-9 0,0 0-2 16,-1 1-15-16,0 1-6 0,0 2-1 0,2-2-7 16,-1 3-8-16,-1 1-12 0,0 0-12 0,0-1-11 15,0 5-15-15,0-3-4 0,0 3-18 0,0 0-28 16,0 0-21-16,0 0-5 0,0 0-5 0,0 0-1 0,1 18 2 0,2-5-1 16,-1 7 6-1,-2 4-7-15,5 3 5 0,-5 2-1 0,3-1 2 0,-1 1-2 16,2-2 3-16,-1-3 2 0,2 0-2 15,-2-6 1-15,0 2 0 0,-1-2 0 0,1-3 4 0,-1-3-3 16,-1 0 0-16,2 0 1 0,-2-2-1 0,0 1 3 16,0-1-2-16,-1-4 0 0,0 0-16 0,2-1-9 15,-2 1-19-15,0-3-16 0,1 1-14 0,-1 0-15 16,0 1-7-16,0-5-21 0,-4 5-31 0,2-3-45 16,2-2-144-16,-9 1-364 0,9-1 162 0</inkml:trace>
  <inkml:trace contextRef="#ctx0" brushRef="#br0" timeOffset="89592.03">7490 12343 28 0,'-4'3'157'0,"-5"-2"-2"0,4-1-11 0,5 0-9 0,-6 1-8 0,6-1-14 16,-5 0-6-1,5 0-10-15,0 0-6 0,0 0-9 0,-8 3-4 0,8-3-8 16,0 0 2-16,0 0-7 0,-6 0-2 0,6 0 3 15,0 0-4-15,0 0 5 0,0 0-9 0,0 0 5 16,0 0 0-16,0 0 1 0,0 0-5 0,0 0-2 16,0 0-3-16,0 0-1 0,0 0-8 0,0 0-3 15,0 0-3-15,0 0 1 0,0 0-4 0,0 0-5 16,-8-3-1-16,8 3-5 0,0 0-4 0,0 0 1 16,0 0-4-16,0 0 0 0,0 0-4 0,0 0-2 15,0 0-3-15,0 0 1 0,0 0-6 0,0 0 4 16,0 0 0-16,0 0-5 0,0 0 0 0,0 0-2 15,0 0 1-15,0 0 0 0,0 0-1 0,0 0 1 16,0 0 2-16,0 0 1 0,0 0-4 0,0 0 0 0,0 0 0 0,0 0-2 16,0 0 2-16,0 0-1 0,0 0 0 0,0 0 0 15,0 0-1-15,0 0 1 0,0 0 0 0,0 0-2 16,0 0 2-16,0 0-1 0,0 0 2 0,0 0-1 16,0 0-3-16,0 0 1 0,0 0 0 0,0 0 4 0,0 0-8 15,0 0 4-15,0 0 1 0,0 0-1 0,0 0 2 16,0 0-1-16,0 0-1 0,0 0-4 0,0 0 4 0,0 0 3 15,0 0-1-15,15 6 1 0,-3-7 0 16,16-4 3-16,9 3-3 0,17-5 2 0,7 2 2 0,32-4-5 16,7-6 2-16,3 6 2 0,1-4 9 0,3 0 7 15,-4-2 7-15,0 2 0 0,3 1 5 0,-6-1-2 16,-3 0-2-16,-8 1 0 0,-26 4-4 0,-3 0-1 16,-2-1-5-16,-9 2 3 15,-13 2-1-15,-4 0-4 0,-1 3-2 0,-11-3 6 16,-2 3-11-16,-6-1 2 0,-2 1-9 15,-5 2 0-15,5-2-2 0,-6 1-5 0,1 0-6 16,-5 1-23-16,0 0-32 0,0 0-26 0,-16 4-27 0,0 1-30 16,-4 2-42-16,-7-2-212 0,-4 1-438 0,3 1 194 15</inkml:trace>
  <inkml:trace contextRef="#ctx0" brushRef="#br0" timeOffset="90331.2">8658 12567 90 0,'-1'-3'185'0,"-6"-7"-13"0,1 3-16 16,-3 0-12-16,1 2-13 0,-1-3-13 0,-1 3-14 16,-5 1-6-16,-3 1-13 0,0 1-11 0,-5 2-7 15,2 0-8-15,-1 2-11 0,0 1-3 0,-1 2-2 16,2 0-3-16,1 2-7 0,-7 3-1 0,9-2-6 16,2 3-5-16,1-4-2 0,4 2-3 0,0 2-6 15,3-2 2-15,2-1 4 0,2 4-7 0,0-7 0 0,4 7-5 16,3-6 2-16,0 5 6 0,1-6-2 0,4 2-1 0,2-1-2 15,3-1 1-15,1-2 2 0,3 0-1 0,2-3-6 16,1 1 3-16,-2-2 5 0,0-2 7 0,0-1 6 16,0 0 4-16,-1-3 11 0,-1-2 9 15,-4 4 6-15,0-4 5 0,0 4 5 0,-1-6 7 0,-2 6 7 16,-1-6 9-16,0 6 4 0,-2-1 6 0,0 0-4 0,-3 4-8 16,1-2-8-1,-2 1-9-15,2 1-12 0,-4 2-14 0,3-2-15 0,-3 2-20 16,0 0-4-16,7 6 2 0,-6 1-10 0,2 5 2 15,-3 5 5-15,3 7-4 0,-1 3-1 0,-1 3 3 16,2 0 7-16,-2 2-8 0,3-1-2 0,-4 3 9 16,4 0-11-16,-3-2 4 0,3 2 7 0,0 0-8 15,-2-1 1-15,1-2-2 0,2-1-2 0,-5-4 7 16,1 1-3-16,2-1 0 0,-3-8-3 0,1-1 3 16,-1-2 0-16,0-3 1 0,0-1 0 0,-1-3 0 15,1 2 3-15,0-6-3 0,0 1 0 0,0 0 3 16,0-1 3-16,0-4-1 0,0 5 2 0,0-5 3 15,0 7 0-15,0-7 10 0,0 0 3 0,0 3 1 16,0-3-1-16,1 3-2 0,-1-3-2 0,0 0-2 0,0 0-21 0,0 0-25 16,0 0-27-16,0 0-66 0,0 0-107 0,0 0-256 15,0 0-526-15,-1-18 232 0</inkml:trace>
  <inkml:trace contextRef="#ctx0" brushRef="#br0" timeOffset="93389.71">9624 12380 43 0,'0'0'100'0,"0"0"-14"16,0 0-5-16,0 0-3 0,0 0-10 0,0 0-5 15,0 0-5-15,0 0-4 0,0 0-1 0,0 0 3 16,0 0-7-16,0 0 3 0,0 0-12 0,0 0 22 16,0 0-6-16,0 0-8 0,0 0-11 0,12-11 6 15,-6 8-16-15,4-3 9 0,-1-1-2 0,5-3-2 0,-1 2-4 0,4-5-3 16,3-4 5-16,-5 5 6 0,7-9-1 0,-1 1-1 15,-4-2-4-15,1 1-6 0,2-6 5 16,-3 0-11-16,0-2 2 16,0 1-10-16,-2-2 10 0,-4-1 0 0,1-2-8 0,-3-2 3 15,1-11-9-15,-5 12 4 0,0-1 2 0,2-1 5 16,-6 3 6-16,3-1 5 0,-4 2 5 16,1 3 6-16,-1 3 3 0,-1-2 3 0,-3 10 0 15,3 1-2-15,-2 1-2 0,-1 3-1 0,3 1 0 0,-3 3-5 0,4 0-3 0,-4 2-4 16,3 1-4-16,-4 0-3 0,5 1-9 0,-4 4-1 15,4 1-8-15,-9 0-3 0,9 0-2 0,-10 13-1 16,1-4-7-16,0 10 11 0,-4 2-2 0,1 6-2 16,1 4-1-16,-4 13 1 0,2 1-1 15,3 1 9-15,-1 1-10 0,2-2 3 0,3-8-4 16,0 9 1-16,1-14 1 0,5 4-1 0,0-3 5 16,8 2-2-16,-2-4-2 0,2-4 3 0,4 0 2 15,1-3 0-15,4-2 0 0,1-3 2 0,5-2 0 16,2-3 1-16,2-6 2 0,5 0 2 0,0-2-1 15,2-5-3-15,0 0 2 0,2-2-6 0,-2-7-6 0,-2 1-1 0,0-3-7 16,0-1-3-16,-5-4-2 0,-2-2 3 0,-2 1 0 16,0-2-5-16,-6 0 5 0,-2-3-2 0,-2 4 7 31,1-5-4-31,-5-2 2 0,-4 6 3 0,-1-1 3 16,1-2 2-16,0 4 5 0,-2-8 2 0,-3 7 18 15,1 1 8-15,-1 5-2 0,0-1 7 0,-1 1 9 0,-2 2-4 0,3 1 4 0,-1 2-4 16,-3-1-1-16,4 3-3 0,-1 0 0 15,0 0-6-15,1 1-4 0,0 4-7 0,-3-4-1 16,3 4-8-16,0-4-5 0,0 4-9 0,0 0 0 16,0 0-1-16,0 0 2 0,0 0 0 15,-5 13-1-15,5-7 1 0,-4 4 0 0,4 0 0 0,-1 2-1 16,-2 0 1-16,2 3 1 0,1 1-2 0,-3 2 1 16,2-1 2-16,-2 4 0 0,1-2-3 0,1 1 3 15,-2 5 1-15,2-6 0 0,-2 0 1 0,2-1 0 0,-3 3-2 16,4 5-1-16,-4-9 0 0,3 0 1 0,1 0 2 0,-3-5 0 15,2-2 4-15,1 2-4 0,-1-4-3 16,1-1 4-16,0-1-1 0,-3 0 3 0,3-2-2 16,0 1 1-16,-1-2 5 0,1-3-1 0,0 8 9 15,0-4 17-15,0-4 23 0,0 2 17 0,0-2 16 0,0 0 19 16,0 0 19 0,0 0 3-16,0 0-20 0,0 0-9 0,5-9-15 15,-5-1-4-15,4 0-4 0,0-1-11 0,1-3-12 0,0-4 0 0,4 1-8 16,-1-1-1-16,2-5-12 0,4-1 15 0,-6 5-24 15,2 2 2-15,0 0 0 0,-1 4-13 0,-1-3 6 0,-2 6 1 16,2 2-6-16,-3-2-7 0,-1 4 6 0,-2 0-4 16,2 2-2-16,-1 0-8 0,-1 0-3 15,1 1-12-15,-1 1-8 0,-2 2 2 0,0 0 3 16,10 6-3-16,-7-2 3 0,2 5-1 0,-1 2 5 16,0 1 3-16,1 3 10 0,-1 3-12 0,0 0 5 15,-2 2-2-15,2-2 1 0,-1 10 0 0,-1-2 2 16,-2-7 2-16,0 0-1 0,1-1 3 0,2 0-1 15,-3-2 0-15,0-4 0 0,-3-1 1 0,6-1 4 16,-3-5-3-16,0 4 2 16,0-4 2-16,0-2 3 0,0 3 1 0,0-3 3 15,0 1 12-15,0-4 11 0,1 4 5 0,-1-4 1 16,0 0-14-16,22-8 1 0,-3-2-20 0,7-4-33 16,6-1-47-16,-2-4-70 0,12-8-89 0,8-4-326 15,4 1-608-15,4-3 268 0</inkml:trace>
  <inkml:trace contextRef="#ctx0" brushRef="#br0" timeOffset="94106.4">11609 11687 82 0,'0'0'115'0,"0"0"-11"16,0 0-23-16,0 0 2 0,0 0-8 0,-9 13-5 15,4-8-5-15,-5 2-6 0,-2 3-4 0,-4 4 0 0,0-2-5 0,-7 5-9 16,1 3 0-16,0-3-4 0,2 2 3 0,-2 0-12 15,3 1-3-15,1 0 3 0,5-4-6 0,2-1-1 16,1 2-5-16,1-2 4 0,4 1-9 0,-1 0 3 16,5 0-5-16,1-2-3 0,3 3 5 0,6 0-6 15,0-2-2-15,3-1 9 0,6 3-7 0,4-2 13 16,1 0-2-16,1-1-4 0,-2 0 1 0,4 3-7 16,-7-7-3-16,-2-1 10 0,-1-1-9 0,-4-3 1 15,0 4 10-15,-1-2-9 0,-2-1-5 0,-1-1-1 0,-3-1-1 0,-1 1 11 16,0 0-6-16,-4-2 5 0,-4 4 1 15,-2-3 0-15,-4 2 0 0,-6 0-6 0,-4-1 5 0,0 0-1 16,-6 2 0-16,-2-2-1 0,-2-3-7 0,2 1 6 16,0 2-10-16,0-3-4 0,8-2-20 0,0 0-24 15,7-2-36-15,1 2-132 0,3-3-237 0,4 1 105 16</inkml:trace>
  <inkml:trace contextRef="#ctx0" brushRef="#br0" timeOffset="94554.14">11951 12139 176 0,'0'0'180'0,"-4"-2"-21"16,4 2-16-16,0 0-20 16,12-7-11-16,-3 6-7 0,2-3-11 0,2-1-12 15,5 0-7-15,1 0-7 0,7-3-3 0,-5 0-14 16,6-1 0-16,-4 0-9 0,3-2-1 0,-7 1-4 16,6-3-4-16,-7 2 0 0,7-3-5 0,-9 2 6 15,0-2 6-15,-1 2 9 0,0-1-4 0,-5 1 5 0,-2 1 10 0,-3 3 2 16,0-2 1-16,-1 1-7 0,-1-1-6 0,-2 2-5 15,-5 3-11-15,0-1-1 0,-2 1-4 0,-6 2-4 16,-3 3-6-16,-5 1 0 0,-6 5-3 0,-2 1-4 16,-3 3 1-16,-1 3-4 0,3 3-1 0,2 0-5 15,-4 1-3-15,7 4-2 0,1-2 2 0,3 5 0 16,3-2-3-16,2-2-1 0,7-1 3 0,3-1-1 16,4 0 3-16,2-1 1 0,7 2 1 0,6-2-6 15,6 1 10-15,8-1 2 0,9-3 1 0,13-1-13 0,4-2-31 0,-1-6-33 16,4-3-51-16,0-4-63 0,0-5-167 0,-3-2-377 15,-1 0 167-15</inkml:trace>
  <inkml:trace contextRef="#ctx0" brushRef="#br0" timeOffset="95131.19">12748 11926 5 0,'0'0'138'0,"0"0"-21"0,0 0-1 0,0 0-19 16,0 0-16-16,0 0 3 0,0 0-10 0,0 0-10 15,0 0-3-15,13-2-3 0,-4 1-7 0,0 1-18 16,4-1 10-16,-3 0-7 0,4-1-6 0,0 1-4 16,-1-3 4-16,6 0-2 0,-2-2-7 0,-1 0-1 15,-4 1 4-15,2 1-5 0,0-6 5 0,-1 3-6 16,-3 0 8-16,-1 0 6 0,-3 0 8 0,2 2 11 16,-6-2-1-16,1 4-4 0,-2-4-4 0,2 4-7 15,-7-2-6-15,-1 3-5 16,-4 1 1-16,-4 2-3 0,-6 1-2 0,0 3-5 15,-8 7-8-15,-1 2 5 0,-1-1 1 16,-1 6-3-16,2-2-7 0,1 4 2 0,0 0-6 0,2 4 2 16,4-2 1-16,0 3-5 0,4-1 1 0,7-1 3 15,0-2-2-15,7-1 5 0,2-4-2 0,7 11 6 16,6-6-3-16,6 0 1 0,6-5 0 0,5-2-8 16,8-1 6-16,13-3-51 0,5-1-37 0,1-5-15 0,7-5-40 0,-3 0-106 0,3-6-264 15,-6 0 117-15</inkml:trace>
  <inkml:trace contextRef="#ctx0" brushRef="#br0" timeOffset="95803.4">13405 11791 13 0,'0'0'184'0,"0"0"-21"0,0 0-17 16,9-2-18-16,-1 3-12 0,3-1-13 0,2 1-6 15,6 2-6-15,-1 1-9 16,10 3-4-16,-6 0-4 0,3 0-7 0,2 0-10 15,-10 1-2-15,2 1-8 0,-2 0-17 0,-2 2 6 16,-1-2-1-16,0 4-3 0,-5-5-9 0,-2 2 6 16,-2 1-4-16,0-2-4 0,-3 1-3 0,-2 0-6 15,-2 1 2-15,-6 0-5 0,-1 0 1 0,0 1-1 16,-5 0 5-16,1-2-5 0,2-1-1 0,2-3-1 16,-3 3 0-16,1-2-3 0,2-1 4 0,-1 1-2 0,0-1 3 15,3-1-3-15,1-1-6 16,3 1 0-16,-1-1-2 0,2 3 5 0,2-4 0 0,2 2-4 15,2 0-1-15,0-1 8 0,5 2-9 0,2 0 2 16,1-3 3-16,5 3-8 0,-1 1 5 0,2 0 0 16,0-3 0-16,0 3 5 0,0 0-8 0,-4 0 4 15,-3-1-6-15,1-2 1 0,-3 4 4 0,-1-2 1 0,-1 0-3 0,-3 0-2 0,-2 1-1 16,0-2-1-16,-5 3 9 0,-6-1-1 0,0 0-2 16,-6 1 3-16,-5 0-2 0,-6-1 0 0,-1 2 0 15,-1-3 5-15,0 0-4 0,-3-2-11 0,3-2-11 0,2-1-35 16,5 2-9-16,1-3-39 0,0-3-163 0,1 1-288 15,6 0 127-15</inkml:trace>
  <inkml:trace contextRef="#ctx0" brushRef="#br0" timeOffset="96304.78">13996 11855 53 0,'11'7'139'0,"-1"-1"-27"16,4 3 3-16,2 3-16 0,-1 0-7 0,-4 2-7 15,1 1-12-15,-3-1-8 16,1 4-2-16,-2-1-9 0,-3 4-11 0,-2-3 3 15,-3 0-3-15,-3 1-2 0,-1-2-9 0,-1 1-5 16,-4-1-2-16,0-3 6 0,0 2-1 0,-5-3-1 16,4-3-5-16,0 0 15 0,0-4-4 0,1 3 3 15,0-3 3-15,2-1 2 0,0-3 14 0,1 3 19 16,3-2 23-16,-1 1 28 0,0-3 26 0,4-1 23 16,-4 2 6-16,4-2-3 0,0 0 0 0,-4-12-23 0,5 7-19 0,2-5-11 15,2-4-11 1,3 0-13-16,2-3-16 0,4-5-14 0,0-3-20 15,1 2-7-15,2-2-14 0,1 1-10 0,-4 3-2 0,3-1-3 16,-7 5 0-16,0 2-1 0,-2 4-7 0,-2 1 1 16,-1 2-1-16,-1 3 0 0,1-1-7 0,-2 2-6 15,1-1-20-15,-1 3-20 0,-1-1-16 16,-2 3 4-16,0 0 3 0,0 0 5 0,-2 11 3 0,-1-1 9 16,-1 1 3-16,0 1-8 0,0 3-2 0,-1 2 3 15,4 1 2-15,-2 0 3 0,5 2 0 0,1-1 3 16,5 0 8-16,3 3-2 0,7 0 4 15,2-3-5-15,5-2-9 0,7-2-36 0,1-2-62 0,20-3-64 16,-18-6-228-16,3-4-461 0,2-3 204 0</inkml:trace>
  <inkml:trace contextRef="#ctx0" brushRef="#br0" timeOffset="96681.95">14574 11582 174 0,'0'0'179'0,"0"0"-20"15,0 0-15-15,0 0-16 0,-1 21-14 0,-1-3-18 0,-1 8-3 16,3 10 3-16,-3 11-9 0,3 3-3 0,0 1 1 16,3 2-15-16,2-2-7 0,3 1-8 0,2-2-4 0,2-1-6 15,-2 1-3-15,1 0 3 16,0-3-7-16,-2 0 1 0,-3-2-20 0,-2-10-47 15,-1 0-35-15,-1-1-30 0,-2-1-78 0,-3-3-88 16,-2-4-280-16,0-9 124 0</inkml:trace>
  <inkml:trace contextRef="#ctx0" brushRef="#br0" timeOffset="97660.43">11114 11675 91 0,'0'-8'215'0,"1"-5"-1"0,2 6 3 0,-2-1-18 16,-1 1-1-16,3 0-18 0,-2 3-17 0,0 1-24 16,-1-2-21-16,0 5-14 0,0 0-12 0,8 9-12 15,-3 8-7-15,1 13-6 0,4 19-13 0,-3 7-4 16,2 28-1-16,-1 0-8 0,-2 4-5 0,0-4-6 16,6 3 8-16,-4-1-8 0,3-2-3 0,-5-24-4 0,6 25-24 15,-4-29-34-15,3 2-25 0,2 0-34 0,5-5-34 0,0-3-69 16,-4-7-139-16,-1-11-363 0,-1-7 160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7:57:58.62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3636 2953 239 0,'1'-9'253'0,"-2"4"-2"16,1-2-3-16,0 1-3 0,0 0-6 0,0 0-2 16,0 0-8-16,-1 0-18 0,-3 1-13 0,4-1-27 15,-4 3-18-15,1-2-17 0,0 0-15 0,0 1-16 16,-2 1-15-16,1 0-40 0,0-1-4 0,-2 3-30 16,-3 1-28-16,0 1-16 0,-1 4-20 0,-8-1-14 0,0 6-4 0,3 2-4 15,-5 5 0 1,4-3-12-16,-3 4-3 0,2 3 3 0,2 3 4 15,2 1 6-15,-2-1 2 0,3 1-1 0,2 0-8 16,5 0 3-16,0-8 3 0,4 1 4 0,2-1 10 16,4-1 1-16,-2 0 9 0,3-5 8 0,-1-2 2 15,4 0 10-15,-5-5 7 0,5 3 16 0,1-7 4 0,-1 0 8 0,5-5 7 0,-1 2 12 0,-4-4 12 16,6-4 17-16,-2 0 16 0,0-4 6 0,-6 1 10 16,2-1 0-16,-1-2-4 0,1-6 8 0,-5 8 5 15,0 1-3-15,-1-3 11 0,1 4 7 0,-1-6 2 16,-2 11 12-16,-1-2-9 0,0 4-6 0,1 1-15 15,1-2-10-15,-2 3-16 0,1 0-29 0,-1-1-51 16,0 5-28 0,0 0-46-16,0 0-29 0,0 0 6 0,0 0 5 15,-1 26 3-15,1-9 13 0,0 10 10 0,0 8 12 0,-3 15 4 16,2 4 9-16,-2-1 7 0,3 6 7 16,-1-2 4-16,1 3 6 0,1 0 5 0,3 23 2 0,-1-32 5 0,2 8 7 15,2 23 4-15,-1-24-4 0,-3 4 9 0,0-2 0 16,6 20 5-16,-5-25 0 0,-2 0 0 0,3-3 1 15,-2-1 1-15,-2-1 0 0,-1-3 0 0,2-11 4 16,-5-1-3-16,-4-3 0 0,0 1 3 0,-2 1 2 16,0-3-3-16,0-3 0 0,-4-5-1 0,0 1-1 15,2-2 4-15,-1-7 10 0,2-1 11 0,-5-2 4 16,2 0 7-16,-6-7-1 0,2 3 0 0,-3-6-4 16,0 0 1-16,-7-2-3 0,7-2 7 0,0-1 4 15,2-4 0 1,0-2 4-16,3-3 0 0,1-3 5 0,-4-7-4 15,5 1-6-15,-1-4-2 0,4-4-3 0,2-3-9 16,3-3-3-16,2-17-6 0,7-1-13 0,5-31-8 16,3 3-8-16,11-3-6 0,5 2-5 0,7-4 1 15,4 3-1-15,3 9 3 0,3 3 12 0,-8 25 25 16,-5 0 32-16,0 6 24 0,-4 0 17 0,-7 11-6 16,-1-1 3-16,-1 0-11 0,-1 2-16 0,-3 1 2 0,2 0-8 0,-3-1 6 15,-5 6-11 1,3 0 1-16,-5 8 3 0,-2-3-11 0,-1 6 4 15,0 2-12-15,-2 0 0 0,0 1-11 0,-1-1-29 16,0 5-26-16,1-1-38 0,-2-1-43 0,1 3-53 16,-1 3-56-16,0 0-28 0,0 0-27 0,0 0-33 15,0 0-208-15,-12 13-552 0,8-10 244 0</inkml:trace>
  <inkml:trace contextRef="#ctx0" brushRef="#br0" timeOffset="680.95">4081 3109 16 0,'5'-5'259'15,"0"0"-11"-15,-1 0-20 16,1 0-17-16,-1 3-19 0,1-1-19 0,3-1-22 0,-6 0-14 15,5 3-18-15,-7 1-14 0,10-3-12 16,-1 3-12-16,-3 0-8 0,1 4-8 0,2 4-9 16,-3-1-5-16,1 3-5 0,1 3-5 0,-1 4-4 15,-3 1-4-15,3 9 1 0,-4 0-4 0,-3 1-3 16,-3 1-3-16,3 0 0 0,-4-2 1 0,1 0-6 16,-4-3 5-16,3-3-6 0,2-1 1 0,-1-5-5 0,-1 1 0 0,-2-4 0 15,3-3-1 1,1 2-1-16,1-5 0 0,-2-1 20 0,3 0 36 0,-3-1 36 15,3-4 37-15,-1 4 32 0,1-4 14 0,0 0 27 16,-1 3-11-16,1-3-20 0,0 0-18 16,8-21-18-16,-2 7-13 0,4-3-18 0,-1-7-7 15,5-3-15-15,0-1-9 0,0-2-12 0,4 2-7 16,-4-4-3-16,2 3-17 0,-5 3 0 0,3 2-1 16,-6 4-8-16,-2 4-2 0,3-2-1 0,-4 8-1 0,-1-1-1 15,1 2-3-15,-2 4-3 0,-2 0 0 16,2-3-9-16,-2 6-3 0,4 0-19 0,-5 2-12 15,0 0-27-15,0 0-33 0,1-4-46 0,-1 4 10 16,0 0 8-16,-1 13 10 0,-2-1 11 0,1 5 7 16,-2 2 4-16,0 9 11 0,-1 0 7 0,4 4 16 0,-2-3-10 0,3-1 9 15,0-1 3-15,4 0 7 0,-1-1 6 0,3-7 1 16,0-2 7-16,5 0 7 0,0-2 1 0,3-1 13 16,2-4 6-16,6 2-4 0,-1-5-10 0,8 0-28 15,-2-4-84-15,1-4-100 0,3-2-153 0,-3-6-233 16,-2-2-649-16,-5-4 287 0</inkml:trace>
  <inkml:trace contextRef="#ctx0" brushRef="#br0" timeOffset="1002.31">4656 2880 152 0,'1'-3'259'0,"-1"3"-31"0,0 0-25 16,6-3-21-16,-6 3-20 0,8 7-14 0,-1-1-10 0,-1 4-5 15,5 7-9-15,5 12-3 0,-5 5-8 0,2 12-4 16,0 7-3-16,1 1-5 0,-6 3-11 0,1 24-4 0,-4-26-5 15,0-1-7-15,-8-4-4 0,-4 4-5 0,-2-6-5 16,-7 3 2-16,-3-3-1 0,-9 2-25 16,-4-6-54-16,-5-2-64 0,-6-4-108 0,-10-3-256 15,2-9-483-15,-6-7 213 16</inkml:trace>
  <inkml:trace contextRef="#ctx0" brushRef="#br0" timeOffset="1534.85">4044 2813 41 0,'0'0'225'15,"0"0"-21"-15,0 0-24 0,0 0-9 0,0 0-17 16,-13 17-9-16,0-5-18 0,2 11-4 0,-6 0-13 0,2 13-12 0,-7 8-14 15,3 3-3-15,-4 5-11 0,-4 27 4 0,8-25 40 16,-9 26 2-16,16-29 6 0,3 0 1 0,4 0 1 16,5-6 0-16,1-10 5 0,3 0-7 0,7 0 1 15,0-3-7-15,7-1 2 0,1-3 8 0,6 1-7 16,0-2-2-16,4-7 5 0,2-2-1 0,4-3-8 16,0-3-3-16,1 2-37 15,-1-7 17-15,-3 0-13 0,0-2-4 0,-4-1-26 16,-8-2 13-16,-2-2-1 0,-5 0 14 0,-3 3 3 15,0-3 7-15,-1 1 17 0,-9-1 9 0,9-1 7 0,-9 1-4 16,8 1-4-16,-8-1-7 0,0 0-10 16,9 0-8-16,-9 0-12 0,0 0-16 0,0 0-22 15,0 0-28-15,0 0-31 0,0 0-33 0,10-1-50 16,-10 1-76-16,0 0-61 0,0 0-47 0,4-10-81 0,-4 10-368 16,5-10-804-16,0 2 357 0</inkml:trace>
  <inkml:trace contextRef="#ctx0" brushRef="#br0" timeOffset="2082.46">5577 3309 197 0,'0'0'247'0,"-9"0"-11"0,9 0-10 0,0 0-4 16,0 0-19-16,-6 0-14 0,6 0-15 0,0 0-13 16,0 0-12-16,0 0-9 0,32-3-12 0,-16 3-13 0,15-2-10 15,4 2-7-15,-1-5-8 0,1 4-11 0,1 0-7 16,3-2-11-16,-2 3-4 0,-2 0-5 0,-2 0-5 16,-1-2-2-16,-4-1-9 0,-9 3-9 0,-5 0 6 15,0 0-4-15,-5 0-25 0,-1 0-9 0,-3 0-22 16,-5 0-23-16,0 0-27 0,0 0-37 0,-18 5-49 15,0-3-53-15,-2 0-213 0,0 2-464 0,-1-4 206 16</inkml:trace>
  <inkml:trace contextRef="#ctx0" brushRef="#br0" timeOffset="2383.1">5649 3563 2127 0,'-22'8'255'0,"5"-2"-114"15,6 1-51-15,-1-3-29 0,3 0-18 0,3-3 2 16,1 3 7-16,5-4 0 0,-6 4 5 0,6-4 18 16,0 0 7-16,20 0-3 0,3-2 2 0,10-2-8 15,3-2-9-15,19 1 7 0,1-2-5 0,-2 3-2 16,5-3-6-16,0 4 7 0,-2-4 0 0,-2 2-8 0,-4 2-2 15,-17 1-6-15,-4-2-26 0,-10 3 21 0,-6-1-6 16,-1 0 4-16,0-1-3 0,-7 3 1 0,2-2-24 16,-8 2 22-16,13-2-24 0,-8 1-40 0,-5 1-69 15,0 0-69-15,0 0-78 0,-23-2-105 0,11 1-212 16,-2-5-603-16,-2 2 267 0</inkml:trace>
  <inkml:trace contextRef="#ctx0" brushRef="#br0" timeOffset="5490.12">7306 2561 138 0,'0'-4'153'0,"-3"2"-12"0,2-1-18 0,1 3-9 16,-3-5-15-16,3 5-17 0,0 0-26 0,0 0-14 15,0 0-8-15,-7 7-11 0,3 4 0 0,-1 5-2 16,-1 12-1-16,-4 7-11 0,-5 18 1 0,-5 27 17 16,1 7-13-16,0 9 10 0,0 10 27 0,-1 6-20 15,5-1-5-15,1-4 7 0,0-1-4 0,5 7 5 16,5-3 16-16,4-4 4 0,1-2 8 0,7-5 2 16,0-3-4-16,3-5 2 0,-3-1-3 0,0 2-4 15,-1-4 0-15,-2-1-5 0,-2-2-4 0,-3-2-4 16,-4-22-3-16,-2-3-5 0,-2 1 0 0,0-2-4 0,-2-4-1 0,-6-5 0 15,0-4-2-15,2-11-2 0,-3-1-5 0,-2-4 3 16,-2-2 3-16,-4 0 15 0,-4-6 16 16,2-3 14-16,-9-1 7 0,3-6 1 0,-17 2 4 15,11-9-12-15,-14-1 22 0,12-4 2 0,-9-4-7 16,12-3 25-16,2 0 2 0,1-3 7 0,0 1-5 0,3-3-2 31,4 1-11-31,-1 2 2 0,10 4-10 0,1-1-9 0,5 1-6 16,3 5-11-16,1-3-6 0,0-1-1 0,9 6-16 15,-13-4-34-15,12 2-33 0,1 2-35 0,0 0-31 16,-8-4-35-16,8 4-41 0,0 0-53 0,15-11-78 16,-3 4-283-16,6-4-622 0,5-9 276 0</inkml:trace>
  <inkml:trace contextRef="#ctx0" brushRef="#br0" timeOffset="6359.9">8046 2830 107 0,'-10'-3'140'15,"10"3"-10"-15,0 0-6 0,0 0-14 0,0 0-11 16,0 0-10-16,0 0-10 0,0 0-9 0,0 0 1 15,19-10-12-15,-8 6-8 0,1-1 10 0,1-2-21 16,-2 2 2-16,3-3-11 0,-1 2 0 0,-3-1 3 16,1 1 5-16,0-3 15 15,-3 4 5-15,-1-2 11 0,2 1 6 0,-5 2 5 16,1-2 4-16,-1-1 9 0,0 3-1 0,0-2 10 16,-3 0-4-16,0 2-4 0,-1-2-9 0,-1 3-11 15,-4-1-8-15,1-2-5 0,-5 1-13 0,-4 1-4 0,1 4-7 16,-8 0-6-16,1 0-2 0,-9 3-8 0,-4 4-1 15,0 3-4-15,0-1-3 0,0 6-2 0,-1 2-4 16,0 4 0-16,-9 11-5 0,2 4-2 0,2 6-1 16,-1 3 2-16,5 6 1 0,-4 22 0 0,12-17 2 15,4 2 0-15,6 21-1 0,3-23-1 0,9-4 4 16,4 0-1-16,7-4-5 0,8-2 0 0,8-3 6 16,4-1-3-16,12-6 6 0,3 0-1 0,12-11 2 15,6 3 0-15,3-11 1 0,29 3-1 0,-30-13-11 16,4-4-14-16,0-2-26 15,-2-1-29-15,1-5-40 0,-2-3-37 0,-3-5-39 16,-6-3-46-16,-16 3-141 0,-3-1-402 16,-3-3 179-16</inkml:trace>
  <inkml:trace contextRef="#ctx0" brushRef="#br0" timeOffset="6729.1">8719 3273 128 0,'-7'-10'187'16,"2"3"-7"-16,-2-1-13 0,1 4-2 0,2-1-13 15,-1 3-8-15,0-4-12 0,1 3-8 0,0 1-17 16,4 2-8-16,-6-4-15 0,6 4-8 0,-5-1-11 16,5 1-4-16,-11 5-11 0,5-1-6 0,1 4-2 15,-7-2-8-15,3 5 3 0,0 4-9 0,-2-1-3 16,3 1-6-16,1 3-1 0,-3 0-1 0,2 2-1 0,1 3-2 0,1-5 0 16,3 2-1-16,1-2 2 0,3 0-5 0,0-2 2 15,3 0 11-15,0-4 5 0,4 3 0 16,2 0 5-16,3-7 6 0,-2 1 6 0,8-3 2 15,2-1 2-15,6-4 4 0,1-2-8 0,0-4-2 16,1-1-1-16,1-3 1 0,-5-1-4 0,2-4 1 16,-7-3-3-16,-4 4 3 15,-1-2 5-15,-3-2-3 0,-3 1-2 0,2-8-5 16,-4-3-9-16,-4 3-4 0,-3 5 1 0,-2 1-5 0,-2 0-4 16,-2 1-1-16,-4 3-5 0,-2-1-10 0,-2 5 0 15,-4 1-5-15,0 3-4 0,-4 3-2 0,-6 1-9 16,1 4-9-16,6 0-14 0,0 5-17 0,2-3-19 15,4 1-14-15,1 4-30 0,1 2-17 0,4-2-36 16,5-2-28-16,3 3-164 0,-2-4-401 0,7 0 179 16</inkml:trace>
  <inkml:trace contextRef="#ctx0" brushRef="#br0" timeOffset="7107.7">9229 3074 52 0,'-2'-4'195'0,"2"4"-19"16,-5-4-17-16,5 4-13 0,0 0-17 0,-18 4-10 15,11 0-9-15,-3 1-12 0,0 3-12 0,-2 1-6 0,-3 3-11 0,1 1-5 16,1 0-8-16,-1 1-5 0,1 1-3 0,2-1-6 15,3 2-4-15,-1-1-3 0,4 1-6 0,0-1-5 16,0 1 1-16,6 1-2 0,-1-1 4 0,4 0 3 16,5 1-1-16,0-3-2 0,5 1-6 0,0-1 4 15,8 3-4-15,-3 0 0 0,5-2-1 0,0-1-1 16,1-2-4-16,-7-3 1 0,2-1-4 0,-6 2-3 0,4-1 1 16,-9-3 2-16,4 1-3 0,-4-2-1 0,-4 2 0 15,0-1-10-15,-5-2 0 0,0 2-2 0,-4 2 5 16,-5-3-4-16,-6 3-7 0,-3 1-14 0,-4-1-10 0,-5 0-18 15,-2-4-11-15,8 2-37 0,-5-3-33 16,3-1-162-16,-8-2-319 0,9 0 141 0</inkml:trace>
  <inkml:trace contextRef="#ctx0" brushRef="#br0" timeOffset="7693.32">9659 3045 115 0,'11'2'157'0,"-1"-1"-15"15,3 1-10-15,1 3-6 0,3-2-15 0,-2 6-10 0,3-1-6 16,-1 1-11-16,-3 1-6 0,-2 1-6 0,1 2-10 15,-3 0 4-15,-2 2-2 0,-1-1-22 0,-2 3 0 16,-4 0-5-16,-4 1-2 0,1 0-13 0,-5 0 8 16,-7 5-8-16,2-2 3 0,-1-4-5 0,-1-1 0 0,-3 3 0 15,-1-6 1-15,5 0-8 0,-2-2-2 16,4 3-1-16,1-6 3 0,3-1-7 0,-2 1 0 0,5-3-1 0,-1-1 0 16,4 2 3-16,1-1-2 0,2 0 4 15,3 0-4-15,3 2-4 0,5-2 5 0,5 1-1 16,1 1-6-16,-2 0 5 0,3 1 3 0,6-1 8 15,-7 0-10-15,1 2 1 0,-1-3 2 0,-2 4-6 16,-2-3 4-16,-2 0-5 0,1 1 8 0,-5 1-4 0,-2-4-3 16,-1 3 5-1,-6-2 1-15,0 1-1 0,-4 1 4 0,-4 0-2 16,-2 1-1-16,-8-2 1 0,1 1-8 0,-4-2-9 16,-1-2-13-16,-5 1-17 0,5 0-25 0,1-5-35 15,-2 0-38-15,1-1-140 0,-4-3-297 0,10-1 132 16</inkml:trace>
  <inkml:trace contextRef="#ctx0" brushRef="#br0" timeOffset="8132.2">10116 3241 56 0,'4'-2'238'0,"-4"2"-20"15,6-2-27-15,-2 2-19 0,-4 0-5 0,0 0-17 16,9 2-14-16,-8 1-11 0,2-1-7 0,0 5-7 16,-1 1-13-16,2 0-6 0,-4 2-5 0,0 2-10 15,-3 1-8-15,2 4-6 0,-4 1-5 0,1-2-2 16,-2 3-7-16,0-3-7 0,-1 1 0 0,-3 0-5 16,2-2-2-16,3-5-5 0,-1 2 0 0,-1-5-6 15,6 0-1-15,-2-2-2 0,1-1 2 0,-2 1 1 0,3 0 27 16,-1-2 17-16,2-3 31 0,0 4 6 0,0-4-6 15,0 0-6-15,17-8-10 0,-3-2-10 0,1-3-3 16,8-4-7-16,3 0-3 0,-6-4-5 0,5-1-1 16,-2-5-5-16,1 1-4 0,0-2-11 0,-2 2-5 15,0-4-4-15,-2 5 1 0,-6 3 3 0,-1 7 7 16,-8 4 9-16,3 1 14 16,-7 4-1-16,4 1-4 0,-1 0-17 0,1 1-19 15,-4 0-22-15,-1 4 7 0,0 0-8 0,-6 13-3 16,-2-2-3-16,2 5 4 0,-7 5 4 0,3 5 0 15,0 0-2-15,3 3 0 0,2 1 5 0,5-1-5 16,5 0 4-16,5-1-1 0,8-1-4 0,4-3 2 16,9-4-23-16,15 2-34 0,5-4-62 0,1-7-71 15,10-6-112-15,-2-5-261 0,2-3-615 0,-3-6 272 0</inkml:trace>
  <inkml:trace contextRef="#ctx0" brushRef="#br0" timeOffset="9081.08">11537 2877 84 0,'0'0'186'16,"4"-4"-9"-16,-4 4-1 0,3-2-10 0,-3 2-7 0,0 0 12 16,0 0-9-16,0 0-24 0,0 0-15 0,0 0-13 15,0 0-7-15,-20 2-17 0,9 5-8 0,-7 1-10 16,-3 2-8-16,-2 2-7 0,-1 4-4 0,1 1-4 16,0-1-3-16,3 2-6 0,-1-1-5 0,7 1-2 0,0-4-4 15,4 3-2-15,1-2-5 0,4 3 0 0,0 0 4 16,2 1-4-16,3-1-4 0,5 0 5 0,3-1-2 15,6 5-3-15,5-2 2 0,3 1-3 0,3-2 0 16,2 1-5-16,-2-1 1 0,4 0 1 0,-1-2 2 16,-1 1-1-16,-4-2 3 0,0-1-8 0,-9-3 3 15,1 0-4-15,-6-2-1 0,-1 0-3 0,-3-1 3 16,-2 0-4-16,-2 0 0 16,-5 0 3-16,-5 1 0 0,-1-1 3 15,-8 0-5-15,-6 3 0 0,-4-4 1 0,-3 1-11 16,0-4-8-16,2 1-17 0,8-6-20 0,-7 4-23 15,7-4-37-15,-1-3-41 0,5-1-60 0,-2 1-118 0,9 0-361 16,5-2 160-16</inkml:trace>
  <inkml:trace contextRef="#ctx0" brushRef="#br0" timeOffset="9497.59">11877 3370 268 0,'-13'-4'274'16,"13"4"-28"-16,0 0-24 0,0 0-24 0,4-9-19 16,-1 5-20-16,3 1-16 0,4-3-15 0,7 0-14 15,2-4-10-15,5 1-12 0,2-1-12 0,-1-3-7 16,3 2-7-16,-1-1-6 0,0-1-3 0,0-1-9 15,-3 2-3-15,1 0-8 0,-9 2-3 0,-3-2-3 0,2 3 3 0,-4 0 12 16,-3 0 5-16,-1 2 3 16,-3 3 11-16,-1-2 5 0,-1-1-10 0,-4 2-11 15,-1 0-5-15,-3 3-8 0,-5-1-8 0,-1 1-1 0,-8 5-1 16,-8 1-8-16,0 5-4 0,-3 2-4 16,-2 3 0-16,1 5-10 0,0 0 7 0,3 1 2 15,1 3 3-15,-3 0-7 0,9 2-3 0,-1-2-2 0,5 1 3 0,7-1 1 0,4-4-2 16,2 0 4-16,5-2-3 0,5-1 5 0,3 0-2 15,6-2 0-15,10 1-3 0,8-4-18 0,4-5-35 16,17 1-41-16,1-6-40 0,4-4-74 0,-6-4-78 16,-2 0-151-16,-13 0-470 0,14-6 208 0</inkml:trace>
  <inkml:trace contextRef="#ctx0" brushRef="#br0" timeOffset="10660.44">12555 3144 51 0,'0'0'191'0,"0"0"-7"16,0 0-6-16,0 0-17 0,0 0-10 0,0 0-12 15,0 0-20-15,0 0-7 0,0 0-14 0,0 0-11 16,0 0 1-16,17-6-14 0,-8 5-10 0,4-2-7 0,-3 0-4 0,4 2-5 16,-5-2-4-16,4-2-5 0,-2 3-7 0,-3-1-1 15,2-1-2-15,0 1 4 0,-3-1 9 0,1 2 12 16,-3-1 11-16,1-2 3 0,-1 3 7 16,0 2-2-16,-5 0-7 0,0 0-10 0,0 0-10 15,0 0-5-15,0 0-5 0,-23 6-7 0,6 2-1 16,-7 5-2-16,-1 1-2 0,-1 3-4 0,1 2-3 15,-5 2 3-15,6 1-9 0,2 3 1 16,-3-1-1-16,4 1-3 0,6-1-1 0,0-1 0 16,3-1-1-16,7-2 2 0,1-4 1 0,4-3-1 0,8 2 4 15,3-2-1-15,11 0 0 0,7-1-20 0,7-7-42 0,4-3-50 0,15-4-68 16,2-3-86-16,-2-6-143 0,-4 2-431 0,2-5 191 16</inkml:trace>
  <inkml:trace contextRef="#ctx0" brushRef="#br0" timeOffset="11222.38">13118 2975 16 0,'5'-3'160'0,"4"2"-13"0,-2 0-13 0,5 1-6 15,3 1-10-15,3 0-8 0,0 2-6 0,5 2-4 16,-5 0-10-16,1 2-7 0,-1 3-14 0,0 1 0 16,-2-3-11-16,-3 6-3 0,-4-4-6 0,1 2-2 15,-3 1-10-15,-5 1 1 0,0-2-6 0,-4 6 5 16,-1-2-3-16,-4 1-2 0,-4 0-3 0,-1-1-1 16,0-2-2-16,-1 2 3 0,-4-2-3 0,4-1-1 0,3-6 0 15,-1 3-3-15,4-1-1 0,-2-4-7 0,4 0 1 16,1-1-3-16,-1 1-1 0,0 0 2 0,5-3-4 0,0 3 5 15,0-1-5-15,5 2 4 0,5-1-4 0,3 0 0 16,0 0-2-16,2 1-3 0,3 1-1 0,-1 0 5 16,2-1-3-16,0 2 0 0,2 1-4 0,-5-1 5 15,-2 0-2-15,0 3 0 0,-4-4-2 0,-2 3 1 0,0 0-2 16,-2-1 6-16,-5 0 5 0,-1 0 1 0,-1 0 4 31,-5-1 1-31,-6 0 0 0,-2 4-2 0,-5-4-3 0,-1 0-2 0,-6 1-6 16,0 0-17-16,5-3-16 0,-6 1-28 0,4-5-37 15,4-2-43-15,-2 1-192 0,2-3-354 0,1 0 156 16</inkml:trace>
  <inkml:trace contextRef="#ctx0" brushRef="#br0" timeOffset="11694.37">13578 3109 228 0,'7'-5'230'15,"0"4"-25"-15,4-1-19 0,-3 2-20 0,-8 0-11 16,19 4-16-16,-10 1-9 0,1 1-13 0,-1 3-4 0,0-2-16 16,3 7-5-1,-7 0-10-15,-4 3-6 0,3 3-5 0,-5-3-4 16,-2 8-8-16,-2 2-5 0,-4-4-6 0,-4 2 1 15,-1-4-7-15,4 3-2 0,-3-6-3 0,3 0-2 16,1-5-3-16,-1-4-1 0,5 1 2 0,-3-3-4 16,4 1 1-16,-1-3-3 0,1 0-1 0,2-1 19 15,2-4 27-15,-3 4 15 0,2 0 24 0,1-4 6 16,0 0-7-16,0 0-16 0,17-8-9 0,-5 1-13 16,6 0 2-16,5-5-13 0,0-2-4 0,3-2-13 0,-3 0-6 0,2-1-2 15,1-1-13-15,-1-3-16 0,2-1-9 0,-8-2-11 16,3 1-8-16,0 1 5 0,-7 2 0 15,-2 3 0-15,-4 5 11 0,-4 1 5 0,0 3 8 16,-5 2-12-16,1-1 3 0,2 2-5 0,-3 0 3 16,-4 3-5-16,4 2-1 0,0 0-1 0,-19 8-4 15,6-1 4-15,0 3 3 0,-1 4-1 0,0 5 1 0,0 3-2 0,4 2 1 16,2 3 3-16,4 0 4 0,8 1 1 0,7 1 6 31,5-1 0-31,11-2-1 0,10 4-17 0,14-2-49 0,0-5-67 0,12-6-112 16,-3-4-301-16,32-6-586 0,-27-6 260 0</inkml:trace>
  <inkml:trace contextRef="#ctx0" brushRef="#br0" timeOffset="13056.9">8042 4359 49 0,'0'0'136'16,"-5"-3"-5"-16,5 3-1 0,0 0-11 0,0 0-2 15,-4-2-8-15,4 2-3 0,0 0-15 0,0 0-10 16,0 0-4-16,-2-3-15 0,2 3 3 16,0 0-19-16,0 0 0 0,0 0-4 0,0 0-2 15,0 0-9-15,0 0 0 0,0 0-2 0,0 0-3 16,0 0-3-16,0 0-4 0,0 0-6 0,15 1 1 16,-7 1-1-16,-1-1-2 0,1 0-2 0,5 0 4 15,-1 3-4-15,5-4 1 0,2 1-2 0,3 0 3 16,11-1-1-16,3 0-6 0,1-1 8 0,18-2-1 15,5-1 3-15,4 1 2 0,33-4 2 0,0-3 0 0,4 5 5 0,5-7 6 16,7 3-6-16,8-1 10 0,8 0 4 0,17 1 5 16,8-3-6-16,14 1 1 0,6 2 2 0,8-1 4 15,12-1-6-15,1 1-2 0,-1 2 0 0,2-2-1 16,-1 6-1-16,-1-6-5 0,-14 3-2 0,1-1-6 31,-10 1 5-31,-4 3-3 0,-8-1-2 0,-9 1-4 0,-8 4-2 16,-6-4 2-16,-11 4-3 0,-1-1 2 0,-10 1-5 15,-6-3-4-15,-13 7-3 0,-30-7 1 0,-4 2-3 0,1 0-3 16,-11-2 1-16,-17 2-1 0,-2-2-1 16,-14 1 8-16,-3 2 7 0,-3-3 17 0,2 2 19 15,-8 1-6-15,-2-5-17 0,0 2-19 0,-1-1-17 16,-6-1-18-16,-5 0-24 0,-2 1-20 0,-9-3-29 16,0 3-43-16,-10-2-51 0,-2 2-159 0,-1-1-383 0,3 0 170 0</inkml:trace>
  <inkml:trace contextRef="#ctx0" brushRef="#br0" timeOffset="13726.97">10369 4680 184 0,'13'-1'183'0,"6"-4"-20"16,3 2-19-1,10 3-16-15,2-3-8 0,3 1-15 0,2 2-12 0,-1 1-8 16,3 0-7-16,-4 4-7 0,-3 1-8 15,2 3-5-15,-4-2-5 0,-4 1-5 0,-9 2-7 0,-3-1-6 16,-1 1 2-16,-7 0-6 0,-4 1-6 0,-2 2-5 16,-8 4-3-16,-6 1-2 0,-3 2-2 0,-8 4-2 15,1-6 2-15,-5-1-4 0,3-3 0 0,0-2-1 16,0 0 0-16,7-5-1 0,-1-2 4 16,4 2-5-16,0-2 5 0,5-2 6 0,1-1-6 0,3 0-5 0,0 0 3 15,1 0 0-15,4-2 1 0,0 0 1 0,13 4 2 16,-3-4 7-16,11 2-13 0,2 2 3 0,5 0-4 15,5 0 3-15,3-1-2 0,-2 2 3 0,5 4-2 16,-1-5 7-16,-2 4 10 0,-2 1-11 0,1 2 0 16,-2 0-3-16,-5 0 0 0,-5 4-3 0,-5-4-1 0,-3 0 5 15,-4 5-4 1,-6-7 8-16,-5 7 5 0,-5-2 4 0,-8-1 2 16,-13 5 1-16,-3-2-4 0,-8-1-1 0,-14 2 0 15,-3-2-3-15,-5-2 0 0,-3-2 0 0,0-2-3 0,-3 1 5 16,-3-7-7-16,-21 1 0 0,26-2-21 0,3-2-29 0,1-2-41 15,7-2-51-15,16-4-63 0,2-1-156 0,8-3-375 16,8 2 167-16</inkml:trace>
  <inkml:trace contextRef="#ctx0" brushRef="#br0" timeOffset="14929.58">15313 3817 123 0,'-8'-10'194'0,"1"2"-16"16,-2-2-15-16,-1 3-11 0,-6-1-14 0,-3 1-16 15,0 0-10-15,-8 3-10 0,4 0-6 0,-4-1-13 16,-3 5-11-16,7 2-5 0,-6-1-5 0,9 3-6 16,1-2-5-16,1 5-9 0,1 1 1 0,1 1-12 15,0 2-4-15,2 3-3 16,4-3-2-16,-2 2 0 0,5-2-3 0,1 3-2 16,3-2-3-16,0 2 6 0,3 1-6 0,0 0-8 0,4 2 7 0,1-6 10 15,4 0 0-15,-1-1 2 0,1-2 9 16,2-2 0-16,1 0 5 0,-2-1 12 0,3-2 15 15,-3 0 3-15,2-4 14 0,-1-1 3 0,1-3 7 0,0 1-5 16,2-7-2-16,-2 0-4 0,3-3 2 16,-7-3-4-16,1 1 7 0,1-10-14 0,-1 2-8 15,-4-5-1-15,4-1-7 0,-4 3 3 0,-5-4-12 16,0-1-6-16,0-1-5 0,-2-2-2 0,0-1-3 16,2 2-8-16,-1-4 3 0,-4 4 0 0,5 5-2 15,-4 0 7-15,2 3 6 0,2 6 16 0,-2 11 3 16,2-1-1-16,0 3-7 0,-1 0-12 0,1 3-7 15,0-2-42-15,0 3-33 16,0 3-36-16,0 0 0 0,0 0 6 0,0 0 6 16,-4 20 9-16,2 1 1 0,0 5 11 0,2 3 6 15,4 3 2-15,-4 1 8 0,2 1 3 0,1 3 4 16,5-1 3-16,2 10 7 0,-1-11-15 0,0 9-14 16,1-11-11-16,-1-2-25 0,4-1-27 0,-3-4-31 15,-6-6-45-15,4-2-45 0,-3-1-204 0,-1-9-467 0,2-1 208 16</inkml:trace>
  <inkml:trace contextRef="#ctx0" brushRef="#br0" timeOffset="15377.21">15483 3592 14 0,'13'0'146'0,"1"1"-8"0,4 5-6 0,0 0-25 16,-1 3 6-16,0 2-14 0,2 2 2 0,-2 6-3 15,2 1-12-15,-4 2-2 0,-6 0-7 0,-1 3-5 16,-3 0-8-16,-4 0 1 0,-1 1-8 0,-6-2 6 16,1 1 1-16,-5 0-1 0,-3 0-2 0,0-8-1 15,-2 4 0 1,3-6-7-16,-3 0-3 0,2-3 5 0,4 0-1 16,-1-5 7-16,2 1 1 0,3-3 9 0,-1-1 17 0,2 1 22 0,-2-2 20 15,2-2 32-15,4-1 28 0,-7 1-23 0,7-1-22 16,0-12-15-16,4 5-16 0,1-5-9 0,5-5-19 15,3-4-6-15,6-2-7 0,2-5-18 0,11-10-18 16,-1 0-15-16,5 0-13 0,-1 0-4 0,-11 10-4 16,2-1-2-16,-7 3 4 0,1 4-1 0,-3 2 13 15,-7 8 4-15,-2 2 17 0,-3 0 15 0,-1 5-19 16,1 1-5-16,-1 0-16 0,1-1-15 0,-4 2-31 16,-1 3-1-16,0 0-4 0,0 0 5 0,-10 16 6 15,1-1-5-15,0 2 9 0,-2 8 0 0,-1 1 5 16,3 5 1-16,0 1 4 0,8 0 5 0,1 0 1 15,5 0-7 1,5 2 11-16,13 8 3 0,9-6 0 0,-2-11-12 16,16 3-32-16,3-3-52 0,9-8-75 0,3-5-107 15,1-7-247-15,0-6-572 0,3-4 254 0</inkml:trace>
  <inkml:trace contextRef="#ctx0" brushRef="#br0" timeOffset="15778.26">17250 3816 141 0,'-5'1'298'0,"5"-1"-15"16,0 0-17-16,0 0-21 0,0 0-21 0,0 0-26 16,0 0-22-16,24-10-19 0,-3 5-27 0,5 1-37 0,4 0-49 15,7 2-58-15,-2-2-59 0,-1 1-77 0,-2 0-187 16,1-2-364-16,-1 3 162 0</inkml:trace>
  <inkml:trace contextRef="#ctx0" brushRef="#br0" timeOffset="15915.84">17374 3942 14 0,'-5'2'221'0,"1"-1"-20"16,4-1-17-16,0 0-24 0,19 3-8 0,-2-5-17 16,10 2-39-16,5 0-70 0,4-2-100 0,0-1-113 15,4-3-200-15,-4 1 89 0</inkml:trace>
  <inkml:trace contextRef="#ctx0" brushRef="#br0" timeOffset="18298.73">18882 3159 75 0,'1'-11'187'0,"-1"5"-5"15,2-2-15-15,-1 1-6 0,0 0-15 0,2-3-7 16,1 5-12-16,0-1-16 0,2 0-10 0,0 0-13 0,3-2-10 15,2 3-8-15,2 0-6 0,-1-1-7 0,6 4-6 16,-5-1-3-16,4 2-13 0,-4 3-2 0,1 3-2 16,-1 1-3-16,2 5-3 0,-2 2-1 0,4 3-4 15,-3 5-4-15,-3 4 6 0,1 3-5 16,-3 4 0-16,-5-2-3 0,-4 5 8 0,-3-1-8 16,-3 1-1-16,-2-1 0 15,-6 2-2-15,4-5 4 0,-6 0-2 0,1-1-4 16,-2-5 2-16,2-2-2 0,2-6 2 0,-1-2-3 15,5-2 3-15,2-4 3 0,-1 0 3 0,3-1 3 16,0-4 18-16,1 2 20 0,1-3 42 0,1-1 33 16,-1 1 53-16,3-3 2 0,0 0-24 0,0 0-34 15,1-18 5-15,6 8-8 0,2-2-16 0,2-4-20 16,7-4-3-16,0 1-10 0,0-4-15 0,2 1 1 0,5-3-7 16,-6 0-9-16,4 0-6 15,-4-1-7-15,-1 0-3 0,1 4-8 0,-2-1-2 0,-6 9 0 16,-4 0 3-16,-1 3 3 0,2 2 0 0,-6 2-12 15,2 2-1-15,1 1-18 0,-4 1-15 0,2-1-24 16,-3 4-21-16,5-3-22 0,-5 3 18 0,0 0 7 16,-4 14 6-16,3-2-9 0,-3 4 21 15,0 2 0-15,3 6 10 0,0-4 4 0,1 5-3 16,4-1 9-16,2 2 4 0,8-3 3 0,0 0 3 16,8-1-12-16,1-3-31 0,7-2-42 0,-3-1-52 15,9-6-93-15,-3 0-297 0,3-3-583 0,-4-4 259 16</inkml:trace>
  <inkml:trace contextRef="#ctx0" brushRef="#br0" timeOffset="18853.05">18767 3788 98 0,'-10'1'213'0,"1"2"-6"15,-1-3-15-15,3 1-7 0,2 1-20 0,5-2-15 16,-9 0-12-16,3 0-10 0,6 0-3 0,0 0-2 16,0 0-3-16,-8 0-6 15,8 0-4-15,-5 3-8 0,5-3-8 0,0 0-5 16,0 0-7-16,-6 0-9 0,6 0 1 0,0 0-10 15,0 0-1-15,0 0-2 0,-2 2-6 16,2-2-2-16,0 0-6 0,0 0-8 0,0 0-6 0,0 0-2 16,0 0-4-16,0 0 0 0,0 0-5 0,0 0-5 15,0 0 3-15,0 0 0 0,0 0 2 0,0 0-2 16,0 0 3-16,0 0-4 0,0 0 1 0,0 0-1 0,0 0-3 16,0 0 0-1,0 0 1-15,0 0-9 0,0 0 2 0,0 0 2 0,0 0-4 16,0 0 20-16,0 0 4 0,0 0-2 0,0 0-10 15,0 0 9-15,0 0-3 0,35-5-1 0,-2-1-1 16,5-1-3-16,25-7-4 0,32 1-8 0,-5 0-4 16,6 1 12-16,2 0 0 0,-3 3 7 0,4-4 14 15,-1 1-1-15,-6 5 1 0,-3-4-8 0,-27 6 6 16,-3-4-5-16,-3 6-5 0,-17-2 1 0,-2 3-2 16,-6-1-2-16,-10 2 3 0,-5-2 5 0,-4 3-5 15,-1-1-5-15,-5 0 5 0,1 0 5 0,-1 0-38 16,-2 0-11-16,-4 1-38 0,0 0-31 0,0 0-27 15,0 0-22-15,-34 2-23 0,16 1-33 0,-4 1-38 16,3 2-48-16,-9-1-204 0,8 2-522 0,0-2 231 0</inkml:trace>
  <inkml:trace contextRef="#ctx0" brushRef="#br0" timeOffset="19601.29">19274 3996 170 0,'0'0'191'0,"0"0"-21"0,0 0-17 0,16 3-16 15,-5-3-12-15,1 0-16 0,4 2-12 0,4 1-8 16,1 1-9-16,6 0-8 0,1 0-10 0,-2 1-5 0,-6 2-1 0,-1-2-5 16,-1 4-19-16,-1-2 3 0,-6 0-2 0,1 0-6 15,-3 1-2-15,-3-1-4 0,-2 3-9 0,-3-2-3 16,-6 3-2-16,0 0 5 0,-9 3 2 0,-4-4-1 16,-6 1 0-1,-1 2-5-15,6-4-2 0,2-1-5 0,-2-2 6 0,2 1-1 16,5-2-2-16,2-4 3 0,1 6-2 0,4-5-2 15,-2-1-2-15,4 1 7 0,-1 1 12 16,4-3-2-16,-6 1-1 0,6-1-4 0,0 0 4 16,12 6-2-16,0-3-1 0,6-2-2 0,0 2-5 15,1 1-1-15,2 0-1 0,-1 0 1 0,9 5 2 0,-10-4-2 16,9 4 6-16,-1-1 6 0,-9 0-6 0,1 0-1 16,-5 1 0-16,3 1 3 0,-8-3-4 15,0 1 0-15,-4 1 3 0,1-1 8 0,-6 0 13 0,-2-1 2 0,-4 4 4 16,-9 0-2-16,-10-1-1 0,-6 2-8 0,-7-4 4 15,-20 7-12-15,1-6-28 0,-3 0-41 0,2-1-68 16,-1-5-94-16,3-3-143 0,1-6-380 0,4-1 169 16</inkml:trace>
  <inkml:trace contextRef="#ctx0" brushRef="#br0" timeOffset="22136.67">1937 7811 121 0,'0'0'132'0,"5"-4"-8"0,-5 4 3 15,5-1-15-15,-5 1-8 0,0 0-16 0,4-2 5 16,-4 2-17-16,0 0-15 0,0 0-6 0,0 0-7 0,0 0-10 15,0 0-5-15,0 0-2 0,0 0-3 0,-18 13-4 16,0-6-1-16,-8 8-4 0,2 2 9 0,-2 0-17 0,0 0 8 16,-1-1-7-16,-1 1 0 0,1 0-4 0,-1-1 0 15,2 0-1-15,4 1 0 0,0-3-1 0,0 3 8 16,2 0-1-16,7-5-13 0,0 0 0 0,3-3 7 31,2-1-14-31,1 0 2 0,4 1 4 0,0-2 2 0,3 1 5 0,3-1-8 16,2 0 7-16,4 1 7 0,5 1-2 0,2 1-4 15,4-3 6-15,5 3-5 0,2 0-1 16,1-3 0-16,3-1 1 0,0 0 0 0,-2 0-4 16,-2 2 8-16,0 0-19 0,-8-1 8 0,-1 0 2 0,-2 0 1 15,-3-1-2-15,-3 0-1 0,-2 2 7 0,-3-1-4 16,-1 2-5-16,-7-2 9 0,-3 4-4 0,-8 2 0 16,-11 3 2-16,-3-4 1 0,-2 2-8 0,-2 0-11 15,0-3 13-15,-4 0 4 0,3-3-2 0,-3 0-2 0,2-1 2 16,0-1 4-16,2-2-3 0,2 0 6 0,3-2 3 15,5 0-3-15,5-2 5 0,5 1 8 0,2 1 9 16,2-5 5-16,3 3-13 0,5 0-17 0,0 0-22 16,0 0-17-16,0 0-5 0,16-15-20 0,-4 11-27 15,7-5-34-15,4 4-118 0,4-5-256 0,1 2 114 16</inkml:trace>
  <inkml:trace contextRef="#ctx0" brushRef="#br0" timeOffset="22544.03">2271 8174 135 0,'-7'1'161'0,"-2"-1"-15"0,1 3-10 15,-1 0-18-15,-2-2-10 0,2 6-8 0,-1-2-9 16,-3 2-9-16,4 0-10 16,1 1-10-16,-2 1-8 0,1 0-1 0,3 2-4 15,-2-2-10-15,2 2-3 0,3 0-3 0,-1-1 10 16,4 2-2-16,0-2 5 0,4 0-6 0,1-3 7 16,-1 0-6-16,5 2 1 0,0-3 0 0,6-2-6 15,-2-1 0-15,6 1-5 0,-1-1 0 0,3-3-1 0,0 0-1 0,2-3-4 16,-4 2 2-16,3-5-5 0,-4 2 8 15,0-1-2-15,-4 0 17 0,-4-1-2 0,0 0 8 0,-3-1-1 16,3-1 2-16,-6-1-5 0,-3 0-10 0,-1-1-10 16,0 2-6-16,-6-3-5 0,0 0-10 0,-1 2-4 15,1-1-8-15,-2 3-7 0,-5 0-12 16,3 1-9-16,-3 0-12 0,0 2-16 0,-2 0-4 16,1 4-20-16,2 0-26 0,2 2-16 0,-3-1-26 15,2 3-148-15,0-3-326 0,4 3 145 0</inkml:trace>
  <inkml:trace contextRef="#ctx0" brushRef="#br0" timeOffset="22759.83">2780 8347 143 0,'1'6'167'0,"-1"-6"-9"0,-6 10-12 0,2-5-7 16,-4 3-17-16,-1 6-9 0,-1-3-4 0,-2 5-17 16,-4-2-5-16,-2 3-9 0,-3 3-8 0,1-3-33 15,4-5-59-15,2 4-111 0,-3-5-85 16,8-4-236-16,2-3 104 0</inkml:trace>
  <inkml:trace contextRef="#ctx0" brushRef="#br0" timeOffset="24431.23">4357 7703 119 0,'-3'-7'227'0,"3"1"-4"0,-2 5 0 0,2 1-7 15,0-8-8-15,0 4-11 0,0 4-22 0,0 0-21 16,-1-5-13-16,1 5-19 0,0-4-15 0,0 4-16 16,0 0-31-16,0 0-5 0,0 0-11 0,0 0-5 0,7 12 1 0,0-3-7 15,-2 0-1-15,4 5-7 0,2 2 2 0,1 0-5 16,-1-2 1-16,8 6-2 0,-6-5-2 15,4-1 0-15,-1 0-3 0,2-2-5 0,-3-1 3 0,2 1-3 16,1-6 1-16,-6 0-4 0,-2-2 1 0,4-1 0 16,-3-3 1-16,1 0-5 0,-2-2 5 0,0-1-3 15,3-5 1-15,-3 2 1 0,-1-5 6 0,1-2 8 16,-1-2 4-16,-1 0 1 0,0 1 3 0,-2 0-1 16,-1-4 6-16,-1 1 1 0,-3 1-1 0,2 3 1 15,-1-3 4-15,-2 0 1 0,3 8 0 0,-3 0 1 0,5 2-9 16,-5 0 1-16,0 1-16 0,1 0-15 0,-1 3-23 15,0 2-38-15,0 0-4 0,0 0 6 0,0 0 5 0,4 15 0 32,-5 2 9-32,1 7 3 0,0 9 8 0,-3-2-1 0,2 18 5 0,1 4 3 0,-4 1 3 0,0 2 3 15,2 2 1-15,-1-1 2 0,-1-1 2 16,1 4 3-16,0-1 0 16,-3-1 3-16,3 2 0 0,-2 21 1 0,1-25 2 15,2 3 3-15,-3-3 2 0,-2-1-2 0,0-2 9 0,-1-5 1 0,-1 1 2 16,0-4 3-16,-1-11 1 0,-1 1 4 0,1-2 10 15,-1-5-6-15,-2 0 3 0,-1-5 5 0,5-6 3 16,-1-2 9-16,-4-2 5 0,1-3 11 0,-1-2 8 16,1-1 4-16,-5-3 0 0,0-4 0 0,-3-2-3 15,0-3 8-15,-2-9 16 0,-1-1 6 0,2-4 16 16,3-5 3-16,5-1-3 0,5-4-19 0,0-8-14 16,9-14-15-16,5-6-15 0,5-3-13 0,17-18-12 15,5-5-15-15,7 7-5 0,5 3 6 0,-12 27-10 16,5-5 3-16,2 3-4 0,15-19 10 0,-14 24-11 15,-8 3 2-15,5 1 2 0,-14 11-4 0,0 3 4 16,0 0 3-16,-5 4 10 16,-5 6 4-16,-4 0 0 0,-3 5 3 0,3 2-4 15,-3-1-6-15,-2 3-11 0,1 4-30 0,1-4-32 16,-4 2-38-16,-1 2-46 0,-1 2-43 0,0 0-5 16,0 0 0-16,-3 13-26 0,-3-3-37 0,0 5-43 15,-3 5-210-15,-2 1-548 0,4-2 242 0</inkml:trace>
  <inkml:trace contextRef="#ctx0" brushRef="#br0" timeOffset="24903.47">4937 8563 147 0,'-3'-5'252'15,"1"0"-8"-15,2 0-12 0,0 2-23 0,0 3-25 0,0-5-19 0,0 5-22 16,0 0-13-16,0 0-20 0,0 0-7 0,0 0-13 15,0 17-11-15,2 0-10 0,-4 8-4 0,-1 6-4 16,-2 3-11-16,4 15-7 0,-2 2 0 0,-2 0-5 16,0 3-4-16,-7 2-1 0,5-3-5 0,-1 5 2 15,1-1-2-15,2 0-1 0,0-4-2 0,-1-7 2 16,4-12 6-16,1-1 4 0,1-2 0 0,0-5-1 16,0-6-11-16,0-2 6 0,-2-6 0 0,2 0-6 15,-1-4 1-15,1 1 16 0,0-6 18 0,0 3 22 16,0-2 17-16,-1 0 6 0,1-4 16 0,0 0-17 15,0 0-30-15,0 0-30 0,-12-14-28 0,7 4-17 16,0 0-24-16,0-10-26 16,-4-5-29-16,1-1-29 0,2-4-31 0,2-1-19 15,-1-3-30-15,4-3-12 0,1-11-22 0,0 1-201 16,1 11-458-16,-1-9 203 0</inkml:trace>
  <inkml:trace contextRef="#ctx0" brushRef="#br0" timeOffset="25171.35">4794 8808 67 0,'-4'-33'131'15,"4"2"-6"-15,-3 4 8 0,0 0 5 0,-1-2 8 16,0 12 7-16,2-4 7 0,-1 4 3 0,-1 4 4 15,3 1-2-15,-2 0-1 0,2 3-5 0,1-1-4 16,0 3-14-16,0 1-16 0,-1 0-13 0,1 3-16 16,0-1-6-16,0 4-14 0,1-4-8 0,-1 4-15 15,0 0-2-15,18 6-7 0,-4-1-4 0,4 6-4 16,4 2-2-16,1 3-2 0,3 2-4 0,1 2-3 16,0 1 4-16,0 2-7 0,-4 2-5 0,2-1-3 15,-3 0-1-15,-3 1 6 16,-2 0-6-16,-4 0-5 0,-3-7 1 15,-4 1 1-15,-3-2-1 0,-3 2 0 0,-1-3 6 16,-5 0 1-16,-3 0-1 0,-2-2 1 0,-4 1 4 0,-7 0-4 16,-2 0 4-16,-3-2-4 0,0-4-5 0,-1-4 1 15,1 6-1-15,0-5 2 0,7-2-3 0,-1 1-1 16,6-1 1-16,0-3-6 0,2 1-33 16,5-1-25-16,-2 0-43 0,4 0-45 0,-2 1-46 0,8-2-85 0,0 0-174 0,0 0-484 15,0 0 214 1</inkml:trace>
  <inkml:trace contextRef="#ctx0" brushRef="#br0" timeOffset="25349.16">5118 9147 233 0,'2'3'322'16,"-2"-3"-14"-16,0 0-11 0,0 0-21 0,1 3-12 15,-1-3-21-15,0 0-27 0,0 0-25 0,0 0-19 16,5 1-29-16,-5-1-39 0,0 0-28 0,0 0-66 15,0 0-61-15,0 0-61 0,13-4-82 0,-8 2-223 16,0-3-451-16,0-3 200 16</inkml:trace>
  <inkml:trace contextRef="#ctx0" brushRef="#br0" timeOffset="25627.72">5397 8628 173 0,'0'0'266'0,"0"-5"-27"15,0 5-25-15,0 0-23 0,0 0-24 0,0 0-17 16,0 0-17-16,0 19-12 0,1-3-10 0,3 9-14 16,0 3-4-16,-3 3-10 0,2 5-4 0,-2 0-9 15,-1 10-5 1,0 0-7-16,0-12-2 0,0 2-6 0,0 0-6 0,0-2-2 15,0-2-4-15,0 4-2 0,0-7-14 0,-1-3-16 16,1 1-20-16,-5-2-21 0,2-6-23 0,-2-3-24 16,0-1-16-16,-3-4-37 0,2-3-45 15,-2-3-154-15,0-1-361 0,1-3 159 0</inkml:trace>
  <inkml:trace contextRef="#ctx0" brushRef="#br0" timeOffset="25812.45">5186 8753 14 0,'7'-15'292'0,"-2"1"-22"31,-1 1-27-31,6-2-23 0,-4 6-24 0,7-3-23 16,1 1-18-16,3 4-14 0,2-1-14 0,2 4-26 15,0 3-18-15,7-1-29 0,-5 7-29 0,-4-1-36 16,8 9-37-16,-4 1-31 0,0 1-39 0,-1 2-189 15,-11-2-332-15,3 7 148 0</inkml:trace>
  <inkml:trace contextRef="#ctx0" brushRef="#br0" timeOffset="25981.4">5336 9327 262 0,'-3'6'274'0,"0"-1"-6"0,2-4-8 0,0 2-16 16,1-3-24-16,0 0-17 0,0 0-25 0,19-1-18 15,0-1-14-15,8-4-39 0,1-1-42 0,4 3-49 0,1-4-59 0,3-1-65 0,15-2-95 16,-2-2-139-16,2-3-370 0,-16 3 164 0</inkml:trace>
  <inkml:trace contextRef="#ctx0" brushRef="#br0" timeOffset="26904.52">6308 8286 227 0,'0'0'242'16,"0"0"-22"-16,0 0-25 0,0 0-16 0,0 0-20 0,22-10-16 0,-5 4-16 15,3 1-20-15,7 0-34 0,2 2-32 0,3-2-63 16,0 0-42-16,4 3-63 0,-8-3-123 0,-1 3-272 16,-7 1 121-16</inkml:trace>
  <inkml:trace contextRef="#ctx0" brushRef="#br0" timeOffset="27046.17">6450 8397 68 0,'-9'8'199'0,"0"-1"-20"0,3-2-14 0,-1-2-3 16,4 1-6-16,-1 1-1 0,2-3 5 0,2-2 1 15,9 4-11-15,9-3-19 0,13-1-10 0,5 0-18 16,20-3-40-16,1 0-51 0,3-3-69 0,3-5-78 16,-3 2-165-16,0 0-323 0,-9-1 144 0</inkml:trace>
  <inkml:trace contextRef="#ctx0" brushRef="#br0" timeOffset="28455">8280 7737 83 0,'0'-12'232'0,"1"-5"4"0,-1 5-5 0,1 1 3 16,-2 0-3-16,2 1-9 0,-2 2-17 0,1 1-17 0,0 1-19 16,-1 1-19-16,1 0-20 0,0 1-25 0,0 4-32 0,-2-4-38 15,2 4-24-15,0 0-2 0,0 0 3 0,-1 15-2 16,1-2 0-16,-6 5 2 0,2 6-4 0,-1 4 2 16,-1 2-1-1,-1 0-5-15,-3 1-8 0,6 2-19 0,-5-1-18 0,4 3-33 16,-3-4-35-16,2-2-38 0,1 3-224 0,1-13-401 15,0 0 178-15</inkml:trace>
  <inkml:trace contextRef="#ctx0" brushRef="#br0" timeOffset="28802.46">7748 8335 160 0,'-7'4'192'0,"1"-3"-14"0,-1 0-19 16,3 0-8-16,4-1-9 0,-9 0-8 0,9 0-11 16,-5 2-5-16,5-2-3 0,0 0-4 0,0 0-10 0,22 3-8 0,7-4-12 15,11-3-4-15,16 2-3 0,8-6-9 0,34 3-5 16,-1-2-5-16,4-3-5 0,-1 3 2 0,-3-2 5 15,-1 1-1-15,2 2 6 0,-2 0-3 16,-33 2-5-16,-1 1-5 0,-4-2-2 0,-8 3-2 0,-13 0-9 16,-4 1 6-16,-5-2-9 0,-9 2-9 0,-5 1-5 15,-1 0-17 1,-4 0-15-16,1 0-18 0,-3 0-30 0,-7 0-22 16,6 1 5-16,-6-1-10 0,0 0-32 0,-10 9-61 15,-4-5-190-15,-6-1-401 0,0 1 178 0</inkml:trace>
  <inkml:trace contextRef="#ctx0" brushRef="#br0" timeOffset="29387.6">8585 8569 140 0,'-4'-5'247'0,"2"-1"-18"0,-4 2-20 0,0-3-23 15,1 5-16-15,-4-3-16 0,-1 2-18 0,-1 2-13 16,0 2-16-16,0 2-15 0,-1 2-5 0,-3 3-13 16,0 2-10-16,-2 2-3 15,-1 5-6-15,3-3-9 0,-1 7-2 0,5-4-6 16,2 4-3-16,3-1-2 0,-1-2-4 0,7 0-5 15,-2-1 0-15,4-4-1 0,2 0-5 0,3-2 1 16,2-1 2-16,1-1 0 0,1-4-2 0,7-1 1 16,0-1-5-16,1-1 7 0,3-4 3 0,-4-1-1 15,1-1 6-15,-1-1 3 0,-2-4 8 0,0 0 2 16,-1 1 5-16,-6 1 7 0,2-1 9 0,-2 4 3 0,-1 1 6 16,-4 0-2-16,1 1-11 0,1 1-8 0,-3-1-7 15,-3 2-5-15,6-3-17 0,-6 3-3 0,0 0-8 0,8 8 1 16,-8 0-5-16,3 6 0 0,-6 6-2 0,3 4 2 15,0 3 0-15,-1 6-2 0,-2-1 3 0,2 3 2 16,1 12 0-16,0 1-14 0,0-1-22 16,0-1-36-16,-3-10-61 0,-3-2-80 0,2-1-313 0,-5-7-557 0,4-8 246 15</inkml:trace>
  <inkml:trace contextRef="#ctx0" brushRef="#br0" timeOffset="32539.38">10226 7814 6 0,'0'0'200'16,"-4"-7"-1"-16,4 4-11 0,0 3-8 0,0 0-5 0,0-5-6 15,0 5-3-15,-1-4-11 0,1 4-10 0,0 0-11 0,0 0-10 16,0 0-11-16,1-5-10 0,-1 5-11 0,0 0-10 15,0 0-11-15,0 0-8 0,0 0-5 0,0 0-5 0,0 0-9 16,0 0-9-16,0 0-6 0,0 0-6 16,0-4-5-16,0 4 1 0,7-1-2 0,-1 0-4 15,2-1 1-15,3-1-4 0,1 2-4 0,2-4 0 16,-2 0-2-16,1 2-1 0,5-4-1 0,-3 1 1 16,-2 0 1-16,0-1 1 0,-3 1-1 0,2 1 10 0,-3-1 6 15,-2-1 21-15,1-1-2 0,-3 3 2 16,-1-2 0-16,1 2-2 0,-1 1 0 0,-3-5 8 0,-1 3-7 0,0 0-10 15,-1 1-9-15,-5-2-10 0,-1 4-8 0,-2-2-5 16,-5 0-9-16,-4 5 10 0,-1 0-7 0,-10 5 0 16,2 1 1-16,-2 4-2 0,-2 0 4 0,3 5-2 15,-4 2-1-15,-1 0-1 0,1 2 3 0,1 3 6 16,2-2-9-16,0 2 1 0,4-1-2 0,3 3 3 0,4 1-2 31,4-2-3-31,1-1 3 0,7-4-18 0,3 2-7 0,6 4 5 16,-2-6 5-16,11 7-2 0,2-4 4 0,6-2 5 15,11-1 6-15,15-1 3 0,6-4 2 0,7-4 1 16,4-4 1-16,27-5 1 0,-23 0 2 0,26-6-2 16,-26 0-1-16,-2-3 2 0,-6 0 2 0,2-1 1 15,-5 0-3-15,-6-4 6 0,-14 4-3 0,-6-1-2 16,-1-1 3-16,-4-1 24 0,-11 4 17 0,1-1 6 0,-7 3 4 0,-1-3-4 16,-5-1-7-16,2 1-6 0,-4-1-7 0,-6 0-6 15,-1 3-1-15,-4-1-5 0,-6 3-6 0,-5 1-2 16,3 1-6-16,-9 3 2 0,-1 2-2 0,-2 3-1 15,0 3-4-15,3 2 2 0,-5 1-3 0,5 1 3 16,4 2-3-16,6-2 5 0,0 0-9 0,0 0-19 16,5 1-15-16,4-3-8 15,3 2-9-15,2-2 4 0,0 3 1 0,5-3 10 16,2 2 4-16,7-2 6 0,3 1 6 0,6-3 5 16,-1-2 3-16,5-2 0 0,6 0 5 15,1-4 0-15,-1 1 1 0,-2-5 5 0,1 2-1 0,0-4 1 0,-7 3 7 16,-3-2-4-16,-2-3-1 0,-3 4 5 0,-3-3 2 15,0-1 3-15,-3 0 1 0,-2-2-12 0,-1-1-6 16,-3 2-6-16,-1-6-10 0,-3 4-1 0,0 0-3 16,-6-1 1-16,-4 0-10 0,0 2-4 0,0 3-7 15,-2-1-18-15,1 3-14 0,-1 0-15 0,2 1-17 16,3 1-27-16,-2 2-162 0,-1 2-330 0,3-3 146 16</inkml:trace>
  <inkml:trace contextRef="#ctx0" brushRef="#br0" timeOffset="32947.68">11423 7718 45 0,'-1'-6'209'0,"-3"4"-21"16,4 2-16-16,-9-3-10 0,4 2-19 0,-2 1-12 16,-1 0-10-16,-2 2-15 0,-2-2-5 0,1 4-15 15,-5 4-12-15,0-1-7 0,-1 1-3 0,2-1-11 16,2 3-7-16,0-4-2 0,4 2-9 0,-2 1-2 0,3 0-7 0,-1 2 2 16,5-2-11-16,-1 2 2 0,0 1-4 0,5 0-1 15,0 1-3-15,5 0-3 0,-2 0 4 0,3 3-1 16,4-2 1-16,3-1-6 0,1 0 5 0,3-1-2 15,-3-1-2-15,4 0-1 0,-2 0 0 16,1 0 1-16,-3-2-3 0,1 0 4 0,-4 1-8 0,1-3 0 16,-3 0-3-1,0 0 4-15,-5-1-3 0,0-2 1 0,2 1 1 16,-6-1-1-16,-2 3 1 0,-3-1 8 0,-4 1-4 16,-3 0 1-16,-6 3-7 0,-1-3 6 0,1 1 0 0,-3-1-1 15,-6 0-1-15,-3 0-9 0,7 1-27 0,-5-3-30 0,5-1-50 16,0-1-51-16,-4 2-128 0,11-5-317 0,2-3 141 15</inkml:trace>
  <inkml:trace contextRef="#ctx0" brushRef="#br0" timeOffset="33526">11744 7618 16 0,'0'0'192'0,"3"-2"-21"0,-3 2-16 0,9-2-14 16,-3 1-17-16,5 1-14 0,0-2-10 15,3 4-14-15,1-1-10 0,4 2-10 0,-1 1-1 16,1 0-5-16,-1 3-8 0,0 0-2 0,0 0-4 0,-4 3-6 0,0-1-7 16,-5 0-3-16,0-2-10 0,-2 2-2 0,0 1 1 15,-4 0-9-15,-2 3 2 0,-2-1 3 0,-5-2-9 16,0 2 4-16,-3 0 6 0,-1 1-6 0,-5 0-5 15,3-2 3-15,3-3 1 0,-5 2-4 0,2-1 0 16,1-2-8-16,2 2 8 0,0-1 2 0,3-4-1 16,-2 3-4-16,3-3 1 15,2 1-2-15,0 0-6 0,1-1 7 0,1 1-2 16,0 1 0-16,3-1 0 0,2 1-4 0,3 2 5 16,3-1 2-16,1 1-3 0,3 1-1 0,0 0 2 15,2 2 4-15,-1-2-7 0,1 0 4 0,-4 2-1 0,4-2-1 16,-4 1 2-16,-1-3-6 0,-1 5 4 0,-1-4-1 15,-3 1 3-15,-1 0-9 0,-1-1 5 0,-1 2-2 16,-5 0 0-16,-3-1 4 0,-1 1 1 0,-2-2 4 0,-7 2-5 16,1 0 7-16,-4-2 1 0,1 0-8 0,-6-1 3 15,-1 2-2-15,1-4 1 0,-4 4-28 0,7-5-32 16,-2-1-28-16,2-2-61 0,0-2-103 0,1-1-271 16,5 1 121-16</inkml:trace>
  <inkml:trace contextRef="#ctx0" brushRef="#br0" timeOffset="34011.67">12194 7796 15 0,'4'-1'280'16,"1"-2"-30"-16,1 1-24 0,-1 0-23 0,4 0-25 15,-1 1-18-15,0 2-18 0,-1-1-14 0,5 3-13 16,-2 3-14-16,-1-2-17 0,2 3-1 0,0 1-13 0,-4 2-8 16,6 5-7-16,-7-1-4 0,1 1-6 15,-6 2-7-15,2 0-6 0,-6 0-5 0,2 4 1 16,-7-3-5-16,-3 5-1 0,-1-1-3 0,-1-5-1 0,2-2-1 0,2-1-3 16,-3-2 3-16,4 0-4 0,0-6 1 0,0 1-3 15,3 0-2-15,1-4 2 0,0 1 2 0,1-1 6 16,0 1 22-16,3-1 12 0,0-3 11 0,0 0 7 15,0 0-8-15,0 0-3 0,13-7-3 0,0-1-9 16,6-3-5-16,6-3-5 0,-3-3-4 0,6-4-4 16,4-1-4-16,-5 1-4 15,9-12-17-15,-9 8-14 0,-1-3-6 0,-3 0-4 16,-1 2 1-16,-4 7 4 0,-4 4 10 0,-4 0 9 16,-6 7 11-16,0-3 0 0,1 4-3 0,-1 0 6 0,-3 3-11 0,-2-1-2 15,1 5-8-15,-8-1-2 0,8 1 1 0,-10 7-3 16,2 0-2-16,-2 3 1 0,-3 4-3 0,4-2-1 15,-1 5 4-15,1 2 0 0,3 1 2 16,3 7-1-16,3-3-3 0,3 2 6 0,4-2 3 0,10 1 1 16,6-3-4-16,9-1-28 0,14 3-57 0,6-6-95 15,0-8-294-15,5-4-517 0,-2-6 229 0</inkml:trace>
  <inkml:trace contextRef="#ctx0" brushRef="#br0" timeOffset="35868.75">13157 8097 32 0,'0'0'156'0,"0"0"-6"16,-3 4 1-16,3-4 4 0,0 0-3 0,0 0-12 15,0 0 0-15,0 0-3 0,0 0-5 0,0 0-10 16,0 0-15-16,0 0-9 0,12-11-13 16,-5 5-5-16,4-3-8 0,3 0-3 0,-1-3-1 0,2-2-1 15,7-4-5-15,-3-4-2 0,0 1-4 0,-1-1 3 16,1-2-2 0,-2-3-6-16,0-2-4 0,-1 0-4 0,-2-2-4 15,5-12-5-15,-6 9-3 0,1-13 0 0,-1 14-10 16,0-11-1-16,-3 10-3 0,-4 2-3 0,0 2 4 0,-4 0-3 15,0 6 12-15,-5 4-1 0,-1 3 3 0,4 1-1 16,-3 5-4-16,0-1-1 0,-1 0-4 16,0 5-9-16,-2-2-3 0,-1 4-4 0,5 2-12 15,-5 1-2-15,2 2-7 0,-6 4-1 0,-1 1 0 0,-6 6 0 0,4 3 2 16,-5 7 1-16,2 4-1 0,1-1 0 0,-1 4 6 16,2 2-1-16,2 5 0 0,0 10 4 0,3-11 3 0,7 2-3 0,1 0 1 15,1-1-2-15,3-2-7 0,5-1 1 0,3-2 1 16,3-2 4-16,3-1 4 0,5-4-2 0,4-3 4 15,-2-3-3-15,4-4 6 0,1-2 1 0,6-2 0 16,-4-4-1-16,3 1-1 0,-3-6 2 0,0 0 0 16,-4-4-2-16,-3 1 1 0,-4-2 4 0,-5 0 2 15,0-2 4-15,2 0 0 0,-4-4 11 0,-4 4 0 16,1-4 3-16,-1 0-5 0,-1 0 1 0,-2-4-3 16,-2 2 3-16,0 2 3 0,0-8 1 0,-1 9 3 15,-2-2 7-15,1 3 12 0,-2-2 5 0,1 5-1 16,0 0 0-16,0 1 1 15,0-1-3-15,1 1-2 0,-1 1-10 0,0 4-7 16,1-2-6-16,-1 2-3 0,0-6-13 0,0 6-23 16,0 0-16-16,0 0 2 0,0 0 2 0,0 0 1 15,-4 12 3-15,3-1-1 0,-1 0 4 0,0 3 4 16,-2 3 2-16,-1 3 3 0,3-2 2 0,-5 6-1 16,4-4 0-16,-1 2 1 0,0-1 1 0,0-1 3 0,1-3 4 15,1 0 0-15,-1-4-2 0,1-1 2 0,-2-2-1 16,4-2-1-16,-1-1 7 0,1-3 1 0,-2 0 15 15,2 1 27-15,0-1 25 0,0-4 29 0,0 3 26 0,0-3 26 16,0 0 8-16,0 0-9 0,0 0-11 0,0 0-16 16,3-14-11-16,2 5-21 0,0-3-6 0,2-5-9 15,0-1-7-15,1 3-9 0,1-2-9 16,0 1-3-16,-3 3-8 16,2 3-4-16,-3 1-7 0,-3 3-2 0,1-1-5 15,0 4-17-15,0-1-30 0,-1 1-26 0,0 1-27 16,-2 2 1-16,0 0 2 0,0 0 0 0,14 5-2 15,-10 1-5-15,1 2 3 0,3 2-5 0,-3 1-12 16,6 3-16-16,1 0-31 0,-3 2-34 0,4 0-41 0,0-4-52 16,-1-2-255-16,-4-1-567 0,5-2 251 15</inkml:trace>
  <inkml:trace contextRef="#ctx0" brushRef="#br0" timeOffset="36316.37">14728 7496 137 0,'0'0'197'0,"0"0"-19"16,0-6-21-16,0 6-19 0,0 0-11 0,0 0-13 16,0 0-14-16,-13 9-5 0,4-2-12 0,-2 1-10 15,-2 2-7-15,-3 5-9 0,-4 4-7 0,-2 1 0 16,1-2-5-16,0 4-9 0,2-1-5 0,0 1 2 16,2-1-1-16,2 0-5 0,-1 1-10 0,9-5 4 0,-1-1-5 0,3 1 4 15,5 0-1-15,0-2 4 0,1 2-6 0,3-2-2 16,4-1-2-16,2 1 7 0,0-1-7 0,3-2-2 15,4 1 5-15,-2-3-6 0,2 1 5 16,-3-1-5-16,-3-3 0 0,-1-1-2 0,2-1-1 0,-3 1-3 16,-3-3 1-16,-1 1-2 0,-1-1-3 0,0-1-2 15,0 3 2-15,-3-3 1 0,-1 3 4 0,-5-1-2 16,-3 3 1 0,-2-2 2-16,-5 3-8 0,-3 0-17 0,0-2-22 15,0-1-29-15,-1 1-40 0,6-4-66 0,-1-2-111 0,1 0-310 16,3-1 137-16</inkml:trace>
  <inkml:trace contextRef="#ctx0" brushRef="#br0" timeOffset="36717.25">14840 7932 143 0,'0'0'262'0,"0"0"-22"0,0 0-24 16,0 0-19-16,0 0-22 0,0 0-22 0,0 0-15 15,21-8-13-15,-10 1-13 0,1 3-15 0,8-5-8 16,-1 2-9-16,4-5-7 0,4 2-5 0,0-4-10 16,2 2-7-16,-2-2-6 0,-4-2-3 0,1 0 0 15,-2 2 3-15,0-2-2 0,-2-3-2 0,-4 5 6 16,-1 1 0-16,-5 1 4 0,-1-1 0 0,0 1 8 15,-3 3-3-15,-2-1 5 0,0 1-10 0,-3 1-5 0,-1 3-8 0,-1-1-9 16,-1 1-8-16,-5 2-5 0,-4 1-5 0,-1 4 6 16,-7 3-9-16,1 4-2 0,-9 3-3 0,3 4 0 15,1 0-3-15,-1 2-1 0,1 3 0 0,1 1 3 16,2-1-1-16,3 3-2 0,-1-2 1 0,5 0 7 16,4 3-8-16,4-7-8 0,4 2 1 0,5-2 1 15,2 0 5-15,3-2-3 0,7 0-4 0,7-1-16 0,3-4-19 16,5-1-46-16,2-5-48 0,22 0-52 0,0-5-250 0,-1-8-476 15,-3 3 211-15</inkml:trace>
  <inkml:trace contextRef="#ctx0" brushRef="#br0" timeOffset="37155.11">15580 7670 32 0,'0'0'164'0,"4"-6"-17"15,2 3-12-15,-2-1-14 0,4 1-13 16,1-1-13-16,1-3-10 0,0 3-1 0,2-2-16 16,-1-2-4-16,1 3-7 0,-2-2-6 0,3 0-7 15,-4 0 1-15,0 0 2 0,-1 0 1 0,-1 0 14 0,-2 2-1 16,-1 0 12-16,-1 2 1 0,-1-4-7 16,-1 5-8-16,-2-1-6 0,1 3-13 0,-9-4-3 15,3 4-5-15,-8 1-3 0,-3 5-2 0,-2-4-10 16,-5 12 3-16,-1-1-1 0,-2 1-7 0,3 3 2 0,-3 3-4 15,3 1-3-15,0 4 1 0,1 1-4 0,1-1 1 0,2 3-2 16,2-1 1-16,4-2-2 0,2 1 4 0,8-3-1 16,0-3 3-16,8 0 0 0,0-3 3 0,13 4-4 0,3-4-1 15,4-2-9-15,6-4-35 0,3-3-42 16,5-5-61-16,2-4-180 0,13-2-347 0,-15-2 153 16</inkml:trace>
  <inkml:trace contextRef="#ctx0" brushRef="#br0" timeOffset="37619.14">15972 7550 75 0,'0'0'189'16,"13"-2"-24"-16,-4 2-12 0,1 0-15 0,3 1-14 16,5 3-17-16,-4-1-5 0,0-1-19 0,0 5-7 15,-1 0 1-15,-3-1-14 0,3 5-2 0,-4-1-7 0,0 2-7 0,-5 2-5 16,-3 1-8-16,-2 2-5 0,-2 0-4 0,-2 2-2 16,-5 8 2-1,-4-6-3-15,-3 1-3 0,-2-3-1 0,0 0-10 0,2-5 3 16,3 1 5-16,0-4-9 0,1 1-2 0,3-4 2 15,1 1-1-15,3-1-5 0,-1-1 6 0,3-1-11 16,1-1-3-16,0-1 4 0,5 2 2 16,1-1-1-16,4 2 2 0,2 0 0 0,0-1 1 0,7 1-3 15,4 0 3-15,1-1 1 0,-2 0-3 0,-1 1-1 16,4 1 2-16,-1-2-2 0,-1 1-2 0,-4-1 2 16,2 3 1-16,-2 1 3 0,-1-2-3 0,-5 1-3 15,0-1 2-15,-1-1-6 0,-4 2 6 0,-2-2-6 16,-3 1 10-16,-4 1-5 0,-5-1 5 0,0 1 4 15,-5-1-8-15,-4 0 7 0,-3 1 2 0,1-4 1 0,-9 2-6 16,0-1-4-16,-1-2-30 0,10-3-27 0,-2-1-33 16,0 0-50-16,3-4-104 0,2-1-265 0,1-1 119 0</inkml:trace>
  <inkml:trace contextRef="#ctx0" brushRef="#br0" timeOffset="38104.51">16386 7596 188 0,'6'-5'202'0,"-3"3"-21"0,4 0-23 0,0 0-13 0,0 2-23 15,3 0-7-15,-1 1-12 0,1 3-4 0,0 2-15 16,1 2-4-16,-4 1-6 0,2 3-11 0,-2 1-8 15,-2 3 5-15,0 2-8 0,-5 1-5 0,-5 1-4 16,0 5-5-16,-3 0 1 0,-4-3-5 0,-2 2-6 16,0-2 6-16,0-7-8 0,0 6-3 0,0-7 4 15,3 1-7-15,2-7 3 0,0 1 1 0,1-3 2 0,4 1-2 0,0-3 15 16,1 0 20-16,-2-2 31 0,2 2 30 0,2-2 19 16,1-2 17-1,0 0-13-15,0 0-16 0,0 0-14 0,16-15-14 0,-2 4-11 16,4-3-10-16,3-4-9 0,0-4-5 0,5 5-9 15,-2-5-10-15,3 1-11 0,-3-4-11 0,1-1-12 16,-2-1-2-16,0-1-2 0,-4 8 0 0,-4 6 7 16,-5-1 3-16,-1 6 1 0,0 1 12 0,-5 2-12 15,1 0 6-15,-1 1-27 0,-3 1-10 0,3 1-23 16,0 1-13-16,-4 2 1 0,0 0 11 0,0 0-4 16,-9 16 6-16,5-6 6 0,-1 5-1 0,1-1 5 15,-3 3 7-15,1 0 7 0,1 3-6 0,2 1 4 16,1-4-15-16,2-1-4 0,2 2-4 0,5-1-7 15,-2-3-10-15,4-1-31 0,4 1-36 0,1-2-56 0,5-7-72 0,-1 0-204 16,0-3-488-16,-3-2 216 0</inkml:trace>
  <inkml:trace contextRef="#ctx0" brushRef="#br0" timeOffset="38405.1">16932 7371 83 0,'0'0'217'0,"0"0"-22"15,0 0-20-15,0 0-19 0,0 0-25 0,0 0-9 16,10 18-12-16,-6-7-3 0,0 6-1 0,3 10-8 15,0 2-6-15,-2 4-8 0,0 14 2 0,0 0-10 16,-2 3-9-16,2 2-4 0,-3-2-2 0,2-1-7 16,-1-1 0-16,1 0-3 0,-4-13-6 0,0 0 1 15,-3-2-25-15,1 2-35 0,-4-6-48 0,3-1-71 0,-7-6-216 0,3-5-378 16,2-5 168-16</inkml:trace>
  <inkml:trace contextRef="#ctx0" brushRef="#br0" timeOffset="39053.08">14274 7527 45 0,'0'-5'247'0,"0"2"-3"0,0-3-6 0,0 0-22 16,0 6-21-16,0-4-29 0,0 4-16 0,0-3-18 16,0 3-25-16,0 0-12 0,0 16-11 0,0 1-8 0,0 8-8 0,0 8-8 15,0 15-6-15,0 2-5 0,2 2-5 0,0 2-2 16,7 4-1-16,-3 0-3 0,6-1-2 0,3 0-22 16,3-4-20-16,0-3-37 0,0-3-50 0,4-3-68 15,-10-16-196-15,0-1-386 0,-2-12 171 0</inkml:trace>
  <inkml:trace contextRef="#ctx0" brushRef="#br0" timeOffset="41938.94">17501 7807 121 0,'0'0'192'0,"0"0"-16"16,-3-3-9-16,3 3-12 0,0 0-8 0,0 0-14 15,0 0-11-15,0 0-12 0,0 0-10 0,-5-2-6 16,5 2-2-16,0 0-8 0,0 0-1 0,0 0-6 16,0 0-5-16,0 0-1 0,0 0-6 0,0 0-1 15,0 0-4-15,0 0-10 0,0 0-2 0,0 0-4 16,0 0-8-16,0 0-2 0,0 0-4 0,0 0-2 16,0 0-3-16,0 0-6 15,-8 5-2-15,8-5 1 0,0 0 2 0,0 0-8 16,-4 4-2-16,4-4-5 0,0 0 4 0,0 0-3 15,0 0 2-15,0 0-1 0,0 0 0 0,0 0 3 16,0 0 0-16,23 0-2 0,-2-1 2 0,7-2-5 16,8 2 4-16,14-3 0 0,5 1-5 0,2-1 2 15,3-2-1-15,-2 1 2 0,-1 0 0 0,-2 0-1 16,0 2-3-16,-13 1-7 0,-5 1-15 0,-4-1-20 0,-2 0-18 0,-3 2-26 16,-11 0-21-16,-3 1-25 15,-4-2-26-15,-2 1-18 0,-8 0-153 0,4-1-353 16,-4 1 156-16</inkml:trace>
  <inkml:trace contextRef="#ctx0" brushRef="#br0" timeOffset="42166.67">17867 7662 141 0,'-2'-9'262'0,"-1"1"-10"0,1 1-1 0,1 2-3 15,-1 0-8-15,1 2-13 0,1-1-17 0,0 4-20 16,0-6-24-16,0 6-17 0,0-4-24 0,0 4-30 0,0 0-30 15,0 0-28 1,0 0-11-16,0 0-5 0,-4 17 5 0,4 0-12 16,0 6-5-16,-2 4 2 0,2 3-3 0,0 2 3 15,0 0 1-15,1 3 2 0,0-1-4 0,4 4-21 16,-1-5-30-16,4 0-29 0,-5-1-30 0,5-1-48 16,1-3-63-16,-1-6-163 0,-2-5-404 0,3-9 179 15</inkml:trace>
  <inkml:trace contextRef="#ctx0" brushRef="#br0" timeOffset="43045.17">19264 7274 77 0,'0'-11'280'0,"0"1"-5"0,0 1-1 15,0 0-15-15,0 1-5 0,1 2-19 0,-1 0-21 16,-1-2-19-16,2 4-6 0,-2 2-38 0,1 2-14 15,0-8-18-15,0 8-16 0,-4-3-38 0,4 3-32 16,0 0-7-16,0 0-8 0,0 0-5 0,4 20-2 16,-4-9 0-16,-4 7-1 0,3 0 0 0,2 7 4 0,3-1-3 0,-3 2-3 0,1-2 2 0,0 2-15 15,-1-6-18-15,-1 5-23 0,3-6-22 16,-2 5-25-16,-1-6-36 0,0-2-37 0,-4 1-64 16,1 1-144-16,0-7-405 0,-4-1 179 0</inkml:trace>
  <inkml:trace contextRef="#ctx0" brushRef="#br0" timeOffset="43361.18">18864 7749 69 0,'-10'0'234'0,"2"1"-16"0,-1-1-16 15,3 0-7-15,6 0-13 0,-9 2-10 0,9-2-6 16,-8 1-5-16,8-1-17 0,-5 0-12 0,5 0-11 16,0 0-12-16,0 0-13 0,49-3-11 0,-13-1-6 15,17-2-6-15,7-1-8 0,4 1-9 0,1-3-3 16,27-1-7-16,-28 4-5 0,28-3-4 0,-32 1-1 16,-1 0 1-16,-5 2-8 15,-3 2 1-15,-15 0-1 0,-2-3-7 0,-7 4-6 16,-11 1-15-16,-3 0-14 0,-1-1-24 0,-2 2-20 15,-5 1-13-15,-5-5-12 0,0 5-25 0,0 0-23 16,-24 7-34-16,2-3-49 0,-8-4-132 0,1 2-372 16,2 2 166-16</inkml:trace>
  <inkml:trace contextRef="#ctx0" brushRef="#br0" timeOffset="43815.1">19323 7919 122 0,'0'0'278'0,"0"0"-32"0,0 0-23 16,0 0-21-16,5 4-26 0,-5-4-16 15,11 0-18-15,0 2-14 0,1-2-16 0,3 3-12 16,4-2-10-16,0 4-10 0,-1 1-7 0,0 0-7 0,-3 1-9 15,-4 1-6 1,2-1-6-16,-5 2-10 0,-3-1-6 0,0 3-12 16,-4 0-2-16,-2 2-4 0,-8-1-3 0,0 5-5 15,-1-5 7-15,-4 2-2 0,1-3 2 0,-3 0 1 16,3 0-5-16,1-4-3 0,5 0 2 0,-1 0-5 0,3-3 6 16,0 2-4-16,1-4-15 0,-1 3 2 0,2 0 1 0,3 0 0 15,0-5 1-15,5 5-2 0,2-1 4 0,2 1 2 16,0-1 0-16,5 0-3 0,-1 0 4 0,4 4-1 15,-3-2 0 1,3 1-1-16,-4-2 3 0,-3 2-1 0,0 1 6 0,2-2-4 0,-6 3-2 16,4 0 5-16,-6 1 2 0,3 0 6 0,-4-2 6 15,-1 3 2-15,-4-1 3 0,0 1 2 16,-6-3-2-16,2 4-2 0,-7-2 0 0,-4 0 2 0,1 1-4 16,-1-4-2-16,-5 2-13 0,5-5-12 15,-1 0-32-15,-3-1-35 0,1-3-45 0,3-2-53 16,-5-3-187-16,7-2-392 0,4 1 174 0</inkml:trace>
  <inkml:trace contextRef="#ctx0" brushRef="#br0" timeOffset="44404.21">20346 7366 86 0,'11'2'161'0,"0"1"-13"0,1 0-20 16,-1 4 5-16,-2 1-15 0,4 5-8 0,-3 0-11 15,-1 1-11-15,-1 3-7 0,-2 2-5 0,-3 0-2 0,-2 4-5 16,-2 3 4-16,-4-1-1 0,-4 2-10 0,-3-1-4 16,-2-3-3-16,-3-1-3 0,1-1-5 0,3-7-6 15,-4 1-3-15,7-1-1 0,-1-2 2 16,1-4 1-16,3-2-1 0,1 1 3 0,0-3 7 0,2 0 15 0,0 0 19 0,1-2 35 15,1 0 19-15,2-2 4 0,0 0-16 16,0 0-15-16,0 0-8 0,21-17-11 0,-5 5-10 16,9-8-9-16,-1 2-3 0,2-7-11 0,2-1-4 15,8-10-13-15,-8 11-2 0,6-12-6 0,-7 8-6 0,0 2-8 16,-4 0 1-16,-2 2-4 0,-5 4 9 0,-3 8 19 16,-5 2 19-1,-1 1 3-15,-2 3 6 0,-1 1-8 0,0 0-18 16,0 5-26-16,-1-2-17 0,-3 3 7 0,0 0-14 15,0 0-6-15,-12 14 2 0,3-2 3 0,-2 3-5 16,-5 9 0-16,6-7 1 0,4 9 1 0,-1 1-1 16,3 2 1-16,7 3-3 0,5-1 6 0,6-3-1 15,7 1-10-15,20 2-14 0,7-5-31 0,9-6-48 0,3-4-84 16,33-3-98-16,-30-12-247 0,2-2-583 0,1-3 259 0</inkml:trace>
  <inkml:trace contextRef="#ctx0" brushRef="#br0" timeOffset="45618.68">21560 7123 47 0,'3'-3'212'0,"0"-2"-9"0,0 2-7 16,-2 1-10-16,-1 2-11 0,4-4-12 0,-4 4-16 15,3-6-10-15,-3 6-15 0,2-1-12 0,-2 1-18 16,0 0-11-16,0 0-11 0,0 0-12 0,-24 4-4 16,9 4-4-16,-11 1-2 0,-2 3-6 0,0 0-9 15,1-2 1-15,3 3-7 0,-1 1 0 0,6-5-4 16,-5 7-5-16,6-3-2 0,-3 1-3 0,4-2 2 0,3-1-5 0,0 0-1 31,6-1 0-31,2 0-6 0,-3-1 5 0,9 1 1 0,0 0-6 16,0 2 5-16,9-4-2 0,-3 2-1 0,7 1 0 15,5 2-1-15,5-1 1 0,5 0-4 0,1 1 2 16,1 0 2-16,0-1-1 0,2 0-5 0,-1-1 3 16,-3-1 1-16,-2 3-3 0,-2-2 3 0,-7-1 0 15,-3-2-5-15,-3-1 1 0,-3 1-5 0,2 1 4 0,-7 0-7 16,-1 1 2-16,-2-4-1 0,-5 3 8 0,-6 0-1 16,-5 2-1-16,-9 3 4 0,-2-5-4 15,-5 4 4-15,-4-5 0 0,7 2-1 0,-7-3-1 16,3 0 2-16,-2-3-3 0,2 0-7 0,4-2-5 0,-1-1-15 15,7 0-15-15,5-1-14 0,-1 2-22 0,6-5-19 16,3 1-18-16,3 1-20 0,1-3-180 0,6-2-343 0,7 0 152 16</inkml:trace>
  <inkml:trace contextRef="#ctx0" brushRef="#br0" timeOffset="45865.78">21831 7527 326 0,'0'0'313'15,"4"-3"-23"-15,-4 3-18 0,5-3-26 0,-5 3-17 16,0 0-25-16,0 0-22 0,3-1-6 0,-3 1-31 16,0 0-18-16,0 0-21 0,0 0-11 0,0 0-11 15,0 0-8-15,0 0 0 0,0 0-11 0,6 4-17 0,-6-4-1 0,3 5-6 16,-1 2-5-16,0-3-2 0,0 4-19 0,-2-3-22 15,1 2-15-15,2 0-18 0,-2 1-16 0,-1-1-30 16,0 0-8-16,0 0-23 0,0-1-25 0,2 0-16 16,-2 1-23-16,-2-4-49 0,-2 1-120 0,4-4-380 15,-5 0 169-15</inkml:trace>
  <inkml:trace contextRef="#ctx0" brushRef="#br0" timeOffset="46034.81">21813 7340 284 0,'3'-5'293'0,"-3"1"-26"16,1 1-27-16,2-2-27 0,-3 2-25 15,0 3-21-15,2-5-37 0,-2 5-39 0,0 0-30 16,4-2-27-16,-4 2-40 0,0 0-26 0,14 5-37 16,-5-1-42-16,-4-1-181 0,-1 0-316 0,3 1 140 0</inkml:trace>
  <inkml:trace contextRef="#ctx0" brushRef="#br0" timeOffset="46411.74">22049 7470 126 0,'2'3'137'15,"-2"-3"-15"-15,-4 8-15 0,4-4-2 0,0 1-21 16,-2 4 2-16,2-1-15 0,-3 5-6 0,2-5-3 16,-2 4-7-16,1 4-11 0,-1-4 4 0,2-2-4 15,-2 2-11-15,2-3-1 0,0-2-4 0,-2-2 1 16,3 1-4-16,0-1 20 0,-4-2 21 0,4 1 19 16,-1 0 15-16,1-4 33 0,1 6 26 0,-1-6 22 15,0 4 21-15,0-4 13 0,0 0-5 0,0 0-19 0,0 0-27 0,14-14-11 16,-10 6-12-16,1-2-16 0,3 1-12 0,0 1-20 15,1 0-7-15,-3 1-4 0,-1 0-13 0,5 0-15 16,-6 2 6-16,0 1-16 0,0 1-1 0,-2 0-13 16,2 1-21-16,0-1-17 0,-4 3-14 0,0 0-7 15,18 4-9-15,-13 0-5 0,4 1-20 0,1 2-16 16,3 3-18-16,2 1-37 0,-2-1-38 0,2 1-49 0,0 0-64 16,-2-4-210-1,-4 0-535-15,3-4 238 0</inkml:trace>
  <inkml:trace contextRef="#ctx0" brushRef="#br0" timeOffset="46928.14">22535 7287 130 0,'8'-2'216'0,"-2"-1"-25"0,2 0-18 16,1 2-19-16,4 0-8 0,0-1-20 0,1 2-12 16,-2 2-15-1,4-1-5-15,0 0-10 0,-2 3-9 0,2 3-9 16,-4-1-6-16,-1 1-9 0,-4 1-13 0,2 1-8 15,0-1-10-15,-8 3-3 0,2-1-11 0,-6 1-1 16,2 1-1-16,-9 5 3 0,1-4-4 0,-4 0 3 16,-1 0 2-16,1-1-5 0,-3-2-2 0,2 3 0 15,-1-4-1-15,3-2 4 0,-2 0 1 0,5-1 3 16,1 1-2-16,2-3-2 0,0 0-1 0,-1-1 0 16,6-2-7-16,-3 4 3 0,4-2 0 0,0-3 1 15,5 5-4-15,5-1 3 0,3-1-3 0,0 2 0 0,5-2 4 0,2 1 0 16,0 3-3-16,0-1 3 0,2 1-4 0,4 3 10 15,-8-1-8-15,0 1 0 0,0 1-1 0,-1 0 2 16,-3 0 1-16,0 0-5 0,-8 0 2 0,1-1 6 16,-2 1-6-16,-2 1 3 0,-5-2-1 0,-2 3-5 15,-3 2 6-15,-5-4 9 0,-6 2-1 0,-5 2 1 16,-5-4-5-16,2-1 2 0,-4 0-1 0,0-2-3 0,2 0-1 0,-2-2 10 31,0-3-20-31,-1-1-30 0,2 0-34 0,7-4-33 0,2 1-185 16,3-2-316-16,0-2 140 0</inkml:trace>
  <inkml:trace contextRef="#ctx0" brushRef="#br0" timeOffset="47460.35">23117 7383 174 0,'0'0'231'0,"9"-5"-25"16,-3 4-20-16,4 1-22 0,4 0-16 0,3 1-17 0,2 4-17 16,0 1-7-1,-2 3-12-15,1 0-13 0,-3 1-9 0,2 2-5 16,-4 4-4-16,-1-3-7 0,-4 3-7 0,0 0-1 15,-6 1-6-15,0 0-4 0,-5 4-4 0,-2 4-5 16,-4 0 0-16,-5-3-2 0,-2-1-8 0,0-2 3 16,3-2-1-16,-2-2 1 0,1-1-7 0,-3-2-3 15,4-3 6-15,4-1 5 0,-1-1 0 0,1-1 6 16,1-2 12-16,3 1 15 0,-1-1 23 0,2-1 22 16,0 0 34-16,2-1 39 0,2-2 21 0,0 0-7 15,0 0-18-15,0 0-20 0,6-14-12 0,8 2-22 0,0-1-12 0,9-7-9 16,3-1-27-16,2-3-13 0,10-6-28 0,2-2-12 15,-9 10-10-15,-2 0-12 0,-1-5-10 0,-4 8 6 16,-1 1-1-16,-9 8 11 0,-1-2 13 0,-5 3 9 16,-2 2 1-16,-1 3 1 0,1 0-14 0,-4 0-9 15,2 3-15-15,-4 1-4 0,0 0-4 0,0 0 6 16,-13 11-5-16,3-2 1 16,-4 4 2-16,1 3 1 0,-1 0 0 0,0 6 1 15,2 6-3-15,2-2-3 0,6 5 0 0,8-4-6 0,6 5 4 0,7 2 3 16,18 2 1-16,13-3-10 0,30 4-46 0,10-8-66 15,13-2-92-15,9-8-363 0,12-7-647 0,2-3 286 16</inkml:trace>
  <inkml:trace contextRef="#ctx0" brushRef="#br0" timeOffset="51985.77">2178 11033 105 0,'3'-1'142'0,"-3"1"-8"0,4-2-6 0,-4 2-5 16,0 0-9-16,3-2-16 0,-3 2-7 0,0 0-12 0,0 0-10 16,0 0-12-16,0 0-8 0,0 0-11 0,0 0-3 15,0 0 4-15,0 0-7 0,-21 11-7 0,4 0 0 0,-7 3-9 16,-3 0 2-16,-6 4-7 0,1-4 7 0,1 4-6 16,-3-1 0-1,2 0-4-15,-2 0 3 0,2 1-5 0,3-1-4 0,1-2 12 16,1-1-13-16,3 0 0 0,10-2 4 0,-1-1-6 15,3-2-2-15,2-1 6 0,2 0-6 0,3 0-2 16,0 2 2-16,2-3 1 0,2 3-2 0,5 0-1 16,1 0 2-16,4-2 1 0,5 3 4 15,0-1-2-15,12 3 1 0,0-2 0 0,4 1 2 0,-1-2 2 16,3 1-4-16,0-3 2 0,-1 0-6 0,-7 1 1 16,3 3-2-16,-8-5 5 0,-1 0 3 0,-3 4-6 15,-3-2-1-15,1 0 1 0,-3 0-6 0,-4-1 7 16,-2 0 2-16,-3 1-1 0,-2 0-1 0,-8 2 10 15,-4 2-11-15,-2-1 4 0,-11 1 0 0,0-3 4 0,-5 1-6 0,-1-3 3 16,1 0 3-16,-2 1 2 0,0-5 3 16,1-2 1-16,-2 1 7 0,3-1 3 0,-1-2 7 15,1 1 9-15,3-2 8 0,9 1 8 0,0-3 11 16,2 1 4-16,4 1 8 0,2 0 16 0,4 0 4 16,0 1-5-16,0 0-2 15,1-3-3-15,6 3-5 0,-5 0-15 0,5 0 1 16,-4-4-20-16,4 4-20 0,-1-5-22 0,1 5-21 15,0 0-24-15,3-8-29 0,1 8-34 0,-1-4-35 16,5 1-36-16,-2 0-192 0,2 1-394 0,-1-1 174 16</inkml:trace>
  <inkml:trace contextRef="#ctx0" brushRef="#br0" timeOffset="52502.33">2485 11380 48 0,'-13'1'130'0,"2"2"-7"0,-1-1-9 16,-2 4-12-16,0-2-11 0,3 1-12 0,-5 2-10 16,1 2-3-16,-2-1-10 0,3 2-11 0,4 2-1 15,-2 2-8-15,4-4 0 0,1-1-6 0,2 3-4 16,1-1-4-16,0 0 1 0,4 1 9 0,2-3 1 15,0 3 3-15,7-1 4 0,1 0-3 0,4 0 2 0,3-5 1 0,2 2-4 16,8-1-3-16,5-1 1 0,0-4-1 0,-1 0 5 16,3 0-5-16,-2-7-3 0,0 0-6 0,-1 0 1 15,-2-3-2-15,-2 0 13 0,-7 1 15 0,-4-1 8 16,-1-4 9-16,-1 3-1 0,-4-2-2 0,-5 2-4 16,0-3-6-1,-5-2-2-15,-1-1-8 0,-4-2-5 0,-4 3-6 16,-2-1-5-16,-1 2-5 0,-6 1-2 0,2 3-4 15,-4 0 1-15,1-2-9 0,-1 6-3 0,-2 0-6 0,3 1-7 16,-2 2-12-16,2 2-13 0,2 0-11 0,4 3-25 16,2 1-24-16,-1-1-33 0,1-1-25 0,5 2-41 15,1 1-102-15,1 1-317 0,3-4 140 0</inkml:trace>
  <inkml:trace contextRef="#ctx0" brushRef="#br0" timeOffset="52740.48">3195 11536 53 0,'0'0'180'0,"0"0"-23"0,4 2-13 0,-1 2 4 15,-3-4-8-15,0 8-8 0,-4-3-4 0,0 3-12 16,-5 4-11-16,-2-1-8 0,-3 4-11 0,1-1-7 16,-9 6-27-16,0-2-53 0,7-4-76 0,-12 2-180 15,2-3-278-15,-1-4 123 0</inkml:trace>
  <inkml:trace contextRef="#ctx0" brushRef="#br0" timeOffset="53826.52">4195 11001 162 0,'1'-12'259'0,"2"0"-3"0,-3 2-12 15,1-2-6-15,-1 5-13 0,1 2-19 0,3-3-6 16,-4 3-29-16,1 1-21 0,-1 1-20 0,0 3-23 15,1-6-40-15,-1 6-16 0,0 0-11 0,0 0-1 16,2 21-8-16,-2-4-1 0,1 12-5 0,-1-1-1 16,-3 6-4-16,2-2 2 0,1 2-7 15,0 0-2-15,0-1 0 0,0 0 2 0,1-2-6 16,1-1 1-16,0 2-1 0,-2-2 0 0,3-3-1 16,-2-9-2-16,2 2 1 0,-2-5-11 0,0 1-13 15,-1-4-17-15,-1-2-11 0,1-2-18 0,1 0-15 16,-2-2-17-16,2-1-9 0,-2 1-1 0,0-3-38 15,1-3-212-15,-7 4-382 0,2-5 169 0</inkml:trace>
  <inkml:trace contextRef="#ctx0" brushRef="#br0" timeOffset="54142.71">3820 11354 21 0,'-5'0'166'0,"5"0"-17"0,-10 1-22 16,5-1-5-16,5 0-15 0,-3 4-3 0,3-4-2 15,0 0-4-15,23 3-8 0,-6-4-8 0,11 1-7 16,9 1-5-16,0-3-7 0,20-3-9 0,1 1-4 16,2 0-4-16,-5 1-4 0,4-4 0 0,-7 5-7 0,-12-1-5 0,-2 1-9 15,-6 1 11-15,-3-2-3 0,-9 2-5 16,-6 1-4-16,-1-1-2 0,-1 0 3 0,-7 0-3 15,3 2 9-15,-3-2-1 0,-5 1 3 0,0 0-7 0,0 0-6 16,0 0-19-16,0 0-15 0,-18 7-8 0,4-7-20 16,3 0-9-16,-1 1-28 0,1-1-22 0,0 2-39 15,-2 1-106 1,3-3-270-16,3 0 119 0</inkml:trace>
  <inkml:trace contextRef="#ctx0" brushRef="#br0" timeOffset="55006.53">4680 11035 118 0,'4'-5'265'0,"-4"2"-3"0,1-3-13 15,1 2-18-15,0 0-25 0,-2 4-25 0,3-5-19 16,-3 5-23-16,2-2-14 0,-2 2-16 0,0 0-11 16,4 7-11-16,-3 1-11 0,1 3-8 0,0 4-8 15,-2 5-10-15,0 6-2 0,0-1-3 0,0 2-6 0,-2 1-6 16,-1 1-1-16,-1 2-5 0,2 0-4 0,-5 3 0 0,4-7 0 15,-1 1-5-15,0-2 6 0,1-9-7 0,2 0-3 16,0-5-1-16,-1-1-1 0,1-4 2 0,1-2 10 16,0 2 3-16,0-2 10 0,0 0 25 15,-1-2 22-15,1-3 23 0,0 0 0 0,0 0 2 0,0 0-24 16,19-13-6-16,-9 4-11 0,3-2-10 0,1-2-5 16,0-2-9-16,4-6-1 0,0 2-20 0,1 2-1 0,4 2-12 15,-10 2 1-15,1 1-5 0,-4 6-3 0,-1-1 0 16,-2 2 9-16,1-1-28 0,-3 4-16 0,1-1-5 0,-1 3-5 15,-5 0-8-15,10 1 1 0,-5 2 0 0,0 1-1 16,-1-1-2-16,1 3 2 0,2 1-3 16,-1 1 1-16,-1 2-6 0,0-3-6 0,-1 4 4 15,1-2-4-15,0 1-3 16,3-3 2-16,-3 2 0 0,-1-2 3 0,0-1 8 16,-2 1-8-16,2-3 12 0,0 1 6 0,1 0 3 15,3-2 10-15,-3-1 0 0,-1 1 6 0,2-2-3 0,2-1 12 0,2 0-3 16,0-1 8-16,3-2 6 0,-3 1 2 0,3-1 2 15,1-2 8-15,1-3 5 0,3 3 1 0,-5-3 5 16,6 0 4-16,-6 3 6 0,2-2 0 0,1-3 4 16,-5 3 5-16,-2-1 3 0,4-1 0 0,1 1 2 15,-6-1 14-15,1 1-10 0,-1-2 3 0,-3 1 5 16,-1 3 8-16,2-5 9 0,-5 5-3 0,-1 0-1 16,1 0-8-16,-2 1-11 0,-3 1-7 0,-1 0-9 15,0 0-4-15,-7 3-5 0,-2 2 11 0,-5 0-15 16,1 6-8-16,-6 2 0 0,-2 3-2 0,2 0-2 15,2 2-3-15,4-2-6 16,5 1 4-16,0 2-4 0,2-2-2 16,1 4 12-16,5-1-17 0,2 1 3 0,7-2-1 0,5 1 3 15,8 5 6-15,8-4 1 0,6-3-2 0,6-3 2 16,18-1 4-16,-1-4-3 0,0-4 1 0,5-3 12 16,-1-2-13-16,-1 0 1 0,0-4 1 0,-5 2 11 15,-15-1 4-15,-1 2 8 0,-8 0 3 0,-6 1 22 0,-9 0 16 0,-1 2 13 16,-3-2 8-16,-2 2 15 0,0 1 4 15,0-3-6-15,-1 2 1 0,-2 0-14 0,-2-1-10 16,-2 2-9-16,7-2-10 0,-7 2-30 0,0 0-29 0,6 0-31 16,-6 0-61-16,0 0-46 0,0 0-43 0,0 0-52 15,0 0-59-15,8 2-67 0,-8-2-231 0,0 0-635 16,0 0 281-16</inkml:trace>
  <inkml:trace contextRef="#ctx0" brushRef="#br0" timeOffset="56092.99">7203 11128 96 0,'-5'-9'171'15,"-2"3"-21"-15,-2-2-17 0,-1 1-13 0,-3 5-11 16,-1-4-9-16,-4 6-8 0,-1 3-16 0,1 0-6 0,-5 2-9 15,3 1-3-15,-6 6-11 0,9-1 1 0,0 1-7 16,0 1-6-16,3 0-2 0,1-1-5 0,3 4 1 16,1-2-2-16,4-2-7 0,5 0-2 15,0 0 2-15,1-1-2 0,7 4-1 16,2-6-4-16,4 0 1 0,4-1-3 16,3-2 7-16,0-3-6 0,7-3-15 0,-6 0 5 0,-1-2 5 0,0-2-2 15,1-3 0-15,-4-1-3 0,1-2 14 0,-4-1-18 16,2-2 12-16,-4 0-5 0,-1 0 6 0,-2-4-1 0,-3 1 2 15,2-2 2-15,-4 0-4 0,-1 1 1 16,-1 2 11-16,-2 2 12 0,0 2 12 0,-1 0-1 16,1 5-7-16,1 0-2 0,-2 3-8 0,0 3-5 15,0 0-10-15,0 0 5 0,0 0-4 0,-9 18-2 16,4-4-2-16,-1 14-1 0,0 0-5 0,1 6 3 16,0 2-6-16,0 13 7 0,-3 4-6 0,2 1 1 15,2 1 0-15,-2 2-1 0,-1 2-1 0,-2-4 1 16,3 0-1-16,2-3-3 0,0 0 0 0,-1 0 3 15,1-6-5-15,-1-9 2 16,4-3-2-16,-2-2 5 0,-2-2-4 0,3-1 2 16,-5-4 3-16,2-7 3 0,1-3-3 0,-1-2 2 15,0-3 2-15,-3 0-2 0,2-3 14 0,-6 0 7 16,2-3 18-16,0 3 14 0,0-4 15 0,-3-3 15 16,-1-2 1-16,-1-3 10 0,-1 0 6 0,0-2-3 15,-1-4-1-15,2 2 3 0,1-3-9 0,1-3-3 0,0-1-13 0,0-7 6 16,4-3-38-16,6-5-16 0,3-5-13 15,3-8-19-15,9-3-21 0,7-3-5 0,4 1-9 0,5 1 0 16,3-1 1-16,2-1 3 0,4 4 6 0,4 5 6 16,-4 2-1-16,3 4 7 0,-4 3-2 0,-6 9 10 15,-3 1 2-15,1 2 4 0,-4 1 8 0,-1 3 2 16,-7 4 3-16,-3 2 5 0,-3 2 1 16,0 2 1-16,-2-1-4 0,-2 4 0 0,-4-1-4 0,4 1-2 0,-4 0-8 15,2-1-41-15,-1 3-23 0,-3 1-17 0,0 0-13 16,0 0-19-16,0 0-18 0,0 0-38 0,-9 8-33 15,5-3-209-15,-1 0-445 0,0-1 197 0</inkml:trace>
  <inkml:trace contextRef="#ctx0" brushRef="#br0" timeOffset="56509.25">7591 11385 53 0,'0'0'178'0,"0"0"-19"0,8-9-13 0,-2 4-14 15,3 1-11-15,4-1-23 0,0 0 6 0,3-2-14 16,2-1-2-16,1 1-6 0,1-4 4 0,5-2 1 15,-6 5-6-15,-1-3 0 16,-3 0 9-16,1 2 6 0,-2-3 6 0,-4 4-7 16,-1-2-8-16,-2-1-9 0,0 3-7 0,-2-3-4 15,-2-1-11-15,-2 6-5 0,-2-2-10 0,-2 2-6 16,-2 0-4-16,0 1-5 0,-7 4-2 0,1-2-1 16,-3 3-5-16,-7 4-4 0,2 1-1 0,0 3-3 15,1 3-3-15,-7 4-2 0,8-4-2 0,-3 5 4 0,6 0-1 16,2 1-1-16,-2-1-2 0,2 6 2 0,5-5 1 0,-1 0-7 15,6 0 5-15,-1 1-4 0,6 0 4 0,3-6 1 16,2 2 1-16,2 1 0 0,8-2 2 16,6 0-9-16,4-5-21 0,-1 0-23 0,2-4-32 15,6-1-36-15,-3-3-50 0,-2-3-216 0,-4-1-410 0,1-3 181 16</inkml:trace>
  <inkml:trace contextRef="#ctx0" brushRef="#br0" timeOffset="56917.08">8078 11204 76 0,'0'0'244'0,"0"0"-18"0,0-4-27 0,0 4-24 0,0 0-21 0,0 0-21 16,0 0-10-16,0 0-17 0,0 0-8 0,1 11-11 15,-1-5-13-15,0 6-7 0,0 1 1 0,0 2-9 16,0 1-6-16,0 1-5 0,-2 1-5 0,0 3-4 15,1-3-1-15,-1 2-3 0,-1-2-6 0,2 0-2 16,-1-2-3-16,2-3 3 0,-1-3-8 0,0-4 0 16,-1 2-1-16,2-3 5 0,0-1 10 0,-1 2 43 0,1-4 32 0,0-2 30 15,1 6 20-15,-1-6-18 0,0 0-10 0,11-10-15 16,-6 2-12-16,3 0-9 0,4-5-13 0,-1 0-9 16,-1-1-8-16,3-2-9 0,2-5-6 0,2 0-1 15,-6 5-18-15,3 0-1 0,-1 0-15 0,-2 2-2 16,-2 2 3-16,-1 3-1 0,1 1-1 0,-3 1 0 15,-2 1-10 1,0 2-6-16,0 0-16 0,0 3-26 0,-4 1-3 16,4-2 3-16,-4 2 2 0,6 6-5 0,-2-4-15 0,-2 5-9 15,1 0-16-15,2 3-19 0,-1-1-18 0,0 2-15 16,1 0-11-16,2-1-20 0,4 3-24 0,-2-3-35 16,-2 1-162-16,1-4-422 0,-2 3 186 15</inkml:trace>
  <inkml:trace contextRef="#ctx0" brushRef="#br0" timeOffset="57232.85">8382 11403 92 0,'0'0'171'0,"0"0"-7"0,0 0 3 0,7-7-1 0,-7 7-17 15,0 0-21-15,7-3-9 0,-4 0-10 0,0-1-14 16,6 1-5-16,3-1-12 0,2 0-12 16,4-3-2-16,1 3-7 15,11-6-7-15,-2 3-2 0,1-3-8 0,0 2 3 16,-1-3-9-16,-1 0 6 0,0-1-6 0,1 1-1 15,-10 0-1-15,0 1 8 0,-1-1 5 0,-2 1 0 16,-3-2 0-16,0-1 0 0,-7 5 2 0,0-4-4 16,-1 2 2-16,-2 2-8 0,-4 1-10 0,1 3 2 15,-3-6-4-15,-4 7-2 0,-3-1-5 0,0 0-1 16,-7 4-4-16,1 0-3 0,-3 4 0 0,2 2-2 0,-3 1-2 0,2 3-1 16,1 1-3-16,-5 4-1 15,5-1 1-15,-1 3 1 0,1 3 0 0,8-3-2 16,-1 0 3-16,2-1-3 0,1 7 1 0,4-6-3 15,3-1 5-15,1-4-4 0,4 4-25 0,1-4-22 16,4 3-37-16,5-4-42 0,0 0-51 0,2-5-193 16,1-2-399-16,2-1 177 0</inkml:trace>
  <inkml:trace contextRef="#ctx0" brushRef="#br0" timeOffset="58250.2">8955 11151 96 0,'3'0'205'0,"-3"0"-22"0,7-3-13 0,-7 3-19 15,11 5-7-15,-6 0-13 0,0 1-14 16,3 2-15-16,0 0-2 0,-3 4-5 0,1 2-15 16,-1 2-10-16,-1 0-8 0,-2 1-4 0,0-3-7 0,2 6-5 0,-4-4-7 0,0 1 1 15,-3-2-4-15,2-2-8 0,1-1 6 16,-2-2-7-16,0-1-2 0,1-1 5 0,1-4 9 15,-1 1 5-15,1 0 23 0,0-1 21 0,0-4 29 16,0 5 34-16,0-5 27 0,0 0 34 0,0 0-2 16,0 0-23-16,0 0-22 0,0 0-10 0,1-16-22 15,2 5-7-15,0 1-13 0,0-3-11 0,7-2-15 16,-5-2-13-16,4 0-19 0,1 1-15 0,-2-4-26 16,2 3-16-16,4-4-15 15,-2 4-5-15,-2 3-9 0,3 0-12 0,0 0-18 16,-2 7-9-16,3-3 0 0,1 2 3 0,3 1-7 15,3 3-3-15,0 2-2 0,10-1-7 0,-4 4-2 16,4-1-3-16,-3 3 1 0,4-1 3 0,-3-2 1 16,2 3 9-16,-3 2-1 0,0-1 8 0,-6-1 6 15,-2-3 8-15,-3 0 5 0,-4 1 10 0,-4-2 14 16,-3 1 24-16,2-2 18 0,-3 1 3 0,0-1 1 0,-3 0-1 0,-2 2-4 16,2-7-2-16,-2 7 2 0,-8-6-4 0,0 5-3 15,1-3 1-15,-4 1-4 0,0 2 6 0,0 1-6 16,-2 1-1-16,-4 2-2 0,-2 1-6 0,2 1 2 15,0 4 0-15,1-1 0 0,0 0-1 0,0 3 3 16,1 2-3-16,1-2 0 0,0 2 0 0,3 3 2 16,1-3-1-1,3-2 0-15,2-3 0 0,1-1 6 0,1 1-3 0,3-2 3 16,-1-2 8-16,1 3 6 0,1-3 11 0,3-1 6 16,1-1 5-16,2-2 0 0,1-1 7 0,1 0-4 15,3-2-4-15,1-1 11 0,-1-1 2 0,4-5-3 16,-1 0-4-16,-1 0-1 0,2-2-12 0,0-3 3 15,-2 5-4-15,0-1-3 0,-1-3-6 0,-4 6 1 16,1-2-4-16,-3 6-2 0,-1-3-1 0,-2 4-5 0,2-2 0 16,-2 2-7-16,0-1-11 0,-3 1-18 0,-1 3-8 15,0 0-2-15,0 0 4 0,10 7-2 0,-8-4 9 0,0 5 0 16,-1 0 9-16,6-1 4 0,-5 4-5 0,2-2 2 16,0-1 1-16,1 4 4 15,0-3-5-15,0-1 7 0,2 1 4 0,-1-1 2 16,-1-4 0-16,0 1 1 0,1-1-1 0,1-2 16 0,-2-1-11 0,0-1-2 0,-5 0 3 15,13-4 2-15,-3-1 0 0,-2-5 2 0,1 3 17 16,-4-4 3-16,5-2 1 0,-1-4 0 0,-1 1-4 16,5-9-6-16,-3 0 9 0,-1 1 0 0,1-2 9 15,-1-3-20-15,1 0 2 0,0 1-4 0,-2-4 3 0,1 0 4 16,-1 3 5-16,-1-2 17 0,1 6-1 16,-1-2 14-16,-2 8 8 15,0 4 5-15,-2 3 6 0,-1 3-10 0,0-3-3 16,0 7-9-16,0 0-1 0,-1-2-24 0,-1 4-21 15,0 3-32-15,0 0-10 16,0 0-1-16,0 0 5 0,-5 13 2 0,-3 2 5 0,-5 9-1 0,-2 4 3 16,-7 12 1-16,0 4 3 0,-2-1 4 0,3 1-5 15,-2-2 4-15,5-7 4 0,4-4 2 0,2 1-4 16,-1-3 3-16,6 0-1 0,-2-5 2 0,4-6-4 0,3-2-4 0,-1 0 15 16,3-4 13-1,0-2 16-15,0-4 19 0,3 0 25 0,1 0 15 0,3-2 13 16,3-1 6-16,3 1-2 0,9-4-15 0,10 0-8 15,1-5-5-15,5 2-10 0,2-4-32 0,-4-2-65 16,2 0-65-16,-2-4-71 0,1-2-89 0,-3 0-109 0,1-4-311 16,-6 0-732-16,-1-3 324 0</inkml:trace>
  <inkml:trace contextRef="#ctx0" brushRef="#br0" timeOffset="59205.49">11725 10871 22 0,'-1'-4'265'0,"1"4"-20"15,-3-6-19-15,3 3-26 0,0 3-17 16,0-5-17-16,0 5-19 0,-1-4-16 0,1 4-11 0,-3-4-15 15,3 4-15-15,-6-2-9 0,6 2-8 0,-17 2-9 16,8 2-6-16,-9 2-8 0,3 2-4 0,-3 1-3 16,3-1-6-16,-2 2-13 0,6-4-2 0,-2-1-4 15,1 4-3-15,3-2-2 0,-1-1-11 0,4 2-4 16,-1 0 2-16,1 0-4 0,3-2 5 0,2 2-6 16,0 0 1-1,2 2 4-15,3 0 1 0,2 0-2 0,2-1 2 16,7 4-2-16,1-2 1 0,0 3-1 0,0-3-4 15,2-1 8-15,-2 3-4 0,2 0-6 0,-4-1 8 0,3-2-2 16,-4 2 0-16,-3-3-1 0,-4 0-1 0,1 1 1 16,-2-1-3-16,-4 1 4 0,-1-1 2 15,-2 1 1-15,-5-2 2 0,-2 1 2 0,-6-1-1 16,-2 3-2-16,-8-1 4 0,-1-1-3 0,1 0 2 0,-2-3 1 0,6-2-1 16,-1-2 1-1,0-2-1-15,1 0-2 0,-2 3-2 0,5-6-13 0,0 3-17 16,2-2-27-16,4-2-26 0,3-2-52 0,4 1-55 15,4-1-143-15,5-1-357 0,3-2 158 0</inkml:trace>
  <inkml:trace contextRef="#ctx0" brushRef="#br0" timeOffset="59614.63">12107 10989 220 0,'-4'-3'202'0,"4"3"-21"0,-10-2-16 15,4 0-18-15,0 1-12 0,6 1-14 0,-19 3-15 16,10-2-13-16,-1 3-8 0,-3 2-12 0,0 4-5 16,-2-1-10-16,2 5-6 15,-2-1-6-15,5-2 1 0,0 4-9 0,-2-1-12 16,6-2 3-16,-2-2-6 0,7 1 5 0,-3 0-3 0,1-1 2 0,3-2 4 0,0 0 10 15,4-2 6-15,0-1 6 0,1 1 12 0,4-1 4 0,4 0 3 16,0-4 0-16,3 0 0 0,1-2 12 0,2 1-6 16,-1-5 8-16,-3 2 9 0,-1 0 11 0,-1-3-7 15,-4 0 6-15,5-2-4 0,-5 2-2 0,-4-2-13 16,3-1-12-16,-2-3-7 0,-2 1-20 16,-3-1-23-16,3-2-15 15,-5 2-6-15,-2-2-12 0,1 3-7 0,-6 1-11 16,3-2-17-16,-8 1-5 0,1 2-5 0,-3 1-18 15,2 5-11-15,-7-1-14 0,1 0-25 0,1 3-14 16,0 2-25-16,1-1-30 0,4 3-29 0,1 0-181 16,1-1-432-16,4 1 192 0</inkml:trace>
  <inkml:trace contextRef="#ctx0" brushRef="#br0" timeOffset="59984.38">12284 10695 19 0,'-1'-12'327'0,"1"1"-20"16,0 1-9-16,1 3-22 0,-2 3-22 0,1-2-29 16,1 1-24-16,-2 3-29 0,1 2-29 0,0-5-40 15,0 5-14-15,0 0-14 0,0 0-7 0,-5 22-6 16,4 2-2-16,-3 7-7 0,-1 1-9 0,-3 2-3 15,2 0-4-15,-6 12-8 0,7-9-1 0,0-2-3 16,3-2-2-16,-2 1-5 0,2-4-5 0,0-4 1 0,2-5 0 0,1-3-2 16,-2 2 0-16,1-8 1 0,1-2-2 0,0 0 0 15,-1-4-5-15,0 1 5 0,0-2 9 0,0-1-5 16,0 1 13-16,0-5 14 0,0 6 13 0,2-2 7 16,-2-4 8-1,0 1 1-15,0-1-5 0,0 0-3 0,0 0-14 0,0 6 0 16,0-6-3-16,0 0-17 0,0 0-21 15,0 0-25-15,0 0-26 0,0 0-37 0,0 0-39 16,0 0-64-16,0 0-83 0,0 0-245 0,0 0-551 0,-4-12 244 16</inkml:trace>
  <inkml:trace contextRef="#ctx0" brushRef="#br0" timeOffset="60570.42">12434 11005 39 0,'0'0'248'0,"0"0"-30"0,6-2-20 0,-6 2-22 15,0 0-31-15,0 0-6 0,0 0-13 0,0 8-15 16,-1-2-11-16,0 0-10 0,0 3-14 0,-2 2-5 0,2-2-8 0,-3 3-1 31,2 0-10-31,0-2-6 0,-2 1-2 0,3-1-6 0,-2-3-2 0,2-2-8 16,1 1 3-16,-1-1 0 0,0-1 1 0,1-4 4 15,0 5 25-15,-2-2 19 0,2-3 25 0,0 0 14 16,0 0-8-16,0 0-5 0,0 0-8 16,13-10-13-16,-5 3-10 0,-2-1-12 0,2-2-2 0,3-1 0 15,2-4-20-15,-1 1-5 0,2 4-21 0,-3-1-9 16,-2 0-4-16,3 5-4 0,-2-1-6 0,-5 2-6 16,5-1-6-16,-5 2-3 0,0 2-5 0,-1 2-7 15,3 0 5-15,-7 0 1 0,14 3-4 0,-5 2 1 16,-3 0-4-16,5 4 8 0,-2-4 0 0,-1 5 3 15,1-2-1-15,1 1 7 0,-1-1-2 0,0 0 1 16,3-4-1-16,-2 2 1 0,-1-1-2 0,1-2 0 0,0 0 4 16,-1-3 2-16,0 0 1 0,0-6 2 0,0 1 1 15,1-2 1-15,-1-4 1 0,-1 3 2 0,1-8 3 0,0 1 2 16,0-3 0-16,-2 0 1 0,4-5 6 0,-5 0 3 16,2-5 0-1,-1 3 3-15,2-4 1 0,-2 0 3 0,-1-4 7 16,-1 4 1-16,2 2 16 0,-1-2 16 0,-1 4 13 15,-4 5 7-15,2 5 3 0,-2 2 0 0,-1 3-6 0,1 2-6 16,1 0-17-16,-2 2-6 0,1 1-20 16,0 3-27-16,-1 2 0 0,0 0 8 0,0 0-9 15,-9 14 2-15,3-3 2 0,-2 7-1 0,-1 8 0 16,-1 1 4-16,-1 2 0 0,3 5-2 0,-1-4-10 0,1 0-25 16,1 2-8-16,2-3-14 0,-2 0-12 0,6-3-18 15,-3-1-14-15,3-6-12 0,-2-2-23 0,3-1-26 0,0-4-25 16,0-4-29-16,-1 2-147 0,1-5-394 0,1 0 175 15</inkml:trace>
  <inkml:trace contextRef="#ctx0" brushRef="#br0" timeOffset="61002.17">12695 10853 167 0,'0'0'168'0,"-4"-2"-3"0,4 2-18 15,0 0-8-15,0 0-8 0,20-3-15 0,-6 3-5 16,8-2-11-16,10 0-7 0,4 0-11 0,2-1-3 16,16 0 16-16,3 1-3 0,2-4-3 0,0 2-8 15,-2-1-4-15,-3 1-7 0,-4 0-8 0,-13 0-2 16,-3 0-11-16,-3 2 2 0,-2-1 0 0,-7-1 10 16,-4 3 9-16,-5-2 16 0,1 2 12 15,-6 0 17-15,-2-1 9 0,3 1 10 0,-9 1-1 0,10-1 0 16,-6-2-4-16,-4 3-10 0,0 0-13 0,8-2-10 15,-8 2-11-15,6-1-16 0,-6 1-2 0,0 0-6 16,0 0-8-16,0 0-12 0,9-2-5 0,-9 2-27 0,0 0-17 0,0 0-19 16,0 0-7-16,5 4-1 0,-5 0 3 0,0 0 1 15,-1 1 13-15,0 0-6 0,1 4-1 0,-3 2 5 16,3-1 3-16,-1 4 3 0,-2 2 1 16,2 1 1-1,-3 1 3-15,3-1-5 0,0 1 4 0,-2 0 0 0,2-1-15 0,0-1-9 16,-1 1-17-16,1-5-16 0,-3 1-24 15,1-2-16-15,2 0-11 0,-1-4-18 0,-1 2-17 16,3-4-2-16,-1-1 6 0,-2 3 12 0,2-6 14 16,1-1 5-16,-6 2-263 0,6-2-412 0,-4-10 182 15</inkml:trace>
  <inkml:trace contextRef="#ctx0" brushRef="#br0" timeOffset="61140.2">13391 10605 67 0,'0'-11'303'0,"-2"-1"-24"0,2 7-25 16,0-4-20-16,0 3-23 0,2 2-25 0,-2-3-19 16,0 4-21-16,0 3-45 0,0-5-36 0,0 5-23 15,5-1-28-15,-5 1-32 0,18 7-39 0,-6-1-33 16,3 2-41-16,-5 0-165 16,8 1-320-16,-4 1 142 0</inkml:trace>
  <inkml:trace contextRef="#ctx0" brushRef="#br0" timeOffset="61534.4">13919 10728 106 0,'-19'2'116'0,"11"5"-3"0,-2-2-1 0,-2 0-8 15,2 3-2-15,-6 1-17 0,1 3-8 0,1 2 6 16,2 1-17-16,-6 4-6 0,5-1-8 0,2-2-6 15,0 1-4-15,2 0-5 0,0-1 0 0,3-2-7 16,2 2 18-16,2-4 12 0,3-1 0 0,0 0 18 0,3-2 2 0,1-1 9 16,4-2 2-16,3 2 3 0,3-5-9 15,3 1 5-15,2-2-5 0,-2-1 1 0,1-1 4 16,3-1-1-16,-8-1 4 0,3-2 4 0,-6 1 3 16,2-3 0-1,-3 2-2-15,-1-3-10 0,0-1 0 0,-1-1-8 0,-3 0-20 0,0-3-10 16,-2-3-8-16,-3 1-11 0,-2 3-6 15,0-6-6-15,-2 1-4 0,-4-1 6 0,-2-1-16 16,-2 2-6-16,1 2-5 0,-7 2-13 0,3 3-6 16,-3 0-7-16,-3 3-10 0,3 1-12 0,-2 3-13 15,0-1-20-15,2 3-26 0,0 3-29 0,2-1-23 16,4 2-32-16,0 1-213 0,6 0-443 0,1 0 197 16</inkml:trace>
  <inkml:trace contextRef="#ctx0" brushRef="#br0" timeOffset="61857.21">14177 10836 47 0,'0'0'292'0,"0"0"-24"0,0 0-28 0,8 0-23 0,-8 0-20 0,0 0-23 0,0 0-21 16,7 0-16-16,-7 0-13 0,0 0-14 0,0 8-14 15,0-4-2-15,-2 1-11 0,2 2-9 0,-1-2 0 16,-1 7-13-16,1-7-9 0,-2 5-20 0,1-5-6 16,2 4-4-16,-3-3-4 15,3 0 2-15,-2-1-4 0,3 0 0 0,-1-2 4 0,3 0-3 16,0-2 3-16,3 0 4 0,-6-1 6 0,17-3 10 16,-8 0-1-16,3-1 3 0,-2 0 0 0,0-1-4 15,3 2 0-15,-4 0-8 0,1 1-4 16,0 1-3-16,1-2-4 0,-5 4-6 0,7 2-9 15,-4 0 0-15,0 2-22 0,0 4-23 0,2 3-25 0,-3-3-49 16,2 5-48-16,-1 1-60 0,-1-1-192 0,-4-3-449 0,-1-1 199 16</inkml:trace>
  <inkml:trace contextRef="#ctx0" brushRef="#br0" timeOffset="64392.58">15736 10789 77 0,'0'-5'273'0,"0"-1"-12"16,0 2-5-16,0-2 3 0,0-1-9 0,0 1-13 16,1-2-11-16,-1 7-12 0,0 1-13 0,-1-8-16 15,2 3-22-15,-1 5-17 0,0-3-17 0,0 3-16 16,0 0-23-16,0-3-26 0,0 3-21 0,0 0-15 0,0 0-8 16,0 0-3-16,0 15 0 0,-1-8-2 0,0 6-2 15,1 3-16-15,-1 0 5 0,-2 0 0 16,2 2-4-16,-2 0 4 0,0-1 0 0,1-1-5 0,-1 2 3 15,2-3-1-15,-2-3-24 0,2-1-8 0,0 1-24 16,-2-2-4 0,0 0-13-16,0 0-16 0,1-1-14 0,-2-1-9 15,0-1 6-15,-1 0-17 0,-4-2-14 0,0 0-46 16,-3-1-181-16,0-4-394 0,3-3 174 0</inkml:trace>
  <inkml:trace contextRef="#ctx0" brushRef="#br0" timeOffset="64545.85">15689 10551 125 0,'2'-9'248'0,"0"-1"-25"0,-1 2-23 15,1 3-22-15,0 0-18 0,0 1-23 0,0-1-23 16,-1 3-35-16,-1 2-28 0,5-2-26 0,-5 2-34 16,9-1-27-16,-9 1-23 0,11 3-43 0,-5 1-121 15,0-1-241-15,-1 2 107 0</inkml:trace>
  <inkml:trace contextRef="#ctx0" brushRef="#br0" timeOffset="64915.07">16164 10582 149 0,'0'0'250'0,"5"-2"-27"0,-5 2-26 0,0 0-23 15,0 0-19-15,0 0-15 0,0 0-12 0,0 0-18 16,-6 12-15-16,-1-7-5 0,1 2-11 0,-2 0-8 16,1 1-9-16,-1 1-5 0,2 2-7 0,-1-2-8 15,2 0 3-15,1 1-6 0,-1 1-5 16,1 3-1-16,3-6-7 0,2 3-2 0,2 2 1 16,1-2-6-16,6 1-1 0,-1 0-3 0,4 1-1 15,-1 0 1-15,3-1-6 0,1 1-1 0,3-1-3 0,-3 0 4 16,0-2-4-16,1 2 1 0,-2 0 0 15,-1-1-6-15,-6-5-2 0,2 2-2 0,-4-2-8 16,0 0-1-16,-2-1 2 16,-2-1 6-16,-3 1-2 0,-3 2 4 0,-3 0 4 15,-3-1-2-15,-9 1-4 0,0 0 3 0,-5 1-2 16,-3-1-12-16,5-3-27 0,0 1-45 0,-6-3-61 16,0 3-196-16,0-4-372 0,10-2 166 0</inkml:trace>
  <inkml:trace contextRef="#ctx0" brushRef="#br0" timeOffset="66111.39">17987 10536 130 0,'0'-4'181'16,"0"0"-23"-16,-2 0-12 0,-2 2-14 0,3-2-12 15,-3 1-25-15,0-1-2 16,-4 3-13-16,2 1-6 0,-4 0-5 0,-3 1-11 15,-3 3-6-15,-1 0-4 0,-1 4-6 0,0 4-5 16,-1-3 0-16,-4 5-11 0,6-1-2 0,-3 4-1 16,3-4-7-16,5 0 2 0,1 2 4 0,-1-1-8 15,5 3 0-15,1 0 2 0,3 0-4 0,-1-2 4 0,8-1-4 16,-3-4 2-16,7 0-5 0,-1-2 5 16,5-1-3-16,1-2-6 0,5-1 10 0,0-1-8 0,2-3 3 0,-3-2-11 15,5-2 7-15,-3-3-6 16,0 1 6-16,-2-2-5 0,0-1 3 0,-4-2 1 0,0-1-1 15,1 3 1-15,0-4-2 0,-8 3 3 16,2-1-1-16,0-1 1 0,-3-3 2 0,0 5 9 16,-1 1 3-16,0 0 4 0,-2 1 0 0,1 1 1 15,-2 2-7-15,-1 2-23 0,4-1-10 0,-4 4 3 0,0 0-7 0,0 0 5 0,0 0 4 0,-4 22 0 16,0-6-8-16,4 8 8 0,-2 3 1 0,-1 4 4 16,-2 2-2-16,5 2-3 0,-1 11-5 0,1-2 10 15,1 5 2-15,-1-1-2 0,0-1-1 0,-1 2 4 16,-3-13-4-16,4 11 0 0,0-11 0 0,3 1 3 15,-6-3 2-15,3 1-5 0,-4 0-4 0,3-5 5 16,-2 3 5-16,1-3-2 16,-2-4 4-16,-3-1-2 0,1-5-2 15,2-3-1-15,0-5 2 0,2-3 9 0,-5 3-2 0,2-4 2 16,0-1 7-16,0-4 9 0,0-1 10 0,-3 1 6 16,-1-6 19-16,-2 0 8 0,-2-2 18 0,2-4 11 0,-2 0 6 0,1-6 4 15,0-2-3-15,0-1-8 0,-1-5-9 0,1-4-14 16,3-2-11-16,1-3-13 0,7-1-6 0,2-4-11 15,7-9-4-15,-3 0-3 0,8 0-3 0,2 0 2 16,4 4-8-16,-5 7 2 0,8-6-3 16,-2 10-2-16,3 1-2 0,13-6 9 0,-12 11-12 0,16-10-3 15,-11 13-2-15,1 1 1 0,2 3-2 0,-2 1 1 16,-3 3 0-16,0 2 1 0,-8 6-3 0,-3-1 3 16,-3-1-3-16,-2 5-1 0,-2 0-2 0,-2-2 3 15,0 3-2 1,-3 0-3-16,-1 1-15 0,1-2-21 0,-4 3-20 0,5-2-22 15,-5 2-30-15,0 0-12 0,0 0 12 16,0 0-2-16,6 6-13 0,-6-6-24 0,-6 7-35 16,3-3-156-16,-3-2-371 0,3 3 164 0</inkml:trace>
  <inkml:trace contextRef="#ctx0" brushRef="#br0" timeOffset="66420.66">18522 10650 175 0,'1'-5'269'0,"-1"0"-10"31,1 4-2-31,-1 1-13 0,2-6-19 0,-2 6-28 16,0-4-19-16,0 4-23 0,1-3-20 0,-1 3-16 15,0 0-18-15,0 0-25 0,0 0-12 0,0 0-5 16,2 13-9-16,-2-5-3 0,0 2-8 0,0 2-1 15,0 0-4-15,0 5-3 0,0-1-6 0,0 0 3 0,-2 3-6 16,1 0-2-16,-1-2-1 0,2 0-5 16,-1-1 3-16,0-6 0 0,-1 1-8 0,1-1-11 0,0 1-7 0,0-4-10 15,-2 0-10-15,2-2-7 0,-1-1-3 0,1 2 6 16,0-3 0-16,1-3 7 0,-4 5-1 0,4-5-33 16,0 0-33-16,-14-5-56 0,6-4-59 0,-2 4-152 0,1-6-390 0,-1-3 172 15</inkml:trace>
  <inkml:trace contextRef="#ctx0" brushRef="#br0" timeOffset="66581.81">18414 10389 85 0,'4'-12'242'16,"0"4"-21"-16,0-1-27 0,-2 0-16 0,2 2-19 16,0 2-18-16,2-1-16 0,-2 1-12 0,3 1-13 15,-1 2-20-15,2 2-21 16,3 1-29-16,-3 0-22 0,2 3-35 0,0 2-28 15,1 0-39-15,-2 5-32 0,-2-2-114 16,2 3-258-16,-1 1 115 0</inkml:trace>
  <inkml:trace contextRef="#ctx0" brushRef="#br0" timeOffset="66982.64">18742 10629 202 0,'0'0'257'0,"0"0"-30"0,0 0-28 0,0 0-19 15,0 0-32 1,0 0-17-16,4 5-12 0,-2 0-11 0,-1-1-14 16,0 6-11-16,2 1-8 0,-2-1-15 0,3 5 5 15,-1 3-12-15,-3-1-5 0,1 1-7 0,-1-1-8 16,1 0 3-16,0 0-3 0,-1-5-8 0,2 1 3 15,-1-3-4-15,-1 1 0 0,1-5-6 0,1 0 2 16,-2 1-3-16,0-3 0 0,1-1 13 0,-1 3 35 16,1-3 31-16,-1-3 31 0,2 4 45 0,-2-4 12 0,0 0 5 0,0 0-13 15,0 0-16-15,8-15-16 0,-4 8-15 0,1-5-11 16,2-4-11-16,1-1-15 0,4-6-10 0,1 2-11 16,1-3 2-16,-4-1-22 0,8 2-8 0,-4-3-21 0,5 4-16 15,-2-1-19-15,-1 4-18 0,-4 3-13 0,2 2-23 0,-1 2-21 16,-4 5-39-16,2-1-32 0,-2 2-41 0,3 0-34 15,0 3-28-15,1 2-44 0,0 0-190 0,-3 2-536 16,3 1 237-16</inkml:trace>
  <inkml:trace contextRef="#ctx0" brushRef="#br0" timeOffset="67670.98">19190 10729 199 0,'0'0'237'0,"0"0"-9"16,0 0-6-16,0 0-25 0,0 0-25 0,0 0-13 15,0 0-17-15,18-4-14 0,-8 1-19 16,3-2-10-16,2 0-11 0,4 1-12 0,-1-3-15 0,0 1-5 16,0 0-11-16,2-1-2 0,-2-1-2 0,-2-2-8 0,0 1-2 0,-2-2-1 15,3 1-4-15,-3-1-6 0,-1-1 5 0,-2 1-1 16,-3 1 1-16,-2 0 1 0,2 1 0 0,-5 2 10 15,-1 1-1-15,2-2-7 0,-3 2-6 0,-1 1-6 16,-4 0-4-16,-1 2-1 0,0 0-5 0,-5-1-3 16,-3 4 1-16,-1 2-5 0,1-1 3 0,-6 4 0 15,1-1-4 1,0 4-3-16,0 3 2 0,-2-2-2 0,5 5 2 16,-6 2 0-16,6-1-1 0,0 0 1 0,1 1-2 15,5 1-2-15,0 3 4 0,1-2-1 0,6 0 4 16,0-1 0-16,6 0 0 0,2-2 4 0,2 2-1 15,2-3 0-15,8-2-1 0,0 1 4 0,5-2-7 16,0-4 1-16,5-1 9 0,2-2-9 0,-1-2 3 16,2-2 1-16,-2-6-3 0,-1 3 4 0,0-4-2 0,-2-3 2 0,-2 0 3 15,-5 1 16-15,-3 0 7 0,0-5 0 0,-2 1 3 16,2 0 10-16,-5-2 2 0,3 1 1 0,-4-3-7 16,2-2 6-16,-5 2 18 0,4 2 12 0,-5 1-3 0,1 2 10 0,0 2 8 15,-3-1 11-15,0 5 3 0,-3-1-10 0,3 2-13 16,0-2-17-16,-3 2-10 0,0 3-14 15,2-1-16-15,-3 3-20 0,0-4-35 0,0 4-10 16,0 0 0-16,0 0 6 0,0 0 0 0,0 0 2 0,0 17 5 16,-3-8 2-16,1 4 4 0,-2-1-1 0,0 0-2 15,0 4 2-15,-1-1 0 0,1-3-3 0,4 0 3 16,-2-1-2-16,-2-1-3 0,4-2-2 0,-4-1 2 16,4-2 5-16,-1 0-1 0,2-1 12 0,-2 0 15 15,1-4 23 1,-3 4 16-16,3-4 19 0,0 0 9 0,0 0-6 15,0 0-7-15,0 0 3 0,18-8-1 0,-9 2-18 16,0 2-6-16,2-2-7 0,0 1-4 0,-1 0 0 16,0 0-10-16,-1 0 0 0,0 3-5 0,3 0-2 0,-2 1-8 15,0 1-8-15,3 2-15 0,0-1-12 0,3 6-11 16,2-1-17-16,0 7-14 0,-1-7-25 16,2 8-33-16,5 0-42 0,-1 1-49 0,-1-1-93 0,-4-6-168 0,1 1-527 0,0-5 233 15</inkml:trace>
  <inkml:trace contextRef="#ctx0" brushRef="#br0" timeOffset="68553.97">21217 10626 91 0,'-7'0'212'0,"7"0"1"16,0 0 4-16,0 0 3 0,0 0-8 0,0 0-23 16,4-7-17-16,-4 7-21 0,0 0-16 0,5-8-12 15,-1 3-17-15,0 0 0 0,-2 1-16 0,7-4-12 16,-5-1-6-16,5 1-7 0,0-4-14 0,4 0-8 16,0-2 8-16,-1-1-1 0,0-1-5 0,6-6 2 0,-3 1-5 0,-1-2-5 15,-1-2-3-15,1 2 2 0,1-6-7 0,-2 0-4 16,1-2-2-16,-5 1-4 0,0-3-3 0,0-1-1 15,-3 0 5-15,2-14-8 0,-4 13-7 0,-3 1 3 16,3 1 1-16,-4 1 0 0,0 4-4 0,-4 2 7 16,3 0-10-16,-3 8 1 0,3 1-1 0,-2 5 4 15,-2-1-10 1,4 3 1-16,-2 0-2 0,-1 4-7 0,3 0-10 0,-3 1-14 16,3 1-20-16,1 4 0 0,-4-2 1 0,4 2 4 15,-9 7 4-15,4 2 0 0,-1 6 7 16,0 1 5-16,-5 14 2 0,5 0 3 0,-1 7 5 15,-1 12 1-15,-3-2 5 0,5 4 2 0,-2 1 0 0,2-5-1 16,1 2 4-16,3-3 2 0,0-11 2 0,3 1-3 16,3-2 2-16,2-1 5 0,4-4 0 0,-2-2 3 0,-3-8 3 15,3-2-2-15,0-1 2 0,1-1 14 0,-4-5 11 0,1-2 9 16,-1-2 31-16,0-1 30 0,-1 1 28 0,0-4 25 16,-3 0 28-1,1 1 9-15,-2-3-3 0,6 2-24 0,-6-2-5 16,5-7-13-16,-5 2-5 0,1 1-8 0,3-3-3 0,-4-3-15 15,-4-1-24-15,4-3-41 0,-1-3-25 16,0 1-3-16,-6 1-1 0,4-2-3 0,0 6-7 16,-3-2-4-16,0 3-3 0,0 1-10 0,0-1-29 15,-3 4-12-15,-4 1-11 0,-4-1-10 0,-3 4 2 0,-1 2-8 16,-8 1-11-16,6 2-16 0,-4 2-22 0,4 1-22 16,5 2-26-16,-5 5-11 0,7-1-30 15,6 0-26-15,-1 0-234 0,6-3-517 0,4 1 228 16</inkml:trace>
  <inkml:trace contextRef="#ctx0" brushRef="#br0" timeOffset="69202.37">21656 10335 20 0,'0'-5'254'0,"4"1"-26"16,-3 0-24-16,-1 0-21 0,0 4-22 0,0-7-18 15,0 7-23-15,0 0-16 0,0 0-12 0,0 0-3 16,0 0-15-16,10 15-7 0,-6-10-6 0,3 4-3 16,-1 3-7-16,-1-2-8 0,7 4-10 0,-3 1-9 15,2-2-10-15,2-2-3 16,0 3-4-16,-4-6-3 0,1 1-3 0,3-3-3 16,-4 2 6-16,1-4-1 0,3 0-2 0,-2-1-4 15,1-3 3-15,0-2-1 0,1 1 2 0,-3-3-3 16,2-1 8-16,2-5 8 0,-1 0 2 0,-2-1 3 15,1-4 7-15,-2 1-3 0,-1-1 3 0,1-2-2 16,-2 2 2-16,2-2 4 0,-3-1 5 0,0 1 1 16,1 2 4-16,-4 3 9 0,1 2 4 0,0 0 1 0,-1 2-4 15,-2 4-6-15,2-4-14 0,-1 4-1 0,-1 1-26 16,-1 1-21-16,-1 2 0 0,0 0-3 0,0 0 5 0,7 17-1 16,-5-4 0-1,0 6 3-15,-4 8 3 0,2 3-1 0,-2 4 1 16,-1 0 1-16,-2 15-1 0,0 2 1 0,-4 0 5 15,3 2-4-15,-3 2 4 0,0-1 0 0,0-1-5 0,1 0 4 16,0-5-3-16,-2 1 2 0,3-3 3 0,-1-11 0 16,0-1-1-16,1-2 3 0,2 0 1 15,-6-6-5-15,6-2 5 0,0-6 1 0,-4-1-2 16,5-8-4-16,0 1 5 0,3-5 3 0,-3 3 14 16,0-4 15-16,3-1 29 0,1 2 38 0,0-5 37 0,-4 3 24 15,4-3 0-15,-10-8-10 0,5 2-10 0,-1-5-19 16,-1-4-17-16,-2-2 17 0,6-9-25 0,1-3-20 0,2 0 0 15,5-5-25-15,4 1-13 0,11-12-3 0,5-1-12 16,3-1-19-16,7 4-14 0,1-3 1 0,0 2-6 16,5-1 2-16,-5 8-2 0,1 1 2 0,1 5 2 15,-12 8 1-15,1 0 2 0,0 6 0 0,-2 1 4 16,-2 1 5-16,-9 5 11 0,3 1 1 0,-7 1-12 16,-1 4 3-16,0-1-2 0,-4 2-1 0,0 0-5 0,0 1-13 0,-2-1-34 15,1 1-52-15,-4 2-23 0,0 0-2 0,0 0-17 16,-8 13-25-16,-2-6-41 0,-3 2-77 0,-2 1-168 15,-2 0-493-15,3 1 219 0</inkml:trace>
  <inkml:trace contextRef="#ctx0" brushRef="#br0" timeOffset="71719.2">5251 13547 205 0,'2'-10'245'0,"-1"0"-11"0,-2 4-15 0,2 1-14 16,-2 0-16 0,2 2-22-16,-1 0-21 0,0 3-22 0,0-7-39 15,0 7-15-15,0 0-6 0,0 0-14 0,0 0-4 0,1 14-3 0,-1-4-6 16,2 2-5-16,0 0-3 0,2 5-1 0,3 0-2 15,1 3-1-15,0-3-3 0,7 6-4 0,-3-6-2 16,3 1 1-16,-1-4-1 0,0-2 6 0,1 1-7 16,1-4-3-16,-5-2 0 0,1-3 1 0,-1 0 0 15,2-3 1-15,-1-2-1 0,-1-2 1 16,1-2 9-16,0-2 8 0,1-4-2 0,0-2 0 16,-2-2-2-16,0-2 7 0,-1 1 1 0,0-1-1 0,0 0-2 15,-1-7 4-15,0 4-4 0,-4 2 6 0,3 0-4 16,-4 1 0-16,1 2-1 0,0-1 3 15,0 4-3-15,-4 2-3 0,2 2-2 0,-2 1-5 16,2 5-25-16,-2-5-24 0,-1 4-22 0,0 3 1 0,0 0 2 0,0 0 3 16,0 12 5-16,-1 5 5 0,-3 2 4 0,1 8-2 15,-2 4 6-15,-1 3-1 0,-2 17 7 0,2 2 4 16,-4 2 8-16,2 7 0 0,-1-4 2 0,-3 1 1 16,2 1 0-1,1 21 3-15,2-29-1 0,-1 0-1 0,2 1 3 0,1-4-1 0,-1-1 3 16,4-11-1-16,-3 10-2 0,1-12 0 15,0 11 1-15,-1-10 2 0,3 1 1 0,-1-4-2 16,-1 1 0-16,-1-2-5 0,2-3 2 0,-4-4-2 16,2-7 1-16,-3-1-17 0,2-2 1 0,-1-3 2 15,0-4 4-15,0 1-1 0,2-1 13 0,1-2 10 16,0 0 19-16,3-2 24 0,-4-2 22 0,0-2 15 16,5 0-7-16,0 0-6 0,-18-8-11 0,10-1-3 15,-6-3 2-15,3-4-2 0,-6-8-5 0,4-4-2 0,-1-1-12 0,4-4-11 16,1-15-3-16,4 13-9 0,1-16 0 15,6 1-2-15,2 1-4 0,5-2 0 0,6-6-5 16,2 1-3-16,19-22 0 0,-9 23-1 0,20-18 5 0,-10 23-6 16,-1 3-2-16,4-2-2 0,-2 11 3 0,-2 2-3 15,-9 10-1-15,-3 4 3 0,-1 2-1 16,-1 0-4-16,-6 7-1 16,0 1 4-16,-2 2-1 0,-3 2-10 0,-2-1-11 15,-1 5-14-15,-2-1-12 0,-1 2-30 0,-1 3-31 0,-4 0-20 16,8-3-15-16,-8 3-1 0,0 0-6 15,0 0 4-15,9 3-21 0,-9-3-18 0,2 9-25 16,2-2-136-16,0-2-376 0,-3 3 167 0</inkml:trace>
  <inkml:trace contextRef="#ctx0" brushRef="#br0" timeOffset="72042.03">6276 13823 213 0,'0'0'262'15,"-5"2"-12"-15,5-2-21 0,0 0-21 0,0 0-25 16,0 0-22-16,9-9-26 0,0 8-27 0,4-4-27 16,2 0-34-16,3 1-42 0,4-1-55 0,5 0-54 15,-1 0-184-15,-4 2-312 0,-2-3 138 0</inkml:trace>
  <inkml:trace contextRef="#ctx0" brushRef="#br0" timeOffset="72230.95">6172 14037 56 0,'-7'2'152'0,"2"1"11"0,2 2-12 0,2-5-2 0,1 0-9 0,0 0-9 0,23 0-16 16,5 0-10-16,5-2-37 0,6-4-52 0,14 0-66 15,-3-2-150-15,1-4-215 0,3 0 95 0</inkml:trace>
  <inkml:trace contextRef="#ctx0" brushRef="#br0" timeOffset="72719.33">7351 13725 147 0,'0'0'168'0,"0"0"-19"16,0 0-15-16,0 0-12 0,0 0-14 16,0 0-8-16,20-3-11 0,-7 2-6 0,-2 1-4 15,2-3-5-15,5-1-4 0,-1-1 3 0,2 1-1 16,-1 0 0-16,1-1-2 0,0 0-2 0,-2-2 5 0,2 3 0 16,-6-1 3-16,-2 0 4 0,2-2 11 0,-4 2 0 15,2-2 2-15,-3 2 2 0,0-1-1 0,-3 0-12 0,0-1-5 16,-2-1-17-16,-3 3-8 0,-3 0-9 0,-2-2-12 0,-1 5-8 15,-6-3-6-15,-4 4-5 0,-5 1-4 16,-10 1 1-16,-1 4-4 0,-2-1-1 0,-2 4-2 16,2 6-1-16,-16 0-4 0,5 7 1 0,11-2 9 15,-10 6-16-15,5 3 1 0,9-2-1 0,-6 8 1 0,12-6 3 16,1 1 1 0,6 1-3-16,2 1 3 0,5-1 7 0,6 0-8 15,4-1 2-15,6-1 3 0,8-2-2 16,4 1 7-16,8-3 1 0,2-1 0 0,18 0 1 15,3-1-2-15,-12-12-14 0,19 2-20 0,-5-3-24 16,4-4-45-16,-3-2-58 0,-1 1-67 0,-16-6-156 0,0-3-410 16,-6 3 181-16</inkml:trace>
  <inkml:trace contextRef="#ctx0" brushRef="#br0" timeOffset="72958.95">7696 14055 211 0,'0'0'216'0,"0"0"-23"16,0 0-26-16,0 0-19 0,0 0-17 0,-4 16-16 16,3-4-13-16,0 5-9 0,-1 2-8 0,1 8-9 15,1 0-8-15,-1 0-3 0,-1 2-3 0,5-1-7 0,-2 2-6 0,3-1-3 16,1-2-8-16,-2 1-44 0,2-2-39 15,0-3-68-15,-2-4-180 0,2-1-318 0,-1-9 142 0</inkml:trace>
  <inkml:trace contextRef="#ctx0" brushRef="#br0" timeOffset="73992.09">8502 13651 37 0,'-1'-3'150'16,"1"3"-20"-16,0 0-9 0,0 0-7 0,0 0-13 15,0 0-11-15,0 0-5 0,-1-4-7 0,1 4 3 16,0 0-3-16,0 0-4 0,0 0-5 0,0 0-5 16,0 0-10-16,7-3-4 0,-1 3 1 0,4-3 1 15,0-1-11-15,4-1-4 0,-3 2-2 0,5-5-3 16,2 2-5-16,2 0 0 0,-6-3-1 0,4 1-2 16,0-1 8-16,-3 0 4 0,2 0 7 0,-2-2 4 15,-2 2 5-15,-3 1 3 0,-2 1 20 0,-3 0 6 16,0 0-3-16,-1 2-8 0,-1-3 2 0,-1 2-8 15,-2 0-8-15,-4 0-9 0,0 1-1 0,-3 2-13 16,-4 0-5-16,-1-1-1 16,-6 4-7-16,-4 2-2 0,-6 5-6 0,1 1-1 15,-3 4 0-15,-2 2-5 0,1 4 2 16,0 1-6-16,-11 10-1 0,14-5-3 0,-3 0 2 0,-1 10-4 16,8-5 0-16,4 0 0 0,4 2 1 0,4 1-2 15,3 2 4-15,3-2 1 0,8-1 5 0,4-1-1 16,8 2 4-16,9-2 1 0,17 3 3 0,7-4-2 15,8-7-1-15,32 5-19 0,-25-13-18 0,33-2-36 0,-3-6-46 16,-24-4-54-16,24 0-64 0,-31-4-138 0,3-3-395 0,1-2 176 16</inkml:trace>
  <inkml:trace contextRef="#ctx0" brushRef="#br0" timeOffset="74345.84">9346 13764 87 0,'-17'-3'152'16,"4"1"-17"-16,-1 2-18 0,0 0-12 0,1 3-12 16,1 2-3-16,-3 2-19 0,0 4-4 0,1-2-7 15,0 5-4-15,1 1-11 0,2 2 2 0,2 0-10 0,0-1-6 16,-3 11-2-16,5-5-1 0,-1-5-11 16,4-1 2-16,2 1 0 0,-1-2 16 0,3 2-1 15,4-5 0-15,-3 1 5 16,3-3 4-16,5 1 14 0,0-5 2 0,0 2 7 15,2-4 0-15,7 1 1 0,2-4-4 0,1-2-1 0,2-1-2 16,5-2-1-16,-6-1 2 0,-3-2 2 0,3-1 4 16,-5-2 4-16,0-1 2 0,-1 1-3 15,-5-5-2-15,1 4-4 0,-2-4-7 0,-2 0-6 0,-3-2-16 0,-3 1-19 0,0 0-10 16,-2-6-19-16,-4 6-6 0,-3 1-9 0,-2 1-8 0,-2 2-10 16,-1 0-7-16,-4 2-10 0,-1 3-4 0,-2 2-9 15,0 3-3-15,-3 2-7 0,0 0-2 16,2 3-12-16,1 1-34 0,0 1-25 0,0 2-125 15,6-2-308-15,1 0 136 0</inkml:trace>
  <inkml:trace contextRef="#ctx0" brushRef="#br0" timeOffset="74731.5">9815 13677 76 0,'-12'1'130'0,"12"-1"-13"0,-15 2-10 15,7 0-16-15,-1 3-6 0,0 2-11 0,-1-1-3 0,1 0-9 16,1 2-8-16,-1 1-7 0,3-2-10 0,2 3-2 0,-1 1 3 15,1 2-3-15,2-3-10 0,4 0 1 0,-1 0-2 16,2 4-4-16,6 0-3 0,1 1 2 0,0-3-4 16,3 0-1-16,1-1 2 0,2 1-6 0,1 1 12 31,-2-1-8-31,-1-2 2 0,0 2-2 0,-2-2-4 16,-3 1-4-16,0-3 2 0,0 0 2 0,-2-1-1 0,-4-2-3 15,0 2 5-15,0-3 1 0,-5 2-4 0,1 1 3 0,-3-2 3 0,-4 2-3 16,-2 1-5-16,-4 1 2 0,-4-3 1 0,-1 5-13 15,-9-6-35-15,-1-1-44 0,-1 3-138 0,0-6-240 16,9 0 107-16</inkml:trace>
  <inkml:trace contextRef="#ctx0" brushRef="#br0" timeOffset="75324.89">10162 13539 119 0,'9'3'120'16,"5"1"-4"-16,-4 0-10 0,7 5-17 0,0-2-6 15,-3-1-6-15,1 2-11 0,-5 1-9 0,2 2-4 16,-2 0-4-16,-2 0-14 0,-3 1 5 0,0 3-6 16,-3-3-3-16,-2 5 3 0,-5-1 3 0,0 1-7 15,-3 2 3-15,-1-2-11 0,-3 0 7 0,-4 4-6 16,2-7 1-16,2 2 0 0,0-2-11 0,-2-3 0 16,5 0 6-16,0-1-8 0,0-3-10 0,3 0 8 0,-1-2 1 0,3 2-4 15,2-2 0-15,-2 3-1 0,3-6 2 0,2 3 0 0,4 2-5 16,-1-4 3-16,5 3 0 0,0 0 6 0,5-1 3 15,-2 0-3-15,4 2 4 0,1 0-1 0,1 0 2 16,-3-1 0-16,2 0-3 0,-2 2 3 0,-2-1-4 16,-2-2 3-16,-1 2-7 0,-2-2-5 0,-3 0 7 15,0 2-10-15,-1-2 7 0,0-1-5 0,-4 1 1 16,0 0 0-16,-4 2 1 0,0 1 0 0,-1-3-2 16,-4 4 3-16,-3-4 0 0,-3 5 1 0,-2-3-7 15,1-2-19-15,-2 4-26 0,0-4-29 0,-1-2-41 16,-1 1-119-16,2-3-254 0,1-1 112 0</inkml:trace>
  <inkml:trace contextRef="#ctx0" brushRef="#br0" timeOffset="75778.95">10654 13696 44 0,'8'-4'212'0,"-2"1"-16"0,-1-2-24 0,-1 4-18 16,0 0-21-16,-4 1-8 0,6 0-15 0,-6 0-14 15,4 5-9-15,-3-1-9 0,1 6-10 0,-2-3-5 16,-2 3-7-16,-1 5-4 0,-3 2-4 0,0 0-4 16,0 0-8-16,-6 1-1 0,3-2-2 0,-2 3-5 15,3-2 5 1,-2 0-10-16,2-4-5 0,-1 0 3 0,4-4-4 0,0 2-3 15,2-2 0-15,1-4-3 0,-1 2 5 0,2-2-5 16,1 0 9-16,0-1 18 0,5-1 21 16,-1-1 4-16,5-2 1 0,5-2-6 0,4-1-1 15,1-3-6-15,3 1-1 0,4-2-5 0,0-1-1 0,-1-2-2 16,0-5-4-16,-2 3-1 0,-4 3 1 0,-1-3-2 16,1 2 0-16,-3-2-3 0,-5 3-7 0,1-3 2 0,-3 3 0 15,-2 1 7-15,-1 1 2 0,-2 2-2 0,0 0-7 0,-1 0-6 0,-1 4-4 16,-2 1-7-16,0 0-4 0,0 0 4 0,0 0-9 15,-14 8-3-15,7 1 1 0,-1-1-1 0,-2 5 0 16,0-2 9-16,2 6-12 0,3-2 0 0,1 3 0 16,4-1-1-16,1 0-11 0,-1 1-21 0,9-1-17 15,9 3-17-15,5-1-24 0,5-3-41 0,9-3-71 16,14 1-213-16,3-2-454 0,3-5 200 0</inkml:trace>
  <inkml:trace contextRef="#ctx0" brushRef="#br0" timeOffset="76126.48">11573 13847 233 0,'0'0'245'0,"0"0"-17"0,0 0-22 0,0 0-23 0,0 0-20 15,22-6-16-15,-3 2-14 16,11-3-16-16,2 6-10 0,4-3-4 15,2 0-17-15,13-1-15 0,-1 0-9 0,4 1-8 16,0-2-13-16,-3-1-18 0,-13 4-26 0,-1-2-27 0,-1 2-43 16,-5-1-40-16,-11 1-49 0,-2-2-142 0,-7 1-329 15,-1-2 146-15</inkml:trace>
  <inkml:trace contextRef="#ctx0" brushRef="#br0" timeOffset="76326.63">11868 13658 53 0,'0'0'239'0,"-6"-1"-29"0,6 1-27 0,0 0-23 0,0 0-17 16,0 10-16-16,2-4-13 0,-2 5-15 0,0 9 0 16,0-2-8-16,4 11-6 0,-1 1-6 0,-1 4-10 15,3 0-1-15,0 0-5 0,4 12-8 0,-4-10-36 16,3-1-68-16,-3-1-64 0,-1 0-186 0,1-2-325 15,-4-13 144-15</inkml:trace>
  <inkml:trace contextRef="#ctx0" brushRef="#br0" timeOffset="77613.81">12963 13508 119 0,'0'0'269'16,"1"-5"-7"-16,-1 5-9 0,0 0-13 0,0-4-16 15,0 4-17-15,0 0-16 0,0 0-18 0,0 0-17 16,0 0-16-16,0 0-12 0,-1-5-17 0,1 5-12 16,0 0-11-16,0 0-10 0,0 0-8 0,0 0-9 0,0 0-1 0,0 0-13 15,0 0-5-15,0 0-4 0,9-1-5 16,0-1-2-16,0 1 0 0,4-1-8 0,5-2-4 0,1 1 0 16,0-1-3-16,3 0-2 0,3-4-4 0,-6 4-7 15,3-5-4-15,4 0 1 0,-1-1-3 0,-7-1 1 16,0 1 2-16,-4-1-5 0,3 1 4 0,-4-1-1 15,-5 3 6-15,0-1-3 0,-3 3-3 0,-1-1 0 0,-1 1-2 0,-5 1-6 16,-3-1-13-16,-3 2-2 0,-8 3-2 16,-2 1 5-16,-13 3-1 0,-2 5 1 0,-4 3 3 15,-10 7-2-15,1 3 3 0,13 0 2 0,-11 4-1 16,3 5-2-16,14-6 2 0,-3 0 0 0,4 2 1 0,2 1-2 16,2 2 8-16,8-1-5 0,0 0 4 0,6 0 1 15,6-1-2 1,3 5 7-16,8-3 4 0,8-2 5 0,6-3 3 15,6 0-2-15,14 0 2 0,7-2-11 0,0-6-27 16,1-3-44-16,3-3-63 0,-2-3-55 0,-11-5-212 16,-4-2-438-16,0-2 194 0</inkml:trace>
  <inkml:trace contextRef="#ctx0" brushRef="#br0" timeOffset="77983.56">13262 13791 73 0,'0'0'222'0,"0"0"-24"0,9 0-16 0,-9 0-24 0,11 0-17 16,-4 0-13-16,-1 2-17 0,1 1-12 0,1 0-9 16,2 3-14-16,-4-1-6 0,0 3-12 0,1 2 1 0,-2 1-13 15,1 4-9-15,-3 2-4 0,-3 1-8 0,-3 4-1 16,-3 3-4-16,-4 0-1 0,-2-2-2 0,0 0-3 0,2-6-6 16,3-7 3-16,0 6-2 0,1-7 0 0,1 0-1 0,1-2 1 15,0 1 2-15,2-5 0 0,-1 1 12 0,3 0 13 16,-1 0 5-16,1-4-3 0,9 0-6 0,5-2 1 15,14-3-13-15,2-1-32 0,6-2-40 0,17-2-65 16,1-3-220-16,-2-2-364 0,1 1 162 0</inkml:trace>
  <inkml:trace contextRef="#ctx0" brushRef="#br0" timeOffset="80518.42">14458 13166 138 0,'4'-2'163'0,"-3"-1"-4"0,4-1-14 16,-5 4-7-16,2-5-13 0,-2 1-11 0,0 4-15 15,0 0-9-15,-7-5-16 0,7 5-7 0,-16 1-8 16,-1 2-9-16,-2-2-1 0,-8 8-5 0,-2-1-6 0,-1 3-4 0,-2-1 0 16,5 3-7-16,-4-1-2 0,0 2-3 0,-1 0-5 15,1 1-1-15,2-1-2 0,1-2-4 0,2 5 1 16,7-7-7-16,2 0 7 0,3 2-8 15,5-2 3-15,2-1 1 0,3 1-4 0,1 3 5 16,5 3 2-16,3-2-5 0,4 3-3 0,11 2 4 0,0-1-6 16,6 0 12-16,5-1-2 0,1 0-1 0,11 8-1 0,-12-10 8 15,2 1-5-15,3 0-1 0,0 0-3 0,-7 0 8 16,2-1-11-16,-7 2 1 0,-2-2 0 0,-8-1-4 0,-5-6-2 31,-2 2-3-31,0 0-8 0,-5-1-7 0,-2 0 2 0,-2 2 8 16,-5-5-4-16,-7 6 7 0,-2-4 9 0,-5 1-9 15,-5-1-1-15,-4-3 2 0,2 3-8 0,10-4 17 16,-13-2-6-16,3 1 3 0,0 1-1 0,1-6 1 16,4 4-4-16,4-4 4 0,0 2-2 0,6-2 3 15,3 1-14-15,0-1-22 0,3 2-32 0,7 0-33 16,0-6-25-16,0 6-127 0,12-9-269 0,3 1 119 16</inkml:trace>
  <inkml:trace contextRef="#ctx0" brushRef="#br0" timeOffset="80772.12">14684 13588 137 0,'0'-4'279'16,"0"4"-11"-16,0-4-19 15,0 4-19-15,0-4-26 0,0 4-24 16,0-5-18-16,0 5-21 0,0 0-16 0,0 0-16 0,0 0-13 15,0 0-11-15,0 0-11 0,0 0-9 0,0 0-4 16,2 13-3-16,-2-8-13 0,0 3-3 0,-2-1-4 16,4 3-3-16,-4 0-3 0,2 0-5 0,0-1-2 15,0 3-2-15,0-2-31 0,-2 0-26 0,0-1-27 16,1 2-36-16,-2 0-25 0,1-3-24 0,-2-1-28 0,0-2-184 16,-1-1-389-16,0-1 172 0</inkml:trace>
  <inkml:trace contextRef="#ctx0" brushRef="#br0" timeOffset="80941.95">14648 13391 195 0,'2'-11'244'16,"-1"3"-26"-16,2 4-21 0,-2-2-19 0,0 2-25 16,0-1-33-1,2 2-36-15,-3 3-37 0,6-2-39 0,-6 2-38 0,0 0-44 16,14 6-150-16,-10-2-241 0,1-2 106 0</inkml:trace>
  <inkml:trace contextRef="#ctx0" brushRef="#br0" timeOffset="81320.28">14949 13577 130 0,'-5'7'117'15,"2"2"-13"-15,-2-2-9 0,0 5-6 0,-2-2-8 0,4-1-15 16,-4 1-3-16,6-3-10 0,-3 0-1 0,0-1-4 16,3-1-2-1,-1 1-5-15,0-3 9 0,2 0 25 0,0-3 15 16,-2 5 26-16,2-5 27 0,0 0 23 0,0 4-4 15,0-4-20-15,0 0-13 0,11-10-17 0,-3 5-5 0,2-5-1 16,-4 3-14-16,6-2-10 0,1-3-8 16,0 1-5-16,3 0-5 0,-3 0-6 0,1 3-5 15,-4 0-2-15,1 3-8 0,-1 1-5 0,-4-1-3 16,2 2-6-16,-2 1-3 0,3 2-9 0,-3 0-9 0,5 2 0 0,-2 2-3 16,-2 0-3-16,2 3-3 0,-2-1-7 0,-1 5-7 15,4-4-18-15,-5 3-23 0,3-1-26 0,1 1-26 16,1 2-32-16,-2-2-40 0,-2-2-29 0,3 1-176 15,-4-1-415-15,-1-4 184 0</inkml:trace>
  <inkml:trace contextRef="#ctx0" brushRef="#br0" timeOffset="81820.64">15383 13343 85 0,'4'-2'171'0,"1"1"-14"0,3 0-14 15,2 2-15-15,2-1-10 0,-2 3-12 0,3 0-12 16,-2 2-9-16,2 2-9 0,-3 0-9 0,-1 3-2 0,1-1-7 0,-3 1-9 15,-1 0-5-15,-3 2-6 0,-1 0-5 0,-2 0-14 16,-4-1-1-16,-2 5-4 0,-4 0-3 0,0-3 0 16,-2 1-2-16,-3 1-5 0,-2-3 6 0,1 1-5 0,0-4 0 15,1 0 0-15,-1 0-3 0,5-3 1 16,2-1 5-16,0 1-5 0,2-3-1 0,1 0-1 16,3 1 1-1,-1-1-7-15,1 1 9 0,2-1-3 0,2 2-2 0,4 0 3 16,2-2-1-16,4 4-5 0,2-2 3 0,2 2 10 15,3 2-9-15,1-2 1 0,3 3 11 0,2 0-16 16,-3-2 4-16,-2 3-5 0,-1-1 3 0,0 0-3 16,-3-1 3-16,0 5 0 0,-2-4-4 0,-3-2 2 15,-6-1-3-15,1 3 6 0,-1 0 5 0,-4-3 0 16,0 0 0-16,-5 1 4 0,-3 1 0 0,-2-2 9 0,-7 0-7 0,-2 0-3 16,0-1 5-16,1 1-4 0,-3-3-6 0,0 2 1 15,-5-2-17-15,6 0-17 0,1-4-28 0,2 3-48 16,-2-3-144-16,1 0-273 0,6-4 121 0</inkml:trace>
  <inkml:trace contextRef="#ctx0" brushRef="#br0" timeOffset="82289.98">15868 13474 138 0,'2'-1'182'0,"-2"1"-18"0,10 0-19 0,-4 3-11 16,-3 0-16-16,4 1-11 0,-2 4-13 0,-3 2-5 16,1 0-1-16,-2 2-18 0,-2 4-5 0,0 0-5 15,-6 2-2-15,1 1-2 0,-7 3-5 0,0-1-4 0,2-3-7 16,-3 2-2-16,-3 1-4 0,7-9-4 0,-3 3-1 0,4-3-2 15,0-2-7-15,4-3 0 0,1-2-2 0,-2 2 2 16,2-3 14-16,2-2 31 0,-1-1 28 0,3-1 31 16,-3 7 29-16,3-7 7 0,0 0-28 0,0 0-13 15,27-12-12-15,-4 4-10 0,4-4-11 0,0-2-9 16,2 0-7-16,0-1-15 0,0 1-5 0,-1-3-9 16,1-3-8-1,-2 4-8-15,0-6-5 0,-4 7 3 0,-10 1-7 0,-1 2 12 16,-3 3 14-16,-2 1-2 0,-1 0-6 0,-3 3-3 15,-2 1-9-15,-1 1-8 0,0 3-1 0,0 0-3 16,0 0-4-16,-22 8-3 0,12-1-3 0,0 2 2 16,-3 1-3-16,-1 5-3 0,5 2 3 0,0-1-1 15,-1 2 1-15,6 1-1 0,3 0 0 0,2 6-16 0,7 0-33 16,3 0-39-16,6-4-55 0,10 1-107 0,0-4-281 0,5-4-578 16,2-2 255-16</inkml:trace>
  <inkml:trace contextRef="#ctx0" brushRef="#br0" timeOffset="84778.38">16983 13486 115 0,'0'0'143'0,"-7"0"-5"0,7 0-11 16,-6-2-16-16,6 2-11 0,0 0-3 0,0 0-13 16,-10 0-10-16,10 0-10 0,0 0-3 0,0 0-11 15,0 0-4-15,0 0-5 0,-4-1-11 0,4 1-1 16,0 0 2-16,0 0-4 0,0 0-5 0,0 0-4 0,0 0 1 16,0 0-1-16,0 0 4 0,0 0 1 0,0 0 2 15,0 0 6-15,0 0 14 0,0 0 2 0,18 5 2 0,1-4-1 0,9-4-7 16,4 0-8-16,5 1-1 0,13-3 13 15,9 2 0-15,-4-3-9 0,5 1-3 0,0 0-2 16,-4-1-2-16,1 2-5 0,-4 0 0 0,-14 1-4 16,-4-2-3-16,-3 4-29 0,-2 0-34 0,-10 1-37 0,-1-3-38 15,-5 3-58-15,-6 0-105 0,-4 0-308 0,-4 0 136 16</inkml:trace>
  <inkml:trace contextRef="#ctx0" brushRef="#br0" timeOffset="85009.75">17383 13276 71 0,'-5'-10'269'0,"3"4"-9"0,-1 0-13 0,-1 1-20 15,4-1-22-15,-4 2-24 0,4-1-23 0,0 5-23 16,-5-1-27-16,5 1-15 0,0 0-10 0,-5 17-7 15,0-1-10-15,-3 8-8 0,3 2-3 16,-3 6-9-16,3 0-5 0,0 4-1 0,2-2-7 0,1 2 4 0,1 0-36 0,2 0-25 16,4 1-27-16,0-3-32 0,3 0-28 0,1-2-39 15,1 2-196-15,2-8-373 0,1-4 165 0</inkml:trace>
  <inkml:trace contextRef="#ctx0" brushRef="#br0" timeOffset="85325.73">18322 13012 150 0,'-1'-7'252'0,"1"0"-12"0,0 2-18 0,0 0-22 15,1 1-26-15,-1 4-20 0,0-4-23 0,0 4-28 16,0 0-13-16,0 0-6 0,-3 12-11 0,1 0-7 0,2 6-9 16,-1 9 1-16,0 2-11 0,-2 2-3 0,4 3-4 0,-1 1-3 15,3-1-4-15,0 13-16 0,0-13-30 16,0-1-42-16,1 3-46 0,1-2-41 0,-3-3-186 15,0-3-353-15,0-4 157 0</inkml:trace>
  <inkml:trace contextRef="#ctx0" brushRef="#br0" timeOffset="85641.99">17879 13682 186 0,'-4'0'298'0,"4"0"-8"0,0 0-11 15,-9 0-29-15,9 0-28 0,0 0-26 0,17-7-26 16,3 4-19-16,12-6-16 0,4 4-13 0,19-3-11 16,4 1-14-16,3-1-4 0,2-1-16 0,27-3-8 15,-29 5-1-15,0 0-12 0,-2-4-5 0,-3 2-3 16,0 2-5-1,-19 2-1-15,-5-1-10 0,-1-1-1 0,-12 6-3 16,-3-3-3-16,-3 1-17 0,-4 1-15 0,-3 2-18 0,2-3-18 16,-5 3-11-16,-4 0-19 0,0 0-22 0,0 0-27 15,0 0-30-15,-26 5-33 0,6 2-54 16,-10-2-126-16,0 2-393 0,0 3 175 0</inkml:trace>
  <inkml:trace contextRef="#ctx0" brushRef="#br0" timeOffset="86127.33">18528 13972 123 0,'0'-4'305'0,"-1"-2"-16"0,0 2-27 16,-1 1-20-16,1 0-26 15,1 3-20-15,-5-8-27 0,2 5-20 0,-2 1-19 16,-1 2-18-16,-6 0-13 0,-1 2-15 0,-7 5-10 16,3 2-11-16,-2-1-9 0,0 2-9 0,2 2-19 0,0 0-21 0,2 1-7 15,2 0-7-15,2 0-5 0,1 0-13 0,2 3-13 16,3-2-7-16,3-2-8 0,3 0 4 0,2 2 7 15,6-1 7-15,3-3 8 0,6-1 6 0,3-1 2 16,8-3-2-16,-2-1 10 0,2-4-2 16,-1-4 5-16,-1 2 17 0,-9-3 15 0,0-1 21 15,-5 4 13-15,-2-5 18 0,-1 2 9 0,2 0 16 16,-2-2 19-16,-3 2 14 0,0 3 3 0,-3-3 1 16,1 2-11-16,0-2-13 0,-1 5-6 0,1-2-22 0,-5 2-15 15,4-2-21-15,-4 2-31 0,0 0-19 0,5 9-6 16,-5 0-1-1,0 2-2-15,0 8 4 0,0 6-2 0,0 3 6 16,-1 4 0-16,-3-1-5 0,4 1-36 0,-4 4-17 16,3 10-24-16,-6 0-37 0,1 0-47 0,2-9-76 15,2-2-233-15,-6-5-516 0,4-1 228 0</inkml:trace>
  <inkml:trace contextRef="#ctx0" brushRef="#br0" timeOffset="88184.05">19536 12811 129 0,'0'-6'119'0,"0"-1"-12"16,3 1 2-16,-3 1-3 0,0-2-10 0,0 2-3 0,0 0 12 15,0 0-15-15,0 5-4 0,-3-7-6 0,3 7 4 16,4-4-14-1,-4 1 1-15,0 3-2 0,0 0-5 0,0-5 1 16,0 5-6-16,0 0-3 0,0 0 3 0,0-5-8 0,0 5 2 16,0 0-10-16,0 0 0 0,0 0-5 0,0-4-3 15,0 4-1-15,0 0-5 0,0 0 3 16,0 0 0-16,0 0 0 0,0 0 7 0,0 0-2 16,0 0 2-16,0 0 2 0,0 0 1 0,3-3-3 0,-3 3-1 0,0 0-2 15,0 0-3-15,0 0-6 0,0-4-1 0,0 4 0 16,0 0 1-16,0 0 1 0,0-4-1 0,0 4-1 0,0-5-1 15,0 5 4-15,1-4 0 0,-1 4-3 0,0 0-1 16,1-3-2-16,-1 3-5 0,3-5 0 0,-3 5-1 16,0 0-3-16,0-4 0 0,0 4-3 0,0 0-2 15,0 0 2-15,1-3-3 0,-1 3-2 0,0 0 2 16,0 0-2 0,3-4 0-16,-3 4 0 0,0 0-1 0,0 0-1 15,0 0-2-15,1-3 0 0,-1 3 1 0,0 0-3 16,0 0 0-16,0 0-2 0,0 0-1 0,0 0-7 15,0 0-6-15,0 0-20 0,0 0-1 0,0 0 4 16,0 14 5-16,-4-4 7 0,3 7-2 0,-3 6 0 16,-4 7 3-16,3 2-2 0,0 4 2 0,-4 11 2 15,-3 4 3-15,6 3 5 0,-4-5-2 0,1 7 2 0,0 2 0 0,-2-2-1 16,-4-1 4-16,2 3 3 0,-2-2-1 0,-2-1 0 16,-3 1 4-16,0-1 1 0,-3-1 0 0,-1 1-3 0,-2-6 6 15,3 2-3-15,-4-5 1 0,4-6 13 0,3-10 0 16,1-4-1-16,2-4-1 0,5-5-3 0,1-4 1 15,2-4 0-15,5 0 1 0,-1-4 13 0,1-2 13 16,-2-1-4-16,0-4 2 0,-1-3-8 0,1-3-2 0,-1-2-5 16,1-1 0-16,2-6-1 0,4-2-3 0,0 2-3 15,0-1-5-15,4-1-6 0,5 2 0 0,0 0-6 16,1 4-2-16,3 0 1 0,1 3 0 0,2 3-5 16,2 1 1-16,3 4 3 0,0 4-7 15,6 6 0-15,-1 6 3 0,2 4-4 0,-5 6 6 0,9 14-1 16,-6 4-4-1,-5 7 2-15,-8 3-1 0,-5 7-1 0,-8 2 4 16,-4 23-4-16,-2-24 5 0,-10 22 0 0,0-1-3 16,-7 2 8-16,7-27 1 0,-8 24 3 0,6-23-16 15,-2-2 5-15,3 0 3 0,4-4 3 0,-1-3 2 16,8-14 7-16,5 2 0 0,1-6 0 0,7 6 0 0,8-5 4 16,16 5-4-16,15-2-1 0,12-5-25 0,31 8-46 0,10-6-77 15,10-5-90-15,8-12-148 0,4-11-413 0,3-8 183 16</inkml:trace>
  <inkml:trace contextRef="#ctx0" brushRef="#br0" timeOffset="92162.42">20468 13132 45 0,'0'0'197'0,"-5"-4"-20"16,3 2-8-16,2 2-13 0,-3-4-8 0,3 4-17 0,-3-4-13 15,3 4-15-15,0 0-6 0,0 0-14 16,0 0-5-16,-4-2-13 0,4 2-5 0,0 0-4 15,0 0-10-15,0 0-1 0,0 0-9 0,0 0-2 0,0 0-8 0,0 0 2 16,0 0-3-16,0 0-5 0,14 0 4 0,-6-2-4 16,5 1-5-16,0-2 1 0,4-1-1 0,-1-2 7 15,2 0-8-15,2 3-6 0,-6-5 1 0,5 1 2 16,-3-1-4-16,-1 0 3 0,-2-1 0 0,-2 2 9 16,-1 0 6-1,-1-1 9-15,-1 2 12 0,-2 0 5 0,-1 1 6 0,-1-1-1 16,-1 0-4-16,-1 3-8 0,-3-2-7 0,-1 1-4 15,-4 0-5-15,-1 0-10 0,-8 4-1 0,-6 0-4 16,-7 4-3-16,-3 1 0 0,-2 3-1 0,-3 4-2 16,1 3-3-16,-11 7 2 0,-2 2-1 0,-2-1-3 15,3 5 3-15,1-1-3 0,3 4-2 0,-1-2-2 16,15-5 2-16,-7 8-6 0,11-7 20 0,7 5-2 16,-2-3-2-16,8 2-2 0,0-3-2 0,10 3 0 0,4 0 1 15,10 0 1-15,8-4-1 0,10-1 1 0,18 5-1 0,11-2 3 16,26-1-3-16,4-5 0 0,3-10 0 0,2 0-3 15,3-1 4-15,-5-10-7 0,-1 3 2 0,-28-3-5 16,-1-3-9-16,-2 3-5 0,-2-5-5 0,-6-1-1 16,-16 2 1-16,-2-5 0 0,-3 1-1 0,-7-3 4 15,-7 1 12-15,0 2 18 16,-4-3 15-16,-6-2 1 0,-4 2-5 0,-1-6-3 16,-3 4-4-16,-3-4-2 0,-6 1-4 15,-3 1 1-15,-5-4-3 0,-6 2-1 0,0 5-2 0,-1 5-3 0,-4-1 2 16,1 6-3-16,-2-1 4 0,0 3-9 0,-1 3 3 0,4 1-2 15,7 4 1-15,-2-2-1 0,4 2-2 0,2 0-2 16,2 1-1-16,5-1-2 0,1 2-4 16,2 1 2-16,4 0-5 0,4 2 4 0,6 2 0 15,4-3 2-15,6 0 5 0,11 3-1 0,1-3 0 16,4-5-1-16,3 2 3 0,2-3-3 0,-4-4 0 16,4 1-3-16,-5-6-4 0,-2 3 2 0,-4-2 2 15,-6-1-4-15,-3-2 7 0,0 0 0 0,-3 1 3 16,-5-3 0-16,-2-2 2 0,-2 4-8 0,-2-6-4 15,-3 1-5-15,-2 1-8 0,-2-3-4 0,-3 0 0 0,-3-2-2 0,-4-1 0 16,1 3 1-16,-2 0 2 0,-2 1-4 0,1 0-7 16,-4 4-6-16,1-2-2 0,-1 5-12 0,3 0-16 15,2 0-12-15,0 3-12 0,1-2-23 0,5 1-41 16,-1 2-92-16,3 0-279 0,5 0 124 0</inkml:trace>
  <inkml:trace contextRef="#ctx0" brushRef="#br0" timeOffset="92524.83">21638 13243 174 0,'0'-4'213'0,"0"-1"-22"0,-2 3-18 16,2 2-18-16,-3-5-20 0,-2 3-18 0,1-1-10 15,4 3-9-15,-14 5-11 0,5-2-3 0,-1 1-16 16,0 1-7-16,-1 3-7 0,-2 4-3 16,0-3-11-16,3 3-3 0,-1 1-2 0,4-2-2 15,0-1-6-15,1 2-4 16,1 1-1-16,2 1-1 0,3 1-2 0,0-1 7 16,7 0-11-16,0 2 0 0,5-1 1 0,1-2-4 15,3 2-1-15,0-3 0 0,5 3-2 0,2 1-1 0,-5-6-2 0,0 2 2 16,-3-2-3-16,-1 1-1 0,-1-3 1 0,-3 1-5 15,-1-1-1-15,-2-2-21 0,2 2-6 0,-7-4-18 0,2 4 6 16,-4-3 8-16,-1-1 4 0,-6 4 6 16,-3-3 3-16,-3-1-5 0,-3 4 2 0,-5-3-22 15,-7 2-26-15,1-5-30 0,6-1-38 0,-7 1-119 16,9-2-279-16,2-2 124 0</inkml:trace>
  <inkml:trace contextRef="#ctx0" brushRef="#br0" timeOffset="93056.98">22036 13162 111 0,'13'2'129'0,"4"1"-26"0,-4 2 4 0,6 2-7 15,-6 0-10-15,1 0-10 0,0 3-12 16,-2 3-13-16,-3-2 0 0,-3 1-5 0,-1 0-9 15,-2 5-3-15,-1-2-10 0,-5 0 2 0,-4 2-8 16,1 0 6-16,-6-1-7 0,-2-1-3 0,1 0 1 16,-1-4-6-16,0 4 5 0,-2-5-9 0,1 1 2 0,0-3-1 15,6-1-5 1,-1 0 0-16,1-3-1 0,4 1 1 0,1-2-3 16,0 0 1-16,0 2 8 0,3-1 0 0,1-4-5 15,3 5 0-15,2-2-4 0,0 2 6 0,3 1 2 0,4-2-2 0,-1 1-12 16,3 1 16-16,1 0-6 0,-4-1 0 0,6 2 2 15,-8-1-3-15,5-1-6 0,-2 2 8 0,-2 1-4 16,-1-2 3-16,-3 2 1 0,-2-3-14 0,3 6 4 16,-1-5 6-16,-4 4 8 0,-2-4-8 0,-1 2 5 15,-2 2-1-15,-3 0 1 0,-1 1-1 0,-4-5-5 16,-4 6 8-16,-2-2-10 0,-3-1-3 0,2-2-17 16,-3 1-34-16,2-3-33 0,0-1-127 0,-1-1-231 15,6-2 103-15</inkml:trace>
  <inkml:trace contextRef="#ctx0" brushRef="#br0" timeOffset="93495.13">22374 13391 194 0,'3'-2'209'0,"-1"0"-12"0,-2 2-23 15,0 0-16-15,6 0-18 0,-6 0-12 0,6 5-19 0,-2 2-9 16,-3-1-9-16,0 5-9 0,1 1-12 16,-4 3-5-16,0 1-7 0,-1 2-6 0,-3-2-6 15,2 2-2-15,0-1-6 0,0-1-6 0,2-5-1 16,-2 2-5-16,1-1 0 0,1 0-2 0,-2-4 2 16,0 1-5-16,4-4-3 0,0-1 1 0,0 2 0 0,5-4 1 0,2 1-2 15,0-1 4-15,7-2-2 0,4-4 6 0,5 3-10 16,5-8-2-16,-1 3 0 0,2-5-3 0,1 0-1 15,-2 2 4-15,-1-7-3 0,-1 3 3 0,-2-1-2 16,1-1 1-16,-2-2-2 0,-3-2 6 0,0 0-2 16,-8 4 6-16,0 2 9 0,-4 0 11 0,-3 3 8 15,0-1 2-15,-2 3-10 16,-1 2-3-16,-4-1-5 0,-1 5-10 0,3 2-1 16,-6-3-5-16,6 3-3 0,-13 5-3 0,0 2-3 0,4 1-1 15,0 5 0-15,-1 0-7 0,1 1 3 0,3 3 7 16,3 0-8-16,4 0-1 0,3 1 0 0,5 4 6 15,3-1 0-15,8 1-1 0,3-2-9 0,8-1-33 16,2-2-56-16,19 2-92 0,-2-9-251 0,3 0-472 16,-15-6 209-16</inkml:trace>
  <inkml:trace contextRef="#ctx0" brushRef="#br0" timeOffset="95483.15">23380 13564 128 0,'0'0'144'0,"0"0"-15"0,5-8-15 16,1 3-13-16,0 3-8 0,4-3-8 15,0-2-8-15,5-1-9 0,2 1-7 0,1-3-3 16,0-1-3-16,-2 0-6 0,10-5 1 0,-4 1 5 0,-2-2 7 0,-1 0 7 16,0-4 0-16,-2 1 1 0,1 1-3 0,-4-3-2 0,1-4 3 0,-2 4 2 15,1-2-4-15,-4-1 0 0,1-1-4 0,-3 2 6 16,-1-5-3-16,-2 4-6 0,0-3-3 0,0 3-4 15,-2-1-1-15,1 9-6 0,-4-3-3 0,0 3-4 16,-2 0-1-16,-1 0 0 0,1 1-6 0,0 4-6 16,-3 4 0-16,2-4-5 0,-1 7-2 0,2-2-2 15,-1 1-5-15,-2 2-4 0,-1 2-8 0,1 2-7 16,5 0 0-16,-16 5 10 0,5 0-10 0,-1 7 1 16,-3 5-1-16,-2 4-1 0,-1 8 1 0,4 2 1 15,-4 1-4-15,2 13 1 0,-1 2 3 0,4-3 3 16,2-10 0-16,5 0-3 0,0-3 4 0,5 2 0 15,1-2 0 1,3-1 0-16,2-2 3 0,3-1-1 0,2-4 3 16,4-2 2-16,-2-4 7 0,5-4-4 0,6 2 3 0,-4-6-3 15,-1 0 0-15,10-1 0 0,-1-6 1 0,-5-3 1 16,-2 2 5-16,3-2-3 0,-4-3 0 0,2-3-5 16,-5 0 3-16,5-3-1 0,-6 1 0 0,-1-1 15 0,-1-2 4 0,-1-2-1 15,-1 1 2-15,-2-4 1 0,-1 4 4 16,1-4 2-16,-2 1 6 0,-3 5 13 0,0-1 8 15,0 0 5-15,-2 2 9 0,1-1 8 0,2 4 4 16,-4 0 2-16,1 2-11 0,-1 0-8 0,0 1-10 16,0-1-10-16,1 3-11 0,-2 2-26 0,1-4-12 15,-1 4-6-15,0 0-3 0,0 0-4 0,0 0 1 0,-6 15 2 16,-1-5 1-16,3 0 4 0,-1 6 0 16,-2-1-2-16,-1 3 0 15,0-1 2-15,2-1 1 0,1 1-2 0,0 0 2 16,1-2-3-16,-1-1 7 0,1-2 2 0,0-3-6 15,4-1 2-15,-2-3 1 0,0 2-3 0,1-2 0 16,0-3 4-16,-2 3 10 0,3-2 16 0,0-3 15 16,0 4 17-16,0-4-1 0,0 0-4 0,0 0-10 15,9-10 0-15,-1 3-9 0,-2 0 17 0,2-2-40 16,0-1 13-16,2 2-5 0,-4-1 4 0,2 2-3 0,-2 0-9 0,2 3 4 16,-4-2-4-16,1 3-9 15,-1 0-8-15,-1-1-25 0,1 3-2 0,1 0-5 16,-5 1-7-16,10 2 0 0,-2 2-10 0,-4 0-16 15,5 3-13-15,1 0-19 0,-1 2-22 0,0-1-23 16,5 1-24-16,0 2-43 0,5-2-40 0,-3 0-235 16,2-2-527-16,1-1 233 0</inkml:trace>
  <inkml:trace contextRef="#ctx0" brushRef="#br0" timeOffset="95906.9">24885 13023 108 0,'0'0'139'16,"0"0"-14"-16,0 0-11 0,-14 3-15 0,8 2-14 15,-1 0-8-15,-2 2-7 0,-3 0-8 0,-1 6-3 16,-2-1-11-16,2 0-2 0,-1 2-5 0,2 1-5 16,1 1-8-16,-1 0 5 0,3 0-6 0,3-1-4 15,-3 2-2-15,1-2-5 0,3 2 3 0,1 0-3 16,4-2 0-16,0 2-1 0,0-1 7 0,5 0-9 16,-1-1-2-16,3 1 0 15,3-2 6-15,-4 0-11 0,5 0 5 0,-1 0 1 16,-4-4-3-16,3 5-2 0,-1-6 1 0,-1 3-6 15,0-4-1-15,-3 1-2 0,-1-1 1 0,-1-1 0 16,-1-2 3-16,0 2-3 0,-2-2 2 0,-3 3 0 16,-1 0 1-16,-3 0 2 0,0-1-3 0,-4 0 10 15,2 1-6-15,-3-1 0 0,-4 3-21 0,7-5-27 16,-8-1-40-16,3 1-144 0,2-2-244 0,0-2 107 0</inkml:trace>
  <inkml:trace contextRef="#ctx0" brushRef="#br0" timeOffset="96300.18">25023 13434 225 0,'0'0'290'0,"0"0"-23"0,4-1-26 16,-4 1-21-16,0 0-26 0,10-3-18 0,-3 0-22 15,2-3-11-15,3 1-17 0,5 1-12 0,2-3-15 16,2 2-11-16,4-4-7 0,5 1-8 0,-1-3-7 0,-1 2-5 0,3 1-6 16,-4-1-6-16,-2-3-5 0,-4 4-7 0,-5-3-2 15,3 0 1-15,-2 0-6 0,0-2-1 0,-5 5-2 16,1-5-1-16,-3-1-5 0,-3 6-2 0,0-2 1 16,-3 0 2-16,-1 1-5 0,-5 2-7 0,1 0 0 0,-4 3-6 0,-5-3 3 15,0 3-6-15,-4 4 0 0,-4 0-4 0,-4 5 2 16,-5 5-2-16,-1 1-1 0,1 4-1 0,0 2-3 15,2 1 0-15,1 3 1 0,1 0 0 0,2 3-1 16,3-1 0-16,0-1 1 0,8 1 1 0,2-3 1 16,3-1-1-16,5 0 4 0,2 1 1 0,4-3 5 15,4 0 2-15,9 3-1 0,3-4 3 0,8 1-11 16,0-7-17-16,5-2-29 0,2 0-32 0,15-3-34 16,3-2-56-16,-1-4-265 15,-3-1-472-15,-14 0 209 0</inkml:trace>
  <inkml:trace contextRef="#ctx0" brushRef="#br0" timeOffset="96732.15">25883 13228 177 0,'0'0'213'0,"0"0"-24"0,0 0-22 16,3-7-12-16,-3 7-19 0,5-1-14 0,-1-3-12 15,1 3-11-15,0-3-10 0,3 1-6 0,-2 0-11 16,3-1-6-16,1-1-9 0,-2-1-6 0,0 3-3 15,-1-5-7-15,0 5-5 0,0 0 1 0,-2-3-5 16,0 3-1-16,1-2 10 0,-3 2 5 0,1-3 1 0,1 4-1 0,-3-1-12 16,0 1-6-16,-2 2-7 0,0 0-10 0,-9-6-2 15,2 6 0-15,-4 1-4 0,-3 3 0 0,-4 1-2 16,-6 5-2-16,-3 0-5 0,2 6 3 0,2-1 0 16,-4 3-2-16,1 0-2 0,2 6 1 0,1-2-2 15,2-2 1-15,1 4 1 0,1-2-1 0,6 0-1 16,4-3 0-16,0 6 2 0,4-7 4 0,4-3 0 0,1 2 1 15,5-2 4-15,2-1-2 0,6 2 5 0,8 0-13 16,3-5-33-16,3-1-42 0,3-3-50 0,0-3-209 16,1-4-365-16,1 0 162 0</inkml:trace>
  <inkml:trace contextRef="#ctx0" brushRef="#br0" timeOffset="97186.28">26223 13118 181 0,'4'0'183'0,"1"-2"-11"0,0 0-16 0,5 1-12 16,-2 2-15-16,1 1-17 0,4-2-8 0,-3 5-13 15,0-1-9-15,0 1-6 0,-2 2-12 0,-1 0-15 16,-1 3-6-16,-2 0-15 0,-3 2-9 0,-2 1-5 16,-3-2-2-16,-2 5-7 0,-3 1 3 15,-4-1 3-15,1-1-5 0,-2 1-4 0,0-2 1 16,1 1 2-16,2-3-4 0,2-4-1 0,1 1-4 16,-1-3 8-16,3 1-6 0,0-1 0 0,2-2-1 0,1 1 6 15,1 0-4-15,0-1-2 0,4 1 8 0,0-1-10 16,1 1 5-16,3 1 3 0,3 0-4 15,1 2 2-15,2-1 1 0,-2-2-1 0,4 2-3 16,0-1 1-16,3 5-1 0,-1-4 0 0,-2 3-1 0,-3-3 11 0,0 0-9 16,-2 0-3-16,0 1-3 0,-2-1 0 0,-3 0-1 15,0-2-3-15,-2 1-1 0,-1 1 0 0,-1-1 7 16,-1 2 4-16,-3 0-2 0,-5-2 4 0,0 2 2 16,-1-1-2-16,-7 3-4 15,2-6-5-15,1 1-19 0,-3 2-36 0,-1-4-42 0,-1-1-133 16,2 1-257-16,3-6 114 0</inkml:trace>
  <inkml:trace contextRef="#ctx0" brushRef="#br0" timeOffset="97618.14">26624 13229 66 0,'4'-4'294'0,"-4"1"-33"0,0 3-28 0,4-2-23 16,-4 2-31-16,1-3-19 0,-1 3-18 0,0 0-15 16,0 0-16-16,-3 13-8 0,-1-4-12 15,-1-1-10-15,-1 3-8 0,1-1-9 0,-5 2-8 0,2 5-4 16,3-5-5-16,-2 0-4 0,-2 3-6 0,5-5-1 0,-1 1-5 0,1 0-5 31,1-1-3-31,1-4 1 0,-1-1-4 0,3 2 2 0,-1-2 1 16,2-1-1-16,2 1-2 0,2-2 3 0,3 0 0 15,4-3 0-15,2-2 1 0,4 0 4 0,4-1 1 16,-2-5 6-16,2 3 10 0,5-4 2 0,-8 0 3 16,8-3 3-16,-3-1-1 0,2 0-1 0,-1-3 6 15,-5 1-2-15,-3 3 2 0,-1-2 9 0,-1 3-1 16,-2 0-1-16,-3 4 1 0,-5-2 3 0,2 6-3 16,-3-2-9-16,1 1-14 0,-1 0-21 0,-2 2-25 15,-2 2-3-15,0 0-7 0,0 0 1 0,0 0 1 16,-1 15 0-16,-3-7 2 0,0 2 0 0,0 2-2 15,0-1-4-15,-1 4 1 0,3 3 2 0,0 0 0 16,2-1 1-16,4 0-21 0,0-1-26 0,3 0-24 0,0-2-28 0,5 0-41 16,-1-2-54-16,6-2-69 0,-2-3-186 0,4-2-497 15,-1 0 221-15</inkml:trace>
  <inkml:trace contextRef="#ctx0" brushRef="#br0" timeOffset="113171.89">24319 12937 124 0,'4'-12'186'15,"1"3"-4"-15,0-2-6 0,-1 2-6 0,0 4-10 16,-2-2-10-16,1 2-16 0,0 0-13 0,-1 2-21 15,-1-1-14-15,-1 4-15 0,0 0-10 0,0 0-9 0,10 15-7 0,-6 1-2 16,-4 3-10-16,2 14-3 0,-4 14 4 0,0 2-7 16,-2 5-2-16,-1 2-8 0,-3-2 3 0,2 2-3 15,1 1-1-15,-3-3 17 0,3-3-31 0,0-3-14 16,2-2-26-16,1 0-31 0,2-12-41 0,0 0-31 16,0 0-151-16,0-7-314 15,4-1 139-15</inkml:trace>
  <inkml:trace contextRef="#ctx0" brushRef="#br0" timeOffset="114004.53">27279 12888 132 0,'2'-7'167'0,"3"2"-5"0,0 0-9 0,-1 0-10 0,0 3-11 16,0-3-21-16,1 2-12 0,-4 0-10 0,-1 3-14 31,8 0-2-31,-8 0-16 0,5 14-7 0,-4 2-10 0,2 10 0 0,-3 7-5 16,0 18-1-16,-3 2 5 0,1 2-3 0,-1 3-2 15,3 1-1-15,0 0-4 0,4 0 7 0,-3-4 3 16,2-2 2-16,1-4-37 0,-3-1-23 0,-1-12-29 16,5-1-28-16,-4-3-46 0,-1 2-148 0,-1-6-292 15,-1 0 129-15</inkml:trace>
  <inkml:trace contextRef="#ctx0" brushRef="#br0" timeOffset="114806.4">27729 12663 62 0,'26'53'102'16,"6"-3"-5"-16,5-2-15 0,0-1-5 0,0-7 9 15,4-2-7-15,-4 3-8 0,-2-7-15 0,-10-11 3 16,0-2-12-16,-2 0 5 0,-2-6-6 0,-4-1-14 0,0-6-2 16,0-1-1-16,0 0 22 0,-2-7 3 0,-3 0-4 15,-2 0 8-15,3-5-2 0,-4-2-6 0,-1 0-7 16,-1-4 3-16,-2-2 0 0,0-2-7 0,-2-2-4 15,0 3-6-15,-5-3 0 0,2 2-4 0,-1-1-6 0,-3 0-3 0,3 5-5 16,-4 0 3-16,-3 0 8 0,-1 1-14 16,3 3 0-16,-7 2-4 0,3 1-2 0,-6 1-4 15,-3 4 6-15,0 4-6 0,-1 1-6 0,-10 9 7 0,3 7-3 16,1 4 4-16,-5 13 11 0,0 7 6 0,7 2-6 31,1 5 4-31,-4 25 1 0,14-23-1 0,4 2-7 0,1 2 10 16,5-2-3-16,4 0-1 0,4 1 2 0,3 0-3 15,7 24-1-15,-1-30 1 0,3 6-1 0,-2-1 2 16,3-3 5-16,0 2-3 0,-3-2-2 0,-2-2 3 16,-1-2-4-16,-11-15 3 0,-3 0-8 0,-6-3-1 15,-10-2 1-15,-4-2-3 0,-5-6 1 0,-20 5 1 16,-2-8-3-16,-3-3-1 0,-7-7 0 0,-3 0-12 16,-4-5-33-16,-23-3-45 0,-3-2-63 0,-4-10-149 0,3 1-321 0,27-1 142 15</inkml:trace>
  <inkml:trace contextRef="#ctx0" brushRef="#br0" timeOffset="120133.34">18081 16549 12 0,'-6'0'82'0,"6"0"1"0,0 0-16 0,0 0-1 0,0 0-4 16,0 0-16-16,0 0 5 15,0 0-11-15,0 0-3 0,0 0-3 0,0 0-4 16,0 0-4-16,0 0 6 0,0 0-8 0,-8 0-13 15,8 0 6-15,-4 3-3 0,4-3 6 0,-5 2-3 16,5-2 3-16,-8 2-6 0,7-1 6 0,1-1 6 16,-9 2-6-16,5 0 7 0,0-1 2 0,4-1-1 15,-5 4-6-15,5-4 9 0,-6 2-8 16,3-1-5-16,3-1 4 0,0 0 2 0,-5 2-4 0,5-2 0 16,0 0-4-16,0 0-6 0,0 0 3 0,0 0 1 15,-6 1-6-15,6-1-1 0,0 0-1 0,0 0 8 16,38-3 4-16,-5 0-2 0,6-2 16 0,19-1-18 15,6 3-2-15,-1-5 4 0,28 1 7 16,-31 3-3-16,5-1-3 0,-1 1 4 0,-7 0 0 0,-1 4-2 0,-18-2-3 16,-1 2-16-16,-7 0-15 0,2-1-23 0,-10 1-26 15,-8 0-32-15,-4-1-19 0,-2 1-75 0,-7-1-207 16,-1 1 92-16</inkml:trace>
  <inkml:trace contextRef="#ctx0" brushRef="#br0" timeOffset="120386.95">18436 16320 198 0,'-1'-5'213'16,"-2"-7"-9"-16,3 9-10 15,-1-2-22-15,1 1-20 0,0 4-22 0,-4-8-16 16,4 8-17-16,0 0-15 0,0 0-8 0,-1 20-10 15,-2-2-6-15,3 10-8 0,0 2-3 0,0 2-7 16,4 5 1-16,0-4-7 0,5 15 2 0,0-15-4 16,8 12-3-16,-5-14-12 0,5 1-37 0,1 0-43 15,7-5-60-15,-3 1-189 0,6-4-338 0,0-11 149 16</inkml:trace>
  <inkml:trace contextRef="#ctx0" brushRef="#br0" timeOffset="121034.86">19954 15854 106 0,'0'-11'193'0,"4"-1"-3"16,-4 1-9-16,5 3-12 0,-4 0-9 0,-1 3-11 15,3-1-15-15,-2 0-21 0,-1 2-10 0,3 1-19 16,-3 3-5-16,0 0-12 0,0 0-10 0,9 17-3 16,-5-2-7-16,-2 4-6 0,6 7-3 15,-2 1 0-15,-1 3-4 0,2 0-5 0,-3 4-4 16,3-1-17-16,2 0-15 0,-3 1-21 0,-2 0-29 16,2-1-44-16,1 1-33 0,-3-1-32 0,-5-4-102 15,6-4-290-15,-7-8 129 0</inkml:trace>
  <inkml:trace contextRef="#ctx0" brushRef="#br0" timeOffset="121350.98">19635 16404 25 0,'-8'0'169'0,"8"0"-1"0,0 0-9 0,-6 1-3 16,6-1-26-16,0 0-14 0,0 0-11 15,28-6-11-15,1 1-9 0,7 1-9 0,16-3-6 0,4-1-13 0,8 1-3 16,4 1-6-16,29-3-6 0,-32 4-7 0,30-4 0 15,-38 6-18-15,2 0-18 0,-6 1-26 0,-16 3-39 16,-4-1-43-16,-3 0-131 0,-11 0-260 0,-2 1 115 16</inkml:trace>
  <inkml:trace contextRef="#ctx0" brushRef="#br0" timeOffset="121805.24">20220 16508 126 0,'0'0'231'0,"0"0"-25"0,0 0-22 0,0 0-20 16,0 0-19-16,0 0-16 0,0 0-15 0,0 0-9 15,19 4-14-15,-13 0-9 0,2 2-9 0,0 1-22 16,1 1-12-16,-2-1-20 0,-1 3-10 0,-3-2-3 0,1 2-3 0,1 1-7 16,-4 0-1-16,-2 0-4 0,1-1-2 0,-3-1 2 15,1 3-2-15,-3-4 7 0,0 1-5 16,2-4 5-16,1 3-5 0,-1-4-2 0,2 1 2 16,0-1 2-16,2 2-1 0,0-1 3 0,4 1-1 15,3-1 0-15,3 1 5 0,6 3 4 0,2 1 8 0,-2-2-4 16,3 2 6-1,1-1 0-15,4 4 2 0,-3 0-1 0,0 2-2 16,-4-4 5-16,-4 4-6 0,-3-3-3 0,3 3 1 16,-5-2-2-16,-4 1 4 0,-2 0 4 0,-3-2 6 15,-4 3 9-15,-6-1 9 0,-7-2-8 0,-7 3-3 16,-10-4 2-16,-20 1-6 0,-2-4-3 0,-6-7 4 16,0-1-8-16,-1-3-1 0,-6 1-22 0,5-6-46 15,3 0-63-15,2-3-206 0,19 3-348 0,10-7 154 0</inkml:trace>
  <inkml:trace contextRef="#ctx0" brushRef="#br0" timeOffset="125023.96">20851 16037 5 0,'5'-4'159'0,"-1"0"-22"0,4 2-13 0,2 0-15 16,3 2-12-16,1 1-8 0,6 4-12 0,6 5-5 15,1-1-7-15,-1 4-1 0,4 2-12 0,-6 6-7 16,3-1 1-16,-6 4-2 0,-4 0-8 0,-1 2 5 0,-5 3-4 16,-1-1-15-16,-3-1-1 0,-6 3-2 15,-3 0 4-15,-4 0 20 0,-3-2-2 0,-2-1-3 16,-3-1-4-16,0-5-2 0,0-1-6 0,2-3 3 16,-2-3 3-16,0-2 11 0,3-4-20 0,2-1 12 15,-2-2 21-15,1 0 25 0,5-1 29 0,-3-1 13 16,3-3 3-16,5 0-9 0,-7-5-3 0,4-2-12 15,3-2-11-15,0-2-10 0,10-8-5 0,-1-3-15 16,8 0-5-16,1-6-5 16,5 3-11-16,9-9-12 0,2 0-12 0,5-2-8 15,-4 1-9-15,1 1-6 0,-4 0-4 0,-5 9 2 16,-2 2 3-16,-5 5 1 0,-5 4-3 16,-7 5 1-16,1 1 2 0,-2 1-4 0,2 1 3 15,-6 2-18-15,-1 2-11 0,-2 2 2 0,0 0 2 0,0 0 6 0,-9 17-5 16,-5-4 10-16,0 12-1 0,-2-4 3 0,2 6 3 15,0-5 5-15,3 2-2 0,4 0 3 0,3-4 2 16,0 6 6-16,9-7 0 0,7 4 1 0,3-2 2 16,11-3-1-16,7 0-7 0,23-1-31 0,4-5-53 15,41-4-68-15,-39-7-250 0,32-2-441 0,-34-7 196 16</inkml:trace>
  <inkml:trace contextRef="#ctx0" brushRef="#br0" timeOffset="125902.86">22450 15687 150 0,'1'-4'172'0,"1"1"-10"0,2 1-19 0,-4 2-11 16,0-5-18-16,0 5-5 0,2-4-17 0,-2 4-12 16,0 0-11-16,0 0-3 0,0 0-18 0,-21 8-5 0,7-2 4 0,-6 5-10 15,-6 2-1-15,-2 1-4 0,0 1-1 0,1 0-1 0,0-1-3 0,2 2-1 16,2 0-5-16,5-1 5 0,-3 0-4 0,6-2-3 15,2 0-3-15,3 0-4 0,1 0 0 0,5-1 0 16,2 1 0-16,2 3-1 0,2 1 1 0,6-4 4 16,3 3 1-16,10 1 1 0,3 2 4 15,3-2-13-15,4 0 12 0,3 1-3 0,-2-2-4 16,3 1 6-16,-6 0-5 0,2 0-1 0,-4-2-4 16,-10-3 1-16,0 0-5 0,-2-2-6 0,-4 3-5 0,-4-5 2 15,-4 2 0-15,-3-3 3 0,-7 3-1 16,-2-3-5-16,-8 3 5 0,-8-2 5 0,-3-1 4 15,-4-2-4-15,3-3-4 0,-2 2 3 0,-1-4-5 16,3 3 5-16,-1-3-1 16,7-2-2-16,4 1-5 0,3 0-3 0,3-2-2 15,3 2-20-15,2-1-24 0,4-1-27 0,3 0-19 16,3-2-31-16,6-1-24 0,6-1-89 0,8 0-264 16,7-1 117-16</inkml:trace>
  <inkml:trace contextRef="#ctx0" brushRef="#br0" timeOffset="126142.13">22769 16015 39 0,'0'-3'274'0,"0"-2"-11"0,0 0-6 16,0 5-19-16,0-7-22 0,0 5-22 0,0 2-22 16,3-6-19-16,-3 6-22 0,0 0-14 15,0 0-19-15,0 0-9 16,0 0-12-16,0 0-2 0,0 13-6 0,0-6-12 15,1 2-6-15,0 1-4 0,2 2-4 0,-2-1-2 16,2 2-7-16,-1 0-2 0,3 2-20 0,-1-1-25 16,-4 1-17-16,4-3-25 0,-3 0-27 0,1-3-29 15,-2 1-23-15,0-2-30 0,0 1-10 0,0-5-162 16,-4 0-364-16,4-4 161 0</inkml:trace>
  <inkml:trace contextRef="#ctx0" brushRef="#br0" timeOffset="126295.87">22668 15850 106 0,'1'-7'198'0,"1"-5"-24"0,0 8-9 15,0-4-24-15,-1 4-9 0,0 0-18 0,2-1-21 0,1 4-30 0,1 0-22 0,-5 1-38 16,16 5-34-16,-11-3-38 0,3 2-37 0,2 1-65 16,-2 4-185-16,2-5 82 0</inkml:trace>
  <inkml:trace contextRef="#ctx0" brushRef="#br0" timeOffset="126631.27">22944 16022 94 0,'-2'7'92'15,"0"2"-13"-15,2 2 6 0,-4-1-9 0,3 3-2 16,-4 2-25-16,5-5 7 0,0-2-11 0,-2-1 13 16,4 0-27-16,-4-3 2 0,4 4 14 0,-2-6 17 15,0-2 13-15,0 10 27 0,0-10 29 0,5 2-6 16,-5-2-13-16,0 0-7 0,13-7-3 0,-7 2 0 16,2 0-9-16,2-3-9 0,-1 1-7 0,-1-1-9 15,2 2-8 1,-1-3-5-16,0 4-7 0,4-4-9 0,-4 5-4 0,1-1-5 15,3 1-1-15,-3 0-9 0,0 3 2 0,2 1-6 16,1-2-4-16,0 2 1 0,0 2-5 0,5 2-18 16,0 0-11-16,0 0-18 0,-1 3-26 15,2 0-37-15,-3-1-50 0,1-2-41 0,-7 1-131 16,3 0-348-16,-5-4 155 0</inkml:trace>
  <inkml:trace contextRef="#ctx0" brushRef="#br0" timeOffset="127113.59">23561 15762 87 0,'12'1'134'0,"-2"1"-16"0,4 1-12 0,4 4-14 16,1-4-4-16,-1 6-8 0,1-2-11 0,-2 3-2 0,2 1-7 0,-1 0-4 15,-4-1-11-15,-1 4-6 0,-2-2 1 0,-6 0-7 16,2 2-3-16,-5 2-1 0,-2 0-4 0,-3-2-7 16,-5 2 5-16,-1-3-2 0,-3 3-4 0,2-2-4 0,-5-2-2 0,-1-1 0 15,3-1 6-15,1-2-9 0,2-1 0 0,0 0 4 16,-1-4-16-16,2 4 11 0,4-4-3 0,-1 1-1 15,2-2 6-15,0 3-2 0,4-5-1 0,0 8-8 16,0-8 3-16,5 8 0 0,4-1 0 16,0 0 5-16,8 3-1 0,1-2 2 0,-1 1 8 0,7 2-1 15,-5-1-6-15,-1 2-1 0,-2 0 4 0,2-2-2 16,-4 4-3-16,0-4 4 0,-5 0-9 0,-1-1 4 16,-3 1-5-16,1 0 10 0,-3-2-6 0,-6 2 0 15,-2-1 1 1,-1 0 4-16,-10 3 2 0,-1-4 1 0,-10 4-4 15,8-7 3-15,-11 2-3 0,1-1-4 0,-2-2 2 0,4 0 5 16,0-4-29-16,-1 0-40 0,7-4-45 16,0 4-134-16,1-5-256 0,3 0 114 0</inkml:trace>
  <inkml:trace contextRef="#ctx0" brushRef="#br0" timeOffset="127583.45">24200 15942 163 0,'0'0'157'15,"0"0"-19"-15,12 2-14 0,-6 2-14 0,-1 2-9 16,-1 2-15-16,-1-1-5 0,-1 5-17 0,2 1-1 15,-4-2-2-15,0 5-11 0,-4 0-6 0,-1 1-3 16,-3 1-4-16,-1-5-3 0,-6 8 0 0,2-5-5 16,-3 5-2-16,-1-2-1 0,1-6 4 0,3 0-7 0,-1 0 3 0,2-6 4 15,2 2-6-15,1-3 4 0,5-2 5 0,-1 1 14 16,1-2 21-16,0-1 19 0,2-1 21 0,2-1 12 16,0 0-6-16,0 0-15 0,0 0-6 0,6-10-12 0,6 4-6 15,2-5-10-15,1 0-12 0,8-5 1 0,1-1-5 16,-2 0-8-16,6-2-5 0,-1 1 1 0,1-1-4 15,0-2-7-15,3-1-7 0,-5 0 2 0,-4 1-2 16,-2 0-4-16,0 3 0 0,-9 6 0 0,0 0 1 16,-5 4 12-16,1 1 4 0,-1 2 0 0,-5 0-10 15,3 1-4-15,-4 2 0 0,0 2-12 0,0 0 3 16,-11 9-5-16,2-1-2 0,1 3-2 0,-1 3 2 16,1 2-2-16,3 3 0 0,1 6 1 0,6 2 1 15,7 2 5-15,9-3-1 16,14 9 1-16,11-1-10 0,6 0-21 0,9-7-51 15,34 7-89-15,2-8-336 0,4-7-542 0,-6-7 239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8:02:51.53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3358 2057 56 0,'0'0'210'0,"0"0"-3"15,0 0-4-15,0 0-7 0,-5-2-6 0,5 2-7 16,0 0-8-16,0 0-7 0,0 0-5 0,0 0-11 0,-3-4-8 16,3 4-7-16,0 0-8 0,0 0-1 0,0 0-7 0,0 0 1 15,0 0 2-15,0 0-5 0,0-8-2 0,0 8-9 16,0 0-7-16,0 0-4 0,0-8 3 0,0 8 4 15,0-5-14-15,0 5-4 0,-1-5 1 0,1 5-13 16,0-6-2-16,0 6-5 0,-3-6-3 16,3 6-17-16,-1-5 9 15,1 5-10-15,0 0-2 0,0 0-7 0,0 0-20 16,0 0-30-16,0-5-30 0,0 5-26 0,0 0 4 16,-1 14 5-16,1 4 6 0,-2 11 8 0,2 8 4 0,0 17 8 0,0 28 1 15,2-23 5-15,-1 22 3 0,-1-20 2 0,1-3 5 16,4 22 0-16,0-25 1 0,-1-2 4 0,3 5 3 15,-1 25 7-15,-1-28-5 0,0-1 2 16,4-4-3-16,-4-1 6 0,0-15-6 0,-1 2 2 0,0-5 2 16,0 0-2-16,2-2 2 0,-1-3-2 15,-1-7 6-15,-1 0-4 0,-2-7 3 0,0-1 1 16,-1-3 1-16,3-1 4 0,-3-1-5 0,0 1 7 16,1-4 32-16,2 1 12 0,-3-4 12 0,0 0 18 15,1 9 7-15,-1-9 0 0,0 3 7 0,0-3 2 16,0 0-3-16,0 0-5 15,0 5-5-15,0-5-12 0,0 0-6 0,0 0-5 16,0 0-7-16,0 0-4 0,0 0-4 16,0 0-1-16,0 0-39 0,0 0-35 0,0 0-37 15,0 0-28-15,0 0-24 0,0 0-35 0,1-18-34 0,-1 13-39 0,4 1-40 16,-4-3-40-16,0 2-270 0,-4-4-623 0,4-1 276 16</inkml:trace>
  <inkml:trace contextRef="#ctx0" brushRef="#br0" timeOffset="1279.83">3954 2680 52 0,'0'0'198'0,"0"0"-7"16,6-5-10-16,-6 5-3 0,0 0-13 0,0 0-7 15,0 0-10-15,0 0-12 0,0 0-10 0,0 0-14 16,0 0-12-16,0 0-13 0,0 0-16 0,0 0-7 16,0 0-13-16,0 0-5 0,0 0 0 0,-13 17-6 15,5-11-3-15,-2 2-6 0,-3 4-1 0,4-5-6 0,-6 6-1 0,2-1-1 16,-1-2-4-16,2 5 0 0,2-3-4 0,0-1 1 15,1 1-4-15,3-2 0 0,-1 1-2 0,1 0-1 16,2 0 3-16,2 0-5 0,0 1 1 0,4 0 1 16,0-1-2-16,5 2 2 0,1-3-3 0,4 5 5 15,3-3 0-15,4 6-2 0,6-5 2 0,-2 1-3 16,1-2 0 0,-5-2-1-16,0-1 0 0,7 1-1 0,-9-2-3 15,0-2 3-15,-3 3-7 0,-1-3 4 16,-4 2-3-16,-5-4-1 0,1 4-1 0,-1-4 3 15,-7 2 3-15,3-6 0 0,-10 16 2 0,-4-9-4 16,-4 1 4-16,-3 1-1 0,-8-1 3 0,1-2 3 16,-1 2 2-16,2-4 3 0,-6 1-5 0,5 0 3 15,-1-2-3-15,1-1-3 0,-1 1 1 0,9-3-3 0,2 3 1 0,5-3 0 16,3 0 0-16,1 0 1 0,9 0-11 0,-14 0-17 16,14 0-43-16,-4-5-59 15,4 5-57-15,13-10-43 0,-3 3-122 0,4-5-374 16,5 0 165-16</inkml:trace>
  <inkml:trace contextRef="#ctx0" brushRef="#br0" timeOffset="1704">4362 2508 115 0,'0'-7'321'0,"0"0"-20"0,0 1-2 0,0 2-5 0,0-3-22 16,0 4-15-16,0-1-8 0,0 4-44 16,0 0-24-16,0-6-22 0,0 6-16 0,0 0-19 0,0-4-30 0,0 4-18 15,0 0-23-15,0 0-10 0,4 16-11 0,-2 0-3 16,0 2-4-16,2 9 2 0,-4 4-8 0,1 2 2 15,-2 3-2-15,-3 9-1 0,1 1 1 0,2-12-3 16,0 2 2-16,-2-2-3 0,2 3-3 0,-2-1 2 16,3-4-2-16,0-2-3 0,3-1 0 0,-3-4 5 15,1-6-5-15,-1-1-2 0,0-6 0 0,0-1-1 16,3 0-2 0,-3-4 3-16,2 3 15 0,-2-5 3 0,1 1 10 15,1-1 4-15,-1 0 7 0,3-4 8 0,-4-1-4 16,14 6-2-16,-4-4-2 0,3-2-1 0,6 0-4 15,1-1-19-15,1-2-30 0,-1 0-33 0,2 1-38 16,6-5-45-16,-7 4-49 0,-1-4-69 0,0 0-77 16,-4-3-189-16,0 3-548 0,-3-6 243 0</inkml:trace>
  <inkml:trace contextRef="#ctx0" brushRef="#br0" timeOffset="1910.9">4243 2929 321 0,'0'0'326'0,"-10"1"-19"0,10-1-17 0,-8 2-8 16,8-2-22-16,-7 2-21 0,7-2-26 0,0 0-18 15,0 0-18-15,32 0-19 0,2-5-12 0,21 1-59 16,9-1-62-16,28-5-95 0,-29 5-114 0,-5-6-278 15,5 1-501-15,2-3 221 0</inkml:trace>
  <inkml:trace contextRef="#ctx0" brushRef="#br0" timeOffset="2928.52">6121 2580 112 0,'0'0'185'15,"0"-4"-2"-15,0 4-1 0,-2-5-9 0,2 5-4 16,0 0-5 0,0 0-7-16,0 0-8 0,0-3-14 0,0 3-10 15,0 0-13-15,0 0-10 0,-1-5-11 0,1 5-10 16,0 0-12-16,-14 6-6 0,6-4-9 0,-3 5-5 15,-2 3-8-15,-4 2-2 0,3 1-7 0,-5 5-2 16,1 2-2-16,0-2-5 0,0 5-3 0,0 0 0 16,-1 0-4-16,6 6-2 0,2-3-3 0,-3-2 2 15,5 1 3-15,5-8-5 0,-1 11-3 0,0-13 2 0,5 3-2 0,3 0 17 16,0 0 6-16,1-1 5 0,5-1 6 0,3-2 7 16,2-2 4-16,2-2 5 0,3-3-7 0,8-1 3 15,3-1-3-15,0-5-3 0,2 0 1 0,0-3-10 16,-1-2 5-16,1-3-5 0,-3 0 8 15,-2-2 8-15,-2-2-2 0,1-1 3 0,-9 1 5 16,-2-4 3-16,2-3-8 16,-6 2 0-16,-2 2 9 0,-2-10-11 0,-4 5-7 15,0 2-1-15,-4-2-1 0,-2-4-2 0,-3 6-7 16,-3-2-4-16,-4 3 5 0,4 2-15 0,-9-4-2 16,4 7-2-16,-1 1-4 0,-2 2 1 0,-1-1-8 15,4 3-10-15,-5 1-15 0,6 3-25 0,-3-2-18 16,3 3-31-16,0 2-33 0,3 2-37 0,-1-2-41 15,1 2-32-15,4 3-32 0,2 0-251 0,-1-3-560 0,5-2 248 0</inkml:trace>
  <inkml:trace contextRef="#ctx0" brushRef="#br0" timeOffset="3392.08">6460 2654 59 0,'4'-1'222'0,"1"-1"-21"0,3 2-18 16,-8 0-9 0,11 0-25-16,-3 3-9 0,-3-1-15 0,4 2-12 15,4 0-10-15,-4 2-4 0,2 4-13 0,-2-1-7 16,3 4-4-16,-6-2-10 0,3 3-1 0,-1 1-10 15,-3 1-4-15,-1 2-1 0,0 0-5 0,-1 1-5 16,0-2-5-16,-3-1-1 0,-2 0-4 0,1-5 1 16,1 3 2-16,-2-4-1 0,-1-2 1 0,2-3 3 15,0 4 5-15,-1-3 6 0,1-2 20 0,0 1 33 0,1-5 38 0,-3 4 48 16,3-4 45-16,0 0 38 0,0 0-10 0,0 0-27 16,0 0-17-1,0 0-19-15,2-24-20 0,0 15-15 0,2-8-19 16,2-1-15-16,2-5-12 0,1-2-14 0,-1-1-11 15,2 0-9-15,0 1-9 0,0 1-7 0,-1 7-5 16,-1 2-8-16,-6 3-7 0,5 0-3 0,-2 3-5 16,0 1-4-16,-1 2-5 0,-3 0-4 0,3 0-7 15,-3 1-33-15,-1 1-39 0,0 4-49 0,4-4-51 16,-1 3-61-16,-3 1-7 0,0 0-5 0,5 6-17 16,-4 1-29-16,2 1-32 0,-2 1-33 0,4 1-273 15,-1-1-664-15,-3 1 295 0</inkml:trace>
  <inkml:trace contextRef="#ctx0" brushRef="#br0" timeOffset="3999.41">7319 2762 132 0,'-4'-7'267'0,"1"2"-27"15,2 0-13-15,-4 2-15 0,-2-1-30 0,3 1-15 16,-7-2-17-16,0 0-12 0,-2 3-17 16,0 0-10-16,-7 1-14 0,2 1-9 0,0 0-11 0,-2 0-5 0,-1 1-10 0,2 2-8 15,0 3-7-15,1 1-5 0,4-6-3 16,1 8-8-16,-3-1 0 0,4-1-4 0,3 1-3 15,0-1 0-15,3 4-3 0,-1-1-4 0,5 2-11 16,0 0-7-16,2-3-3 0,3 4 3 0,1-4-7 16,2 2 7-16,6-1-1 0,-2 0-4 0,3-2 3 15,3 0-2-15,1-3-2 0,1 0-1 0,-2-1 3 0,0-4-1 0,2 0-2 16,1-2 2-16,-1-3 4 0,-5 3 1 0,3-8 7 16,-3 2 16-1,2-5 9-15,-6 4 9 0,0-7 16 0,3 1 1 0,-6-5 6 16,1 2 8-16,-2-11 1 0,-1-1-3 0,3-5-6 15,-6-11-2-15,3 10 3 0,-4-13 18 0,0 5 10 16,0 13 29-16,1-1 21 0,-2 3 21 16,-1 0 16-16,-1 5-5 0,3-2 8 0,-4 13-3 15,4 4 2-15,0 0-9 0,0 3-14 0,0 1-19 16,-3 0-19-16,1 1-18 0,1 0-26 0,1 4-49 16,-1-6-57-16,1 6-68 0,0 0-50 0,0 0 4 15,0 0 16-15,-2 26 15 0,2 1 13 0,-1 2 9 16,1 5 12-16,0 18 9 0,0-17 11 0,0 13 5 15,3-11 1-15,1-3 8 0,0 0 14 0,4-3 5 0,0 0 0 0,-3-4 8 16,5 0 1-16,-6-7 2 0,1-2-2 0,0-2-17 16,-1-5-5-16,-1 1-10 0,-1-2-14 15,1-1-13-15,2-2-16 0,-4-3-12 0,2 3-13 16,-2-4-13-16,-1 1-22 0,0-4-13 0,0 0-26 16,5 6-71-16,-5-6-198 15,0 0-499-15,0 0 221 0</inkml:trace>
  <inkml:trace contextRef="#ctx0" brushRef="#br0" timeOffset="4438.59">7495 2853 231 0,'0'0'222'0,"0"0"-22"0,0 0-20 0,0 0-20 0,0 0-19 16,14-9-8-16,-4 7-18 0,2-4-6 16,2 0-17-16,0-1-7 0,4-1-9 0,0 1-9 15,1-5-8-15,-1 2-1 0,5-4 2 0,-6 0 9 0,-1 4-1 0,-2-3 4 16,2-1 1-16,-2 0-4 0,-2 1 3 0,1-1-7 31,-4-3 1-31,1 5 5 0,-3 0 7 0,-1 2 7 0,-5-2-1 16,3 2 0-16,-1 2-9 0,-3 0-7 0,-3 0-8 15,-1 1-8-15,-2 2-10 0,1 3-10 0,-7-2-3 16,2 7-6-16,-9-1-4 0,0 1 0 0,1 7-5 16,0-3-3-16,1 6 2 0,-6 3-6 0,0 2 0 15,2 3-2-15,3 1 1 0,-3-1-1 0,7 2 2 16,3-6 0-16,-1 8-1 0,7-7-14 0,1 1 3 16,4-2-13-16,4-1 0 0,0 1 4 0,5-2-4 15,0-3-3-15,5-1-3 0,0 1-11 0,4-5-25 16,4 0-30-16,-4-3-52 0,11-4-49 0,-7 0-86 15,-1-4-145-15,5-3-457 0,-6 2 202 0</inkml:trace>
  <inkml:trace contextRef="#ctx0" brushRef="#br0" timeOffset="4848.72">7974 2603 109 0,'8'2'200'16,"-4"1"-10"-16,2-2-14 0,3 3-15 0,-1 0-9 16,2 1-16-16,2 3-8 0,-3-1-9 0,2 4-7 0,2 1-7 0,-3 1-7 15,0-1-6-15,0 4-10 0,-3-2 3 0,1 2-16 16,-2 3-3-16,-3-2-4 0,2 0-1 15,-3 0-9-15,-1 2-2 0,-1-3-4 0,-3 1 0 16,-1 0 2-16,1-5-3 0,1-2 1 0,-1 0 2 16,1-3 3-16,-1 1 7 0,0-3 4 0,2-1 20 15,1-4 42-15,-2 6 34 16,2-6 56-16,-3 5 44 0,3-5 38 0,0 0-22 16,0 0-29-16,0 0-19 0,1-23-22 0,3 12-25 15,3-5-20-15,7-8-17 0,-2-2-16 0,8-2-11 0,0-5-16 16,7-5-21-16,-7 6-9 0,11-6-18 0,-14 12-4 15,3 1-6-15,-2 1-3 0,-4 2-18 0,-1 8-24 16,-3 1-33-16,-4 5-37 0,0-1-53 0,-3 4-76 16,2 1-76-16,-5 4-68 0,0-4-68 0,0 4-338 15,0 0-815-15,-25 11 361 0</inkml:trace>
  <inkml:trace contextRef="#ctx0" brushRef="#br0" timeOffset="10328.32">9428 2953 156 0,'0'0'179'0,"0"0"0"0,0 0-20 16,0 0-19-16,0 0-2 0,0 0-14 0,0 0-4 15,0 0-9-15,0 0-12 0,6-11-9 0,-6 11-8 16,5-5-8-16,0 2 1 0,0-1 19 0,-1 0-5 16,2-2 1-16,-1 0-5 15,3-1 0-15,-1-2-5 0,3-5-3 0,0 1-3 16,4-2 0-16,-4-2-4 0,3-5-1 0,2-1 0 16,-2-4 0-16,1-2-8 0,-1-2-32 0,0-1-1 15,3-14 0-15,0 0 0 0,-4 0-5 0,3 0-3 16,-7 10 5-16,1-10 3 0,-1-3 3 0,-3 20 13 15,0 0 4-15,-1-2 2 0,-3 7 7 0,-2 4 4 16,1 3 9-16,0 0-4 0,-4 1 4 0,4 6 7 0,-1 0-11 16,1 0-4-16,0 1-1 0,-2 4-5 0,0 0-9 0,2-2-8 15,0 6-16-15,-2-3-17 0,2 4-22 0,0 0-21 16,-3-4-4-16,3 4 1 0,-9 9 2 16,1 3 4-16,-2 5 0 0,-4 9 7 0,-8 18 7 0,6 5 1 0,-3 1-2 15,-3 3 2-15,9-1 5 0,2 5 5 0,2-7-3 16,5-5 5-16,1-8 0 0,2-4 0 0,6 1 9 15,4-7-7-15,1 3 2 0,6-7 2 0,3 3 3 16,1-7 3-16,7-3 4 0,3-5 0 0,0 1 2 16,2-5-1-16,5-4 3 0,-2-2-5 0,2-3 2 15,-1-2 2-15,-2-3-5 0,2-3 6 0,-3 0-7 16,-5-3-1-16,-1 0 0 0,1-2 4 0,-5-2-4 16,-3-2 1-1,-3 6 2-15,-6-3 0 0,1 2 13 0,-3-2 7 16,0 2 15-16,-4 2 18 0,-1 0 5 0,-3 2 16 15,3 2 12-15,-3 0-1 0,-1 3-1 0,3-2-17 16,-2 4-11-16,-1 1-12 0,0 2-10 0,3-4-33 16,-3 4-29-16,0 0 4 0,0 0 0 0,0 0-7 0,-4 15 1 15,0-6 7-15,3 3 15 0,-2 4-14 16,2 0 5-16,-3-1-1 0,1 2 4 0,2 0-5 0,1 0 8 0,0-5-4 16,0-1 4-1,1 2 4-15,2-2-16 0,-3 0-8 0,1-3-6 16,2 0-7-16,-2-2-15 0,-1 0-6 0,0-2 4 15,0-4 6-15,0 7 8 0,0-7 7 0,3 5-12 16,-3-5-43-16,0 0-41 0,0 0-33 0,0 0-20 16,-12-15-39-16,7 6-31 0,0-3-233 0,-4-2-524 15,3-6 232-15</inkml:trace>
  <inkml:trace contextRef="#ctx0" brushRef="#br0" timeOffset="10475.44">10066 2440 228 0,'-2'-12'248'0,"-1"2"-1"0,6-4-4 0,-6 4-13 15,3 2-7-15,3-1-12 0,-3 2-27 0,1 0-19 16,-1 3-18-16,1 0-18 0,2-3-12 0,-1 3-23 0,1 1-31 0,1 0-36 16,0 1-41-16,-4 2-43 0,0 0-39 15,21 7-52-15,-14-4-45 0,-3 3-149 0,3 1-370 16,-1-1 164-16</inkml:trace>
  <inkml:trace contextRef="#ctx0" brushRef="#br0" timeOffset="10960.78">10419 2514 9 0,'0'0'368'0,"0"0"-11"15,0-6-13-15,0 6-20 0,3-3-15 0,-3 3-38 16,0 0-38-16,0 0-17 0,0 0-32 0,1-4-18 16,-1 4-25-16,0 0-16 0,0 0-13 0,0 0-15 15,1 13-12-15,3-5-13 0,-3 1-5 0,2 7-8 16,-2 2-8-16,0 2-2 0,-1 4-2 0,0 6-6 0,-1-2-10 0,-3-1 0 16,3 0-5-1,-3 0 0-15,3-1 1 0,0-7-7 0,-2 1 5 0,2-8-2 16,1 0-4-16,-3-1-7 0,6 0 8 0,-3-5-6 15,-3 0 4-15,3 0 10 0,0-6 26 16,0 5 34-16,0-5 45 0,3 6 33 0,-3-6 31 16,0 0-4-16,0 0-20 0,0 0-18 0,15-17-17 15,-7 6-14-15,2-2-13 0,3-3-11 0,3-2-8 16,2-4-15-16,-1 2-10 0,-3 4-8 0,-1-1-6 16,-2 2-10-16,1 2-3 0,-6 4-4 0,4 0-5 15,-5 1-7-15,-1 4-4 0,1-1-7 0,-1 0-20 16,0 3-26-16,-3-1-27 0,-1 3-14 0,13 0-17 15,-8 3-19-15,4 2-25 0,1 2-31 0,0-1-21 16,2 2-24-16,1 5-25 0,-4-4-26 0,4 5-39 0,-2-3-37 16,-2 0-28-16,-3-4-244 0,3 1-661 0,-4-1 294 0</inkml:trace>
  <inkml:trace contextRef="#ctx0" brushRef="#br0" timeOffset="11646.84">10787 2798 80 0,'0'0'253'0,"0"0"-1"0,0 0-10 16,0 0-6-16,0 0-18 0,-9-9-16 0,9 9-18 16,0 0-17-16,0 0-13 0,0 0-6 0,0 0-3 0,0 0-18 0,-3-3-13 0,3 3-4 15,0 0-16-15,8-2-12 0,-3-1-8 0,4-1-6 0,0 3-8 16,4-4-7-16,1 1-7 0,0-3 0 16,8 2-11-16,-2-2-4 15,6-3-5-15,-8 2-4 0,-2-1-1 0,3 2-3 16,-1-4-2-16,-4 2-1 0,4-3-2 0,0 2 0 15,-5-3-4-15,0 0 1 0,1 1-4 0,-8 3 2 16,3-2 5-16,-1-1 8 0,-3 1 5 0,-1 3 9 16,-2-1 0-16,0 4-2 0,-2-1-3 0,0-1-2 15,-2 2-4-15,-3 1-3 0,-1 1-2 0,-2 3-6 16,-2 0-2-16,-3 0-2 0,-5 7 0 0,-2-1 0 0,-7 7-4 0,3-3 1 31,-1 3-2-31,9 1-3 0,-7 1-1 0,1 2 3 0,7-2-3 16,-2 4 3-16,3-3-2 0,4 1-1 0,2 0-22 15,-2 1-5-15,6-1-4 0,5 0-3 0,7 0 8 16,-2-3 1-16,7 1 5 0,14-2 0 0,4 0 5 16,20-1 1-16,-13-7 5 0,21 0-14 0,1-3-12 15,1-4-13-15,3-2-5 0,-1 1-1 0,-2-6-1 16,-1 0-4-16,-4 0 4 0,-3-3 1 0,-16 2 8 16,-1-3 8-16,-4 0-1 0,-3 0 3 0,-6-3 18 15,-9 6 23-15,-1-1 20 0,-7-1 25 0,2 2 8 16,-5 0 4-16,-2 2-3 0,-2 0 1 0,-3 1-4 15,-3 0-6-15,2 2-8 0,-6 0-4 0,-2 3-11 16,0 2 1-16,-7 0-8 0,1 1 1 0,2 4-8 0,-2 1 2 0,1 1 0 16,-1 3-4-16,1 0-2 0,1 1-2 15,-2 0 0-15,6 3 4 0,2 3-4 0,-1-5 0 0,2 2-12 16,2-3-10-16,3 0-2 0,5-1 5 0,-1-2 3 16,-2-2 4-1,6 1 9-15,-2-2 8 0,3 0 12 0,5-2 10 0,0-1 17 16,4-2-13-16,1 0 5 0,1-1-1 15,5-1-5-15,1-2 3 0,-3-3-5 0,2 2-7 16,-1-2-1-16,-1 2 2 0,0-3-7 0,-1 4 6 16,-2-2 9-16,-2 2-10 0,-3 0-10 0,2 1 11 15,-6 1-10-15,1-1-2 0,-7 3-10 0,10-3 5 16,-5 2-16-16,-5 1-21 0,4-4-33 0,-4 4-39 16,0 0-60-16,6-2-39 0,-6 2-63 0,9-2-74 15,-9 2-176-15,8-3-552 0,-5 1 244 0</inkml:trace>
  <inkml:trace contextRef="#ctx0" brushRef="#br0" timeOffset="11978.48">11900 2563 115 0,'1'-6'310'31,"3"3"-31"-31,-3 0-28 0,3 1-32 0,-4 2-25 0,9 0-22 0,-9 0-13 16,12 7-11-16,-6 1-13 0,4 1-7 0,-1 6-11 15,1 0-10-15,0 2-9 0,-2 0-9 0,-1 2-10 16,-2 0-5-16,-1-2-7 0,-2 4-8 0,3-6-3 16,-4 0-4-16,1-1-5 0,-2-4-6 15,1-2-2-15,0-1-2 0,-1-2 8 0,-1 0 30 16,4-1 44-16,-3-2 57 0,0-2 64 0,1 3 45 16,-1-3 25-16,0 0-17 0,0 0-34 0,0 0-26 15,10-17-20-15,-2 7-26 0,2-7-19 0,-1 2-20 16,3-2-16-16,4-4-13 0,-3 4-10 0,2-5-17 15,2 3-14-15,-3 4-12 0,-4 3-26 0,0 1-26 16,-1 3-34-16,-2-2-27 0,0 3-37 0,0 0-46 0,-2 2-54 0,-1 4-55 16,-1-4-75-16,3 5-42 0,-6 0-33 0,0 0-53 15,6 6-270-15,-6-1-770 0,0-5 340 0</inkml:trace>
  <inkml:trace contextRef="#ctx0" brushRef="#br0" timeOffset="12911.89">13599 2492 161 0,'0'0'234'16,"0"-6"-17"-16,-1 1-13 0,1 5-12 0,-4-2-15 15,3-2-17-15,1 4-19 0,-4-4-11 0,4 4-18 0,0 0-10 0,-14 3-15 16,5 2-5-16,-1 0-15 0,-4 3-2 0,0 2-6 15,-1 2-8-15,2 4-9 0,-5 3-4 0,1 3-6 16,-2-1-1-16,1 4-5 0,4-1-1 0,3 0-6 16,-1 0 2-16,4-6-3 0,2 0-1 0,2 4 0 15,-1-5 18-15,4 0 7 0,1 0 5 0,1-6 5 16,4 1 4 0,-1-2 13-16,2-2 9 0,2-1 13 0,4-4 3 15,-1 1 8-15,2-4-6 0,6 0 7 0,3-2-4 0,-2-3-3 0,7-4-17 0,-1-1 20 16,-1-4-8-16,-6 4 0 0,-2-2-4 0,6-7-4 15,-5 2-9-15,1-3-8 0,-5-4-1 0,0 0-12 16,-2 0-9-16,-3-1 0 0,-4 0-10 0,-4 4 2 16,2 2-3-16,-3 1-8 0,-3 2 4 15,0 4-12-15,1-1-3 0,-3 4-9 0,0 0-16 16,-3 2-3-16,3 2-8 0,-3 2-18 0,-2 1-28 16,0 0-30-16,-2 5-30 0,1 1-33 0,-1 0-33 15,3 4-44-15,-1-1-52 0,5 3-276 16,2-4-612-16,2 5 271 0</inkml:trace>
  <inkml:trace contextRef="#ctx0" brushRef="#br0" timeOffset="13475.97">13927 2470 47 0,'0'0'232'16,"2"-3"-26"-16,-2 3-21 0,7 0-19 0,-7 0-23 16,9 0-10-16,-9 0-18 0,12 5-8 0,-4 2-13 15,2-2-7-15,0 3-12 0,2 5-6 16,-2 0-8-16,2 3-4 16,-1 1-8-16,-2 0-1 0,-1 0-6 0,-2-1-4 0,-1 0-2 15,0 3 0-15,-1-2-5 0,0-1-2 0,-3 1-1 0,0 0-5 16,-1-5 6-16,3 0-8 0,-6-1 2 0,2-2-3 15,1 1 7-15,-1-5 5 0,-3 0 13 0,8 0 19 16,-8-1 17-16,4 0 34 0,0-4 38 0,4 4 45 16,-4-4 48-16,0 0 20 0,0 0-31 0,0 0-25 15,-4-14-21-15,8 3-19 0,-3 0-17 0,3-5-18 16,0-2-13-16,5-7-13 0,0-1-10 0,2-1-11 16,1 0-10-16,2 5-7 0,-7 4-7 0,3 0-9 15,0 2-4-15,-5 6-4 0,0-2-7 0,-1 4-2 16,1-1-6-16,-3 4-2 0,1 0-6 0,0 0-6 15,-2 3-14-15,3-2-33 0,-4 4-42 0,2-4-49 16,-2 4-48 0,0 0 12-16,0 0-3 0,7 8-22 0,-6-3-20 0,-1 0-29 0,1 2-28 15,-1 0-30-15,-2 0-48 0,0 3-218 0,2-3-600 16,0-2 265-16</inkml:trace>
  <inkml:trace contextRef="#ctx0" brushRef="#br0" timeOffset="14414.19">14752 2534 148 0,'-1'-4'213'0,"-6"1"-17"0,2-1-18 0,-1 1-15 16,-3 1-20-16,-4 2-15 0,-3 0-12 0,0 2-14 16,-4 0-8-16,1 3-7 0,-1 2-13 0,1 3-10 15,-8-1-3-15,7 2-8 0,2-1-9 0,-1 4-6 0,2 1-2 16,-2-1-3-16,6 0 0 0,-2 1-5 0,6-1-2 16,0 3 0-16,2-5-5 0,3 0-3 15,1-2 3-15,3 0 3 0,1 4-1 0,2-8 4 16,3 3-1-16,3-2 2 0,0-4-1 0,4 3 1 15,6-6-2-15,-1-4 0 0,4 1 1 0,-2-1 8 16,6-8 5-16,-8 4 10 16,6-7 12-16,-1-2 8 0,-3-1 5 0,0-2 2 15,0-3 2-15,-4-3-7 0,0-2-7 0,-1-4-9 16,1-1 5-16,0-15-9 0,-4-1-9 0,-2 0-1 16,1 2 1-16,-4 0 16 0,-2 15 23 0,-2-4 16 15,0 6 28-15,-4 4 10 0,2 5 20 0,2 4 1 0,-4 5 0 0,1 4-5 16,-2-1-9-16,2 2-16 0,0 2-17 15,-1-2-20-15,1 3-42 0,0 4-46 0,-1-6-54 16,1 6-33-16,0 0 9 0,0 0 7 0,-7 18-2 0,4-7 15 16,-3 6 7-16,-1 14 5 0,0 5-2 0,-3 8 13 15,0 5 4-15,0-1-3 0,1-5 13 16,5-6 11-16,0-2-3 0,4 0 2 0,0-4-13 16,4 1-4-16,1-5 4 0,0-6-1 0,-1 0 1 15,0-6 9-15,2 0-12 0,-1-6 7 0,3 1 7 0,-4-4 5 0,1 0 11 16,2-3 22-16,5-1-3 0,-2-2 8 0,4 0 6 15,4-5 8-15,0 0 7 0,1-2-2 0,-2-3 7 16,-2-2-1-16,3 0 2 0,0-7 3 0,0 0-3 16,-8 3 15-16,3 2 4 0,-4-2 6 0,2 3 9 15,-3 2 10-15,-1 1 6 0,-2 2 4 0,0 1 0 16,-2 2-5 0,0 0-13-16,0 1-13 0,0 1-12 0,0-1-22 15,-3 4-30-15,1-5-26 0,-1 5-41 0,0 0-32 0,0 0 5 0,0 0 2 16,4 12 7-16,-4-2 15 0,-1 1-2 0,-2 4 6 15,1-1 12-15,0 3 1 0,1-2 7 0,0 4 1 16,-2-2 4-16,2-1 2 0,0 0 0 0,1-3 9 16,-2-1-3-16,2-3-26 0,-1 0-14 0,1-2-10 15,-1-2 2-15,1 0 8 0,0-1-4 0,-1 0 9 16,1-4 13-16,0 4 5 0,0-4 8 0,0 0-35 16,0 0-53-16,0 0-46 0,-3-12-40 0,1 4-26 15,-2-7-49-15,0-2-45 0,-1-1-233 0,-2-10-596 16,2 2 264-16</inkml:trace>
  <inkml:trace contextRef="#ctx0" brushRef="#br0" timeOffset="14536.61">15022 2205 53 0,'1'-9'254'16,"-1"2"16"-16,-1 2-4 0,2 1-27 0,-1-1-29 16,0 1-20-16,0 4-25 0,0-4-22 0,0 4-17 15,0 0-26-15,0 0-25 0,0 0-37 0,0 0-36 0,14 8-36 0,-9-2-45 16,0 1-42-16,-1 3-57 0,-3 0-109 0,2-4-310 15,-1 4 137-15</inkml:trace>
  <inkml:trace contextRef="#ctx0" brushRef="#br0" timeOffset="15324.71">15235 2381 219 0,'0'0'264'16,"1"3"-27"-16,-1-3-32 0,3 3-28 0,-3-3-16 16,-3 7-19-16,2 1-14 0,-2 1-11 0,2 3-10 15,0 5-14-15,-3 0-8 0,-1 3-10 0,3-1-4 16,-2 0-8 0,1 1-6-16,-1-2-6 0,-1 0-2 0,5-1-5 0,-1-4-2 15,-2-1 9-15,3-3-1 0,0 0-2 0,0-2 0 0,0-1 5 16,0-2 15-16,0 1 27 0,0-5 31 0,0 6 34 15,0-6 37-15,0 0 22 0,0 4 25 0,0-4-16 16,0 0-27-16,11-12-23 0,-4 4-17 0,1 1-18 16,-3-4-14-16,6-4-14 0,0-2-8 0,1 4-17 15,-3-3-16-15,4 3-5 0,-4-2-8 0,-4 5-5 16,2 1-4-16,-3 2-2 0,2-1-10 0,-2 4-7 16,-2 2-6-16,1-1-13 0,-1 1-22 0,2-1-27 15,-4 3-28-15,4-2-39 0,-4 2 9 0,0 0 12 16,5 8 7-16,0-1 4 0,-1 0 1 0,-3 2-8 15,7 1 9-15,-2 0-5 0,8 5 6 0,7 2-1 16,3-1-8 0,3-3-10-16,1-3-15 0,3 2-12 0,3-5-10 15,3 0-8-15,4 0-4 0,9-5 6 0,-12-1 3 16,-1-1 4-16,-1-2 15 0,0-2 4 0,-4-3 10 0,-1-2 8 0,-7-3 10 16,-4 5 16-16,-3-8 20 15,-2 3 17-15,-1-1 15 0,-1-2 15 0,-4-1 17 16,-2 2 10-16,0-2 23 0,-5 6 7 0,0-2 4 15,0-1 2-15,-2 3 4 0,-2 3 0 0,2-3-9 0,0 5-5 0,0-2-5 16,-2 2-8-16,-1 2-12 0,-3 2-2 0,0 0-9 16,6 1-1-16,-15 1-4 0,2 1 2 0,2 5-9 15,-5 3 2-15,0 1-3 0,-1 2-1 0,-4 4 7 16,1 0-7-16,1 1-2 0,0 2-3 16,2 0 0-16,2 0 1 0,2-4-5 0,4-1-14 0,-1 1-7 15,1-3-1-15,4-1-5 0,1-4 1 0,3-2 8 0,-2 1-6 16,3-1 2-16,-2-2 6 0,-1 1 10 0,3-2 13 15,0-3 11-15,7 2 14 0,-7-2 0 0,12-1 0 16,1-3 3-16,0 2-11 0,-3-6 15 0,4 3 1 16,-1-4-2-16,5-1-7 0,-4 0-7 0,3 1-4 15,-5-3 1-15,4 2-4 0,-6 4 2 0,-1 0-2 16,1-1 0 0,-5 4 5-16,0-1-2 0,2-1-3 0,-3 3-10 0,-2-1-2 15,-2 3-8-15,8-1-17 0,-8 1 4 0,7 0-4 0,-7 0 3 0,8 6 9 16,-4-1-10-16,6 2 2 0,-5 0-9 0,2 3 6 15,3-2-28-15,-5 1-21 0,5 0-37 0,-1 1-41 16,-1 0-46-16,1-3-61 0,0-1-306 0,-3 0-604 16,1-4 268-16</inkml:trace>
  <inkml:trace contextRef="#ctx0" brushRef="#br0" timeOffset="15970.4">16198 2406 185 0,'2'-3'328'15,"0"-2"-23"-15,-2 1-32 0,0 4-30 0,4-5-28 16,-4 3-26-16,0 2-17 0,0 0-21 0,0 0-4 16,0 0-24-16,11 9-13 0,-8-4-6 0,1 3-21 15,5 3-11-15,-4-3-10 0,-1 2-15 0,4 3-14 0,-3 0-13 0,1 0-16 16,-1-2-11-16,-1-1-6 0,4 0-12 0,-3-1 0 15,1-3-4-15,-2 1 4 0,-1-3 4 0,-1-1 4 16,1 1 6-16,1-3-2 0,-4-1 7 0,0 0 6 16,14-5 8-16,-9 0 0 0,1 0 14 0,-1-3 17 15,2-1 2-15,0 0 5 0,0-1 8 0,-1 0 8 16,3-4 8-16,0 4 2 0,-3-1 11 0,1 2 7 16,-1-2 8-16,1 4 3 0,0-3 4 15,-3 5 7-15,-1 2-10 16,-1-2-5-16,2 0-11 0,-3 1-13 0,3 2-16 15,-3-2-9-15,-1 4-26 0,8-1-14 0,-8 1 1 16,5 6-6-16,0 2-4 0,-1 0-6 0,5 8 0 16,-5 1-1-16,5 5-3 0,-3 2-1 0,2 4-2 15,-4 2-3-15,1 1 1 0,-1 2 1 0,-2 2 0 16,-3 0 7-16,-3-2-1 0,-1 13 6 0,-1-14-5 0,-1 2-1 16,1 1 3-16,-7 0 6 0,4-3-2 0,-4-2-8 0,3 0 1 0,-4-6 1 15,0-2 0-15,4-7 1 0,-2-1 1 0,-2-5 5 16,3 3 0-16,-5-4 10 0,0-1 8 0,3-4 25 15,-1-3-2-15,0-1 27 0,-3-3 26 0,3-1 34 16,4 0 25-16,-2-2 16 0,5-3-2 0,-1-2 0 16,4-4-6-16,3-2-11 0,4-6-21 0,7-5-15 15,6-5-23-15,15-11-26 0,8-2-26 0,21-15-17 16,6 1-20-16,-23 20-4 0,25-15-4 0,-21 17-2 16,-4 5-1-16,-1 3 3 0,1 2 4 0,-13 7 0 15,-1 6 11-15,-5 1 6 0,-8 4 14 0,-7 4 8 16,1 0 2-16,-3 2-4 0,1 0-5 0,-4 3-21 15,2-3-37-15,-2 3-57 0,-4 2-58 0,1-2-46 16,-1 2-40-16,0 0-54 16,-26 12-69-16,9-5-104 0,2 0-238 0,-3-2-750 15,5-2 331-15</inkml:trace>
  <inkml:trace contextRef="#ctx0" brushRef="#br0" timeOffset="18591.24">13698 2728 76 0,'0'0'121'16,"-5"-1"-6"-16,5 1 3 0,0 0-5 0,-5-4-3 15,5 4 0-15,0 0-15 0,0 0-2 0,0 0-8 16,0 0-1-16,0 0-18 0,0 0-8 0,0 0-4 16,0 0-6-16,0 0-7 0,12-3-2 0,-3 1-6 31,4 2-1-31,6 0-4 0,8 0 8 0,6 0-4 0,3-2-4 16,14 4 7-16,4-5 0 0,7 3 0 0,8-2 11 15,28-5 1-15,0 3 7 0,16-2 4 0,8-3-1 16,7 3 4-16,6-2-9 0,9-1 1 0,-1 3-1 15,-3-1-7-15,3 2-1 0,-5 3-5 16,-3 0-6-16,-8 2-1 0,-9 0-5 0,-8-3 0 16,-5 2-2-16,-5 4-1 0,-9-2-4 0,-27 1-4 0,0 0 1 0,-6-2-1 15,-5 0-8-15,-12 2 2 0,-3-4-3 0,-4 2 7 16,0 0-8-16,-12-3-2 0,2 3 4 0,-8-1 7 16,-2 0 12-16,-1-1 12 15,-2 2 18-15,-4-1 14 0,1 1 9 0,-7 0 4 16,9 0-7-16,-9 0-4 0,7-1-6 0,-7 1-11 15,8-1-9-15,-8 1-15 0,0 0-15 0,4-2-25 0,-4 2-32 0,0 0-37 0,0 0-43 16,6 4-21-16,-6-4-10 0,0 0-24 0,4 6-30 16,-1-2-35-16,-3-4-129 0,4 3-398 0,2 0 177 15</inkml:trace>
  <inkml:trace contextRef="#ctx0" brushRef="#br0" timeOffset="19107.9">18382 2407 104 0,'-5'-1'166'0,"0"-3"-16"0,-1 3-10 0,-3-3-7 16,-5 3-19-16,-3 3-6 0,-5 1-15 15,-6 2 3-15,-2 2-20 0,-2 1-1 0,-3 4-10 16,-2 1-1-16,1 4-8 0,1-1-14 0,3 3 6 15,-12 5-8-15,16-5-6 0,-1 0-3 0,6 2-2 16,1 0-4-16,4-1-3 0,5-3 13 0,3-1 18 16,6-1 3-16,4 1 4 0,3-3 2 0,5 2 6 0,0-5 4 0,9 3-1 15,7-2 1-15,8-2-6 0,0-4-8 0,3-1 0 16,2-3-5-16,2-4-7 0,0-3-1 0,-1 0-4 16,-6-4-3-1,0 3 2-15,-1-7 8 0,-6 2 10 0,-7 0 1 16,-4 0 7-16,0-5-1 0,-2 0-1 0,-3-5-3 15,-2 3 3-15,-7-4-8 0,0 4-1 0,-5-8-6 16,0 9-6-16,-4-4-10 0,1 5-2 0,-3-3-8 16,-3 8-5-16,-1-2-9 0,-1 2-11 0,0 5-11 15,-2-3-11-15,0 4-23 0,-4 4-29 0,4-2-29 16,4 3-32-16,-3 2-53 0,6-1-51 0,-2 4-205 16,4-2-482-16,5 1 213 0</inkml:trace>
  <inkml:trace contextRef="#ctx0" brushRef="#br0" timeOffset="19531.43">18598 2380 163 0,'4'-3'222'0,"-4"3"-26"0,9 0-24 16,-4 3-19-16,4-2-13 0,-4 4-12 0,4 3-8 15,0 2-12-15,1 5-6 0,2-1-10 0,-3 3-7 16,0 0-8-16,-3 0-10 0,-2 1 0 0,0 2-13 16,0-1-3-16,-2-1-2 0,0-1-5 0,-2 0-6 15,0-1-2-15,0-1-5 0,-2-5 0 0,2 2 4 16,-1-5 7-16,2-1 11 0,-2-2 12 0,0 1 20 16,-1-1 29-16,1-1 31 0,1-3 49 0,-2 2 41 15,2-2 38-15,0 0 16 0,0 0-32 0,0 0-28 0,6-13-25 16,-2 4-21-16,5-4-17 0,-2-4-16 0,1-1-17 15,1-4-14-15,5-3-10 0,0 1-12 16,3 1-10-16,-2-2-10 0,-1 1-7 0,-5 7-9 16,5 3-4-16,-8 1-6 0,2 2-6 0,-4 4-6 0,1-1-2 0,0 3-5 15,-1 1-5-15,-3 0-22 0,3 0-33 0,-4 3-40 16,3-3-49-16,-3 4-36 0,4-3-47 0,-4 3-39 16,0 0-3-16,0 0-2 15,0 0-13-15,2 8-19 0,-2-8-28 0,0 12-33 16,4-3-251-16,0-3-637 0,-1-1 282 0</inkml:trace>
  <inkml:trace contextRef="#ctx0" brushRef="#br0" timeOffset="20163.24">19508 2401 185 0,'0'0'224'0,"4"-4"-3"0,-4 4-15 16,0-3-17-16,0 3-26 0,0 0-15 0,-9-3-15 0,9 3-18 0,-13-2-13 0,3 2-7 15,-8 0-10-15,-2 0-12 0,2 5-8 0,-3-2-2 16,1 2-6-16,-8 0-9 0,0 8 1 0,1-2-9 15,0-1-4-15,1 4-2 0,2 1-9 0,0-1 2 16,7-2-3-16,-4 7-2 0,6-3-5 0,3 0 3 16,0-2-4-16,3 3-2 0,3-3-1 0,5-1 5 15,2-2-4-15,3-1 1 16,-2 0 3-16,9-2 0 0,-2-1 0 0,3 0-3 16,1-2 4-16,9-5-1 0,-3 0 8 15,1-3-2-15,2-1 6 0,6-4 12 0,-10-2 9 16,1-1 14-16,3-9 8 0,-1 1 9 0,-4-5 8 15,0-3 5-15,-3 0-4 0,0-3-10 0,0-4 2 16,2-11-9-16,1-4-10 0,-4-1 9 0,-1 1-23 16,0 2 7-16,1-1 15 0,-4 2 12 0,-1 11 3 0,-2 0 7 0,-1 2 10 15,0 3-12-15,-1 3 22 0,-1 2 12 0,-2 8 2 16,2 5 3-16,-3 2-1 0,1 3-10 0,-1 0-19 16,0 2-13-1,1 0-37-15,-1 1-45 0,0 4-51 0,1-5-59 16,-1 5-43-16,0 0 4 0,0 0 22 0,-3 14 2 15,0 1 15-15,-2 3 10 0,-3 11 14 0,-2 2 5 0,1 4 10 16,-3 14 8-16,1-1 5 0,2 4 5 0,0 3 7 16,0-5 15-16,4 0-6 0,-1-3 7 0,4-13 0 15,4 2 5-15,0-4 4 0,0-3 4 16,1-3 3-16,0-6 3 0,2-4 6 0,1-2 4 16,-2 0-3-16,0-5 0 0,1 1-2 0,3-3 3 15,-3-1-3-15,0-2-15 0,3-2-23 0,2-1-49 16,0-2-64-16,-1-1-82 0,4-2-330 0,4-7-609 0,-3 2 270 0</inkml:trace>
  <inkml:trace contextRef="#ctx0" brushRef="#br0" timeOffset="20463.98">19824 2339 41 0,'0'0'398'0,"0"0"-12"16,-3-8-21-16,3 8-35 0,-1-4-34 0,1 4-40 15,0 0-28-15,0 0-25 0,0 0-33 0,0 0-25 16,0 0-18-16,0 0-11 0,0 0-16 0,0 0-11 0,-3 21-9 16,1-10-10-16,2-1-4 0,-3 2-7 0,2 5-7 15,-2-1-4-15,0 2-4 0,1-1-2 0,0-2 7 0,-1 2-17 16,2-2-4-16,0-2-23 0,-1-3-10 0,0 1-10 15,2-5-21-15,-1 0-18 0,-1 0-11 0,1-2-1 16,0 0 2-16,-2-1 3 0,3-3 7 16,0 4-15-16,0-4-54 0,0 0-69 0,-3-12-64 0,3 3-206 0,-2-6-499 15,1-2 222-15</inkml:trace>
  <inkml:trace contextRef="#ctx0" brushRef="#br0" timeOffset="20610.93">19857 2077 58 0,'1'-9'322'0,"2"4"-15"0,-2-2-21 0,0 2-29 16,2 0-27-16,1 2-30 0,-2-1-19 16,-2 0-54-16,0 4-36 0,4-1-25 0,-4 1-29 15,9 7-37-15,-6-2-37 0,-1 0-48 0,2 4-68 16,1 4-162-16,-4-4-340 0,1 1 150 0</inkml:trace>
  <inkml:trace contextRef="#ctx0" brushRef="#br0" timeOffset="21049.79">20088 2346 333 0,'0'0'387'0,"0"0"-43"0,0 0-40 0,0 0-34 16,5 0-33-16,-5 0-53 0,0 0-21 0,-1 12-13 15,1-6-19-15,1 6-10 0,-1 3-13 0,0 1-13 16,-4 3-5-16,3 10-7 0,-4-4-14 0,-1 0-1 16,-1 0-11-16,2-1-5 0,0-7-5 0,3 0-1 15,-2 0-5-15,2-6-9 0,1-2 0 0,1-3-1 16,-3 1-1-16,1-2 10 0,2-5 21 0,2 8 42 0,-2-8 28 16,-2 4 39-16,2-4 37 0,2 3 27 0,-2-3 17 0,0 0-26 15,0 0-23-15,11-12-16 0,-5 5-22 16,1-1-18-16,5-6-11 0,1 0-16 0,2-6-16 15,2-2-9-15,1 2-16 0,0-3-15 0,-4 7-4 16,-1 3-4-16,-2 1-5 0,-4 4-4 0,-1-1-3 16,-1 4-7-16,0 1-7 0,-1-1-6 0,-1 0-17 0,0 2-24 0,-3 3-34 15,0 0-42-15,0 0-28 0,0 0 7 0,12 8 4 16,-8-3-3-16,2 2-4 0,0 4-17 0,1 0-11 31,2 5-9-31,3-2-15 0,0 3-12 0,0-3-9 0,2 0-8 0,2 1-24 16,7 0-28-16,4-5-43 0,0 0-43 0,1-5-253 15,0-1-639-15,2-2 283 0</inkml:trace>
  <inkml:trace contextRef="#ctx0" brushRef="#br0" timeOffset="21413.12">20877 2433 19 0,'5'-13'235'0,"-3"-3"-3"0,0 6 5 15,-1-3-4-15,0 4-10 0,-1 0-2 0,0 1-25 16,-1 4-19-16,0-3-20 0,1 7-18 0,-2-9-18 0,2 9-18 15,-2-4-12-15,-3 4-6 0,5 0-7 0,-14 4-12 0,2 3-9 16,3-3-8-16,-5 6-1 0,0-1-7 0,0 3-3 16,0 0-4-16,-4 2-7 0,1 4 1 0,0 1-5 15,-4 3 2-15,6-3 0 0,0 3-9 0,3-6 1 16,3 0-1-16,1-2 0 0,3-2-2 16,3-2-6-16,-2 2 2 15,3-7 2-15,1 2 1 0,1 0 15 0,0-2 7 0,3-2 14 16,1 1 9-16,-5-4 6 0,19 0 3 0,-7-5 3 15,2 3 4-15,4-3 2 0,0-2-1 0,-2 0-3 16,0-3-4-16,4 3-2 0,-6 0 0 0,-4 0-5 16,3 1-3-16,-4 1 2 0,-4 3-1 0,5-1-7 15,-6 1-4-15,3-1-12 0,-7 3-2 0,9-4-13 16,-9 4-16-16,7 0-11 0,-7 0-8 0,12 4-4 0,-7-1-7 16,0 2-17-16,2-1-30 0,1 3-21 15,0 1-39-15,0 0-49 0,0-1-59 0,3 2-81 16,-4-5-227-16,-1 0-594 0,2 0 262 0</inkml:trace>
  <inkml:trace contextRef="#ctx0" brushRef="#br0" timeOffset="21774.72">21219 2358 121 0,'0'0'276'0,"4"-5"-29"0,0 3-26 0,-4 2-26 16,0 0-22-16,15 4-20 0,-7-1-16 0,-2 3-11 16,3 2-17-16,-1 0-8 0,-2 6-9 0,1-2-8 15,-3 6-8-15,-2-1-6 0,3 2-7 0,-5 1-6 16,0-2-6-16,-5 7-4 0,4-4-3 0,-7 4-3 16,2-7-3-16,-1-2-3 0,2 0-5 0,-1-4-2 15,2-1 2-15,-1-2-5 0,2-2 8 0,-1-2 8 16,3 1 21-16,0-2 31 0,1-4 40 0,-4 7 64 0,-1-6 36 0,5-1 44 15,0 0 27-15,0 0-11 0,0 0-30 0,0 0-22 16,-3-13-13-16,6 5-23 0,-3 2-22 0,6-5-15 16,3-6-19-16,-5-2-21 0,5 0-7 15,1-8-18-15,2 2-35 16,2-1-27-16,-3 0-31 0,2 4-30 0,0-2-41 16,-4 6-41-16,1 0-42 0,1 3-58 0,-3 1-44 15,-3 5-57-15,2 1-60 0,0-2-65 0,-3 5-302 16,1 0-789-16,-1 3 349 0</inkml:trace>
  <inkml:trace contextRef="#ctx0" brushRef="#br0" timeOffset="22384.2">21513 2338 1923 0,'0'0'219'0,"-1"-7"26"0,2 2 7 15,-1 5-30-15,-1-6-25 0,1 6-30 0,0 0-42 16,-3-7-32-16,3 7-22 0,0 0-12 0,0 0-22 15,0 0-20-15,0 0-6 0,0 0 3 0,0 0-7 16,12 18-6-16,-7-7-4 0,-1 0-17 0,0 1-8 16,2 3-3-1,0-1-9-15,-1-2-8 0,1 1-7 0,0-4-8 0,1 1 3 16,0-1 5-16,-3-3 2 0,1-1 11 0,0 1-1 16,0-3 12-16,1-1 5 0,1-1 12 0,-7-1 21 15,11-6 12-15,-3 4 15 0,0-5 12 0,-2 1 15 0,3-5 6 16,1 5 6-16,-2-5 7 0,2-3 10 0,-1 5 8 15,5-3 7-15,-6 3 4 0,5-4 14 0,-4 1-6 16,-2 4-2-16,-2-1 7 0,2 4-7 0,-2 0-10 16,0 0-15-16,-3 2-8 0,2 0-16 0,-4 3-26 15,4-5-26-15,-4 5-37 0,0 0-3 0,0 0-7 16,13 13-6-16,-11 3 2 0,1 4 1 0,-2 7 6 16,-2 6-3-16,-3 13 2 0,-5 3 0 0,-2 2 8 15,-7 2 6-15,-1-2 1 0,-4-1 5 0,-3 1 0 16,-2-3 1-16,1 3 0 0,2-5 6 0,-2 0 5 0,1-5-4 15,8-14 3-15,2 0-1 0,-2-6 2 0,0-1 8 16,8-6-8-16,1-3 6 0,1-2 21 0,-1-4 20 16,4-1 31-16,0-1 21 0,-3-3 11 0,8 0 2 15,-16-11 12-15,9 3 18 0,-4-5 17 0,3-4 11 0,3-2-4 16,4-10-4-16,2 0-19 0,8-5-20 16,10-7-21-1,5-8-24-15,12 1-24 0,22-22-31 0,3 2-25 0,3 5-13 0,1 7-10 16,-15 13-8-16,-1 5 2 0,-1 3-3 0,3 4 7 15,-20 11 3-15,-1 1-4 0,-4 3 4 0,-3 4 3 16,-6 2 3-16,-8 5 0 0,3-2-2 0,-7 2-6 16,1 2-34-16,0 1-55 0,-6 2-57 0,0 0 3 15,0 0 2-15,0 0-23 0,-17 17-47 16,-7-6-66-16,1 1-84 0,-5-1-321 0,4 1-763 0,6-3 337 0</inkml:trace>
  <inkml:trace contextRef="#ctx0" brushRef="#br0" timeOffset="23617.89">23846 2472 199 0,'-6'-3'180'0,"2"-2"-19"0,-5 3-14 16,-5-2-18-16,-4 3-8 0,-1 1-15 0,-1 1-5 16,-12 3-11-16,-1 3-3 0,-2 0-12 0,3 1 4 15,0 4-17-15,-2 1-1 0,4-2-3 0,1 3-3 16,2-1-7-16,3 4 3 0,7-7-11 0,-1 4 1 16,4-1-8-16,1 0 0 0,4-2-5 0,4 0-3 15,1-1 3-15,6 0 12 0,2-1-2 0,3 1 7 16,7-1 4-16,4-1-2 15,13-4 1-15,-2-2-7 0,3-3-1 16,0 0-2-16,1-6-2 0,7 0 4 0,-8-3 5 16,1-4 5-16,-4-3 5 0,0-2 3 0,-4-2 5 15,-2 0 3-15,2-6 2 0,-4 1-4 0,-4-5-2 16,1-1-3-16,-4 3 2 0,1-17-2 0,-2 1-2 16,-3-1-5-16,-4 12-5 0,4-16-6 0,-8 17 3 0,3-1 16 15,-2 3-1-15,-2 1 12 0,-2 4 2 0,-4 9 2 0,7 1 12 16,-6 3-7-16,4 4-10 0,0 1-8 0,-1 3-17 15,1 1-52-15,0 0-40 0,0 4-37 0,0 0 8 16,-8 11 4-16,1 4 13 0,0 4 3 0,-3 5 5 16,1 7 5-16,3 5 1 0,-1 11 0 0,1 1 2 15,1 3-1-15,2-4 3 0,3-12 4 0,4 1-1 16,5 0 6-16,-1-5 1 0,2 2 7 0,3-9 0 0,-3-2 5 0,0-6 3 16,2-3 2-16,0-2 3 0,-1-3 3 0,1-1 9 15,1-5 5-15,2-2 6 0,2-4 6 16,4-3 3-16,-1-1 15 0,2-8-4 0,-4 5 6 15,2-7 0-15,-2 0 1 0,-1-3 3 0,-2 1 6 16,0-2 3 0,-3 6 7-16,-2-1 16 0,0 4 8 0,-1-1 8 15,-2 5 10-15,0 1 2 0,-4 3-14 0,1 0-7 0,-1 1-17 16,0 1-9-16,-3 3-44 0,5-5-31 0,-5 5-8 16,0 0 6-16,0 0-1 0,0 17 3 0,0-7 4 15,-2 6 1-15,0 1 4 0,-3 0-6 0,1 1 16 0,0 1-7 0,0 1 6 16,-2 5-3-16,1-5 0 0,5-3 4 15,-4-1-2-15,2-1-21 0,0-5-13 0,1-2-26 16,1 3-12-16,-2-5-14 0,2-3-4 0,-2 3 7 16,2-3 8-16,0-3-43 0,0 0-68 0,0 0-42 15,0 0-40-15,-6-15-195 0,5 1-506 0,-2-3 224 16</inkml:trace>
  <inkml:trace contextRef="#ctx0" brushRef="#br0" timeOffset="23720.52">24228 2140 127 0,'0'-5'250'16,"0"-4"-20"-16,2 3-17 0,-2 1-28 0,0-1-32 16,0 3-46-16,1 0-33 0,-1 3-22 0,0 0-30 15,0 0-30-15,0 0-49 0,0 0-55 0,10 13-94 16,-10-9-224-16,5-3 100 0</inkml:trace>
  <inkml:trace contextRef="#ctx0" brushRef="#br0" timeOffset="24150.47">24803 1867 177 0,'3'-4'301'0,"-2"-1"-26"15,1 2-24-15,-1-1-29 0,-1 0-25 0,0 4-24 16,3-5-37-16,-3 5-24 0,0 0-16 0,0 0-9 15,0 0-12-15,-8 20-8 0,0-6-6 0,-6 8-8 16,0 7-5-16,-4 1 4 0,-4 16-4 0,-5 4 1 16,-6 26-2-16,3 0 3 15,7-22-7-15,-7 23 1 0,10-22-3 0,6 1-5 16,0-2-1-16,1-4-5 0,8 1-2 16,2-15-2-16,2 11-2 0,2-12-3 0,2-5 0 0,-1 4 1 0,1-8-1 15,1 0-2-15,-2-7-2 0,1-3-1 0,-2 1 6 16,-2-5-13-16,2-2 6 0,-1-3-7 0,0 0 11 15,0-7 25-15,0 8 21 0,0-2 28 0,0-6 30 16,0 0 22-16,-1 6 21 0,1-6-19 0,0 0-14 16,0 0-18-16,-27-7-11 0,18-1-23 0,-5 1-26 15,-4-1-28-15,2-3-35 0,1 0-40 0,0 2-18 16,2-3-26-16,2 4-22 0,-3-3-25 0,5 3-32 16,1-1-48-16,2 1-37 0,-1-2-51 0,2 2-189 15,4-3-536-15,0 2 237 0</inkml:trace>
  <inkml:trace contextRef="#ctx0" brushRef="#br0" timeOffset="24435.64">24365 2587 107 0,'0'0'235'16,"-6"1"0"-16,6-1-10 0,0 0-3 0,0 0-20 15,0 0-18-15,0 0-11 0,0 0-19 16,0 0-9-16,0 0-12 0,48 0-17 0,-20 0-4 16,7-3-20-16,2 1-6 0,-4-5-12 0,4 5-6 15,-1-2-5-15,-1-1-6 0,-5-1-4 0,-8 1-7 16,-4 3-2-16,-3-2 6 16,-2 2 24-16,-3 0 2 0,-2 0 4 0,0 1 8 15,-3-3-2-15,-5 4-3 0,7-2-11 0,-7 2-30 16,7-5-24-16,-7 5-24 0,0 0-25 0,-3-7-21 15,2 4-33-15,1 3-25 0,-10-3-27 0,10 3-29 16,-7-4-26-16,5 0-44 0,-1 0-178 0,3 4-448 16,-2-11 199-16</inkml:trace>
  <inkml:trace contextRef="#ctx0" brushRef="#br0" timeOffset="24837.74">25235 1970 199 0,'2'-8'320'0,"-2"-2"-15"0,1 6-23 15,-1-3-21-15,1 2-25 0,-1 1-27 0,0 4-20 16,3-5-29-16,-3 1-22 0,0 4-32 0,0 0-24 16,0 0-8-16,0 0-13 0,-8 9-5 15,2 3-6-15,-2 5-6 0,-6 10-5 0,-1 4-3 16,-7 14-1-16,-5 11-3 15,-5 20-1-15,0 2 11 0,8-23-11 0,-8 22 2 16,13-21-4-16,1-3-3 0,0 2 1 0,5-5-1 16,3-3-7-16,-3-1 2 0,8-14-5 0,5-1 4 15,-4-2-6-15,4-2 3 0,0 0-4 0,-1-10-1 16,1 1 2-16,0-5-4 0,-3-3 10 0,2 0-10 16,1 1 2-16,-2-5 2 0,2 1 15 0,0-7 11 15,-2 7 5-15,2-7 17 0,0 0 4 0,-4 6-5 0,4-6-7 0,0 0-10 16,0 0-1-16,-26-8 10 0,18 6-21 0,-1-3-7 15,3 0-20-15,1 0-28 0,-1 0-30 0,0 0-28 16,-2-2-40-16,3-1-43 0,-1 1-52 16,3-3-65-16,-1 0-218 0,0-7-540 0,2 1 239 15</inkml:trace>
  <inkml:trace contextRef="#ctx0" brushRef="#br0" timeOffset="25175.21">24824 2475 53 0,'-4'1'252'0,"4"-1"-17"16,-7 0-14-16,7 0-1 0,0 0-7 0,0 0-10 15,0 0-29-15,0 0-13 0,0 0-14 0,0 0-10 16,0 0-19-16,31-5-7 0,0 3-13 0,2-3-9 0,3-1-8 0,0 3-10 0,2-2-6 16,12-5-9-16,-12 7-1 0,-2-3 3 0,1-4-2 15,-1 7-3-15,-6-6-1 0,-3 4 5 16,-9 2 1-16,-7-1 15 0,1 1-2 0,-3 1-1 16,-4-1-4-16,4 1-3 0,-9 2-12 0,5-3-31 15,-5 3-34-15,0 0-19 0,0 0-35 0,0 0-18 16,-17-7-27-16,17 7-32 15,-18 0-29-15,8 0-41 0,-1 0-229 0,0 0-480 16,-1-2 213-16</inkml:trace>
  <inkml:trace contextRef="#ctx0" brushRef="#br0" timeOffset="25560.24">25473 2438 226 0,'0'0'235'16,"0"0"-18"0,0 0-23-16,9 0-19 0,-9 0-20 0,15-1-16 15,-4-1-9-15,-1 0-16 0,1-3-8 0,2 0-14 16,5 2-5-16,1-8-12 0,-5 5-6 0,0-3-5 15,2 0-5-15,0 0 7 0,-3-4 3 0,0 3 9 16,-3 1-5-16,0 0 1 0,-5 3 2 0,4-3 3 16,-5 1-4-16,-1 1-10 0,-3 2-12 0,0 0-10 15,0 5-8-15,-6-7-5 0,0 6-4 0,6 1-7 0,-17 1 3 0,2 1-7 16,-1 5-1-16,-2 1-4 0,2 1-3 0,-3 4 0 16,5 2 0-16,-4 3-2 0,-1 4-2 0,1-1 0 0,4 4 5 15,1 0-2-15,4-1 3 0,1 0-21 0,2 1-17 16,6-7-9-16,3 1-24 0,3-2-28 0,1-2-42 15,4-2-69-15,3-2-224 0,-2-5-461 0,1-2 203 32</inkml:trace>
  <inkml:trace contextRef="#ctx0" brushRef="#br0" timeOffset="25907.7">25897 2375 132 0,'4'-3'214'0,"1"3"-22"0,-5 0-20 16,10 3-18-16,-4-1-9 0,0 3-14 0,-1 2-6 15,3 5-11-15,-1-4-10 0,-3 7-10 0,1 1-8 0,1 1-4 0,-3 1-10 16,2 1-6-16,-3 0-4 0,-4-2-6 16,2 1-2-16,-3-2-7 0,0 1-3 0,-1-6 0 15,0 2-1-15,2-4 4 0,-1-1 2 0,-1 0 6 16,2-4 16-16,-1 1 12 0,2-1 22 0,1-4 31 0,-4 5 44 15,4-5 37-15,0 3 36 0,0-3 25 0,0 0-18 16,0 0-24-16,0 0-18 0,4-14-20 0,-2 8-19 16,2-4-15-16,0-1-15 0,0 1-18 0,5-5-15 15,1-2-9-15,3-2-20 0,2-4-24 16,2 2-21-16,2 0-23 16,-1-1-25-16,1 1-23 0,3 1-28 0,-4 5-32 15,4-2-43-15,-5 5-39 0,1 2-41 0,5-2-53 16,-4 5-54-16,-1 0-74 0,-1 0-275 0,0-2-723 15,-2 1 321-15</inkml:trace>
  <inkml:trace contextRef="#ctx0" brushRef="#br0" timeOffset="26292.86">26339 2508 170 0,'-4'5'244'0,"4"-5"-1"0,-4 2-8 16,4-2-11-16,0 0-23 0,0 0-21 0,0 0-19 15,0 0-15-15,25-2-13 0,-12-1-12 0,-2-1-14 16,10-1-5-16,-5-3-18 0,4 2-1 0,6-6-15 16,-3 0-7-16,-6 2-5 0,6-5-5 0,-6 3-6 15,-1-1-8-15,5-6-3 0,-10 5 0 0,1-1 9 16,0 2 13-16,-3 0 6 0,-1 3 12 0,-2-2 1 15,-6 2 3-15,4 0-3 0,-4 0-7 0,1 2-2 0,-1 0-17 16,-1 3-8-16,-1-2-6 0,0 4-7 0,2 3-5 16,-15-4-1-16,5 5-5 0,-4 2 0 0,2 0-5 15,-3 4-1-15,3-2-3 0,-4 6-6 0,4 2 0 16,-2-3 2-16,2 4-1 0,-1 1 3 0,1-1-16 16,3 3-22-16,4 2-2 0,0-1-13 0,6 1-2 0,2 7-6 15,3-6-5-15,5 2-1 0,8-1-31 0,2-4-65 0,5 0-88 16,-2-8-232-16,3-2-515 0,1-2 229 0</inkml:trace>
  <inkml:trace contextRef="#ctx0" brushRef="#br0" timeOffset="27294.6">26863 2343 39 0,'-4'-9'373'0,"4"2"-6"16,0 0-21-16,-1 1-27 0,1 6-35 0,0-7-31 15,0 7-22-15,0-6-41 0,0 6-29 0,0 0-31 16,0 0-13-16,0 0-13 0,0 0-11 16,0 0-8-16,0 19-12 0,0-8-3 0,-4 6-11 15,3-1-8-15,-4 4-1 0,-4 2-5 0,1 7-5 0,-1-7-6 0,-3 8 2 16,-2-4-6-16,2-3-3 0,2 0-2 0,3-8-13 16,2-2-2-1,-1-5-1-15,2 0-4 0,0-2 9 0,2-1 17 16,0 0 34-16,0-2 35 0,2-3 31 0,0 0-3 15,0 0-22-15,0 0-16 0,13-13-12 0,-3 5-7 16,1-5-5-16,3 1-10 0,-2 0 0 0,1-3-11 16,7-3 1-16,-1 0-10 0,-1-2-6 0,0 2-1 15,-4 5-5-15,0 0 1 0,-3 2 2 0,-2 1-13 16,1 3-1-16,-4 4-7 0,-1-2 3 0,-1-1-10 0,0 5-13 16,2-2-19-16,-6 3-18 0,10-1-5 0,-10 1-11 15,19 7-6-15,-9 0-7 0,-1-2-6 16,4 9-7-16,2-7-16 0,-1 8-9 0,-2-5-25 15,-4 0-8-15,7 0 7 0,1-1 1 0,-1 0-15 0,2-4-18 0,-6 0-8 16,-4-2-8-16,3-2 2 0,-2-1 10 0,-8 0 17 16,15-6 18-16,-7-1 20 0,-2-3 32 0,0 1 30 15,-1-3 18-15,4-3 34 0,-3-3 21 0,-1 2 29 16,0-4 11-16,0-9 12 0,1 4 11 0,-3-1 10 16,3 0 0-16,-1-4-1 0,2-1-3 0,0 2 3 0,4-1-1 15,0 2-2-15,-5 0 6 0,3 6 5 0,-1 4 11 16,-2 2 20-16,-2 5-8 0,0 2-9 0,-3 4-12 15,-1-2-13-15,3 2-21 0,-2 3-40 0,-1-2-43 16,0 4-5-16,0 0 7 0,0 0-3 0,-4 16 4 16,4-5 0-16,-5 6 10 0,-5 6-5 0,0 5 0 15,-2 4 5-15,2 0 1 0,1 3 3 0,0-1 1 16,-5 1 1-16,5-4 5 16,1-2-2-16,3 0 2 0,-3-3 1 0,2-1-15 15,4-6-13-15,-1-6-17 0,2-1-13 0,-2-3-11 16,2 2-20-16,0-5-2 0,-1-1 15 0,1 0 6 15,1-5-26-15,0 0-27 0,0 0-3 0,0 0 8 16,0 0-1-16,5-20 4 0,-5 11 4 0,-1-3 8 16,0 2-1-16,-2-7 14 0,-2 1 9 0,3-1 5 15,-5 2 9-15,1 0 31 0,-1 1 7 0,-3-1 31 0,3 1 9 16,-2 5 13-16,1-2-3 0,-1 4 12 0,4 0-6 16,0 3 17-1,1-1-6-15,0 2 1 0,0 0 7 0,4 3-2 0,-6-5 12 16,6 5 6-16,-4-6-6 0,4 6 0 0,0 0-7 0,14-3 1 15,-1 2-6-15,7 1-6 0,12 0-2 0,7 0-3 16,14-2-1-16,2 3-7 0,-2 0 2 16,3-2-6-16,0 1 2 0,0-3-3 0,-16 2-3 15,1-5 0-15,-5 1 16 0,-1 2 23 0,-8-6 25 16,-10 6 33-16,1-1 32 0,-5-1 8 16,-2-2 23-16,-3 2 12 0,-2 0 4 0,2 1 0 15,-3 0 4-15,0 1-20 0,-1-1-10 0,-4 4-17 16,6-5-21-16,-6 5-17 0,5-2-12 0,-5 2-16 0,0 0-21 15,0 0-39-15,0 0-32 0,0 0-11 0,0 0 11 0,0 0-8 16,7 14 5-16,-9-5-3 0,-1 0 3 0,1 3 1 16,-2 4 4-16,3 1 3 0,-4 0-6 0,2-1 2 15,1-3-14-15,1-1-22 0,-3 4-11 0,1-5-15 16,1 3-12-16,-2-4-15 0,3 0-10 0,-2 0-16 16,2-1-14-1,0-4-19-15,-1 3-8 0,1-6-2 0,0 1 8 0,1-3-51 0,0 0-93 0,0 0-182 0,0 0-523 31,9-18 233-31</inkml:trace>
  <inkml:trace contextRef="#ctx0" brushRef="#br0" timeOffset="27441.74">27885 2027 284 0,'-1'-3'326'0,"1"3"-26"0,0-5-36 0,0 5-35 16,0-5-31-16,0 5-45 0,0 0-40 0,0 0-28 15,0 0-38-15,14 5-43 0,-8 1-76 0,6-1-81 16,-7-1-144-16,3 1-321 0,-3 0 142 16</inkml:trace>
  <inkml:trace contextRef="#ctx0" brushRef="#br0" timeOffset="28265.17">28362 2227 125 0,'-5'-7'278'0,"1"2"-31"0,-1 3-21 0,-3-2-25 16,-2 3-22-16,1 2-15 0,-4-1-22 0,0 4-15 16,-4 3-17-16,-1 4-7 0,-1-1-17 0,-3 5-5 15,0 0-9-15,2 4-3 0,-1 0-9 0,6-4-2 16,4 0-7-16,-5 9-5 0,7-7-8 0,3 0-4 16,-2-3-3-16,6-2 4 0,1 0-5 0,1-5 3 15,2 1 14-15,1-3 1 16,3-3 6-16,5-1-11 0,1 1-1 15,3-5-5-15,-1-1 5 0,4-3 1 0,1-1 24 16,-2-2 4-16,2 1 2 0,-3-4 11 0,4-4 6 16,-5 4 3-16,-2-3 6 0,0 4 5 0,0-2 1 15,-2 1-7-15,-2 4 5 0,-1 0 10 0,-2 2 0 16,-1-1-14-16,-1 5-7 0,-1 1-16 0,-1-2-9 16,2-1-27-16,1 4-27 0,-5 1-17 0,0 0-1 0,9 6-12 0,-4 0 16 15,0-1-10-15,4 5-20 0,0-3-14 0,0 3 0 16,4 0-20-16,0-1-5 0,-4 1-7 0,1-3 0 15,-1 0-14-15,0-2 15 0,-3 0 2 0,2 0 13 16,-3-3 7-16,0-2 5 0,2 0 5 0,-2-4 3 16,0 1 15-16,0-4 9 0,-1-4 1 0,-2 0 18 15,1-1 15-15,-1-5 11 0,0 0 6 0,-1-8-8 0,0 7 23 16,0-2 8-16,3-4 9 0,-2 4-6 0,1-5 12 16,2 0-1-1,-1 0-8-15,-1 4 6 0,3-4-3 0,-1 1-2 0,2 5-4 0,-1 0-33 16,-1-1 17-16,0 4-8 0,1 3 9 15,-4 5 7-15,2-3 1 0,-2 5 3 0,1-1-11 16,-2 1-15-16,3 2 1 0,-3 0-5 0,-1 1-16 16,0 3-20-16,3-5-13 0,-3 5-27 0,1-4-19 15,-1 4-4-15,0 0-1 0,0 0 6 0,-4 15 9 16,0-5 1-16,-1 4 6 0,-1 3 5 0,-2 7 9 16,-1 0-4-16,2 4 12 0,-5-2-3 0,3 4 8 15,0 4-2-15,0 1 3 0,0-5 7 0,4 0 1 16,-1-1-3-16,1-2 7 0,0-1 1 0,4-9 8 15,-2 0-3-15,3-5 15 0,-1-2 6 0,2-3 7 0,-2 1 17 16,1-3 3-16,0-1 31 0,0 3 24 0,2-2 17 16,3-2 22-16,5 3-6 0,3-1-7 0,10-1-12 15,7 2-13-15,5-3-6 0,20 1-31 0,3-1-54 16,8 0-106-16,29-8-126 0,1 4-187 0,-7-15-321 16,-25 1-792-16,24-11 351 15</inkml:trace>
  <inkml:trace contextRef="#ctx0" brushRef="#br0" timeOffset="34810.36">3231 4899 55 0,'-1'-5'174'0,"1"5"-17"16,0 0-6-16,0 0-20 0,0 0-5 0,0 0-13 0,0 0-12 16,0 0-10-16,0 0-5 15,0 0-7-15,0 0-9 0,0 0-11 0,0 0-5 0,0 0-6 16,0 0-12-16,0 0 4 0,0 0-5 0,0 0-2 15,0 0-6-15,0 0-1 0,0 0-1 16,0 0 1-16,0 0-9 0,0 0 7 0,14 6-6 16,-5-8 6-16,5 0-5 0,3-2-3 0,3-2 1 15,7 1 1-15,3-4-3 0,1 1 3 0,2-3-2 16,3-3-6-16,0 5-3 0,0-4 1 0,-3-3-1 16,3 1 9-16,-3 0 12 0,-5 0 18 0,0-1 7 15,-2-1 9-15,-2 0 14 0,-7 4 11 0,-3 0 11 16,-2 0 10-16,-1-2-1 0,-5 4 8 0,-2 0 3 15,2-2-10-15,-6 0-12 0,-5 1-9 0,1 2-11 16,-5-4-11-16,2 4-8 0,-6 5 3 0,-4-2-26 0,-3-1-8 0,-8 8 0 16,-3 4-7-16,-1 6-7 0,-2 5 1 0,0 2-1 15,2 0-4-15,-10 10-4 0,13-5-4 0,3 2 4 16,2 7-1-16,2-2-3 0,-1 12 8 0,13-9-6 16,1 0-2-16,8-4-4 0,3 3 4 0,10-4-3 15,7-1 4-15,9-3 0 0,4-4 0 0,18 3-13 16,10-8-38-16,32-4-51 15,-29-9-49-15,4-2-68 0,28-4-295 0,-2-9-556 16,-29 1 246-16</inkml:trace>
  <inkml:trace contextRef="#ctx0" brushRef="#br0" timeOffset="35427.21">4428 4688 297 0,'2'-2'346'0,"0"-3"-7"0,0 3 0 0,-1-3-1 0,0 2-12 0,-1 3-11 16,3-4-23-16,-3 4-29 0,4-4-24 15,-4 4-22-15,1-4-31 0,-1 4-23 0,0 0-21 16,0 0-36-16,0 0-33 0,0 0-25 0,0 0-3 0,5 15-1 16,-5-1-6-16,1 3-5 15,0 1-5-15,-1 8-2 0,0 3-2 0,0 2 4 16,0 1-8-16,0 1 1 0,3 0-7 0,-4 0-6 16,2-2 6-16,-1-4-4 0,1 0 7 0,2 0-7 15,-2-8-2-15,2 1 9 0,-1-4-3 0,0-2-3 16,0 0-2-16,1-4 17 0,1-2-15 0,-1-2-5 15,-3 2 4-15,0-5-3 0,1 3 13 0,2-3 12 16,-3 0 24-16,0-3 21 0,0 4 27 0,0-4 31 0,0 0 30 0,0 0 4 16,0 0-18-16,9-9-14 0,-8 4-14 0,5-7-17 15,0-2-8-15,1-3-13 0,1-8-25 0,4-1-24 16,-1-3-28-16,2-16-22 0,-5 10-15 0,3-14-17 16,-3 0-3-1,-3-1-5-15,3 3 3 0,-10 13 6 0,2-1 1 0,-2 1 6 16,-3-2-1-16,-1 7 3 0,-3 0 7 15,-3 2 4-15,-1 3 6 0,0 7-5 0,2 3 5 16,-11-3 0-16,-3 2-5 0,-1 5 3 0,-2 3 1 16,-4 6-2-16,0 2-1 0,-1 3 2 0,2 4 1 0,4 2 1 15,-6 5-3-15,7 3-3 0,1 5 8 0,4 0 2 16,1 4 1-16,6-5-21 0,6 2-17 16,3-3-2-16,5-3 10 0,5 3 2 0,12 4 5 15,2-5 4-15,12-2 7 0,4-4-18 0,16 0-25 0,7-5-62 0,-1-3-57 16,5-6-68-16,-1-4-80 0,-8-3-314 0,2-2-705 15,-3-3 312-15</inkml:trace>
  <inkml:trace contextRef="#ctx0" brushRef="#br0" timeOffset="36282.42">4807 4599 165 0,'1'-6'333'0,"-1"3"2"16,1-3 3-16,-1 1-11 0,3 1-18 0,-3 4-5 15,0-8-42-15,0 5-15 0,0-1-20 0,0 4-25 16,0 0-25-16,0-5-19 0,0 5-19 16,0 0-30-16,0 0-40 0,0 0-9 0,0 0-11 0,5 16-5 15,-4-7-4-15,-1 7-5 0,1 4 0 0,1 5-8 16,0 2-6-16,-2 2 13 0,2-2-17 0,-4 2-12 0,5 2 12 16,-6-3-3-16,5 1 3 0,0-2-11 0,-1-1-1 15,1-9 8-15,2 0 0 0,-2-3 3 0,1-3 2 16,2-1-6-16,-3-2 6 0,1-1 1 0,-2 0 16 0,2-4 23 15,-2 0 25-15,2-1 24 0,-3-2 11 16,10-1 19-16,0-3 4 0,0-1 2 0,3-7 5 16,1 2 1-16,0-2-3 15,0-2-5-15,4-5-11 0,0-3-9 0,-4-1-6 16,3-3-9-16,-3 0-9 0,2-3-12 0,-3 0-7 16,0 3-7-16,-3 2-2 0,1 1-14 0,-5 6-2 15,0 0 2-15,-2 5-2 0,-3 4-1 0,2 2-8 16,-2 1-9-16,2-1-9 0,-1 2-16 0,0 2-23 15,1-1-27-15,-3 3-35 0,3-4-30 0,-3 4-11 16,0 0 13-16,1 9 12 0,0 2 8 0,-1-1 8 0,2 3 8 0,-2 3 10 16,2 1 6-16,2 1 7 0,1 1 6 0,-1-2-5 15,1 1-7-15,9 5-2 0,-1-1-7 0,5 0-5 16,-3-2-18-16,8-2-33 0,-1-3-40 0,2-2-35 16,-1 1-65-1,-4-7-33-15,3-4-51 0,6 1-42 0,-9-1-264 0,3-6-698 16,0 1 309-16</inkml:trace>
  <inkml:trace contextRef="#ctx0" brushRef="#br0" timeOffset="36883.49">5582 4766 215 0,'3'-14'244'15,"-2"3"12"-15,3 1 5 0,-3-1 5 0,-1-1 18 0,3 4-5 16,-2 3 13-16,-1-2-24 0,0 2-15 0,3 1-22 16,-6-2-24-16,3 6-25 0,0-5-29 0,0 5-25 15,0 0-15-15,0 0-14 0,0 0-2 0,-14 7-21 0,6 3 3 16,0-2-20-16,-4 4-10 0,-2 0-7 0,4 5 3 15,-3-5-5-15,-2 11-8 0,3-8 4 0,1 3-3 16,3 1-7-16,2-2-16 0,-1-2 1 0,2-4-26 16,0-1-14-16,4-2-1 0,-1-3 3 0,-1 2-2 15,0-3 7-15,3-1 16 0,0-3 17 0,3 5 13 16,2-5 4-16,-5 0 6 16,15-6 10-16,-6 0-1 0,4-2 15 0,1 0 11 15,0-3-2-15,1-1-5 0,-2-4-3 0,2 2-5 0,-1-2-2 0,3 2-5 16,-4-1-2-16,-2 3-2 0,-2 2 4 15,0 2 3-15,-1 0-5 0,-3 3-5 0,3 2-8 16,-3-3-6-16,-4 3-11 0,5 1-20 0,-3 0-18 16,-3 2-25-16,0 0 2 0,7 1-2 0,-7-1 3 0,7 7 1 15,-2-1 10-15,-1 2-4 0,7 0-1 0,-4 2-1 16,0-2-1-16,2-2 0 0,0 5-6 16,2-2 5-16,-1-2 8 0,6 0 9 0,2 2-11 15,-4-3 2-15,4 0 0 0,-5-5 5 0,2 1 5 16,-2-2-3-16,-1-7 9 0,-1 2 2 0,1 1 1 0,-3-6 12 15,1-5 12-15,-1 1 18 0,-4-3 25 0,0-1 8 16,-1-5 13-16,-2-2 12 0,-2-2 18 0,-2-4 5 0,1 3 10 16,-3-1 10-16,1-1-1 0,-1-2-5 0,0 1-7 15,1 0-1-15,1 2-1 0,0 4 0 0,0 6 0 16,1 0-7-16,0 6-7 0,0 1-8 0,1 5-6 16,-4-1-14-1,4 1-12-15,-1 3-15 0,1 0-32 0,0 4-47 0,-2-6-55 16,2 6-34-16,0 0 11 0,0 0 10 0,-1 20 11 15,0-9 7-15,-1 9 16 0,1 7 3 0,-1 0 11 16,-1 5 6-16,3 1 3 0,0 0 9 0,0 2 3 16,0-5-2-16,4-2-18 0,-2 3-5 0,1-6-8 15,0-6-16-15,-2 0-9 0,-1-5-15 0,5 0-6 16,-5-1-27-16,2-5-17 0,0 3-22 0,-1-5-16 16,-1 1-7-16,0-4 18 0,0 1 1 0,0-4-33 15,0 0-55-15,0 0-252 0,0 0-568 0,-3-15 252 0</inkml:trace>
  <inkml:trace contextRef="#ctx0" brushRef="#br0" timeOffset="37072.37">5803 4531 105 0,'-2'-1'183'16,"2"1"-1"-16,-8-1-4 0,8 1-1 0,0 0 1 15,0 0 1-15,-5-3 4 0,5 3-12 0,0 0-10 0,0 0-9 0,0 0-13 0,28 5-15 16,-7-1-7-16,8-1-7 0,7 2-18 0,3-1-7 15,16 4-17-15,2-5-33 0,-2-1-51 0,-3-6-64 16,-12 3-79-16,-6-1-235 0,-2-1-428 0,-4-4 190 16</inkml:trace>
  <inkml:trace contextRef="#ctx0" brushRef="#br0" timeOffset="37399.86">6308 4586 125 0,'0'0'367'0,"0"0"13"0,0 0-12 16,0 0-5-16,0 0-18 0,0 0-24 0,8-7-31 31,-8 7-36-31,0 0-17 0,0 0-35 0,0 0-23 0,0 0-22 0,0 0-17 16,0 0-39-16,0 0-31 0,1 7-8 0,0-1-8 15,-1 1-9-15,2 2-6 0,-2 0 11 0,1 4-4 16,2 2-24-16,-2 3 7 0,-1 0-6 0,2 1 4 16,-2-2-10-16,0 0-14 0,3 1-16 0,-3-2-21 15,1-4-12-15,0 3-12 0,-1-3-29 0,2-2-15 16,-4-6-20-16,1 3-18 0,1-1 1 0,-1-2 7 16,-2-3 11-16,3-1-41 0,0 0-70 0,0 0-42 15,0-13-169-15,3 4-479 0,-2-4 212 0</inkml:trace>
  <inkml:trace contextRef="#ctx0" brushRef="#br0" timeOffset="37553.51">6281 4414 33 0,'-1'-11'263'0,"-3"1"12"0,4 1-3 0,-1-1-12 16,-2 4-15-16,2 0-20 0,1 0-25 16,-1 1-22-16,1 3-18 0,0 2-25 0,0-4-30 15,0 4-52-15,0 0-13 0,0 0-18 0,0 0-26 0,0 0-24 0,0 0-28 16,15 9-35-16,-6-2-45 0,0-1-56 15,0-2-135-15,0 5-353 0,9-1 156 0</inkml:trace>
  <inkml:trace contextRef="#ctx0" brushRef="#br0" timeOffset="37979.18">6767 4461 45 0,'0'0'190'0,"-7"-2"-17"0,7 2-21 16,0 0-11-16,-12 2-15 0,12-2-6 0,-11 2-17 31,5 2-5-31,-4 2-13 0,1-1-6 0,-3 2-5 16,-2 5-11-16,4 4-3 0,-5-1-4 0,-2 4-6 0,-1 1-6 15,3-1-6-15,2-3 3 0,3 1-3 0,1-1-8 0,3 0 2 16,-2 1 21-16,3 0 8 0,5-2 12 0,0-1-2 15,0-3 3-15,4 1 2 0,2 0 1 0,2-2 3 16,1-1 0-16,2-2 1 0,2-2 4 0,4 1 0 16,0-2 2-16,3-2 2 0,0-3 8 0,-2 0 7 15,-4-2 17-15,5-2 6 0,-6 1-3 0,0-1 14 16,-2-2-5-16,2-5-3 0,-4 1-7 0,1-1-17 16,-2-4-9-16,-2 1-2 0,-2-4-20 0,0-5-8 15,-3 5-7-15,-1-2-10 0,-2 3-7 0,-1-1-1 0,-1 3-15 16,-2 0-11-16,0 2-13 0,-3 1 0 0,-2-1-21 0,-1 4-15 15,0 1-9-15,-2 4-12 0,-1 0-12 0,1 1-13 16,1 3-38-16,1-1-16 0,1 2-24 16,-2 3-16-16,3 1-35 0,-2 0-14 0,2-2-46 15,1 5-253-15,3-2-563 0,3 0 250 0</inkml:trace>
  <inkml:trace contextRef="#ctx0" brushRef="#br0" timeOffset="38379.81">6879 4483 13 0,'4'-5'304'0,"-4"5"-27"0,0 0-21 16,4-3-28-16,-4 3-26 0,0 0-17 0,0 0-26 15,0 0-21-15,0 0-14 0,0 0-13 0,3 8-8 16,-3-2-14-16,2 2-6 0,-2 6-10 0,0 1-3 15,-4 1-8-15,3 3-3 0,-3-1-6 16,2 2-4-16,-1-3-5 0,-2 0-1 16,2 0-9-16,2-8 3 0,-1 3-5 15,2-5-4-15,-2-1 4 0,1-2-3 0,1 3 6 16,1-2 22-16,-1-3 26 0,0-2 5 0,0 0 1 16,0 0 0-16,22-9 6 0,-12 2 9 0,7-5 3 15,-3 4-5-15,4-6 6 0,1-3-5 0,3 2-10 0,-6 1 4 0,0 1-2 16,4-5 1-16,-6 7 1 0,0 0-4 0,-5 4-13 15,0-1-3-15,-4 6-15 0,0-1-10 0,0-2-9 16,-2 3-11-16,-3 2-16 0,10 2-10 0,-1 3-9 16,-4 0-6-16,8 7-4 0,-3-2-7 0,2 2-18 15,-2 3-34-15,3 0-15 0,-3 0-37 0,0 2-48 16,3-1-44-16,0-2-74 0,-1 2-90 0,-1-8-202 16,-4 1-631-16,4-3 279 0</inkml:trace>
  <inkml:trace contextRef="#ctx0" brushRef="#br0" timeOffset="38539.75">7500 4630 406 0,'0'0'386'16,"0"0"-29"-16,-7-5-22 16,7 5-30-16,0 0-38 0,0 0-34 0,0 0-46 15,0 0-51-15,0 0-71 0,0 0-65 0,0 0-59 0,0 0-82 16,0 0-104-16,0 0-127 0,-3 13-403 0,3-13 178 15</inkml:trace>
  <inkml:trace contextRef="#ctx0" brushRef="#br0" timeOffset="39381.87">3190 5348 98 0,'0'0'138'0,"0"0"-8"0,0 0-12 16,0 0-9 0,0 0-14-16,0 0-8 0,0 0-4 0,0 0-1 15,0 0-5-15,0 0 0 0,0 0-9 0,0 0-8 0,0 0 1 0,0 0 4 0,0 0-9 16,22 1-3-16,-12-1 1 0,4 0-4 0,-2 0 0 15,8-1 11-15,-1 2-7 0,11-2-6 0,-1 1-2 16,3 0-4-16,6 0-4 0,15 0-1 0,3 0-2 16,4 1 1-16,0-2-5 0,4-3-1 15,26 4 0-15,-24-3 4 0,32 3 9 0,-2-5-4 16,4 5 4-16,7 0 4 0,1-1-1 0,-3 0 5 16,3 1 2-16,3-3-7 0,-2-1 8 0,-2 9-5 15,2-3 5-15,1 0-4 0,1 1 5 0,-4-5-6 16,0 4 0-16,-6-1-2 0,0-1 0 0,5 0 4 15,-2 0-5-15,-1-1 1 0,5-6-1 0,2 4-3 16,-4 0-2-16,6 1-1 16,-6-5-1-16,-4 2 3 0,2 1 0 0,2-1 1 15,0-2 3-15,-4 3-1 0,-5 3-5 0,-2-5 3 16,-3 2-3-16,-29 2 3 0,0-3 9 0,0 0-12 16,1 0 9-16,-3 0-8 0,-3 0 25 0,-2 3 15 0,-19-4 9 0,3 5 10 0,-6-6 17 15,-2 2 3-15,-4 1 10 0,-5 3-3 16,-5-3 9-16,1 0 0 0,-6 3 8 15,-4-2 0-15,-3 3 0 0,2-2-6 0,-4 1-6 16,1-1-12-16,3 2-9 0,-8 0-24 0,6-2 2 16,-3 1-9-16,-3 1-6 0,0 0-9 0,0 0-16 0,9 0-20 15,-9 0-27-15,0 0-43 0,0 0-37 0,0 0-51 16,0 0-73-16,0 0-72 0,0 0-108 16,0 0-499-16,0 0-952 0,0 0 422 0</inkml:trace>
  <inkml:trace contextRef="#ctx0" brushRef="#br0" timeOffset="48760.75">7564 7052 98 0,'4'-1'196'15,"0"-3"-11"-15,-4-3-7 0,5 5-4 0,-5-2-8 16,0-2-15 0,0 1-12-16,-5 2-13 0,1-2-11 0,-1 3-14 15,-4-5-13-15,0 4-4 0,-8 0-11 0,-3 2-7 0,-7 1-8 0,-1 0-5 16,-4 3 1-16,-1 1-13 0,-3 0 0 0,0 2-7 15,-1 1 0-15,-1 3-4 0,-12 4-4 0,2 0-6 16,13-3 0-16,3 3-2 0,0 0 0 0,3-1-5 16,2 3 2-16,3 0-3 0,10-5 0 0,-3 4-1 15,7-2-3-15,2 4 0 0,0-3-2 0,6-1 4 16,2-1 1-16,6 4 0 0,3-5-1 0,8 1 1 16,6 1 0-16,4-3-1 0,2-5 3 0,6 1-4 15,0-3 5-15,1-3-5 0,0-3-4 0,0 1-2 0,-2-7-2 16,1 1-2-16,-2-4-2 0,-1-3 3 15,0-2 4-15,-4 0 1 0,-5-5 17 0,1-1 15 16,-5-2 10-16,-2-4 11 16,-2 1 8-16,-4-6 4 0,-4-1 6 0,0-13 4 15,0 0 11-15,-3 2-5 0,-8-3-4 0,4 3 16 16,-4 13 14-16,-1-13-8 0,0 9-5 0,0 3 14 16,1 3 8-16,-1 0 24 0,1 6 0 0,-5 0 1 0,6 8-6 0,-1 1-10 0,1 5-9 15,3 1-6-15,-2 2-14 0,-1 2-12 16,2 0-14-16,1 1-30 0,-2 3-48 0,2 2-49 15,0 0-38-15,0 0-10 0,0 0 12 0,-2 14 10 16,-1 5 8-16,5 6 10 0,-1 5 2 0,0 5 4 16,0 11 5-16,2 2 8 0,-3 0 2 0,1 4 14 15,3-4-3-15,-4 2-1 0,5-3 5 0,-1-12 6 16,1-1-3-16,0-2 6 0,-1-1-8 0,0-4 21 16,0-2-6-16,0-5-6 0,-4-4 3 0,1 0 4 15,2-5-3-15,-1-2 3 16,-2 0 1-16,1-3 1 0,2-1 3 0,-3 1 0 15,2-4 8-15,-2 2 3 0,0-4 13 16,2 4 24-16,0 0-9 0,-2-4-1 0,0 0 6 0,-4 6-9 16,4-6 3-16,0 0-13 0,0 0 1 0,0 3 6 15,0-3-7-15,0 0 1 0,0 0-9 0,0 0-3 16,4 3-24-16,-4-3-21 0,0 0-26 0,0 0-27 16,0 0-29-16,0 0-34 0,0 0-42 0,0 0-40 0,0 0-36 0,0 0-38 15,0 0-220-15,1 2-569 0,-1-2 251 0</inkml:trace>
  <inkml:trace contextRef="#ctx0" brushRef="#br0" timeOffset="49771.71">7803 6860 127 0,'4'-6'209'0,"-4"-2"-5"0,4 1-2 16,-4 2-7-16,3-2-2 0,-1 1-10 0,2 0-12 15,-3 2-11-15,-1 0-17 0,3 0-13 0,-2 1-17 0,-1 3-10 16,1-5-18-1,-1 5-8-15,4-1-12 0,-4 1-2 0,0 0-11 16,5 6-6-16,-1 1-6 0,-1-1-3 0,3 5-5 16,-2 1-2-16,2 4-2 0,1 0-2 0,-1 0-4 15,1 2-3-15,0 0 0 0,-1-2-2 0,3 1 1 16,1 0-12-16,-2-1-13 0,1-3-4 0,-1-2-5 16,-1-3 2-16,1-1 2 0,-3 1-1 0,0-3-1 15,1-3 6-15,1 1 5 0,-3-1 0 0,1-2 5 0,3-5 2 0,-2 2 6 16,3-6 8-16,-4 2 6 0,2-4 9 0,-2 0 0 15,0-1 2-15,1-4 3 0,-2 1 4 0,1-3 9 16,-1 1 2-16,0 0-6 0,-2 5 5 0,0 0 4 16,-1 0 7-16,-1 2-2 0,3 1 7 0,-1 2-1 15,-2-1-13-15,1 3-1 0,-1 1-9 0,1 0-17 16,-1 0-26-16,0 4-22 0,0 0-15 0,0 0 2 0,0 0 3 0,0 0 10 16,3 17-6-16,-4-5 2 0,2 7 6 0,-4 4-2 15,2 4 3-15,0 2 3 0,-1 4-2 16,-2 3 0-16,1 12 2 0,-2 2 4 0,1 0 0 15,-1-5 5-15,4-10 0 0,-3 11 0 0,3-10-1 0,-4 11 1 16,2-11 0-16,2-3 3 0,-3-1-2 0,4 0 2 16,0 0 4-1,0-2-1-15,0-3-2 0,0-1 2 0,0 2-3 16,0-3 2-16,-1-7 5 0,1-1-3 0,-3-1-3 16,3-2 3-16,-1-1 13 0,-2-1-15 0,3 0 3 0,-1-2 1 0,-3 0-6 15,3 0 2-15,-2 0 1 0,-3-2-3 0,3 0-4 16,2-1 10-16,-3-2-9 0,0 1 6 0,3 0 3 15,-4-2-4-15,1-1 3 0,0 0 2 16,-2 2-4-16,2-3 3 0,-4 0 5 0,3-1 1 0,0 0 7 16,5-1 6-16,-14 0 6 0,6-2 7 0,2 0 13 15,0-5-1-15,-2 1-1 0,2-3 11 0,-1 0 3 16,-1-9 1-16,1 0-7 0,2-7 1 0,0-4-7 16,3-5-6-16,2-1-8 0,6-14 0 0,3-3-11 15,5 0-4-15,4-3-5 0,6 0-3 0,15-22 1 16,-13 28-4-16,6-2-1 15,5 3 1-15,-3 5 10 0,3 1 3 0,-2 4 7 16,-9 11 6-16,-1 3 9 0,-3 1 7 0,-3 2-2 16,0 0 4-16,-6 8 11 0,-2 0 6 0,-4 5 4 15,0 0-1-15,-1 3-16 0,-2 1-5 0,-2 0-10 16,3-2-17-16,-1 4-27 0,-4 2-37 0,5-5-38 0,-5 5-28 16,0 0 1-16,0 0 5 0,1 13-26 0,-5-5-36 15,-2 5-50-15,-3 0-76 0,0 1-313 0,1 0-651 16,2-4 289-16</inkml:trace>
  <inkml:trace contextRef="#ctx0" brushRef="#br0" timeOffset="50807.58">6533 8006 102 0,'0'0'162'0,"-5"-3"-7"15,5 3 3-15,0 0-6 0,-4-3-17 0,4 3-2 0,0 0-13 16,0 0-4-16,0 0-7 0,0 0-15 0,0 0 1 16,-5-2-10-16,5 2-13 0,0 0-2 0,0 0-6 0,0 0-8 0,0 0-6 15,0 0-2-15,0 0-9 0,0 0 3 0,0 0-9 16,0 0-3-16,0 0-8 0,0 0 0 0,0 0-4 15,0 0 1-15,0 0-2 0,0 0 0 0,0 0-1 16,0 0-5-16,0 0 0 0,0 0-1 0,0 0-2 16,0 0-2-16,0 0 3 0,0 0-2 0,0 0 2 15,0 0-2-15,0 0 3 0,0 0 3 0,0 0 5 16,0 0 0-16,0 0 3 0,0 0 0 0,0 0 6 16,0 0 3-16,17-1 3 0,-3 0 0 0,16-5 1 15,5 2-3-15,22-5-5 0,7 0-1 0,37-3 0 16,5-1-7-16,3-2 9 15,7 0 1-15,3-2 1 0,5 3 3 0,10 0 3 16,3-1 3-16,6 1 6 0,-8-1 3 0,-3 3-2 16,-8-3 4-16,-5 6-2 0,-9-1-4 0,-6 1 19 15,-9 1-12-15,-30 4-3 0,-3-1-2 0,-4-1-5 16,-7 5-10-16,-16 0 5 0,-6-3-1 0,-11 3-3 16,1-1-5-16,-8 1 2 0,-5 1-5 0,3-1-1 15,-4-1-2-15,1 1-12 0,-6 1-13 0,8 0-19 0,-8 0-29 0,0 0-34 0,0 0-43 16,-17 8-53-16,0-3-66 0,-9 0-242 15,-1 2-533-15,2-3 236 0</inkml:trace>
  <inkml:trace contextRef="#ctx0" brushRef="#br0" timeOffset="52160.6">7839 8601 206 0,'0'0'250'16,"0"-7"-17"-16,0 3-10 0,0 4-7 0,0-9-21 15,-1 4-8-15,-1 1-21 0,0-3-16 0,-2 3-18 0,1 0-12 16,-3 0-14-1,0-2-11-15,-2 4-12 0,-2-1-7 0,-4-1-8 16,-3 1-8-16,-5 1-15 0,2 0-4 0,-7 6-7 16,-1-1-2-16,-1 1-6 0,-1 1-3 0,-3 3-1 0,-3-1-4 15,3 5-2-15,1-2-5 0,3 2-2 16,1 0 0-16,3 0-4 0,1 3-2 0,6-3-3 0,4-1-4 16,-2 2 0-16,6-1-3 0,4 0-2 0,-3 0 5 15,5-2-1-15,1 2-1 0,1-1 3 0,6 0 3 0,0 1 5 16,2-3-3-16,4 4 2 0,6-4 7 0,-1-1 1 15,7-1-4-15,-3-2 4 0,12-4-1 0,-4-1 4 16,2-1-2-16,-7 1 10 0,4-5 7 0,-5-1 11 16,3-3 13-16,-6-3 13 0,0 2 10 0,-4-3 11 15,3-2 11-15,-3 0 10 0,1-7 2 0,-2 0 1 16,-3-5 9-16,-1 1 1 16,-1-3-3-16,-2-3-8 0,-3-3-4 0,-2-2-6 15,0-11-7-15,-2 12-13 0,0-11-6 0,-2 11-3 16,-1-13-9-16,2 20 4 0,0-1-7 0,0 1 4 15,-3 8 4-15,2 3-8 0,-1-2 2 0,2 4 7 16,1 6-8-16,-1 0 6 0,0 3-13 0,0 0-6 16,2 2-9-16,-1-1-25 0,1 6-37 0,-2-4-49 15,2 4-41-15,0 0 10 0,0 0 6 0,1 14 7 0,0 2 15 0,2 3 2 16,-2 10 7-16,2 3 6 0,-1 2 4 0,2 1 11 16,0 16 4-16,-2-3 8 15,5 0 0-15,-5-1 9 0,3-11-5 0,-1-1 3 16,1-2-1-16,1 1 23 0,-3-3-11 0,4-3 0 15,-4-4 1-15,0-6-1 0,-2-1 4 0,3-6 5 16,-4 0-2-16,1-6 0 0,2 3-5 16,-3-3 4-16,0-1 11 0,1 1-1 0,2-1 6 15,-3 1-1-15,0-5 5 0,1 5 2 0,-1-5 0 16,0 2-8-16,0-2 9 0,0 0 0 0,1 3-2 0,-1-3 2 16,0 0-4-16,0 0 4 0,0 0-19 0,0 0-46 15,0 0-69-15,0 0-72 0,-2-12-67 0,-1 5-84 16,2-2-238-16,-3-1-629 0,4 1 279 15</inkml:trace>
  <inkml:trace contextRef="#ctx0" brushRef="#br0" timeOffset="52639.66">7843 8376 91 0,'10'-7'219'15,"0"-1"-11"-15,1 3-14 0,3-2-14 0,-3 4-11 16,7-4-22-16,-5 3-16 0,3 4-11 0,-2-3-14 15,-1 6-7-15,0 2-8 0,1 1-10 0,0 5-12 16,-1 2-3-16,1 2-6 0,0 7-4 0,-4 1-9 16,-2-4 1-16,-3 6-6 0,-2 0-3 0,-1 2-2 15,-3-3-5-15,-2 1-5 0,1 1 2 0,-6 0 0 16,4-8-4-16,-3 1 2 16,1-2-5-16,-1-1 0 0,2-1 3 0,-2-3 1 15,1-2 3-15,2-2 4 0,3-2 5 0,-3-1 4 16,0 0 14-16,3-2 12 0,-2 1 20 0,2-1 26 15,1-3 24-15,-4 4 31 0,4-4 31 0,0 0 26 16,0 0 25-16,0 0 9 0,0 0-20 0,0 0-23 16,4-12-23-16,-3 3-14 0,3-3-23 0,4-5-16 15,1-1-16-15,2-11-17 0,2-2-16 0,1-2-14 0,5-9-12 0,-5 9-13 16,8-9-11-16,-8 8-8 0,1 3-6 0,-1 2-3 16,-1 3-5-1,-3 1 2-15,-1 8-2 0,-2 7-2 0,-1-5 7 0,-1 6-1 16,-1 0 0-16,0 3-5 0,-3 2-10 0,-1-1-18 15,3 1-25-15,-3 4-34 0,1-3-38 0,-1 3-27 16,0 0 28-16,0 0 0 0,-5 14 8 16,1 3 7-16,0 0 7 0,-1 13 15 0,0-2 1 0,1 4 4 15,3-1 9-15,-2 7 6 0,6-4 6 0,3 1 3 16,6-2 23-16,3 0-21 0,8-3 0 0,3-3 12 16,11 4-10-16,-3-11-46 0,13 1-67 15,2-8-96-15,6-6-129 0,0-7-299 0,-1-7-728 0,-3-3 322 16</inkml:trace>
  <inkml:trace contextRef="#ctx0" brushRef="#br0" timeOffset="54680.68">9628 7700 90 0,'0'0'95'16,"0"0"-13"-16,0 0 0 0,0 0-3 0,-8 0-4 16,8 0-10-1,0 0-3-15,0 0-17 0,0 0 14 0,0 0-2 0,0 0-2 16,0 0 0-16,0 0-3 0,0 0-3 0,0 0-1 15,0 0 5-15,0 0-1 0,0 0 10 0,0 0 13 16,0 0 5-16,0 0 12 0,0 0-1 0,0 0-4 16,0 0-3-16,0 0-7 0,17-5-7 0,1 4-6 15,3-2-11-15,10-2-2 0,2 1-3 0,6-1-6 16,14 0-5-16,2-2-4 0,1-1-5 0,1 3 0 16,-3 0-6-16,-3 3 0 0,-12-3 2 0,2 4-8 15,-8 2-2-15,2-5-20 0,-7 3-18 0,-6-1-29 16,-2 2-26-16,-1 2-23 0,-9-2-47 0,0 0-175 15,-3 1-351-15,-7-1 155 0</inkml:trace>
  <inkml:trace contextRef="#ctx0" brushRef="#br0" timeOffset="54912.5">9977 7529 304 0,'-3'-8'316'0,"-2"3"1"16,5-1 5-16,-1 0 0 0,1 2-9 0,-1 0-20 16,1 4-30-16,-3-6-24 0,3 2-32 0,0 4-25 15,0 0-33-15,-1-3-26 0,1 3-55 0,0 0-13 16,0 0-8-16,-3 14-3 0,2-4-4 0,1 10-3 16,0 9-4-16,-3-3-2 0,7 3-20 0,-5 5-29 0,2-1-34 0,3 4-30 15,0 9-42-15,-3-10-44 0,4-2-61 0,2-3-279 16,2-1-549-16,-3-5 243 0</inkml:trace>
  <inkml:trace contextRef="#ctx0" brushRef="#br0" timeOffset="55566.83">11153 7329 278 0,'-2'-4'329'0,"2"4"-19"0,-2-5-11 16,0 2-24-16,2 3-13 0,-1-4-28 0,1 4-20 0,-1-5-30 16,1 5-18-16,0 0-23 0,0 0-27 0,0 0-36 0,0 0-14 15,0 0-7-15,0 16-8 0,0-4-3 0,1 6-8 16,2 9-2-16,-5-1-7 0,5 4-4 0,-3 1-6 15,0 3-4-15,-1 17 6 0,-1-2-8 0,2-4 1 16,-1-7-3-16,1-3 3 16,0 1-6-16,0-2 2 0,0 0 3 0,1-1-3 0,1-5-3 15,-4-2-1-15,2-6 7 0,2-2-8 16,-1-2 1-16,-1-3 0 0,1-2-4 16,-1-2 15-16,2-1-13 0,-2-3 3 0,1-1 0 0,-1 3-1 15,0-4 5-15,1 0 0 0,-1-3 3 0,0 7 0 0,0-7 9 0,0 0-7 16,2 2-6-16,-2-2 7 0,0 0 1 0,0 0-51 15,0 0-62-15,0 0-58 0,-4-23-47 0,4 8-41 16,-3-3-256-16,-1-1-537 0,1-8 237 0</inkml:trace>
  <inkml:trace contextRef="#ctx0" brushRef="#br0" timeOffset="55898.77">11086 7184 53 0,'-4'-25'259'0,"-1"7"-3"15,1 1-8-15,3 1-3 0,-2 6-4 0,2-2-9 0,-4 4-12 0,5 1-13 16,0 2-16-16,0-2-21 0,0 2-18 0,0 3-21 16,4-2-14-16,-4 4-10 0,6-3-15 15,-6 3-9-15,18 5-13 0,0-1-6 0,2 6-10 0,6 3-7 32,0 4-6-32,2 4-8 0,1 1-4 0,-1 4-3 15,-1 1-8-15,-3 1 0 0,0 0-4 0,-2 1-6 0,-3 2 1 16,-4-3 2-16,-3-1-9 0,-5 1-8 0,-3-2-1 15,-2-8-2-15,-6 2 1 0,0-3-6 0,-1-2 10 16,-4 2-3-16,-5-1 4 0,0-1 3 0,-2-5 1 16,0 3 3-16,-3-2-1 0,0-1 2 0,1-4 1 15,-4 0 3-15,3 0-4 0,2 1 4 0,0-2-5 16,5 1 1-16,-1-2 2 0,3 0-1 0,1-2 0 16,3 0-16-16,-2 1-25 0,3-2-36 0,0 1-46 0,5-2-33 0,-5 1-39 15,5-1-48-15,0 0-206 0,18-4-477 0,-6-2 211 16</inkml:trace>
  <inkml:trace contextRef="#ctx0" brushRef="#br0" timeOffset="56399.98">11725 7403 131 0,'5'-4'214'0,"-5"4"-19"0,10 0-23 0,-10 0-18 0,12 4-12 15,-5-1-21-15,4-1-14 0,-1 5-10 0,0 1-10 16,0 1-12-16,1 0-8 0,-4 5-5 0,5 1-8 16,-5 0-6-16,0 2-5 0,-1 0-2 0,0 0-5 15,-2 0-7-15,-4 2 6 0,0 0 0 0,-2-2-4 16,-1 0-4-16,-2-2 10 0,0 1-5 0,-1-1 0 15,0-4 1-15,0-2-1 0,-1 3-1 0,3-7-1 0,-1 2-2 16,-1 1 7-16,1-3 3 0,3 0 12 0,-2-1 5 16,0-1 15-16,3-1 20 0,-2 1 24 0,3-3 25 0,-1 4 38 15,1-4 26-15,0 0-3 0,0 0-16 0,0 0-24 16,3-21-17-16,3 11-19 0,0-5-12 0,5-10-16 31,1 1-8-31,4-1-17 0,0 0-5 0,-3-1-11 0,2 0-6 16,-1 1-8-16,-2 8 0 0,-2-1-4 0,2 4-4 15,-6 1-1-15,3 3-1 0,-4 1 10 0,-1 4-9 16,0-1-5-16,-3 3-8 0,3-1-9 0,-2 0-12 16,0 2-32-16,-1-3-20 0,-1 5-21 0,0 0 4 0,0 0 3 15,9 10 4-15,-8-5 6 0,0 5 10 0,1 1 2 16,-2 1 6-16,2 4 1 0,1-1 13 16,-1 2-30-16,1-1-19 0,1 3-16 0,1-2-24 0,-1 1-25 0,2-2-39 0,-3-4-26 15,0-1-57-15,0-1-268 0,0-3-572 16,-2-3 254-16</inkml:trace>
  <inkml:trace contextRef="#ctx0" brushRef="#br0" timeOffset="56647.16">12181 7299 168 0,'4'0'206'15,"-4"0"-26"-15,10 4-14 0,-4 0-19 0,2 6-13 16,0 1-10-16,2 1-11 0,-1 5-6 0,5 8-10 16,-2 0-6-16,-1 3-10 0,2-2-6 0,-5 3-5 15,-1 2-8-15,-2 1-4 0,-1-3-2 0,-3 3-9 16,-1-1 0-16,-5-2-3 0,0 0-5 0,-6-3-9 16,-2-1-2-16,-5-1-6 0,-5-3-16 0,-2-1-26 15,-4-4-44-15,-1 1-49 0,-5-7-74 0,1-2-116 16,-2-3-328-16,3-5 147 0</inkml:trace>
  <inkml:trace contextRef="#ctx0" brushRef="#br0" timeOffset="57009.21">11716 7138 152 0,'-1'-4'264'0,"-2"2"-24"16,2-2-29-16,1 4-25 0,0 0-21 0,0 0-21 0,0 0-15 15,-13 6-14-15,8 6-16 0,-3 5-11 0,-7 10-8 0,-2 5-7 16,-6 11-10-16,3 3-7 0,-1 0-5 0,1 5-2 15,3-1-7-15,2-2-4 0,5-1-8 16,6-10 3-16,3-2-2 0,1 1 16 0,5-3 6 16,0-2 8-16,7 1 4 0,5-4-6 0,6-1-4 0,2-3-9 15,19 0-23 1,1-2-44-16,10-5-60 0,4-8-79 0,2 1-255 16,3-3-449-16,0-7 199 0</inkml:trace>
  <inkml:trace contextRef="#ctx0" brushRef="#br0" timeOffset="57918.11">12705 7374 28 0,'0'-8'292'0,"0"-4"-13"0,0 1-6 16,1 2-11-16,0 0-11 0,-1 2-12 0,2 2-23 15,-2-1-18-15,0 2-21 0,2 0-22 16,-2 1-17-16,0 3-17 0,0-5-15 0,0 5-14 16,0 0-12-16,0 0-8 0,0 0-1 0,11 12-16 0,-5-4-5 0,-1 3-7 15,5 0-4-15,-2 3-13 0,1-1-10 0,1 4-12 16,-1-1-2-16,4-1-13 0,-3 2-8 0,4-2-1 15,-2-1-6-15,-3-4 4 0,0-1-2 0,0 0 5 0,-1-2-1 16,0-1 1-16,-3-2 6 0,2-1 8 16,-1-2 12-16,-1-2 21 0,1 1-8 0,1-2 11 15,-2-2 5-15,1 0 8 16,1-4 5-16,-1-1 10 0,-2 0-1 0,1-2-6 16,0 1 0-16,1-3 1 0,2-2 0 0,-4 1 0 15,0-3 7-15,1 5 1 0,-1-1-6 0,1 3 3 0,0-1 0 0,-1 3 0 16,-3 0 1-16,2 2-11 0,-2 1-7 0,0 0-4 15,2 2-15-15,-2 0-18 0,2 0-24 0,-3 3-27 16,0 0-3-16,0 0 2 0,0 0 2 0,6 12 6 16,-5-3 4-16,-1 3 5 0,3 7 0 0,-3 7 0 15,0 4 1-15,-3 2 4 0,2 3 15 0,-8 13-12 16,5 5 3-16,3 0 1 0,-7-1 6 0,4-3-2 16,-1 1 4-16,-1-2 2 0,2-1 1 0,0-13-2 15,3 1 3-15,-3-4 3 0,3 2 0 0,-6-5-1 16,4-2 0-16,-1-2 2 0,0-5 1 0,-1-1 0 15,1-4 11-15,-2-1-11 16,2-1 1-16,-2 0-1 0,2-3 1 0,-1 0 2 16,1-3-2-16,-1 0 2 0,-2-1 5 0,1 0 3 15,-3-2 2-15,-1 0 6 0,-2-1 8 0,2-3-2 16,-3 0 5-16,0 0 0 0,2-3 4 0,-3-2 15 16,5 0 13-16,-4-1 19 0,3-3 8 0,1-1-5 15,-3-5 9-15,6 1-12 0,-2-10-18 0,7-1-18 0,5-8-26 0,10-10-6 16,1-3-24-16,11-1-13 0,2-1-5 0,8 0-4 15,1 3 11-15,4-1-12 0,1 5 3 0,-1 3 6 16,0 5-2-16,0 3 7 0,-12 7 6 0,4 5 18 16,-5 0-18-16,2 1 10 0,-5 4 10 0,1 0 9 15,-12 6 3-15,-3 3 10 0,-2-4 14 0,-2 6-10 16,-2-1 0-16,1 1-4 0,-1 1-10 0,-1-1-23 16,-4 3-11-16,5-4-12 0,-5 4-10 0,2-1-7 0,-2 1-16 0,0 0-20 15,0 0-27-15,-23 0-22 0,14 3-29 0,0 1-36 16,0-1-35-16,4-1-37 0,-2 0-227 15,2-2-538-15,5 0 238 0</inkml:trace>
  <inkml:trace contextRef="#ctx0" brushRef="#br0" timeOffset="58187.63">13571 7479 309 0,'-5'2'349'0,"5"-2"-26"0,0 0-32 0,0 0-26 0,0 0-36 15,0 0-20-15,0 0-25 0,19-8-20 16,-2 5-24-16,2-1-47 0,3 2-40 0,6 1-54 15,0-1-48-15,0-1-64 16,0-1-56-16,-7 3-211 0,-4-2-411 0,-2 2 182 16</inkml:trace>
  <inkml:trace contextRef="#ctx0" brushRef="#br0" timeOffset="58319.03">13592 7632 98 0,'-7'6'151'16,"1"-1"17"-16,2-1 3 0,0 1 15 0,6 0 2 15,0 0-10-15,8 1-11 0,3-3-18 0,15 0-13 16,3 1-31-16,3-2-65 0,19-2-82 0,-15-3-241 16,1 0-306-16,13-3 135 0</inkml:trace>
  <inkml:trace contextRef="#ctx0" brushRef="#br0" timeOffset="59621.11">15199 6958 104 0,'-2'-4'157'0,"-3"3"-13"16,-2-2-11-16,7 3-13 0,-10-1-17 0,5 1-6 16,-5 1-9-16,-2 3-13 0,-1 3-3 0,-2 2-8 0,-2 0-7 15,-6 7-7-15,2-1-2 0,0 3-3 0,2 5-11 16,-4-2 2-16,4 6-7 0,1 1 1 0,0 0-3 16,4 4 0-16,-4 0-8 0,4 2 2 15,1-2-7-15,3 0 5 0,2 2-4 0,2-4 23 0,6 0 10 16,0 0 11-16,6-4 6 0,1 2 3 0,3-4 4 15,4-2-3 1,0 2-1-16,4-6-4 0,-4-2 5 0,4-7 1 16,6 4-1-16,1-2-4 0,-6-5 1 0,8-1 1 0,-6-3 2 15,-1-2 7-15,1 0 14 0,2-6 17 0,-5 1-5 16,0-4 7-16,1-2 2 0,-3 0-4 16,-4 0 2-16,2-2-5 0,-2-3-13 0,3-7-5 15,-2 3-14-15,0-8-11 0,-6 3-20 0,1-3-16 0,-5-4-6 0,4-4-10 16,2-12-16-16,-5-1-8 0,1 2 6 0,-1 1-10 15,-3 11 4-15,3-13 3 0,-4 14 3 0,0 2 2 16,0-1 3-16,-4 5 4 0,1 0 2 0,-3-1-2 16,-1 3 2-16,0 8 7 0,-2-6-3 0,2 7-2 15,0 3 3-15,1 3-3 0,-2 2-1 0,2 0 4 16,-2 2-9-16,2-1-13 0,-3 7-4 0,2-2-12 16,1 1-3-16,-4 3 3 15,-3 3-2-15,-1 4 6 0,-4 2-2 0,-2 6 4 16,-1 8 4-16,0 1 8 0,3 5-5 0,-5 11 3 15,0 2-4-15,0 3 7 0,1 5 0 0,5 0 3 16,-2 1-2-16,1 2 3 0,7-3 3 0,-1-1-1 16,4-1-1-16,2 0 5 0,5-4-1 0,2 3 3 15,4 4 3-15,0-15 1 0,7 8-4 0,-6-10 2 16,6-2 3-16,-3 1 0 0,1-4-1 0,0 1 0 0,-1-2 0 0,1-6 10 16,-2-3-11-16,-3 0-3 15,0-6 5-15,-1 2-6 0,-3-3 3 0,1-4-5 16,0 1 5-16,-3 0-4 0,1-2 6 0,-1 0-2 15,-1-2 2-15,0 1 0 0,-1-2 13 0,-1 2-16 16,0-2 4-16,-3 0-3 0,-2-1 2 0,0 4 0 16,0-3-3-16,-1-1 2 0,-2 1 1 0,3 0 0 0,-2-3 0 0,3-2 4 0,-1 3-11 0,3-3-15 15,-2 0-21-15,8 0-28 0,-9 0-41 0,9 0-74 16,-8-3-83-16,7-2-228 0,1-1-532 0,5-2 235 16</inkml:trace>
  <inkml:trace contextRef="#ctx0" brushRef="#br0" timeOffset="60206.62">15744 7178 121 0,'2'-6'197'0,"3"1"-17"0,2 1-16 0,-1 2-16 16,6-4-18-1,-1 4-2-15,3 1-22 0,0-1-5 0,-1 2-14 16,5 3-3-16,-4 1-13 0,5 2-4 0,-2 1-1 15,-4 5-9-15,-2-1-5 0,0 3-1 0,-3 1-9 16,0 3-1-16,-4 0-2 0,1 2-1 0,-5 1 0 16,0 2-4-16,-2-3 2 0,-4 5-5 0,-2-2-3 15,-1-5 1-15,-1 3-4 0,1-4-4 0,-4 5-3 0,2-6 4 16,0-1-3-16,0-3 2 0,-1 1 3 0,4-6 5 0,3 2 7 16,-2-5 7-16,5 4 12 15,-2-4 14-15,0-2 26 0,3 0 52 0,-3 1 29 16,4-3 42-16,0 0-9 0,0 0-15 0,0 0-22 15,4-13-9-15,1 3-25 0,1-1-15 0,5-2-15 16,0-3-13-16,6-6-10 0,2 0-4 0,-1 2-14 16,-2-3-3-16,2-1-9 0,-1 2-6 0,2-2-4 0,-2 5-4 0,-6 3-10 0,2 4-1 0,-7 2 2 15,2 1-6-15,-3 4-4 0,0 0-7 0,-1 1-9 16,-3 1-21-16,3-1-19 0,0 1-33 0,-4 3-12 16,0 0-1-16,0 0 13 0,5 10 3 0,-5-1 8 15,3 2 5-15,-2 2 3 0,-1 2 3 0,4 3 13 16,-3 0 11-16,4 2-7 0,2-1 2 0,-5-2-20 15,6 3-24-15,-3-3-23 16,5-1-21-16,-1 0-34 0,-1-2-33 0,-2-4-36 16,4-2-48-16,-5-2-267 0,1-3-575 0,0-2 254 15</inkml:trace>
  <inkml:trace contextRef="#ctx0" brushRef="#br0" timeOffset="60453.89">16319 7106 160 0,'3'0'190'0,"-3"0"-22"15,13 4-5-15,-4 1-5 0,3 3-6 0,2 6-12 0,0 2-8 16,3 5-7-16,-1 6-7 0,2-1-9 0,-4 0-11 16,-1 6-7-1,-2 0-2-15,-2 2-3 0,0 1-10 0,-5 1-8 16,0-3-6-16,-9 2-5 0,-4 11 0 0,-3 0-3 15,-2-17-5-15,0-1 1 0,-9-2-8 0,0 0-14 0,-4 1-22 16,-2-10-43-16,-3 1-44 0,-4-6-66 0,0 1-231 16,-2-6-408-16,0-6 180 0</inkml:trace>
  <inkml:trace contextRef="#ctx0" brushRef="#br0" timeOffset="60999.8">15907 6817 133 0,'-1'-2'255'0,"1"2"-31"0,-3-3-25 16,3 3-21-16,0 0-21 0,0 0-20 0,-14 8-12 15,7 1-19-15,-6 8-10 0,-5 7-9 0,1 5-11 16,-11 15-10-16,1 2-2 0,1 7-8 0,-3 0-5 16,-4 25-3-16,9-23-3 0,6 0-5 0,3 1 27 15,6-4 0-15,1 1 18 0,8-2 11 0,9-6 8 16,8 1 3-16,3-4-1 0,0-13 5 0,12 5-3 16,4 0-2-16,-4-13 4 15,3-3 2-15,11 2-1 0,-12-5-5 0,2-4-7 16,-3-3-6-16,-6-2-11 0,1 2 4 15,-10-4-2-15,-4-1 7 0,-5-2 5 0,4 0-1 0,-5 1 3 16,-2-1 0-16,-1 0-9 0,-5-1 8 0,10 0-8 16,-7 2-5-16,-3-2-8 0,0 0-6 0,7 0-14 15,-7 0-21-15,0 0-32 0,6 1-51 0,-6-1-58 16,0 0-51-16,3 4-61 0,-3-4-81 0,0 0-96 0,0 0-245 0,0 0-693 16,0 0 307-1</inkml:trace>
  <inkml:trace contextRef="#ctx0" brushRef="#br0" timeOffset="123661.86">17961 6745 50 0,'-2'-5'148'0,"2"5"-9"0,-1-6-8 16,1 3-11-16,0 3-5 0,-4-8-10 0,4 5-11 15,0 3-3-15,4-5-5 0,-8 0-3 0,4 5 11 16,0-6-14-16,0 6-9 0,0-4-1 0,4 0-1 0,-4 4 1 15,0-3-4-15,0 3 11 0,5-6 0 16,-5 3 2-16,0 3 5 0,0-2 1 0,0 2 4 0,4-4 1 0,-4 0-8 16,0 4 5-16,1-4 1 0,-1 4-4 0,3-3-5 15,-3 3 0-15,0 0-3 0,1-4-1 0,-1 4-4 16,0 0-4-16,0 0-10 0,0 0-6 0,0-5-6 16,0 5-6-16,0 0-7 15,0 0-9-15,0 0-15 0,0 0-19 0,0 0-10 16,0 0-5-16,0 0 0 0,-18 18 2 0,2 2 4 15,-6 9 1-15,-11 20-1 0,-18 26 1 0,6 4 7 16,-5 1 0-16,9 0 0 0,1-3 3 0,14-21 1 16,1-2 1-16,-4 23-2 0,15-26 1 0,1-1 11 15,8 1 4-15,1 3 2 0,4-1 0 0,4 0 1 16,5 1 3-16,6-7 4 0,2-1-1 0,9-1-3 16,4-4 3-16,9-4 0 0,5-2 3 0,7-5-26 15,4-5-22-15,31 3-38 0,-22-13-50 0,28 1-54 0,-3-6-70 16,-26-8-186-16,-4-2-462 0,-2-10 204 0</inkml:trace>
  <inkml:trace contextRef="#ctx0" brushRef="#br0" timeOffset="124331.59">18414 7086 41 0,'0'0'82'0,"-1"-9"-20"0,1 6-2 16,0-1-6-16,0 4 1 0,0-8-4 15,0 8-11-15,0-6 7 0,0 2-16 0,0 4 8 16,1-7 4-16,-1 2 0 0,0 3 1 0,0 2 1 16,0-5 10-16,0-1 6 0,0 6 3 0,-1-10 10 15,2 6-1-15,-1 0 3 0,0-2 8 0,0-1-1 16,3 0 1-16,-3 2 8 0,1-2-1 0,-1 0 4 16,0-1 2-16,1-1 2 0,2 0-2 0,-2 1 2 0,-1 1-1 15,3-1-4-15,-2-2 4 0,-1 2-2 0,4 0 8 0,-3-2-2 16,-1 2-2-16,3 2-2 0,-2 0-3 0,-1 1-3 15,0 0-2-15,0 2-11 0,0 0-18 0,0 3-11 16,0-6-4-16,0 6-20 0,0 0-35 0,0 0 3 16,0 0-4-16,-1 22 5 0,-3-3 1 0,0 12-3 15,-1 3 3-15,-8 13-3 0,7 0 2 0,-2 4-1 16,-1-3 1-16,5-2 2 0,-1-12 0 0,2 4 3 0,3-4 0 0,-2-3 0 31,2 0 0-31,0-1 0 0,0-5 3 0,2-7 0 0,-2 2 2 0,2-1-4 16,-2-2-1-16,0-5-5 0,0-2 3 0,0 2-27 15,0-4-13-15,0 0-10 0,1-4-14 0,-2 1-13 16,1 1-17-16,1-3-13 0,-1 1-22 0,0-4-22 16,-1 4-26-16,-1 0-219 0,2-4-431 0,0 0 191 15</inkml:trace>
  <inkml:trace contextRef="#ctx0" brushRef="#br0" timeOffset="125004.1">18338 7557 145 0,'-4'0'222'0,"4"0"-18"0,-8 1-15 16,8-1-8-16,0 0-16 0,-7 0-4 0,7 0-14 16,0 0-8-16,0 0-13 0,0 0-16 0,0 0-6 15,0 0-14-15,-8 0-10 0,8 0-4 0,0 0-2 16,0 0-15-16,0 0-4 16,0 0-2-16,-5 0-6 0,5 0 3 0,0 0-7 15,0 0-3-15,0 0-2 0,0 0-1 0,0 0 0 0,0 0-2 0,0 0 0 16,0 0 4-16,0 0 1 0,0 0 1 0,0 0-2 15,0 0 2-15,0 0-5 0,0 0-2 0,0 0-2 0,0 0-1 16,0 0-3-16,0 0 0 0,0 0-3 0,0 0 0 16,0 0 0-16,0 0 1 0,0 0 0 15,0 0-4-15,0 0-2 0,20-2-1 0,-3-2 4 16,4-3-11-16,14 1-2 0,2-2 2 16,13-2-7-16,3 0 7 0,0 5-6 0,2-2 3 0,-4-2-5 15,-13 4 1-15,2 3 0 0,-2-3-2 0,-5 0 4 16,-2 2-6-16,-8 0 6 0,-4 2-5 0,-1 0-1 15,-7-1 2-15,0 0 1 0,-5 2 0 0,-1 0 0 16,1 0 3-16,-1-3 4 0,-5 3-4 0,0 0-2 0,0 0 7 0,0 0-22 16,0 0-3-16,0 0-7 0,0 0-15 0,-30 3-12 15,19 1-20-15,-1-2-19 0,0 2-24 16,-1-2-35-16,-1 3-26 0,5-4-31 0,1 2-231 0,-1-1-468 31,4-2 208-31</inkml:trace>
  <inkml:trace contextRef="#ctx0" brushRef="#br0" timeOffset="125681.27">19205 7468 76 0,'0'0'197'0,"0"0"-12"16,-7 0-13-16,7 0-15 0,0 0-19 0,0 0-12 15,0 0-13-15,-8-1-10 0,8 1-18 0,0 0 1 16,0 0-10-16,0 0-5 0,0 0-9 15,0 0 1-15,0 0-5 0,0 0-5 0,0 0 1 0,0 0-2 16,0 0-4-16,18-4-5 0,-8-1-1 0,0 3-6 0,3-2-2 16,-1 1-4-16,8-4-2 0,-1 1-1 0,-2-2-4 15,3 2-2-15,6-5 6 0,-7 3-1 0,-1-4-2 16,0 4-4-16,6-4 0 0,-5 2-1 0,-3 1 5 0,0-1 3 31,-2 0-2-31,-1 2 4 0,-7 0 16 0,2 0 1 0,2 2 4 0,-3-1 4 16,-5 2 6-16,1-2 6 0,1 2-10 15,-4 0-6-15,-3-1-8 0,2 4-7 0,-4-2-4 16,-2 0-6-16,-4 3-8 0,-2 1 1 0,-5 0-1 16,-4 2-4-16,3 3-2 0,-4-1-2 0,-2 6-4 15,0-1 0-15,1 1 2 0,5 1-7 0,-3 4 1 16,7-3-2-16,1 1-1 0,1 0 1 0,-1 1 1 16,8 1-8-16,3-2 0 0,3-3 1 0,0 7 2 15,5-5 4-15,7 0 5 0,4-1-2 0,11-1-1 0,4 0-2 0,2-4-16 16,8 0-17-16,10 0-41 0,0-5-50 0,0-2-69 15,-13 1-48-15,0-6-167 0,-3 0-441 0,5-1 195 16</inkml:trace>
  <inkml:trace contextRef="#ctx0" brushRef="#br0" timeOffset="126257.33">19981 7288 19 0,'0'0'164'0,"0"0"5"0,0 0 4 15,0 0 2-15,0 0 1 0,0 0 1 0,0 0 3 16,0 0 6-16,0 0-11 0,0 0-4 0,0 0-2 16,0 0-6-16,0 0-12 0,0 0 8 0,0 0-19 15,0 0-7-15,0 0-3 0,0 0-12 0,0 0-5 16,1-5-9-16,-1 5-7 15,0 0-8-15,0 0-7 0,0 0 1 0,0 0-7 16,0 0-8-16,0 0 12 0,0 0-26 0,0 0-2 16,0 0-9-16,0 0-13 0,0 0 9 0,0 0-5 15,0 0-6-15,0 0-1 0,0 0-7 0,0 0-1 16,0 0-2-16,0 0 1 0,0 0-5 0,0 0-1 16,0 0-2-16,0 0-2 0,0 0-3 0,0 0-5 15,0 0-11-15,0 0 3 0,0 0-2 0,0 0-2 0,0 0-8 0,0 0 9 16,0 0-1-16,0 0-5 0,0 0 5 0,0 0-4 15,0 0 9-15,0 0 0 0,0 0-1 0,0 0 3 16,0 0 3-16,0 0 0 0,0 0-6 0,0 0-2 16,0 0-5-16,0 0-5 0,0 0-8 0,0 0-14 15,0 0-15-15,0 0-18 0,0 0-19 0,0 0-30 16,0 0-25-16,0 0-59 16,0 0-60-16,-10 2-215 0,2-5-521 0,2 3 231 15</inkml:trace>
  <inkml:trace contextRef="#ctx0" brushRef="#br0" timeOffset="129341.86">19986 7241 28 0,'0'0'108'0,"0"0"4"16,0 0 0-16,-1-2-12 0,1 2 14 15,0 0-4-15,0 0-5 0,-1-4 9 0,1 4 7 16,-2-4 11-16,2 4 9 0,0 0-3 0,-1-7 2 16,1 7 8-16,0-3 1 0,0 3-3 0,0 0-6 0,0-4 2 15,0 4-4-15,0 0 0 0,1-7-2 16,-1 7-7-16,0-3 3 0,0 3-5 0,0 0-12 16,2-4-5-16,-2 4-9 0,0 0-11 0,0 0-13 15,0 0-11-15,0 0-17 16,0 0-18-16,0 0-17 0,0 0-11 0,0 0 2 15,-2 14-1-15,2-9-2 0,-2 8-4 0,-1-2 3 16,3 6-3-16,-4-1 5 0,3 4-4 0,-3-4 2 16,3 2-1-16,-2 1-3 0,3-2 1 0,-1 0 1 15,1 0-1-15,-1-5 2 0,-3 1 0 0,4-1-3 16,4-2 6-16,-4 1-1 0,0-4-4 0,1-1 4 16,-1-1-2-16,0 1 0 0,0-1 3 0,0-3 4 0,0-2 7 0,0 7-6 15,0-4-3 1,0-3-3-16,0 0 7 0,0 5-3 0,0-5 0 0,1 3 2 15,-1-3 3-15,0 0 2 0,0 0-5 0,0 0 0 16,0 0-1-16,0 0 0 0,0 0-24 0,0 0-11 16,0 0-59-16,0 0-58 0,0 0-52 0,-16-7-49 15,8 1-56-15,-1-2-176 0,0-2-516 16,-2-4 229-16</inkml:trace>
  <inkml:trace contextRef="#ctx0" brushRef="#br0" timeOffset="129510.66">19885 7022 129 0,'5'-16'315'16,"-5"5"-13"-16,2 0-15 0,-2-2-17 0,2 7-20 0,-2-3-26 15,1 3-19-15,4 0-21 0,-5 1-27 0,0-1-35 16,0 6-50-16,4-5-40 0,-4 5-28 0,4 0-40 0,-4 0-37 16,9 6-40-16,0 0-40 0,-3 3-210 0,2-1-394 0,-3 2 174 15</inkml:trace>
  <inkml:trace contextRef="#ctx0" brushRef="#br0" timeOffset="130190.43">20247 7411 76 0,'0'0'140'0,"0"0"-2"0,0 0-15 16,0 0-5-16,0 0 2 0,0 0-5 0,0 0 1 0,0 0 9 15,0 0 5-15,0 0 5 0,0 0 1 16,14-8 1-16,-8 4 0 0,2-5-3 0,0 4-3 16,-1-8-3-16,5-2-15 0,-3 1-1 0,5-7-13 15,-3-2-5 1,-1-6-12-16,3 0-7 0,-3-1-3 0,3 1-11 16,-4-1 2-16,0-2-2 0,0 0-8 0,0 0 0 15,-3 3 0-15,-2 1 1 0,0-1 1 0,1 2 6 16,-2 1-1-16,-1 6-1 0,0 5 2 0,0 0 3 15,-2 4 3-15,0 1 1 0,0 0-4 0,-2 3-5 16,2 3-10-16,2-1-1 0,-2 2-5 0,0-2-16 16,0 1-26-16,0 4-33 0,0 0-11 0,0 0 4 0,0 0 13 0,-14 12-6 15,10 5 1-15,-5 11 6 0,-1-1 1 0,0 5 2 16,-2 2 5-16,-2 11 3 0,1 0-2 0,-1 1 4 16,9-12-2-16,0-1 5 0,1-2 0 0,2 1-4 0,2 0 5 0,4-5-4 15,3 1 7-15,-2-11-1 0,8 7 6 0,-4-7-2 16,3-3 4-16,3-3 1 0,-1 2 5 0,1-3 1 15,1-3 12-15,2-2-11 0,-3-2-1 0,-1-2 5 16,0-2 13-16,-1 1 0 0,-2-3 6 0,3-1 0 16,-3-1 5-16,0 0-7 0,-2-2-4 15,-3 1-1-15,2-5-5 0,-3 1-3 0,-5-1-18 0,3-2-14 16,-6 2-5-16,-1 1-10 0,-1-2-4 0,-4 3-7 16,-3-3-17-16,-3 3-10 0,-4 1-8 0,1 1-13 15,-11 2 0 1,1 3-11-16,5 0-5 0,1 2-16 0,-6 0-18 0,8 3-25 15,6-1-29-15,1 0-30 0,-1 0-173 0,5 1-428 16,4-2 190-16</inkml:trace>
  <inkml:trace contextRef="#ctx0" brushRef="#br0" timeOffset="130808.4">20867 7117 137 0,'0'0'313'0,"1"-4"-6"16,-1 4-8-16,1-5-8 0,1 3-31 0,-2 2-33 0,2-3-21 0,-2 3-25 15,0 0-20-15,0 0-18 0,0 0-24 0,0 0-14 16,0 0-26-16,0 0-6 0,0 0-8 15,4 12-7-15,-2-3 3 0,-1 3-17 0,1 5-8 16,-2 0-6-16,-2 3 3 0,2 8-6 0,-2-6-5 0,-2 5-2 16,3-3 3-16,-4-4-3 0,4-2-5 0,-2-1-2 15,2-2 3-15,-2-2-5 0,2-2-2 0,0-3 10 16,1 1-8-16,-2-4 0 0,2-1 1 16,0 0 5-16,-1 1 22 0,1-5 29 0,0 4 35 0,0-4 35 15,1 4 13 1,-1-4-15-16,0 0-5 0,0 0-16 0,8-15-19 15,-3 8-1-15,4-6-11 0,0-2-11 0,3-7-20 16,3-1-18-16,-1-3-17 0,1 1-7 0,-1 5 12 0,-4 3-12 16,-2 4-3-16,-1 2-1 0,0 0 8 0,-2 2-7 15,2 1-5-15,-4 3-2 0,1 1-15 16,0 1-1-16,-3-1-15 0,3 1-10 0,4 3-3 16,-8 0-7-16,10 4-4 0,-1 2-9 0,4-1-10 0,-3 1-9 0,3 5-14 0,3 1-13 15,-1-2-16-15,-1 1-19 0,-2 0-23 0,4 1-23 16,-1-2-34-16,0 0-39 0,2-2-256 0,-7-4-563 15,-1-2 249-15</inkml:trace>
  <inkml:trace contextRef="#ctx0" brushRef="#br0" timeOffset="131160.16">21380 7145 225 0,'0'-6'339'0,"-2"1"-11"0,2 3-11 16,0 2-19-16,-2-8-20 0,1 5-33 0,1 3-25 0,0 0-14 0,0-4-32 15,0 4-24-15,-1-4-16 0,1 4-17 0,0 0-24 16,0 0-29-16,0 0-5 0,0 0-9 0,0 0-5 16,2 12-8-16,0-5-5 15,0-1-5-15,-2 5-1 0,0 1-2 0,2 1-4 16,-2 3-4-16,1 1 3 0,0-2-4 0,3 2-3 15,-2 0 1-15,0-6-1 0,0 5-1 0,-1-4-2 0,1-3-3 0,0 0-1 0,-2 1 4 16,2-4 1-16,-2 1 8 0,0-3-14 0,0 2 3 0,2-1-1 16,-2-2 0-16,0 0 1 0,0-3-3 0,0 5-2 15,0 0 2-15,0-5 0 0,0 0-3 0,0 0-4 16,0 4-4-16,0-4-6 0,0 0-4 0,0 0-30 16,0 0-41-16,0 0-50 0,-9-14-42 0,3 9-40 15,0-5-60-15,-2-4-173 16,1-1-490-16,1-3 216 0</inkml:trace>
  <inkml:trace contextRef="#ctx0" brushRef="#br0" timeOffset="131309.6">21366 6868 99 0,'-1'-7'292'0,"1"1"-17"0,1 1-21 0,-1 1-21 0,0 1-20 0,0 3-24 15,1-6-20-15,-1 6-32 0,0-5-46 0,0 5-31 16,4 0-32-16,-4 0-39 0,0 0-45 0,13 5-57 15,-7-1-197-15,-1-1-337 0,-1-1 149 0</inkml:trace>
  <inkml:trace contextRef="#ctx0" brushRef="#br0" timeOffset="131745.63">21761 6730 272 0,'1'-7'269'0,"0"5"-5"0,1-2-2 15,-2 4-18-15,1-2-1 16,-1 2-26-16,1-5-18 0,-1 5-24 0,0 0-14 16,2-4-18-16,-2 4-22 0,0 0-17 0,0 0-14 15,0 0-27-15,0 0-9 0,0 0-4 0,5 14-8 16,-3-3-4-16,3 5-6 0,-2 8 8 0,-1 8-11 16,-2 1-3-16,4 14-3 0,-4-1-3 0,2-10-2 15,-2-1 0-15,1 13-2 0,-1-15 0 0,2-2-2 16,-2 1-4-16,4-4-4 0,-4 0 6 0,3-9-6 0,-2-2 5 0,-1 0-4 15,1-5-1-15,2-2 1 0,-3 0 7 0,1 0-6 16,-1-5-4-16,0 1 3 16,2-1 7-16,-2 0 0 0,2-3-13 0,-2 2-7 15,0-4-6-15,-2 6 0 0,2-6-6 0,0 0-5 0,2 3-3 0,-2-3-7 16,0 0-54-16,0 0-93 0,0 0-62 0,-6-13-217 16,4 8-496-16,1-3 219 0</inkml:trace>
  <inkml:trace contextRef="#ctx0" brushRef="#br0" timeOffset="132015.71">21662 7134 16 0,'0'0'284'0,"-6"2"-22"15,6-2-14-15,-5 1-15 0,5-1-12 0,0 0-12 16,0 0-14-16,0 0-19 0,-4 2-19 0,4-2-16 0,0 0-15 15,24-1-11-15,-2 0-13 0,9-2-8 16,-1 1-11-16,5-1-14 0,0 3-10 0,-1-2-10 16,-2-1-13-16,-4 2-9 0,-9-2-7 0,1 0-5 0,-7 3-1 0,-1-2 0 15,-4 0-1-15,1 2-3 0,-3-1 0 0,-1 0-10 16,-5 1-5-16,8-3-16 0,-8 3-29 0,1-2-23 16,-1 2-16-16,0 0-34 15,-13-6-23-15,8 6-18 0,-4 0-40 0,0-2-151 16,3-1-382-16,1 1 169 0</inkml:trace>
  <inkml:trace contextRef="#ctx0" brushRef="#br0" timeOffset="132514.84">22257 6873 58 0,'-3'-1'215'0,"3"1"-24"0,-2-4-18 0,2 4-20 15,0 0-17-15,0 0-3 0,0 0-27 0,0 0-10 16,11 14-9-16,-6-9-9 0,4 3-7 0,-2 0-3 16,9 4-9-16,-3 0-3 0,0 0-11 0,2-1-7 0,-1 4 1 0,3-1-3 15,-4 2-10-15,1-2 2 0,-3 1-2 16,-1 1-4-16,-1 1 4 0,-2-2-10 0,-3 4 1 0,-2-2 0 15,-1 3-1-15,-3-2 2 0,-3-1-3 0,-2 4 3 16,-2-4 2-16,-3 4-4 0,-4 2-3 0,0-3 1 16,-5-2-2-16,7-2-2 0,-1-2 0 15,-2-2 3-15,1 2-3 16,1-1 1-16,0-4-1 0,6 1 2 0,-2-4-5 0,1 3-2 16,4-5-2-16,1 0 4 0,0 1-3 15,1-1 3-15,0-1 1 0,2-1 12 0,-1 2 4 16,3-4 14-16,0 3 12 0,0-3 11 0,9 2 3 15,2-2 0-15,4 0-4 0,3 0-8 0,11-2-3 0,-1-1-5 16,8-2-2-16,0 1-5 0,-2-1-3 0,3 0-5 16,-5 2 0-16,-1-1-4 0,-6 0-1 0,-5-1-1 0,-2 2-4 15,-6 1-13-15,0 1-10 0,-6 0-18 0,2-1-22 0,-4 0-27 16,0-3-73-16,-1 1-67 0,-3 4-219 16,-6-6-464-1,1 1 206-15</inkml:trace>
  <inkml:trace contextRef="#ctx0" brushRef="#br0" timeOffset="132863.51">22278 7227 190 0,'-5'1'291'0,"5"-1"-17"15,-5 1-7-15,5-1-7 0,-5 2-14 0,5-2-23 16,0 0-15-16,0 0-23 0,0 0-23 0,0 0-13 16,37-4-16-16,-6 1-14 0,2 1-16 0,4 1-6 0,14-3-11 0,-1-2-10 15,-9 2-13-15,10 0 3 0,-11 3-10 0,-3-1-5 16,-3-3-7-16,-2 0 2 0,-4 5-6 0,-10-1 2 15,-6 0 4-15,-2 0 7 0,-1 1-3 0,-3 0-1 16,1-2-7-16,-7 2-3 0,10 0-7 0,-6-1-24 16,-4 1-24-16,0 0-15 0,6 0-33 0,-6 0-43 15,0 0-50 1,0 0-51-16,-23 4-98 0,13-4-179 0,1 0-525 16,-1-1 233-16</inkml:trace>
  <inkml:trace contextRef="#ctx0" brushRef="#br0" timeOffset="134127.99">23592 6832 167 0,'0'-7'245'0,"0"2"-13"0,0-3-1 0,0 1-12 0,0 2-1 0,0 0-14 15,0 0-11-15,0 1-11 0,0 4-17 0,1-4-14 16,-1 4-16-16,0-5-16 0,0 5-14 0,0 0-19 31,3-3-22-31,-3 3-24 0,0 0-5 0,0 0-6 0,-4 12-3 0,4-2-3 16,-2 7-2-16,0 7-4 0,-3 4 11 0,1 2-14 15,-1 2 0-15,0-1 0 0,1 0-1 16,0 1-3-16,2-1 0 0,-1-2 1 0,3-3-5 16,0-5 8-16,0-3-6 0,0 1 4 0,0 0-4 0,-2-8-17 15,4 4-28-15,-2-3-24 0,0 1-27 0,0-2-31 16,0-1-19-16,2-3-21 0,-2 2-21 0,1-2-200 16,0-3-412-16,0 0 183 0</inkml:trace>
  <inkml:trace contextRef="#ctx0" brushRef="#br0" timeOffset="134412.84">23556 7333 152 0,'0'0'225'15,"0"0"-13"-15,-4 2-13 0,4-2-12 0,0 0-11 0,0 0-4 16,0 0-3-16,0 0-10 0,0 0-15 0,0 0-11 0,0 0-14 15,0 0-11-15,21 0-8 0,-2-2-10 0,4-3-11 16,5 1-11-16,8 0-8 0,2-1-2 0,13-2-7 16,-13 3-7-16,-3-1-1 0,1 2-7 0,-5-1-2 15,-11 0-3-15,-1 2-4 0,-5-1-5 0,0 2-1 16,-3 1 1-16,-4-3-7 0,2 3-9 0,-4 0-5 0,-1-1-15 16,-4 1-13-16,9 0-5 0,-9 0-2 0,0 0-2 15,0 0-20-15,0 0-17 0,0 0-22 0,0 0-31 16,0 0-32-16,0 0-30 0,-18 1-166 0,18-1-384 15,-12-1 170-15</inkml:trace>
  <inkml:trace contextRef="#ctx0" brushRef="#br0" timeOffset="134713.62">24251 7152 35 0,'3'-3'401'0,"-2"0"-2"16,-1 3-24-16,0-7-6 0,0 7-19 0,2-3-28 0,-2 3-32 16,2-4-27-16,-2 4-34 0,0 0-27 15,0 0-22-15,0 0-24 0,0 0-24 0,0-3-16 16,0 3-24-16,0 0-41 0,0 0-8 16,0 0-6-16,4 9 3 0,-4-3-8 0,1-1-2 0,-1 5-6 0,0-1-3 15,0 2 0-15,4 0-7 0,-4 1-7 0,0 0-24 16,0-2-13-16,0 1-16 0,0-1-15 0,0 1-19 0,0-2-18 0,0 0-18 15,0-1-17-15,-1-2-16 0,-2 0-16 16,3-1 2-16,-1-1-3 0,-2-1 11 0,0-2 7 16,3-1-42-16,0 0-229 0,-19-8-455 0,8 1 202 15</inkml:trace>
  <inkml:trace contextRef="#ctx0" brushRef="#br0" timeOffset="134851.5">24147 6979 109 0,'2'-9'283'0,"-2"-3"-4"0,1 2-13 0,1 0-12 15,-1 4-21-15,2 1-20 0,-2-2-24 0,1 2-20 16,0 0-19-16,0 1-18 0,-2 4-29 0,4-4-34 16,0 3-25-16,1-1-31 0,-5 2-31 0,13 4-37 15,-7-1-28-15,1 5-29 0,3-3-37 0,-3 4-200 16,1-1-376-16,-3-1 166 0</inkml:trace>
  <inkml:trace contextRef="#ctx0" brushRef="#br0" timeOffset="135300.19">24517 7072 39 0,'0'0'458'0,"0"0"-33"0,0 0-26 0,9-1-45 0,-9 1-31 0,0 0-36 16,0 0-27-16,0 0-39 0,0 0-34 0,0 0-30 15,5 3-49-15,-3 0-18 0,-2 2-11 16,1-1-4-16,-1 4-12 0,0 1-7 0,0 1-8 0,0 4 7 16,-3 3-12-16,1 0-8 0,-1 1-6 0,2-2 0 0,-2 4-7 0,2-2-4 15,-3-2-1-15,4-4 4 0,-1 0-4 0,1-3-5 16,-3-3-2-16,1 0 5 0,-1-1 0 0,3 0-2 16,0-2 19-16,0 1 21 0,0-4 28 0,0 5 37 15,0-5 34-15,3 4 27 0,-3-4 21 16,0 0 11-16,0 0-23 0,0 0-21 0,10-13-15 15,-5 6-20-15,2-3-11 0,-1-1-11 0,3-1-12 0,-1-2-14 16,1 1-8-16,2 1-7 0,-5 3-6 0,0-3-5 16,-3 7-10-16,3 2-3 0,-4-4-7 0,4 3 0 15,-3 1-32-15,-2 0-28 0,-1 3-36 16,4-4-43-16,-4 4-40 0,4-1-28 0,-4 1-30 0,0 0-18 31,13 7-13-31,-4-1-19 0,-2 3-21 0,6 2-18 0,-3-1-12 0,3 3-19 16,1-1-30-16,-9-1-250 0,8 0-646 0,-8-1 285 15</inkml:trace>
  <inkml:trace contextRef="#ctx0" brushRef="#br0" timeOffset="136053.37">24783 7320 19 0,'-1'-4'149'0,"1"4"-11"0,0 0-19 15,0 0-10-15,0 0-4 0,-1-5-13 0,1 5-5 16,0 0-6-16,0 0 2 0,0 0 7 0,0 0 12 16,0 0 7-16,2-5 3 15,-2 5 10-15,0 0 5 0,0 0 4 0,0 0 1 16,0 0-4-16,0 0 1 0,0 0-10 0,0 0-5 16,0 0 9-16,0 0-14 0,6-1-3 0,-6 1 0 15,0 0-10-15,0 0-9 0,7-3-12 0,-2 0-11 16,1 0-4-16,1-1-6 0,2-1-2 0,0 0-4 15,0 0 1-15,1-5-8 0,3 0-9 0,-1-2 1 16,2 0 4-16,-1 0-4 0,-1-3-5 0,3 1 7 0,-4 0-3 0,2-1-2 16,-1 2 0-16,-1 0 11 0,-2 1 7 0,-2 2 2 15,0 1 6-15,-3 3 4 0,0-1 5 0,-2 0 2 16,1 2 4-16,0 1-12 0,-3-2-6 0,1 4-6 16,-1 2-6-16,0-7-12 0,0 7-16 0,-7-5-18 15,1 5 4-15,6 0-11 0,-23 8 4 0,5-4 9 16,0 1-12-16,0 5-4 0,4 0 8 0,-5 2-9 0,4-3 5 15,0 3-3-15,3-1-30 0,-2 3-3 0,4-1-17 0,2 0-4 16,2-1 1-16,2 0 5 0,5-3 6 0,2 2 10 16,6 2 5-16,5-2 11 0,13 1 1 0,3 0 5 31,7-4 0-31,17-1 3 0,0-1-15 0,4-2-4 0,2-4-13 16,0 0-3-16,2-5-3 0,-1-2-2 0,-2 2-2 0,-3-3 2 15,-7-2-1-15,-11 0 3 0,-6 0 6 16,1-2 7-16,-4-2 6 0,-10 3 15 0,-3-2 31 15,-3 4 21-15,0-4 22 0,-6 6 29 0,-2-4 12 0,-1 3-5 16,0-2-4-16,-1 1-2 0,-3-1-8 0,-2 4-10 16,0-1-7-16,-3-2-11 0,-2 4-6 0,0 1-5 15,-4 0-1-15,-1 0-13 0,-6 4-1 0,4 4-1 16,-5 0-6-16,3 2 9 0,-2 1-10 0,-1 4-4 0,2 0 2 16,2 1-7-16,0 3 4 0,-4 2-1 0,10-3-7 15,0 1-26-15,-1 1 2 0,2-1 8 0,3-4-13 16,2-2 7-16,1 3-1 0,-1-4 4 0,4 1 10 0,1-4 11 15,-1-1 10-15,3 2 13 0,2-3 7 0,2 0 6 16,1-2 18-16,2-1-6 0,4-1 9 0,-3-3-5 16,4 0 10-1,-3 3-5-15,-1-6 1 0,6-1-5 0,-8 3 1 16,4-1 1-16,-2 0 1 0,-3 0-7 0,1 1-6 16,-1 1 6-16,-4 1-2 0,0-2-4 0,0 2-8 15,1 0-4-15,-2 2-1 0,-1-1-9 0,-3 2-1 16,6-3-43-16,-2-1-41 0,0 3-38 0,0-2-35 15,3 2-38-15,-1-1-45 0,-1 1-38 0,1 0-46 0,-1 1-273 16,3-2-626-16,-2 1 276 0</inkml:trace>
  <inkml:trace contextRef="#ctx0" brushRef="#br0" timeOffset="136353.68">25869 7074 141 0,'5'-4'291'16,"4"-2"-11"-16,-1-1-10 0,-2 3-14 0,-1 3-20 0,-1-3-24 0,4 4-20 15,-4-3-25-15,1 1-25 0,-5 2-9 0,11 4-15 16,-3 1-8-16,2-1-10 0,-5 4-12 0,3 0-7 16,-2 4-6-16,-1 0-8 0,1 5-3 0,-4 4 4 15,-1-2-19-15,2 0-3 0,-7 1-4 0,0-2-4 16,-1 3 0-16,1-6-3 0,-2 0-5 0,2-6-1 16,0 0-5-1,2-2 3-15,-1-1 7 0,1-2 19 0,0 2 32 0,2-3 61 16,0-3 45-16,-2 6 38 0,2-6 24 0,0 0-25 15,0 0-31-15,0 0-29 0,6-17-29 0,-1 6-29 16,4-2-42-16,7-9-40 0,-4 6-48 0,9-9-56 16,3 2-53-16,0 2-46 0,1-1-48 0,0 1-58 15,1 4-68-15,-1 0-339 0,2 0-745 0,-3 0 330 16</inkml:trace>
  <inkml:trace contextRef="#ctx0" brushRef="#br0" timeOffset="137101.9">27349 6837 180 0,'0'-5'293'0,"1"1"-11"15,-1-2-5-15,0 1-9 0,3 0 6 0,-2 0-18 0,0 1-14 0,1 0-7 16,-1-2-17-16,-1 2-12 0,1 1-3 0,-1 3-32 15,3-5-10-15,-3 5-27 0,0-4-6 0,0 4-13 0,0 0-24 16,0 0-5-16,2-6-13 0,-2 6-22 16,0 0-31-16,0 0-17 0,0 0-3 0,0 0-4 15,3 15-6-15,-3-6 16 0,-3 3-12 0,3 8-8 16,-2-1 8-16,-1 6-3 0,-1 1-2 0,-1 1 9 0,1-1-7 0,3-6 2 16,-3 6 5-16,3-6-3 0,-2-1 7 15,2-1-5-15,-4 0 1 0,4-6 2 0,1-2-5 16,-3 0 4-16,3-3 4 0,0-2-2 0,0 1 4 0,-1-2 9 15,-2 0 47-15,3-4 44 0,0 3 50 0,0-3 45 16,0 0 34-16,-1 4 20 0,1-4-13 0,0 0-23 16,0 0-25-1,0-16-15-15,0 3-23 0,1-3-20 0,-1-9-20 16,4-1-20-16,0-4-16 0,1-3-16 0,-1-4-12 0,5-8-10 16,-4 9-1-16,4 4-6 0,1-1-3 15,-1 4-4-15,-2 1 3 0,1 2-3 0,-3 9 1 0,-1 1 2 0,0 5-6 16,-1-1-2-16,-1 5-3 0,1-1-5 0,0 4-4 0,-2-3-7 15,3 4-22-15,2-2-33 0,3-1-35 16,1 5-33-16,4 2-33 0,4-1-30 0,1 2-34 16,3 3-22-16,3 2-11 0,1 2-30 0,-2 3-22 15,-5 0-32-15,-2 0-38 0,-3-2-329 0,0 5-760 16,-4-4 336-16</inkml:trace>
  <inkml:trace contextRef="#ctx0" brushRef="#br0" timeOffset="137334.31">27363 7224 134 0,'-4'4'296'15,"2"-3"6"-15,2-1-26 0,-3 6-19 0,3-6-27 0,0 0-16 0,1 3-24 16,-1-3-20-16,17 1-13 0,-6-2-21 0,8 2-10 15,3-4-13-15,8 2-23 0,-1-2-41 0,3-1-38 16,-4-2-42-16,2 3-50 0,-9-2-57 0,7-2-60 16,-9 1-187-16,-3-5-415 0,-5 5 184 0</inkml:trace>
  <inkml:trace contextRef="#ctx0" brushRef="#br0" timeOffset="137524.57">27394 7015 29 0,'-4'1'359'0,"4"-1"-18"0,0 0-12 0,-8 0-27 16,8 0-34-16,0 0-33 0,0 0-39 0,20-7-30 16,1 4-32-16,10-1-28 0,6-2-45 0,15 4-47 0,-1-3-54 0,-14 2-67 15,18-4-73-15,-18 3-190 0,-1-1-399 0,-3 0 177 16</inkml:trace>
  <inkml:trace contextRef="#ctx0" brushRef="#br0" timeOffset="138072.07">28126 6841 100 0,'0'0'354'16,"0"-5"-12"-16,0 5-10 0,0 0-5 0,0 0-33 16,2-4-22-16,-2 4-33 0,0 0-21 0,0 0-30 15,0 0-22-15,0 0-22 0,0 0-15 0,0 0-12 16,0 0-41-16,0 0-20 0,0 0-12 0,0 0-3 0,0 0-2 16,0 20-9-16,-2-11 10 0,-2 10-1 0,2-1-15 15,0 1-9-15,-4 5 0 0,2 5 4 0,-3-3-10 0,2-1 18 16,2 1-18-16,-1-7 2 0,1 8 1 0,1-8-6 15,-2-2 2-15,3 0-3 0,-2 2 3 0,0-3 0 0,2-5-8 16,2 1 7-16,-2 1 2 0,0-6-4 0,2 1 2 16,0-2-1-16,-2 0-2 0,2-1 1 15,-1-1 4-15,2-1-1 0,-2 1 6 0,0-4 9 16,2 3 16-16,-2-3 8 0,3 4 24 0,-3-4 14 0,0 0 17 0,0 0 24 16,0 0 16-16,0 0 17 0,0 0-18 0,0 0-15 15,10-17-23-15,-4 7-22 0,3-6-22 0,0-1-35 16,0-6-30-16,5-6-18 0,-3 2-2 0,-1-5-18 15,0 2-9-15,-5-2 7 0,0 2 2 0,-1 4 5 16,-3 1 25-16,-2 5-10 0,1 3 8 0,-4 0-2 16,-1 6-1-16,0-2 2 15,-3 4-3-15,-4 1-5 0,-4 0 2 0,-2 2-9 16,0 3 11-16,-1 1 4 0,-1 5-5 0,3 1 2 16,-3 3 1-16,2 1-1 0,-4 4 10 0,3 2-4 0,4 0-8 0,1-1-33 0,3 0 10 15,1 1-9-15,5-2 3 0,3 0 3 0,2 1 8 16,3 3 7-16,7-2 2 0,3-2 0 0,10 3-1 15,4-3-25-15,1-3-39 0,7-1-46 16,-2-4-55-16,5-2-70 0,-2-1-289 0,1-4-601 16,-4-4 266-16</inkml:trace>
  <inkml:trace contextRef="#ctx0" brushRef="#br0" timeOffset="138461.19">28440 6827 354 0,'-4'-6'375'0,"4"6"-22"0,0 0-28 16,0 0-36-16,0 0-31 0,-2-1-30 0,2 1-27 16,0 0-27-16,0 0-17 0,0 0-38 0,0 0-17 15,0 0-11-15,-4 9-10 0,0-4-10 0,4 2-3 16,-4 1-10-16,3 1-4 0,-4 1-5 15,2 0-9-15,-2 0 1 0,4-1-3 0,-2-2-5 0,2 0-8 16,-2-1 17-16,2-3-22 0,-1 1 1 0,-1 0 0 0,3-4 6 16,0 5 13-16,0-5 21 15,-1 3 44-15,1-3 27 0,0 0 6 0,0 0-15 0,0 0-14 0,14-12-7 16,-8 7-14-16,3-3-8 16,3-1-15-16,-3 4-2 0,0-3-2 0,1 2-13 0,-1-2-6 0,-4 5-10 0,1-1 4 15,0 2-7-15,-2 1-5 0,0-3-10 0,0 2-5 16,3 1-4-16,-2-1-13 0,1 1 3 0,3 4-32 15,1 0-13-15,4 2-2 0,-5 1-37 0,7 2-18 16,-2 0-29-16,-1 2-27 0,3-1-38 0,-3 0-46 16,-2-4-51-16,2 3-324 0,-1-3-673 0,-2-1 298 15</inkml:trace>
  <inkml:trace contextRef="#ctx0" brushRef="#br0" timeOffset="138968.65">28758 6355 283 0,'-1'-2'273'0,"1"2"-30"0,0 0-20 0,0 0-28 16,0 0-21-16,0 0-24 0,0 0-18 0,0 0-15 15,0 0-16-15,8 17-9 0,-1 0-12 0,2 10-8 16,-1 7-9-16,7 13-5 0,-2 1-5 0,-1 7-6 16,3 2-2-1,8 23-3-15,-5 2 4 0,-9-26-4 0,0 4-3 0,-1 22-8 16,-6-26 3-16,0 1-6 0,-8-1-3 0,-2-2-2 15,-3-5-3-15,-2-1-5 0,0-13 0 0,-3 8 0 16,4-11-1-16,-7-4 2 0,6 1 1 0,-6-4-5 16,-1 0 12-16,1-4 11 0,1 1 10 0,2-9 6 15,1 1 1-15,1-3 0 0,4-4 2 0,0 3-7 16,-1-4 6-16,6 1-2 0,-4 0-1 0,4-5 5 16,1 3 1-16,-1-1 12 0,1 0 14 0,3-3 10 0,1-1 15 0,-8 3 4 15,8-3 6-15,-2 1 4 0,2-1 5 0,0 0 2 16,0 0 0-16,0 0-6 0,0 0-10 0,-4 3-11 15,4-3-6-15,0 0-10 0,0 0-10 0,0 0-28 16,0 0-22-16,0 0-37 0,0 0-34 0,0 0-43 16,0 0-46-16,0 0-49 0,0 0-51 0,0 0-201 15,-12-4-242-15,11-3-734 16,-3-1 325-16</inkml:trace>
  <inkml:trace contextRef="#ctx0" brushRef="#br0" timeOffset="151657.72">4003 10928 17 0,'0'0'95'0,"0"0"2"0,0 0-11 0,0 0 1 0,0 0-7 15,1-4 7-15,-1 4-11 0,0 0-3 0,0 0 1 0,0 0 1 16,0 0 1-16,0 0 0 0,0 0-2 0,0 0 7 16,0-6 9-16,0 6-7 0,3-4 2 0,-3 4 6 15,0-5 0-15,0 1 3 0,1-1 0 0,-1 1 2 0,1-1-5 16,1-4-4-16,-2 6 2 0,2-4 8 0,0-1-7 16,-2 2-7-16,1-2-3 0,1 2-1 0,0-2 5 15,-1 4 1 1,3-2-6-16,-2-1-3 0,-2 3-5 0,1-1-2 0,1 2-10 15,-1-1-8-15,-1 4-4 0,3-5-8 0,-3 5-5 16,0-5-25-16,0 5-27 0,0 0-12 0,0 0 3 0,2 12-3 16,-4 5 6-16,0 1 5 0,1 10 1 0,-3 3 1 15,-5 16 1-15,2-3 3 0,-1 7-2 0,0-7 5 16,1 2-1-16,0-12-1 0,1 1 2 0,2 0 2 16,-3-1-1-16,1 1 4 0,1-4 1 0,0 1-2 15,2 1 1 1,0-6 2-16,0-1 2 0,-1-7-2 0,2-2 3 0,-2 1-2 15,3-7-1-15,-2 2-2 0,1-5 1 0,-1 1 3 0,3-2 3 16,-1-2 4-16,-2 2-3 0,3-5 6 16,0 1 20-16,0-3 14 0,-1 5 5 0,1-5 13 15,1 4 6-15,-1-4 14 0,0 0 5 0,0 0-12 16,0 0-10-16,0 0-14 0,0 0-31 0,0 0-29 16,-6-14-20-16,2 5-26 0,-2-1-26 0,3 0-25 15,-2 1-33-15,1-3-29 0,0 0-26 0,-5-3-28 16,3 4-207-16,-2-6-465 0,-1 1 205 0</inkml:trace>
  <inkml:trace contextRef="#ctx0" brushRef="#br0" timeOffset="151873.65">3746 10929 125 0,'0'-12'250'0,"0"-1"-6"0,2 1-16 16,0-1-19-16,0 1-15 0,2 1-10 0,-1 1-18 16,2 0-15-16,3 0-18 0,3-5-15 0,-2 7-12 0,5-2-13 15,5 0-11-15,0 5-20 0,2-1-20 0,7 1-28 16,-6 2-24-16,-1 6-34 0,6 2-28 16,0 1-33-16,0 6-36 0,-1 1-48 0,-10 2-118 15,2 3-332-15,-4 4 146 0</inkml:trace>
  <inkml:trace contextRef="#ctx0" brushRef="#br0" timeOffset="152059.15">3760 11618 183 0,'-2'4'242'0,"0"-2"-20"0,2-2-16 0,0 0-24 15,13 1-15-15,1-3-19 0,7-2-13 0,8 0-16 16,4-3-15-16,7 0-35 0,11-1-34 0,0 0-50 15,1-5-63-15,0 8-209 0,-18-2-310 0,3-2 137 16</inkml:trace>
  <inkml:trace contextRef="#ctx0" brushRef="#br0" timeOffset="152712.66">4387 11297 18 0,'0'0'255'0,"3"-4"-20"15,-3 4-23-15,0 0-20 0,1-3-24 0,-1 3-16 16,0 0-19-16,0 0-21 0,0 0-8 0,0 0-10 0,4 11-12 0,-3-4-6 15,1 3-8-15,-2 1-7 0,0 0-5 0,0 8-2 16,-2-2-10-16,0 3 1 0,-1 3-5 0,-1-3 0 16,0-1-5-16,-2 6-3 0,3-7-5 0,-1-1-3 15,0 0 0-15,0-5-3 0,3-1-1 0,-2-2 2 16,2-4-1-16,-2 0 0 0,1-1 34 0,2 1 46 16,0-2 42-16,0-3 26 0,0 0-17 0,0 0-12 0,0 0-20 0,6-20-8 15,-2 11-11-15,2-4-11 0,1-3-7 0,-1-1-7 16,3 0-11-16,-1-2-6 0,1 2-1 0,-1 2-12 15,0 3-1-15,-3 1-10 0,2 2-4 0,-2 0-1 16,-1 4-10-16,-2 1-12 0,2 0-1 0,-1 1-12 16,1-1-5-16,2 4 1 0,-6 0 2 0,12 7-19 15,-4-2 2-15,1 3 0 16,0 0 0-16,4 4-2 0,0 2 3 0,1-2 2 16,-1 5 1-16,0-5 1 0,2 4-9 15,-2-1-14-15,1 0-14 0,0-3-10 0,-2 0-8 16,-1-4-15-16,-2-1-7 0,-1 0 0 0,2-2-8 15,-3-2-1-15,0-1-18 0,0-2-13 0,2-1-27 0,-1-1-6 16,-2-5-17-16,3-1-19 0,-5-1-172 0,0 0-407 16,-2-4 180-16</inkml:trace>
  <inkml:trace contextRef="#ctx0" brushRef="#br0" timeOffset="153144.91">4727 11088 63 0,'-1'-12'216'0,"0"3"-2"16,-2-1-1-16,2-1 4 0,1 0 2 0,0 3-2 15,0-4-7-15,0 3-13 0,1-1-9 0,2 0 2 16,-2 2 2-16,-1 2-7 0,0-2-13 0,1 1 1 16,-1 3-15-16,3-1 13 0,-3 3-31 0,1-4-15 15,-1 6-12-15,0-4-10 0,0 4-13 0,3-5-10 16,-3 5-7-16,0-3-11 0,0 3-6 0,0 0-33 0,0 0-21 0,0 0-15 15,0 0-7-15,0 0-3 0,0 0 6 0,2 19-1 16,-2-3-3-16,3 10 12 0,-3-1 1 16,0 7-6-16,-4-2 3 0,4 4-1 0,0 1 3 0,0 0 1 15,0 2-2-15,0-3-1 0,0 1 15 0,1 1-15 16,2-4 11-16,-2 4-7 0,2-4 3 0,-2-6-1 16,3 0-1-1,2-3 2-15,-3-3-1 0,-3-4 5 0,0-3 0 16,1-4-1-16,-1 0-1 0,0-1 1 0,3-1 16 0,-2-2-11 15,-1-3 5-15,0 2 12 0,0 0 7 0,0-4 10 16,0 4 6-16,0 1 4 0,0-5 5 0,0 0 4 16,1 3-9-16,-1-3 11 0,0 0 2 15,0 0-7-15,0 0 3 0,0 0-4 0,0 0-2 0,0 0-6 16,0 0-31-16,0 0-51 0,0 0-31 0,0 0-21 0,0-16-47 16,0 11-39-16,-1-3-45 0,1-1-40 0,1-1-59 15,-2-2-227-15,1 0-590 0,0 0 261 0</inkml:trace>
  <inkml:trace contextRef="#ctx0" brushRef="#br0" timeOffset="153461.04">4642 11265 163 0,'0'0'200'0,"0"0"-7"0,0 0-8 0,0 0-9 0,-8-1-8 16,8 1-7-16,0 0-11 0,0 0-11 0,0 0-13 15,0 0-13-15,0 0-12 0,0 0-14 0,0 0-5 16,0 0-5-16,0 0-6 0,27-1-9 0,-10-2-5 16,4 3-6-16,6-3-5 0,1 1-3 0,5 2-7 15,-1-4-2-15,-2 3-1 0,-1-2-5 0,-9 2-2 16,-1-2-3-16,-2 2-3 0,-4 1-2 0,0-3-3 0,-3 3-1 0,-2-1-9 15,0 1-10-15,-3-3-14 0,-5 3-25 16,6 0-21-16,-6 0-8 0,0 0-23 0,0 0-30 0,-5 8-46 16,5-8-179-16,-13 3-379 0,8-1 167 0</inkml:trace>
  <inkml:trace contextRef="#ctx0" brushRef="#br0" timeOffset="154478.17">5041 11439 115 0,'0'0'164'0,"0"0"-5"15,0 0-3-15,0 0-13 0,-3 4-5 0,3-4-1 16,0 0-9-16,0 0-5 0,0 0-7 0,0 0-8 16,0 0-8-16,22-4-8 0,-13-1-6 0,2 1-5 0,2-1-1 0,2-1-6 15,3 0 1 1,-4-2 4-16,4 1 2 0,-5-2 3 0,5-1-4 16,-4-1-4-16,1 2 0 0,1-3-2 0,-5 4 1 15,2-2-2-15,-5-1 3 0,2 3-1 0,-4-1 11 0,-1 2-6 16,-1 2 2-16,0-2-8 0,0 1 0 0,-3 2-10 0,0-1 5 15,-1 0-23-15,0 0-12 0,-5 3-11 16,0-2-3-16,-1 3-6 0,-5-1 0 0,-4 4-7 16,1 0 1-16,-4 1-1 0,0 2-4 0,-1 3-3 15,0-1 0-15,4 2 2 0,-2-1-7 0,4 3-3 16,-2 0-9-16,3 0-9 0,2 3-2 0,3-6-8 16,0 4 5-16,3 4-3 0,4-5 9 0,2 3-1 15,4 1 7-15,5-1-1 0,10 1 5 0,7-2 2 16,5-2-9-16,7-4-5 0,11 3-9 0,1-8-9 0,2 2-4 0,-2-2-2 15,1-4 6-15,-1-2 4 0,3 0 3 0,-18-3 3 16,2 0 7-16,-5-1 3 0,2-2 11 0,-4-2 14 16,-6-1 21-16,-4-3 13 0,-4 4 5 15,-4-1 13-15,-1-1 10 0,-4 3 5 0,-4-2 3 0,-1 2-7 16,-4 0-7-16,0 0-3 0,-1 1-10 0,-3 0-6 16,-4 2-7-1,2 1-4-15,-7 0-4 0,0 4-3 0,-2-2-5 0,-2 5 1 16,-2 1-6-16,0 1-3 0,0 0 0 15,0 5-13-15,2 1-11 0,0 0 1 0,2 1-10 0,0 1-5 16,2 2 2-16,0 0-15 0,7 0-1 0,-5 1-1 16,6-2 5-16,0 1 3 0,4 1 2 0,1-2 3 15,0-1 4-15,5-1 3 0,0 0 1 0,4-2 1 16,-1-3 1-16,2 1 0 0,2-3 0 0,-1-1 4 0,3-2-2 16,-1-1 3-16,3-3 2 0,-3-2 3 0,-1 0 2 15,-2 0 4-15,2-4 0 0,-2 2 7 0,-1-4 1 16,0 0 6-16,-1-2 8 0,0-2-5 0,0 2 2 15,-3 1-2-15,0-1 7 0,0 4 18 0,-1 0-4 16,0 2 2-16,-3 2 1 0,3 2 0 0,-3 0-3 16,2 0-8-16,-2 1-5 0,-1 1-22 0,0 3-20 0,3-5-13 0,-3 5-1 15,0 0 7-15,0 0 6 0,0 17-1 0,-3-7 1 16,3 4 5-16,0 2 3 0,0 3-3 0,0 7 6 16,3 1 2-1,-2 4-8-15,0 1 6 0,2 0 7 0,-1 3-9 0,2 11 4 16,0-10 1-16,-3-2 2 0,3-1 1 15,0 1 0-15,-1-1 1 0,-1 0 1 0,-2-5 5 16,0-1-3-16,-1-2-4 0,-3-5 4 0,4-3-1 0,-4-1-2 16,0-4-2-16,-1 0 6 0,-5-2 2 0,2-2 3 15,-2-1 0-15,-8-2 6 0,1-2 3 0,2-2 4 16,-2-2 7-16,-3 0 6 0,1-2 11 16,1-4 7-16,1 0 7 0,2 0 8 0,4 0 6 0,-2-5 6 15,0 0 3-15,4-1 3 0,-1-3-1 0,1-1-3 16,4-3-1-16,5-5-16 0,-3 1-7 0,6-4-12 0,1-1-13 15,7 4-9-15,-2-1-18 0,5 1-8 0,2-2-19 16,0 6-23-16,3-3-27 0,4 0-35 0,-2 5-35 0,2 2-60 16,4-3-53-16,-3 2-201 0,-1 0-501 0,-3 1 222 15</inkml:trace>
  <inkml:trace contextRef="#ctx0" brushRef="#br0" timeOffset="154978.46">5991 11306 72 0,'0'0'267'0,"-7"-5"-5"0,7 5-16 0,0 0-15 15,0 0-11-15,0 0-19 0,9-6-20 0,-9 6-20 16,0 0-17-16,0 0-14 0,8 0-18 0,-8 0-9 16,8 0-15-16,-8 0-9 0,9 6-8 0,-5-2-10 0,3 1-3 0,1 3-6 15,0-1-2-15,1 3-8 0,0 2-4 0,0 5-4 16,-4-1-4-16,3 2-1 0,-2 2-5 0,-1 5-2 31,0-6 1-31,-2 5-2 0,-2 2-2 0,-1-8-3 0,0-2-1 16,0 0-2-16,0-1-1 0,-3-3-4 0,3 0 2 0,-1-6 7 15,0 1-7-15,1-2-4 0,0 0 6 16,-1-1 13-16,1 0 50 0,0-4 52 0,1 3 42 16,-1-3 52-16,0 0 35 0,0 0 2 0,0 0-25 15,0 0-26-15,5-13-20 0,0 2-19 0,-1-2-19 0,5-4-14 16,1-6-8-16,0-1-17 0,0-1-15 0,5 1-6 16,0 0-14-16,-2 2-5 0,-3 5-8 15,3 0-7-15,-3 4-7 0,0 0-4 0,-1 1-3 16,-5 4-7-16,5-1-10 0,-4 1-13 0,0 3-9 0,-1 0-23 0,0 2-26 15,-3-1-36-15,-1 2-36 0,0 2-42 0,5-4-42 16,-5 4-36-16,0 0-22 0,0 0 10 0,0 0-14 16,0 0-8-16,4 10-17 0,-4-4-3 0,3-2-14 15,-2 1-272-15,-1-2-628 0,0 4 278 0</inkml:trace>
  <inkml:trace contextRef="#ctx0" brushRef="#br0" timeOffset="155817.79">6574 11367 222 0,'0'-5'261'0,"1"0"-12"0,0-2-8 0,1 3-10 16,-2-3-7-16,1 3-11 0,-1-2-14 0,0 2-12 0,0 4-14 0,0-7-14 15,0 3-21-15,0 4-17 0,1-3-13 16,-1 3-15-16,-5-3-12 0,5 3-10 0,0 0-19 16,-19 6-7-16,10 1-5 0,-1 1-5 0,0 0-3 0,-2 2-5 15,-3 5-1-15,-1-1-4 0,4 2-4 0,0-1-3 16,-2 1 1-16,3 8-9 0,4-7 6 0,-3-1 0 15,5 1-3 1,1-6-2-16,-1-1 0 0,2 1-2 0,1-4 3 16,2 0 1-16,0-2 1 0,1-1-1 0,4-1 4 15,2-3-5-15,0 0 7 0,6-4 1 0,0-1 5 16,-2-3 5-16,5-1 6 0,-1-3 8 0,-1-2 3 16,0 1-13-16,2-3 8 0,-3 2-1 0,0 0-4 15,-2-2-3-15,0-1 1 0,-1 1-1 0,-1 0-6 0,1 2 0 16,-2-2-3-16,-3 6 6 0,0 4-2 0,-1-3 2 0,1 5-10 15,-2-3-4-15,-2 4-6 0,0-1-16 0,-1 4-26 16,4-3-20-16,-4 3-4 0,0 0 4 0,0 0 9 16,0 0 0-16,4 13 8 0,-3-7 2 0,1 6 1 15,-1-1 1-15,2-1 4 0,-1 0-2 0,2 3 5 16,2 3-3-16,2-2 3 0,-3-1 5 0,1-1 3 16,3-3-3-1,0 0-2-15,4 3-4 0,-3-5-3 0,3-3-1 0,0 0-6 0,0 1 0 16,-1-5 0-16,2 0 5 0,-2 0 3 0,-2-5 4 15,3-1 7-15,-3-3-4 0,0 0 6 0,1-3 4 16,0 0 3-16,-2-2 2 0,-3-2 1 0,0-1 2 16,0-7 1-16,-1-1 0 0,-1-1-2 0,2-3-2 15,-3-1 6-15,-2-2-1 0,3 0 1 0,-3-2 12 16,2 0 12-16,-3 0 7 0,1 1 11 0,2 4 17 0,-6 3 2 16,3 7 5-16,0 2-6 0,0 8 0 0,0-3-5 15,0 6-11-15,0 0 3 0,3 1-28 16,-3 1-35-16,0 4-3 0,0 0-2 0,0 0 2 0,-11 15-2 15,9 2 12-15,-7 6-11 0,1 6 7 0,1 1 2 16,-2 4-2-16,-2 1 0 0,5-1-1 0,0-1 1 16,-1-2 5-1,3-1-2-15,3 0 5 0,-3-5-1 0,4-6 0 16,-2 0 0-16,2-5 1 0,0 2 2 0,-1-5 0 0,2 0 5 0,0-2-2 16,-1 0 1-16,0-5 4 0,0 1 3 0,0-2-2 15,0 2 4-15,0-5 2 0,0 5 0 0,0-5 3 0,0 4 1 16,0-4-10-16,0 0-10 0,-1 3-15 0,1-3-30 0,0 0-53 15,0 0-62-15,0 0-58 16,-3-14-245-16,2 7-505 0,2-2 225 0</inkml:trace>
  <inkml:trace contextRef="#ctx0" brushRef="#br0" timeOffset="156065.6">6727 11267 114 0,'0'0'225'0,"0"0"-10"16,0 0-10-16,-6 1-10 0,6-1-2 0,0 0 0 16,18 1-10-16,-5-1-10 0,6 0-11 0,2 0-15 15,9-1-15-15,2 0-8 0,2-2-3 0,2 1-9 16,3 2-7-16,-1-2-11 0,-4-1-7 0,-2 1-10 16,-4 0-4-1,-7 1-10-15,-5 0-4 0,-3 1-6 0,1-3-17 0,-2 2-19 16,-6 1-18-16,-1-1-26 0,2 1-31 0,-7 0-28 15,9 0-37-15,-9 0-17 0,0 0-31 0,0 0-26 16,0 0-196-16,0 0-425 0,0 0 188 0</inkml:trace>
  <inkml:trace contextRef="#ctx0" brushRef="#br0" timeOffset="156396.56">7290 11217 346 0,'0'0'363'0,"2"-6"5"0,-2 4-24 0,0 2-18 0,0-7-21 16,0 7-29-16,0 0-31 0,3-2-30 16,-3 2-19-16,0 0-28 0,0 0-27 0,0 0-16 15,0 0-39-15,0 0-7 0,0 0-12 0,0 0-9 16,4 12-2-16,-4-2-10 0,0-3-4 0,0 4-2 15,0 1-4-15,-2 0-3 0,2 1-8 0,0-1-3 0,-1 2-1 16,0-4-4-16,-1 3-11 0,2-3-12 0,-1 4-13 0,-1-5-16 16,2-1-3-16,0-4-5 0,-2 1-15 0,1 0-7 15,0-1 2-15,-1 0-2 0,2-4 9 0,-1 4 5 16,1-4 8-16,-2 4 5 0,2-4 0 0,0 0-35 16,0 0-42-16,0 0-43 0,-6-12-41 0,5 7-34 15,-1-7-210-15,-2 1-480 0,3-6 213 0</inkml:trace>
  <inkml:trace contextRef="#ctx0" brushRef="#br0" timeOffset="156553.18">7263 11086 13 0,'0'-11'247'0,"-2"-2"9"0,2 1 13 16,0 3 5-16,0-2 4 0,0 3 3 0,3 1-12 15,-3 2 9-15,0 0-30 0,0-1-23 0,0 2-20 16,0 1-26-16,1 0-15 0,-1 3-19 0,2-5-32 16,-2 5-38-1,0 0-34-15,0 0-28 0,2-5-32 0,-2 5-25 0,0 0-28 16,9 10-31-16,-6-4-36 0,-1 0-34 0,5 4-49 15,-4 1-246-15,-1-3-505 0,-1 5 225 0</inkml:trace>
  <inkml:trace contextRef="#ctx0" brushRef="#br0" timeOffset="157555.03">7479 11211 309 0,'0'0'327'0,"0"0"-30"0,-2 3-30 16,2-3-33-16,0 0-24 0,0 0-19 0,0 0-25 15,0 0-19-15,0 5-16 0,0-5-11 0,-1 7-16 0,2-2-11 0,-2 2-11 16,0 1-3-16,1-1-12 0,-3 2-8 0,2 1-2 15,1-3-6-15,0 0-5 0,-1 0-6 0,1-2 11 16,-2 1-16-16,2-2-2 0,0 0-3 0,0-1 3 16,0-3 1-16,0 7 4 0,0-7 18 0,3 2 13 15,-3-2-13-15,0 0 0 0,13-6 0 0,-8 1 12 16,1-1-4-16,1 0 8 0,0-5-6 0,2 3 2 16,0-2-12-16,-1-2 6 0,2-2-6 0,0-1-2 15,3 2-11-15,-8 5 0 0,4-2-2 0,0 2-8 16,-2 1-8-16,-5 1-3 15,3 2-6-15,-1 0-5 0,0 2-7 0,0 1 0 16,-4 1 0-16,14 0-5 0,-4 3-3 0,1 1-9 16,3 1 1-16,3 4 1 0,2-1 7 0,7 6-17 15,-1 1-3-15,5-3-4 0,-3 1-7 0,2-1-2 16,2-2-6-16,-2 1-2 0,2-2-3 0,-2-1-2 16,-1-5-1-16,-6 0 11 0,0-2 1 0,-3-1 4 15,0-1 6-15,-5-1 6 0,-1-2 0 0,-3-3 2 16,0 2 27-16,-1-4 5 0,0 1 3 0,-4-2-1 0,0-1 6 0,-1-1 7 15,0 2 2-15,-3-2-4 0,-1 1-6 0,0 1-1 16,-1-3-7-16,-1 4 0 0,0 3-3 0,0-2-8 16,-1 3-8-16,-2 1-12 0,0 0-2 0,-2 2-1 15,0 2-4-15,7 0-7 0,-17 6-4 0,7-2-7 16,-1 3-7-16,2 0-7 0,-1 2 6 0,-1-1-16 0,2 3 5 16,3 0-9-16,-3-2-3 0,5 0 0 0,-1 3 6 0,4-3 1 15,-2 1 11-15,3-3 6 0,3-2 5 0,-1 1 5 16,5-1 4-16,0-1 8 0,2-2 0 0,4-2 6 15,0 0 3-15,-2-1 0 0,3-3 10 0,-1 0 9 16,-1-1 18-16,0 0 12 0,2-5 4 0,-1 1 8 16,-1-1 7-16,-1-2 0 15,-1 3 9-15,2-6-1 0,-2 7-1 0,-1-3-1 16,-1 3-4-16,-2 1-5 0,-2 0 0 16,6 1-7-16,-6 2-7 0,-1-1-9 0,-1 2-17 0,2 0-20 15,-4 3-6-15,0 0 0 0,0 0-2 0,13 8 7 0,-12 2 6 0,0 1-4 16,0 6-3-16,-3 3 5 0,-3 5-2 0,1 4 3 15,-2 0-2-15,-3 4 5 0,-4 0-3 16,-4 15 8-16,-2 0-3 0,1-2 2 0,-6 0-3 0,1-5 4 16,-1-1-2-16,7-10 8 0,-3 0-7 15,1-2 1-15,1-3 1 0,-3-4 3 0,8-5-1 16,-1-3 2-16,4 0-4 0,1-5 7 0,-1 0 11 16,-2-5 14-16,2-2 24 0,1-2 12 0,-1-2 10 0,0-5 6 15,0-2 23-15,2-1 21 0,0-4 17 0,0-9 5 16,4-2-14-1,6-3-5-15,6 0-17 0,8-17-12 0,5 1-7 16,6 1-11-16,7 0-9 0,6-5-6 0,2 3-14 16,1 3-3-16,2-3 0 0,-1 5-11 0,-2 3-2 15,-3 3-1-15,-11 10 3 0,-2 3-10 0,-2 4 2 16,-2-1-5-16,-7 6 4 0,-1 4-2 0,-6 4 1 16,1-4-5-16,-4 6-5 0,0-1-6 0,-1 2-13 15,1 0-53-15,-1-3-55 0,-4 5-32 0,5 0 5 0,-5 0-5 0,0 0-7 0,-5 16-20 16,-3-8-21-16,-2 3-55 0,0-1-66 0,-2 1-275 15,-3 0-634-15,6-4 280 0</inkml:trace>
  <inkml:trace contextRef="#ctx0" brushRef="#br0" timeOffset="158954.73">9420 10938 227 0,'-2'-12'254'16,"1"3"-11"-16,1 0-19 0,0 1-14 0,-2 4-20 0,2-1-21 15,0-1-19-15,0 1-18 0,0 5-17 0,1-2-22 0,-1 2-13 16,0 0-9-16,0 0-9 0,-4 12-10 15,3-2-4-15,1 11-3 0,-3 5-11 0,1 3-2 16,0 5-5-16,-2 0-2 0,1 1-2 0,-2 0-4 16,1-1 1-16,0 1-4 0,0 0-1 0,0 2-3 0,2-6-2 15,-1-2 0-15,-1 0-4 0,1-6 4 16,0-4-3-16,3 0-1 0,-1-5 4 0,1-1-1 16,0-3-1-16,0-4 0 0,-2 1 0 0,2 0 3 15,0-4 3-15,-1 1 6 0,1-4 18 0,0 6 13 0,0-6 16 16,0 5 3-1,0-5-9-15,0 0-21 0,0 0-22 0,0 0-24 16,-9-15-26-16,7 6-34 0,-1-1-24 0,-1-2-29 16,4-5-37-16,-1-8-27 0,-2 0-220 0,3-5-438 15,0-1 194-15</inkml:trace>
  <inkml:trace contextRef="#ctx0" brushRef="#br0" timeOffset="159239.41">9352 10728 136 0,'-1'-6'232'0,"-2"-2"-5"0,1 5-16 16,2-1-21-16,-3 0-15 0,3 4-20 0,-1-7-19 16,1 7-13-16,0-4-15 0,0 4-12 0,1-3-7 15,-1 3-12-15,9 0-6 0,6-3-2 0,5 3 4 0,9 3 0 16,5-3-4 0,17 0-1-16,3 0-4 0,4 3-3 0,-6-3-4 15,0-3-6-15,-13 3-2 0,-1-3-2 0,-5 3-6 16,-3 0-6-16,-10 0-4 0,-1 0-7 0,-5 0-7 0,-1 0-4 0,-6 0-3 15,0 0-6-15,2 0-6 0,-9 0-12 0,9 0-12 16,-9 0 1-16,4 0-7 0,-4 0 1 0,0 0-21 16,-16 9-10-16,9-3-13 0,-5 0-5 15,2 0-25-15,-3-1-20 0,3 2-22 0,-4-2-17 0,3 4-160 16,0-1-351-16,1 0 155 0</inkml:trace>
  <inkml:trace contextRef="#ctx0" brushRef="#br0" timeOffset="159639.63">9468 11229 116 0,'-4'2'171'0,"4"-2"-11"0,-5 2-2 16,5-2-5-16,0 0-16 0,-7 1-8 0,7-1-11 15,0 0-16-15,-3 1-3 0,3-1-10 0,0 0-4 16,0 0-15-16,0 0 1 0,-4 4-1 0,4-4-5 16,0 0-2-16,0 0-5 0,0 0-1 0,0 0 2 0,0 0 2 0,0 0 7 15,15 1 5-15,-2-2-2 0,9-3-4 0,11 3-1 16,6-2-2-16,0 1-2 0,14-2 3 0,-1-2-7 15,-15 4-1-15,2 2-6 0,-1-3-5 0,-4 1-2 16,-2 1-2-16,-5 0-5 0,-8-1-6 0,-5-2 0 16,-1 4-3-16,0 0-5 0,-4-2 0 0,-3 1-4 15,2 1 0-15,-3-1-5 0,0 1-2 0,-5 0-21 16,9-3-26-16,-9 3-10 16,0 0-13-16,0 0-21 0,0 0-29 0,-9 11-35 15,3-8-47-15,-2 0-227 0,2 0-450 0,-1-2 200 16</inkml:trace>
  <inkml:trace contextRef="#ctx0" brushRef="#br0" timeOffset="160140.31">10471 11126 282 0,'-1'-7'267'16,"0"1"-23"-16,-2 0-27 0,-2 1-23 0,-1-1-22 15,-2 0-17-15,-1 2-18 0,-5 2-14 0,1 1-12 0,-6 2-12 16,1 3-11-1,0 1-14-15,-1 2-5 0,-5 3-10 0,0 5-6 16,1-1-4-16,7 0-9 0,1-2-4 0,-4 8-2 16,2-1-5-16,3-4-4 0,1 1-5 0,3 2 3 15,0-2-4-15,2-1-4 0,7-4 3 0,-3 1-3 16,2-1 2-16,2 0-1 0,0-5-2 0,2 0 8 16,-1 0 10-16,7-3 10 0,-4 1 7 0,3-3 6 0,5 4 5 0,0-6 3 15,-1-3 3-15,3 0 4 0,-1 0 1 0,0-2-2 16,2 0 8-16,0-3-16 0,-2 2-7 0,-1 1-6 15,-1-1 0-15,2 2-6 0,-3-2-4 0,0 2-6 16,0 0-1-16,2-2 11 0,-7 3-19 0,4 3-1 16,-4-2-14-16,3 2 4 0,-3-2-9 0,4 2-6 15,1 1-8-15,-1 1-20 0,0 1-14 0,4 0-31 16,-3 2-20-16,3 0-27 16,0 0-39-16,-2 1-37 0,7 1-49 0,-8-3-229 15,4 3-517-15,-2-6 229 0</inkml:trace>
  <inkml:trace contextRef="#ctx0" brushRef="#br0" timeOffset="161227.16">10829 11147 139 0,'0'0'237'0,"0"-3"-19"0,0 3-17 0,0 0-23 16,0 0-15-16,0 0-19 0,4-4-17 0,-4 4-12 16,5-4-13-16,0 3-9 0,2 0-8 0,0-2-9 15,1 0-6-15,1 0-5 0,1 0-8 0,-1-1-7 16,-3 1-7-16,5-2 4 0,-3 0-10 0,2 1-4 16,-5-1-1-16,0-1-2 0,-1 2 8 0,1 1 3 15,-2-2 7-15,1 2 7 0,-1 0-6 0,-1-2 0 16,0 2-6-16,-1 1-7 15,-1 2-8-15,0 0-11 0,0 0-4 0,-5-5-7 16,5 5 2-16,-12 1-4 0,2 1-5 0,0 2 1 16,-4 0 3-16,-1 4-6 0,-2 2 1 0,3 0-2 15,-1 1 3-15,2 1-1 0,0 1-4 0,-1 1 0 16,1 0 1-16,3 0 0 0,1 1-1 0,3-4 0 16,2 3 2-16,1-2 2 0,3 5-3 0,1-5 5 0,5 0 0 0,3 1 0 15,2 0 4-15,3-2-2 0,5-4-5 0,11 1 9 16,-3-3-1-16,2 0-2 0,4-4-1 0,0-1 5 15,-1-1-5-15,0-4 2 0,3-1 4 0,-5-1 2 16,-2-3-6-16,-2 1 1 0,-3-2 2 0,0-3 12 16,-8 2 1-16,-2-4 12 0,1 0 6 0,-1-7 12 15,-4-2-13-15,1-4 0 0,-1 2-4 0,0-4-2 16,-5-1-3-16,1-6 1 16,0 4 5-16,-1 1 8 0,1 0 22 0,-4 5 13 15,1 1-1-15,-2 9 3 0,1 1-7 0,-1 6 0 16,1 1-11-16,1 0-7 0,-2 3-9 0,1 2-17 15,-1 1-41-15,0 2-21 0,0 2 2 0,0 0 5 16,0 0 0-16,-3 21 1 0,1-6 3 0,0 5 2 16,-3 6 4-16,0 5 3 0,2 1 1 0,-1-1-2 15,-3 3 4-15,5-1-1 0,-2 1 4 0,1-4 0 0,-1-3-1 16,4-1 3-16,0-8 1 0,0 0 0 0,-1-1 2 0,1-8-2 16,0 4-1-16,0-8-10 0,-1 5-2 0,2-6 3 15,-2 2 4-15,1-2 8 0,0-1 6 0,0-3 25 16,0 6 21-16,0-6 18 0,0 3 19 15,0-3-20-15,0 0-10 0,0 0-5 0,0 0-6 0,-8-12-14 16,4 8-14-16,2-2-9 16,-5-1-4-16,2-1-3 0,1 4-1 15,-1-4-7-15,-5-1-3 0,2 5 0 0,1-3 0 16,-1 1-1-16,3 4 2 0,-1-4 0 0,-1 2-2 16,5 1 2-16,-2 1-7 0,0 0-6 0,0-1-8 0,4 3-3 15,-4-2-1-15,4 2-8 0,0 0-8 0,14-5 3 16,-5 2-7-16,14 1-8 0,5 0 3 15,4-2 3-15,9 0 0 0,13 0-12 0,-2 0 3 0,2-1 1 0,1 1-4 0,0-1 4 16,-2 1-1-16,1-1 2 0,-14-2-4 16,-2 5 6-16,-1-4 4 0,0 0 4 0,-10 0 8 15,-5 1 16-15,-6-1 33 0,-3 6 27 0,0-6 4 16,-8 3-3-16,0-3 1 0,-1 4-4 0,-4-1-9 0,0-2-3 16,0 5-3-16,-5-10-5 0,0 7 2 0,-8 2-3 0,4-2-1 15,-1 1-5-15,-3 4 1 0,0 1-1 0,-6-1-2 16,2 3 0-16,-2 4-1 0,4-2-2 0,-3 4-1 15,3 2 0-15,1-2 1 0,1 0-2 0,3 2 2 16,1-1-1-16,4 0 5 0,-3-3-4 0,6 1 2 16,0 1-3-16,4 0 4 0,-1-1 3 0,5 1 0 15,0-6 4-15,5 4 1 0,1-2 4 0,4-1 0 16,2-3 5-16,-3 0 1 16,3-2 2-16,-5 0 5 0,1-2 7 0,-3 0 12 15,2-2 11-15,-2 2-2 0,0-5 11 0,-1 4 8 16,-1-3-12-16,-1-1-2 0,-3 0-2 0,-1 0-17 15,-2-2-13-15,3 1-13 0,-5-4-17 0,0 0 2 16,-1 1-16-16,-3-1-6 0,-1 0-16 0,1 0-20 16,-2 2-19-16,-3 0-28 0,-5-2-21 0,2 2-37 15,0 1-32-15,3 1-62 0,-2 2-137 0,2-4-429 0,4 6 189 0</inkml:trace>
  <inkml:trace contextRef="#ctx0" brushRef="#br0" timeOffset="161574.79">12305 10981 90 0,'5'5'135'15,"0"5"-11"-15,-1 1-11 0,1 7-7 0,0-2-11 16,-1 3-4-16,-1 0-9 0,-3 7-1 0,-3 0 4 15,-1-1-17-15,-2 1 0 0,-2-2-11 0,-1-4-3 0,2-3 2 16,-2 0-9-16,0-5 0 0,-1 2-2 0,3-3 0 0,1-4 18 16,2-1 32-16,-2-2 32 0,2 1 41 0,1-1 56 15,-1-2 43-15,4-2 13 0,0 0-12 0,0 0-14 16,-6-11-29-16,7 4-14 0,3-3-20 16,4-6-24-16,2-1-18 0,5-4-18 15,8-5-16-15,0 2-13 0,4-4-16 0,-4 5-13 0,4-2-13 0,1 4-13 0,-4 0-23 16,-1 3-20-16,-2 0-35 0,-5 8-39 0,-1-1-33 15,-5 5-42-15,-4-1-55 0,-1 3-90 0,-1 4-96 16,-3-2-214-16,-1 2-649 0,0 0 288 0</inkml:trace>
  <inkml:trace contextRef="#ctx0" brushRef="#br0" timeOffset="165819.94">13437 10885 7 0,'0'0'155'16,"0"0"-2"-16,0 0 3 0,-4-2-8 0,4 2-6 16,0 0-3-16,0 0-6 0,0 0-6 0,0 0-3 15,0 0-8 1,0 0-2-16,0 0-5 0,0 0-5 0,0 0-5 0,0 0 1 16,0 0-4-16,0 0-6 0,0 0-3 0,0 0-6 15,0 0-9-15,0 0-9 0,0 0-1 0,0 0-11 0,13-3-6 16,-4 2-7-16,9-3-6 0,4 1-16 0,5-4-15 0,3 4-23 15,3-1-26-15,1-3-31 0,0 2-23 0,2 2-23 16,-5-1-38-16,2 1-191 0,-4 1-383 16,1-1 170-16</inkml:trace>
  <inkml:trace contextRef="#ctx0" brushRef="#br0" timeOffset="166013.91">13541 11076 174 0,'-4'3'169'0,"1"-1"-15"15,3-2-7-15,0 0-9 0,17 3-5 0,5-4-10 16,10-3-20-16,20-3-8 0,7 2-14 0,6-1-18 0,28-8-27 16,-1 4-25-16,-27 2-46 0,26-4-52 0,-28 2-131 15,30-3-236-15,-33 3 105 0</inkml:trace>
  <inkml:trace contextRef="#ctx0" brushRef="#br0" timeOffset="166521.37">15004 10955 53 0,'-4'2'168'0,"4"-2"-15"16,0 0-10-16,0 0-18 0,0 0-12 0,15-5-10 15,-3 0-7-15,1 4-20 0,6-6 1 0,6-2-8 16,5 0-6-16,0-1 3 0,1-4 0 0,1 2 6 16,1-1-7-16,-2 1 9 0,1-6 2 0,-3 2 2 15,-1 0 0-15,-1-4-6 0,-1 3 5 0,-6-2 0 16,1-2-3-16,-10 6-10 0,1-2-1 0,-5 1 2 16,-2 0-3-16,-5-1-9 0,-2 0-5 0,-5 1-9 15,-2 2-2-15,-6-1-6 0,0 3-1 0,-11-2-2 16,-2 6 1-16,0 1-2 0,-1 3-3 0,-3 4 0 15,-3 5-5-15,1 5 3 16,-6 1-9-16,7 6-4 0,-2 5 0 0,-2 8-4 16,4 4-1-16,14-5 2 0,1 1-1 0,7 4-2 15,4 2 4-15,7 0 0 0,17 10-1 0,7-1 3 16,13-3 1-16,9-6-1 0,5-2 4 0,35 4-16 16,0-8-32-16,-20-14-48 0,28 1-64 0,2-7-291 15,-31-7-474-15,-2-3 210 0</inkml:trace>
  <inkml:trace contextRef="#ctx0" brushRef="#br0" timeOffset="167702.31">15855 9426 67 0,'-1'-8'227'0,"-2"1"-4"0,3 1-17 0,0 0-11 16,-1-1-10-16,-2 2-16 0,3 0-17 0,-1 0-11 15,-3 0-13 1,4 3-12-16,-1-3-10 0,1 5-8 0,-4-5-18 0,4 5-10 16,-3-2-13-16,3 2-26 0,0 0-9 0,0 0-4 15,-6 14 2-15,2-1-5 0,-1 5-3 0,1 12 0 16,-5 3-3-16,-1 12-2 0,-1 3 6 0,4 0-2 16,1 1-1-16,-1 5 0 0,4-4-2 0,0 5 3 15,6-1-2-15,-3-1 1 0,3 5-1 0,1-6-1 0,1 3 0 16,-1-4-2-16,-3-1-1 0,3-2 3 0,0-13 0 15,-3-1-2-15,2-1-4 0,-2-4 4 0,-1 2-3 16,2-6 3-16,-5-6 1 0,0-1-2 0,2-2 10 0,-3-3 5 16,0-2 6-16,-1-1 7 0,-1-2 12 0,0 0 14 15,-3-2 2-15,-2-2 5 0,-3 0 1 16,-4-2 8-16,1-2 1 0,-1 0-3 0,1-2 4 16,-1-3-5-16,7 2 8 15,-2 0-2-15,1 0-4 0,2 1-3 0,5 0-11 16,-3-1-8-16,3 2-6 0,1-1-8 0,4 2-22 15,-5-2-27-15,5 2-18 0,-7-2-19 0,7 2-26 16,0 0-19-16,-7-1-27 0,7 1-49 0,0 0-42 16,0 0-44-16,9-6-213 0,0 2-506 0,0-2 223 15</inkml:trace>
  <inkml:trace contextRef="#ctx0" brushRef="#br0" timeOffset="168190.24">16233 9808 78 0,'1'-10'234'0,"3"-4"-10"0,-3 2-6 15,2 1-9-15,-2 3-9 0,2-2-9 0,-2 4-9 16,-1 1-18-16,4 1-19 0,-4 0-5 0,0 1-27 0,0-2-18 16,0 5-12-16,0 0-8 0,0 0-11 0,0 0-8 0,6 15-3 15,-3-3-9-15,1 2-3 0,-4 6-6 0,2 11-5 16,-2-1-1-16,3 3-4 0,1 13-2 0,-4-10-2 15,1 10-1-15,-1-13-2 0,1 4 1 0,-1-3-8 16,3-2 5-16,-2 0-5 0,2-2 0 0,-2-3 2 16,-1-3 3-16,6-5-8 0,-3-1 0 0,-2-3 0 15,-1-4-1-15,3 2 1 0,-3-4-1 0,0-2 1 16,1-2-1-16,-1 2-2 0,0-2 5 0,0-2-1 0,1 1 3 16,0-2-2-1,-1-2 5-15,0 6 7 0,0-6-9 0,0 0 3 16,0 0-2-16,0 0-14 0,0 0-28 0,0 0-40 0,-10-10-52 15,4 3-51-15,2-5-41 0,3-1-205 0,-3-7-450 16,0-5 200-16</inkml:trace>
  <inkml:trace contextRef="#ctx0" brushRef="#br0" timeOffset="168511.27">16251 9574 195 0,'-4'-14'230'15,"0"1"-11"-15,3 3-11 0,-3 1-11 0,3 2-13 16,-2 0-13-16,3 1-20 0,-1 2-16 0,1 1-16 16,-4 0-15-16,4 3-10 0,1-7-11 0,-1 7-8 0,8-2-9 0,-8 2-17 0,19 5 3 0,-7 1-8 15,2 2-4-15,4 1-7 0,0 2-5 0,3 5-2 16,2 1-2-16,-1 5-3 0,-3-1-2 0,-1 3 0 16,0 1-6-16,-5-1-1 0,-4 1-2 15,-4 1-1-15,1 0 1 0,-6-3 1 0,-6 3-4 0,2-7 3 16,-5-1 3-16,-2-1-3 0,-6 7 3 0,0-3 1 15,-4-2-2 1,2-3 0-16,3-2 2 0,-2-3-3 0,3-1 1 16,-3 0-4-16,3-4 1 0,2 0-1 0,0 1 4 15,3-1-4-15,1-2-1 0,4-1-1 0,-2 1-20 0,1-1-22 16,1-1-30-16,1 1-34 0,4-3-25 16,0 2-20-16,0-2-52 0,0 0-162 0,0 0-390 0,27-2 173 0</inkml:trace>
  <inkml:trace contextRef="#ctx0" brushRef="#br0" timeOffset="168973.71">16757 9865 169 0,'6'-1'166'0,"2"-2"-23"0,2 3-14 16,-1 3-13-16,4-1-12 0,-3 1-11 0,-1 2-16 15,0 2-8-15,1 1-9 0,-1 0-3 0,-1 5-8 16,-1-1-5-16,-3 2 2 0,4 1-11 0,-8 1-3 0,0 0-3 0,0-2 6 16,-3 3-5-16,2-5 2 0,-4 2 5 0,-2 1-6 15,1-6 8-15,1 1-4 0,3-2 0 0,-1-1 4 16,-1-3 5-16,0 2 19 0,2-2 22 0,-2-1 22 15,2 1 28-15,2-4 31 0,-3 5 12 0,3-5-10 16,0 0-27-16,0 0-13 0,5-14-8 0,5 4 1 16,-6-2-26-16,5-1-10 15,1-4-7-15,8-4-15 0,-3-2-4 0,-2 0-5 16,4 0-11-16,-7 7 7 0,2 1-8 0,-1 1-2 16,-4 4-6-16,-1 1-2 0,0 3-5 0,-2 0-3 15,2 1-4-15,-3 1-9 0,1 1-8 0,-2 0-17 16,-2 3-17-16,6-3 5 0,-6 3 3 0,0 0 1 15,7 11 0-15,-3-6 0 0,1 4 3 0,-2 3-2 16,2 3-1-16,0 2-12 0,1-2-17 0,3 3-15 0,-4-3-17 0,3 3-25 16,-3-4-26-16,3 3-36 0,-2-5-46 15,-2 0-262-15,1-5-516 0,-4 0 228 0</inkml:trace>
  <inkml:trace contextRef="#ctx0" brushRef="#br0" timeOffset="169205.31">17228 9735 127 0,'4'-3'216'0,"-1"2"-25"16,-3 1-20-16,9-3-15 0,-9 3-18 0,16 7-11 16,-8-2-13-1,2 2-9-15,-1 3-9 0,4 4-7 0,-3 1-12 16,0 2-1-16,-2 1-8 0,0 5-9 0,-4 2-7 15,-3 3-2-15,-1 1-3 0,-4 1-11 0,-5-1-25 16,0 0-9-16,-5-3-13 0,-5 3-15 0,-3-7-33 16,-2 2-26-16,0-7-50 0,-7 1-147 0,3-7-306 15,-4 1 135-15</inkml:trace>
  <inkml:trace contextRef="#ctx0" brushRef="#br0" timeOffset="169498.95">16788 9639 14 0,'-6'-3'163'0,"0"3"-20"0,-1-2-16 16,7 2-14-16,-13 5-15 0,4 2-8 0,-4 3-11 15,0 6-7-15,-1 5 1 0,1 4-7 0,-1 4-1 16,4 1 12-16,-3 4-11 0,-1 12-5 0,9-10 1 0,1 10-4 16,3-10-9-16,4-1-2 0,4-1-9 0,11-1 0 0,0 0 1 15,5-4-2-15,19 4-1 0,4-5 3 0,1-4-10 16,7-5-43-16,1-6-56 0,-3-6-213 16,5-3-306-16,0-8 135 0</inkml:trace>
  <inkml:trace contextRef="#ctx0" brushRef="#br0" timeOffset="170144.22">18032 9932 19 0,'-5'-10'194'0,"-1"5"-14"0,-4-2-19 15,-1 1-18-15,-2 1-16 0,-3 0-11 0,-4 4-10 16,1-2-9-16,-2 3-10 0,-6 3-6 0,5-3-8 15,-7 4-6-15,5 3 0 0,3-1-6 0,-2 3-10 16,5-2-5-16,0 3-5 0,4-1-1 0,0 2-10 16,5 0-2-16,2-2-1 15,0 2-3-15,4-1-1 0,0 2-3 0,2-2-1 16,2-1 0-16,4 2-1 0,4-3 0 0,0 1-2 16,5-1 0-16,-1 0-3 0,6-4 6 0,-2 1-1 15,3-5-4-15,-2 0-4 0,1-3 4 0,-1-1 0 16,0-1 1-16,0-3 22 0,-3-3 17 0,0 1 18 15,-2-2 6-15,-4-2 8 0,2-3 6 0,-1 1-2 16,-3-7-12-16,-2-2-10 0,-1-1-11 0,-1 0-3 0,-3 0-7 0,-2-1-3 16,1-2-3-16,-4-4-5 0,1-1-3 0,0-1-4 15,-3 3 1-15,0-2 7 0,0 2 9 0,4 1 9 16,-6 6-1-16,5 8 15 0,0 0-6 0,1 7-7 16,0 0 14-16,-1 4-32 15,2-1-6-15,1 2-10 0,-1 3-39 0,2 2 0 16,0 0 0-16,0 0-6 0,-11 17 6 0,7-2 3 0,0 5 0 0,0 6 0 0,-2 3 0 0,5 0 3 15,-1 3-2-15,4 1 2 0,-1 1 2 0,1-1 4 16,3-1-2-16,0 0-1 0,1-1 4 0,0 1-4 16,-1-3 8-16,4-3 0 0,1-2 0 0,-2 1 5 15,-2-8-10-15,3-1-23 0,-4 0-15 0,-1-5-28 16,1 0-22-16,-1-5-27 0,-2 4-30 0,0-5-15 16,-1-3-13-16,3 2-2 15,-4 1-3-15,0-5-195 0,0 0-409 16,0 0 181-16</inkml:trace>
  <inkml:trace contextRef="#ctx0" brushRef="#br0" timeOffset="170575.71">18137 9743 163 0,'11'-6'211'0,"1"4"-22"0,3 2-18 0,-2-3-17 15,6 3-8-15,-2 4-18 0,2 0-11 0,-1 3-13 16,1 1-9-16,-1 3-14 0,-3-1-8 0,-1 3-4 16,-1-1-7-16,-4 2-7 0,1 3-5 0,-5-2-7 15,-2 2-4-15,0 0 1 0,-1 1-6 0,-4 2-2 16,-2-3 2-16,-1-2-1 0,-2 2-6 0,-3-3 5 16,2 1 2-16,1-5 0 0,0 0 5 0,-2-1 2 15,6-4 5-15,-3 0 8 0,4-1 16 0,-1 0 20 16,1-1 27-16,0-1 26 0,2-2 42 0,-3 3 36 15,3-3 11-15,0 0-10 0,0 0-22 0,0-12-24 0,3 3-21 16,3-1-15-16,4-7-13 0,1 0-14 0,2-5-12 0,4-2-19 16,-3 0-17-16,2-3-5 0,-2 3-10 0,4 2-8 15,-5 0-2-15,-4 6-8 0,0 2 0 0,-4 6 1 16,-1 0-1-16,0 3-4 0,-3 0-11 0,3 0-18 16,-3 1-24-16,2 4-39 15,-3 0-4-15,0 0 5 0,0 0 5 0,-1 10 4 16,-2-1 7-16,2 4 17 0,-2 4-9 0,8 0 2 0,2 7 1 0,7 5-15 0,7 2-17 0,15 3-37 15,4 1-42-15,8-5-66 0,12-5-106 0,2-1-316 16,27-10-689-16,-24-9 305 0</inkml:trace>
  <inkml:trace contextRef="#ctx0" brushRef="#br0" timeOffset="176301.54">3677 13834 160 0,'4'-4'188'0,"1"-1"-13"15,0 1-3-15,-1 0-6 0,0-1-8 0,-3 3-8 16,2-1-12-16,-3 3-9 0,4-4-15 0,-4 4-9 16,1-4-15-16,-1 4-13 0,0 0-12 0,0 0-8 15,-24 6-8-15,4-3-5 0,-4 7-3 0,-4 1-8 16,-1 2-5-16,-1 2-2 0,-1 1-4 0,0 1-5 16,0 5 5-1,-4-3-6-15,2 2-2 0,-12 6 0 0,14-6-4 0,0 0-1 16,3 0-6-16,-3-1 0 0,9 1-17 0,-1-2-1 15,4-1 5-15,8-4 0 0,-2 1 1 0,7-5-4 16,-2 4 4-16,4-3-2 0,1 0 0 0,3 0 0 16,3 1 2-16,5 3 4 0,3-4 2 0,6 0 3 15,7 4-3-15,4-1 0 0,4-3 2 0,5 1 0 16,-1-1-2-16,14 1 2 0,-12 0 3 0,-2-3-5 0,-4 2 5 16,2 0-5-16,-4 1-3 0,-5 0-2 0,-7-4-10 15,-4 2-4-15,-2-3-9 0,-5 1 2 0,-1-1-3 16,-4 3 9-16,-6 0 0 0,-1-1 4 0,-9 3 3 15,-9 0-3-15,-4 2 7 0,-2-4 3 0,-2-1 3 16,-5 2 9-16,-1-5 7 0,2 2 1 0,0-1 1 16,-1 1 5-16,-1-2-1 15,0-3 10-15,1-2-2 0,1-1 7 0,3 0-2 16,1 0-2-16,9-1 0 0,6 1 16 0,2-2 4 16,2 2 1-16,3 0 7 0,-1 0-15 0,6 0-5 15,4 0-9-15,-10-1-6 0,10 1-16 0,-8 0-24 0,8 0-30 0,0 0-41 16,0 0-35-16,17-11-41 0,-7 10-163 0,3-2-356 15,0 0 157-15</inkml:trace>
  <inkml:trace contextRef="#ctx0" brushRef="#br0" timeOffset="176733.44">3984 14326 56 0,'-16'4'135'0,"8"-1"-13"0,-3 1-16 31,0 2-11-31,-2 1-15 0,-1 2-6 0,0 3-8 0,1-1-3 0,0-2-7 16,2 5-11-16,-1 1-9 0,5-6-8 15,-1 1 12-15,2 0-12 0,3-1-5 0,-1 1-1 16,2 0-3-16,2-3-1 0,3 3 9 0,1-1 0 16,4-1 17-16,2-2 5 0,0 1 9 0,6-6-8 0,3 3 1 15,3 0-3-15,-3-3-8 0,4-3 1 0,0-2 5 16,-2 1 4-16,-1 0 12 0,-2-2 20 0,-3 1 19 0,-1-1 18 16,-5 0 11-16,1-2 0 0,-1 0-7 0,-5-3-7 15,1 0-14-15,-5-2-13 0,0 0-15 0,-5 0-10 16,0-3-11-16,-4 1-6 0,-4 0-9 0,-1 2-7 15,0 2-5-15,-3 0-4 0,-1 3-10 0,-1 2-2 16,1 1-15-16,-1 1-8 0,-1 0-22 0,10 0-19 16,-2 2-27-1,-2 1-37-15,5 0-40 0,1 0-53 0,1 1-190 16,7-1-432-16,0 0 192 0</inkml:trace>
  <inkml:trace contextRef="#ctx0" brushRef="#br0" timeOffset="177133.8">4488 13965 2283 0,'-2'-13'151'0,"2"-3"-36"15,-3 1-27-15,5 3 1 0,-5 3 7 0,3-3-9 16,-3 4-8-16,3 1-12 0,-1 2-18 0,1 5-7 0,0-9-12 15,0 9-11-15,0-5-26 0,0 5-14 0,0 0 0 16,0 0 3-16,-3 18-2 0,3 0 5 0,0 10 0 16,-3 5 1-16,2 0 1 0,-1 16 0 0,1-1-1 15,-3-1 3-15,2-1 1 0,2-11 0 0,0 2-2 16,0-1 4-16,-2-2 0 0,4-3 1 0,0-2 2 16,0-3 0-1,-2-8-1-15,0-1 1 0,2-3 6 0,-2-4-4 0,1-1 1 0,-1-1 3 16,2-3 4-16,-2-1 18 0,0 1 21 0,0-5 22 15,-2 8 22-15,2-8 17 0,2 5 22 0,-2-5 0 16,0 0 0-16,0 0-10 0,2 4-5 0,-2-4-1 16,0 0-17-16,0 0-9 0,0 0-10 0,0 0-15 15,0 0-27-15,0 0-34 0,0 0-25 0,0 5-27 16,0-5-36-16,0 0-33 0,0 0-38 0,0 0-37 16,0 0-51-16,0 0-39 0,0 0-238 0,0 0-569 15,0 0 251-15</inkml:trace>
  <inkml:trace contextRef="#ctx0" brushRef="#br0" timeOffset="177790.68">4716 14341 132 0,'5'-6'316'16,"-5"6"-37"-16,1-2-24 0,-1 2-30 0,0 0-25 15,0 0-24-15,4-3-25 0,-4 3-25 0,0 0-15 0,0 0-13 16,-1 11-12-16,1-5-8 0,-3 5-8 0,2-1-8 16,-4 6-3-16,2-3-9 0,2 4-3 0,-3-2-7 15,3 2-3-15,-3-4-4 0,4 1-1 16,0-3-4-16,0 0-3 0,0-5-1 0,-2 1-2 16,0-1 0-16,6-1 3 0,-4-5 15 0,0 7 30 15,0-7 34-15,0 7 26 0,0-7 14 0,0 0-11 16,0 0-9-16,0 0-2 0,18-14 0 0,-13 9-13 0,4-4 5 0,-1 1-11 15,-2-1-4-15,6-4-8 0,-2 1-16 0,3-2-2 16,-3 1-9-16,-1 2-6 0,0 3-11 0,-2-2-14 16,-1 5-1-16,-1-1-8 0,-1 0-6 0,-1 2-20 15,1 2-27-15,-4 2-35 0,8-5-13 0,-8 5 4 16,0 0 1-16,0 0 6 0,15 7 7 0,-8 0 3 31,0 3 3-31,2-2 8 0,4 4 8 0,1 1-3 0,0-3-4 0,4 1 6 16,0-2 1-16,8 1-2 0,-1-2-14 0,4 0-16 15,1-3-8-15,-1-2-5 0,3-2-6 0,-4-2 3 16,-1-2 6-16,-5-3 6 0,-3-1 11 0,1-2 6 16,-2 0 12-16,-4-3 24 0,-1-1 20 0,0-1 20 15,-5-5 5-15,-1 2 9 0,3-6-3 0,-4-2 9 16,-4-2-1-16,2-3 1 0,-3-2-1 0,1-5-6 0,-2 3 5 16,2-12 3-16,-4 14 13 0,0 0 14 0,2 6 13 15,0 0 5-15,0 9 12 0,0 5-14 0,2 4-9 16,-2 1-12-16,-2 2-30 0,2 5-35 0,-1-6-18 15,1 6 3-15,0 0-4 0,0 0 7 0,-9 30-2 16,5-10 0-16,-3 7-7 0,0 4 10 0,2 5 3 16,-1-1 0-16,-3 9 2 15,2-10 1-15,1 1-3 0,1-2 5 0,2-1 2 16,1-5-1-16,0-1-30 0,1-6-10 0,0-3-12 16,-1-5-21-16,1 0-17 0,0 0-15 0,1-4-18 15,-2-2-9-15,0 0-15 0,1-1 7 0,0 0 5 0,1-5 5 0,-3 4-27 16,3-4-262-16,0 0-458 0,0 0 203 0</inkml:trace>
  <inkml:trace contextRef="#ctx0" brushRef="#br0" timeOffset="177966.92">5111 14251 106 0,'0'0'175'0,"0"0"-12"0,0 0-18 0,0 0-5 0,0 0-2 16,33 0-18-16,0-3-9 0,6 3-11 0,17 0-11 16,1-1-8-16,6 1-13 0,-3-1-40 0,-1-4-71 15,-7 4-78-15,-16 1-96 0,5-4-235 0,-5 3 104 16</inkml:trace>
  <inkml:trace contextRef="#ctx0" brushRef="#br0" timeOffset="178275.31">5762 14241 114 0,'0'0'361'16,"0"0"-14"-16,0 0-19 0,0 0-19 0,0 0-18 15,0-7-24-15,0 7-26 0,0 0-29 0,0 0-16 16,0 0-17-16,0 0-37 0,0 0-17 0,0 0-17 15,0 0-34-15,0 0-29 0,0 0-4 0,0 0-3 16,0 0-2-16,2 19-7 0,-1-9-1 0,-4 2 0 16,5 3-7-1,-2-1-3-15,0 0-11 0,-2 3-9 0,2 0-20 0,2-1-23 16,-2-2-23-16,-2-5-21 0,2 4-27 0,0-2-27 16,0-4-15-16,-1 0-27 0,1-7-6 15,1 10 9-15,1-5 16 0,-2-5 33 0,0 0 52 0,0 0-253 0,0 0-363 16,0 0 161-16</inkml:trace>
  <inkml:trace contextRef="#ctx0" brushRef="#br0" timeOffset="178421.34">5793 14033 6 0,'0'-9'285'0,"0"1"-25"0,0 0-23 0,-2 1-25 16,2 7-24-16,0-9-31 0,0 9-41 0,2-5-43 15,-2 5-31-15,0 0-3 0,0 0-14 0,0 0-23 16,0 0-35-1,9 21-19-15,-4-11-36 0,5 5-24 0,2 2-115 16,-3-1-245-16,6-3 109 0</inkml:trace>
  <inkml:trace contextRef="#ctx0" brushRef="#br0" timeOffset="178837.19">6271 14113 32 0,'-18'4'115'0,"9"-1"6"0,-3 2-28 0,0 0 2 16,-2 5-5-16,1 0-10 0,-2 2-8 0,-1 1-6 0,4 0-1 16,0 1-8-16,2 1-9 0,1-2-2 0,0 1-2 15,4-3-4-15,0 4-3 0,1-3-11 0,3 0 2 16,1-2-3-16,1 0 1 0,5 1 10 0,2-2 14 0,6 2 10 15,0-2 1-15,5-4 3 0,2 0-6 16,-1-1 0-16,11-1-7 0,-8-1 2 0,5-4-5 16,-5 2-2-16,-5-3 7 15,2 1 14-15,-2-2 21 0,-4-2 20 0,-2 2 11 16,-1-1 4-16,2-1-1 0,-8-2-3 0,4 0-11 16,-4-4-14-16,-1 1-29 0,-3-1-5 0,1 0-9 0,-2-1-7 0,-3 1-15 15,-3-1-5-15,-2-1-5 0,-1 5-14 0,-4-2-5 16,-2 5-11-16,0-3-3 0,-4 5-3 0,-1-3-4 15,0 7-11-15,2-1-15 0,-1 0-17 16,1 3-18-16,0 1-25 0,4-1-32 0,1 2-24 16,3 0-44-16,0 3-158 0,2-5-394 0,2 2 175 15</inkml:trace>
  <inkml:trace contextRef="#ctx0" brushRef="#br0" timeOffset="179247.04">6600 14137 232 0,'0'0'296'0,"0"0"-30"0,0 0-32 0,0 0-26 0,4-3-25 15,-4 3-12-15,0 0-30 0,0 0-15 16,3 12-13-16,-3-4-14 0,0 1-10 0,-3 3-9 15,3 4-4-15,-1 0-9 0,-1 1-11 0,-1 0-3 16,-1 3-9-16,-1-3 2 0,3 0-8 0,-2-5-6 0,1-1-8 16,3 0-7-16,-2-3-4 0,0-2 1 0,1-2 4 15,0 3-1-15,0-3 12 0,-2 0 25 16,2-2 25-16,1-2 25 0,0 0 10 0,0 0-8 0,0 0-10 0,15-9-6 16,-6 4-3-16,1-4-1 0,-1-2-4 0,4-1-12 15,2-2-16-15,2 0 4 0,-3 1-7 0,1 1-8 16,-1 0-7-16,2 0-8 0,-5 7 3 0,-2-1-8 15,-1-1-2-15,1 5-7 0,1-2-13 0,-2 4 2 16,-1 1-7-16,4 3-3 0,-2 3 2 0,1 0-8 16,0 3-3-16,3-1-4 15,-2 6-9-15,1-1-13 0,-1-1-27 0,-2 2-38 16,1-1-51-16,-2 0-62 0,0-3-62 16,-6 2-242-16,6-4-567 0,-4 0 251 0</inkml:trace>
  <inkml:trace contextRef="#ctx0" brushRef="#br0" timeOffset="179454.06">7103 14318 218 0,'0'5'371'0,"0"-5"-44"0,0 0-28 16,0 0-45-16,0 0-55 0,0 0-65 0,0 0-84 16,-4 3-106-16,4-3-120 0,0 0-94 0,0 0-293 15,0 0 129-15</inkml:trace>
  <inkml:trace contextRef="#ctx0" brushRef="#br0" timeOffset="180139.08">2875 14995 110 0,'0'0'112'15,"0"0"-11"-15,0 0-12 0,0 0-6 0,0 0-1 16,0 0-6-16,0 0-5 0,0 0-6 0,-4 3-4 16,4-3-4-16,0 0-8 0,0 0 0 0,0 0-2 15,0 0-5-15,0 0 4 0,0 0-12 0,0 0-3 16,0 0-3-16,0 0 0 15,0 0 1-15,0 0-10 0,0 0 2 0,0 0 4 16,0 0 2-16,0 0 5 0,11 7 13 0,0-4 7 16,8-3 11-16,15 0 5 0,20 0 1 0,35-5 1 15,14-3-1-15,22-3-10 0,18-2 5 16,8 0-2-16,18 0-4 0,9-2 5 0,18 0-1 16,8 1 2-16,1 0-4 0,2 0 7 0,2 2-3 0,-2 1-6 15,-11-2-11-15,-17 5 4 0,-6-2-5 0,-13 0-5 0,-9 5 2 0,-16 1 2 16,-17-1 8-16,-18 0-3 0,-34 1 1 0,-6-2 2 15,-9 4-5-15,-18-1 1 0,-15 2 3 0,1 0 6 16,-7-1 8-16,-1 1 27 0,1 0 16 0,-7 0 9 16,4 1-6-16,-9 0-10 0,9-2-24 0,-9 2-27 15,0 0-42-15,0 0-38 0,0 0-45 0,0 0-55 16,0 0-65 0,0 0-73-16,-41 2-278 0,28-4-588 0,0 2 261 15</inkml:trace>
  <inkml:trace contextRef="#ctx0" brushRef="#br0" timeOffset="181958.19">9752 14066 36 0,'0'-9'212'0,"0"2"-7"16,0-4-9-16,0 1-9 0,0 2-10 0,0 1-11 15,0 0-11-15,1 1-3 0,-1 1-10 0,0 0-10 16,0 1-11-16,0-1-10 16,0 5-17-16,3-4-12 0,-3 4-11 0,0-3-9 15,0 3-25-15,0 0-30 0,0 0-4 0,0 0 0 16,0 0-3-16,6 12 3 0,-3-2-5 0,-1 2 1 15,5 4 3-15,-2 2 1 0,0 6-2 0,5 2 4 16,-2-1 1-16,-1-2-2 0,6 0-2 0,-4-4 2 16,0-2 1-16,2 0 0 0,0-4 1 0,-2-4-4 15,-1 3 1-15,2-6-1 0,-1 2 2 0,2-3 1 0,-2-3 1 0,-3-1-1 16,6-1 3-16,-2-3 3 0,-1-4-3 0,0-1 5 16,0 0 6-1,-4-3 4-15,4 0 4 0,0-5 0 0,-1 0-1 16,-3 2 6-16,1-3 2 0,-2 2 0 0,0 0-6 0,2 0 3 15,-3 3 2-15,2 0-1 0,-3 2-1 0,0-1 3 16,0 5-1-16,-1-1-1 0,1 2-2 0,-1 1-4 0,-1 1-8 0,1-2 0 0,1 1-2 16,-2 4-4-16,0 0-3 0,1-5 2 0,-1 5-4 15,1-3-1-15,-1 3-3 0,0-4-1 0,0 4-3 0,0 0-4 16,0 0 4-16,0 0-2 0,0 0 4 0,0-5-5 16,0 5 6-16,0 0-5 0,0 0 4 15,0 0 0-15,0 0 7 0,0 0 1 0,0 0 3 16,0 0 1-16,0 0 1 15,0 0 0-15,0 0 2 0,-4-3 2 0,4 3-1 16,0 0 2-16,-4-2-2 0,4 2 3 0,0 0-1 16,0 0-1-16,0 0 2 0,0 0 1 0,0 0 0 15,0 0 3-15,0 0 0 0,0 0 1 0,0 0-4 16,0 0 0-16,0 0-4 0,0 0-5 0,0 0-1 16,0 0-6-16,0 0-4 0,0 0-24 0,0 0-27 0,0 0 4 0,0 0 1 15,-2 14 5-15,1 3 3 0,-2 2 7 0,0 9-3 16,-1 5 4-16,0 14 1 0,4 0 3 0,-4 2 2 15,0 1 10-15,7 2 4 0,-3 4 2 0,5 3 2 16,-3-1 5-16,0 1 1 0,2-4-1 0,3-1 1 16,-1-1 0-16,0-2-1 0,0 2 2 0,1-4 0 15,-3-3-1-15,-2-11 0 0,3 1 3 0,-3-3-3 16,1 1 2-16,-2 0 1 16,-1-2-2-16,0 0 0 0,0-4 1 0,-1 2-1 15,-2-1 2-15,-1 1-1 0,1-5-16 16,-1-6 0-16,0-2 2 0,-2-3 0 0,2 0 2 0,0-4-1 15,0-1 3-15,-1 1 2 0,-2-3 2 0,3-3 10 16,-2 2-4-16,0-4 4 0,-4 1 2 0,-3-2 2 16,3-2 2-16,-3-2 7 0,-1-1 3 0,-4-3-3 15,4-1-2-15,-12-7 0 0,4-2 2 0,-3 1 1 0,1-3 3 16,0-7 4-16,-2 3 9 0,-1-3 2 0,-2-11 11 0,7 6 7 16,-1-15 8-16,3-2 1 0,7-2-7 0,6-10-1 15,5 0-6-15,11-23-8 0,4 26-6 0,13-23-4 16,0 27 2-16,15-20-7 0,-6 27-2 0,3 2 14 15,1 1-26-15,4 2 0 0,1 4 1 0,-3 4-3 16,2 2-4 0,-12 8 1-16,0 2 11 0,-2 2-12 0,-3-1 9 15,-2 3 1-15,-7 7-6 0,-2-2 4 0,-2 5-15 16,-3 0-1-16,-2 2-2 0,-1 0 2 0,0 2 5 16,-3-1-8-16,-1 1-4 0,1 1-4 0,-1-1 0 15,1 2-22-15,-4 1-20 0,0 0-10 0,0 0-6 16,0 0-3-16,0 0-12 0,0 0-11 0,-7 10-15 15,1-6-12-15,-2 3-18 0,-2 0-19 0,1 2-14 0,0-3-28 0,-1 2-12 16,1-2-28-16,1-1-152 0,3 1-424 0,0-2 188 16</inkml:trace>
  <inkml:trace contextRef="#ctx0" brushRef="#br0" timeOffset="182374.34">11020 13705 56 0,'2'-8'225'15,"-2"1"-19"-15,1 1-22 0,-1 1-17 0,0 1-24 16,0 4-18-16,-1-5-15 0,1 5-8 0,-9 8-13 15,-1 3-15-15,-5 9-7 0,-6 9-6 0,-8 19-5 16,-13 25-10-16,-3 3 0 0,4 5-5 0,-3 1-2 16,5-1-1-16,1 1-6 0,2-5 1 0,8 2-7 15,10-25 1-15,0 30 2 0,5-25-2 0,9-6 0 0,10 0 21 0,1-3 1 16,2-3 8-16,5-12-1 0,4-3-17 0,7 9 5 16,-4-14 0-1,1-3 1-15,2-2-6 0,0-1 0 0,3-3-2 0,1-4 1 16,-6 0-5-16,-3-6-5 0,0-1-3 0,-3-1 2 15,-4-1-2-15,-4-1 0 0,1-2 8 0,-3-2 14 16,1 3 12-16,-4-1 7 0,1-1 4 16,-4-1 0-16,8 1-2 0,-8-1-9 0,5 0-2 15,-5 0-18-15,0 0-28 0,4-4-31 0,-1-1-36 16,-1 1-41-16,-2-1-54 0,0-2-59 0,0-1-261 16,1-1-508-16,-2-2 225 0</inkml:trace>
  <inkml:trace contextRef="#ctx0" brushRef="#br0" timeOffset="182728.14">11397 14291 261 0,'3'-7'254'0,"-3"2"-20"0,0-1-24 0,1 2-23 16,-1-2-21-16,2 3-22 0,-2 3-20 0,1-3-12 0,-1 3-9 16,0 0-15-16,6 13-16 0,-3-3-2 0,0 6-9 15,1 1-2-15,-2 7-5 0,1 1-9 16,-2 2 0-16,-1 1-8 16,0 0-1-16,1 0-5 0,2 1-4 0,-1 4 1 15,-2-3-5-15,4-1 0 0,-4-2-3 0,0-1-5 16,0-7 3-16,0-3-3 0,0-1 2 0,0-1-4 15,0-5 1-15,-3-2-29 0,2 2-12 0,1-4-1 16,0 2-4-16,0-3 2 0,-2-2-1 0,2-2-2 16,-8 4-29-16,2-4-13 0,6 0-14 0,-16-4-25 15,4-1-16-15,0-2-13 0,-1-3-16 0,0-4-114 0,0-1-296 16,-3-6 131-16</inkml:trace>
  <inkml:trace contextRef="#ctx0" brushRef="#br0" timeOffset="182890.91">11174 14316 122 0,'-1'-17'221'0,"1"2"-1"0,1-1-3 16,0 3-4 0,2-1-8-16,0 6-10 0,0-4-23 0,2 0-23 15,3 3-15-15,2-3-11 0,6 2-16 0,0 0-9 16,6 4-16-16,9-2-11 0,1 4-21 0,1 0-26 16,3 4-28-16,1 4-33 0,-2 2-42 0,0 1-52 15,-4 3-44-15,-5 2-155 0,-9 0-357 0,1 0 159 16</inkml:trace>
  <inkml:trace contextRef="#ctx0" brushRef="#br0" timeOffset="183059.8">11318 14841 87 0,'-3'2'320'0,"-1"0"-12"0,0 0-26 0,4-2-25 0,-2 5-28 0,2-5-22 0,0 0-19 0,19-4-23 0,-2 2-19 16,3 1-38-16,9-3-45 0,3-1-44 0,0 3-49 15,6-3-70-15,-2-2-71 0,-3-1-176 16,3 3-375-16,-1-3 166 0</inkml:trace>
  <inkml:trace contextRef="#ctx0" brushRef="#br0" timeOffset="183250.7">11828 14758 309 0,'0'0'300'0,"0"0"-31"0,-8 0-35 0,8 0-34 16,0 0-43-16,0 0-53 0,0 0-101 0,0 0-92 31,0 0-160-31,16-10-268 0,-8 7 120 0</inkml:trace>
  <inkml:trace contextRef="#ctx0" brushRef="#br0" timeOffset="183751.83">12147 14328 320 0,'0'-8'316'0,"0"2"-28"0,0 1-17 16,0 3-27-16,0-4-29 0,0 6-22 0,1-5-24 16,-1 5-27-16,0 0-14 0,1-2-19 0,-1 2-18 15,0 0-8-15,8 14-12 0,-6-4-8 0,2 2-7 16,0 3-8-16,-1 4-3 0,-1 1-6 0,1 3-4 16,-2 4-5-16,-1-3 0 15,0 1-3-15,0 0 5 0,-1 2-9 16,-2-4 5-16,2 3-10 0,0-6-2 0,-2-4 0 15,2-3 3-15,-2-1-11 0,3 0 10 0,-4-3-11 16,4-1 5-16,-2-3-2 0,1-1 6 0,1-1 27 0,-3 1 20 16,3-4 35-16,0 5 45 0,0-5 12 0,0 0-7 15,0 0-15-15,-5-10-16 0,1 0-7 16,0-3-14-16,-1-4-10 0,4 0 2 0,-3-9-6 16,-1-1-6-16,1 2-8 0,5-7-4 0,-2 1-7 0,2-4-4 0,2-12-6 15,2 13-5-15,0-14-10 0,3 12 1 0,-2 1-4 16,1 1-5-16,0 4 1 0,2 3-6 0,0 3-1 15,-1 6-4-15,-2 1-4 0,3 1-4 0,0 2 0 16,4 1-4-16,1 4-5 0,2-1-11 0,2 3-11 16,9 2-33-16,-4 2-32 0,4 3-30 0,1 1-29 15,-6 3-28-15,1 5-32 0,-4 2-28 0,1-2-24 0,2 6-31 0,-5-1-35 16,-4 1-217-16,-2 0-589 0,-2-1 261 0</inkml:trace>
  <inkml:trace contextRef="#ctx0" brushRef="#br0" timeOffset="183930.76">12265 14454 23 0,'-2'3'212'0,"2"-3"-3"0,-3 2-12 15,3-2-15-15,0 0-17 0,11 2-16 0,1-2-17 16,10 0-10-16,6-3-13 0,7 2-10 0,-1-4-23 0,3 2-40 15,0-2-52-15,2-2-66 0,-1 4-188 0,-2-8-291 0,-4 2 130 16</inkml:trace>
  <inkml:trace contextRef="#ctx0" brushRef="#br0" timeOffset="184331.73">12743 13699 236 0,'-1'-4'211'0,"1"4"-25"16,0 0-17-16,0 0-20 0,0 0-14 0,22 16-16 0,-2 2-13 15,2 3-7-15,11 19-12 0,0 4-4 0,1 7-9 16,10 26-5-16,-4 0-7 0,-12 3-7 0,-6-23-3 0,-3 25-6 15,-6-22-6-15,-8 22-5 0,-7-25-4 16,-9 29 2-16,0-28-7 0,-10-1-5 0,-1 0 1 16,-5-6-6-16,2-1 0 0,-6-5-4 0,2-5 1 15,5-12 2-15,-2-5-3 0,4 0 2 0,-2-3-12 0,-3-2 13 0,7-1 3 16,3-7 13-16,-1-1 5 0,7-1 5 0,-1-3-2 31,2-1-2-31,2 1 1 0,2-1 0 0,0-1-4 0,1-1 3 0,1 1 19 16,0 0 17-16,4-3 14 0,-5 2 1 0,5-2-7 15,0 0-5-15,0 0-13 0,0 0-37 0,0 0-44 16,0 0-55-16,16-15-77 0,2 1-81 16,5-3-217-16,0-2-486 0,4-4 215 0</inkml:trace>
  <inkml:trace contextRef="#ctx0" brushRef="#br0" timeOffset="185318.56">13666 14371 29 0,'0'0'214'0,"0"0"-8"0,-8-2-11 15,8 2-23-15,0 0-19 0,0 0-14 0,0 0-15 0,18-3-13 0,-5 1-13 16,6 0-8-16,2 2-13 0,9-3-10 0,2 3-16 15,0 0-21-15,6-1-21 0,1-2-21 0,0 3-35 16,-1-3-29-16,0 3-44 0,-4-1-132 0,-2 0-273 16,-4-2 121-16</inkml:trace>
  <inkml:trace contextRef="#ctx0" brushRef="#br0" timeOffset="185534.41">13814 14536 116 0,'0'0'207'0,"0"0"-24"0,28 2-15 16,-6-2-32-16,11 0-55 0,6-2-79 0,12 2-152 15,-1-1-161-15,-11-5 73 0</inkml:trace>
  <inkml:trace contextRef="#ctx0" brushRef="#br0" timeOffset="187969.93">15531 13285 96 0,'-2'-9'120'0,"-2"-1"-7"15,2-1-7-15,0 2-8 0,-1 0-3 0,1 1-14 16,-3 0 2-16,2 2-9 0,1 1-14 0,-2 0-12 15,3 0-2-15,-2 1 1 0,-2 1-8 0,3 1-3 16,2 2-10-16,0 0-11 0,-14 7 6 0,6 0-7 16,-6 6 1-16,1 8-4 0,-3 8 4 0,0 5 13 0,-3 15-2 31,0 4 5-31,0 5-7 0,-8 19 1 0,3 2-3 0,9-19-3 16,0 29 8-16,4-2-11 0,-2-2 4 0,5-2-1 0,0 0 0 0,5-22-6 15,3 20 1-15,1-24 0 0,3 3-5 0,0 22-2 16,-1-21-4-16,7 23 8 0,-4-25-1 0,0-1 9 15,1 25 0-15,-1-27-2 0,-3-2-3 0,-2-2 0 16,-2-4-4-16,-2 1 3 0,-2-16-4 0,0-1 2 16,-3-1-7-16,-5-2 2 0,0 0 0 0,-3-4 4 15,-1-4-2-15,-6-4 11 0,-1-1 8 0,-3-5 1 16,-5-5 9-16,-1-1-1 0,0-5 6 0,-4-1 0 16,-16-5 3-16,2-1-2 0,14-1-1 0,-12-5-21 15,13 6-3-15,-3-1 2 0,9 0-1 0,0-1 0 16,2 1 0-16,10 1 0 0,-1 0-8 0,7 3 5 15,0 1-5 1,4 1 2-16,2-1 3 0,-2 0-23 0,4 0-22 0,3-1-50 16,1 4-48-16,9-4-42 0,4 0-153 0,3-3-348 15,5 0 155-15</inkml:trace>
  <inkml:trace contextRef="#ctx0" brushRef="#br0" timeOffset="189510.12">16409 13873 25 0,'0'-5'118'0,"0"-2"0"0,0 0-10 16,0 2-16-16,0-2 1 0,-3 2 2 0,3-2-7 16,-2 0-12-16,0 1-2 0,-1 1-13 0,1 0-8 0,-3 0-9 15,-1-1 4-15,-1 1-10 0,-3 3-1 0,-2-1-10 16,1 1-4-16,-2 2-4 0,-1 0 4 0,-3 1-7 0,-3 4-4 15,-1 1-2-15,2 3 1 0,-8 3-3 16,2 5 1-16,1 3 2 0,-1 6-8 0,-1-1 5 0,-4 11-8 16,7-6-2-16,-4 12 4 0,10-10 6 0,2 0 0 15,3 2-4-15,1 1 1 0,5-1-2 0,3-2 9 16,-1 2-1-16,6-3-5 0,3-1 1 0,6-4 3 16,-1 0-2-16,7 1-3 15,5-5 5-15,2 0 3 0,4-2-5 0,1-2-1 16,2-3 3-16,1-3-1 0,0-2 5 0,0-1-5 0,-4-4 2 15,3 1 0-15,-3-5-1 0,-8-1-2 0,-2 0-3 16,0-3 18-16,-4-1 16 0,-2-1 0 0,-1-2 1 16,-2-3 5-16,1-4 4 0,-6 2 5 0,1-2-3 15,-2-6-3-15,-2 3-5 0,-5-12-6 0,0 5-2 16,-1-5-6-16,-4-1-1 0,3-1-1 0,-2-2-4 16,-1 1-3-16,2-1-3 0,-2 0-2 0,0 2 6 0,-1 2 5 0,-1 0-2 15,0 2 5-15,-1 1 1 0,3 2-1 0,0 7 1 16,-1 0-2-16,0 0 2 0,5 5 2 0,0 0-3 15,0 4-3-15,0-4-3 0,-2 5-1 0,5 0-2 16,-2 2-5-16,1 0-3 0,2-1-5 0,-3 5-3 16,4 1 2-16,-4-3-5 0,4 3-5 0,0 0-5 15,-7 13 2-15,3-2-2 0,0-1 1 0,0 11 9 16,0 8-4-16,4-1-1 0,-1 6-1 0,1 2 3 31,4 12 0-31,-2-2 0 0,6 1 3 0,-3 0 3 16,8 0 0-16,-4-1-3 0,4-1 6 0,-3-8-1 0,3 7 0 0,1 4-4 0,-3 0 4 0,0-1 0 15,-5-12 1-15,4 9-3 16,-6-10-1-16,-3 0 2 0,-1-3 4 0,-1-2-23 16,-2-2 3-16,-4 1 3 0,-6-3-4 0,0-3 2 15,-5 2 3-15,2-4 0 0,-1-6-3 0,-10 2-4 16,2-2-10-16,-4-3-14 0,0-1-24 0,-2-2-32 16,3-2-56-16,-1-2-57 0,6-3-130 0,0-6-363 0,5 2 161 15</inkml:trace>
  <inkml:trace contextRef="#ctx0" brushRef="#br0" timeOffset="192299.91">17621 13639 58 0,'2'-3'138'0,"-2"3"-14"0,0 0-13 15,0-5-16-15,0 5-10 0,0 0-9 0,0 0-16 16,0 0 1-16,-18 5-13 0,7 5-10 0,-4 5 0 16,-10 7-6-16,1 6 2 0,-8 15 12 0,-6 4-9 15,1 2-5-15,-9 19 5 0,14-16-5 0,1 0 0 16,7 1 15-16,3 0-13 0,6-2-11 0,6-5 0 0,5-9-1 0,4-2-2 31,9 1-1-31,5-2-2 0,16 4 2 0,3-1-1 0,5-6-10 16,9-7-33-16,1 0-38 0,4-9-167 0,-2-3-248 15,1-6 110-15</inkml:trace>
  <inkml:trace contextRef="#ctx0" brushRef="#br0" timeOffset="192894.84">17987 13987 115 0,'0'-3'201'16,"0"-1"-8"-16,0 4-9 0,3-7-12 0,-3 5-10 0,0 2-12 15,0 0-19-15,1-5-15 0,-1 5-11 16,0 0-15-16,0 0-7 0,0 0-12 0,0 0-13 16,0 0-4-16,0 0 0 0,0 0-14 0,0 18-3 15,0-5-5-15,0 2-2 0,-1 3-3 0,1 6-3 0,0 2-1 0,0-1-7 16,-3 2 2-16,3-3-2 0,0 0-4 0,-2-4 4 15,2-1-5-15,2 1-3 0,1-4 3 0,-2 1-3 16,-1-5-1-16,0-1-1 0,0-2 1 0,3 1-1 16,-3-4-3-16,0 2 3 0,0-3 8 0,0-1-7 15,0 1 22-15,0-5 15 0,1 5 11 0,-1-2 13 16,0-3 13-16,0 4-13 16,0-4 2-16,0 0-1 0,0 0 0 0,0 5-1 15,0-5-10-15,0 0-6 0,0 0-6 0,0 3 1 0,0-3-12 0,0 0 0 16,0 0-7-16,0 0-3 0,0 0-1 0,0 0-5 15,0 0 3-15,0 0-4 0,3 4-2 0,-3-4-4 16,0 0-1-16,0 0 1 0,0 0 1 0,0 0-3 16,0 0 8-16,0 0-10 0,0 0 3 0,0 0-5 15,0 0 1-15,0 0-3 0,0 0-9 16,0 0-2-16,0 0-4 0,0 0-10 0,0 0-27 16,0 0-34-16,0 0-25 0,0 0-18 0,-3-15-16 0,2 11-27 15,-2 2-23-15,3-6-38 0,-6 1-163 0,2 0-424 16,-1-3 188-16</inkml:trace>
  <inkml:trace contextRef="#ctx0" brushRef="#br0" timeOffset="193095.23">17881 13816 143 0,'2'-8'183'0,"3"5"-22"15,1-3-18-15,6 0-18 0,3-1-11 0,4 4-12 16,2 1-15-16,2 0-19 0,6 6-31 0,-2 2-27 16,0 1-34-16,-2 5-27 0,-7-3-35 0,-2 3-83 15,-3 1-183-15,0 0 81 0</inkml:trace>
  <inkml:trace contextRef="#ctx0" brushRef="#br0" timeOffset="193255.11">17958 14407 19 0,'0'0'185'0,"14"-2"-18"0,-1 2-19 0,10 0-10 16,10-3-18-16,1-1-10 16,4 2-20-16,1-3-39 0,12 2-35 0,-11 0-72 15,-2-3-109-15,2 3-179 0,-7-4 79 0</inkml:trace>
  <inkml:trace contextRef="#ctx0" brushRef="#br0" timeOffset="193515.1">18471 14382 343 0,'0'0'339'0,"0"0"-33"16,7 1-31-16,-7-1-18 0,0 0-40 0,0 0-39 16,0 0-44-16,0 0-58 15,0 0-60-15,0 0-64 0,0 0-63 0,0 0-220 16,9-4-358-16,-4 1 159 0</inkml:trace>
  <inkml:trace contextRef="#ctx0" brushRef="#br0" timeOffset="194096.81">18860 13992 42 0,'0'-5'268'15,"0"0"-13"-15,0 0-15 0,0 1-24 0,0 1-21 16,0 3-24-16,3-5-24 0,-3 5-15 0,0 0-15 0,0 0-14 16,0 0-10-16,0 0-13 0,0 0-7 0,1 19-6 15,-1 1-9-15,0-3-7 0,4 9-6 0,-4-4-5 16,1 5-1-16,-1-1-3 0,-1-1-4 0,1 2-3 16,0-1-4-16,-4-8-2 0,8 3-2 0,-4-3-2 15,-4 0-4-15,4-2-1 0,0-3-2 0,4-1 2 16,-4-2 0-16,-4-3-1 0,4-2-2 0,4 2 4 15,-4-2 13-15,-4-3 26 0,4 2 32 0,0-4 31 16,0 6 21-16,0-6-8 0,0 0-16 0,0 0-11 0,-10-17-8 16,2 7-14-16,4 0-6 0,-4-6 17 0,1 1-13 0,3-4 12 15,0-1-3-15,3-9-6 0,-1 3-5 0,4-6-2 16,-1-2-13-16,3-2-6 0,1 2-8 0,1-1 1 31,2 0-9-31,-3-1-2 0,3 5-8 0,1 0-4 0,1 3 1 16,2 5-6-16,-4 5 1 0,3 3-6 0,-2 2-1 15,3 0-12-15,0 3 2 0,4 1-4 0,4-2-23 16,6 5-29-16,-5 3-15 0,1 0-32 0,-2-2-28 16,5 6-22-16,-6 2-30 0,3 4-23 0,-3-5-24 15,0 8-20-15,-1-1-25 0,-2 4-30 0,-3-3-177 16,-6 1-516-16,0-1 228 0</inkml:trace>
  <inkml:trace contextRef="#ctx0" brushRef="#br0" timeOffset="194319.05">18966 14195 153 0,'0'0'235'0,"0"0"-18"0,0 0-25 16,0 0-17-16,9 2-15 0,3-2-16 0,8-2-17 15,8-1-16-15,3-1-35 0,4 1-46 0,0-2-43 16,5 1-59-16,-2 1-70 0,-5-4-91 0,-1 2-251 16,2-5 112-16</inkml:trace>
  <inkml:trace contextRef="#ctx0" brushRef="#br0" timeOffset="195214.66">19359 13469 41 0,'0'0'158'16,"5"-2"-15"-16,-1 0-18 0,-4 2-13 0,19 6-8 15,-8-1-19-15,10 2-4 0,4 9-12 0,2 3-5 0,1 7 2 0,14 10-1 16,-7 7-7-16,-2 0-4 0,-5 9-4 0,5 23 1 15,-15-19-7-15,-10 2-2 0,-3 26-4 0,-7-25-6 16,0-4-2-16,-12 2-5 0,1-5 2 0,-1-3 8 16,-7-1-14-16,-1-7-5 0,2-9 5 0,0-3 4 15,-1-2 2-15,-2-1 4 0,-3-4 5 0,8-2 0 16,-5-3 3-16,5 1 6 0,4-6 4 0,1 1-1 16,3-6 1-16,1 1 9 0,2-1-4 0,1-1-1 0,1-2 1 0,0 0 4 15,3 0-4-15,-1-1 8 0,1-1 1 16,2-2 9-16,-4 3 3 0,4-3-3 0,-3 3-7 0,3-3-4 15,-2 4-3-15,2-4-8 0,0 0-20 0,0 0-28 16,0 0-35-16,0 0-48 0,0 0-63 0,16-9-67 16,-6 2-208-16,-1 1-455 0,4-4 202 0</inkml:trace>
  <inkml:trace contextRef="#ctx0" brushRef="#br0" timeOffset="195937.98">20543 14086 22 0,'-22'-3'118'16,"2"0"-16"-16,-2 2-9 0,2 2-3 0,-2 0-13 15,-6 3-1-15,6 1-2 0,3 3-11 0,-8 2-15 16,11 0 4-16,-2-1-11 0,5 3-2 0,0 0-2 16,3 3-1-16,1-1-9 0,5 1 5 0,2-1-5 15,2 1 5-15,1 0 5 0,4 1-13 0,4-1 7 0,4-1 2 0,3-3-11 16,1 1-2-16,3-3-2 0,10-1-1 0,-6 1-2 15,-3-5-1-15,-1 0-3 0,0-4 1 0,0-1-1 16,-1-4 0-16,0 0 3 0,-4-2 9 0,1-3 4 16,-4-2 14-16,0-2 4 0,-5-3 10 0,1 0 6 31,-4-11 8-31,1 3 7 0,-2-4-1 0,-3-1-3 16,-3-1-2-16,3 0-5 0,-1-5 3 0,-3-10-4 0,3 0 3 15,-2-5 5-15,2 5 7 0,-2 13 10 0,2 1 13 0,-3 2 5 0,4 1 6 16,-4 11 6-16,2-2-4 0,-1 5-9 0,3 4-13 15,-1 2-12-15,1 1-13 0,0 3-15 0,0 1-39 16,0 4-19-16,0 0 2 0,0 0-1 0,-8 13 2 16,7 4-1-16,-1 7-2 0,0 4 1 0,0 9 3 15,-1 11-2-15,3-1 6 0,0 1-3 0,0 0-1 16,3-2 2-16,-1 1-4 0,2-11 1 0,1-2 2 16,0 0-2-16,3-2-21 0,-3-2-13 0,0-3-23 15,-1-8-21-15,0 1-21 0,0-5-28 0,-3-3-25 16,4 0-35-16,-4-1-34 0,-1-3-184 0,3 0-440 15,-2-4 195-15</inkml:trace>
  <inkml:trace contextRef="#ctx0" brushRef="#br0" timeOffset="196354.3">20828 14038 121 0,'14'0'165'0,"-1"0"-11"16,0 1-10-16,5 5-19 0,-1 0-8 0,0 5-14 16,-2 0-8-16,0 2-7 0,-2 4-15 0,-1 0-5 15,-3 2-8-15,-1 4-4 0,-5-2-3 0,1 3-8 16,-4-5 1-16,-5 7-11 0,0-8-1 0,-4 1-5 0,0-1-2 16,0 0-2-16,-3-2-2 0,1-3-2 15,0 0 9-15,3-4 9 16,0-1 3-16,2-2 5 0,1 1 10 0,0-2 17 15,1-2 19-15,2 0 26 0,-1 0 37 0,0 0 28 16,3-3 9-16,0 0-22 0,0 0-4 0,0 0-36 16,12-18-13-16,-1 8-9 0,2-3-13 0,4-1-11 15,3-4-13-15,3-3-3 0,1 0-17 0,3-5-14 16,-4 1-18-16,3-4-9 0,0 2-6 0,-5 1 1 16,-3 4 2-16,-4 0 9 0,-4 5-16 0,0 5 12 0,-2 3 13 0,-4-1-2 15,-1 4-6-15,1 2-6 0,-2-1-22 0,-1 3-9 0,-1 2 0 0,0 0 3 16,-10 10 0-16,2-2-1 0,-1 5-1 0,-3 2 1 15,-1 2 6-15,1 5-5 0,2 2 4 0,5-1-4 16,0 4-6-16,4-2-7 0,4 2-6 0,8-3-14 16,5 0-25-16,4-3-36 0,5-2-52 15,7-2-80-15,0-2-275 0,5-2-560 0,3-9 248 0</inkml:trace>
  <inkml:trace contextRef="#ctx0" brushRef="#br0" timeOffset="197387.14">22305 14263 47 0,'-5'2'124'0,"5"-2"-2"0,0 0-2 0,0 0 6 16,0 0-9-16,0 0 4 0,0 0-1 0,0 0-1 16,0 0-4-16,0 0 4 0,0 0-4 0,0 0-5 15,0 0-3-15,0 0-11 16,0 0-4-16,0 0-7 0,0 0-9 0,0 0-7 15,0 0-6-15,0 0-8 0,0 0-6 0,0 0-7 16,0 0-5-16,0 0-1 0,0 0-8 0,0 0-2 16,0 0-3-16,0 0 0 0,0 0-1 0,0 0-3 15,0 0-6-15,0 0-1 0,0 0-1 0,0 0-4 16,0 0 2-16,0 0-4 0,0 0 4 0,0 0-5 16,0 0 4-16,0 0 1 0,0 0 6 0,0 0 2 0,0 0-3 0,0 0 0 15,0 0 0-15,0 0 0 0,0 0-1 0,0 0-3 0,0 0 3 16,0 0 7-16,0 0-13 0,0 0 2 0,28-5 1 15,-7 2-4-15,9 1 5 0,8 0-8 0,15-1-1 16,3-3 4-16,7 2 0 0,2 0 2 0,27-1 0 16,-30-2 4-16,-2 4-1 0,-2-1-3 0,0 1-1 15,-18 1-3-15,-4-1-18 0,-4 1-14 0,-10 1-23 16,-3 0-21-16,-5 0-29 0,-3-1-32 0,-4 2-19 16,-5-1-37-16,-2 1-150 0,0 0-367 0,-20-6 162 0</inkml:trace>
  <inkml:trace contextRef="#ctx0" brushRef="#br0" timeOffset="197640.57">22724 14037 83 0,'-1'-8'311'16,"-3"0"-10"-16,3 1-17 0,-1 1-18 0,2 2-24 15,-2-1-27-15,2 0-30 0,0 5-25 0,-2-4-22 16,2 4-17-16,0 0-14 0,-3 11-11 0,1 4-12 16,0 2-7-16,2 9-10 0,-2 3-7 0,2 2-5 15,2 1-7-15,2 0 0 0,3 2 3 0,3 1-10 16,1-1-26 0,2-2-35-16,6 0-59 0,0 0-71 0,2-3-87 15,-2-4-192-15,-1-7-463 0,-2-6 205 0</inkml:trace>
  <inkml:trace contextRef="#ctx0" brushRef="#br0" timeOffset="198244.25">23906 13991 149 0,'-6'-1'222'16,"6"1"-22"-16,0 0-10 0,0 0-13 0,0 0-18 0,0 0-17 0,0 0-14 15,-4-3-14-15,4 3-11 0,0 0-14 0,0 0-8 16,7-4-4-16,0 3-8 0,0-2-11 0,0 1-4 15,6 0-4-15,0-1-9 0,2-1-1 0,2-1-6 16,3 0-1-16,-4-1 1 0,4 0-7 16,-6-2 5-16,4 3 7 0,-8-2 2 0,3-1-2 0,-4 4 2 15,0-5 2-15,-4 4-3 0,3-2 4 0,-5 2-8 16,0 0-6-16,-2 2-6 0,-3-4-4 0,-5 5-7 16,-8-3-1-16,0 5-2 0,-10 2-2 0,-3 1-3 15,-4 6 0 1,-1 4-6-16,0 1 2 0,0 5 3 0,-16 8-5 0,9 3-4 15,2 1 2-15,2 5 13 0,12-11-1 0,-6 15-5 16,13-10 3-16,2 0-4 0,4 0 1 0,9 1 4 16,4 2-3-16,11-3 1 0,10-1 4 0,17 5 1 15,8-5 2-15,7-2 2 0,8-8-16 0,30 7-49 16,-1-6-61-16,7-11-64 0,-32-4-245 0,25-1-454 16,-29-5 201-16</inkml:trace>
  <inkml:trace contextRef="#ctx0" brushRef="#br0" timeOffset="198557.44">24724 14354 126 0,'0'0'347'0,"0"0"-29"15,0 0-35-15,5 2-25 0,-5-2-33 0,0 0-59 16,0 0-71-16,4 3-89 0,-4-3-119 0,8 0-173 15,-4 0-308-15,-4 0 136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8:06:52.73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2282 1927 230 0,'0'0'302'16,"-3"-4"-9"-16,3 4-23 0,-1-5-3 0,0 2-31 16,1 3-10-16,0 0-16 0,-3-5-17 0,3 5-12 0,0 0-17 15,0 0-14-15,0 0-10 0,-1-3-19 0,1 3-11 16,0 0-19-16,0 0-9 0,0 0-17 16,0 0-31-1,0 0-21-15,0 0-12 0,0 0-3 0,-3 20-3 0,1-5-5 16,-2 2 9-16,0 8-5 0,0 3-3 0,-1 4 2 15,0 4-2-15,1 17 5 0,-4-6 0 0,2 3 3 16,1-4 5-16,0-9-1 0,2 9 2 0,-1-13 2 16,3-4 12-16,1 2 1 0,-2-4-1 0,-1-8 4 15,3 0-1-15,0-4 1 0,-1-3 1 0,1-2-2 16,0 1 5-16,-2-5-1 0,2-1 1 0,-2 2 8 0,2-2 6 16,0-5 14-16,-1 4 2 0,1-4 13 0,0 0 2 15,0 0 5-15,1 9-2 0,-1-9-8 0,0 0-5 16,0 0-8-16,0 0-3 0,0 0-68 0,0 0-45 15,0 0-42-15,0 0-41 0,-1-20-50 0,2 9-57 16,1-6-84-16,1-1-198 0,-3-2-577 0,3-7 257 16</inkml:trace>
  <inkml:trace contextRef="#ctx0" brushRef="#br0" timeOffset="300.37">2226 1927 28 0,'-6'-2'334'0,"6"2"-12"0,0 0-14 15,-6-2-17-15,6 2-23 0,0 0-30 0,-4-3-17 0,4 3-21 16,0 0-23-16,0 0-18 0,0 0-14 0,12-2-16 16,-1 2-10-16,2-4-14 0,16 3-11 0,5-4-8 15,0-1-8-15,3 2-3 0,4-3-12 0,-3 2-4 16,-1 0-9-16,-1 1-1 0,1 1-7 0,-5-2 0 0,-1 0-8 15,-11 4 0-15,-1-3-3 0,-6 2-5 0,-1 2-1 32,-5 0-14-32,2-2 10 0,-2 2 1 0,-7 0-10 0,11-3-24 0,-6 6-22 0,-5-3-21 15,0 0-19-15,4 2-3 0,-4-2-15 0,-10 10-24 16,0-2-43-16,-6 1-40 0,1 3-87 0,-3-3-180 16,5 1-504-1,-2 2 222-15</inkml:trace>
  <inkml:trace contextRef="#ctx0" brushRef="#br0" timeOffset="679.19">2319 2527 112 0,'-3'4'225'0,"3"-4"-5"16,-5 5 0-16,5-5-6 0,-4 3 2 0,4-3-4 16,0 0-13-16,-2 5-9 15,2-5-9-15,0 0-11 0,0 0-4 0,0 0-10 16,0 0-2-16,0 0-8 0,24 0-11 0,-6-2-10 16,2-1-13-16,11-1-8 0,1 0-5 0,1 0-6 15,3 0-3-15,-1-1-3 0,0 0-7 0,0 2 1 0,-6-2-17 0,0 1 8 16,-9 4-11-16,-2-5-5 0,-7 5-1 0,0-3-9 15,-3 3 5-15,-8 0-12 0,13-1-8 16,-13 1 1-16,10-3 1 0,-10 3-10 0,8-1-19 16,-8 1-7-16,0 0-17 0,0 0-20 0,0 0-25 15,0 0-37-15,0 0-38 0,0 0-42 0,0 0-38 16,-29 6-62-16,18-7-268 0,-1-1-597 0,0-1 264 16</inkml:trace>
  <inkml:trace contextRef="#ctx0" brushRef="#br0" timeOffset="1032.59">2352 2324 212 0,'0'0'333'0,"0"0"-22"16,0 0-10-16,-8 2-20 0,8-2-7 0,0 0-24 16,0 0-17-16,0 0-21 0,0 0-16 0,0 0-23 15,0 0-13-15,0 0-8 0,0 0-23 0,0 0-7 16,36-2-10-16,-5-1-6 0,0-1-11 0,3 1-17 0,2-1-1 16,2-1-7-16,-5 3-15 0,6-4-6 0,-6 4 4 15,0-3-8-15,-5 3 0 0,-7-1-2 0,-4 0-4 16,-5 0 4-16,-2 0 4 0,3 6 6 0,-13-3 0 15,10-3 0-15,-10 3-3 0,0 0-8 0,14 3-3 16,-14-3-27-16,0 0-10 0,0 0-19 0,11-5-22 16,-11 5-44-16,0 0-41 15,0 0-42-15,0 0-32 0,0 0-36 0,0 0-50 16,-30 9-293-16,30-9-623 0,-10 2 276 0</inkml:trace>
  <inkml:trace contextRef="#ctx0" brushRef="#br0" timeOffset="1333.98">3313 2223 431 0,'0'0'424'15,"1"-5"-21"-15,-1 5-15 0,0 0-26 0,4-5-31 16,-4 5-29-16,0 0-29 15,0 0-34-15,0 0-30 0,0 0-35 0,0 0-30 16,0 0-29-16,0 0-25 0,0 0-19 0,0 0-1 16,-4 19-12-16,2-12-9 0,-3 3 4 0,-1 0-17 15,0 5 5-15,-2 2-2 0,1 1 2 0,-5 4-5 16,1 0 3-16,2-3-8 0,0-2 3 0,-1 0-19 16,-1-2-24-16,2 2-17 0,-1-4-20 0,5-2-16 15,-3-1-25-15,2-1-23 0,0 1-17 0,1-5-16 0,-1 0-14 0,3-3-27 16,3-2-39-16,-12 0-78 0,12 0-204 15,-14-9-545-15,9 2 242 0</inkml:trace>
  <inkml:trace contextRef="#ctx0" brushRef="#br0" timeOffset="1680.63">3094 2256 250 0,'0'-5'365'0,"-3"-7"0"0,1 7 11 16,1-2-12-16,1 7-3 0,-3-10-23 0,3 10-29 15,-1-4-25-15,1 4-44 0,0 0-25 0,0 0-27 16,-1-10-25-16,1 10-21 0,0 0-19 0,0 0-16 0,0 0-10 15,18 24-8-15,-7-12-30 0,1 5 14 0,3 7-10 16,4 1-6-16,4 4 3 0,-2 0-11 0,3-1-1 16,-1 0-2-1,-1-4-1-15,-4 3-8 0,2-4 0 0,-3-3-1 16,-5-3-5-16,0-3-3 0,1-3-3 0,-6-1-2 16,-1-4 3-16,-1-1-4 0,0 2 6 0,-2-2-2 15,0-3 31-15,1 0 35 0,-4-2 23 0,5 6 20 0,-5-6 10 16,0 0 12-16,0 0-4 0,0 0-1 0,0 0-7 15,9 4-2-15,-9-4-12 0,0 0-8 0,0 0-11 16,0 0-15-16,0 0-10 0,0 0-8 0,0 0-8 0,0 0-13 16,0 0-29-16,0 0-44 0,0 0-50 15,0 0-38-15,0 0-41 0,0 0-34 0,0 0-51 16,9-14-60-16,-9 14-45 0,0 0-58 0,2-7-84 16,-2 7-367-16,0-11-911 0,3 6 403 0</inkml:trace>
  <inkml:trace contextRef="#ctx0" brushRef="#br0" timeOffset="2103.4">3860 2320 59 0,'0'0'400'0,"-3"-8"-25"0,3 8-23 0,-5-10-29 15,0 8-25-15,5 2-27 0,-10-9-24 0,10 9-20 16,-10-3-35-16,10 3-14 0,-16 3-20 0,2 2-20 16,1 0-12-16,-2 4-13 0,-3 0-16 0,3 3-5 15,-8 5-10-15,4-2-9 0,2-1-7 0,3 1-3 16,-4 4-18-16,5-4-9 0,-1 0 7 0,4 1-18 0,2-2-10 16,2-4-7-16,0 1-7 0,3-5-4 0,1-1 11 15,0 2-15-15,-2-3 19 0,4-4 19 0,0 0 20 16,4 9-3-16,-4-9 3 0,0 0-9 0,28-8-6 15,-16 3 11-15,3-4-6 0,9-4 15 0,-7 4 1 16,1-3-1-16,-1 0 0 0,0-1 1 0,-2 2-5 16,1 0 1-1,0-3-4-15,-1 5-2 0,-7 3 2 0,1 0-8 16,-2 1-3-16,-1 2-4 0,-6 3-6 0,8-5 0 16,-3 2-8-16,-5 3-12 0,0 0-4 0,16 0-6 15,-16 0-6-15,15 8-1 0,-5-1-13 0,-1 0-9 0,3 3-25 16,-1-2-37-16,-2 3-40 0,4 4-44 0,1-4-54 15,-6 0-68-15,-1-4-102 0,5 0-222 0,-3-2-672 16,-3-2 297-16</inkml:trace>
  <inkml:trace contextRef="#ctx0" brushRef="#br0" timeOffset="3005.15">4140 2310 2783 0,'0'0'428'0,"0"0"-147"0,-2-8-40 0,2 8-63 16,0 0-20-16,0 0-46 0,0 0-21 0,0 0-21 15,0 0-14-15,-2-7-18 0,2 7 7 0,0 0-13 16,0 0-12-16,0 0-10 0,0 0-12 16,0 0 2-16,0 0-3 0,2 22 8 0,-4-12-8 0,2 1 0 0,0 4 7 15,0 1-3-15,0 1 12 0,2-1-7 0,-2 1 1 16,2-1 8-16,-1-4-12 0,-1-1 1 0,5 0-5 15,-5-1 11-15,0-5-3 0,0 2 7 0,0-7 0 16,4 7 7-16,-4-7 3 0,1 7 34 0,-1-7 36 16,0 0 21-16,0 0-4 0,0 0-3 0,0 0-12 15,14-16 0-15,-7 7 2 0,1 0-11 0,0 0-6 16,0-2-7-16,3-3-10 0,-2-2-3 0,2 4-11 0,-4 4-3 0,2-4-7 16,-2 5-5-16,-2 2-8 0,-1 3-5 15,-4 2-7-15,7-8-7 0,-4 4-20 0,-3 4-20 16,0 0-1-16,0 0-7 0,16 6-4 0,-9 0-1 15,-1 1 5-15,-1 3 2 0,3 1 2 0,-3 5 3 16,0-2 4-16,4 0 1 0,-5-1-2 0,1-2-11 16,-2 2-6-16,2-3-4 15,-1 1 1-15,-1-3-4 0,1-2 6 0,-1 0 6 16,-2-1 7-16,-1-5 11 0,4 6 21 0,-3-3 38 0,-1-3 27 16,0 0-11-16,0 0 1 0,0 0-4 0,18-14-6 15,-10 6 1-15,-2 0-1 0,2-3 2 0,0 2 2 16,3-3-1-16,-1-2-4 0,3 0-6 0,-2-2-4 15,1 3-1-15,2-1-5 0,-2 0-5 0,-1 6-4 16,-5 1-3-16,2 0-4 0,1 1-8 0,1 0-9 16,-5 3-13-16,3 0-8 0,-8 3-13 0,19 0-4 15,-7 3-10-15,-2 2-10 0,3-1-5 0,-2 2-17 16,7 4-11-16,-4-3-13 0,1 2-16 0,2-1-5 16,-3 1-20-16,4-1-26 0,-4 2-23 0,-4-4-21 15,3-3-15-15,-8-3-29 0,8 0-27 0,-13 0-25 16,0 0-213-1,15-5-575-15,-8-4 1870 0,-6 4-916 0,3-7 54 0,-4 4 60 16,1-6 44-16,-1 0 41 0,-1-3 44 0,-3 2 33 16,0-5 25-16,3-5 16 0,-2 0 18 15,2 0 20-15,0-1-2 0,-3 2 11 0,4 5 12 16,0 0 20-16,0 1 15 0,0 2 21 0,0 5-3 16,0 1-12-16,0-1-20 0,0 6-21 0,0 5-26 15,4-10-29-15,-4 10-19 0,0-5-36 0,0 5-41 0,0 0-48 0,0 0-66 16,0 0-38-16,0 0 1 0,0 0 5 0,-5 20 10 15,2 1 0-15,-2 9 14 0,1 6 1 0,-2 12 14 16,-2 1 1-16,-1 0 10 0,0-1 3 0,4 0 3 16,-3-2 4-16,3-12-1 0,4-3 4 0,-3 0-7 15,3-4 6-15,1 0 7 0,0-1 0 0,-3-9 6 16,3 0 0 0,-1-5-3-16,2 0 4 0,-1-2-1 0,3-1 0 15,-3-5 7-15,1 2-4 0,-1-6 5 0,0 8 0 16,0-8 3-16,4 7-10 0,-4-7 11 0,5 5 0 15,-5-5-9-15,0 0-10 0,0 0-14 0,0 0-28 16,0 0-23-16,0 0-84 0,0 0-96 0,0 0-71 16,0 0-85-16,6-25-295 0,2 11-760 0,-4-1 337 15</inkml:trace>
  <inkml:trace contextRef="#ctx0" brushRef="#br0" timeOffset="3591.45">4817 2244 96 0,'0'0'306'0,"-4"-5"-7"16,4 5-23-16,0 0-31 0,-7-7-22 0,7 7-27 16,0 0-19-16,0 0-14 0,0 0-21 0,0 0-13 15,0 0-17-15,0 0-6 0,0 0-9 0,21 19-12 16,-3-11-6-16,0 3-9 0,6 4-22 16,-1 0 14-16,4-3-6 0,-9-4-10 0,1 2-1 15,-1-1-5-15,-4 0-15 0,-2-2-3 0,-2-2-11 16,-4-1-5-16,-2 2-7 15,1-1-2-15,-2 0 3 0,-3-5 4 0,-7 9-1 16,-3-4 2-16,-5 2 2 0,-2-4-3 0,-2 2 5 16,-4 2-3-16,-5-2-1 0,1 0 0 0,5 1 0 15,-5-1 0-15,1-2 0 0,4 0-4 16,5 4 2-16,-2-2 1 0,6-5-2 0,2 2 0 16,2-1 1-16,1-1-9 0,3 4-6 0,5-4-7 15,-9 2 5-15,9-2 2 0,0 0-2 0,0 0 5 0,0 0-4 0,41-4-13 0,-18 1-13 16,8-2-15-16,-1-1-5 0,1-2-1 0,1-4 4 15,0 5 9-15,1-9 2 0,-2 2 6 0,-4-6 2 16,0-3 9-16,-2-1 9 0,-2-1 9 0,-1-4 12 16,-2-4 18-16,-2 0 5 0,-5 1 13 0,2 0 29 15,-3 1 15-15,-1 5 27 0,-4-2 21 0,-2 5 17 32,-4 6 13-32,3 1 12 0,-3 4 19 0,0 3 7 15,1-1-6-15,-2 1-14 0,0 5-20 0,1 0-22 16,-1 4-15-16,0-8-17 0,0 8-22 0,0 0-31 15,0 0-41-15,0 0-29 0,0 0-1 0,0 0 8 0,-6 23-5 16,3-7 10-16,-1 5-15 0,2 7 27 16,2 1-13-16,0 2 12 0,1 1 5 0,0 4 3 15,3-5 2-15,1 0-2 0,-1-1 1 0,3-5 6 0,-1 1-22 0,-2-12 25 16,-1-1-1-16,-1-1-3 0,2-3-1 0,-3 1 1 16,1-4-3-16,0-1-12 0,-1 2-8 0,-1-7-10 0,3 8-24 0,-3-8-17 15,3 3-37-15,-3-3-25 0,0 0-35 16,0 0-47-16,0 0-109 0,0 0-375 0,0 0-739 15,0 0 328-15</inkml:trace>
  <inkml:trace contextRef="#ctx0" brushRef="#br0" timeOffset="4044.96">5356 2373 93 0,'0'0'233'0,"0"0"0"15,-1 7 4-15,1-7 3 0,0 0 1 0,0 0 2 16,0 0 3-16,0 0-8 15,0 0 10-15,15 2-17 0,-2-3-14 0,5 0-23 16,1 1-21-16,4-3 0 0,4-1-23 16,1-1 1-16,-1-3-11 0,2 3-1 0,-1-4-11 15,-1-1-4-15,-6 1-4 0,-2-1 1 0,0 0-4 16,-4 0 2-16,2-2 1 0,-6-3-10 0,2 1 13 16,-4 0 5-16,-4 4 11 0,0 1 0 0,-1-1-11 15,-1 3-14-15,-3-1-10 0,-1 1-12 0,-3 0-14 0,-3 0-11 0,0 2-7 16,-6 0-9-16,-4 2-9 0,-3 3-4 0,-2 3-8 15,-5 5-4-15,-1 1-3 0,-1 3-5 0,0 2-3 16,1 3 1-16,4 0-7 0,0 5 2 0,7 0-7 16,1 2-12-16,4-2-7 0,5-4-2 0,4-2 4 15,12 8 4-15,1 2 6 0,10-6 5 0,2-1 0 16,14-1 9 0,13-2 12-16,8-4-1 0,-2-1-1 0,6-5 2 15,3 4 19-15,-1-6 19 0,2 1 3 0,-1 0 8 16,-8-2 4-16,-2-1 4 0,-20-2 4 0,-3 0 14 15,-11-1 18-15,-2 2 33 0,-5-2 6 0,-3 1 15 0,-10 0 5 0,14-2-5 16,-14 2-9-16,12-2-19 0,-12 2-39 0,5-2-103 16,-5 2 0-16,0 0 0 0,0 0 0 0,0 0-29 15,0 0-211-15,0 0-87 0,0 0-108 0,-40 9-120 16,23-11-547-16,4 1-1192 0,13 1 528 0</inkml:trace>
  <inkml:trace contextRef="#ctx0" brushRef="#br0" timeOffset="6811.77">1989 3224 48 0,'0'0'175'0,"0"0"-5"0,-8 0-11 0,8 0-8 16,0 0-12-16,0 0-7 0,0 0-14 0,-6-2-12 15,6 2-9-15,0 0-8 0,0 0-9 0,0 0-13 16,0 0-1-16,0 0-10 0,0 0-5 0,0 0-5 16,0 0-10-16,0 0 2 0,0 0-12 0,0 0 0 15,0 0-1-15,0 0-3 0,-5 4 0 0,5-4-5 0,0 0 0 16,0 0-3-16,0 0-3 0,0 0-1 0,0 0 4 0,0 0-7 31,0 0 1-31,0 0-4 0,0 0 6 0,0 0-1 0,0 0 8 16,17 0 15-16,-2 2 1 0,6 0 14 0,15-2 1 15,31-2 1-15,-3 0 4 0,48-7 4 0,7 3 4 16,7-6-1-16,11 0 8 0,13 1-2 0,8 1-1 16,6 0 6-16,11-2-4 0,4 2-4 0,-3 1-3 15,-1 0 10-15,1 2-4 0,-6-2-6 0,-6 3-4 16,-17-1 0-16,-12-3-7 0,-12 5 18 0,-9-1 8 16,-12 2-4-16,-4-3 2 0,-32 2 5 15,-4 4-11-15,1-3 7 0,-8 0-8 0,-4 1 3 16,-14 3-3-16,-7 0-7 0,-9 0-11 0,1-3-5 15,-8 3 3-15,-4-1-7 0,2 1-5 0,-4 0-2 0,-1-2 12 0,-7 2 5 16,10-1-1-16,-10 1 0 0,0 0-2 0,14 0-2 16,-14 0-11-16,0 0-9 0,6 0-8 0,-6 0-22 15,0 0-36-15,0 0-36 0,7 2-28 0,-7-2-39 16,0 0-54-16,0 0-52 0,0 0-66 0,0 0-276 16,0 0-642-16,19-3 284 0</inkml:trace>
  <inkml:trace contextRef="#ctx0" brushRef="#br0" timeOffset="7644.65">6747 2104 33 0,'0'-3'404'16,"0"3"-8"-16,0-9-1 0,0 9-15 0,0-3-30 15,-3-1-28-15,3 4-42 0,0-4-29 0,0 4-36 16,0 0-10-16,0 0-58 0,0 0-54 16,0 0-84-16,-1-4-89 0,1 4-60 0,0 0-16 0,-4 12-39 15,2 0-51-15,-4 3-199 0,0 0-480 0,-2 1 213 16</inkml:trace>
  <inkml:trace contextRef="#ctx0" brushRef="#br0" timeOffset="7813.91">6644 2557 125 0,'0'6'323'0,"0"0"-17"16,0-4-2-16,0-2 2 0,0 5 7 0,0-5-17 16,0 0-14-16,1 7-29 0,-1-7-18 0,0 0-26 15,-3 5-18-15,3-5-37 0,2 2-55 0,-2-2-63 16,0 0-55-16,0 0-52 0,4 3-43 0,-4-3-57 16,13-1-74-1,-3 1-224-15,0-2-508 0,3 0 225 0</inkml:trace>
  <inkml:trace contextRef="#ctx0" brushRef="#br0" timeOffset="8732">9320 1973 190 0,'0'0'204'15,"0"0"-23"-15,0 0-17 0,0 0-19 0,0 0-9 0,0 0-19 16,0 0-13-16,0 0-14 0,0 0-8 0,0 0-7 16,0 0-17-16,-18 7 2 0,9 0-12 0,-5-2-5 15,-4 4-6-15,-1-1-3 0,-5 7-2 0,-4-5 0 16,-3 2-7-16,-1 2-2 0,0 0 0 0,4 1 1 16,1-3-11-16,-2 3 4 0,3-3-9 0,3 2 5 0,3 2-10 15,-2 1 6-15,7-6-4 0,2 4 1 0,-1-3 0 0,6-1-1 16,2 0-5-16,-2-2 2 0,5 3 4 0,2 1 0 15,2-6 3-15,6 10 3 0,2-7 4 16,6 4 5-16,11 0 3 0,2 1-2 0,6 2 0 16,12 0-3-16,4 1 1 0,-14-7-2 0,1 3-3 15,0 1 0-15,1-1-1 16,-6 1 2-16,0-1-8 0,-2 1 0 0,-8-1 0 16,-6-1-6-16,-3 0 5 0,0 0 0 0,-7 2-2 15,-6-5-2-15,-1 7 8 0,-8-3 6 0,-5 1 6 0,-10 3-4 0,-6-2 7 16,-3-2 8-16,-2 0 5 0,-2 1 6 0,-11-2-3 15,8-3 7-15,-15 5-8 0,0-8-4 0,3 3-1 16,-2-4 7-16,3 3 2 0,11-7 5 0,3 1-1 16,-2-1-2-16,7-1 4 0,1 0 2 15,12-1 8-15,5 0 4 0,1 0 3 0,4 0 6 16,0 1 19-16,9-1-3 0,-13 0-3 0,13 0 8 16,-9-1-18-16,9 1-3 0,0 0-10 0,0 0 0 0,0 0-13 15,0 0-9-15,0 0-13 0,0 0-15 0,21-9-16 16,-11 6-27-16,0-2-22 0,-1 3-26 0,4 0-31 15,-3 0-33-15,2-1-29 0,1 0-32 0,2-3-55 16,-1 3-258-16,0 0-557 0,4-4 247 0</inkml:trace>
  <inkml:trace contextRef="#ctx0" brushRef="#br0" timeOffset="9233.12">9735 2525 33 0,'0'0'215'0,"-10"-2"-22"0,2 2-15 15,2 2-16-15,-3-2-14 0,-5 1-10 0,5 0-17 16,-4 4-7-16,1-1-11 0,0 1-11 0,-5 2-10 16,3 0-13-16,-1 2-6 0,0 0-4 0,2-1-9 15,-1 1-5-15,1 3-4 16,3-4-3-16,2 3-3 0,-2-2-7 0,1 0 0 16,4 0-4-16,1 1 14 0,0-3 2 0,4 3 6 15,-2-4 1-15,4 2 3 0,2 0 1 0,1-1 10 0,4-1 1 16,1-1 6-16,3 0-6 0,6-2-3 0,3 1-2 15,7-3-4-15,-2-1-3 0,-4-1-3 0,4-3 2 0,-9 2 10 16,2-1 11-16,-2-1 8 0,-1-4 9 16,-2 0 8-16,-2 2 2 0,-4-2-4 0,1-1 11 15,0-6-9-15,-2 3-13 0,-2 0 10 0,-3 0-20 16,0 1 6-16,-3 0-5 0,0-1 6 0,1 2-6 16,-4 0-7-16,-2 0-12 0,1 4-8 0,-1-4-19 15,-2 3-20-15,-1 1-28 0,-3 2-20 0,-1 0-29 16,2 1-29-16,-3 2-32 0,1 1-41 0,2 1-46 15,-4 1-50 1,6 1-41-16,-2-1-208 0,5 1-558 0,3-1 247 0</inkml:trace>
  <inkml:trace contextRef="#ctx0" brushRef="#br0" timeOffset="9712.09">10046 2706 76 0,'-3'5'264'0,"3"-5"-2"0,0 0-6 0,0 0-14 16,0 0-12-16,0 0-17 0,0 0-2 0,0 0-11 0,0 0-13 0,22-7-6 15,-14 1-6-15,-2 2-8 0,3-1-8 0,1-3-2 16,-1-1-9-16,4-3 1 0,-2 0-11 0,1 0-4 15,-3-3 5-15,2-1-5 0,2-1-11 0,0-3 0 16,1-4-14-16,-5-2-15 0,1 1-1 0,2-1-11 16,-5-4-6-16,2-1-9 0,-1 1-9 0,-3 0-2 15,0-3-1-15,0 2 2 16,-1 0 4-16,-1 3 24 0,-2 8 10 16,-2 1 3-16,1-7-4 0,0 8-1 0,-2 2 2 0,0 7-4 0,-1-3-5 0,2 1-12 15,-1 3-8-15,0 1-8 0,0 3-12 0,-1-1-22 16,2 1-27-16,-1 0-29 0,2 4-37 0,0 0-29 15,0 0-15-15,-11 0 1 0,2 8 7 0,0 1 12 16,-4 5 0-16,-6 11 11 0,0 4 12 16,-4 14 14-16,-3-1 4 0,9 2-1 0,-1 2 9 15,5-11 20-15,4-1-17 0,6 1-2 0,2 1 10 16,5-3 5-16,5 0-6 0,2-5 11 0,6 1 1 16,5-5 6-16,7-1 1 0,4-5-15 0,4-3-30 15,11-1-50-15,-11-4-66 0,1-3-70 0,13-4-90 16,-16-4-260-16,-2-3-643 0,-1-2 284 0</inkml:trace>
  <inkml:trace contextRef="#ctx0" brushRef="#br0" timeOffset="10182.21">10608 2426 319 0,'0'0'359'0,"0"0"-18"0,0 0-23 16,0 0-28-16,0 0-25 0,-4-5-35 0,4 5-23 15,0 0-22-15,0 0-22 0,0 0-21 0,0 0-13 16,0 0-19-16,0 0-13 0,0 0-6 0,10 16-16 16,-6-13-8-16,-1 6-6 0,-2-1-4 0,3 2-7 0,1 2-2 15,-1 3-3-15,0-3-9 0,1 4 1 0,-4 1-4 16,5-1-1-16,-3-1-5 0,1 2-4 0,-3-5 0 15,2-3-3-15,1 3-1 0,-2-2 1 0,1-2-3 16,-2 0-5-16,0-3 4 0,0 0 4 0,1-1-2 16,-2-4 23-16,1 5 46 0,-1-5 43 0,3 5 39 15,-3-5 36-15,0 0 32 16,3 3 30-16,-3-3 26 0,0 0 8 0,0 0-34 16,7-13-22-16,-2 6-36 0,4-3-14 0,0-4-27 0,1-2 0 15,4-7-26-15,2 2-18 0,0-4-7 0,-4 8-18 16,0 0-9-16,-1 1-10 0,0-1-7 0,-1 2-6 15,-5 3-7-15,3 0-10 0,0 6-3 0,-7-2-13 16,3 3 9-16,2-1-12 0,-2-1-5 0,0 4-18 16,-4 3-37-16,5-6-40 0,-5 6-50 0,4-1-69 15,-4 1-58-15,0 0-46 0,0 0-33 0,0 0-21 16,16 8-26-16,-8 1-28 0,-1-2-37 0,4-1-32 16,-5 3-329-16,1-4-863 0,1 1 382 0</inkml:trace>
  <inkml:trace contextRef="#ctx0" brushRef="#br0" timeOffset="10636.39">11041 2583 5 0,'-1'2'242'16,"1"-2"0"-16,0 0-3 0,0 0-5 0,0 0-10 15,0 0-3-15,0 0-8 0,0 0-12 0,5 3-14 0,-5-3-13 16,17-1-17-16,-6-3-18 0,2-3-4 0,1 4-17 15,5-1 0-15,3-4-25 0,5 0-8 0,-2-3-7 16,-1 1-7-16,1-3-12 0,-6 4-1 0,0 0 2 16,3-8-1-16,-6 5 3 0,-3 0-3 0,0-2-6 15,-4 0 4-15,1 0-4 0,-3-2-1 0,-5 3 12 16,1 1 2 0,-3 2-2-16,-3 1-12 0,2-1-6 0,-7 3-12 15,-1 0-1-15,-2 3-15 0,-3 0 4 0,-4 2-3 0,-4 2-10 16,-6 3-1-16,0 5 1 0,-1 3 0 0,2 3-9 15,0 3 3-15,5 0 2 0,3 5-8 0,2 0-1 16,7-3 2-16,4 5-2 0,3 0 11 16,6 1-1-16,6 0 0 0,7-2 8 0,5 0 3 15,6-5 5-15,7-1 2 0,0-2 3 0,15-3 12 16,5 2 6-16,-3-7 7 0,0-2 11 0,0-2 14 0,-11-1 16 0,1-2 11 16,-4 0 11-16,-5-2 4 0,-3-1 12 15,-11 1 21-15,0 2 24 0,-8-1 16 0,-1 0 7 0,-9 1 2 16,13-1-11-16,-8-2-8 0,-5 3-3 0,10 0-26 15,-10 0-19-15,0 0-31 0,9-1-39 0,-9 1-52 16,0 0-62-16,0 0-74 0,0 0-91 0,0 0-91 16,8 2-94-16,-8-2-109 0,0 0-406 0,0 0-992 0,0 0 439 15</inkml:trace>
  <inkml:trace contextRef="#ctx0" brushRef="#br0" timeOffset="14877.23">14224 2295 151 0,'0'0'189'0,"4"-8"-3"0,-3 6 0 15,1-3-11-15,0 1-9 0,-2 4-10 0,-5-5-16 16,2 4-11-16,-1-3-14 0,-3-1-13 0,-3 3-6 16,-4 0-13-16,-4-1-11 0,-4 1-2 0,-7 2-14 15,-2 2-3-15,-1 0-9 0,-2 1-3 0,-1 6-4 16,2-4-1-16,-3 4-7 0,2-3 1 0,-1 6-1 16,3-5-4-16,0 3-3 0,4 2-2 0,4 2-4 0,6-5-1 0,0 2-3 15,4-1 2-15,3 2-6 0,-1 0 3 0,4-2 0 16,6 3-2-16,-1-2 2 0,3-2-2 0,5 3 1 15,6-2-1-15,5 0 5 0,2-2 0 0,12 1 3 16,0-2-31-16,6-2 7 0,2-4-3 0,12-1 7 16,-8-1-3-16,-2-2-2 0,-3-2 5 0,0-4 2 15,-4 0 10 1,-1-2 15-16,-1-4 15 0,-7-1 11 0,-1-4 4 16,-2-2 12-16,-6-5-2 0,0-1 4 0,-11-1-2 15,1-7 8-15,-1 4 11 0,-4-4 8 0,-4 0 10 0,-1 2 19 0,1-1 30 0,-4 1 18 16,1 4 15-16,-1 1 4 0,1 3-4 0,0 8-4 15,1 1-9-15,-1 0-7 0,4 4-7 0,0 4-11 16,-1 2-17-16,3 2-16 0,-2-2-16 16,1 5-15-16,-1-2-25 0,3 4-44 0,-2-5-50 15,2 5-64-15,0 0-28 0,0 0 5 16,0 0 14-16,-5 21 13 0,3-7 9 0,1 7 7 0,-1 4 10 16,-1 7 7-16,2-3 4 0,-1 2 11 0,4 5 3 15,-1 0 3-15,2-3 9 0,-1 2 7 0,1-5 1 16,2 1 11-16,-2-7-1 0,-1-4-4 0,2-1 6 15,-3-4-2-15,1-3 7 0,0 0 1 0,-1-3-3 0,2-2 3 16,-3-1-1-16,1 1 5 0,0-5-2 0,-1-2 6 16,1 7 0-16,1-2 8 0,-2-5-4 0,-2 7 9 15,2-7 9-15,2 3 2 0,-2-3 2 0,0 0-9 16,0 0 6-16,0 7-6 0,0-7 3 0,0 0-2 16,0 0 2-1,0 0 0-15,0 0-7 0,0 0 0 0,0 0-21 0,0 0-24 16,0 0-24-16,0 7-25 0,0-7-16 0,0 0-29 15,0 0-24-15,0 0-19 0,0 0-21 16,0 0-7-16,0 0-4 0,0 0-18 0,0 0-19 16,0 0-22-16,-3 2-184 0,3-2-479 0,0 0 212 15</inkml:trace>
  <inkml:trace contextRef="#ctx0" brushRef="#br0" timeOffset="15585.56">14315 2192 223 0,'4'-8'271'15,"-3"0"-3"-15,-1 3 1 0,4-2-11 0,-4 3-11 16,1-1-20-16,2 1-23 0,-3 4-20 0,1-5-19 16,-1 5-13-16,3-6-30 0,-3 6-15 0,0 0-13 15,0 0-19 1,0 0-10-16,0 0-11 0,0 0-2 0,10 13-2 16,-5-6-2-16,-1 3-9 0,0 1-5 0,2 6-2 15,1-2-4-15,-1-1-4 0,1 1 1 0,1 2-1 0,0-2-4 0,2-1-3 16,-2-2 3-16,1 1-4 0,-2-4-1 0,2-2-6 15,-5-1 5-15,1 0-1 0,-1-3 2 0,1 1 2 16,-5-4-3-16,10 0 10 0,-10 0 13 0,13-5 6 16,-5 0 13-16,-3-2 15 0,1-2 0 0,-1-3 8 15,3-1-1-15,-3 1 1 0,4-3-5 0,-1-1 12 16,-4 1 2-16,-2 3 1 0,2 0-4 0,1 2 5 16,-2-1 3-16,2 2 5 0,-4 1-4 15,2 2-7-15,-2 2-6 0,0-1-21 0,-1 5-2 16,1-7-29-16,-1 7-17 0,0-5-36 0,0 5-37 15,0 0-4-15,0 0 3 0,0 0-1 0,6 17 13 0,-5-3-14 0,0 3 11 16,3 8-7-16,-4 3 7 0,0 1 4 0,0 5 6 16,0 0-3-16,-1 12 10 0,1 0 2 0,-3 2 4 15,2-2 6-15,0-10 4 0,-2-1-2 0,3-3 0 16,0 1 0-16,-1-1 12 0,2-2 3 0,-1-2 5 31,3 0-4-31,-3-3 1 0,1-6 2 0,-1 0 0 0,0-4-3 16,-1-4 1-16,1 0 6 0,-3 0-2 0,3-3-5 15,-1-1 0-15,-2 1 3 0,1-4-2 0,2-4 4 0,-8 11 9 16,8-11-4-16,-6 5 13 0,-1-3 0 0,7-2 10 16,-20-2 3-16,8-1 12 0,2 1 7 0,-4-5 9 15,1-2-5-15,-1-2 17 0,1 0 0 16,3-4-8-16,0 0 0 0,1-10 3 0,3 1-5 16,-2-4-5-16,7-5-7 0,2-1-13 0,8-11-1 0,2-1-3 0,7 0-11 15,-6 15 0-15,6 1-1 0,1-1-8 0,1 2 0 16,7 0 4-16,-4 2-6 0,5 5-2 0,-3-2-1 15,-1 5-3-15,-1 4 1 0,-2 1-1 0,-4 2 4 16,-8 5 3-16,1 2 1 0,-2 0 1 0,-3 4-2 16,-1-1-4-16,2-3-4 0,-1 1-7 0,2 2 8 15,-7 2-6 1,0 0-15-16,6-3-20 0,-6 3-36 0,0 0-19 16,0 0-19-16,0 0 7 0,0 0-8 0,0 0-21 15,-6 19-28-15,-2-9-35 0,-2 3-39 0,2-2-43 0,-2 1-63 0,-4 0-222 16,1 0-609-16,-1 3 271 0</inkml:trace>
  <inkml:trace contextRef="#ctx0" brushRef="#br0" timeOffset="16248.71">13253 2982 102 0,'-10'0'218'0,"10"0"-9"15,-9 0-13-15,9 0-9 16,-8-1-10-16,8 1-6 0,-7 1-12 0,7-1-7 15,0 0-9-15,-8-1-16 0,8 1-7 0,0 0-11 16,0 0-9-16,0 0-4 0,-8 1-7 16,8-1-4-16,0 0-3 0,0 0 0 0,0 0-3 15,0 0-11-15,0 0 7 0,-5 3-5 0,5-3-11 0,0 0-3 16,0 0-6-16,0 0-3 0,0 0-8 0,0 0-6 16,0 0-3-16,0 0 0 0,0 0-4 0,0 0-9 0,0 0 5 15,0 0-2-15,0 0-3 0,0 0-2 0,0 0-1 16,0 0-1-16,0 0 0 0,0 0-6 0,0 0 2 15,0 0 0-15,0 0-1 0,0 0-3 0,0 0-1 16,0 0 0-16,0 0 0 0,0 0 3 0,0 0 2 16,0 0 4-16,0 0-1 0,0 0 4 0,0 0 10 15,0 0-7-15,0 0-1 16,0 0 2-16,0 0-1 0,0 0-2 0,0 0-1 16,0 0 1-16,0 0-2 0,0 0 2 0,0 0 0 15,0 0 3-15,0 0-14 0,23-4 21 0,-5 3-7 0,12-4 2 0,3 3 1 16,18-3-8-16,5 1 4 0,8-1-4 0,36-3 10 15,6 1 5-15,6 1-1 0,10 2 7 0,0-4 14 16,5 3-14-16,-1-2 16 0,-2 0-3 16,-4 3-7-16,-1-1-6 0,-10 2-13 0,-5 0 21 15,-13-1-5-15,-30 3 7 0,1-4 13 0,-5 1 6 16,-17 3 2-16,-3-5-3 0,-1 5 24 0,-9-1 3 16,-8-1 14-16,-6 3 6 0,-1-1 17 0,-1 0 9 15,-2-2 6-15,-2 2-6 0,0 1-14 0,-7 0-11 16,7 0-14-16,-7 0-17 0,8 0-23 0,-8 0-35 15,0 0-46-15,0 0-59 16,10 0-62-16,-10 0-87 0,0 0-55 0,0 4-55 16,0-4-86-16,0 0-335 0,-18 2-824 0,18-2 366 15</inkml:trace>
  <inkml:trace contextRef="#ctx0" brushRef="#br0" timeOffset="17250.14">14085 3602 11 0,'-9'-10'203'0,"-4"0"-14"0,0-2-10 15,-2 2-15-15,1 1-9 0,-6 3-8 0,0-2 13 0,-8 2-14 0,2 3-16 16,-4 2-12-16,1 0-11 0,-1 3-12 0,10 0-8 15,-9 2-7-15,8-1-12 0,-2 3-7 16,3-1-7-16,3 5-8 0,-2-2-4 0,1 1-2 16,5 4-8-16,3 0-1 0,-4 1-6 0,5 1 4 15,1 1-8-15,3 0 3 0,4 3-3 0,2-4 3 0,4 2 9 16,0 0 0-16,7 0 2 0,-2-1 2 16,11 2 2-16,2-4 0 0,1-2 3 0,1 1-1 0,1-4-3 0,4-4-1 15,-2-2-2-15,1-2 6 0,-1-1 1 0,-9-1 6 16,3-4 13-16,-3 1 6 0,-1-4 18 0,-3-1 13 15,1-3 12-15,-6 1 1 0,0-6 13 0,0 1 0 16,-6-2-3-16,3-7-2 0,-5 5-9 0,-1-9 2 16,-1 0-4-16,0 0-11 0,-1-4-9 0,-3-2-1 15,0-2-12-15,3-8 5 16,-3 8 3-16,0 1 9 0,-1 4 15 0,2 3 9 16,-3 2 4-16,1 8 0 0,3 7 5 0,-1 0-4 15,2 3-11-15,0 4-14 0,-1-4-18 0,1 5-8 0,1 0-19 16,0 0-56-16,0 4-36 0,0 0-49 0,0 0 10 15,0 0 8-15,-3 16 6 0,2 3 4 0,-1 5 14 16,1 7 0-16,-1 1 10 0,2 2 2 0,0 0 4 16,0-1 0-16,2 3 10 0,-2-1 0 0,4-2 5 15,0-3 3-15,0-1-1 0,0-1 3 0,1-2 2 16,-1 0-1-16,-1-8 13 0,0-1-6 0,1 0 4 16,-1-2-6-16,-1-5 3 0,2-1-15 0,-4 0 2 15,1-1-7-15,-1-4-5 0,0 1-3 0,0-5 2 16,4 6-2-16,-4-6 0 0,0 5-11 0,0-5-14 15,0 0-22-15,0 2-60 16,0-2-46-16,0 0-43 0,0 0-49 0,-4-14-52 16,4 14-302-16,-1-15-681 0,1 8 301 0</inkml:trace>
  <inkml:trace contextRef="#ctx0" brushRef="#br0" timeOffset="17697.87">14135 3500 84 0,'11'-5'235'0,"6"-3"-8"0,1 1-7 0,0 0-6 16,1 1-14-16,3 4-15 0,7-3-10 0,-9 4-15 16,7 1-13-16,-5 3-14 0,-3 0-12 0,0 3-13 15,-2-1-8-15,0 4-5 0,-5 1-10 0,1 1-1 16,-7 0-16-16,2 3-5 0,-3 1 3 0,-1 2-1 16,-6 0-3-16,-1 0-1 0,-3 1-4 0,-6 5-1 0,1-6-6 0,-5 7-3 15,-3-4-1-15,6-3-5 0,-1-3-5 0,-1-2 4 16,1 2-1-16,5-6 9 0,0-1 5 15,-1-1 7-15,5-1 10 0,-2 1 21 0,3-3 23 16,-1-1 27-16,5-2 30 0,-6 5 35 0,6-5 21 16,-8 2 11-16,8-2-24 0,0 0-23 0,8-15-22 15,1 5-15-15,1-2-20 16,3-4-11-16,6-4-14 0,1-1-12 0,2-4-19 16,1 1-12-16,3-1-16 0,1-1-16 0,-2 0-9 0,-1 0-4 0,1 0-5 15,-5 3 1-15,-3 3-1 0,-7 8-1 0,-2 2 9 16,-2 2 1-16,0-1-3 0,-2 5-4 0,0 0-13 15,0 0-19-15,-1 2-24 0,-3 2-5 0,0 0 0 16,0 0 6-16,-7 15 0 0,1-3 6 16,-3 2 2-16,1 5-4 0,0 5 7 0,-3 2 7 0,7-1 3 15,-1 3 2-15,5 1-1 0,8-1-2 0,4 1 1 16,7 0 3-16,16 4-3 0,7-5-29 0,9-5-52 16,8-6-93-16,28 3-80 0,-24-10-106 0,2-5-454 15,1-6-899-15,-2-6 398 0</inkml:trace>
  <inkml:trace contextRef="#ctx0" brushRef="#br0" timeOffset="19886.34">16200 2823 16 0,'0'0'185'0,"-8"-1"-4"16,8 1-17-16,0 0-1 0,-5-1 14 0,5 1-8 16,0 0-8-16,0 0-9 0,0 0-6 15,-4-3-5-15,4 3-11 0,0 0-6 0,0 0-11 16,0 0-11-16,0 0-8 0,0 0-10 0,0 0-7 16,0 0-7-16,0 0-5 0,0 0-12 0,0 0-2 15,0 0-6-15,0 0-1 0,0 0-12 0,0 0 2 16,0 0-7-16,0 0 0 0,0 0-2 0,0 0-3 15,0 0 1-15,0 0 4 0,0 0 1 0,0 0 3 16,0 0-2-16,0 0 1 0,0 0 6 0,0 0 9 0,0 0-9 16,0 0 4-16,0 0-13 0,0 0 10 0,21 0-3 0,-1 0 2 15,11-4-4-15,6 3-2 0,1-2-5 0,22-1-6 16,3 1 0-16,28-2-3 0,-35-1-2 0,1 3 3 16,-2 0-14-16,-1 1 12 0,-15-1 1 0,-1 2-2 0,-4-2-3 0,-3 3 2 15,-11-1-4-15,1 2-5 0,-10-1-27 16,2 0-17-16,-4 0-17 0,-2 0-18 0,-1-1-8 15,-6 1 0-15,0 0-10 0,0 0-20 0,0 0-22 16,-23 5-14-16,10-4-16 0,-4-1-30 0,-4 0-14 16,0 0-153-16,-1 0-392 0,2-2 173 0</inkml:trace>
  <inkml:trace contextRef="#ctx0" brushRef="#br0" timeOffset="20110.9">16661 2680 356 0,'-2'-11'376'0,"0"2"5"0,-2 4 1 15,3-2-7-15,1 3-18 0,-4 1-28 0,8-1-36 0,-9 1-34 16,5 3-31-16,0-5-27 0,0 5-45 0,0 0-24 0,-5 9-4 16,2 1-17-16,2 5-14 15,-3 4-10-15,0 8-6 0,3 2-8 0,1 4-7 16,0 1-3-16,0-2-16 0,3 4-22 0,1-2-42 15,3 13-34-15,2-14-48 0,-4 0-67 0,3-3-92 16,-3-4-411-16,-1-6-725 0,0-7 321 0</inkml:trace>
  <inkml:trace contextRef="#ctx0" brushRef="#br0" timeOffset="21043.94">18207 1908 128 0,'0'-3'249'0,"0"3"-12"0,0-4-8 0,0 4-14 16,3-5-13-16,-3 5-24 0,0 0-12 0,1-3-22 0,-1 3-17 0,0 0-10 0,0 0-20 15,0 0-13-15,0 0-13 0,0 10-4 0,-1-3-7 16,-2 6-10-16,-2 3-2 0,-1 8-3 0,-6 1-6 16,3 4-5-16,-5 2 0 0,1 1-5 0,2 1 0 15,-2 2-5-15,-5 10-2 0,9-14 5 0,2-1-11 16,-1-1 0-16,2-5-1 0,3-4 0 0,1-3-2 16,-2 2 1-1,3-7-4-15,1-1 16 0,-2 1 8 0,2-3-3 16,2 0 8-16,-1-4 1 0,1 0 2 0,2 4 5 15,4-6 0-15,2 1-1 0,3 0-3 0,7 0-3 16,1-2-4-16,8-1-2 0,-1-2-6 0,0 0-24 16,-7 0-32-16,0-2-32 0,1-1-30 0,-3 1-31 15,1 0-37-15,-4-2-49 0,3-1-36 0,-8 0-171 16,1-1-448-16,-4 0 199 0</inkml:trace>
  <inkml:trace contextRef="#ctx0" brushRef="#br0" timeOffset="21273.43">18384 2214 118 0,'-2'-4'293'0,"2"-1"1"0,-5 1-8 15,5 4-22-15,-1-8-18 0,1 8-33 0,0-7-23 16,0 7-24-16,0 0-23 0,0 0-19 0,0 0-15 16,0 0-10-16,-2 23-12 0,0-7-9 0,0 1-9 15,-1 11-7-15,0-3-4 0,2 1-7 0,-3 5-4 16,3-3-4-16,-2 3 0 0,2 0-4 0,1-1-2 15,0 0 2-15,0-2-8 0,1-3 1 0,1 1-5 16,-2-7-31-16,4-2-23 0,-2 0-34 0,1 0-35 0,-2-5-49 0,4-2-53 16,-5-1-70-16,0-2-148 0,0-2-448 15,0-5 198-15</inkml:trace>
  <inkml:trace contextRef="#ctx0" brushRef="#br0" timeOffset="21796.23">18682 2210 59 0,'10'-8'238'0,"0"4"-15"0,0-2-24 0,4 3-17 16,-4 0-16-16,6 2-12 0,-4 1-13 0,6 1-11 15,-5 2-17-15,1 4-7 0,0 5-6 0,-5 0-12 16,5 3-7-16,-5 3-12 0,-4 0-1 0,3 9-9 16,-7 0-3-16,-6-1-7 0,1 3-1 0,-2-3-2 15,-3 3-6-15,-4-4 0 0,-1 2-3 0,-4-4-5 16,2 1-2-16,-1-1 1 0,3-9 3 0,0 3 1 0,0-3 1 16,-1-2 3-1,6-4 13-15,1-1-6 0,0 0 1 0,2-4 3 0,1 2 16 16,1-1 16-16,-1-4 32 0,5 0 31 0,-4 6 36 15,4-6 34-15,0 0 3 0,0 0-22 0,0 0-21 16,0 0-16-16,4-20-16 0,2 7-18 0,-2-3-12 16,9-4-14-16,1-6-9 0,2-2-13 0,2-2-12 15,-1-1-12-15,8-8-18 0,-5 9-13 0,0-1-5 16,-6-1 1-16,4 6-3 0,-5-1 0 0,-2 6 1 16,-2 4 4-16,-5 6 5 0,3 2 6 0,-5 0 2 15,3 1-7-15,-1 4-2 0,-3-1-16 0,1 0-31 16,-2 5-38-16,0 0-14 0,0 0 8 0,0 0 10 15,-7 18-5-15,0-1 7 0,0 3 5 0,-3 0 5 16,2 10 6-16,-2-1 7 0,1 0 2 0,6 1 4 0,1-1-4 16,3 2 22-16,3-1-25 0,5-3 12 0,5 1 14 15,4-3-10-15,8-1-11 0,2-4-23 0,1-2-34 16,18 0-48-16,-10-6-59 0,12 0-63 0,-11-5-89 16,-3 0-277-1,2-4-671-15,-3-2 298 0</inkml:trace>
  <inkml:trace contextRef="#ctx0" brushRef="#br0" timeOffset="22344.08">17557 2884 92 0,'-8'3'227'0,"3"-3"-6"0,5 0-10 16,-14 0-17-1,14 0-19-15,-5 0-10 0,2 1-17 0,3-1-15 0,0 0-10 0,0 0-13 16,-9 0-10-16,9 0-9 0,0 0-9 0,0 0-10 15,0 0-5-15,-5 0-5 0,5 0 1 0,0 0 6 16,0 0-3-16,0 0 2 0,0 0-7 16,0 0 4-16,0 0 1 0,0 0 0 0,0 0 6 15,0 0-2-15,0 0-4 0,0 0-2 0,0 0-5 16,0 0-1-16,27-6-6 0,1 0-2 0,9 0-7 16,23-2-1-16,35-6-2 0,6 3-8 0,11-3 11 15,17 4 7-15,8-5 7 0,15 5 5 0,-1-4 0 16,15 2 0-16,5 0 4 0,-4 0 0 0,-5 2-11 15,-15 2-3-15,-7-1-9 0,-12 0-16 0,-5 1 14 16,-8-1 8-16,-13 1 5 0,-8 3 10 0,-32-2 6 0,-6 5-4 16,-20-3 4-16,-2 1-2 0,-8-2 20 0,-8 4 16 15,-6 0 28-15,-4 1 26 0,1-1 7 0,-4 0-2 16,2 1-10-16,-2-1-18 0,-5 2-25 0,10-2-25 0,-10 2-26 16,5-3-42-1,-5 3-62-15,0 0-75 0,0 0-73 0,0 0-61 0,0 0-40 16,0 0-57-16,-29 10-78 0,15-8-281 15,-3 1-768-15,4-1 340 0</inkml:trace>
  <inkml:trace contextRef="#ctx0" brushRef="#br0" timeOffset="22945.32">18274 3301 99 0,'-2'-7'312'0,"0"2"0"0,-1-4-5 0,2 2-9 0,0 0-12 16,-1 0 14-16,2 1-16 0,-1-1 1 0,1 2-3 15,-1 1-16-15,1-2-13 0,0 6-29 0,-1-6-23 16,1 2-19-16,0 4-22 0,0 0-23 0,0 0-26 16,0 0-33-1,0 0-24-15,0 0-3 0,0 0-11 0,-8 18-4 0,8-2-7 16,-2 4 2-16,-1 7-2 0,-1 1-6 15,4-1-2-15,-1 0 3 0,1 2-7 0,0 0-5 16,1-3 3-16,2 1 4 0,-2-2-2 0,3-6-4 16,0-2 2-16,-2-1-4 0,3-1-14 0,-2-3 23 15,-2-2-8-15,2-3 3 0,-2 1-10 0,0-2-12 0,2-2-4 16,-3-4 1-16,1 8-11 0,-1-5 1 16,0-3-15-16,3 7-11 0,-3-7-16 0,0 0-25 15,0 5-29-15,0-5-26 0,0 0-31 0,2 4-33 0,-2-4-59 0,0 0-349 16,0 0-665-16,0 0 294 0</inkml:trace>
  <inkml:trace contextRef="#ctx0" brushRef="#br0" timeOffset="23277.05">18543 3527 218 0,'-15'0'231'0,"10"1"-9"16,5-1-22-16,-10 0-13 0,10 0-16 0,0 0-17 15,-9 2-11-15,9-2-15 0,0 0-9 16,-9 0 6-16,9 0 1 0,0 0-11 0,0 0-2 0,0 0-9 16,0 0-3-16,0 0 2 0,0 0-1 0,0 0-4 15,0 0-1-15,25 1-10 0,-11-2-10 0,13 1-4 16,4-2-10-16,2 1-2 0,4-2-6 0,0-1-5 15,3 1-9-15,14 2 0 0,-2-2-5 16,-14 2-7-16,-1 0-7 0,-5 0-12 0,-2 0-23 0,-10 1-24 0,-1 0-30 16,-6-2-29-16,-4 2-31 0,-9 0-37 0,11 0-39 15,-11 0-73-15,0 0-145 0,0 0-454 0,0 0 201 16</inkml:trace>
  <inkml:trace contextRef="#ctx0" brushRef="#br0" timeOffset="23508.82">18749 3399 55 0,'-1'-6'327'0,"-1"0"-1"15,-1-2-1-15,2 3 6 0,-1-2 3 0,0 2-12 16,0 0-19-16,2 5-42 0,-1-7-11 0,1 7-31 16,0-5-40-16,0 5-8 0,0 0-29 0,0 0-20 15,0 0-16-15,0 0-13 0,-1 22-6 0,1-9-20 0,1 5-2 0,-1 9-4 16,0 0-4-16,0 1 1 0,0 2-35 0,-1 2 20 15,2-3-23-15,0 2-33 0,3-3-21 0,-1 1-39 16,3-1-33-16,-2-3-40 0,0-10-52 0,1 1-71 16,-1 0-316-16,1-7-634 0,1-6 281 0</inkml:trace>
  <inkml:trace contextRef="#ctx0" brushRef="#br0" timeOffset="23982.22">19070 3467 2770 0,'4'-7'265'16,"-2"2"-144"-16,3-2 2 0,-2 1-22 0,1 2-24 15,1-2-15-15,0 1-21 0,0 0-14 0,5 0-2 16,2 1-6-16,-1 1-4 0,3 2 4 0,3 1-8 16,2 0 1-16,-2 4-3 0,-2-1-4 15,4 4-2-15,-10 0 3 0,4 0 0 0,-2 2-2 16,2 4-6-16,-3-1 4 0,-2 1-1 0,-3 3-12 0,-2 0 11 15,-6 0 0-15,2 1-2 0,-7 0 8 0,3 1-4 16,-8-1-3-16,3-2 3 0,-2 0 2 0,-3-2-1 0,6-1 7 16,-6-2-1-16,7-2 6 0,-1 0 2 0,2-3 13 15,2 1 8-15,0-3 22 0,5-3 16 0,-7 4 26 16,7-4 34-16,-4 4 30 0,4-4 22 0,0 0 13 16,0 0-24-1,0 0-23-15,0 0-14 0,9-23-18 0,-1 13-11 0,5-4-12 16,1-1-21-16,4-6 1 0,2 0-6 0,-1 1-8 15,-1-1-11-15,3-1-4 0,-2 2-7 0,-9 8-5 16,3-1-7-16,-4 4 0 0,-3 1-3 0,2 1-5 16,-2 2-6-16,-3 1-6 0,1 1-10 0,-1-1-17 15,-3 4-25-15,6-4-24 0,-6 4-14 0,0 0 9 16,0 0 7-16,2 16 4 0,-2-7 9 16,-1 2 5-16,0 5 8 0,-1 1 1 0,1 3 4 0,1-2 0 15,1 2-8-15,2-3-11 0,2 1-20 0,5 6-22 0,-1-8-21 16,0-2-35-16,2-1-44 0,-2-3-63 0,3-4-96 15,3-3-357-15,-3-3-769 0,0 0 340 0</inkml:trace>
  <inkml:trace contextRef="#ctx0" brushRef="#br0" timeOffset="24410.62">19529 3272 335 0,'-3'-4'421'16,"2"-1"-18"-16,1 5-39 0,0-4-32 0,0 4-36 16,0 0-34-16,0-6-20 0,0 6-31 0,0 0-26 15,0 0-12-15,0 0-28 0,24 10-10 0,-18-6-19 16,2 6-15-16,0-2-7 0,-2 1-11 0,2 3-5 16,-4-1-5-16,0 6-9 0,0-1-2 0,-2 1-2 15,-1 3-8-15,-4-2 5 0,-1-1-8 0,0 0-8 16,-3 0 2-16,2-2-10 0,0-5 4 0,1 0-4 15,-3-2-2-15,4-1 5 0,2-2-4 0,-2 1-3 16,2-3 6-16,1-3 32 16,-4 8 30-16,4-8 20 0,0 3 11 0,0-3 25 0,0 0 1 0,0 0-9 0,0 0-18 15,24-1-11-15,-3-2-8 0,7-4-16 0,3 3-10 16,-1-1-6-16,6 0-11 0,-7-1-3 0,1 2-10 16,0 0-8-1,-9 3-2-15,-1-1-9 0,-3 0-5 0,-4 0 0 0,-4 2-1 16,-2 0-7-16,0-1-2 0,-1 1-4 0,-6 0-9 15,5-1-9-15,-5 1-12 0,8 0-12 0,-8 0-15 16,0 0-33-16,0 0-31 0,0 0-36 0,0 0-28 16,6 1-36-16,-6-1-39 0,0 0-48 0,0 0-66 15,0 0-100-15,0 0-288 0,-18 5-811 0,18-5 359 16</inkml:trace>
  <inkml:trace contextRef="#ctx0" brushRef="#br0" timeOffset="27539.75">20928 2271 202 0,'0'-2'279'0,"-1"-6"-13"15,-1 4-20-15,2 4-33 16,-1-6-19-16,1 6-23 0,1-4-23 0,-1 4-25 15,0 0-14-15,0 0-13 0,0 0-9 0,7 18-11 16,-2-9-5-16,-1 5-3 0,1 1-9 0,2 1-7 16,2 1-1-16,4-1-5 0,1 7-2 0,-4-7-7 15,2-1-3-15,2 0-2 0,-4 1-2 0,4-4-1 16,0-3-5-16,-3 0 1 0,-1-2-2 0,1 0 0 16,-2-4-4-16,1 1 4 0,-1-3 2 0,-1-2 6 0,2-3 1 15,2-1 13-15,-3-4 10 0,0 1 19 0,3-4 6 0,-4-3 7 16,1 1-4-16,-1-1 6 0,-1-2 3 0,1 1-3 0,-3-2 13 15,0-1-12-15,4 2 3 0,-5-1-1 16,-3 2-3-16,3 2 3 0,-4 4 3 0,3 0 5 16,-1 3-18-16,-2 2-10 0,0 0-6 0,3 1-22 15,-3 4-30-15,1-6-41 0,-1 6-40 0,0 0-12 0,0 0 10 16,0 13 8-16,0 1 5 0,0 5-7 0,0 12 21 16,0 2 5-16,-4 14-3 0,-1 4 15 0,4 3-3 15,-6-4 11-15,6 4-5 0,-8 2 6 0,5-1-5 16,2-1 15-16,3 0 3 0,-10-3-2 0,5 3 3 15,0-4 1-15,1 0-3 0,-2-3 3 0,3-12 3 16,-1 1 3 0,-1-4-1-16,1 2-2 0,-1-4 3 0,0 1 3 15,-1-3-2-15,-2-9 11 0,0-2-10 0,0 3 4 16,-3-4 0-16,-1-1-3 0,2-2 6 0,1-4-1 16,-2 1 14-16,1-3-4 15,-2-2 21-15,-2 0-13 0,0-3 4 0,-6-2 8 0,1 0-5 16,-1-2 2-16,0-5-1 0,0 0 6 0,-2-4 12 15,5 1 15-15,-5-8 11 0,2 0 6 0,1-3 4 0,4-1 1 0,5-6 0 0,4-2 0 16,1-4-7-16,9-12-6 0,4 0-13 0,4-3-6 16,6 0-8-16,7-1-5 0,3 0-6 0,4 1-11 15,4 3-3-15,4 3-5 0,-2 1-6 16,-5 1 6-16,3 4-4 0,-1 2-1 0,-12 10-4 0,-1 3-1 16,-1-1-2-16,-3 3-1 0,-5 6-2 0,-1 1 7 15,-2-1 6 1,-4 7 4-16,-1-1-1 0,-1 4 1 0,-1-1-1 15,0 0-6-15,0 1-6 0,0 1-2 0,-2 0-3 16,-2 3-23-16,4-2-20 0,-4 2-29 0,3-4-32 16,-3 4-47-16,0 0-18 0,0 0-24 0,0 0 11 15,0 0 5-15,0 0-14 0,0 12-23 0,0-5-19 16,0 0-34-16,0 0-48 0,1 0-52 0,0 0-217 16,2-2-624-16,1 0 276 0</inkml:trace>
  <inkml:trace contextRef="#ctx0" brushRef="#br0" timeOffset="27771.55">21854 2598 72 0,'0'0'357'16,"0"0"-15"-16,-5 1-21 0,5-1-42 0,0 0-31 16,0 0-31-16,0 0-34 0,23-8-36 0,-5 5-49 0,4 3-55 0,-1 0-64 15,5 0-72-15,4-1-76 0,-10-3-169 16,2 2-365-16,-4-1 161 0</inkml:trace>
  <inkml:trace contextRef="#ctx0" brushRef="#br0" timeOffset="27918.67">21905 2731 22 0,'-6'4'177'0,"2"-1"8"0,-1-1-8 16,5 3 9-16,0-5-7 0,9 5-10 0,6-2-16 15,12 1-14-15,10-1-51 0,0-3-96 0,18-1-120 16,-1-1-96-16,-2-5-242 0,1-6 108 0</inkml:trace>
  <inkml:trace contextRef="#ctx0" brushRef="#br0" timeOffset="29990.51">24052 1812 24 0,'4'-6'191'0,"2"1"-11"16,-1-5-19-16,6 5-10 0,-5-1-14 16,7 0-10-16,-3 0-10 0,8 1-9 0,0 0-9 15,2 3-8-15,-1 1 0 16,-1 2-12-16,3 3-8 0,-1 0-8 0,-6 6-5 16,4 2-2-16,-4 3-5 0,0 5-4 0,-2 5-8 15,-6 0-3-15,1 2 0 0,-5 2-7 0,-4 1 5 16,-5 4-7-16,-6-3 1 0,2 0-2 15,-7 1 1-15,-5 11-4 0,-4-1 1 0,7-14 2 16,-1-1-6-16,3-1-1 0,-1-6-4 0,1 2 2 16,3-8 0-16,5-1 5 0,1-3 2 0,0-4 7 0,0 2 17 0,4-4 17 15,1-1 36-15,-1 1 38 0,5-4 42 0,-7 3 55 16,7-3-13-16,0 0-23 0,0 0-17 0,8-22-24 16,4 8-20-1,2-3-12-15,4-3-14 0,3-6-15 0,2 2-8 0,-1-1-8 16,4-1-17-16,10-7-6 0,-11 6-13 0,2 1-11 15,-2-2-6-15,0 1-12 0,-1 1 0 16,-6-1-1-16,0 3 15 0,-7 9-8 0,-2-1 2 0,-1 5 14 16,-3 0 8-16,1 3-3 0,-2 1-6 0,-3 3-7 15,3-1-21-15,-2 2-19 0,-2 3-40 0,3-2-20 16,-3 2 3-16,0 0 0 0,0 0 5 16,-10 19 8-16,2-4-1 0,-2 8 13 0,0 2-4 15,5 4 9-15,-3-2 6 0,6 3 0 0,2 0 6 16,3 6 6-16,7-2 2 0,7 8 6 0,3-12 7 0,10 10-32 0,7-8-25 15,7 1-56-15,0-10-58 0,-10-2-78 0,14 0-106 16,-12-9-227-16,0 0-632 0,-2-7 281 0</inkml:trace>
  <inkml:trace contextRef="#ctx0" brushRef="#br0" timeOffset="30575.53">23365 2522 1713 0,'-30'4'177'0,"7"-3"-77"16,3 2-18-16,2-6-46 0,4 3 9 0,2 0 3 15,5 3 9-15,-1-3-5 0,2 0-4 16,6 0-2-16,-9 0 2 0,9 0-3 0,-12 0 1 0,12 0 1 16,0 0 4-16,-6 0-1 0,6 0-4 0,0 0-1 0,-7 0-8 15,7 0-7-15,0 0 1 0,0 0-2 0,0 0-2 16,0 0-4-16,-5 1 4 0,5-1-3 0,0 0 10 16,0 0 2-16,0 0 3 15,0 0-4-15,0 0 1 0,0 0-3 0,0 0-4 16,0 0-5-16,0 0-1 0,0 0-3 0,0 0-2 15,0 0-2-15,0 0-2 0,0 0-3 0,0 0 2 16,0 0-6-16,0 0 4 0,0 0 10 0,0 0 3 16,0 0 12-16,0 0 4 0,26 0 0 0,2-1-6 15,9-2-4-15,22-1-2 0,7-2-18 0,40 2 17 16,7-3-2-16,0 3-7 0,19 0 15 0,7 2-1 16,17 0 5-16,8-1 1 0,2 1 11 0,0 1-4 15,7 0 8-15,-4 0 0 0,-5 1-2 16,-11 1-6-16,-17-1 1 0,-10-6-4 0,-12 5 11 0,-16-4 14 0,-35 4 6 15,-4-4 9-15,-19 0 11 0,-3 3 10 0,-7 0 16 16,-9-1 17-16,-3 1 17 0,-6 2 13 0,-3 0 6 16,-2-3-5-16,0 3-10 0,-2-1-15 0,2 1-13 15,-7 0-24-15,6-2-36 0,-6 2-28 0,7 0-47 0,-7 0-54 16,0 0-52-16,0 0-60 0,0 0-64 0,0 0-41 16,0 0-51-16,-18 8-78 0,0-5-377 0,-3 1-848 0,0-1 375 15</inkml:trace>
  <inkml:trace contextRef="#ctx0" brushRef="#br0" timeOffset="31539.96">23476 3142 151 0,'-3'-5'236'0,"1"-1"-19"15,2 2-16-15,1-2-27 0,2 1-17 0,-1-1-17 16,4-1-14-16,2 0-12 0,1 3-12 0,5-1-12 0,3 2-9 0,2-1-11 16,0 4-6-16,0 1-7 0,8 2-7 0,-8 2-8 15,-1 0 0-15,0 5-5 0,-3 0-7 0,1 3-4 16,-5 2-2-16,1 2 3 0,-1 7-5 0,-3 1 0 15,-6 4-1-15,-2-3 2 0,-2 3-8 0,-5-1 0 16,-3 2-1-16,-1-2-1 0,-3 2 3 0,-2-4-2 16,1-1-1-16,0-2 1 0,-1 0-1 0,-3-1-3 0,6-7 1 15,-1-2 4-15,4-1 8 0,0-2 4 0,2-3 2 16,-1 1 9-16,4-5 12 0,1 2 19 0,-1-1 18 0,0-2 22 31,3-2 26-31,2 0 44 0,-5 3 20 0,5-3 26 0,0 0 6 16,0 0-15-16,0 0-23 0,0 0-27 0,7-17-15 15,5 2-16-15,-2 1-16 0,1-1-14 0,7-5-10 16,5-3-12-16,-5-1-11 0,5-2-20 0,10-9-11 16,-11 8-13-16,5-2-3 0,-3 6-5 0,-7-1-3 15,1 3-3-15,-7 5 0 0,3 2 3 0,-5 1 0 16,-1 4 1-16,-3 2-1 0,1 0-3 0,-2 3-6 16,-3 0-11-16,3-1-14 0,0 4-33 0,-4 1-21 15,3-3-15-15,-3 3-2 0,0 0 11 0,-7 15 3 16,2-4 12-16,-1 5 3 0,0 2 14 0,-1 1-8 0,-2 3 28 0,-1 2-11 15,0 0 2-15,3-2 8 0,3 4 0 0,3-6 6 16,4-2-1-16,1 1-5 0,3-1-8 0,5-1 7 16,-1-2-16-16,3 2-18 0,4-5-33 0,-1 0-38 15,1-4-54-15,7 1-53 0,-4-7-72 0,-2 1-277 16,0-3-635-16,-4-5 282 0</inkml:trace>
  <inkml:trace contextRef="#ctx0" brushRef="#br0" timeOffset="31862.23">23986 2970 205 0,'0'-10'333'0,"2"3"-24"0,0-2-23 0,0 4-22 16,4 0-24-16,-2-2-22 0,1 4-24 0,0-1-16 15,3 1-25-15,2 3-14 0,-2 0-15 0,1 2-12 16,0 1-7-16,1 1-11 0,-1 4-6 0,0 6-7 16,1 1-3-16,-2 9-10 0,-7-5-1 0,-1 6-13 0,-1 1 0 15,-3 4-4-15,-4-4 6 0,-2 0-14 0,0 1-7 0,-2-1 0 16,2-4-5-16,1-5-1 0,2-2-5 16,0-1 1-1,4-3-6-15,-1-2 7 0,1-4-10 0,0 2 1 0,2-3 1 16,1-1 13-16,0 3-4 0,5-5 2 0,8 2 1 15,6-3-8-15,12-3-1 0,5-1-44 0,3-2-47 16,11-1-48-16,1-2-95 0,-11 2-134 0,8-6-196 16,-10 4-587-16,1 0 259 0</inkml:trace>
  <inkml:trace contextRef="#ctx0" brushRef="#br0" timeOffset="32193.82">24563 3413 158 0,'-4'0'177'16,"4"0"-10"-16,-5 3-13 0,5-3-5 0,-6 1 3 15,6-1-3-15,-3 3-6 0,3-3-4 16,0 0-2-16,0 0 3 0,0 0 4 0,0 0-8 16,17 0-9-16,-4-2-11 0,5 0-7 0,2-1-10 15,9-1-10-15,2-1-5 0,2 0-7 0,-1 2 29 0,8-1-14 16,12-1-2-16,-13 0-13 0,14 1-6 0,-13 1-27 0,-3 0-28 16,-4-2-44-16,-5 4-38 0,-8-3-48 0,-1 1-64 15,-8 1-81-15,1-5-158 0,-6 4-450 16,-3-3 199-16</inkml:trace>
  <inkml:trace contextRef="#ctx0" brushRef="#br0" timeOffset="32440.88">24860 3239 2491 0,'-7'-8'148'31,"3"3"-15"-31,-4-1 14 0,2 0 18 0,3 2 32 0,-1-1-23 0,0 0 37 16,0 2-24-16,1 1-30 0,0-1-14 0,3 3-12 15,-3-4-23-15,3 4-11 0,-4-3-19 16,4 3-32-16,0 0-3 0,-4 10-6 0,4 0-2 16,0 2 1-16,0 5-10 0,-1 2 1 0,2 10 3 0,1 2-7 15,-1-3-7-15,2 1-17 0,-1 1-18 0,2 0-18 16,2-1-40-16,1 0-35 0,-1-4-48 16,1-1-53-16,-1-5-69 0,3 0-108 0,-5-7-210 15,1-2-649-15,1-1 288 0</inkml:trace>
  <inkml:trace contextRef="#ctx0" brushRef="#br0" timeOffset="32741.59">25467 3187 385 0,'-2'-4'391'0,"2"4"-5"0,0 0-25 16,0 0-15-16,0-5-42 0,0 5-36 0,0 0-29 0,0 0-28 16,0 0-42-16,0 0-18 0,0 0-20 0,-2 14-13 15,0-3-17-15,0 10-16 0,-3 3 7 0,0 5-10 16,-2 0-9-16,4 3-7 0,-3 0-14 0,5 1-54 15,-1-1-51-15,2 1-59 0,-3-1-77 0,2 2-119 16,-4-8-251-16,2-9-603 0,-1-5 267 0</inkml:trace>
  <inkml:trace contextRef="#ctx0" brushRef="#br0" timeOffset="45034.43">1974 6246 154 0,'0'0'205'0,"1"-3"-11"15,-1 3-13-15,0 0-18 0,0 0-7 0,0-6-13 16,0 6-13-16,0 0-8 0,0 0-13 0,0 0-8 16,0 0-8-16,0 0-6 0,0 0-7 0,0 0-10 15,0 0-7-15,0 0-5 0,0 0 0 0,-5-3-12 0,5 3-8 16,0 0-1-16,0 0-5 0,0 0-1 15,0 0-6-15,0 0-4 0,0 0-1 0,0 0-1 16,0 0-3-16,0 0-4 16,0 0 2-16,9-2-2 0,-3-1-1 0,2 1-4 15,3 0 2-15,0-3-1 0,1 0-8 0,5-3 5 16,0 4 0-16,2-3-4 0,-3-1 3 0,1-1-2 16,-3 1 1-16,1-1 3 0,-3 1 10 0,-2 2 8 15,3-1 12-15,-5 2 16 0,-2-1 12 0,0-1 17 16,1 0 0-16,-3 4 1 0,2-4 7 0,-3-2 0 15,-1 5-6-15,2-2-4 0,-4 1 6 0,1 0-17 0,-1 0-9 16,-2 0-14-16,-2 2-8 0,-3-1-11 0,-4 2-9 16,-4 1-6-16,-7 1-1 0,-10 5 0 0,-3 3-3 0,0 4 0 15,-14 9-5-15,-2 1-1 0,1 2-4 0,-1 1 2 16,5 4-6-16,0 2 3 0,5 1-4 16,1 6 0-16,4-1-1 0,4 1 3 0,4 3-8 15,7-11 6-15,6 2 0 0,0 1 0 0,3-3-3 0,4 3 0 0,3-4 2 16,8 0-4-16,2-2 3 0,6-2 1 0,7 0 5 15,9-4 7-15,5-1 1 0,21 0 6 0,10-8 0 16,32 2-3-16,-1-11-12 0,-26-2-21 0,30-2-39 16,-31-2-50-16,26-2-57 0,-29-1-72 0,-3-4-251 15,1 0-536-15,-6-5 237 0</inkml:trace>
  <inkml:trace contextRef="#ctx0" brushRef="#br0" timeOffset="45481.95">2643 6542 250 0,'0'0'260'15,"2"-3"-2"-15,-2 3-3 0,0 0-9 0,1-3-17 16,-1 3-8-16,0 0-16 0,3-4-3 0,-3 4-34 15,0 0-23-15,0 0-14 0,0 0-18 0,0 0-9 16,-16 5-17 0,6 0-7-16,-3-1-8 0,-3 4-7 0,0 1-11 0,-3 0-6 15,2 1 1-15,2 1-15 0,-2 3-5 0,2-4-3 16,2 4-4-16,-1-2-2 0,5-1-1 0,2 0-7 16,0-1 0-16,1 1-6 0,1-2 0 0,4 0-2 15,-2 0-1-15,6-2 1 0,-1-2 0 0,9 2 10 0,0-1 2 0,8-1-1 16,8-3-1-16,2-2 3 0,3 0-4 15,4-7 2-15,-6 3-3 0,1-2 7 0,-1-2 4 16,-2-2-12-16,-4-1 2 0,-6 3-3 0,-3-1-2 0,2-2 21 16,-7 1 2-16,0-2-4 0,-2 1 2 15,-3 1-5-15,-1-2 5 0,0 3 7 0,-3-1-1 16,-1-2-7-16,-5 4-11 0,1-4-6 0,-5 5-8 16,-1 0 7-16,-3 1-22 0,-1-1-6 0,-4 3-5 15,-1-1-5-15,1 3-10 0,-1 1-11 0,1 2-15 0,1 1-21 0,0 1-23 16,2 2-27-16,4 0-30 0,0 2-20 0,2-2-35 15,-2 2-23-15,8-3-188 0,0 3-464 0,2-2 205 16</inkml:trace>
  <inkml:trace contextRef="#ctx0" brushRef="#br0" timeOffset="46121.62">3018 6541 411 0,'0'0'393'0,"0"0"-23"16,0 0-35-16,0 0-34 0,0 0-35 0,0 0-30 16,0 0-28-16,0 0-24 0,0 0-24 0,0 0-22 15,0 0-41-15,0 0-12 0,0 0-6 0,0 0-15 16,1 14-5-16,-1-6-7 0,4 0-2 0,-4 3-8 15,1-1-5-15,-1 1-3 0,0 3-1 0,0-2-9 16,0-1-2 0,0 2 2-16,3-1-5 0,-2-2 5 0,-1-3-7 0,1-1-3 15,-1 0-3-15,3-1 2 0,-3 0-4 0,0-5 9 16,0 6 18-16,0-6 26 0,1 5 23 0,-1-5-1 16,0 0 1-16,9-9 1 0,-2 3 14 0,-1 1-6 0,1-3 0 0,-1 0-1 15,1-1-5-15,3 0-7 0,-2-2-6 0,2-3-4 0,0 2-4 16,-2 2-6-16,-3 0-3 15,1 5-5-15,-3 1-4 0,3-2-10 0,-3 0-6 16,1 5-4-16,-3-3-10 0,-1 4-12 0,4-4-29 16,-4 4-29-16,0 0-14 0,0 0 3 0,0 0 7 15,13 6 4-15,-9-3 3 0,2 4 5 0,-2 0-5 16,1 0 5-16,0 4 7 0,0 0-1 0,2-1 4 16,-1-2-2-16,-1 1 2 0,-1-1 4 0,0-2-4 15,1-1 2-15,-2 1 2 16,-1-2 10-16,3-2 16 0,-5-2 29 0,4 4 33 15,-4-4 25-15,5 0-3 0,-5 0-8 0,8-4-4 16,-3-1-2-16,3 1 4 0,-2-4-5 0,-1 3-1 16,2-4 2-16,-1-1-3 0,1-1-3 0,3-2-8 15,-1-2-1-15,-2 1-7 0,1 5-9 0,-2-4-2 16,1 6-9-16,-4 0 4 0,1 2-7 0,0 0-8 16,0 2-5-16,-2-1-7 0,0 1-16 0,0 1-28 0,-2 2-16 0,7 0 1 15,-7 0-8-15,10 2-5 0,-3 1-6 0,3 1-8 0,1 4-9 16,0-3-13-16,1 2-22 0,7 3-27 0,-3 0-23 0,3-1-30 15,-3 1-32-15,1-1-39 0,-2-2-66 0,-2-2-247 16,-1-4-640-16,-1 1 283 0</inkml:trace>
  <inkml:trace contextRef="#ctx0" brushRef="#br0" timeOffset="46436.54">3589 6341 290 0,'-3'-17'367'0,"2"2"12"15,0 3 18-15,0 0-8 0,1 5-14 0,0 2-27 16,-2-4-38-16,2 6-33 16,-1 0-36-16,1 3-46 0,-1-7-47 0,1 7-57 15,0 0-47-15,0 0-4 0,0 0-9 0,4 17-2 16,-3 0-3-16,0 10-2 0,0 5-2 0,-1 3 1 16,2 13-7-16,-4 1-2 0,1 0-2 0,0-3 10 15,1 0-7-15,0-10-11 0,-1-3 3 0,1 1-2 0,1-2-5 16,0 2 10-16,-1-3-1 0,0-4 1 0,0-1-4 15,1-7 2-15,1-1-2 0,-1-3 5 0,-4-3-6 0,3-2 2 16,2-4 3-16,-4 2 8 0,2-3-7 16,0-1 9-16,0-4 2 0,0 8 5 0,0-8 17 15,2 4 3-15,-2-4 11 0,0 0 5 0,0 0-10 16,0 0-9-16,0 0-41 0,0 0-36 0,0 0-56 16,-3-23-61-16,3 10-71 0,1-3-98 0,-2-4-319 15,2 3-689-15,2-2 306 16</inkml:trace>
  <inkml:trace contextRef="#ctx0" brushRef="#br0" timeOffset="46783.88">3672 6496 213 0,'0'0'307'0,"-4"-3"-25"0,4 3-23 16,0 0-33-16,0 0-27 0,0 0-20 0,-4-5-22 15,4 5-14-15,0 0-16 0,0 0-10 0,21 12-15 16,-11-7-9-16,7 5-8 0,0-3-9 0,2 3-10 16,0 0-7-16,0-1-2 0,-1 1-5 0,-1 1-4 15,0-1-5-15,-2 3-8 0,1-1-1 0,-6-4-6 16,-5 1-2-16,4 0-6 0,-2-2 5 0,-4-1-10 16,0 1 3-16,-3-3 5 0,-4 2-1 0,-5 1 0 15,-5 2 1-15,-4-1-6 0,-5-3 3 0,-7 2 0 16,-2-3 2-16,-3-2-10 0,2 2-1 0,-4-2 3 15,1 2-1-15,1-3-7 0,3-1 3 0,9 0-1 16,3-1-2-16,3 2-3 16,3-1 5-16,3 1-19 0,2-2-18 0,4 0-29 15,1-1-62-15,4 2-50 0,0 0-30 0,17-9-62 16,-5 5-155-16,9-4-452 0,4 0 200 0</inkml:trace>
  <inkml:trace contextRef="#ctx0" brushRef="#br0" timeOffset="47292.9">4321 6545 309 0,'4'-4'304'0,"-4"-1"-7"0,0-2-13 15,0 3-14-15,0-1-9 0,0 0-13 0,-1-1-17 16,1 1-18-16,-4 1-20 0,3 3-17 0,-2-3-25 16,-2 2-16-16,-3 0-22 0,3 1-11 0,-9 1-19 0,0 3-5 15,-1 2-9-15,-6 1-11 0,3 3 2 0,-1 0-17 0,-5 6-3 0,3 1 1 16,0-1-8-16,-1 0-5 0,5 5-3 0,-2-1 1 15,5-5-6-15,4 3-1 0,-2-3-35 0,5 3-7 16,2-6-9-16,0-1 2 0,1 1-1 0,3-4 0 16,-2 2 9-16,3-2 2 0,-1-1 11 0,2-2 13 15,2-1 15-15,0-1 15 0,6 0 5 0,-2-2 4 16,4 0 7-16,3-2 1 0,-4-3-13 0,8 1 6 16,-1-2 7-16,-2-1 16 0,2-2-11 0,-2 1 0 15,-1-1 6-15,-1 2-5 0,-3 1 2 0,1 0-1 16,-1 1-1-16,-1-1-5 0,-2 2-3 0,-1 2-7 15,1-1-7-15,-1 1-5 0,0-2-8 0,0 3-9 16,-1-1 3-16,-5 2-7 16,18 0 1-16,-9 0-12 0,2 3-9 15,1 1-12-15,1-2-17 0,1 3-32 0,0 1-38 0,1-2-42 16,2 2-42-16,-1 1-52 0,2 0-86 0,-8-5-275 16,1 0-656-16,-1 0 290 0</inkml:trace>
  <inkml:trace contextRef="#ctx0" brushRef="#br0" timeOffset="47654.53">4537 6520 115 0,'5'-5'306'16,"-1"-2"-23"-16,0 3-24 0,0 0-20 0,1 0-29 16,0 1-24-16,1 1-19 0,1 2-18 0,0 0-5 15,2 2-15-15,3 1-9 16,-1 1-11-16,0 4-13 0,0-1-7 0,2 4-5 15,1 0-9-15,-3 1-10 0,-3-3-4 0,2 6-5 16,-3 1-5-16,-1-2-8 0,-2 3-1 0,-3-1 0 16,4-2-3-16,-1-1-8 0,-4-1 1 0,0-1-5 15,-4-2-3-15,4-2 0 0,-1 2 2 0,1-4 10 16,0 1 8-16,-3-3 18 0,3 2 38 0,0-5 43 16,0 4 34-16,-1 0 39 0,1-4 28 0,0 0 0 0,0 0-24 0,0 0-20 15,0 0-24 1,1-16-19-16,2 7-17 0,3-1-22 0,2-6-20 15,1 0-21-15,0-1-27 0,6-5-22 0,6-1-27 16,-2 1-39-16,1 2-34 0,1-1-31 0,-1 4-31 0,1 0-63 16,-5 5-38-16,3 2-43 0,-2 1-54 15,1 2-80-15,-3-1-264 0,-3 2-732 0,-2 2 324 0</inkml:trace>
  <inkml:trace contextRef="#ctx0" brushRef="#br0" timeOffset="47986.47">5104 6482 402 0,'2'-8'456'0,"-2"5"-2"16,0 3-13-16,0-6-32 0,0 6-19 0,0-5-31 0,0 5-38 15,0 0-34-15,0-3-30 0,0 3-32 0,0 0-30 16,0 0-30-16,0 0-30 0,0 0-31 0,0 0-42 15,0 0-17-15,0 0-5 0,0 0-6 0,1 17-8 16,0-8-5-16,1 2-5 0,-2 0-1 0,1 4-3 0,-1-1-2 16,0 1-2-16,0-1 9 0,1-3-7 0,1 2 0 15,1-1-1-15,-3-1-1 0,1-1-17 0,1-3-36 16,-1 0-24-16,-1-3-13 0,-1 3-3 16,2-2-4-16,-2-2-2 0,1-3 12 0,0 7 13 15,0-7 11-15,0 0 12 16,1 2 4-16,-1-2-46 0,0 0-41 0,0 0-22 15,-1-17-27-15,1 8-22 0,0-5-41 0,0-5-23 16,-2-6-233-16,-2-2-535 0,0-3 237 0</inkml:trace>
  <inkml:trace contextRef="#ctx0" brushRef="#br0" timeOffset="48108.42">5090 6338 417 0,'-1'-24'154'0,"0"5"12"0,-1 1 34 16,-2 2 34-16,4 2 25 0,-2 3 12 0,1 2 21 16,0 2 1-16,2 0-14 0,-2 1-17 0,-1 2-29 0,2 0-24 0,0 0-24 15,0 4-20 1,2-7-53-16,-2 7-54 0,1-2-24 0,-1 2-17 15,0 0-36-15,11 7-29 0,-7 0-44 0,3 1-33 16,-1 1-44-16,-1 3-68 0,3 2-288 0,-4-3-569 0,1-1 251 16</inkml:trace>
  <inkml:trace contextRef="#ctx0" brushRef="#br0" timeOffset="49289.37">5351 6482 413 0,'0'-5'462'16,"1"-1"1"-16,2 2 3 0,-2-1-3 0,2 0-8 0,-3 5-16 16,2-5-36-16,-2 2-38 0,0 3-48 0,0 0-21 15,0-4-34-15,0 4-35 0,0 0-37 0,0 0-36 16,0 0-43-16,0 0-46 0,0 0-22 0,0 0-8 16,4 11-7-16,-4-5 0 0,0 3-3 0,1 4-9 15,-1 3-1-15,0 1-15 16,0 0 1-16,0-1-2 0,0-1-9 15,0-2-15-15,0-2-6 0,3 0-3 0,-3-1 1 16,0-3-1-16,0-2 1 0,0 1 5 0,0-2 6 16,0 0 15-16,0-4 12 0,0 4 33 0,0-4 29 0,0 4 32 15,0-4 4-15,0 0-8 0,0 0-9 0,14-6-8 16,-10 1-5-16,6-2-14 0,-2-2 13 0,2-1-5 16,4-2-7-16,-2-2-7 0,0-2 1 0,-1 4-3 0,-1-2-12 0,-1 4 11 15,-2 1-1-15,-2 2 1 0,1 1-7 0,-1-1-6 16,0 5-8-16,-3-3-3 0,2 2-10 0,-3 1-27 15,2 0-24-15,-3 2-32 0,5-4-35 0,-5 4 10 16,9 4 7-16,-1 0 7 0,-1 2-34 0,6 3 5 16,5 3-21-16,-4-2-7 0,4 1-18 0,10 4-12 15,4-3 1 1,1 4-29-16,1-5-31 0,1-1-27 0,0-2-26 16,3-1-22-16,-1 0-13 0,-2-5-2 0,-5 0 11 15,1-3 3-15,-3-2 18 0,-9 0 36 0,-2-1 65 16,1-3 42-16,-4-1 58 0,-4-1 38 0,-1-4 43 15,-1-3 31-15,-4 5 28 0,1-5 22 0,-3 0 27 16,2-1 31-16,-4 1 16 0,0-1 21 0,0 3-3 16,-4 0 26-16,3 3-8 0,-2 1 11 0,2 2-15 0,-1 0-20 0,2 3-19 15,-3-1-16-15,0 2-19 0,0 1-29 16,-1-1-21-16,4 4-10 0,-13 3-11 0,7-1-21 0,-6 4 12 16,2 3-8-16,-3 1-10 0,1 3-23 0,1 1-20 0,-2 1-17 15,4 0-13-15,-1 2-17 0,2-1-10 0,2 0-5 16,1-2 0-16,0-3 6 0,4 2 10 0,2-3 4 15,0 0 7-15,4-1 5 0,0-1 12 0,3-3 2 0,1-1 5 16,5 1 5-16,0-5 2 0,0-2 5 16,-1-1 5-16,5-1-1 0,-4-1 5 0,-1-2 17 15,1-3 17-15,-3-1 6 0,2-1 3 0,-3-1 6 16,0-2 16-16,-1 0 13 0,0 1 5 0,-2-1 19 0,2-1 19 16,-4 5 0-16,-1 0 1 0,-1-1 3 0,0 7 6 15,2-3-6 1,-4 2-14-16,2 2-15 0,-2 0-19 0,2 1-44 15,-3 3-19-15,4-3-41 0,-4 3 5 0,0 0 9 16,5 13-10-16,-4-4 7 0,0 7 6 0,1 3-3 0,0 6 9 0,-1 1-11 16,-2 3 1-16,1-1 3 0,0 5 4 0,0-2 1 15,-5 2 4-15,2 4 3 0,-2 9 2 0,-1-12 10 16,2 2-1-16,-2-1-3 0,-1-1-7 0,1-1 7 16,-2-2 2-16,1-5 5 0,1-6 0 0,1-3-3 15,-1 0 0 1,0-2 1-16,-1-1 10 0,1-1 0 0,-1-5 3 0,0 0-6 15,-6-1 21-15,4-2 17 0,-2-3 11 0,-1-3 1 16,-7-2 9-16,5-3 18 0,-4-2 26 16,5-2 22-16,2 2 23 0,-1-4 5 0,4-3-9 15,3-2-4-15,1-8-12 0,7-3-13 0,5 0-16 0,8-5-9 16,10-8-10-16,7-3-15 0,8 2-15 0,3 0-8 16,1 4-12-16,0-1-4 0,1 5-2 0,-6 1-2 15,0 3-5-15,-11 9-1 0,-1 3 0 0,-4 1-4 16,-1 1 14-16,-9 4 15 0,-1 4 20 0,-4 1 7 15,0 0-3-15,-4 2-4 0,0 2-7 0,2 1-9 16,-5 0-7-16,2-2-20 0,-4 4-10 0,4-3-32 16,-4 3-35-16,4-5-36 0,-4 5-47 0,0 0-33 0,0 0-52 15,0 0-38-15,0 0-52 0,-17 12-68 0,8-9-106 0,4-1-278 16,-4 0-830-16,9-2 368 0</inkml:trace>
  <inkml:trace contextRef="#ctx0" brushRef="#br0" timeOffset="50621.36">7506 6420 63 0,'2'-6'251'0,"-2"2"-5"0,3-3-4 15,-2-1-13-15,1 2-4 16,2 1-5-16,-4 0-4 0,0 0-10 0,4 1-13 16,-4 1-23-16,0 3-16 0,0-4-16 0,0 4-10 15,0 0-28-15,5-4-29 0,-5 4-11 0,0 0-13 16,0 0-5-16,4 17-8 0,-4-5-3 0,0 4-1 15,0 2-4-15,0 2-4 0,-3 5-1 0,2 1 0 16,-3-2-4-16,3 3-3 0,1-7 4 0,0-1 0 16,-4 0-4-16,5-1 2 0,-1-6-5 0,3-1 1 0,-3-1-1 0,0-1 1 15,1-4 2-15,1 0 3 0,-2 1 32 0,2-2 44 16,-2-4 27-16,4 0-4 0,-4 0-11 0,9-7 2 16,-4 2 8-16,4-4-2 15,0 1-5-15,-1-1 0 0,3-6-5 16,-2 1-11-16,3-2-7 0,-1-1-7 0,-1-1-12 15,6-4-7-15,-5 6-1 0,1-1-10 0,-1 3-2 0,-3 1-6 16,-2 5-10-16,2-1 4 0,-4 4-13 0,-2-1-6 16,1 2-5-16,-1 2-11 0,2-1-28 15,-4 3-21-15,5 0 2 0,-5 0 5 0,8 7-1 16,-3-2 4-16,1 3 0 0,0 1 8 0,0 0 6 0,4 4 4 16,-1-2-2-16,0 3 8 0,0-1 4 0,4 2-4 15,-3-3 2-15,-2-3 5 0,2-1 3 0,-2 1 2 16,-2-1 0-16,1-4-9 0,-1 0 13 0,-1 0 10 0,0 0 29 15,1-3 22-15,0 1 17 0,1-2 17 0,-7 0 6 0,13-3 7 16,-3-1 7-16,0-1 32 0,-2 0-1 0,1-3-6 16,1 0-13-16,0-5-6 0,2 1-19 15,-2-2-3-15,-1-3-11 0,-1-1-4 0,-2-1-12 16,2 1-7-16,-3-2-10 0,-1 2-7 0,-3 0-6 0,2 0-11 16,-2 4-9-16,-2 2-20 0,1-1-13 0,-3 4-21 0,3-1-24 15,-1 5-37-15,-2-1-39 0,-2 0-48 0,0 5-49 16,-4 0-29-16,-2 3-20 0,0 1-25 0,-4 4-32 15,3 0-35-15,1 0-36 0,1 1-262 0,3 1-721 16,5-1 319-16</inkml:trace>
  <inkml:trace contextRef="#ctx0" brushRef="#br0" timeOffset="50959.9">8346 6360 426 0,'2'-6'458'16,"-1"2"1"-16,-2 0-12 0,1 4-19 0,2-5-32 0,-1 2-35 15,-1 3-38-15,2-4-35 0,-2 4-37 0,0-3-23 16,0 3-32-16,0 0-34 0,0 0-27 0,0 0-39 0,0 0-34 16,0 0-11-1,0 0-6-15,6 10-3 0,-6-2-15 0,0 2 0 0,0 2-4 16,0 3-7-16,0 3-1 0,0 0-5 0,0 0 0 15,0-1 5-15,0 0-3 0,0 0 3 16,0-1-6-16,0-3 3 0,1-1-3 0,1-3 2 16,-2 0-17-16,2-3 15 0,-4 2-1 0,2-4 6 15,2 2-6-15,-1-2 1 0,-1 0 9 0,0-4 0 16,0 5 5-16,0-5 6 0,0 3 9 0,0-3 5 16,0 0-13-16,4 3 5 0,-4-3-1 0,0 0-31 0,0 0-49 15,0 0-52-15,0 0-60 0,-5-13-58 16,1 6-49-16,1-2-59 0,0 0-56 0,-2-2-269 0,2-1-703 0,1-5 312 15</inkml:trace>
  <inkml:trace contextRef="#ctx0" brushRef="#br0" timeOffset="51144.23">8396 6034 2582 0,'-5'-9'216'0,"1"1"-18"16,0 0 7-16,3 2 32 0,-4 0-4 0,2 1-40 15,2 1-43-15,-2-1-32 0,2 3-25 0,1 2-10 16,-2-4-29-16,2 4-41 0,-2-4-66 0,2 4-34 16,0 0-7-16,0 0-28 0,7 9-36 0,-2-1-46 15,3-1-69-15,-2 0-291 0,2 1-611 0,-2 1 270 16</inkml:trace>
  <inkml:trace contextRef="#ctx0" brushRef="#br0" timeOffset="51592.08">8888 6017 292 0,'0'-13'417'0,"4"-3"0"0,-3 5-4 0,-1-2-10 16,0 8-11-16,3-5-25 0,-2 7-33 0,-1-4-39 15,0 2-36-15,0 0-33 0,3 3-46 0,-3 2-33 16,1-3-56-16,-1 3-50 0,0 0-12 0,0 0-7 0,3 18 3 0,-3-2-7 15,1 8 13-15,-5 5-14 0,4 3 1 0,0 2-6 16,0 14 1-16,0-13 1 0,0-2-2 0,0 3 3 16,0-1-12-16,0 0 10 0,0-2-6 0,3-3 0 15,-2-4 4-15,0-6-5 0,-1-1-3 0,0-4-1 16,0-3-20-16,0-2-11 0,0-3-22 0,0 1-4 16,0-3-14-16,4-1 3 0,-4 2-20 0,0-2-16 0,0-4 7 0,0 5-14 15,0-5-8-15,-4 2-22 0,4-2-54 0,-5 2-75 16,5-2-259-16,-10-7-568 0,3 5 251 0</inkml:trace>
  <inkml:trace contextRef="#ctx0" brushRef="#br0" timeOffset="51861.41">8725 6386 87 0,'-12'0'244'15,"2"0"3"-15,1 1 3 0,3-1-6 0,-1 1-10 0,7-1-18 16,-9 1-8-16,9-1-1 0,-6 0-5 0,6 0-11 15,0 0-22-15,0 0-10 0,0 0-10 16,0 0-9-16,0 0-9 0,37-5-13 0,-5 0-13 16,2 1-14-16,5-1-4 0,-1-2-7 0,17 1-10 0,-1-2-5 0,-5 0-8 15,-12 3 0-15,-1-3-8 0,-1 1-2 0,-7 1-8 16,-7 1 0-16,-4 2 2 0,-3 0 16 0,-4 1-7 16,-2 0 4-1,0 0-4-15,-3 1-5 0,0-1-13 0,0 2-23 0,-5 0-30 16,5-3-19-16,-5 3-41 0,0 0-29 0,0 0-26 15,0 0-26-15,-20 3-21 0,7-1-27 0,3-1-24 16,1 0-35-16,-1 2-210 0,3-2-520 0,1-1 231 16</inkml:trace>
  <inkml:trace contextRef="#ctx0" brushRef="#br0" timeOffset="52778.59">9394 5925 205 0,'0'0'334'0,"0"-5"-3"0,0 5-30 16,0-6-25-16,0 6-37 0,0 0-31 0,3-4-29 16,-3 4-21-1,0 0-19-15,0 0-18 0,2 19-11 0,-1-7-15 16,-2 7-7-16,0 7-12 0,-3 4-2 0,3 3-7 15,-2 14-8-15,0 2-3 0,-3-1-1 0,2 3-11 16,-2-4-3-16,-1-2-3 0,0-9-5 0,1-3-2 16,3-2-2-16,1-2-4 0,-1-8 1 0,2-4-1 15,1-5-5-15,-3-2-1 0,3-1 7 0,0-2 19 16,0-3 51-16,0 1 45 0,0-1 44 0,0-4 40 0,0 4 24 0,0-4-21 16,0 0-22-16,0 0-19 0,18-13-24 0,-8 6-16 15,-1-2-12-15,0 1-8 0,3 0-12 0,-3 0-15 16,0 2-8-16,0-2-11 0,-3 5-12 0,0-2-12 15,-1 3-11-15,1-2-8 0,-3 3-8 0,6-1-13 16,-9 2-24-16,14 5-21 0,-2 0-23 0,-2 2-25 16,7 2-43-16,-2 2-53 0,-1 2-64 0,4 0-75 0,-1 0-120 0,-2 0-382 15,-5-5-881-15,2-2 390 0</inkml:trace>
  <inkml:trace contextRef="#ctx0" brushRef="#br0" timeOffset="53680.77">11197 5823 183 0,'0'-19'323'0,"0"4"8"15,0 3-7-15,-2-1-10 0,2 6-8 0,0-2-17 16,-2 3-34-16,2 2-33 0,0 0-28 0,0 0-49 31,0 4-33-31,0 0-16 0,0 0-14 0,0 20 5 0,2-3-11 0,0 12-16 16,-2 2-7-16,0 1-6 0,-2 2-4 0,0 15-3 15,2-1-7-15,0-2 2 0,0-11-3 0,0 3-5 16,0-5-1-16,-2-1-2 0,4-1 8 0,-2-2-14 16,0-3-3-16,0-8 3 0,0-1-14 0,0-1-10 15,0-6-10-15,0 2-12 0,0-3-9 0,2-1-16 16,-2-3-10-16,0 0-14 0,0 1-11 0,0-2-11 0,0-4-23 16,-2 4-36-16,2-4-87 0,0 0-231 0,0 0-516 15,0 0 229-15</inkml:trace>
  <inkml:trace contextRef="#ctx0" brushRef="#br0" timeOffset="54250.07">11330 6425 40 0,'-18'3'282'0,"4"-3"-8"16,1 2-9-16,3-2-6 0,1 1-19 0,3 0-26 16,-1-1-23-16,7 0-17 0,-10 1-20 0,10-1-15 0,-7 0-13 15,7 0-15-15,-7 0-12 0,7 0-8 0,0 0-4 16,-6 0-12-16,6 0-2 0,0 0-3 0,0 0 5 16,0 0-6-16,0 0 1 0,0 0-1 0,0 0-5 15,0 0-7-15,-8 0-2 0,8 0-5 16,0 0-5-16,0 0-8 0,0 0-2 0,0 0-2 0,0 0-3 0,0 0-7 15,0 0 2-15,0 0-12 0,0 0-3 0,0 0 5 16,0 0-3-16,0 0-2 0,0 0-1 0,-4 3 2 16,4-3-1-16,0 0-1 0,0 0-4 0,0 0 5 15,0 0-5-15,0 0 4 0,0 0-3 0,0 0 2 0,0 0 3 16,0 0-2-16,0 0-2 0,0 0 0 0,0 0 3 31,0 0-1-31,0 0-1 0,-2 4-3 0,2-4 2 0,0 0 0 16,0 0-1-16,0 0 1 0,0 0-4 0,0 0 2 15,0 0 0-15,0 0 1 0,0 0 0 0,0 0-1 16,0 0-1-16,0 0-5 0,0 0 8 0,0 0-2 16,33-7-1-16,-13 5 3 0,14-2-1 0,-1-5-1 15,8 2-1-15,9-3 16 0,3 1-8 0,2-1-3 16,-1 0-6-16,-4 4 23 0,2-2-8 0,-19 3 0 0,0 2-1 16,-4 2 0-16,-9 0-6 0,-6-1-4 0,-1 0 11 0,-2 0-6 15,-3 1-1-15,-2 1-2 0,1 0 2 0,-7 0 4 16,10-3-5-16,-10 3-22 0,5 0-23 0,-1-2-23 15,-4 2-28-15,0 0-27 0,0 0-33 0,0 0-54 16,0 0-79 0,0 0-275-16,-19 6-600 0,19-6 265 0</inkml:trace>
  <inkml:trace contextRef="#ctx0" brushRef="#br0" timeOffset="57293.68">12168 6341 190 0,'-6'0'198'0,"6"0"-12"16,0 0-18-16,0 0-12 0,0 0-19 0,0 0-11 15,0 0-13-15,0 0-8 0,0 0-10 0,0 0-13 16,-9 0-5-16,9 0 0 0,0 0-2 0,0 0-7 16,0 0-2-16,0 0 12 0,0 0-6 0,0 0-7 15,0 0-6-15,19-5-5 0,-7 1-6 0,0 0-2 0,6-3-4 0,1 2-7 16,2-2-3-16,-2-2-2 0,2 1-2 0,-2-1-4 15,0 1-1-15,0-3 2 0,-1 2 15 0,-1 0 14 16,-2-1 7-16,-2 1 10 0,-3 2 8 0,0-1 12 16,-2 0 7-16,-2 2 21 0,-1-4 10 0,-1 5-13 15,1 0 15-15,-1-2-2 0,-2 2-10 0,-3-1-15 16,2 3-15 0,-2-2-8-16,-1 1-22 0,-3-1 0 0,0 3-15 0,-3-1-13 15,-4 3-8-15,-6 0-2 0,-1 3-2 0,-6 4-3 16,-5 4-3-16,2-1-3 0,0 3-6 15,3 1 12-15,0-1-11 0,2 3-7 0,7-3-14 16,0 2 13-16,4-2-1 0,1 3-1 0,1-3-7 16,4 1-7-16,3-2-3 0,3 1 13 0,4-1-5 0,11 2 2 15,8 2-4-15,6-4 4 0,6-3-4 0,3-1-21 0,16-2-27 16,3-4-41-16,0-1-43 0,-3-4-52 0,3-3-67 16,-5-2-305-16,-13 3-618 0,-5-3 273 0</inkml:trace>
  <inkml:trace contextRef="#ctx0" brushRef="#br0" timeOffset="57671.77">12851 6196 397 0,'-2'-4'413'0,"2"4"-11"0,0-4-12 0,0 4-16 0,-1-5-30 16,1 5-29-16,0 0-31 0,0 0-35 0,0 0-27 15,-1-4-26-15,1 4-28 0,0 0-24 0,0 0-40 16,0 0-24-16,0 0-12 0,0 0-8 16,0 12-8-16,0-4-5 0,0-2-4 0,-1 5-6 0,2-2-3 15,-1 3 0-15,1 0-11 0,2 2 4 0,-2 0-4 0,2 0-1 0,0-1-2 16,-2-1 3-16,2 0-7 0,0 1 1 0,-1-4-1 15,1 0-19-15,-1 2-21 0,0-6-20 0,-1 2-13 16,-1-1-12-16,1 0-7 0,1-4-6 0,-1 2 2 16,0-1 2-16,0 0 3 0,-1-3 4 0,2 5-6 15,-2-5-21-15,0 0-69 0,0 0-98 0,-5-12-298 16,-3 4-611 0,1-1 271-16</inkml:trace>
  <inkml:trace contextRef="#ctx0" brushRef="#br0" timeOffset="57826.16">12798 5949 45 0,'-1'-8'399'0,"-3"-1"24"0,8 4-5 15,-8-2-18-15,3 1-38 0,1 1-40 0,0 5-34 0,0-6-30 0,-1 3-44 16,1 3-58-16,-3-4-68 0,3 4-48 0,0 0-33 16,0 0-35-16,14 7-35 0,-9-2-38 0,3 0-47 0,1 3-55 0,-3 2-277 15,3 1-519-15,-1-2 229 0</inkml:trace>
  <inkml:trace contextRef="#ctx0" brushRef="#br0" timeOffset="58419.78">13104 6440 213 0,'0'0'206'0,"-3"2"-12"15,3-2-5-15,-1 3-10 0,1-3-4 0,0 0-4 16,0 0-2-16,0 0 4 0,0 0 3 0,0 0 3 16,14-2 2-16,-9-1 10 0,0-4-7 0,5 4 1 0,-1-6-3 0,-1 1 2 15,3-5-8-15,0 1-9 0,0-2-4 0,2-2-9 16,-3-1-14-16,4-5-13 0,-1-5-17 0,-1 1 2 15,1-3-6-15,-2-1-7 0,-1-3-15 0,1 0-8 16,-2-2-8-16,-1 0-8 0,0 0-2 0,-2 3-4 16,-2 1-3-16,-3 1 5 0,2 1-1 0,-3 3 12 15,-1 9 14-15,-1 3-4 0,2 0-4 0,-1 3 10 16,0 4-4-16,1 0-10 16,-2 2-11-16,1 1-18 0,0-2-30 0,1 6-34 15,0 0-5-15,-9 1-1 0,1 8 4 0,-2 2 1 16,-2 5 3-16,-3 6-3 0,1 2-10 0,0 5 18 15,1 2-2-15,-2 15 3 0,6-12 3 16,0 2 0-16,4 12-13 0,1-13-3 0,6 1 1 0,5-1 0 16,-1-5 4-16,5 1 3 0,4-4-1 0,-1-4 2 15,6-1 20-15,1-4-7 0,5-3-3 0,-1-2 9 0,3-3-4 16,-1-4 4-16,-4-3 3 0,-1-3-14 0,-2 0 19 16,1-1 5-16,-6-1 17 15,-1-4 13-15,-4 1 1 0,2 0-2 0,-2-4 1 0,-2 2 4 16,-2-5-12-16,-2 2-3 0,2-6-15 15,-6 4-5-15,-1 0-13 0,-3-3-9 0,0 3-8 16,-3-3-15-16,-4 1-12 0,-1 2-10 0,-2 2-13 0,-3 2-6 0,2 1-23 0,-6 3-20 0,1-1-10 16,-2 2-15-16,2 3-17 0,1 3-22 0,-1-1-22 15,2 3-27-15,2 0-27 0,4 2-33 0,3-2-274 16,2 2-612-16,3-4 272 0</inkml:trace>
  <inkml:trace contextRef="#ctx0" brushRef="#br0" timeOffset="58858.02">13652 6164 198 0,'0'-4'458'0,"0"1"-9"0,0 3-28 16,0-7-33-16,0 7-43 0,1-5-42 0,-1 5-33 15,0 0-30-15,0 0-32 0,0 0-39 0,0 0-34 0,0 0-3 16,0 0-21-16,0 0-16 0,0 17-11 0,0-5-11 16,0-2 1-16,0 6-7 0,0 4-13 15,-1-2-1-15,-2 8-3 0,2 0-12 0,-4-2-4 16,2-4 0-16,1 4 2 16,-2-6-7-16,1 0-2 0,2-7-2 0,1-2 1 15,-1 2-7-15,-2-4-2 0,3-3 4 0,0 2 20 16,0-3 9-16,-1 1 33 0,1-4 32 0,-3 7 33 15,3-7 9-15,0 0-17 0,0 0-16 0,9-11-11 16,-2 2-16-16,-2 1-7 0,5-6-10 0,-5 3-5 16,7-5-18-16,2 1 0 0,-4 0-4 0,5-6-5 15,-4 6-7-15,-1 1-2 0,0 0-4 0,-2 6-4 0,-2 1-4 0,-2 0-4 16,0 2-5-16,1 0-7 0,-3 3-7 0,1-3-16 16,-1 2-23-1,0-1-29-15,-2 4-3 0,0 0 5 0,15 4-16 0,-7 3 4 0,1-2-10 16,1 3-29-16,5 2-25 0,-2 1-33 0,5 0-29 15,-4 0-38-15,4 2-37 0,-4-2-60 0,5 0-71 16,-5-5-276-16,0-2-738 0,-3-1 327 16</inkml:trace>
  <inkml:trace contextRef="#ctx0" brushRef="#br0" timeOffset="59158.62">14112 6166 351 0,'-3'-7'410'0,"3"0"9"0,0 0-15 16,-2 2-22-16,2 1-36 0,-3 0-36 0,3 0-34 0,0 4-32 0,0-3-27 0,0 3-25 16,0 0-39-16,-1-9-37 0,1 9-11 0,0 0-21 15,0 0-8-15,0 16-5 0,0-8-13 16,-4 1 1-16,4 2-13 0,0 0-4 0,0 6-2 0,0 0-6 31,4-1-3-31,-4 1-1 0,1 0-6 0,-1 1 5 0,0-2-3 0,0-1-3 0,0-3 5 16,0 0-4-16,4-2-8 0,-4 1-15 0,1-2-34 15,-1-2-25-15,3-2-8 0,-3-1-7 0,1-1-4 16,-1 2 2-16,0-5-1 0,0 5 4 0,0-5-1 16,0 0-58-16,0 0-54 0,0 0-42 0,-14-10-24 15,9 3-49-15,0-4-195 0,-3-3-537 0,0-4 237 16</inkml:trace>
  <inkml:trace contextRef="#ctx0" brushRef="#br0" timeOffset="59311.81">14047 6000 292 0,'-2'-12'336'0,"2"2"9"0,-1 2 15 0,1 1-4 16,0 2-24-16,0-2-29 0,0 2-34 0,-3 3-32 16,3-3-21-16,0 5-21 0,0-7-45 0,0 7-34 15,0 0-39-15,3-3-21 0,-3 3-12 0,0 0-26 0,0 0-24 0,6 10-27 16,-3-5-32-16,2-2-30 0,-3 5-28 0,1-2-44 16,5 1-50-1,-6 2-283-15,2-4-540 0,0 1 239 0</inkml:trace>
  <inkml:trace contextRef="#ctx0" brushRef="#br0" timeOffset="59753.27">14435 5669 150 0,'1'-5'309'0,"1"1"-11"0,-2 0-16 0,2-1-21 16,-2 2-27-16,0 3-25 0,0-5-22 0,0 5-21 15,0-4-20-15,0 4-15 0,0 0-15 0,0 0-18 16,0 0-12-16,0 0-8 0,0 0-8 0,7 13-11 16,-5-2-4-16,-2 0-6 0,1 5-2 0,1 9-5 0,-2 2-3 15,1 3-3-15,2 0-2 0,-1 1 1 0,0 15-3 16,0-11-1-16,-1 12-3 0,4-11 3 0,-3 0-6 15,0-2-4-15,2 2 1 0,-3-1-2 0,1-2-1 0,0-4-4 16,2-4-2-16,-3-4 0 0,2-4-2 16,-2-2-2-16,-1-2 1 0,0-2 0 0,0-4-1 15,0-1 1-15,0 0 0 0,0-1 4 0,0-2 3 16,1 1 41-16,-1-4 22 16,0 5 26-16,0-5 9 0,0 0 18 0,0 4-20 15,0-4 5-15,0 0-4 0,0 0-14 0,0 0-3 16,0 0-16-16,0 4-24 0,0-4-28 0,0 0-87 15,0 0-69-15,0 0-45 0,0 0-61 0,3-15-92 16,-1 8-321-16,1 0-700 0,-2-3 311 0</inkml:trace>
  <inkml:trace contextRef="#ctx0" brushRef="#br0" timeOffset="60022.75">14325 6099 197 0,'-9'0'287'0,"2"0"-10"0,0 2-16 0,7-2-11 15,-9 0-8-15,9 0-18 0,-5-2-23 0,5 2-20 16,0 0-17-16,0 0-14 0,21 0-15 0,-1-2-12 0,2 1-11 16,11-1-14-16,-1 0-3 0,1-2-9 0,3 0-12 15,-3 1-7-15,2 1-7 0,-3-2-8 0,-2 0-9 16,-8 3 3-16,-2-2-7 0,-7 0-5 15,1 2-2-15,-6 0-6 0,-2-1-4 0,2 1-16 0,-3 0-17 0,0 0-12 0,-5 1-17 16,0 0-18-16,0 0-23 0,0 0-24 16,0 0-26-16,-24 0-36 0,16-2-39 0,3 2-48 15,-5-1-164-15,6 0-454 0,4 1 201 0</inkml:trace>
  <inkml:trace contextRef="#ctx0" brushRef="#br0" timeOffset="60461.49">14927 5842 19 0,'0'0'282'0,"0"0"-30"0,-4-1-28 15,4 1-24-15,0 0-22 0,0 0-17 0,0 0-17 16,0 0-15-16,1 8-8 0,3-3-15 15,4 0-11-15,-3 0-9 0,8 2-3 0,0 1-14 0,3 1-5 16,1 2-8-16,2-2-3 0,-2 0-7 0,1 0-2 16,-2-3-7-16,1 5-3 0,-3-5-3 0,-1 4-3 15,2-3-5-15,-5 2-1 0,-1-2 0 0,-1-1-3 0,-3 4-4 16,1-1 2-16,-2 1-3 0,-4 2-1 0,0 2 5 0,-4 5-1 31,-6 0-1-31,1 5 1 0,-4 1-2 0,-2-2-4 0,-5 1 3 16,4-1-3-16,-5 2-1 0,3-4-1 0,0 2-1 15,0-2-3-15,8-7 0 0,1 2 1 0,-1-3-2 16,2-5-3-16,0 1 1 0,3-1 2 0,1 1-1 16,0-5 3-16,-1 1 12 0,5-2 22 0,0 2 21 15,3-1 21-15,3-1 0 0,3-2 10 0,4-1-10 16,5 2-13-16,2-4-12 0,8 2-3 0,-7-1-6 16,7-2-4-16,-6 2-6 0,1-2-2 0,6-2 0 15,-11 3-19-15,5 0-26 0,-5-1-17 0,-7 1-21 16,0-1-26-16,-1-1-42 0,-5 0-51 0,0-1-80 15,-2 0-262-15,-2-3-549 0,-1 1 243 0</inkml:trace>
  <inkml:trace contextRef="#ctx0" brushRef="#br0" timeOffset="60816.16">14917 6229 337 0,'-4'2'340'0,"4"-2"-1"0,-8 0-9 0,8 0-4 0,0 0-11 15,0 0-18-15,-7 0-32 0,7 0-28 0,0 0-25 16,0 0-18-16,23-7-16 0,-3 3-24 0,10 1-30 15,2-2-5-15,2 0-9 0,6 1-13 0,-1-1-8 16,12-5-10-16,-1 6-12 0,-14-2-5 0,1 2-8 16,-4-1-2-16,-6 0-1 0,-9 1 9 0,-7 1 17 15,2 0 11-15,-4 2 6 0,0 0-3 0,-4 1-8 0,2-2-9 0,-3 1-8 16,-4 1-17-16,7-1-32 0,-7 1-31 0,0 0-41 31,6 0-62-31,-6 0-66 0,0 0-66 0,0 0-92 0,-21 4-354 0,12-6-753 16,9 2 334-16</inkml:trace>
  <inkml:trace contextRef="#ctx0" brushRef="#br0" timeOffset="62658.71">15455 5533 105 0,'0'0'280'0,"-3"-5"-12"16,3 5-10-16,0-5-18 0,0 5-21 0,0 0-22 15,0 0-27-15,-1-5-21 0,1 5-18 0,0 0-31 16,0 0-31-16,0 0-9 0,0 0-4 0,-3 12-10 16,3-2-16-16,-2 2-17 0,-2 3-22 0,1 4-27 15,-3 0-30-15,1 5-38 0,1 3-34 0,2-3-65 16,-1-5-104-16,-1-2-330 0,3-5 146 0</inkml:trace>
  <inkml:trace contextRef="#ctx0" brushRef="#br0" timeOffset="63112.93">15802 5837 102 0,'4'-2'216'0,"-4"2"-10"15,0 0-18-15,0 0-12 0,0 0-3 0,0 0-18 16,4-2-14-16,-4 2-17 0,0 0-12 0,0 0-13 16,0 0-8-16,0 0-12 0,0 0-11 0,-14 14-4 15,9-9-7-15,-4 0-9 0,1 0 1 0,-1 3-6 16,2 0-7-16,-1 0-4 0,2 1-2 0,-2 0-5 15,6 1-2-15,-1 2-3 0,3-2-1 0,0 1 1 0,1 3-1 16,3 0-3-16,5 2-2 0,2 0 0 0,2-2 0 16,6 3-1-16,3 3-2 0,2-2-2 0,1-2 2 15,-2 1-2-15,-2-3-1 0,-5-1 0 0,-1 0 0 0,-3-1-3 16,0 1 0-16,-1-3-3 0,-5-2 1 0,4 0-1 31,-7 1 0-31,-1 2 5 0,-6-4 1 0,-2 2 0 0,-2 1 0 16,-6 2 2-16,-6-4-6 0,-7 6-16 0,-2-2-32 15,-2-4-46-15,0 2-54 0,3-4-244 0,0-2-419 16,8-4 185-16</inkml:trace>
  <inkml:trace contextRef="#ctx0" brushRef="#br0" timeOffset="64430.64">17543 6174 47 0,'0'0'82'0,"0"0"0"0,0 0-2 16,-3 1 11-16,3-1 14 0,0 0-2 0,0 0 15 15,0 0 8-15,0 0 7 0,0 0-1 0,0 0 2 16,13-8-4-16,-8 5-7 0,4-7-10 0,0 4-7 16,4-6-1-16,1-1-4 0,0-1-5 0,6-7 2 0,-1 3-2 15,0-2-5-15,2-2-4 0,0-2 7 0,-5 1-10 16,2-2-10-16,-1-2-1 0,-2-3-2 0,-1-2-3 0,4 0-3 15,-3-11-1-15,-5 8-5 0,-2-1 1 0,-1 2-7 16,-2-1 0-16,0 0-3 0,-4 4-3 0,-2-2 6 16,-2 1 0-16,1 5-1 0,-3 0 4 15,1 7-6-15,-1 3 0 0,1-1-3 16,0 6-4-16,-2 3-8 0,2-2-8 16,1 5-2-16,-2-2-8 0,0 5-11 0,0 1-14 15,-4 4-6-15,3 1 2 0,-6 4-8 0,-1 5 4 0,3 5-1 0,-4 5 4 16,0 7-4-16,1 2 3 0,3 1 14 0,1 15-11 15,1 2 2-15,1-1 1 0,0-1 2 0,6-12 0 16,2 12 1-16,1-13 5 0,5 0-3 0,2-3 1 16,1 1 5-16,6-1-5 0,0-2-4 0,6-2 3 15,1-2-9-15,1-4-15 0,-2-3-23 0,5 2-30 16,1-6-45-16,3-5-58 0,2 2-70 0,-5-8-229 16,7-1-522-16,-3-4 231 0</inkml:trace>
  <inkml:trace contextRef="#ctx0" brushRef="#br0" timeOffset="64784.71">18342 5886 97 0,'-6'-5'357'15,"6"5"-7"-15,-2-3-18 0,2 3-20 0,-1-4-22 16,1 4-24-16,0 0-26 0,-3-3-32 16,3 3-22-16,0 0-22 0,0 0-8 0,0 0-18 0,0 0-39 15,0 0-8-15,0 0-14 0,0 0-6 0,-4 12-5 16,4-7-8-16,0 2-8 0,0 1-4 0,0-2-6 16,0 5-3-16,0-2-12 0,0 4 4 0,0-2 3 0,1 0-6 15,2 3-4-15,-2-2-1 0,1 0 0 0,0 0-3 0,-1-2 18 16,1 0-18-16,0-1-2 0,-2 1-25 0,2-5-12 15,-1 0-17-15,-1 2-7 0,1-5-5 16,0 2-4-16,-1-4 2 0,0 3-2 0,0-3-27 16,0 0-50-16,0 0-66 0,0 0-43 0,-9-14-47 0,3 4-169 15,-3-4-494 1,0-2 218-16</inkml:trace>
  <inkml:trace contextRef="#ctx0" brushRef="#br0" timeOffset="64931.56">18267 5683 39 0,'0'-17'289'0,"2"0"1"0,-2 4 16 0,0 3 4 16,2-1-22-16,-2 1 10 0,0 3-26 0,0 0-25 16,1 2-22-16,1 0-30 0,-2 0-27 0,0 5-13 0,1-5-53 0,-1 5-31 0,3-2-24 15,-3 2-22-15,0 0-27 0,9 6-17 0,-4-1-25 16,0 3-27-16,0-1-26 0,1 3-35 0,-1 2-30 16,4 3-39-16,-2-1-233 0,-1 3-469 0,-1-6 208 15</inkml:trace>
  <inkml:trace contextRef="#ctx0" brushRef="#br0" timeOffset="65385.77">18662 5853 2975 0,'0'0'198'16,"0"0"-25"-16,0 0-5 0,0 0-22 0,0 0-25 15,0 0-36-15,0 0-20 0,0 0-15 0,0 0-19 16,0 0-14-16,0 0-6 0,0 0-17 0,0 0 15 16,-4 4-3-16,4 0-4 0,0 2 4 0,0 1-2 15,0 3 1-15,0 1 2 0,0 2-10 0,0 3 1 16,-1-1-1-16,0 2 3 0,-3-2-2 0,0 4 2 16,0-2 1-16,3 0 1 0,0-5-3 0,-2-2 1 0,3-1 0 0,0-1 5 15,-1-1-1-15,1-2 3 0,0-1 8 0,0-1 33 16,0-3 32-16,-3 5 37 0,3-5 39 0,0 0 32 15,0 0-4-15,0 0-17 0,8-10-19 0,-3 4-14 16,3-2-15-16,-2-2-13 0,3-5-10 0,3 1-6 16,2-1-10-16,-3-1-10 0,3 1-6 0,-2-2-10 15,3 2-6-15,-5 1-1 16,-2 7 2-16,1-3-7 0,-3 4-6 16,-1 1-2-16,1 1-13 0,-4 0-9 0,2 1-24 0,-1 1-20 0,-3 2 0 0,12 1-12 15,-7 3-7-15,3 0-2 0,2 4-1 0,3 1-26 16,0 1-18-16,1 5-27 0,0-2-33 0,5 5-40 15,-1 1-32-15,-4-4-35 0,4 3-53 0,-3-5-49 16,-4 2-329-16,1-8-752 0,-5 3 334 0</inkml:trace>
  <inkml:trace contextRef="#ctx0" brushRef="#br0" timeOffset="66086.98">19102 6019 194 0,'0'0'307'0,"0"0"-28"0,0 0-29 16,0 0-27-16,0 0-24 0,0 0-22 0,0 0-14 15,0 0-24-15,-3-3-10 0,3 3-18 0,0 0-6 16,0 0-8-16,0 0-13 0,21-2-9 0,-15-1-6 16,6 1-7-16,0 0-6 0,0-2-5 0,1-1-3 15,-1 0-6-15,5-2 0 0,-2-1-9 0,1-1-4 0,-1 1 6 0,2-4 7 16,-1 5 13-16,-2-6 7 0,-1 1 5 0,4 3 5 15,-5-6 4-15,-1 3 3 0,0-3 3 0,-1 2 10 16,-2 0 0-16,-2 1 2 0,0 2-1 0,0 0-1 16,-2-2 7-16,0 5-8 0,-2-1 6 0,1 3-3 15,-3-1-8-15,1 0-10 0,0 1-10 0,-4 3-18 16,0-2-17-16,-3 1-7 0,-6 3 5 0,-2 3-10 16,-4 1-12-16,-2 1-1 15,-7 4 3-15,1 1-5 0,0 3 2 0,2-1-7 16,5-2 2-16,-4 6 1 0,8-3-5 0,-6 4-4 15,7-3 3-15,3 2-30 0,2 0-19 0,1 1-4 16,2-1-2-16,6-6 1 0,0 3 11 0,9 3 5 16,5-1 16-16,10-1-4 0,9-2 6 0,17 3 1 15,5-8 8-15,3 4-5 0,3-7-5 0,4-3 4 16,3-2-15-16,-2-4-1 0,25 0 0 0,-31-2-1 0,3-3 3 0,-8-1 1 16,-2-2 3-16,-17 1 3 0,-4 2 6 0,-3-2 2 0,-3 0 22 15,-9 0 35-15,-3 2 11 0,-3-3 3 0,-4 2 27 16,-1 0 24-16,0 0 1 0,-4 1 6 0,1 1-11 15,-3-3-12-15,-3 4-13 0,-1-1-3 0,-4 4-19 16,1-2-16-16,-4 2-4 0,-3 4-7 0,0-1-9 16,-4 2 0-16,0 3-9 0,-2 1-1 0,1 5-4 15,1-2 6-15,0 2-10 0,0 0-7 0,0 0 3 16,5 4-12-16,-1-1-4 0,4 1-8 0,-3 1-14 0,7 2-3 16,0-1-5-16,3-4 3 0,2 1-2 15,5 2 13-15,-4 0 8 0,5-3 3 0,0-3 14 16,4 0 3-16,6-2 8 0,-1 0 3 0,8-4 0 15,-2 1 0-15,10-3 7 16,-2 0 0-16,0-3 3 0,-9 1-1 0,3-3-2 16,-2 3 6-16,0-3-7 0,-3 0-6 0,-4 0 8 15,0 3-2-15,-3-3 5 0,-1 0-2 0,1 0 5 16,-3 0-8-16,-1 1 2 0,-1 1-5 0,3-2-12 16,-3 0-38-16,-1 0-44 0,0 1-53 0,1 1-57 15,-4-4-54-15,7-1-68 0,-7 1-271 0,3-2-642 0,-3 3 284 0</inkml:trace>
  <inkml:trace contextRef="#ctx0" brushRef="#br0" timeOffset="66357.23">20373 5724 163 0,'4'-5'321'16,"1"1"-29"-1,3 0-32-15,-2 2-29 0,3 0-29 0,-2 2-22 16,5 2-20-16,-1 1-9 0,1 5-12 0,4 0-9 0,0 2-9 15,0 2-11-15,-1 0-11 0,-2 3-5 0,-2 2-12 16,-1 0-4-16,-1 0-5 0,-1 7-7 0,-2-6-4 16,-3 0-5-16,-2 2-3 0,-1-3-7 0,0 0 5 15,0-8-17-15,-4 3 5 0,4-5-2 16,-2 0 11-16,-1-2 15 0,3-1 40 0,0 0 53 0,-1 1 55 0,1-5 52 16,0 0 38-16,0 0-27 0,0 0-29 0,0 0-30 0,6-18-22 0,-1 5-31 15,6-2-31-15,5-5-33 0,1-1-36 0,5-1-43 16,3 1-54-16,2-2-48 0,4 0-70 0,8-4-75 15,-7 7-71-15,3 2-76 0,-4 0-415 0,2 2-854 16,-4 0 378-16</inkml:trace>
  <inkml:trace contextRef="#ctx0" brushRef="#br0" timeOffset="67489.32">22534 5663 111 0,'0'-6'253'0,"0"2"-1"0,0 4-21 0,0-7-16 16,0 7-5-16,0-5-11 0,0 5-14 0,0-5-14 15,0 5-18-15,-1-4-13 0,1 4-16 0,0 0-13 16,0 0-12-16,-3-3-17 0,3 3-9 0,0 0-10 16,0 0-4-16,-18 8-6 0,6 1-8 0,-4-2-5 15,-8 8-3-15,1-1-9 0,-1 3-3 0,1 0-3 16,0 1-4-16,-2 1 0 0,6-1-3 0,0 0-1 0,5-4-2 0,1 2-2 16,1-2-1-1,1 2 0-15,2-1-2 0,5-5 1 0,-3 2-2 0,6-2 7 16,-2-1-2-16,3 1 5 0,3 0 6 0,1-4 4 0,5 5 2 15,2-7 2-15,9 3 5 0,8-4-4 0,3 0-1 16,0-4-1-16,2-4-3 0,-1 1-4 0,-2-2 15 16,1-5 14-16,-4 5 10 15,-7 0 13-15,-3-6 13 0,2 4 10 0,-3-1 12 16,-2-4-5-16,-4 0 1 0,0 0-5 0,-1-2-15 0,-5-1-6 16,0-1 2-16,-3 2-28 0,-2 1-16 0,-2-3-5 15,-1 5-8-15,-5-2-8 0,2 3-8 0,-2 2-23 16,-4 1-19-16,0-1-25 0,-6 4-12 15,5 1-21-15,-4 3-16 0,5 1-23 0,-1 1-21 16,1 0-17-16,3 4-37 0,0 0-20 0,2 1-24 0,6-2-25 0,0 3-205 16,5-1-520-16,5-1 230 0</inkml:trace>
  <inkml:trace contextRef="#ctx0" brushRef="#br0" timeOffset="68190.38">23361 5715 115 0,'-6'-3'208'16,"-1"0"-14"-16,1 1-25 0,-2-1-21 0,-5 1-12 15,0 0-14-15,-4 1-15 0,0 1-9 0,-5 1-5 0,-1 3-13 16,-5-1-7-16,0 4-6 0,7-2-3 0,-5 0-7 16,1 5-6-16,6-3-2 0,3 0-8 0,-1 2-3 15,3-2-9-15,1 3 1 0,4-3-2 16,0 3-5-16,-1-2 0 0,6 3-2 0,2-2-1 0,2-1 1 0,1 1 0 16,3-2 1-16,6 3 0 15,2-4-1-15,7 2-5 0,1-1 2 0,8-2-5 16,4 0 1-16,1-3-5 0,1-4-5 0,0 1-4 15,-3-3 2-15,-3-1 2 0,-8 0-1 0,1-3 9 16,-3-1 25-16,-3-2 24 0,-2-2 13 0,-4-2 16 0,1-2 11 16,-4-2 3-16,3-5 16 0,-5-3 10 15,-4 3 12-15,1-7-2 0,-1 1-16 0,0-3 12 16,0 0-18-16,-1-1 11 0,-1-3-1 0,0 5-1 16,-2-2 11-16,-1 3 15 0,4 4-2 0,-1 3 0 15,0 7 6-15,1 5-1 0,1 2-12 0,-3 1-8 16,2-2-13-16,1 5-14 0,-2 3-18 0,2-2-17 15,0 1-42-15,0 4-40 0,0 0-43 0,-2-5-20 16,2 5 1-16,0 0 7 0,-2 17 11 0,-1-4 3 0,3 3 1 0,-4 10 5 16,-3 3-11-16,2 0 25 0,-1 5-1 0,1 2 2 15,1-3 6-15,1 2 3 0,-4-2 6 0,4 1-2 16,-1-1-6-16,2-4 9 0,2-1-2 0,-1-2 4 16,4-5 2-16,-3-3 1 0,1 0 1 0,2-1-3 0,-2-3 4 15,0-6 4-15,0 2 2 0,-1-4-1 0,3 0-3 0,-1 0 9 16,-2-2 19-16,0 0 18 0,0-2 15 0,0 3 14 15,0-5 12-15,2 5 9 0,-2-5 7 16,0 2 1-16,0-2-2 0,0 0 0 0,0 0-6 16,1 5-8-16,-1-5-9 0,0 0-15 0,0 0 6 0,0 0-9 15,0 0-17-15,10-2-21 0,-1-1-29 0,1 2-46 16,3-2-56-16,6-3-74 0,-1-1-83 0,12 2-86 16,-1-3-99-1,-1-2-339-15,2-1-857 0,-2 1 379 0</inkml:trace>
  <inkml:trace contextRef="#ctx0" brushRef="#br0" timeOffset="68691.25">23859 5763 221 0,'0'0'294'0,"0"0"-21"0,-5 2-26 16,5-2-25-16,0 0-23 0,0 0-22 0,0 0-17 16,0 0-13-16,14 2-18 0,-14-2-11 15,21-2-11-15,-10 0-8 0,7-3 2 0,-1 0-2 16,0 0-3-16,3-1 9 0,-1 0 4 0,1-5 8 16,-1 2 0-16,-1 0 10 0,8-6-2 15,-3 0 6-15,-8 2 1 0,2 0 0 0,3-4-14 0,-6 4-2 16,-1-3-1-16,0 2-6 0,-4-3 5 0,-1 4-5 15,-2 1 12-15,0 1-5 16,-5 3 4-16,3-2-7 0,-6 3-17 0,2-2-13 0,-3 4-11 0,-7-1-14 0,1 2-8 16,-8 2-9-16,-4 4-4 0,-9 5-3 0,0-1-6 0,-5 8-12 15,3-2 2-15,1 5-3 0,3 4-2 16,3 1 1-16,1-1-6 0,4 4 1 0,1 0-6 16,8-1-3-16,2 2-3 0,9 3 8 0,6-4-1 15,10 1 9-15,10-2 3 0,19 4 3 0,13-4-3 0,36 2 1 16,2-4-7-16,10-8 7 0,0 2-2 0,3-6-2 0,1 0 2 15,-3-3-3-15,-2-2 0 0,-15 0-1 0,-26-3 0 16,-14-1-2-16,-13 2 6 0,-7-3 37 0,-11 0 27 16,-5 0 27-16,-4 0 22 0,-1 0 8 0,-4 0 7 15,3 0-4-15,-8 0-5 0,10-1-17 0,-10 1-19 16,5-2-30-16,-5 2-66 0,3-3-77 0,-3 3-94 16,0 0-107-16,-17-2-96 15,2 1-94-15,-6-1-468 0,7 2-1012 0,1-5 449 16</inkml:trace>
  <inkml:trace contextRef="#ctx0" brushRef="#br0" timeOffset="70566.88">4546 8840 34 0,'-1'-15'247'0,"-2"1"-8"0,3 0-8 31,-1-3 0-31,1 5-2 0,-4 2-3 0,3 0-11 0,2 0-9 16,-2 3-17-16,1 1-17 0,1 2-12 0,-2 0-28 15,1 0-19-15,0 4-21 0,0 0-33 0,0 0-10 16,0 0-7-16,1 18-7 0,4 0-3 0,-5 11-2 16,4 4-3-16,-4 16-2 0,0-1-11 0,0 5 6 15,0-2-4-15,0 2-1 0,1 2-1 0,-1 1-2 16,3-4 1-16,-2 1 1 0,3-5 0 0,-1-2-4 0,-1-11-1 16,2-2 6-16,2-4 9 0,-2 0 3 15,-1-3-2-15,-2-6-2 0,3-3 11 0,-2 1-18 16,0-7-1-16,-1 0 1 0,-1 0-4 0,3-4 7 15,-2-1-6-15,0 0 2 0,0-1-1 0,-1-3 6 16,3 3 14-16,-3-1 6 0,0-4 2 0,0 4 4 0,0-4 4 0,0 0 3 16,0 4-9-16,0-4 8 0,0 0 3 0,0 0-25 15,0 0-20-15,0 0-26 0,-6-10-24 0,2 3-22 0,-2-2-27 16,0-2-28-16,-1-5-31 0,0-1-31 0,2-2-41 31,0-8-37-31,-3-4-207 0,-1 1-503 0,4-8 223 0</inkml:trace>
  <inkml:trace contextRef="#ctx0" brushRef="#br0" timeOffset="70911.3">4441 8618 42 0,'-4'-15'235'0,"2"3"-8"16,-1 1-13-16,1 2-9 0,0 1-11 0,0 2-16 15,2 2-24-15,-1-2-19 0,-1 2-23 0,2 4-12 0,4-3-9 0,-4 3-15 16,17 5-7-16,-1 0-4 0,2 3-6 0,8 6-8 15,2 0-3-15,-1 3 0 0,4 4-3 0,0 2-3 16,7 8 0-16,-10-7-8 0,-2 0-1 0,14 11-1 16,-22-9 1-16,1 2-10 0,-2 0 0 15,-3 0-1-15,-5-3 1 0,-5-6 1 0,-2 1 6 0,-3 3 4 16,-2-3 7 0,-3-1 7-16,-7 3 24 0,-1-7-6 0,-9 4 9 15,0-3-1-15,0 1 6 0,-4-4-3 0,-1 2 3 0,1-6-4 0,2 1-6 16,7-3-1-16,-1 1-11 0,1-2 2 0,4-2-5 0,2 0-7 15,1 1-3-15,3-3-8 0,0 0 0 0,3-1-9 16,-1 1-11-16,6-2-16 0,-8 1-27 0,8-1-13 16,-1 4 1-16,1-4-22 0,5 7-15 15,4-4-51-15,1 1-60 0,7-3-81 0,2 1-257 16,-1-4-566-16,-4 1 250 0</inkml:trace>
  <inkml:trace contextRef="#ctx0" brushRef="#br0" timeOffset="74329.2">5393 8799 173 0,'0'-2'218'0,"3"-1"-20"0,-2-1-19 0,-1 4-20 16,0 0-18 0,9-3-17-16,-9 3-9 0,8 4-12 0,-2 2-11 0,-1-4-11 0,3 8-8 0,-3-1-6 15,4 4-5-15,1 4-10 0,-3-3-3 16,-1 4 1-16,-1-1-11 0,1 1-4 0,-4 2-2 16,-1-1-4-16,-1 2 2 0,-1 4-3 0,-4-6 0 0,0 0 3 0,-2 3-1 31,2-4-1-31,-3-2-2 0,-1 1 3 0,2-3-2 0,-1-3 3 0,4 0-3 0,-1-4 3 15,0-1 5-15,1 0 2 0,-1-1 11 16,4-1 9-16,-2-2 21 0,3 2 22 0,-4-1 27 16,4-3 37-16,0 0 35 0,0 0 30 0,0 0 23 15,0 0 1-15,0 0-31 0,0 0-29 0,4-15-22 0,0 6-17 16,5-7-13-16,1 0-19 0,3-8-9 0,2 2-16 16,1 0-7-16,0-2-6 0,0 1-14 15,-1 2-5-15,0-2-7 16,-3 7-8-16,-3 0-6 0,-2 7-2 0,1-1-1 15,-2 2-9-15,-2 2-1 0,0 0-9 0,-3 1-1 16,3 2-11-16,0 1-14 0,0-2-30 0,-4 4-29 16,1-2-20-16,-1 2-3 0,0 0 12 0,3 10 7 15,-2-1 6-15,-1 1 4 0,0 2 4 0,0 0 7 0,1 5 1 16,-1 0 9-16,4-1-3 0,-4 4 5 0,0-1-9 16,5-4-28-16,-4 4-28 0,3-4-22 0,0 1-20 0,1-1-21 15,-1 0-24-15,4 1-29 16,-3-4-32-16,0-5-43 0,-1-1-308 0,0 0-646 0,0-1 286 15</inkml:trace>
  <inkml:trace contextRef="#ctx0" brushRef="#br0" timeOffset="74572.28">5729 8815 285 0,'2'-1'277'0,"0"-5"-31"0,-1 2-28 0,3 2-15 15,-4 2-13-15,17 2-13 0,-6 5-15 0,7-3-10 16,-4 9-8-16,4-3-12 16,5 9-3-16,-1 0-15 0,1 4-9 0,-5 3-12 15,1 0-5-15,-6 4-11 0,-2-1-6 0,-2 0-6 16,-4 3-3-16,-3 0-12 0,-6 3-20 16,-1 1-16-16,-7-4-19 0,-3-2-20 0,-3 2-30 0,-13 5-39 15,-1 0-46-15,4-11-61 0,-22 5-227 0,3-2-462 0,13-12 204 0</inkml:trace>
  <inkml:trace contextRef="#ctx0" brushRef="#br0" timeOffset="74918.75">5217 8614 12 0,'-4'-6'251'0,"0"1"-26"0,-2 1-24 0,2 3-23 0,4 1-24 0,-10 3-14 15,1 5-14-15,-4 5-14 0,0 12-8 0,-1 1-4 0,0 4-10 0,-2 15-10 16,1 1-6-16,3 0-5 0,4 3-6 0,3-2-6 15,1 2-3-15,4-3-5 0,5 4-8 0,4-17 23 16,9 13 2-16,-2-14 3 0,14 6-2 0,-3-12-6 16,11 8-16-16,4-3-30 0,3-10-46 0,-9-5-67 15,16-2-93-15,-12-5-184 0,10-5-405 0,-12-1 179 16</inkml:trace>
  <inkml:trace contextRef="#ctx0" brushRef="#br0" timeOffset="75435.56">6519 9002 125 0,'0'0'243'15,"-9"0"-5"-15,9 0-11 0,0 0-12 0,0 0-10 16,-9-2-15-16,9 2-15 0,0 0-10 0,0 0-13 16,-5 2-3-16,5-2-5 0,0 0-10 0,0 0-13 0,0 0-14 0,0 0-7 15,0 0-7-15,22-2-10 16,-8 1-8-16,6-1-9 0,1 0-9 0,9 0-2 15,2-1-9-15,0-1 0 0,0 3-8 0,3-2-3 16,-6-1-6-16,0 1-3 0,-1-1 2 0,-9 3-5 16,0-1-1-16,-8-1 1 0,1 3 0 0,-5 0-6 15,1-1-1-15,-3 1-3 0,-5 0-20 0,10-3-34 0,-10 3-33 0,0 0-28 0,0 0-37 0,4 4-36 16,-4-4-29-16,-14 3-65 0,5-2-147 0,-4 0-450 16,-1 0 199-16</inkml:trace>
  <inkml:trace contextRef="#ctx0" brushRef="#br0" timeOffset="75720.66">6587 9181 102 0,'-3'3'248'0,"3"-3"7"0,-6 2-3 0,6-2-15 0,-3 2-16 15,3-2-17-15,0 0-14 0,0 0-16 0,18 1-11 0,0-1-17 16,3-3-13-16,8 1-16 0,0-2-12 0,2 0-7 16,1 2-8-16,1-3-4 0,0 1 0 0,0 1 1 0,-2 1-2 15,-3-1-10-15,-10 0-6 0,0 2-6 16,-6 0-10-16,-1-1 0 0,-3 1 4 0,-2 1-7 16,-1-1 1-16,-5 1-7 0,10 1-5 0,-5-2-5 15,-5 1-15-15,0 0-22 16,8 0-22-16,-8 0-27 0,0 0-53 0,0 0-55 15,4 5-25-15,-6-1 14 0,3-1-60 0,-2 3-228 16,1-3-498-16,0-3 220 0</inkml:trace>
  <inkml:trace contextRef="#ctx0" brushRef="#br0" timeOffset="76690.64">8325 8086 144 0,'0'0'305'0,"0"0"-8"0,-2-4-7 15,2 4-6-15,0 0-22 0,0 0-21 0,0 0-23 16,3-4-20-16,-3 4-24 0,0 0-24 16,0 0-25-16,0 0-6 0,0 0-43 0,0 0-15 0,0 0-10 0,-3 14-6 0,1-6-9 0,-3 3-4 31,-2 4-4-31,1 5-5 0,-6 2 2 0,1 6-5 0,-3-3-4 16,1 2-1-16,3 2-4 0,-4 0 0 15,2 0 1-15,-3-1-1 0,3-1-1 0,2 1 0 0,5-10-3 0,-3-1-1 16,2 0 1-16,2-1-5 0,0-5 2 0,3-1 0 0,-1-2 2 15,-1 1-1-15,2-4 1 0,1 2 1 0,-2-3 0 0,1 1 2 16,1-2 13-16,1 3 9 0,2-3 0 0,2 0 7 16,0-2 0-16,0 1 0 0,8-1 0 0,1 0-10 15,4-2-2-15,0 1-2 0,2-1-1 0,1-1-13 16,1-2-16-16,-3 1-24 0,1-1-27 0,1-1-42 16,0 2-48-16,-3-3-47 0,1-1-56 0,-2-2-239 15,-2 0-530-15,-2 4 234 16</inkml:trace>
  <inkml:trace contextRef="#ctx0" brushRef="#br0" timeOffset="76970.7">8447 8382 259 0,'-1'-4'301'0,"1"4"-5"0,-4-3-2 16,4 3-9-16,0-5-11 0,0 5-17 0,-1-5-24 0,1 5-25 0,0 0-25 15,-4-4-24 1,4 4-21-16,0 0-17 0,0 0-16 0,0 0-9 15,0 0-19-15,0 17-12 0,-1-3-5 0,2 4-10 0,-1 1-2 16,0 5-7-16,-1 5 9 0,1 0-22 0,0 0 3 16,1-2-7-16,-1 0-2 0,0 1 2 0,1-1-6 15,3 0 1-15,-4-8-1 0,4 0-4 16,-3-1 6-16,3 1-7 0,-4-2 2 0,8-3-4 0,-7-2-3 16,0-4-23-16,2 4-15 0,-2-7-14 0,-1 2-15 15,3-1-11-15,-3-3-10 0,0 2-4 0,1-1-12 16,-1 0 3-16,0 0-11 0,0-4-9 0,3 2-9 15,-3-2-29-15,0 0-69 0,0 0-211 0,0 0-467 16,-3-14 207-16</inkml:trace>
  <inkml:trace contextRef="#ctx0" brushRef="#br0" timeOffset="77470.42">8718 8382 104 0,'3'-3'242'0,"1"0"-24"0,2 1-18 0,0 1-18 16,2 1-14-16,-2 1-13 0,6 3-15 0,-3 0-12 15,2 4-11-15,2 2-10 0,-1 3-9 0,0 1-11 16,-1 2-4-16,-5 0-12 0,0 3-4 0,3 0-6 16,-8-1-6-16,2 4-7 0,-3-2-1 0,-4 4 0 15,-1-4 0-15,-4 3-2 16,-1 0-6-16,-3-1 0 0,3-3-3 0,0-4-1 15,-2-1-1-15,2-2-3 0,1-2 5 0,-1-2 4 16,4-2-1-16,0 0 6 0,1-1 7 0,1-1 7 16,1-2 22-16,-2 3 24 0,2-2 40 0,3-3 19 15,-4 2 24-15,4-2 7 0,0 0-15 0,0 0-20 16,0-10-16-16,3 3-13 0,2-3-17 0,6-5-10 16,-2-2-14-16,6-6-7 0,0 3-8 0,1-5-17 0,2 2-7 0,0-1-9 15,-3 0-9-15,-1-1 2 0,2 4-4 0,-6 5-5 16,-2 2-1-16,-2 3-1 0,1 1 9 0,-5 2-4 15,3-1-3-15,-1 5-5 0,0-1 2 0,-3 2-20 16,2-2-14-16,-2 2-24 0,-1 3-30 0,0 0 0 16,0 0-10-16,0 0 12 0,0 11 4 0,-4-2 6 15,0 1 3-15,3 3 9 16,-3 2 9-16,3 3 4 0,-3 0-11 0,4 1 3 16,5 0 4-16,0 7 5 0,4-2 10 0,5-3 1 15,4 3 9-15,6-4-8 0,6-3-23 0,4 0-38 16,20 1-50-16,2-2-69 0,3-4-84 0,2-5-379 15,-3-2-711-15,-1-3 315 0</inkml:trace>
  <inkml:trace contextRef="#ctx0" brushRef="#br0" timeOffset="78062.98">7995 9215 264 0,'0'0'260'0,"-12"0"-17"16,11-2-16-16,1 2-19 0,0 0-15 0,-9 0-23 15,9 0-15-15,0 0-17 0,-7-2-15 0,7 2-10 16,0 0-15-16,0 0-10 0,0 0-10 0,0 0-7 16,0 0-4-16,0 0-7 0,0 0-5 0,0 0-11 0,0 0 1 0,0 0-2 15,-9 0-2-15,9 0-3 0,0 0 0 0,0 0-2 16,0 0 6-16,0 0-1 0,0 0-1 15,0 0-2-15,0 0 1 0,0 0 9 0,0 0 1 0,0 0-4 16,0 0 1-16,0 0-6 0,0 0-3 0,33-5-5 16,-5 2-2-16,8-3-1 0,19-2-7 0,38-2-4 15,-29 2 5 1,35-5-7-16,5 3 2 0,8-1-3 0,6 6 2 0,-3-7-2 16,4 7 1-16,-2-3 7 0,4-5 5 0,-4 6 8 15,-2 1 7-15,1-4-3 0,-8 3 6 0,-9-3 6 16,-4 2 2-16,-36 1 4 0,1-2 15 15,-9 3 0-15,-15-1 20 0,-3 0 20 0,-5 4 14 0,-9-1 29 16,-6 0 22-16,0 2 7 0,-3-1 0 0,-1 1-11 16,-3-2-17-16,-1 2-15 0,3 1-15 0,-3 1-26 0,-5 0-34 15,7-3-47-15,-7 3-60 0,6 0-81 0,-6 0-75 0,0 0-83 16,0 0-87-16,4 3-48 0,-4 2 31 0,-4 2-311 16,-2-2-753-1,-5 0 333-15</inkml:trace>
  <inkml:trace contextRef="#ctx0" brushRef="#br0" timeOffset="78609.83">8322 9610 43 0,'-3'-7'289'0,"1"-2"-2"15,-1 3-3-15,1 1-7 0,2-2-10 0,-2 3-21 16,2-3 0-16,-1 3-37 0,0 2-23 0,1 2-26 15,-3-5-21-15,3 5-27 0,0 0-28 0,0 0-16 16,0 0-13-16,0 0-11 0,-1 19-6 0,0-4-5 16,-2 2-3-16,3 2-2 0,-2 8-5 0,-2-2 0 0,3 1-7 0,-1 0 4 15,0 0-6-15,3-2 3 0,-2-3-6 0,2-2 1 16,-1 1-2-16,3-3 2 0,-3 1 0 0,2-1 0 0,0 0-1 31,0-2-1-31,2-1-2 0,-2-5 3 0,0 2-9 0,0-4-6 16,-1 0-14-16,1-1-17 0,-1 0-25 0,0-1-19 15,1 0-25-15,0 0-17 0,1-2-30 0,-2-1-18 16,0 2-34-16,-1-4-199 0,0 0-434 0,0 0 193 16</inkml:trace>
  <inkml:trace contextRef="#ctx0" brushRef="#br0" timeOffset="78947.57">8700 9844 131 0,'-10'0'225'16,"10"0"-20"-16,0 0-10 0,-5 3-15 0,5-3-4 16,0 0-13-16,0 0-8 0,0 0-11 0,0 0-2 0,0 0 0 0,-8-3-13 15,8 3-10-15,0 0-12 0,0 0-11 0,0 0-4 16,0 0-9-16,27-1-8 0,-6-2-7 15,-1 3-8-15,11-3-3 0,-1-1-10 0,2 3-3 16,3 1-5-16,-2-5 3 0,4 1-11 0,-3 1-5 0,2 0-1 16,-4 1-2-16,-1-3-1 0,-12 4-7 0,-1-2-3 15,-4 3-9 1,-2-2-11-16,-6 2-16 0,4-1-26 16,-5-1-21-16,0 2-25 0,-5 0-59 0,0 0-64 0,0 0-190 15,-20-3-442-15,7 1 196 0</inkml:trace>
  <inkml:trace contextRef="#ctx0" brushRef="#br0" timeOffset="79179.35">8857 9732 292 0,'-1'-1'298'0,"-2"-4"-2"0,3 5 1 0,-1-4-2 16,1 4-12-1,-1-4-13-15,1 4-29 0,-4-4-24 0,4 4-20 0,0 0-26 16,0 0-24-16,0 0-31 0,0 0-21 0,0 0-18 15,0 0-12-15,0 0-10 0,4 14-7 0,-3-5-9 0,-1 2-1 16,4 2-7-16,0 4-1 0,-3 1-10 0,3 1 1 16,-3-1 3-16,2 1-10 0,2 7-36 0,-1 0-19 0,-2-2-26 15,1-3-29-15,-2-3-24 0,3-2-33 0,-1 1-31 16,-1-6-38-16,1 2-240 0,2-4-501 16,0 1 221-16</inkml:trace>
  <inkml:trace contextRef="#ctx0" brushRef="#br0" timeOffset="79680.33">9269 9694 205 0,'6'-5'249'0,"3"1"-22"16,0-3-19-16,0 4-19 0,1-1-22 0,3 1-10 15,0 2-14-15,-3 1-17 0,2 1-13 0,2 2-11 16,-3 2-7-16,3 1-10 0,-2 1-13 0,-3 1-5 16,3 4-7-16,-3 1-8 0,-3 0-3 0,0 0-6 15,0 5-5-15,-6-1-3 0,0 1-1 0,-2-1-6 16,-3 0 1-16,-2 0-2 0,1 2-3 0,-3 3-2 16,0-4-1-16,1-1-3 0,-1-2-1 0,3 1-2 15,-2-5 3-15,2 0-2 0,1-4 2 0,1-1 1 16,1 0 0-16,1-1 1 0,-1 0 24 0,0-4 35 15,0 3 40-15,3-4 33 0,-1 4 34 0,1-4 12 16,0 0 10-16,0 0-23 16,0 0-25-16,8-12-13 0,0 2-18 0,1-2-11 15,5-3-11-15,0-6-14 0,5-1-11 0,-1 1-11 16,4-2-12-16,-3 0-6 0,-1 2-15 0,0 3-1 16,-5 5-7-16,-2 1-5 0,-3 3-4 15,0 3 0-15,-3-1 0 0,1 4-6 0,-2-2-10 16,1 0-12-16,-2 4-20 0,-1-2-21 0,-2 3-18 15,4-3-1-15,-4 3-6 0,0 0 5 0,4 11 2 0,-3-5 13 0,-1 0 4 0,1 4 5 16,1-2 6-16,0 3-2 0,2 6 19 0,0-1-7 16,1 0 4-16,1 1-27 0,1 0-36 0,-2 0-23 15,4-1-28-15,-3-2-29 0,2 1-32 0,-2-7-61 16,3 1-86-16,-5-4-180 0,2-2-570 0,0-2 253 16</inkml:trace>
  <inkml:trace contextRef="#ctx0" brushRef="#br0" timeOffset="80072.22">9702 9582 135 0,'-4'-6'357'0,"4"0"-27"0,-1 0-26 0,1 2-23 15,0 0-32-15,0 4-27 0,0-7-22 0,0 7-26 0,0-2-19 0,0 2-18 16,0 0-14-16,0 0-13 0,0 0-10 0,10 7-10 15,-10-1-11-15,1 2-3 0,2 2-14 0,-2 0-2 16,2 4-5-16,-6-1-6 0,2-3 0 0,1 6-6 16,-4 1-10-16,2-5-1 0,-1 0-4 0,-2 0 2 15,3-1-3-15,-2-2-5 0,1-2 6 0,3 0-5 16,0-3-2-16,-4 1 0 0,4 1-4 0,0-4 4 16,0-2 31-16,0 5 35 0,4-1 21 0,6-4 12 15,9 0-1-15,12 0-11 0,5-2-13 0,16-3-11 16,4 1-9-16,3-3-1 0,3 2-11 0,0-4 0 15,30-2-3-15,-29 5-1 0,1 0 0 0,-2 1-11 16,-3 0 2-16,-23 1-10 16,-3 1-2-16,-5 2-3 0,-10-2-3 0,-6 3 1 15,0-1-3-15,-4 0 0 0,-3 1 3 0,3-1-2 16,-8 1-6-16,10 0-10 0,-6-2-18 0,-4 2-27 16,0 0-30-16,0 0-53 0,0 0-47 0,-31 8-56 15,10-2-61-15,1-1-96 0,-1-3-324 0,0 3-753 0,2-5 333 0</inkml:trace>
  <inkml:trace contextRef="#ctx0" brushRef="#br0" timeOffset="81637.5">13551 8351 80 0,'1'-4'136'0,"3"-1"-3"0,-3 0 4 15,0 0 1-15,1 1-9 0,-1-2-2 16,-1-1-6-16,0 2 3 0,0 1 3 0,0-3-15 0,1 2-4 16,-1 0-2-16,0 1-1 0,0-1-1 0,0 5-3 15,-1-6-4-15,1 1-10 0,-3 3-8 0,3 2-11 16,-2-4-12-16,2 4-14 0,-9-1-8 0,-1 2-2 16,-2 4-7-16,-6 1 0 0,-6 6-4 0,0 3-4 15,1 2 0-15,0 4-3 16,-3 4-2-16,3-1-4 0,3 2 2 15,-1 3-7-15,1 0 1 0,2 0-6 0,2 1 6 16,0-3-3-16,6 1 2 0,1 0-1 0,5 0 2 16,3-4-1-16,2 3 2 0,3-8 5 0,1 0 4 0,4-2 1 15,5 5 3-15,6-5 4 0,-4-5 2 0,3 0 0 16,6-3-2-16,3 2 2 0,5-7 1 0,-3-3 1 16,-1-1-2-16,4-1 5 0,-6-6 9 0,-1 0 5 0,1 0 13 15,-8-1 11-15,-1-1 6 16,1-2 1-16,-1-2 10 0,-1 0 1 0,2-6 1 15,-4-1-9-15,-1-3-9 0,-5 6 5 0,0-6-17 16,1-5-8-16,-2-3-19 0,-1 1-5 0,-5 1-2 16,0-5-15-16,-4-2 1 0,0 5 0 0,-5-1-4 15,-2 4 4-15,-1 0-3 0,-1 4-4 0,-2 0 6 16,-3 2-1-16,5 6-1 0,-2 3-1 0,4 1 0 16,-5 0-2-16,4 4-2 0,2 2-3 0,-1 0 6 15,-1 1-10-15,1 4 4 0,0-2-13 0,-3 5-3 16,2 3-3-16,0 0-1 0,0 4-4 0,-4 5 1 15,-4 6 3-15,7 8-1 0,-6 5 5 0,-1 13 0 16,0 0 4-16,5 0-2 0,6 2 2 0,-1 3-2 16,7-2 7-16,-2 1 0 0,7 2 1 0,0-2-2 0,6-1 3 0,3 2 6 15,-1-5-3-15,3 4 3 0,-4-2-1 0,2-2 3 16,1 4 3-16,1 2 2 0,-4-1-2 0,-4-3-3 16,2-2 3-16,-5-12 0 0,-3-2-1 0,1-3-1 0,-2 0 2 15,-3-10-1-15,2 1 0 0,-4-2-2 0,0-1 1 0,0-2 0 16,-1-3 6-16,3-2-1 0,-4 0 1 15,1-3 4-15,-1 0 1 0,0-1 5 0,-2-2-1 0,0-2 3 16,1 1-1-16,2-2-22 0,-2 0-40 16,-2 1-59-16,0-4-97 0,-1-3-359 0,6 3-603 0,-1-8 267 15</inkml:trace>
  <inkml:trace contextRef="#ctx0" brushRef="#br0" timeOffset="83440.72">14203 8451 37 0,'1'-3'226'0,"0"-2"-12"0,-1 5-24 0,1-4-21 16,1 1-18-16,-2 3-18 0,0 0-16 0,6-1-5 15,-6 1-11-15,7 4-9 0,-3 1-6 0,0 2-4 16,0 2-10-16,1 1-5 0,-1 2-4 0,3 3-4 0,-5 2-7 16,-2 0-6-16,3 2-1 0,-3-2-5 15,-5 2-5-15,2 1-2 0,-1-2-4 0,-1 2 0 16,1-3 0-16,-2 0-4 0,0-2-3 0,0 0 2 0,1-4-3 0,1-3 2 15,1 1-3-15,0-2-1 0,0-1 3 0,2-2 9 16,-1 1 12-16,0 0 13 0,0-3 24 0,2-2 28 16,-3 5 25-16,3-5 33 0,0 3 22 0,0-3 16 15,0 0-9-15,0 0-18 0,0 0-19 0,9-13-19 16,-2 4-11-16,3-4-14 0,1 0-11 0,0-1-11 16,3-1-5-16,-2 0-11 0,1-1-9 0,1 2-8 0,-1 0-6 0,-4 7-5 15,1-3-5-15,-5 4-2 0,-1 1-9 0,1-1-5 16,-2 4-2-16,1-2-11 0,-3 1-13 0,4 1-19 15,-5 2-36-15,5-1-22 0,-5 1 6 0,0 0 8 16,5 8-3-16,-5-1 3 0,0 1 9 0,1 1 4 16,1 3 5-16,0 2 5 0,1 3 6 0,-2 2-8 15,1-1-25 1,1-1-22-16,1 1-17 0,-1-3-21 0,-1 4-26 0,2-2-27 16,0-2-42-16,0-4-50 0,0 2-280 0,-2-6-594 15,3 0 262-15</inkml:trace>
  <inkml:trace contextRef="#ctx0" brushRef="#br0" timeOffset="83672.45">14577 8465 187 0,'0'-4'272'15,"0"2"-28"-15,0 2-28 0,0 0-22 0,0 0-20 16,0 0-16-16,15 11-12 0,-8 1-10 0,-1 5-14 15,4 7-9 1,0 1-9-16,-2 4-5 0,1 3-13 0,-3 3-6 0,-2-1-4 16,-1 1-11-16,-1 0-4 0,-3-1-7 15,-4-1-3-15,-1 1-3 0,-2-3-2 0,-4 0-19 16,0-3-19-16,-5-2-15 0,-3 2-31 0,-3-2-44 16,-3-6-60-16,-1 2-100 0,-1-7-134 0,0-6-408 0,8-2 181 15</inkml:trace>
  <inkml:trace contextRef="#ctx0" brushRef="#br0" timeOffset="84026.69">14129 8281 241 0,'-3'-4'235'0,"-1"1"-29"0,4 1-24 16,0 2-20-16,0 0-19 0,-13 4-16 0,8 1-10 0,-6 7-10 16,-2 3-6-16,-5 12-8 0,0 3-8 0,-5 12-9 15,-2-1-3-15,3 6-8 0,4-2-6 0,1 1-7 16,7-1-4-16,5-11-11 0,5 3 2 0,1-4-4 15,4 2 18-15,7-2 5 0,3 0 6 0,12 6-3 16,-3-11-2-16,7-5 0 0,15 4-8 0,1-2-21 16,1-8-25-16,5 4-42 0,2-8-60 0,-1-4-79 0,-16-4-227 0,13 1-435 15,-14-4 193-15</inkml:trace>
  <inkml:trace contextRef="#ctx0" brushRef="#br0" timeOffset="84296.22">15219 8697 78 0,'0'0'350'0,"0"0"-19"0,0 5-27 15,0-5-33-15,0 0-26 0,0 0-26 0,20-10-30 16,-6 6-35-16,6 1-37 0,10-3-47 0,3 1-53 0,0 0-67 16,3 1-76-16,0 3-236 0,-6-5-392 15,-3 0 174-15</inkml:trace>
  <inkml:trace contextRef="#ctx0" brushRef="#br0" timeOffset="84427.55">15229 8849 90 0,'1'1'183'0,"9"1"-16"16,8-2-22-16,13-3-58 0,6-1-96 0,15-5-102 15,-2 1-119-15,6-2 52 0</inkml:trace>
  <inkml:trace contextRef="#ctx0" brushRef="#br0" timeOffset="86477.52">16809 7929 140 0,'4'-6'176'0,"-4"1"-13"16,0 5-12-16,1-5-14 0,1 3-8 0,0-2-13 15,1 0-18-15,1 0-2 0,2 2-14 0,-1 1-10 16,0-1-4-16,2 0-7 0,0 2-13 0,6 0-2 16,-4 2-5-16,1 1-7 0,0 0-4 0,2 5-1 15,-3 0-3-15,1 7 0 0,-1-1-1 0,0 5 3 16,1 6-5-16,-6 1-4 0,3 1 0 0,-5 0 2 16,-2 0-2-16,-1 1-6 0,-2-1 2 0,-2 1-8 15,-2 0 7-15,-4-1-3 0,1 0 4 0,-4-2-3 16,5-3-2-16,0 2-1 0,-5 0 3 0,6-9-2 0,2-1-2 0,-2-4 6 15,2-1-5-15,2-1 2 0,-2-1 15 0,3-2 13 16,3-2 23-16,-4 2 31 0,2-1 28 0,0 2 35 16,2-6 35-16,-3 4 42 0,3-4 22 0,0 0 6 15,0 0-19-15,0 0-26 0,5-14-26 0,-3 4-20 16,7-5-19-16,0 1-19 0,9-6-11 0,0-2-16 31,-3-1-10-31,3-2-19 0,4 1-14 0,-2-1-10 0,2 0-8 0,-3 2 0 16,-1-1-3-16,1 2-10 0,-6 1 6 0,-3 4-12 15,3 2 0-15,-7 3 1 0,2 0-3 0,-3 4-1 16,3 0-2-16,-7 4 1 0,4-1-8 0,-2 1-9 16,-2 1-26-16,2 1-29 0,-2-2-32 0,-1 4-25 15,0 0 16-15,0 0-5 0,0 0 7 0,-8 18 14 16,3-7 1-16,-5 5 13 0,1 2 4 0,-3 4 5 0,1 4 3 16,3-4 1-16,3-3 7 0,3 8 7 0,-1-3 0 15,8 2 10-15,6-1 3 0,5 3-2 0,8-1 2 0,17 5-23 16,9-5-40-16,5-4-61 0,5 0-76 15,32 4-113-15,-32-16-251 0,4-7-634 0,-4-1 280 16</inkml:trace>
  <inkml:trace contextRef="#ctx0" brushRef="#br0" timeOffset="87086.14">16036 8702 120 0,'-5'1'260'16,"5"-1"-27"-1,0 0-23-15,-9 0-21 0,9 0-25 0,0 0-13 0,-5 1-17 0,5-1-15 16,0 0-12-16,0 0-10 0,-9 0-11 0,9 0-10 15,0 0-9-15,0 0-5 0,-5 3-4 0,5-3-7 16,0 0-4-16,0 0 2 0,0 0 5 0,0 0-1 16,0 0 0-16,0 0-1 0,0 0-3 0,0 0-8 15,0 0-2-15,0 0 7 0,0 0-8 0,0 0 2 16,27 0-1-16,-7 0 4 0,15-2-1 0,24-3-1 0,31-3-3 16,16-1 0-16,9 2-4 0,16-3 0 0,8 2-2 15,13-1 5-15,22 1-5 0,10 2 0 0,5 1-5 16,4-2 4-16,10 7-4 0,4-3-1 0,-4 3-5 15,-10-5 7-15,-5 4-2 0,-6-2 10 0,-9 1-13 16,-13-1 0-16,-12 3 7 0,-15-5 4 0,-15-3 6 16,-16 4 5-16,-37 1 6 15,-6 1 13-15,-9-3-1 0,-17 0 22 0,-5 3 29 16,-9 1 37-16,-6-2 30 0,-3 2 19 0,-1-1 12 16,-1 1-8-16,-3 0-14 0,1 0-12 0,-6 1-29 15,9-2-22-15,-9 2-38 0,4-2-50 0,-4 2-59 0,5-1-56 0,-5 1-94 16,4-2-78-16,-4 2-91 0,0 0-84 0,0 0-315 15,0 0-799-15,-19 2 354 0</inkml:trace>
  <inkml:trace contextRef="#ctx0" brushRef="#br0" timeOffset="88149.04">16379 9424 156 0,'1'-4'195'16,"1"-1"-28"-16,2 1-14 0,2 0-14 0,-1 2-18 16,2-2-13-16,2 2-15 0,0 0-10 0,1-1-9 15,3 3-6-15,-4 3-4 0,3 1-13 0,-1 0-4 0,1 2-4 0,-1 2-8 16,-2 1-1-16,3 6 0 0,-2-1-8 0,-3 1-1 15,-1 5-1-15,-4 1-4 0,-1 4-3 0,-1-4 4 16,-6 3 0-16,0 3-2 0,-6-1 1 0,2-2-4 16,-3-1 4-16,-1-1-2 0,1-5 0 0,-1-2-3 15,5 2 1-15,-5-2 1 0,4-7 4 0,1 1-2 16,3-3 7-16,-1 2 8 0,2-4 12 0,1 0 20 0,1-1 27 16,-1 1 24-16,4-4 33 0,-6 3 32 0,6-3-3 0,0 0-14 15,0 0-26-15,-1-12-16 0,5 2-14 0,1-2-12 16,2-3-9-16,5-2-9 0,1-7-9 0,0 2-6 15,6-3-7-15,-1 0-10 0,0-2-2 16,1 1-5-16,0-1-6 0,-1 0 0 0,0 5 0 0,-6 6-6 16,-3 1 1-1,2 2 7-15,-5 2 2 0,-2 5 0 0,1 1-10 16,-1-2 4-16,-2 5-18 0,-1-2-23 0,4 1-3 16,-3 1-37-16,-2 2-17 0,0 0-2 0,0 0 5 15,0 0 5-15,2 12 3 0,-4-2 10 0,2 1 0 0,-2 5 7 0,2 1 3 0,-2-1 7 16,2 2-5-16,2 0 15 0,0-1 0 15,2 4-2-15,3-1 6 0,0-3-3 0,3 0-11 16,3-2-18-16,0 0-23 0,0-1-41 0,1-1-45 16,0-2-45-16,3-1-52 0,-5-6-220 0,1 0-510 15,-2-3 225-15</inkml:trace>
  <inkml:trace contextRef="#ctx0" brushRef="#br0" timeOffset="88588.28">16848 9196 106 0,'4'-8'302'16,"-2"1"-21"-16,2 1-19 0,2 0-22 0,-2 2-18 15,2-1-25-15,1 0-17 0,-2 4-20 0,0 0-18 0,4 1-13 0,-4 2-13 16,3 3-12-16,-3 2-11 0,1 3-6 0,-2 5-14 15,1 1-5-15,-5 2-7 0,0 0-9 0,-2 7-3 16,-5 4-6-16,-3-5-4 0,1 1-3 0,0 0-1 16,0-7-8-16,0-1-3 0,0 0-1 0,4-5-2 15,-1-1-1-15,2-3-3 0,0 2-2 0,0-4-4 16,3-5 5-16,-3 6-2 0,4-3 40 0,-2-1 7 0,2-3 15 0,-4 5 10 16,4-3 9-16,0-2 4 0,0 0-3 15,0 0-10-15,23-4-15 0,-3-2 0 0,7 0-9 16,4 0-6-16,2-1-9 0,0-2-3 0,6 2-8 0,0-1-2 15,14 1-7-15,-4-2 7 0,-10 0 4 0,-1 5-17 16,-5 0 7-16,-2 0-5 0,-13 2 4 0,0 0-4 16,-8 0-4-1,3 2-3-15,-7 0-1 0,1 0 4 0,-2-3-5 0,0 3-9 16,-5 0-13-16,10 0-12 0,-10 0-14 0,0 0-16 16,6 0-21-16,-6 0-10 0,0 0 2 0,0 0-17 0,-5 7-25 15,0-3-27-15,-1 0-29 0,-1 1-36 0,4-3-47 16,-3 2-55-16,4 0-182 0,-1-2-536 0,3-2 238 0</inkml:trace>
  <inkml:trace contextRef="#ctx0" brushRef="#br0" timeOffset="89335.85">17893 9552 110 0,'-8'2'191'0,"2"-1"-17"0,-1 0-15 15,1-1-17-15,-1 1-10 0,7-1-14 0,-7 2-19 16,7-2-5-16,-4 2 1 0,4-2 6 0,-5 0-9 15,5 0-5-15,0 0-5 0,0 0-11 0,0 0-2 16,0 0 4-16,0 0-1 0,-6 3 9 0,6-3 1 16,0 0 6-16,0 0 3 0,0 0-3 0,0 0-1 15,0 0-9-15,0 0-5 0,0 0-9 0,0 0-4 16,0 0-7-16,0 0-8 0,0 0-2 0,0 0 2 0,0 0-14 0,0 0 1 16,0 0-5-16,0 0-3 0,0 0-1 0,0 0-5 15,0 0-1-15,0 0-3 0,0 0 0 0,0 0 8 16,0 0-10-16,0 0-3 0,0 0 2 0,0 0-4 15,0 0 2-15,0 0 5 0,0 0 0 0,0 0 1 16,0 0 4-16,0 0 4 0,0 0 0 0,0 0 2 16,0 0-3-1,0 0-5-15,0 0 3 0,0 0 5 0,0 0-2 16,0 0 1-16,0 0-3 0,0 0-1 0,0 0-3 0,0 0 2 16,0 0-3-16,0 0-5 0,0 0 4 0,0 0-4 0,0 0 3 15,0 0-5-15,0 0 0 0,0 0-1 0,0 0 1 16,0 0-1-16,0 0-1 0,0 0-5 0,0 0 9 15,0 0-3-15,0 0 2 0,0 0-3 0,0 0 2 16,0 0 2-16,0 0-5 0,0 0-1 0,0 0 1 16,0 0 2-16,0 0-2 0,0 0 5 0,0 0-1 15,0 0 0-15,0 0 2 0,0 0 2 0,0 0-5 16,0 0 12-16,0 0-8 0,0 0-2 0,0 0 2 0,0 0 1 16,0 0 8-16,0 0-15 0,0 0-2 0,0 0 0 15,0 0 1-15,0 0-1 0,0 0-1 0,0 0 2 16,0 0 1-1,0 0 2-15,0 0-6 0,0 0 2 0,0 0 1 16,0 0 2-16,0 0 1 0,28-4 0 0,-9 1-4 16,8 0 0-16,2-2 1 0,3 0-2 0,4 1 0 15,-1-4 2-15,3 6-6 0,-1-5 1 0,1 2 2 16,-2-2 0-16,0 2 3 0,-4 2-8 0,-5-1 5 16,-6-1 0-16,-2 2-12 0,-6 1-16 0,-1 1-19 0,-6-1-20 15,-1 0-30-15,-1 1-29 0,-4 1-24 0,0 0-76 0,0 0-42 16,0 0-246-16,-18-6-553 0,3 3 245 0</inkml:trace>
  <inkml:trace contextRef="#ctx0" brushRef="#br0" timeOffset="89559.04">18058 9437 9 0,'-2'-4'355'0,"1"-1"-1"16,1 5-4-16,0-4-22 0,0 4-6 0,-1-5-19 15,1 5-31-15,0 0-34 0,0 0-24 0,0 0-31 16,-4-4-23-16,4 4-31 0,0 0-41 0,0 0-9 16,0 0-13-16,0 17-15 0,0-9-2 0,0 5-2 15,0 5-6-15,-1 0-9 0,1 1 1 0,-3 8-2 0,3-1 0 0,0 0-27 16,0 1-31-16,3-2-27 0,-2 1-23 0,3-3-32 16,1-5-50-16,2 7-53 0,0-11-311 0,1-2-564 0,1-3 250 0</inkml:trace>
  <inkml:trace contextRef="#ctx0" brushRef="#br0" timeOffset="89906.04">18908 9282 2139 0,'1'-13'182'0,"-1"4"-9"0,1-2 14 0,2 2-5 0,-3 0-10 0,1 1 0 15,0 3-1-15,-1 0-38 0,2 1-31 16,-2 1-23-16,1 0-11 0,-1 3-13 0,0 0-20 0,0 0-9 15,0 0-6-15,0 22 0 0,-3-4-19 0,1 5-2 16,-1 8 4-16,1 1 1 0,-1 3-6 0,-1 12 8 16,1-9 2-16,3 7-20 0,0-9-41 0,0 10-49 15,0-11-66-15,6 2-93 0,-6-7-296 0,1-4-603 16,2-11 267-16</inkml:trace>
  <inkml:trace contextRef="#ctx0" brushRef="#br0" timeOffset="91524.87">4077 12584 155 0,'0'-5'303'0,"1"-3"3"0,2 2-23 0,-3 1-13 0,5-1-1 15,-5 2-17-15,0 1-19 0,1-1-21 0,-1 4-23 16,3-6-6-16,-3 6-32 0,1-4-22 0,-1 4-12 15,0 0-23-15,1-3-21 0,-1 3-20 0,0 0-10 16,0 0-8-16,3 18-2 0,-3-5-7 0,0 5 23 16,0 8-6-16,0 3-8 0,-3-2-4 0,6 5-3 15,-3-1-2-15,0-1-2 0,0-1-6 0,0-1-1 16,0 1 2-16,0-3-4 16,0-6 1-16,1-1 0 0,2 1-8 0,-2-3 0 15,2 0 4-15,-2-1-4 0,0-3 0 0,2-3 4 16,-2 1 1-16,2-1-5 0,-1-3-5 0,-2-1-8 15,0-1-2-15,0 1-6 0,0-3-4 0,0 0-4 16,3 1 2-16,-3-4-6 0,0 5-4 0,0-5-1 16,0 0-26-16,0 0-37 0,0 0-34 0,0 0-32 15,-22-12-27-15,14 7-24 0,-2-4-28 0,-3-3-195 0,-2-3-467 0,0-6 207 16</inkml:trace>
  <inkml:trace contextRef="#ctx0" brushRef="#br0" timeOffset="91687.59">3949 12458 183 0,'4'-12'299'0,"0"-1"-16"0,-1 0-20 0,1 4-16 15,0-1-30-15,0 3-20 0,1-2-22 0,2 2-18 0,3 0-18 16,1 4-14-16,7-2-19 0,2 2-25 0,0 4-25 16,3 4-38-16,3 4-32 0,-2 1-41 0,-1 3-44 15,1 4-47-15,-5 1-61 0,-6-1-131 16,0 5-366-16,-3 2 162 0</inkml:trace>
  <inkml:trace contextRef="#ctx0" brushRef="#br0" timeOffset="91856.51">3935 13140 98 0,'-2'7'329'16,"-3"-6"-15"-16,2 5-25 0,3-5-30 0,0-1-25 0,0 0-23 0,0 0-28 15,19-5-17-15,-7 2-17 0,7 0-16 0,2-2-19 16,8 1-33-16,0-1-44 0,3 2-56 0,-4 3-73 15,4-1-82-15,-9-2-212 0,4 1-417 0,-5-1 184 16</inkml:trace>
  <inkml:trace contextRef="#ctx0" brushRef="#br0" timeOffset="92042.71">4391 13072 127 0,'2'-4'250'15,"1"1"-27"-15,3-1-24 0,1 3-49 0,5-4-48 0,-2 4-76 0,3-3-78 0,0 2-120 16,5-2-184-16,-1 3 82 0</inkml:trace>
  <inkml:trace contextRef="#ctx0" brushRef="#br0" timeOffset="92530.51">4942 12680 275 0,'0'-3'319'0,"0"-1"-41"0,0 4-28 0,0-5-29 15,0 5-22-15,0 0-27 0,0 0-20 0,0 0-17 0,0 0 3 0,0 0-10 16,5 17-17-16,-1-5-12 0,-3 3-5 0,2 3-8 16,1 0-9-16,-3 2-7 0,4 5-9 0,-5 3-4 15,5-5-7-15,-1-3-4 0,-1 4-6 0,-3-4 2 16,0-3-9-16,-3 0-1 0,3 1-4 0,0 0-3 16,-4-6-1-16,4 0-3 15,-1-2-1-15,-2-2-2 0,2 0 2 0,1-3 5 0,-1 0 10 0,-3 0 8 0,4 0 27 0,0-3 23 16,0-2 39-16,0 0 31 0,0 0 4 0,0 0-9 15,0 0-20-15,-13-11-2 0,8 1-3 16,1 0 3-16,-2-5-3 0,1-2-4 0,1-2-3 0,0-7-6 16,2-3-8-16,0-1-6 0,1-3-12 0,2-4-10 15,7-13-6-15,-5 1-9 0,5-6-6 0,1 4-6 16,3 3-8 0,2 2 3-16,-5 9 4 0,0 6 1 0,1-1 5 15,-2 5-2-15,-2 8-7 0,4-3-4 0,-2 5-11 0,1 5-4 16,0-1-7-16,5-2-14 0,0 6 4 15,4 1-25-15,1 5-19 0,9-1-25 0,-1 6-28 16,0 3-28-16,1 6-29 0,1 2-28 0,1 1-50 16,-3 7-30-16,-1 1-26 0,-5 3-39 0,-1 0-41 0,-2-2-61 15,-4 4-273-15,0-5-742 0,-6-5 329 0</inkml:trace>
  <inkml:trace contextRef="#ctx0" brushRef="#br0" timeOffset="92811.72">4970 12818 137 0,'-4'0'330'0,"4"0"-6"0,-6 3-4 0,6-3-13 15,0 0-24-15,0 0-30 0,0 0-28 0,0 0-22 16,0 0-18-16,18 0-17 0,4-3-30 0,7-1-45 16,5 1-64-1,5 3-82-15,13-1-82 0,-2-4-123 0,-9 1-168 0,-7-3-460 16,0 2 205-16</inkml:trace>
  <inkml:trace contextRef="#ctx0" brushRef="#br0" timeOffset="93876.04">5498 12994 56 0,'0'0'316'0,"0"0"-14"0,0 0-6 16,0 0-30-16,0 0-25 0,0 0-25 0,0 0-20 15,0 0-21-15,0 0-19 0,0 0-42 0,0 0-44 16,0 0-45-16,0 0-47 0,0 0-51 0,19-5-65 0,-11 5-228 16,1-1-397-16,2 0 175 0</inkml:trace>
  <inkml:trace contextRef="#ctx0" brushRef="#br0" timeOffset="94298.49">7020 12809 112 0,'0'0'183'0,"0"0"-3"15,-5 1-10-15,5-1-5 0,0 0 2 0,0 0-11 0,0 0-12 0,0 0-14 16,0 0-14-16,0 0-12 0,0 0-13 0,0 0-5 16,34-4-8-16,-13 4-6 0,8-1-8 0,-1 1-21 15,4 3-24-15,0-3-28 0,0 0-33 0,3 0-48 16,-1 0-31-16,-2-2-182 0,-1 0-329 0,-2 2 145 16</inkml:trace>
  <inkml:trace contextRef="#ctx0" brushRef="#br0" timeOffset="94529.79">7031 13032 91 0,'-6'1'262'0,"2"0"-14"16,4-1-23-16,-5 2-22 0,5-2-18 0,0 0-17 0,0 0-18 16,37-2-10-16,-5 1-22 0,5-1-51 0,13-3-67 15,6 1-81 1,-1-3-215-16,4 1-321 0,-4-1 141 0</inkml:trace>
  <inkml:trace contextRef="#ctx0" brushRef="#br0" timeOffset="96896.59">8852 12864 33 0,'-6'1'135'0,"6"-1"-1"0,0 0-8 0,0 0-6 0,0 0-6 16,0 0-9-16,0 0-7 0,0 0-3 0,0 0-14 15,0 0-2-15,0 0 0 0,0 0-4 0,0 0-4 16,0 0-5-16,0 0-6 0,0 0-7 0,0 0 2 16,0 0-1-16,0 0-6 0,0 0-7 0,0 0-3 15,0 0-3-15,18-9 3 0,-9 3-10 0,2 1-7 16,6-3 3-16,2 1-3 0,5-5-3 0,3-1 12 16,-1 0 2-16,1-2 9 0,2 1 0 0,0-1 3 15,2-3 5-15,0-1 2 0,-4-2-1 0,1 2 0 16,-2-3 3-16,-1-1 0 0,0 2 0 0,-7 0 0 15,1-1-1-15,-2 0 3 16,-4 5 2-16,-3 0 1 0,-2 0 1 0,-2 0-5 16,-2 0 0-16,-2 3-1 0,-3-1-7 15,-2 1-4-15,-1 2-3 0,-4-3-10 0,0 7-6 0,-5-1-3 16,-6 4 6-16,0 1-14 0,-9 4 1 0,-4 4-6 16,-1 2 9-16,-2 5-11 0,2 2-4 0,0 4-1 15,-14 6 0-15,17-1 0 0,-10 14-4 0,5-2-1 0,9-6 0 16,-2 12-1-16,11-8 2 0,6-1 0 0,3 2-5 0,8-1 2 15,9 1 3-15,9-3 1 0,14 7 6 16,9-6 0-16,9-2 0 0,11-6 2 0,28 6-13 16,0-8-35-16,4-10-54 0,-2-4-72 0,2-3-94 15,-30-8-179-15,1 0-479 0,-2-3 213 0</inkml:trace>
  <inkml:trace contextRef="#ctx0" brushRef="#br0" timeOffset="98352.71">9707 11062 91 0,'-4'-5'174'16,"3"-5"-5"-16,1 4-11 0,-4-2-4 0,3 4-7 0,1-2-9 0,-2 2-12 15,2-1-8-15,-2 1-5 0,2 4-4 0,-2-7-18 16,2 7-10-16,-2-2-8 0,2 2-5 0,0 0-14 15,0 0-7-15,0 0-7 0,0 0-4 0,0 0-5 16,-11 16-2-16,4-1-1 0,-3 10-5 0,1 4 2 16,-1 4-4-16,-5 11 4 0,2 7-1 0,1 0-4 15,3 3 6-15,0 30-2 0,3-30-1 0,6 3 5 16,0 1 0-16,4-2-5 0,-2 0-4 0,5-5-1 16,2-1-2-16,0-4-1 0,1-1 0 0,-4-12-3 15,3-4 0-15,-1 2-3 0,-2-2 5 0,0-2-5 16,-3-6 0-16,-1-3 0 0,0-6-3 0,-2 3 4 15,0-3-1-15,-2-1 12 16,-1 0 6-16,-1-2 0 0,-4-2 5 0,-4 2-2 16,-4-4 4-16,-4 2 3 0,-2-1-2 0,-3-2 4 15,-5-1 1-15,2-3-1 0,-3 0-2 0,5 0 2 16,3 0-6-16,2-3-2 0,1 3-3 0,1-1-7 16,6 0 3-16,0-2 0 0,3 1-4 0,1 1-1 15,0 1-2-15,4-2-3 0,-2 0-16 0,7 2-13 0,-9 0-17 16,9 0-19-16,0 0-27 0,0-5-29 0,0 5-36 15,17-2-40-15,2-3-68 0,1-2-142 0,5-2-424 0,2 0 187 16</inkml:trace>
  <inkml:trace contextRef="#ctx0" brushRef="#br0" timeOffset="98769.22">10176 11444 109 0,'-1'-13'238'0,"2"1"-8"0,-5 3-8 0,3 0-11 15,2 1-13-15,-2 1-13 0,1 2-17 0,0 0-21 16,0 0-11-16,0 1-17 0,0 4-13 0,0-3-18 15,0 3-7-15,0 0-12 0,0 0-8 0,0 0-8 16,1 12-5-16,3-3-4 0,-1 4 2 0,-2 7-11 16,2 5 0-16,-1 5-1 0,-2 0-4 0,5 2-4 15,-5 1 0-15,4-3 1 0,-3 4-6 0,3-4-2 16,-1-2-3-16,-2 0 5 0,3-3-10 0,-3 1 1 16,3-8-1-16,0-1 2 0,-2-2-4 0,-1-1 4 15,2-4-3-15,-3 1-2 0,3-2-11 0,-3-3-15 16,1 0-8-16,-1-1 0 0,1-1 5 0,-1-1-1 15,2-1 3-15,-2-2 7 16,0 4-8-16,0-4-43 0,0 0-44 0,0 0-21 16,-4-12-21-16,0 3-5 0,2 0-18 0,0-2-161 15,-3-5-361-15,4-2 160 0</inkml:trace>
  <inkml:trace contextRef="#ctx0" brushRef="#br0" timeOffset="99091.71">10175 11273 42 0,'-5'-16'261'0,"1"2"-3"0,0 2-9 16,0 0-7-16,3 5-14 0,-3-1-19 0,3 1-23 16,1 4-16-16,0-2-22 0,-3-1-17 0,3 6-8 0,4-4-17 15,1-1-15-15,0 4-10 0,3 1-9 0,1 0-8 16,4 1-6-16,-3 3-6 0,4-2-9 0,1 4-3 16,4 2-6-1,0 2-7-15,-3 0-3 0,-1 1-2 0,2-1-4 16,-3 3-2-16,0 2-4 0,-1 1-1 0,-7-1-4 0,3 2 3 15,-4 1-1-15,-1-5 2 0,-4 7-6 16,-1-3 6-16,-3 0-2 0,-5-1-1 0,-1-1 6 16,-3 1-2-16,-5 3 2 0,0-1 1 0,2-5-2 15,-1-3 0-15,0 1-3 0,1-2 1 0,-1 2-2 0,6-6-2 16,-2 3 2-16,3 0-2 0,-3-3-2 0,4 0 0 0,0-1-6 16,5-1-23-16,-2 0-25 0,2-1-24 0,2 1-16 0,2-3 4 0,-2 5 1 15,2-5-9-15,8 4-30 0,-8-4-36 0,24-3-59 16,-10 2-155-16,7-3-403 0,0-1 179 0</inkml:trace>
  <inkml:trace contextRef="#ctx0" brushRef="#br0" timeOffset="99940.57">11138 11529 43 0,'4'-3'227'0,"-1"-3"-4"0,-1 3-16 0,0-2-6 0,-1-2-2 0,-1 3-10 16,-1-1-15-16,-2-1-18 0,0 1-13 0,0 0-19 15,-4-2-12-15,-2 2-13 0,-1 2-10 0,0-1-8 16,-4 3-8-16,-3-1-6 0,-2 4-5 0,1 0-8 15,-1 1-7-15,-4 3-4 0,6-2-5 0,-3 4-1 16,3 2-8-16,2 1-3 0,-2 2-3 0,5-1-2 16,-2 2-4-16,2 1 0 15,2-1-2-15,1 0 0 0,4 3-4 16,1-5-1-16,0 1-1 0,4-2 0 0,0 0-1 0,0-1 3 16,3 0-6-16,-1 0 1 0,2-2-1 0,4 0 4 15,-6-3-1-15,6-1 0 0,1 1-1 0,1-3-1 16,-1-1 12-16,4-1 5 0,-7-1 10 0,6-3 13 15,-2-1 7-15,0-2 9 0,-1-2 2 0,3-2 0 16,0-1 1-16,-4-5 6 0,2 2-19 0,-2-2-4 0,3-9 0 0,-2 4-1 16,-1-6-7-16,-3 3-1 0,0 0 0 15,3-3-2-15,-4-2-14 0,0 0 8 0,-3 0 4 16,0 0 10-16,-1 2 7 0,3 1 3 0,-2 3 17 0,-1 5 13 16,0 2-4-16,0 5 14 0,-1 0-14 0,1 6-8 0,0-1-4 15,-3 1-23-15,3 2-13 0,-1-1-45 0,1 5-36 16,0-3-10-16,0 3 2 0,0 0 3 0,-1 11 15 0,-2 0-1 15,3 2 4-15,0 4 0 0,0 0 4 16,-1 8 6-16,2 0 2 0,-1 3 0 0,3 1 2 16,-2-1-17-16,0 2-11 0,3-1-14 0,0 1-11 15,-2-2-1-15,5 1-22 0,-2 0-14 0,0-4-18 0,-1-4-10 16,2-3-18-16,-3 0-6 0,2-3-24 0,0 2-14 16,0-8-34-1,0 2-178-15,0-5-446 0,0 0 198 0</inkml:trace>
  <inkml:trace contextRef="#ctx0" brushRef="#br0" timeOffset="100372.37">11288 11469 45 0,'8'-8'194'0,"1"0"-18"0,2 1-6 16,1 1-18-16,0 2-13 15,0-1-9-15,2 5-7 0,1-1-19 0,-2 2-9 16,2 2-11-16,-4 2-6 0,5 3-9 0,-6 0-14 15,4 2 6-15,-2 5-4 0,-3 2-7 0,-4 0-11 16,1 3 4-16,-2-2-7 0,0 2-1 0,-4 5-2 16,-1-7-1-16,-3 2 1 0,0-2-2 0,-1-1-4 15,0 0-3-15,-2-1 3 0,2-1 2 0,0-4 0 16,1-1 6-16,-2-3-1 0,2-2 12 0,3-1 11 16,-3 0 13-16,4 1 22 0,-4-1 26 0,4-4 29 15,0 3 48-15,0-3 6 0,0 0 16 0,0 0-17 16,0 0-17-16,0 0-21 0,4-16-19 0,1 8-13 15,3-4-13-15,2-4-7 0,-1 2-20 0,5-10-6 16,-1 2-10-16,0-2-10 0,-2-2 1 0,3 3-7 0,-4 5-6 0,-2 0-5 16,-2 1-6-16,1 1-1 0,-3 4-2 0,1 4 1 15,-3 1-5-15,1 2-4 0,-1-1-6 0,-2 1-24 16,2 2-23-16,-2 0-30 0,0 3-24 0,0 0-6 16,0 0 17-16,0 0 5 15,2 17 7-15,-3-5 6 0,0 5 3 0,1 2 3 16,2 6 7-16,0 2-2 0,7 2 1 0,3-2 7 0,4 2-11 0,7 1-24 0,3-4-26 15,14 6-30-15,6-5-43 0,-2-4-65 0,7-5-86 16,0-5-275-16,-13-5-636 0,15-4 281 0</inkml:trace>
  <inkml:trace contextRef="#ctx0" brushRef="#br0" timeOffset="101312.6">12797 12525 169 0,'0'0'208'0,"0"0"-8"16,0 0-12-16,0 0-7 0,0 0-12 0,0 0-15 0,0 0-12 16,0 0-9-16,0 0-13 0,0 0-11 0,0 0-13 15,0 0-12-15,22-10-7 0,-11 6-10 0,7-2-7 16,3 2-7-16,7-3-6 0,1 2-15 0,0-2-28 0,6 0-41 16,-2 3-39-1,2-3-58-15,-6 1-207 0,-1 3-370 0,-5-3 163 16</inkml:trace>
  <inkml:trace contextRef="#ctx0" brushRef="#br0" timeOffset="101474.74">12982 12637 143 0,'-6'2'235'0,"6"0"-15"0,0-2-23 0,0 0-17 0,0 0-16 0,15 1-21 16,4-1-12-16,7-3-11 0,10 1-49 0,-1-2-64 15,19-3-78-15,-17 3-186 0,13-6-279 0,-12 3 124 16</inkml:trace>
  <inkml:trace contextRef="#ctx0" brushRef="#br0" timeOffset="102477.09">14712 12685 140 0,'-4'1'195'15,"4"-1"-18"-15,0 0-8 0,0 0-14 0,0 0-17 16,0 0-9-16,0 0-17 0,0 0-10 0,0 0-10 0,17-6-14 0,-5 3 2 16,3-3-12-16,4 0-9 0,2-1-7 0,4-4-2 15,-4 3-6-15,5-5-6 0,1 2 1 0,-4-1 2 16,4-2 8-16,-1 1 9 0,-2 1-3 0,-2-5 14 16,-6 5 2-1,1-1-2-15,-3-1 9 0,0-1 14 0,-1 4 0 0,-3 0 3 16,0 0 4-16,-5 0-7 0,3 1 4 0,-3 2 6 15,-1-3-13-15,1 5 2 0,-5-1 4 0,1 0-29 16,-1 2-14-16,-1 0-9 0,-4 1-23 0,-1 3-2 16,-5 1-6-16,-3 1-3 0,-5 6-10 0,-6 2 2 15,-3 6-1-15,-2 4 11 0,2 0-14 0,4 1-2 16,-3 3-6-16,6 1 5 0,1-1-2 0,6-1-1 16,1 4 30-16,7-2-4 0,6-2-10 0,2 0 0 15,9 3 3-15,8-2-6 0,8-2 6 0,17-1 1 0,13 0 1 0,3-8-21 16,6-3-30-16,31-6-52 0,0-1-71 0,6-7-95 15,-8-3-257-15,-31 0-556 0,3-2 247 0</inkml:trace>
  <inkml:trace contextRef="#ctx0" brushRef="#br0" timeOffset="103447.39">15438 10946 96 0,'0'-8'191'0,"-1"-2"-12"0,1 3-1 0,-2-3-3 16,2-1-7-16,0 3-8 0,-2-1-2 0,1 1-8 16,0 1-7-16,1 1-6 0,-3 2-4 0,3-1-14 15,-1 0-8-15,1 5-16 0,-1-6-15 0,-1 3-25 16,2 3-11-16,0 0-10 0,0 0-7 0,-5 21-1 15,0-3-7-15,0 9-3 0,-3 7 10 0,2 13-8 16,-2 6-1-16,3 1 1 0,0 4-2 0,-3-1-2 0,7 24-1 16,-2-24-1-16,2-1 3 0,-3 4-5 0,4-1 3 15,-1 0-5-15,1 1 0 0,4-7-2 0,-3 1-2 0,3-7 4 16,-4-12-4-16,0-1-3 0,0-3 2 0,0-2-3 31,0-4 3-31,-3-5 0 0,2-2 0 0,-3-3 1 0,3-4 3 0,-3-1 13 16,0-1 8-16,0-3 12 0,0 0 18 15,0-1 10-15,-1 0 13 0,1-3 9 0,-3-1 6 16,1 1 7-16,-2-1 0 0,2-1 8 0,6 0 2 16,-10-1-5-16,6-2-2 0,-4 2-17 0,8 1 11 15,-8-1-24-15,5-1-10 0,3 2-13 0,-7-3-16 16,7 3-5-16,0 0-44 0,-5-1-27 0,5 1-29 16,0 0-23-16,0 0-23 0,-5-3-34 0,5 3-88 15,2-5-91-15,1 0-219 0,1-2-590 0,2 1 261 0</inkml:trace>
  <inkml:trace contextRef="#ctx0" brushRef="#br0" timeOffset="104164.21">16404 10698 11 0,'2'-5'191'0,"-2"5"-13"15,3-1-15-15,-3 1-25 0,0 0-14 0,0 0-18 0,0 0-7 0,0 0-12 16,0 0-9-16,0 0-13 0,0 0-4 0,-3 15 3 15,1-5 9-15,-1 2-5 0,-1 6-2 0,0 2-2 16,-5 3-4-16,1 1-4 0,2 1-8 0,-2 1-6 16,-1 1-1-16,2-2-4 0,0-6-3 0,2 0-4 15,1 1-4-15,0-1-4 0,2-2-2 0,-1 0-6 16,2-8 3-16,0 1 2 16,1 1-1-16,0-5-4 0,1 1 0 0,0-2 24 15,-1 0 9-15,3 0 15 0,2-1 4 0,1-1-1 0,5 1-6 0,3-3-3 16,6 2-1-16,1-3-10 0,0 0-2 15,7 0-5-15,-5-1-7 0,4-2-17 0,-5 2-24 0,0-2-18 16,-2 0-30-16,-1 1-21 0,0-2-28 0,-2 1-19 16,-3 1-18-16,0-2-23 0,-4 0-34 15,2 0-108-15,-6-1-333 0,3 2 149 0</inkml:trace>
  <inkml:trace contextRef="#ctx0" brushRef="#br0" timeOffset="104364.35">16705 10935 137 0,'-3'-4'221'0,"3"-1"-2"0,0 1-2 0,-1 0-2 16,-2 0-5-16,3 4-13 16,-1-4-20-16,1 4-18 0,-4-5-19 0,4 5-22 15,0-4-8-15,0 4-20 0,0 0-9 0,0 0-9 16,-5 20-8-16,1-5-8 0,-1 4-8 0,0 8-6 16,-3 1 0-16,3 4-6 0,-3-1 0 0,3 1-6 15,0-1-2-15,0 1-1 0,5-3-2 0,-4 3-1 0,6-4-4 0,0-1-29 16,2-3-25-16,-1 0-29 0,0-5-25 0,2-2-34 15,3 0-25-15,-3-1-66 0,-1-5-149 0,1-4-390 16,-1 0 173-16</inkml:trace>
  <inkml:trace contextRef="#ctx0" brushRef="#br0" timeOffset="104896.54">16972 10940 126 0,'4'-2'182'0,"-1"-3"-21"0,4 1-14 0,-2 3-13 16,1-1-17-16,-1 2-11 0,3 2-10 0,-2 0-11 0,3 2-5 15,-2 2-5-15,-1 1-10 0,2 3-6 0,-3 2-6 16,1 4-3-16,-2 2-2 0,-3 0-3 0,-1 0-1 16,-1 2 2-16,-3 5 0 0,-2-6-1 15,-3 5-5-15,3-6 1 0,-2 0 1 0,-1-1-3 16,-2 0-1-16,1-2-3 0,1-1-2 0,1-2 1 16,3-3 0-16,-2-1 9 0,3-3-2 0,-1 0 6 15,2-1 4-15,1 0 11 0,-3-1 21 0,1 1 23 16,3-2 24-16,1-2 23 0,0 0 11 0,-3 4-3 15,3-4-24-15,0 0-4 0,8-10-17 0,-2 3-9 16,3-5-18-16,0 1-5 16,4-5-8-16,2-4-2 0,3-3-9 0,-4 1-11 15,3 0-9-15,-2-3 1 0,-1 3-11 0,0-1-1 16,-1 7-14-16,-3 1 11 0,-3 3 1 0,-1 3 1 16,-2 0-11-16,1 3 0 0,-4 1-10 0,3 0-20 15,0 2-22-15,-3-1-10 0,-1 4-15 0,0 0 2 16,0 0 8-16,0 12 3 0,0-3 13 0,-1 2-7 15,0 5 7-15,-2 5 4 0,3-3-6 0,5 6 11 0,-1 1-2 0,4-2-11 16,3 2-14-16,6-1-16 0,2-3-16 0,7 3-36 16,2-6-38-16,2 1-54 0,5-4-55 0,-6-2-243 15,4-2-548-15,-2-5 243 0</inkml:trace>
  <inkml:trace contextRef="#ctx0" brushRef="#br0" timeOffset="105450.55">15951 11680 115 0,'-5'0'146'0,"-1"1"-8"0,6-1-10 0,-5 2-14 16,5-2-3-16,0 0-7 0,-7 0-7 15,7 0-6-15,0 0-4 0,-8 1-1 0,8-1-7 16,0 0-8-16,0 0 5 0,0 0-2 0,0 0 4 16,0 0-1-16,0 0-4 0,-6 0-2 0,6 0-10 15,0 0-2-15,0 0-9 0,0 0-1 0,0 0-9 16,0 0-4-16,0 0-2 0,0 0-5 0,0 0-5 15,0 0-5-15,0 0 0 0,0 0-2 0,0 0-2 16,0 0-2 0,0 0 1-16,0 0-4 0,0 0-3 0,0 0 1 0,0 0-2 0,0 0 2 0,0 0 0 0,25-4 1 15,-6 3 0-15,3-6 3 0,8 2-1 0,8-4 4 16,17-2 2-16,8 3 6 0,37-9 3 0,4-1 5 31,7 3 5-31,1-5 0 0,7 6 4 0,3-6 4 0,11 2 2 0,2-2-1 16,0 3 1-16,1 5-4 0,-11-8-5 0,-6 4-2 15,-10 1 7-15,-5-1-11 0,-8 0 0 0,-5 6-1 0,-30-1 3 16,-8 0 3-16,-1 4 2 0,-19-2 7 16,-3 2 10-16,-11 3 20 0,-8 1 17 0,1-1 12 0,-2 3 8 15,-2-3 6-15,-2 3-9 0,-2-1-24 0,2 1-6 16,-3-2-35-16,-3 3-39 0,5-3-38 0,-5 3-42 16,0 0-40-16,0 0-36 0,-19 6-27 0,3-1-49 15,-4 2-51-15,-8 1-224 0,-3 3-544 0,2-2 242 0</inkml:trace>
  <inkml:trace contextRef="#ctx0" brushRef="#br0" timeOffset="105820.45">16813 11838 5 0,'-2'-4'299'16,"-2"-1"5"-16,2 1-9 0,1 0-7 0,-2 1-27 15,3 3-21-15,-2-4-21 0,1 0-26 0,1 4-28 16,0 0-10-16,-3-5-24 0,3 5-16 0,0 0-17 15,0 0-36-15,0 0-26 0,0 0-2 0,-5 11-8 16,3-4-1-16,-2 6-3 16,0 6-2-16,-1-2-3 0,-3 9-2 0,2-1-2 15,-1 2-2-15,2-2-2 0,-1 1 0 0,0-2 3 16,2 2-7-16,1-9 4 0,2 3 1 0,0-3-25 16,-2-1-28-16,3 0-23 0,0-2-30 0,0-5-22 15,0 3-30-15,0 0-20 0,0-5-20 0,0 0-190 0,0 0-408 0,0-2 182 16</inkml:trace>
  <inkml:trace contextRef="#ctx0" brushRef="#br0" timeOffset="106075.77">16996 12037 18 0,'0'0'295'0,"0"0"-25"0,0 0-22 0,-7 0-20 0,7 0-8 16,0 0-17-16,0 0-19 0,0 0-20 0,0 0-13 16,0 0-19-16,17-5-8 0,1 3-16 0,4-1-12 15,10-2-9-15,2 2-5 0,3-1-12 16,16-3-5-16,-15 4-9 16,0-1-4-16,0-1-22 0,-3 0-27 0,-3 2-33 15,-5 1-21-15,-9-1-34 0,-2-1-30 0,-4 4-32 0,0-3-31 0,-5 2-202 16,-4-2-412-16,-1 1 182 0</inkml:trace>
  <inkml:trace contextRef="#ctx0" brushRef="#br0" timeOffset="106292.04">17262 11872 29 0,'-3'-3'313'16,"-1"1"-11"-16,2-1-11 0,-1-1-9 0,1 2-17 15,2 2-24-15,-3-4-23 0,3 4-30 0,-2-3-20 16,2 3-16-16,0 0-17 0,0 0-33 0,0 0-28 15,0 0-11-15,0 0-8 0,-6 11-8 0,6-1-7 16,-1 0-7-16,1 2-2 16,-1 4 0-16,2 2-3 0,0 1-2 0,1 6-4 15,0-6-10-15,0 9-29 0,1-4-33 0,1-4-25 16,0-3-40-16,1 1-20 0,0-1-37 0,4-3-54 16,-4 0-167-16,1-2-426 0,2-5 188 0</inkml:trace>
  <inkml:trace contextRef="#ctx0" brushRef="#br0" timeOffset="106730.02">17549 11904 253 0,'4'-3'251'0,"1"-2"-26"0,0 0-23 15,7 1-21 1,-7 2-20-16,3 1-18 0,-1 1-14 0,2 1-17 15,0 3-5-15,1 0-15 0,-1 1-13 0,-1 4-7 0,-2 0-4 16,2 1-9-16,-4 1-9 0,0 4-4 16,-2 1-4-16,-2 0-3 0,-1 0 1 0,0 1-8 15,-5-3-2-15,0 2-5 0,1-2-2 0,0-2 2 16,-1 0-2-16,-1 1-2 0,0-3-5 0,3-4 0 0,1-1 1 0,-2 1 0 16,4-2 4-16,-1-3 19 0,1 5 23 0,1-6 38 15,-2 3 21-15,2-3 18 0,0 0 22 0,-2 2 15 0,2-2 13 0,0 0-18 16,0 0-17-16,8-12-20 0,-2 4-13 0,1 1-13 15,3-4-9-15,2 0-11 0,-1-1-15 0,0 0-2 16,1 0-13-16,-2 4-2 0,-2 1-7 0,0 1-5 16,-3 0-5-16,2 2-8 0,-5 1-8 0,1 0-10 15,1 2-9-15,0-2-6 0,-4 3-40 0,5-2-15 16,3 1 6-16,-8 1-13 0,6 5 0 0,-5-1-1 16,2 0-1-16,2 5-1 0,-1-2 2 0,0 3-25 15,0 0-19-15,-3 1-22 0,5 2-31 0,-2-1-34 16,0-2-33-16,1 0-37 0,-2-1-279 0,-2-1-587 15,4-3 260-15</inkml:trace>
  <inkml:trace contextRef="#ctx0" brushRef="#br0" timeOffset="107215.15">17906 11864 98 0,'5'-9'335'0,"-1"1"-28"15,-2 1-25-15,2 3-30 0,-1 1-13 0,0-1-35 16,-1 0-24-16,0 1-19 0,-2 3-19 0,4-2-4 16,-4 2-21-16,0 0-11 0,13 6-11 0,-10-1-8 15,0 0-10-15,2 0-6 0,-1 5-9 0,0-3-5 16,0 3-5-16,-3-2-3 0,0 5-4 0,-1-4-8 16,0 0-6-16,0 2 0 0,-1-1-4 0,1-3-1 15,0 0-3-15,0 1-2 16,0-3-3-16,0-1-1 0,0 1 0 0,0-5 3 15,0 6-6-15,-1-3-1 0,1-3 1 0,0 0 0 16,0 6 0-16,0-6 2 0,0 0 19 0,0 4 12 16,0-4 11-16,0 0 6 0,0 0 4 0,0 0-2 15,0 0-4-15,0 0-6 0,0 0-4 0,0 0-1 16,-3 3-9-16,3-3-3 0,0 0-1 0,0 0 1 16,0 0 12-16,0 0-1 0,0 0 1 0,0 0 0 0,0 0 5 0,0 0 5 15,0 0-5-15,0 0 16 0,0 0-7 0,0 0 1 0,0 0-11 0,19-7-3 16,-2 3-6-16,13-2-3 0,3-1-8 0,3-1-2 15,3 1-3-15,16-5-2 0,0 1-6 16,-4 2-5-16,0-1 10 0,-12 3-10 0,0 0-5 16,11-2-3-16,-17 3 3 0,-3 2 1 0,-11 0-1 0,-3 1-4 15,-4 2-2-15,-1-1 5 0,-3 0-4 0,-3 0 3 16,4 2 0-16,-4 0 0 0,0-3 1 0,-5 3-9 16,0 0-17-16,9 0-17 0,-9 0-20 0,8 0-37 15,-8 0-36-15,0 0-40 0,0 0-38 0,0 0-50 16,6 0-26-16,-6 0-44 0,0 0-312 0,0 0-687 15,0 0 304-15</inkml:trace>
  <inkml:trace contextRef="#ctx0" brushRef="#br0" timeOffset="108077.83">19605 11208 137 0,'-11'-8'192'0,"-3"0"-26"0,-5 1-12 0,1 1-6 16,-4 1-13-16,-6 3-14 0,-3 2-6 0,2 1-7 15,-2 1-12-15,2 5-9 0,-2 0-5 0,4 1-10 16,2 4-10-16,0-2-5 0,6 1-2 0,0 1-9 15,2 1-7-15,3 1-4 0,2-1 0 0,0 0-6 16,3 2-1 0,3-1-5-16,3-2 3 0,3 2-2 0,1-3-4 15,3 0-1-15,3 0 1 0,3-2 6 0,4 1 4 0,4 0 1 16,-1-3 4-16,0 0 1 0,5-2 8 0,-3-4 3 16,2 1 8-16,-2-4 4 0,0 0 16 0,0-3 5 0,0-2 8 15,-1-3 7-15,0-1 15 0,-2-1 1 0,1-2-4 16,0-4 1-16,-3 1 0 0,-1-6 1 0,-7 5-13 0,0-8-14 15,2-1 8-15,0-1-6 0,-7-4-5 16,2 1 0-16,-2-3-13 0,-1 1-11 0,0-4 1 16,-1 2 16-16,-2 0 0 0,-1 4 7 0,3 2 7 15,0 3 2-15,-2 6-4 0,2 2-4 0,-2 5-4 0,2 4-6 16,-2 0-11-16,1 1-2 0,2 1-21 0,-4 3-18 16,4-1-42-16,0 5-36 0,0 0 0 15,0 0 8-15,0 0-3 16,-9 21 10-16,4-4 6 0,1 8-1 0,-6 5 6 15,5 0 5-15,-1 4 6 0,0 0-3 0,3-1 5 16,1 2-1-16,2-3 3 0,-2-2 1 0,2-1 1 16,2 2 0-16,5-8 9 0,-7-2-3 0,2-1 2 15,0-3 5-15,0-4 1 0,-2-1-1 0,1-2-13 16,-1 0-11-16,3-1-6 0,-3-1-14 0,0-1-16 16,3-1-16-16,-3-2-6 0,-2 1-23 0,4-2-14 0,-2-3-13 0,-3 7-4 15,3-7-10-15,0 6-12 16,0-6-27-16,0 0-53 0,0 0-226 0,0 0-505 15,0 0 225-15</inkml:trace>
  <inkml:trace contextRef="#ctx0" brushRef="#br0" timeOffset="108639.67">19701 11117 63 0,'5'-5'241'0,"-1"0"-24"16,1 1-12-16,0 2-15 0,0-1-22 0,-1 1-22 15,-4 2-8-15,13 1-12 0,-7 0-8 0,2 3-11 16,-3 1-10-16,3 2-3 0,1 1-6 0,-3 2-6 15,1 1-9-15,-1 3-1 0,0 1-8 0,-1 0-1 16,-3-2-1-16,0 4-7 16,-2 1 1-16,-1-1-11 0,0 0-3 0,-4 0-1 15,1 0 0-15,-1-2-1 0,0-4 1 0,1 0-1 16,-2-1-3-16,-1 1 2 0,4-5 1 0,1 2 3 16,-3-4 5-16,2 0 4 0,2-1 15 0,-2 1 21 0,2-1 19 15,1-3 46-15,-4 4 33 0,4-4 33 0,0 4 22 16,0-4 13-16,0 0 1 0,0 0-19 0,0 0-28 15,0 0-20-15,9-15-22 0,-2 8-12 0,5-5-19 0,1-5-15 16,2 3-11-16,5-4-10 0,0-3-15 0,2 0-6 16,-2 0-6-16,1 1-8 0,-6 8-7 15,-1 0-9-15,-4-2-1 0,2 7-4 0,-6-1-9 16,1 5-4-16,-2-3-5 0,-1 2-14 0,2 0-18 0,-5 2-26 16,2 0-24-16,-3 2-28 0,0 0-2 0,0 0 8 15,0 0 6 1,-3 12 8-16,-2-5 2 0,0 3 11 0,-1 0 1 15,-1 2 6-15,3-1 2 0,-2 4 2 0,5-3 11 16,-2 0-1-16,3 5 6 0,3-7 4 0,2 2 6 0,1-1 1 16,7 2 7-16,3-1 3 0,10-2 4 15,0 2 1-15,7-7 4 0,-3-1-2 0,6-1 6 16,-4 2-2-16,4-5 7 0,-4 0 9 0,-1 0 12 0,-2-4 6 16,0 1 3-16,-7 1 10 0,-1 2 6 0,-10 0 10 0,2-3 9 0,-2 1 4 0,-3 2 1 15,-2-1-8-15,0 0-4 0,-6 1-7 16,9 0-6-16,-9 0-8 0,10-3-9 0,-10 3-7 15,5 0-25-15,-5 0-36 0,0 0-50 0,5-2-67 0,-5 2-76 16,0 0-83-16,0 0-78 0,4 6-51 0,-3-3-70 16,0 0-277-16,-1-3-844 0,0 0 374 0</inkml:trace>
  <inkml:trace contextRef="#ctx0" brushRef="#br0" timeOffset="-211601.1">21385 12192 53 0,'0'0'177'0,"0"0"-19"0,0 0-17 0,-7 2-13 16,7-2-3-16,0 0-18 0,0 0-10 0,0 0-5 15,0 0-6-15,0 0-2 0,0 0-8 0,0 0-2 16,0 0-4-16,0 0-3 0,0 0-4 0,0 0-5 16,-4-2-1-16,4 2 1 0,0 0-6 0,0 0 5 15,0 0-6-15,0 0 3 0,0 0-4 0,0 0-3 16,0 0-1-16,0 0-4 0,0 0-2 0,0 0-3 0,0 0-2 16,0 0-2-16,0 0 2 0,0 0-6 0,0 0-4 15,0 0-2-15,0 0-1 0,0 0-1 0,0 0-6 16,0 0 1-16,0 0-3 0,0 0 0 0,0 0-4 15,0 0 0-15,0 0-3 0,0 0 2 0,0 0-2 16,0 0 0-16,0 0-2 0,0 0 2 0,0 0-3 16,0 0 2-16,0 0 2 15,0 0 7-15,0 0 0 0,0 0 3 0,0 0-2 16,0 0 3-16,16-3-6 0,-5 1-4 0,6-1 1 16,4-1-1-16,7 0 2 0,4 3-4 0,1-2-1 15,4-2 1-15,0-2-5 0,-3 5 2 0,0-1 10 0,1 2-6 0,-3-2-6 16,-3-2-2-16,-7 5 6 0,-4 0 0 0,-4-3-2 15,-2 3-4-15,1-2 2 0,-8 2-12 0,0 0-13 16,-5 0-19-16,13 0-21 0,-13 0-24 0,5 0-15 16,-5 0 13-16,0 0 4 0,0 0-23 0,-14 10-30 15,5-7-198-15,-2-2-364 0,-1 2 162 16</inkml:trace>
  <inkml:trace contextRef="#ctx0" brushRef="#br0" timeOffset="-211215.61">21439 12360 105 0,'-4'1'169'0,"4"-1"-18"0,0 0 1 0,0 0-10 16,0 0-6-16,14 2-8 0,0-2-13 0,9-2 1 0,8 2-5 0,1-3 0 16,4 3 0-16,1-4 3 0,15 1 6 0,-15 0-1 15,0 3-9-15,-1-2-6 0,-5-1-11 0,-3 3-9 16,-9-1-7-16,-6 1-10 0,-2-1-3 0,-2 1-5 15,0-2-7-15,-4 2-4 0,3 0-3 0,-8 0 0 16,9 0-6-16,-5 0-5 0,-4 0-14 0,0 0-22 16,7 0-21-16,-7 0-30 15,0 0-27-15,0 0-21 0,7 0-43 0,-7 0 17 16,0 0-25-16,0 0-209 0,-3 7-389 0,3-7 173 16</inkml:trace>
  <inkml:trace contextRef="#ctx0" brushRef="#br0" timeOffset="-210450.97">22761 12218 112 0,'0'0'215'0,"0"0"-10"0,0 0-14 0,0 0-10 16,0 0-4-16,-5-2-14 0,5 2-14 0,0 0-17 15,0 0-18-15,0 0-10 0,0 0-9 0,12-5-9 16,-7 3-11-16,9-2-5 0,-2 0-7 0,5-1-8 16,4 0-7-16,6-4-4 15,3-1-3-15,1 0 0 0,1 1-6 0,1-5-5 16,3 1 5-16,-3 1 1 0,-1-2 0 0,1-1 7 16,-5-1 1-16,3 0 9 0,-4-1 2 0,-4 0 3 15,0 2 7-15,-4-3 2 0,-5 4 9 0,0-1-11 0,-5 0-4 0,2 1-5 16,-3 0 0-16,-4 3 0 0,-1-1-5 0,-1 1-3 15,-2 0-9-15,-5 0-11 0,1 4-3 0,-6-1-10 16,0 1-7-16,-8 2-7 0,-2 3 6 16,-11 2-2-16,-5 4-4 0,3 1 0 0,-3 5-3 15,0 4 3-15,2 1-7 0,1 4 1 0,-11 7-5 16,7 5 0-16,12-5 0 0,-5 10 2 0,8-5 2 0,5 1-4 16,6-1-1-16,7 1 8 0,7-1 2 0,6-2 5 15,5 0 2-15,10-4 2 0,17 6 4 0,1-7-5 16,11-5 0-16,-2-2 1 0,5-5 3 0,3-2-1 0,-3-5-2 15,-1-1 0-15,-5-4 3 0,-12-1-2 0,-6-2 5 16,0 1-4-16,-13-1 1 0,-1-2 1 0,-4 2 0 16,-2-1 1-16,-2 2 1 0,-3-1-10 0,1-1-31 15,-4-1-40-15,-1 2-108 0,-1-4-104 0,-2 0-236 16,0 7-557-16,-5-12 247 0</inkml:trace>
  <inkml:trace contextRef="#ctx0" brushRef="#br0" timeOffset="-209190.16">23445 11217 126 0,'0'-5'199'0,"0"5"-12"0,0 0-15 16,0-4-19-16,0 4-15 0,0 0-11 0,3-6-19 15,-3 6-9-15,1-2-12 0,-1 2-7 0,6-3-8 16,-6 3-4-16,9 0-9 0,-4-1-8 0,3-2-5 16,2 2-7-16,1-1-1 0,-1 1-7 0,2 1-5 15,0 0 2-15,1 0-5 0,-2 1-2 0,2-1-2 16,1 4-7-16,-1-2-3 15,-2-1 1-15,2 3-7 0,-4 3-4 0,4-1 5 16,-7-1 1-16,2 2 0 0,1 2 1 16,-5 2-5-16,-2-2 0 0,0 4 2 0,-2-1 0 0,-2 0 8 15,-3 3-11-15,-2 1 7 0,-4 0 0 0,-2-2-2 16,1 0 4-16,-1 0-3 0,-4 1 2 0,3-1 2 16,-7 2 0-16,3-3-1 0,2-1 6 0,0-5-5 15,2 3 2-15,1-4 1 0,-1 5 0 0,2-4-2 0,2 1-3 16,1-3-3-16,3 2 2 0,-1-2 0 0,1-2-2 15,1 0-7-15,1 0 13 0,0 1 9 0,-1-1 10 16,5-1 2-16,0-2 3 0,-5 3 8 0,5-3 5 16,-3 4 9-16,3-4 5 0,0 0 14 0,6 4 11 0,1-3 2 15,6-2-2-15,6 1-5 0,9-3-2 0,3 3-6 16,1-1-6-16,2 1-4 0,2-3-6 0,1 2-4 0,-1-2-4 16,1 3-4-16,-4-1-4 0,-1 1-3 0,0 1-8 0,-4-1 0 15,-6 0-5-15,-4 0 9 0,-4 3-18 16,-4-3 1-16,2 1-4 0,-5-1-1 0,0 0-1 15,-7 0-4-15,10 0-2 0,-5 0 4 0,-5 0-6 16,8-1-6-16,-8 1-4 0,0 0-3 0,5 1-6 16,-5-1-8-16,0 0-8 15,0 0-14-15,0 0-12 0,6-3-16 0,-6 3-17 16,0 0-12-16,0 0-14 0,3-2-23 0,-3 2-15 16,0 0-17-16,4-3-25 0,-4 3-233 0,5-2-465 15,0-4 205-15</inkml:trace>
  <inkml:trace contextRef="#ctx0" brushRef="#br0" timeOffset="-208095.53">24283 11520 9 0,'0'0'187'0,"0"0"-6"0,0 0-9 0,0 0-17 16,0 0-12-16,0 0-13 0,0 0-5 0,0 0-7 15,8-9-5-15,-3 6 0 0,4-1-8 0,-4 0 7 16,4 0-18-16,3-2-6 0,-3 1 1 0,1-4-2 16,5-2 0-16,-2 1-2 15,2-2-6-15,-1 0-6 0,-1-1-3 0,1 0-5 16,7-7-6-16,-5 2-1 0,-1-3-3 0,-2-2-8 16,-1 1-2-16,-1-4 4 0,-2 2-15 0,-1-2-3 0,0 1 2 0,-6-2-1 15,5 1 5-15,-4 7 2 0,-1-2 13 0,-1 3-1 16,-1 0 17-16,1-1-9 0,-2 4 2 0,1 5-3 15,-3-3-6-15,2 2-2 0,1 3 4 16,-2-1-4-16,2 2-6 0,-2 2-5 0,2 0-9 0,0 0-12 16,-1 2-14-16,-3-1-19 0,4 4-6 0,0 0 3 15,0 0-1-15,-16 10-2 0,8-2 4 0,-4 6 0 16,-3 5-2-16,2 5 9 0,-6 4-4 0,1 0 2 16,3 1 1-16,0-1-1 0,4 1 1 0,-2-2 2 15,3 2 3-15,4-2-2 0,3-2 3 0,3-6 2 16,0 1 0-1,4-2 3-15,3-2 11 0,3 1-6 0,3 0-2 16,6 1 7-16,-1-7-4 0,9-2 15 0,3 0-13 16,0-1 0-16,2-4 1 0,1-1 2 0,-1-3-2 0,-2-3-5 15,1 1 3-15,-3-4 1 0,-9 2-3 0,2-2 5 16,-3-2 7-16,-2 1 13 0,0-3 12 0,-1 1 12 16,-4-3 5-16,3 0 10 0,-6 4 2 15,0-3 4-15,-2 0 10 0,-2-1 4 0,2 3-2 0,-2-1 7 0,0-3-8 0,-3 4 5 16,3 0 2-16,0 1-2 0,-4 0-5 0,4 1-3 15,-3-2-3-15,-1 4-1 0,2-3-5 16,1 3-4-16,-3 1-10 0,1 3-4 0,-1-5-14 0,0 6-1 16,3-2-9-16,-3 2-5 0,0 0-10 0,1-5-22 15,-1 5-18-15,0 0-27 0,0 0-17 0,0 0-2 16,0 0 5-16,0 0 10 0,-4 13 1 0,3-5 1 0,-4 2 8 16,5 0 10-16,-5 2-1 0,1 0 3 0,0 6 4 15,-1-2-1-15,1 2 18 0,-2-3-15 0,2-4 5 16,2 1 6-16,0 0-3 0,-1-1 7 0,1-4-5 15,0 1 6-15,0-1 7 0,2-2 0 0,-1 0 8 16,0-2 12-16,0 1 21 0,1-4 30 0,-2 5 33 16,2-5 27-16,0 0 12 15,0 0-7-15,0 0-12 0,0 0-12 0,12-9-14 16,-6 3-6-16,2-1-15 0,2 0-6 0,-3-2-7 16,2-2-5-16,1 5-5 0,0-4-6 0,-4 5-6 0,4-2-5 0,-3 1-3 15,-2 2-6-15,0 1-7 0,-1 0-8 0,-3 1-8 16,-1 2-15-16,8-2-17 0,-8 2-13 0,9 2-10 15,-4 1-10-15,0 2-11 0,4-2-15 0,0 6-15 16,1-1-37-16,2 1-22 0,-1 4-25 0,1 0-19 16,2 0-32-16,-3 3-42 0,3-1-55 0,-4 0-367 15,5-4-761-15,-3 0 337 0</inkml:trace>
  <inkml:trace contextRef="#ctx0" brushRef="#br0" timeOffset="-207109.14">25561 11189 2 0,'0'0'206'0,"5"-6"-17"16,-1 5-22-16,2-2-17 0,3 2-9 0,3-3-14 16,1 3-3-16,1 0-14 0,0 1-7 15,5 1-17-15,-1 1-7 0,0 2-11 0,-2-1-5 0,1 4-10 0,-5 0-2 16,-1-3-3-16,0 6-6 0,2-1-4 0,-5 2-6 15,-3 1-2-15,1 3 1 0,-3-3-5 0,-3 1-4 16,-3 3 0-16,2 0-2 0,-8 0-1 0,3 1-4 16,-2-2 1-16,-1-1 1 0,0-4-3 0,0 1 2 0,2-1 2 15,-2-2 4-15,0-1 4 0,2-2 5 16,1-1 4-16,1 1 3 16,-1-2 12-16,0 1 10 0,4 0 24 0,-1-3 31 15,1 2 28-15,-1 0 42 0,3-3 23 0,0 0-11 16,0 0-24-16,0 0-31 0,3-12-2 0,3 6-14 15,3-4-20-15,5-2-7 0,0-1-7 0,2-3-11 16,5-2-8-16,2 1-15 0,0-4-6 0,0 3-6 16,-6 5-10-16,-1 1-10 0,0-1 3 0,-2 4-2 15,-6 2-5-15,1 1-3 0,1 1-1 0,-5 2-5 0,0-1-10 0,0 0-15 16,-2 3-20-16,-1 0-39 0,-2 1-10 0,0 0 7 16,8 6 5-16,-6-2 22 15,-2 1-19-15,0 4 8 0,-4 1 4 0,3 0 6 16,-1 2 3-16,-1 4 5 0,3 0 6 0,0-2 5 15,3 1 0-15,-3 2 17 0,1-5-25 0,3 2-19 16,-2-2-11-16,4 0-32 0,-1-2-25 0,2-1-44 0,2-2-55 0,1-2-87 0,-1-2-163 0,2-3-512 16,0-3 227-16</inkml:trace>
  <inkml:trace contextRef="#ctx0" brushRef="#br0" timeOffset="-206793.04">26130 10935 11 0,'4'-9'295'0,"0"2"-5"16,-1 2-18-16,1-1-20 0,0-1-21 0,2 3-25 0,-3 1-27 16,1 2-18-16,0-1-18 0,-4 2-16 0,7 0-11 15,-7 0-10-15,12 6-11 0,-10-2-7 0,2 4-8 16,-1 2 2-16,-1 1-18 0,-2 5-5 0,-2 2-6 0,-1 2-9 15,-1-1-3-15,-2 0 0 0,0 0-1 16,-1-1-9-16,1-1 0 0,1-3-4 0,1-1-4 16,-1-3 0-16,1-1-4 0,1-1-3 0,2-2-1 15,0 0 2-15,0-2 4 0,3 1 1 0,1-1-3 0,3-1-1 16,7 0-1 0,6-1 3-16,9-1-23 0,0-1-36 0,4 0-39 15,5-3-68-15,-1 0-70 0,-4-4-270 0,1-1-526 16,0 1 233-16</inkml:trace>
  <inkml:trace contextRef="#ctx0" brushRef="#br0" timeOffset="-206507.94">26548 11330 63 0,'0'0'229'0,"-7"5"-18"0,7-5-9 15,-5 1-6-15,5-1-8 0,0 0-14 0,-5 1-18 16,5-1-17-16,0 0-8 0,0 0-10 0,0 0-8 16,0 0-11-16,19 0-9 0,-11-1-12 0,2 0-6 15,4-2-11-15,3 0-4 0,5-1-6 0,-1 2-6 16,-1-2-15-1,9-3-30-15,-2 2-34 0,-8 2-36 0,-1-3-41 0,1 1-37 16,-8-2-220-16,2 2-394 0,-4-1 175 0</inkml:trace>
  <inkml:trace contextRef="#ctx0" brushRef="#br0" timeOffset="-206292">26723 11161 163 0,'-4'-4'331'0,"0"2"-8"0,4-2-6 0,0 4-7 15,-2-4-17-15,-1 2-31 0,3 2-21 0,0 0-40 0,-4-3-15 16,4 3-26-16,0 0-13 0,0 0-22 0,0 0-8 16,0 0-35-16,0 0-10 0,-5 9-4 0,4-3-13 15,-3 2-7-15,4 2 0 0,-1 4-5 16,2 1 0-16,-1 6-10 16,0-3-3-16,1 2-3 0,2-1-7 0,-1 5-26 15,2 0-24-15,-1-4-25 0,-1-2-21 0,1 4-31 16,1-5-33-16,-3-1-35 0,4 0-39 0,1 0-277 15,-2-7-531-15,1-4 235 0</inkml:trace>
  <inkml:trace contextRef="#ctx0" brushRef="#br0" timeOffset="-205991.46">27006 11252 44 0,'6'-9'407'16,"-1"0"-5"-16,-3 1-8 0,1 0-7 0,-1 4-18 15,0-1-35-15,0 2-28 0,0-2-34 0,-1 1-28 16,-1 4-28-16,3-1-38 0,-3 1-31 0,0-4-39 16,0 4-20-16,0 0-9 0,0 0-9 0,0 0-13 15,0 0-1-15,2 17-14 0,-2-12-13 0,0 6 3 16,0-1-2-16,-2 1 0 0,2 0-2 0,-1 1 10 16,-1-1-24-16,1 2 0 0,-1-1 1 0,2 1-3 15,-2-2 6-15,0-1-8 0,1-2 2 0,0 4-1 16,1-7 1-16,-1-1-18 0,-1 3-25 0,4-3-13 15,-4 0-11-15,2-1-4 0,0-3 2 0,-1 7-4 0,1-7 10 0,0 3-16 16,0-3-1-16,0 0-7 0,0 0-35 0,0 0-98 16,0 0-69-16,-1-12-279 0,-1 3-603 0,5-2 267 15</inkml:trace>
  <inkml:trace contextRef="#ctx0" brushRef="#br0" timeOffset="-205775.32">27263 11001 151 0,'4'-2'292'0,"-1"-1"-26"0,1 1-27 0,-4 2-26 16,0 0-11-16,16 5-8 0,-7 2-15 0,1 2-9 0,-1 6-4 15,4 6-11-15,1 8-10 0,-5-2-8 0,-1 5-5 16,-3 2-17 0,-9 12-13-16,-1-10-5 0,-7 7-11 0,-4 3-5 15,-4-1-6-15,-2-4-12 0,-5 2-15 0,-8-5-22 0,-1-1-34 16,-4-5-41-16,-4-4-34 0,-6 1-53 15,2-4-73-15,-7-3-267 0,-4-4-513 0,2-6 227 16</inkml:trace>
  <inkml:trace contextRef="#ctx0" brushRef="#br0" timeOffset="-205321.46">25543 10867 91 0,'-14'13'193'0,"-5"7"-7"0,1 6-8 0,-6 15-10 0,1 0-11 15,0 2-5-15,4 6-11 0,1-4-14 0,4 4-11 16,2 3 4-16,11-6 2 0,1 1-11 0,10-2 0 16,4 5-1-16,4-4-7 0,12-4-8 15,3-2 0-15,4-1-12 0,5-5-11 0,4-5-33 0,-1-3-77 16,7-3-107 0,-5-5-254-16,-11-7-430 0,4-5 190 0</inkml:trace>
  <inkml:trace contextRef="#ctx0" brushRef="#br0" timeOffset="-203679.73">27566 12085 19 0,'0'0'150'0,"0"0"-15"0,0 0-5 0,0 0 0 16,0 0-8-16,0 0-3 0,0 0-3 0,-1-3 0 16,1 3-2-16,0 0-4 0,0 0 0 0,0 0-5 0,0 0-5 0,0 0-8 15,0 0 4-15,0 0-11 0,0 0 1 0,0 0-6 16,0 0-2-16,0 0 2 0,0 0 2 15,0 0-3-15,0 0 2 0,0 0-2 0,0 0 3 0,0 0-2 16,0 0 5-16,-3-4-2 0,3 4-8 0,0 0-7 16,0 0-1-16,0 0 0 0,0 0-17 0,17-1-8 15,-7 0-6-15,12-3-12 0,-2 1-7 0,10 0-30 0,2 1-23 0,1 1-25 16,-1-2-25-16,-3 2-21 0,2 1-46 0,0-3-37 31,-2 3-248-31,-7-2-474 0,-1 1 210 0</inkml:trace>
  <inkml:trace contextRef="#ctx0" brushRef="#br0" timeOffset="-203486.36">27716 12201 76 0,'-2'3'287'0,"-2"-1"-22"0,4-2-21 15,-1 3-21-15,1-3-19 0,0 0-19 0,0 0-14 0,17 4-18 0,3-4-11 16,10 1-16-16,7-1-19 0,15 0-46 0,0-3-61 16,2 5-77-16,3-5-134 0,-6-3-115 0,-12 3-354 15,12-6 157-15</inkml:trace>
  <inkml:trace contextRef="#ctx0" brushRef="#br0" timeOffset="-202677.77">29098 11776 115 0,'0'-3'221'0,"4"-1"-21"0,0 0-22 16,1 3-15-16,1 0-20 0,5-1-14 0,-1 2-13 16,0 0-18-16,3 2-7 0,-2 0-11 0,2 2-8 15,0 2-12-15,2 4-6 0,-1-1 2 0,-1 5-9 0,-2 0-4 16,-3 3-3-16,1 2-7 0,-6 2 0 0,-2 5 2 16,-2-1-6-1,-6 0-5-15,-2 1 5 0,-1 1-9 0,-4-1 2 16,-2-2 1-16,1-2-4 0,-2-1-5 0,3-1 0 15,1-5 9-15,1-1 2 0,2-4 12 0,0 0 4 16,3-4 7-16,1 0 1 0,2-1 13 0,0 0 10 16,-1-3 25-16,4 2 27 0,-3-4 24 0,4 0 30 15,0 0 22-15,0 0-12 0,0 0-18 0,0 0-15 16,10-14-20-16,1 5-11 0,3-6-13 0,6-4-21 16,2 0 2-16,3-3-11 0,0-2-16 0,-1 1-3 0,0-3-13 0,3 2-4 15,-4-3-14-15,-1 6 3 0,-3 1-10 0,-4 7 13 16,-7 2-1-16,0 3 1 0,-1 2-8 0,0 0-4 15,-4 1 1-15,1 1-16 0,0 2-21 0,-1-1-38 16,-3 3-10-16,6 0-3 0,-6 0 5 0,1 10 2 16,-1-4 10-16,2 6 5 0,-4 1-1 0,2 4 12 15,-1-1 4-15,2 3 1 16,-1 0 3-16,4 0 7 0,-4 0-2 0,7 0-31 16,-2-2-17-16,1 0-23 0,1-4-29 0,0 2-27 15,-2-4-29-15,3-4-48 0,-2-1-54 0,2-2-275 0,-2-4-594 0,2 0 263 16</inkml:trace>
  <inkml:trace contextRef="#ctx0" brushRef="#br0" timeOffset="-202284.04">29648 11480 298 0,'5'-7'321'15,"-3"2"-8"-15,2-2-26 0,0 1-24 0,-3 2-28 0,1 0-15 16,0-1-38-16,-2 2-23 0,0 3-15 0,6 0-20 16,-6 0-6-16,6 5-12 0,-4 2-14 0,-1 0-11 15,2 4-3-15,-3 5 3 0,0 2-13 0,-4 0-9 16,0 7-11-16,-2 1-1 0,-2 0-8 0,-3-3 10 16,-2-1-15-1,5-3-6-15,1-2 0 0,2 0-2 0,-1-8-1 0,0 1-4 16,2 0-7-16,0-3 2 0,2-2 4 0,1 0-3 15,-1-1-1-15,2 1 20 0,0-2 21 0,0-3 21 16,8 4 20-16,3-4 4 0,9 0-3 0,9-2-11 16,-1 0-7-16,8-1-7 0,2 0-6 0,1-3 2 15,-1 0-6-15,14 0-12 0,-16 1 3 0,1-1-8 16,-6-1-3-16,-4 3-5 0,-7 1-2 0,-3 0-1 16,-6 2-5-16,-1 0-11 0,-2-1-13 0,-3 1-18 0,4 1-28 0,-4-1-45 15,-5 1-39-15,0 0-19 0,0 0-12 0,0 5-23 16,0-5-30-16,-11 9-40 0,3-5-55 0,0 4-274 15,3-4-624-15,-1 1 276 0</inkml:trace>
  <inkml:trace contextRef="#ctx0" brushRef="#br0" timeOffset="-201967.91">30132 11936 212 0,'-8'1'219'0,"5"0"-10"0,3-1-13 0,-9 2-11 16,9-2-7-16,-4 2-15 0,4-2-13 0,0 0-12 15,-5 1-7-15,5-1-1 0,0 0-3 0,0 0-5 0,12 7-6 16,2-7-11-16,-1-2-11 0,6 2-11 0,11 0 2 15,0-1-17-15,2 1-8 0,3 0-7 0,1-3-3 0,-2 1-7 16,-2 1-8-16,3-3 0 0,-5 2-13 0,-9-1-16 16,-2-1-24-16,-6 0-30 0,-2 2-29 0,-1-2-50 15,-2 1-51-15,-7-2-32 0,-1 1-184 0,-1-1-425 16,-1 1 189-16</inkml:trace>
  <inkml:trace contextRef="#ctx0" brushRef="#br0" timeOffset="-201767.63">30322 11787 290 0,'0'-2'357'0,"-1"-3"4"0,1 5 1 0,-4-5-8 15,4 5-25-15,0-4-24 0,0 4-30 0,-4-3-35 16,4 3-24-16,0 0-33 0,0 0-37 0,0 0-30 16,0 0-23-16,0 0-26 0,-5 12-8 0,5-2-18 0,-1 8-2 0,-3 0-5 15,2 10-1-15,-3-2-6 0,3 1-1 0,0 1-45 16,-1 2-21-16,2-2-31 0,-2 0-28 15,3-2-38-15,0-1-51 0,-2-6-57 0,2-1-281 0,2-4-569 16,0-1 251-16</inkml:trace>
  <inkml:trace contextRef="#ctx0" brushRef="#br0" timeOffset="-201429.5">30790 11862 34 0,'1'-16'487'0,"2"4"-11"0,-2 1-24 16,-1 2-25-16,0 3-28 0,4 0-33 0,-4 0-36 15,1 1-37-15,-1 0-32 0,0 5-33 0,0-4-30 16,0 4-41-16,3-4-32 0,-3 4-36 0,0 0-21 16,0 0-18-16,0 0-2 0,2 13-9 0,-2-3-11 15,0 1-4-15,-1 3-2 0,1 6-6 0,-1-2-4 16,-2 3-4-16,2-2 6 0,-3 0-3 0,0 0-3 15,3 1 1-15,0 1 0 0,-2-4-4 0,3-2 1 0,-1-1 0 0,1-4 1 16,-4-1 3-16,4-1-2 0,0 0 8 0,0-4-7 16,0 2-3-16,-4-2 11 0,6 0-6 0,-2-4 6 15,-2 5 0-15,2-5 0 0,2 3 1 0,-2-3-21 16,0 0-12-16,0 0-19 0,0 0-27 0,0 0-53 31,0 0-62-31,0 0-65 0,-3-12-60 0,3 2-69 0,1-3-221 0,1-3-639 16,1-2 282-16</inkml:trace>
  <inkml:trace contextRef="#ctx0" brushRef="#br0" timeOffset="-201175.63">31131 11479 261 0,'1'-6'333'0,"2"1"-27"0,-2 2-33 0,1 0-31 0,-2 3-30 16,5-1-23-16,-5 1-14 0,11 8-14 0,-3 3-16 15,0 6-9-15,3 15-6 0,-4 1-10 0,3 16-7 16,-3 4 19-16,-4 2-5 0,-2 1-12 16,-2 2-10-16,-5 0 6 0,-6-2-28 0,-1-2-13 15,-6-2 6-15,0-4-9 16,-8-3-4-16,0-4-1 0,-1 2-6 0,-5-6-30 16,-5 0-21-16,-2-6-34 0,-2-1-33 0,-3-5-51 15,-5 0-66-15,-1-7-95 0,-6-3-266 0,-2-5-584 0,1-6 258 0</inkml:trace>
  <inkml:trace contextRef="#ctx0" brushRef="#br0" timeOffset="-200658.61">29131 11340 157 0,'-14'7'197'0,"8"1"-4"16,-7 9-11-16,-1 9-4 0,-13 18-5 0,1 5 2 16,-11 29-5-16,-3-1 1 0,4 2-14 0,3-3-13 15,3 0-13-15,11-23 8 16,10 3-6-16,4 0 4 0,5-1-1 0,9 2 1 16,5-3-17-16,9-3-6 0,16-5-7 15,4 0-6-15,6-7-5 0,35 9-11 0,3-11-28 0,6-7-75 0,0-5-80 16,3-7-163-16,-2-11-242 0,-30-3-544 0,26-10 241 0</inkml:trace>
  <inkml:trace contextRef="#ctx0" brushRef="#br0" timeOffset="-199494.56">31483 11225 233 0,'6'-3'219'0,"2"-1"-17"0,-2 3-22 0,-1 1-25 16,-5 0-12-16,12 1-17 0,-5 0-13 0,-3 3-6 15,1 2 4-15,-1 0-4 16,-1 5-11-16,-1-2-8 0,1 4-9 0,-3 5-3 16,-3-1-7-16,2 2-7 0,-4-1-7 0,0 2-7 15,-3-1-3-15,1-2-8 0,-1-1 5 0,1 1-11 16,1-3-1-16,0-3-1 0,-1-1-4 0,2-2 3 16,1 0 11-16,2 1 8 0,0-5 14 0,0 0 21 15,-1 2 10-15,3-2 26 0,-1 0-5 0,-3-1-2 16,4-3 25-16,0 0 0 0,0 0-1 0,-1 4 6 15,1-4-11-15,0 0-1 0,0 0 3 0,-4 3-17 16,4-3-10-16,0 0-9 0,0 0-11 0,0 0-24 16,0 0 1-16,0 0 3 0,0 0-5 0,0 0-5 15,0 0-9-15,0 0-4 0,0 0 0 0,0 0-6 16,0 5-4-16,0-5-8 0,0 0 2 0,0 0 1 0,0 0 0 0,0 0-12 16,0 0 13-16,0 0-4 0,0 0 5 0,0 0 1 0,0 0-6 0,0 0-18 15,0 0 24-15,0 0 6 0,0 0-10 0,0 0 9 16,0 0 3-16,0 0 0 0,0 0 12 0,0 0-6 15,0 0 1-15,0 0 0 0,14-3-9 0,-1 1-2 16,7-1-5-16,12 2-1 0,19-2-5 0,-1-2-2 16,9 1-5-16,5 1-2 0,33-10-3 0,-4 11-2 15,-29 0 2-15,1-5 2 0,1 5-3 0,-6-1 7 16,-5-1 0-16,-16 3-3 0,-4-2 7 0,-8-1 10 16,-7 3 17-16,-7-1 22 0,-1 1 12 0,-4 0 7 15,-1 0-2 1,-1 1-2-16,1-1-14 0,-3 0-5 0,-4 1-13 15,9 0-25-15,-9 0-37 0,0 0-56 0,8 1-53 0,-8-1-62 16,5 1-66-16,-5-1-43 0,0 0-46 0,-11 13-83 16,-2-9-426-16,4 2-914 0,1-4 404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8:11:12.39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2298 2965 216 0,'0'0'240'0,"0"0"-24"0,2-2-22 16,-2 2-20-16,0 0-21 0,0 0-9 0,0 0-15 16,0 0-16-16,0 0-15 0,0 0-11 0,-18 5-10 15,13-2-6-15,-2-1-10 0,2 0-4 0,-4 4-7 0,-2 2-6 0,3-3-5 16,-9 5-4-16,2 0-6 0,-2-1-2 0,-3 2-2 15,-2 5 2-15,-2 0-30 0,1-1 2 16,-2 0-7-16,1 3 3 0,3-2 0 0,-1 1 2 0,4-5-1 16,4 2 1-16,-1-3-1 0,1 4-3 0,2-3 3 15,1 2-2-15,0-5 3 0,5 1 1 0,0 1 0 16,2 0 4-16,1 0-4 0,6 0 5 0,-3-2-1 16,7 3 5-1,5-2 1-15,3 1 4 0,11 2-1 0,1 1 4 16,2-4-3-16,4 1-1 0,3-2-7 0,-4 0 4 15,0 0-5-15,0 2 11 0,-1-2-7 0,-2 1-2 16,-2 1-2-16,-9-2 0 0,0 0 1 0,-3 0-3 16,-4 1 2-16,-3-1 5 0,-4 2-2 0,-4 0 11 15,-7 4 0-15,-13 2 2 0,-3 0 5 0,-7 3-5 16,-6-4 11-16,-13 3 3 0,-2 1 13 0,1-6 3 0,1 1 6 0,0-2 2 16,-5 3 2-16,17-8-3 0,-14 4 1 0,13-6-5 0,0-1 3 15,4 1-8-15,3 0-2 0,11-3 0 0,2-2 3 16,7 2-11-16,-1-2-3 0,4-1-3 0,2 3-3 0,1-2-6 15,5-1-6-15,0 0-3 0,0 0 2 0,0 0-9 16,0 0-13-16,31-12-16 0,-11 7-28 16,8-2-39-16,0 1-50 0,1 1-55 0,1-7-57 15,-6 1-193-15,6-1-483 0,-3 1 214 0</inkml:trace>
  <inkml:trace contextRef="#ctx0" brushRef="#br0" timeOffset="453.96">2608 3433 139 0,'0'0'260'16,"0"0"-23"-16,-11-3-23 0,11 3-23 0,-6-3-19 15,6 3-17-15,0 0-17 0,-10 3-14 0,2-1-16 16,-2 0-13-16,1 3-10 0,-4 2-4 0,-5 3-14 16,1-1-2-16,0 2-10 0,-6 2-3 0,6-2-10 15,2 3-2-15,1-1-12 0,-2 1 1 0,4-1 1 16,-1 0-5-16,8 0 3 0,-7-1 3 0,7-2 4 16,0 3-3-1,5-2 0-15,4 1 2 0,-3-4-1 0,3 1 10 16,5-2 0-16,1-2 1 0,8-1-2 0,5 2-1 15,4-9-4-15,2 0-6 0,2-1-2 0,-2-1-1 16,3-2-1-16,-7-2 14 0,-5 2 7 0,2-1 8 16,-7-2 12-16,0 1 2 0,-2-2-5 0,-1-2-4 15,-6 2-4-15,-1 0-1 0,-2-4-6 0,-2 5-1 16,-1-5-7-16,-5-2-5 0,0 6-12 0,-8-3-3 0,3 3-6 0,-6 1-9 16,1 3-1-16,-4-1-7 0,6 5-7 0,-3-3-6 0,3 5-13 15,-9 0-14-15,5-1-23 0,3 4-26 0,4-2-34 16,0 2-35-16,-3-2-47 0,7 3-28 0,2 0-22 15,1-1-173-15,3-2-465 0,0 0 205 0</inkml:trace>
  <inkml:trace contextRef="#ctx0" brushRef="#br0" timeOffset="848.12">2894 3181 7 0,'0'-8'423'0,"0"0"20"0,-1 2-19 0,2 2-15 15,-2-3-27-15,-1 3-29 0,2-1-30 0,0 5-38 16,0-5-31-16,0 5-30 0,0-4-33 0,0 4-46 16,0 0-52-16,0 0-60 0,0 0-33 0,0 0-11 0,-1 14 6 15,1-2-4-15,0 7 4 0,-4 11 0 0,2 3 3 0,-4 14 2 16,1 0 0-16,-1-12 5 0,1 2-6 0,2-2 4 15,1-1 3-15,-2-2 1 0,4-5-1 0,-1 1 12 16,1-8 2-16,0-1 1 0,0-3 5 0,0-3 1 16,1-3 4-16,-2 0 4 0,1-3 4 0,1-2 0 15,-1-1 12-15,2-1 25 0,-2-3-8 0,2 10 19 16,-2-9 13-16,0-1 8 0,0 0 7 16,0 4 1-16,0-4 2 0,0 0 3 15,0 0-11-15,0 0-5 0,0 0-15 16,0 0-8-16,0 0-18 0,0 0-22 0,0 0-30 15,0 0-29-15,0 0-40 0,0 0-33 0,2-16-41 16,-2 12-43-16,0 4-36 0,-1-6-54 0,1 6-51 16,4-11-64-16,-4 7-298 0,3-3-734 0,-1 3 324 15</inkml:trace>
  <inkml:trace contextRef="#ctx0" brushRef="#br0">3050 3459 120 0,'0'0'414'16,"0"0"-24"-16,-1-5-28 0,1 5-39 0,0 0-32 15,0 0-32-15,0 0-39 0,0 0-20 0,0 0-28 16,0 0-20-16,-3 11-13 0,2-3 0 0,-2 3-20 16,2 0-14-16,-3 6-14 0,4 0-6 0,0 0-6 15,-4 0-11-15,4 3-1 0,0-1-7 0,0 0-12 16,-1-5-12-16,1-3-5 0,1 2-2 15,-1-5-1-15,0 2-4 16,0-5 0-16,3 0-5 0,-3 0 17 0,0-5 16 0,2 4 28 16,-2-4-1-16,0 0-13 0</inkml:trace>
  <inkml:trace contextRef="#ctx0" brushRef="#br0" timeOffset="1748.5">3356 3413 81 0,'-6'0'290'0,"2"4"-2"0,4-4-10 0,-5 1-1 0,5-1-18 15,-4 2-13-15,4-2-18 0,0 0-17 16,0 0-20-16,32-7-14 0,-2 7-15 0,8-7-20 15,12 0-16-15,1 3-5 0,-12-2-20 0,11-1-2 16,-9 2-15-16,-2 2-26 0,-6-1-39 16,-3 1-36-16,-9 0-43 0,-1 1-48 0,-7 1-47 15,0 0-56-15,-6-2-271 0,-3 1-521 0,0-3 231 16</inkml:trace>
  <inkml:trace contextRef="#ctx0" brushRef="#br0" timeOffset="2071.42">3925 3378 3051 0,'0'-8'181'0,"-1"5"-21"0,1-2-26 15,0 5 64-15,-4-9-1 0,7 5-22 0,-6 0-9 16,3 4-24-16,-1-6-8 0,1 6-8 0,0-5-9 15,0 5-19-15,-3-2-14 0,3 2-11 0,0 0-14 16,0 0-16-16,0 0-23 0,0 0-8 0,0 0-6 16,0 0-4-16,0 17 7 0,3-9-3 0,-3 2-1 0,-3 4 5 0,7 1-13 15,-4 2 9-15,0 0 0 0,3 0 0 0,-3 0-6 16,1-4-6-16,0-1-27 0,-1-1-8 16,0 1-22-16,0-3-21 0,0-1-26 0,0-3-9 15,3 2-11-15,-3-3 6 0,0-4 9 0,1 6 11 0,-1-6-40 16,0 0-64-16,0 0-47 0,0 0-40 0,-6-14-25 15,3 5-192 1,-1-2-555-16,1-1 245 0</inkml:trace>
  <inkml:trace contextRef="#ctx0" brushRef="#br0" timeOffset="2218.44">3902 3160 59 0,'0'-6'327'0,"-2"-1"-2"0,-1 2-14 15,3 2-12-15,-1-2-27 0,1 5-31 16,-3-4-23-16,3-1-35 0,0 5-35 0,0-4-51 0,0 4-57 15,0 0-55-15,0 0-63 0,0 0-74 0,0 0-228 16,0 0-411-16,14 10 183 0</inkml:trace>
  <inkml:trace contextRef="#ctx0" brushRef="#br0" timeOffset="2973.57">1713 3520 147 0,'0'0'183'0,"0"0"-9"16,0 0-14-16,-9 0-16 0,9 0-5 16,0 0-19-16,0 0-3 0,0 0-18 0,0 0-2 15,0 0-15-15,0 0-6 0,0 0-4 0,0 0-4 16,0 0-7-16,-5 1-9 0,5-1-2 0,0 0-6 16,0 0-4-16,0 0 6 15,0 0-6-15,0 0-4 0,0 0 0 0,0 0-7 16,0 0 2-16,0 0-4 0,0 0 3 0,0 0 3 15,13 5 5-15,6-10 10 0,12 1 4 0,18-2 4 16,14 0 2-16,38-8 5 0,10-2 14 0,12 1 8 16,10-2 5-16,11 4 2 0,12-4-3 0,-1 3 10 15,1 2-3-15,-4-1-6 0,-8-4-3 0,-6 5-8 16,-13 1-6-16,-15 2-8 0,-14 1-6 0,-32 3-1 0,-13 2-7 16,3-1-8-16,-21 1-2 0,-5 0-1 0,-8 1 7 0,-3 1-3 15,-4-1-2-15,-3 2 1 0,-3-2 4 0,-7 2-13 16,12 0 1-16,-12 0-5 0,9-3-19 0,-9 3-23 15,0 0-40-15,0 0-40 0,0 0-49 16,-28 10-53-16,9-4-58 0,-7-1-324 0,6 0-623 16,2-1 276-16</inkml:trace>
  <inkml:trace contextRef="#ctx0" brushRef="#br0" timeOffset="3975.97">2297 4463 9 0,'5'-2'189'0,"-5"2"-5"0,5-3-12 16,-5 3-6-16,5-1-6 0,-5 1-14 0,6-3-12 16,-6 3-13-16,0 0-11 15,0 0-4-15,0 0-12 0,3-1-12 0,-3 1-10 16,0 0-5-16,-10 8-9 0,-1-3-5 15,-7 4 0-15,0 1-5 0,-8 6-8 0,-2 1 2 16,-1 3-8-16,-2 0-6 0,-10 7 1 0,9-6 4 0,-9 6-5 16,-3 1 2-16,12-5 31 0,-13 0-1 0,14-3-2 15,3-4-8-15,1 2-5 0,6 1-3 16,-1-3-3-16,8-3-7 0,4 2-4 0,2-1 0 16,4-4-3-16,1-1 2 0,3 5 2 0,2-1 2 15,5-3 1-15,6 0 2 0,5-1-2 0,10 6-2 0,5-3 0 0,2-1-4 16,15 0-3-16,-13-2 1 0,15 3-4 0,-16-4-1 15,-1-1-1-15,0 1-4 0,-4 3 0 0,-2-4 3 16,-8 1-8-16,-4 0 2 0,-1 0-3 0,-7-2-2 16,-2-1 2-16,-5 0-5 0,-2 2 6 0,-4 1-1 15,-6 1 0-15,-13 5 1 0,-5-2-4 0,-5-1 6 16,-16 5 4-16,-3-4 7 0,2-1 7 0,-5-2 0 0,5 0 6 0,-2-4 2 16,12 0-15-1,-11 2 15-15,15 0 13 0,4-6-13 0,1 1 5 0,11 0 3 16,6-2 0-16,3 0-5 0,0 0 4 0,5 0-9 15,6 0-35-15,0 0-17 0,0 0-26 0,0 0-22 16,0 0-31-16,28-15-40 0,-7 11-58 0,8-3-83 16,-1-1-225-16,0 1-542 0,3 1 240 0</inkml:trace>
  <inkml:trace contextRef="#ctx0" brushRef="#br0" timeOffset="4415.34">2605 4974 141 0,'-11'0'239'0,"3"0"-19"16,0 1-18-16,-1 2-13 0,-1-2-12 0,-3 4-14 15,4-1-16-15,-3 0-14 0,1 2-16 0,0 1-10 16,1 1-8-16,-1-1-15 0,-1 5-9 0,4-3-6 16,-1 1-7-16,2 0-3 0,1-1 10 0,2 0-3 15,2 2-6-15,1-2 0 0,1-1-1 0,3 1 10 16,3-1-4-16,1-1 2 0,5 0-1 0,4-3-1 16,5 0-5-16,6-3-3 0,2-1-3 0,0-2-4 15,2-1-7-15,1 2-4 0,-4-6-4 0,0-1 9 0,-8 3 4 0,-1-4 11 16,-3 1 12-16,-2 0 0 0,-4 2 1 0,2-2 1 15,-7-1-5-15,3-1-3 0,-7-1-4 16,4 1-7-16,-6 0-5 0,-3 0-2 0,0 2-11 0,-2-2-5 16,-2 1-11-16,-5 5 4 0,3-2-14 0,-3 2-2 15,-6-2-21-15,-3 2-8 0,3 4-16 0,0 0-29 16,0 0-15-16,1 0-31 0,4 3-42 0,1-2-46 0,4-1-62 16,2 1-277-1,7-1-584-15,-8 2 259 0</inkml:trace>
  <inkml:trace contextRef="#ctx0" brushRef="#br0" timeOffset="4755.42">3032 4616 275 0,'-3'-9'437'0,"3"-2"-19"0,0 5-26 0,0 1-28 15,-1 0-38-15,1 5-41 0,0-7-48 0,0 7-16 16,-4-6-45-16,4 6-36 0,0 0-20 0,-5 15-6 0,5-1-15 0,-5 10-6 16,1 6-10-16,-1 4-23 0,0 16 5 0,-3-2-1 15,2 5 0-15,-2-4-3 0,4-3-9 0,-1-13-3 16,5 4-4-16,-2-6 6 0,2-4-1 0,0-2-10 16,0-5-3-1,2-2-1-15,-1-4 2 0,-1-3-4 0,3 1-7 0,-2-2 1 16,-1-4-3-16,0 1-2 0,2-3 5 15,-2 1-6-15,0-5 17 0,2 6-3 0,-2-6 2 16,0 5-1-16,0-5-3 0,0 0 5 0,0 0-11 0,0 0-14 16,0 0-10-16,0 0-19 0,0 0-32 0,0 0-30 15,0 0-30-15,0 0-43 0,0 0-42 0,0-17-46 16,0 17-64-16,0-10-335 0,1 6-690 16,-1 4 306-16</inkml:trace>
  <inkml:trace contextRef="#ctx0" brushRef="#br0" timeOffset="5401.37">3236 4991 95 0,'0'0'412'0,"0"0"-39"0,0 0-40 16,0 0-35-16,-10 0-40 0,10 0-23 0,0 0-29 15,-8 9-21-15,7-3-18 0,-4 5-7 0,1-1-24 16,-2 5-12-16,2 1-9 0,-2 1-11 0,0 0-13 16,3 2-7-16,0-2 6 0,0 1-11 0,2-2-6 15,-1-2-8-15,2-4-1 0,0 0-13 0,-3-2-1 16,6-1 2-16,-3-7-2 0,2 9 6 0,-2-9 10 16,4 4 0-16,-4-4 2 0,0 0-2 0,18-6-2 15,-8-1-5-15,-1 0-7 0,3-1 0 0,0-4-4 16,1 0-7-16,1-2 3 0,-1-2-8 0,1 2-4 15,0 0-2-15,-4 0-5 0,4 1-1 0,-3 1 0 16,-4 3-3-16,1 1-8 0,-3 4 8 0,0 0-7 0,-1 0-6 16,1 0-8-16,-5 4-15 0,4-3-10 0,-4 3 7 15,0 0-3-15,0 0 3 0,14 7 5 0,-9-2 6 16,-1 1-6-16,2 1 6 0,4 2 0 0,1-2-1 16,0 5-2-1,6-2 10-15,-3-3-5 0,4 2-7 0,0-3-10 0,0 0-1 16,1-1-16-16,-1-2-3 0,2 0 5 0,-1-3-10 15,-1 0 4-15,0-3 7 0,-5-1 0 0,-2-4 5 16,1 3 5-16,2-7 7 0,-7 3 14 0,0-5 13 16,1-1 18-16,-3-2 7 0,0-1 6 0,0-8 8 15,-4 1-1-15,2-3 2 0,-2-1 0 0,-1-1 2 16,1-3-11-16,-1-1 1 0,2 0 22 0,-2 5 15 16,-2 2 8-16,2 7 10 0,0 4 10 0,-1 2 2 15,1 6-9-15,-1-1-12 0,1 3-13 0,-2 1-25 0,2 5-34 0,0-8-36 16,0 8-3-16,0 0 1 0,0 0 0 15,-6 25 4-15,5-8 3 0,-8 8 4 0,4 6-2 16,0 2 5-16,-3 2 0 0,-1 1 7 0,4-1-3 16,-3-2 5-16,3-1-4 0,4-1-20 0,-3-5-3 15,1-6-6-15,2-2-11 0,-1-2-19 0,2-5-23 0,0 0-31 16,0-2-30 0,-3-1-17-16,3-4-4 0,0 1-7 0,0-5-43 15,0 0-79-15,0 0-335 0,0 0-686 0,0 0 303 0</inkml:trace>
  <inkml:trace contextRef="#ctx0" brushRef="#br0" timeOffset="5679.1">3566 4911 59 0,'-6'2'257'15,"-1"-2"-15"-15,2 3-9 0,1-1-15 0,4-2-8 16,-5 3-7-16,5-3 6 0,0 0-5 0,0 0 2 15,13 3-9-15,6-4-10 0,4-2-26 0,10-1-11 16,8-1-16-16,18-4-23 0,-2 3-3 0,0 1-7 0,-5-1-13 0,2 1-8 16,-18-1-11-16,-4 4-1 0,-4 0-7 0,-8 0-9 15,-5 1 2-15,-2 1-19 0,-4 0-29 0,-1-2 3 16,-2 1-25-16,-6 1-23 0,9-1-28 0,-9 1-27 16,0 0-28-1,0 0-20-15,0 0-21 0,0 0-32 0,-31 7-29 16,20-5-218-16,2-1-478 0,9-1 211 0</inkml:trace>
  <inkml:trace contextRef="#ctx0" brushRef="#br0" timeOffset="5979.59">4216 4874 3028 0,'-1'-3'245'0,"1"3"-55"16,-4-11-28-16,2 7 33 0,0 0 23 0,2 4-15 15,-2-7-9-15,-1 3-14 0,1 1-17 0,2 3-6 16,-1-4-17-16,1 4-19 0,0 0-13 0,-3-4-15 16,3 4-11-16,0 0-18 0,0 0-11 15,0 0-10-15,0 0 4 0,-1 12-8 0,1-4-4 0,1 2 0 16,-1 1-5-16,0 2-3 16,0 2-8-16,-1-1 4 0,1 3-6 15,1-2-13-15,-2-3-22 0,2 2-22 0,-1-2-23 0,-1-3-15 0,1 1-21 16,0-5-22-16,0 3-16 0,-2-3-10 0,4 0-3 15,-2-5 10-15,-3 6-14 0,3-6-43 0,0 0-44 16,0 0-28-16,0 0-14 0,-9-21-9 0,8 13-16 16,-1-3-222-16,1-9-574 0,-3 3 254 15</inkml:trace>
  <inkml:trace contextRef="#ctx0" brushRef="#br0" timeOffset="6111.11">4159 4727 135 0,'0'-25'215'16,"-4"1"29"-16,3 5 19 0,-3 2 23 0,0 5 25 15,4 1 6-15,-1 0-1 0,1 2-11 0,0-1-30 16,-4 5-1-16,4 0-32 0,0 5-22 0,0-8-27 15,0 8-31-15,0 0-29 0,0-7-37 16,0 7-21-16,8-2-30 0,-8 2-56 0,0 0-49 0,18 13-63 0,-8-6-53 16,1 0-95-16,-2 3-307 0,3-2-626 0,2 1 277 15</inkml:trace>
  <inkml:trace contextRef="#ctx0" brushRef="#br0" timeOffset="6511.96">4605 4783 212 0,'-13'3'272'16,"3"1"-12"-16,-1 1-17 0,0 1-25 0,-2 0-7 15,-2 5-14-15,5-1-15 0,-2 1-12 0,-2 5-21 0,4-1-2 16,-1-1-10-16,5-3-1 0,0 1-12 0,3-1-9 15,2 1-16-15,1 0 7 0,4-1 0 0,1-2-4 16,5 0-11-16,4 1-4 0,3 0-8 0,1-8-6 16,2 3-7-16,7-3-9 0,-5-2-2 0,0-2-3 15,-1-3-7-15,1 3-4 0,-4-5-3 0,1-1 0 16,-4 1-2-16,2-3-2 16,-8 2 4-16,0-6 3 0,-3 2 0 0,3-2 2 15,-2 1-2-15,-6-3-9 0,2-1-20 0,-3 5 20 0,-4-3-2 0,-3 1 4 16,2-1-5-16,0 7 2 0,-8-5-15 0,3 5 1 0,-7-1-11 15,5 4 16-15,-5 0-16 0,3 2-6 16,-1 2 5-16,2 1-6 0,-1 1-26 0,4-1-29 16,-2 3-37-16,-1-1-20 0,3 3-30 15,1 1-27-15,2-2-34 0,0 2-48 0,6 1-69 16,-3-3-192-16,4 2-555 0,0-6 246 0</inkml:trace>
  <inkml:trace contextRef="#ctx0" brushRef="#br0" timeOffset="6863.61">4844 4786 192 0,'0'0'351'0,"0"0"-33"16,5 2-28-16,-5-2-20 0,1 3-30 0,-1-3-9 15,-1 5-17-15,0 0-18 0,-1 1-15 0,1 5-7 0,-4-1-16 0,1 3-8 16,0 3-15-16,-2 1-14 0,-2 0-13 0,3-2-3 15,-2 2-14-15,3-2-1 0,-4 1-9 0,4-6-15 16,3 1-3-16,-3-1-5 0,-1-4 6 0,5-4 14 16,0 5 8-16,0-4 25 0,-1 0 37 0,1-3 3 15,0 0-10-15,0 0-9 0,15-9-9 0,-7 3-2 16,3-4-4-16,2-2-7 0,-2 0 2 0,6 0-3 16,-3-3-4-16,0 4-4 0,-1-1 1 0,-4 5-8 15,1-1-10-15,-5 3-3 0,0 2-5 0,0-1-13 0,3-1-12 0,-3 3-8 16,-1 2-5-16,-4 0-5 0,14 4 1 0,-4 3-23 15,2-2-2-15,2 5-24 0,-1 0-43 0,1 1-53 16,4 1-63-16,-2-2-99 0,0-1-132 0,1-3-492 16,-5-2-970-16,0-3 430 0</inkml:trace>
  <inkml:trace contextRef="#ctx0" brushRef="#br0" timeOffset="8245.84">6839 4641 232 0,'-2'-8'280'0,"2"3"-7"0,0-2-9 16,0 2-13-1,0 0-17-15,0 1-21 0,0 4-20 0,-2-6-22 0,2 6-17 0,0-5-21 16,0 5-18-16,0 0-24 0,0 0-15 15,0 0-8-15,0 0-8 0,0 0-9 0,11 17-7 0,-6-5 1 16,-1-2-10-16,5 6 3 0,-3 1-26 0,5 1 5 16,0-1-6-16,4 4 2 0,2 0 1 15,-3-8 0-15,0 0-2 0,-1 0 0 0,5-2-6 16,-3-1 2-16,-3-3 4 0,-1-1-2 0,2-3 2 16,0 0-2-16,-1-3 0 0,1-3 0 0,0 0 6 0,2-6 11 15,1 0 9-15,-5-4 3 0,2 0 8 0,0-2 0 0,-3-1 0 16,-1-2 4-16,0 0 1 0,-1-1-1 0,-2-2-1 15,4-4 5-15,-1 8-3 0,-4-1 4 0,-2 2-8 16,-1-1 7-16,0 8-8 0,-1 1 5 0,0-1-1 16,-1 2-7-16,2 0-15 0,-1 1-17 0,-1 1-23 15,0 5-34-15,0-2-35 0,0 2 6 0,0 0 6 16,0 0 11-16,-3 25 5 16,2-7 2-16,-4 9 7 0,1 7 8 0,-3 15 0 15,-1 2 5-15,-1 6 3 0,1 2 5 0,-1 0 3 0,0-2 1 16,4 3 1-16,1-4 5 0,-1 0 5 0,4-1 0 0,1-1 3 15,1 0 1-15,0-2 1 0,3-4 1 0,0 1 0 16,-1-16 3-16,2 3-1 0,-4-1 3 0,3-4 1 16,-2 2-4-16,-2-1-1 0,0-5 0 15,-1-3 2-15,-4 3 2 0,1-10 3 0,-2 0 0 16,-2-3-1-16,-2 0 2 0,1-1 7 0,-4-1 8 0,3-5 3 16,-3 0 8-16,-3 0 5 0,0-4 4 0,-4 0 6 15,3 0 0-15,-3-4-1 0,1-2 3 16,-2-1-3-16,2-5 5 0,-3 0 17 0,0-5 10 15,2-5 6-15,0-1 11 0,5-5-4 0,2-3-1 16,2-3-15-16,5-17-9 16,8-2-15-16,5-4-14 0,8-3-15 0,4 2-3 15,17-20-1-15,-9 24-8 0,8 4 6 0,1 2-11 16,1 4-5-16,3 2 9 0,0 6-11 0,-12 9 1 16,3 1 1-16,-5-1 0 0,-1 5 1 0,-1 2 8 15,-7 5 2-15,-3 2 9 0,-3 3-2 0,-1 0-4 0,-3 0 6 0,-1 4-11 0,-1-2-5 16,-1 3-1-16,0-3-6 0,2 3-38 15,-5 0-20-15,-1 2-50 0,0 0-17 0,0 0 11 16,0 0-26-16,3 10-19 0,-7-4-21 0,-2-1-33 16,2 3-21-16,2-1-34 0,-1-1-43 0,-1 0-191 15,0-2-545-15,0 2 242 0</inkml:trace>
  <inkml:trace contextRef="#ctx0" brushRef="#br0" timeOffset="8562.23">7927 4830 122 0,'0'-5'317'0,"0"5"-10"0,1-4-12 15,-1 1-19-15,0 3-20 0,3-6-21 0,-3 6-19 16,0 0-25-16,0 0-24 0,0-3-23 0,0 3-18 16,0 0-18-16,-6 10 1 0,-1-4-17 0,-1 5-12 15,-4 3-9-15,-2 1-5 0,-4 4 4 0,0 3-13 16,0 0-9-16,-1 1-1 0,2 0-9 16,-2 1-26-16,2-4-24 0,0 1-22 0,4-6-23 0,-4 5-22 15,6-4-29-15,-1-3-23 0,1-2-26 0,3-1-28 16,-1-5-36-16,3 1-190 0,1-5-446 0,-1 1 197 15</inkml:trace>
  <inkml:trace contextRef="#ctx0" brushRef="#br0" timeOffset="8746.7">7701 4864 126 0,'2'-12'307'0,"1"1"8"0,0 5 3 15,-1-1-9-15,-2 3-21 0,2-2-37 0,-2 2-15 0,1 1-38 0,-1 3-31 0,0 0-23 16,0 0-15-16,0 0-14 0,10 13-14 15,-5-1-8-15,4 4-8 0,0 6-8 0,5 4-5 16,-1-1-6-16,2 4 2 0,6 1-8 0,-1-4-46 16,2-1-42-16,-2 1-52 0,2-5-68 0,0-4-82 15,-7-4-280-15,2-1-551 0,-2-2 245 0</inkml:trace>
  <inkml:trace contextRef="#ctx0" brushRef="#br0" timeOffset="9653.94">8585 4671 30 0,'4'0'182'0,"3"-3"-19"0,-2 1-16 16,3 0-16-16,4 2-10 0,-3 0-19 0,2 0-11 15,1 4-6-15,1-1-13 0,-2 5-4 16,2-1-5-16,-3 3-4 0,0 0 5 0,1 5-1 16,-2 0 0-16,-3 3-4 0,-3 1 13 0,-5 0-15 0,-3 7 3 0,-2-2 9 15,-5 2-1-15,2-2-4 0,-8 0-3 0,4-2 1 0,-8-1-6 0,8-6-1 16,-4 3 3-16,3-4 5 0,-1 0 6 0,3-3 2 15,2-5 9-15,4 2-1 0,-4-2 10 0,6-3 12 16,1 2 7-16,-1-3 29 0,3 1 25 0,-1-1 19 16,3-2 1-16,0 0-16 0,0 0-18 0,3-12-15 15,3 4-14-15,1-2-14 0,4-4-14 0,7-5-9 16,1-1-7-16,0-4-7 0,3 1-11 0,-2-2-4 16,5 0-8-16,-6 4-4 0,3 1-7 0,-2-1-3 15,-6 6-3-15,-1 6 0 0,-4 0-6 0,-3 1-2 16,-1 3-4-16,2 0 1 0,-5 1-3 0,2 1-16 15,-1 0-14-15,-1 1-29 0,-2 2 1 0,0 0 1 16,5 10 5-16,-5-3 2 16,0 3 5-16,0 2 4 0,0 4 2 15,0 2 3-15,2-2 8 0,0 2 1 0,2 1 4 16,1 0 6-16,0-1-33 0,-1-1-25 0,2-1-32 16,2 1-27-16,-4-5-27 0,3-3-44 0,0 2-52 0,-1-3-84 0,1-5-236 15,-2 0-609-15,0-5 269 0</inkml:trace>
  <inkml:trace contextRef="#ctx0" brushRef="#br0" timeOffset="10049.29">8884 4375 356 0,'0'-4'331'0,"0"4"-27"0,0-4-31 0,0 4-28 16,0-4-26-16,0 4-30 0,0 0-19 0,0 0-18 0,0 0-17 15,16 5-6-15,-6 1-17 0,-4 0-18 0,3 2-9 16,-1 1-11-16,2 0-7 0,-1 7 2 0,-1-2-2 16,-2 2-10-16,-1 0 0 0,1 3-4 0,-3-1-7 0,-2 0-1 15,-1 0-3-15,0-3-5 16,0 1-2-16,-1-4-4 0,1-4 3 0,0 2-9 0,-1-3 3 15,1-3-3-15,0 3 5 0,-2-3-7 16,2 0 1-16,0-4 42 0,0 5 14 0,0-5 26 16,2 5 11-16,-2-5 5 0,0 0-8 0,11-3-21 15,2 1-9-15,5-6 1 0,2 2-16 0,12-2-6 0,-2 0-9 0,-1 0-24 0,2-1-29 0,-1 3-26 16,1-1-35-16,-1 1-41 0,0 3-46 0,-12-1-55 16,1 1-54-16,2 3-71 0,-11-1-279 0,4 0-655 15,-8 1 291-15</inkml:trace>
  <inkml:trace contextRef="#ctx0" brushRef="#br0" timeOffset="10409.29">9457 4839 5 0,'-7'2'252'0,"7"-2"-11"16,-7 1-12-16,7-1-12 0,-3 3-14 0,3-3-11 16,0 0-15-16,-6 1-8 0,6-1-13 0,0 0-15 0,0 0-3 15,-6 1-8 1,6-1-4-16,0 0-2 0,0 0-5 0,0 0-10 15,0 0-8-15,0 0-3 0,0 0-3 0,0 0-6 16,0 0-7-16,0 0-6 0,24-6-4 0,-10 4-10 16,7 1-11-16,11-6 4 0,0 1-14 0,7 2 9 15,0 0-18-15,1-2-2 0,-2-1-2 0,-2 0-23 16,-2 2-13-16,-5 3-22 0,-1-2-29 0,-11 1-34 16,-4-2-37-16,-1 2-45 0,-2-1-65 0,-5 1-254 0,-4-2-534 0,-2 3 236 15</inkml:trace>
  <inkml:trace contextRef="#ctx0" brushRef="#br0" timeOffset="10640.49">9578 4686 112 0,'-4'-3'367'0,"1"-2"34"15,0 1-12-15,-1 1-12 0,4 3-8 0,-2-5-25 16,0 3-31-16,2 2-35 0,-2-5-29 0,2 5-27 0,0 0-25 15,0 0-30-15,0 0-33 0,0 0-16 0,-4 9-10 16,4-2-5-16,0 6-21 0,5 4-10 0,-4 0 0 16,-1 7-10-16,3 4-3 0,-2-1-2 0,7 0-4 0,1 2-6 15,0-2-40-15,2-5-48 0,1 0-23 0,-2-4-46 16,0-1-40-16,1-2-54 0,1-1-63 0,-3-3-95 16,1-5-232-16,0 0-643 0,2-4 285 0</inkml:trace>
  <inkml:trace contextRef="#ctx0" brushRef="#br0" timeOffset="10989.07">10110 4586 371 0,'-3'-7'490'0,"3"2"-6"0,0-1-21 0,0 3-32 0,0 3-43 15,0-7-36-15,-2 5-44 0,2 2-33 0,-2-3-32 16,2 3-42-16,0 0-46 0,0 0-19 16,0 0-12-16,-1 12-18 0,1-3-8 0,1 7-12 15,1 0-4-15,-4 3-10 0,4 6-18 0,0-7 7 0,-1 11-10 16,1-4 1-16,-2-1-8 0,2-2-3 0,-2-3-4 0,0-1-5 16,2-2 1-16,0 1-5 0,-1-5-3 0,2-2-12 15,-2 0 0-15,4-2 13 0,-4-1-6 0,-1-2 3 16,3 0-9-16,-3-1-10 0,0-1-12 0,0-3-4 15,0 5-14-15,0-5-13 0,0 0-16 0,0 4-17 16,0-4-66-16,0 0-70 0,0 0-60 0,0 0-59 16,-3-17-57-16,2 7-267 0,-4-2-703 0,5-7 311 15</inkml:trace>
  <inkml:trace contextRef="#ctx0" brushRef="#br0" timeOffset="11236.34">10355 4356 36 0,'0'0'312'0,"4"-4"-35"0,-4 4-31 0,5 0-25 15,-5 0-18-15,9 4-9 0,0 4-17 0,0-1-6 0,5 11-9 16,3 1-10-16,-1 8-3 0,2 1-5 0,5 13-2 16,-4 5 5-1,-2 0-7-15,-5 5-18 0,-4 2-5 0,-8-2-4 16,-5 2-10-16,-5-2-10 0,-4 0-2 0,-9-4-12 15,-4-3 2-15,0-4 1 0,0-11-10 0,-10 7-10 0,10-12 8 0,-1 2-25 0,-5-6-35 0,-12 7-44 16,-1-5-39-16,0-1-45 0,-7-4-54 0,4-5-83 16,-11-8-306-16,0-1-606 0,-1-2 268 0</inkml:trace>
  <inkml:trace contextRef="#ctx0" brushRef="#br0" timeOffset="11675.04">8389 4446 175 0,'-6'4'185'0,"-3"9"-8"0,-6 11 9 0,-2 5-3 16,1 3 0-16,-6 16-1 0,3 7-9 0,0 1-8 0,-3 28 2 0,4-27-1 15,5 1 0-15,2-2-6 0,7-1-2 0,2-6-6 16,8 1-2-16,9-4-7 0,-2-12-7 0,15 6-4 16,5-5-10-16,11-4-4 15,3-9-14-15,13-6-34 0,3-3-56 0,30-8-73 16,-2-2-94-16,1-10-105 0,-30 2-259 0,37-10-558 15,-37 3 247-15</inkml:trace>
  <inkml:trace contextRef="#ctx0" brushRef="#br0" timeOffset="12439.24">10456 4047 70 0,'5'-2'308'0,"0"-4"-27"0,0 4-18 0,2-2-25 16,-1 1-21-16,2 1-22 0,-2-1-19 0,1 3-18 16,0-4-20-1,2 4-14-15,-3 1-17 0,5 2-9 0,-5 0-12 0,4-1-7 16,-1 3-10-16,-1 5-4 0,2-4-3 0,-5 3-7 15,3 2-8-15,-3-3-3 0,-1 4 1 16,-3-1 8-16,2-1-12 0,-3 2-3 0,0 1-3 0,-3-4-2 16,2 2-1-16,-2-1-2 0,2 1-4 0,0-6-2 15,-3 1-1-15,1 1-3 0,2-2-1 0,0 1-3 16,-2-2-1-16,3-1 3 0,0-3-1 16,-1 7-3-16,1-7 12 0,-3 3 28 0,3-3 15 15,0 0 12-15,-1 3 11 0,1-3 13 0,0 0 8 16,0 0 11-16,0 0 3 0,0 0 4 0,0 0-9 0,13-1-15 0,6-2-7 15,9-4-11-15,7-4-10 0,15 1-9 0,3-2-6 16,5 0-5-16,-2 4 7 0,0-5-7 0,4 6-3 16,-2-2-3-16,-3 4-4 0,-4-1 7 0,-15 3-4 15,-3-1-4-15,-5 1 10 0,-10 1 8 0,-8 0 10 16,3 0 11-16,-7 0 7 0,2 2 0 0,-2 0 1 16,0-3-8-16,-2 1-7 0,-4 2-5 0,7-2-7 0,-7 2-21 0,5-2-26 15,-5 2-45-15,0 0-63 0,0 0-72 0,0 0-73 16,0 0-89-16,4 4-84 0,-4-4-454 0,0 0-930 15,-18 2 412-15</inkml:trace>
  <inkml:trace contextRef="#ctx0" brushRef="#br0" timeOffset="16245.58">11486 4751 163 0,'0'0'191'0,"0"0"1"15,0 0 0-15,0 0-3 0,0 0-3 0,0 0-6 16,-8-2-6-16,8 2 2 0,0 0-8 0,0 0 1 16,0 0-3-16,0 0 2 0,0 0-15 15,0 0 5-15,0 0-13 0,0 0-13 0,0 0 0 0,0 0-8 0,0 0-14 0,0 0-3 16,0 0-5-16,0 0-12 0,0 0-3 0,0 0-8 15,0 0-15-15,0 0-18 0,18-3-18 16,-5 2-24-16,6-3-33 0,9-2-40 0,1 3-47 16,2-4-49-16,-1 5-66 0,4-3-64 0,-6 4-200 15,-7-2-537-15,-3 0 237 0</inkml:trace>
  <inkml:trace contextRef="#ctx0" brushRef="#br0" timeOffset="16397.05">11492 4928 98 0,'-14'7'287'15,"5"-2"-18"-15,3 0-18 0,-2-3-15 0,3 2-20 16,1-1-14-16,3-3-19 0,1 0-16 0,0 0-13 16,27 0-15-16,2-3-18 0,8-1-11 0,18-5-42 15,4 3-42-15,5-1-59 0,2 3-77 0,29-9-79 16,-32 5-178-16,-3 0-395 0,0 0 175 0</inkml:trace>
  <inkml:trace contextRef="#ctx0" brushRef="#br0" timeOffset="17316.57">13322 3783 118 0,'-2'-10'136'0,"0"1"1"0,1 0 5 15,-3 0-8-15,3 2-9 0,-1 1 1 0,2 0 1 16,0 0-1-16,-2 1 5 0,1-1-7 0,0 4-6 0,-1-3-15 0,2 5-13 16,-1-7 0-16,-2 6-12 0,3 1-15 0,0 0-9 15,-7 0-7-15,7 0-5 0,-15 13-10 0,4 1-2 16,-3 9-2-16,-1 7-1 0,-7 12-1 0,4 11-4 15,-9 30 4-15,3-3-1 0,0 5 7 0,1-1-7 16,1-1 1-16,0 3-1 0,2 6 6 0,7 0-7 16,3-5 1-1,6 2 1-15,-2-9-5 0,3-19 2 0,6 20-10 16,-2-25 7-16,5 4 0 0,2 21 5 0,-4-22-1 16,1 3 13-16,-1-4-5 0,-3 1-2 0,3-1-3 15,-8-1 0-15,-1-3-1 0,-4-3-6 0,-5-7 2 0,1-10 2 0,-6-4-6 16,-3 0 3-16,-1-1 6 0,-4-3 14 0,-2-2 15 15,-4-4 7-15,-17 5 2 0,1-7 9 0,0-6 3 16,10-8 6-16,-10 1-2 0,9-5 2 0,-14-1 13 16,3-4-17-16,14-3-3 0,1-1-1 0,2 1 7 15,3-3 1-15,4 3-1 0,8-1-11 0,0 4-4 16,5 0-3-16,4 0 2 0,1 1-17 0,0 1-30 16,4 2-33-16,1-3-44 0,0 1-55 0,4 3-53 15,0 0-41-15,0 0-57 0,0 0-63 0,14-6-237 16,0 5-610-1,-2-1 269-15</inkml:trace>
  <inkml:trace contextRef="#ctx0" brushRef="#br0" timeOffset="25549.03">13928 4187 140 0,'0'0'189'0,"0"0"-15"0,-1-4-8 0,1 4-1 16,0 0-3-16,0 0-2 0,0-5-6 0,0 5-6 15,0 0-2-15,0-6-7 16,0 6-7-16,0 0-16 0,0 0-10 0,0 0-8 16,2-4-16-16,-2 4-3 0,0 0-15 0,7-2-8 0,-1 2-6 15,3 0-6-15,0 2-6 0,2 2-3 0,2-1-4 16,-1 4-4-16,4-1-4 0,0 6-5 0,0-1 0 15,-2 2-2-15,1 1 6 0,1 6-8 0,-6-1-2 16,0 3-2-16,1 3 1 0,-9-4-2 0,2 2 3 16,-4 2-3-16,-1-1 2 0,-3 2-2 0,-5 2 0 15,0-4 2-15,-4 2-3 0,-1-6 1 0,-4 1 0 16,7-5-1-16,-2-3-1 0,0-2 1 0,-1 0 0 16,0 1 4-16,4-4 4 0,1-3 1 0,1-2 3 15,3 1 5-15,0 1 9 0,0-3 14 0,0 0 13 16,1 1 22-16,4-3 21 0,0 0 17 0,0 0-1 15,0 0-11-15,0 0-18 16,0 0-5-16,-4-16-10 0,11 5-6 0,4-6-9 16,4-4 8-16,2-4-16 0,2-1-8 0,4-3-7 15,1 0-8-15,11-8-6 0,-15 9-3 0,6-1-2 16,6-9 1-16,-10 10-8 0,1 1-4 0,-2-1 7 16,-3 4 4-16,0 1-10 0,0 3 4 15,-8 6 8-15,-2 5 8 0,-3-1 8 0,1 5 3 0,-2-2-2 0,1 2-6 16,-2 0-17-16,-2 2-11 0,-1 3-28 0,0-4-27 15,0 4-16-15,0 0 2 0,0 0 6 0,-9 18 5 16,0-3 4-16,-2 10 6 0,-5 1 6 0,2 1 0 16,4 2 4-16,-3 1 8 0,6-1 7 0,2 1-2 15,3-3-1-15,6 1 3 0,3 2 6 0,5-1 2 16,5-6-3-16,6 1-3 0,6-7-9 0,7-3-39 16,14 1-54-16,-1-4-67 0,8-7-101 0,-20-4-275 0,18-6-608 0,-18 2 270 15</inkml:trace>
  <inkml:trace contextRef="#ctx0" brushRef="#br0" timeOffset="26172.27">13478 4852 121 0,'0'0'206'16,"-6"0"-10"-16,6 0-11 0,-7 1-11 0,7-1-17 15,0 0-17-15,-10 0-16 16,10 0-11-16,0 0-8 0,0 0-2 0,0 0-10 16,0 0-3-16,0 0 0 0,-4 2-2 0,4-2-5 15,0 0-5-15,0 0-2 0,0 0-9 0,0 0-3 16,0 0-3-16,0 0-6 0,0 0-7 0,0 0-4 16,0 0-5-16,0 0-7 0,0 0 0 0,0 0-5 15,0 0-1-15,0 0-7 0,0 0 2 0,-5 0-2 0,5 0-1 0,0 0-3 16,0 0 0-16,0 0-2 0,0 0 0 0,0 0 3 15,0 0-4-15,0 0 1 0,0 0-1 0,0 0-2 16,0 0-1-16,0 0-1 0,0 0 0 0,0 0 0 16,0 0-1-16,0 0 7 0,23-3 2 15,-11 1 0-15,8-2 6 0,13-3-11 0,4 3 3 0,23-7-19 16,35-4 8-16,2 3 16 0,13-1 8 0,2-2 6 16,10-1 9-1,0 3 0-15,17-2 3 0,9 3-2 0,0 1 1 16,-1-3-7-16,0 6-7 0,-8-4 6 0,-7-1-4 15,-3 7-4-15,-10-6-5 0,-13 3 0 0,-12 5 3 16,-25-1-10-16,-6-3 2 0,-7 0-3 0,-6 0 0 16,-15 0 0-16,-5 3-4 0,-12 0 13 0,0 0 16 15,-5 1 20-15,0 3 8 0,-3-6 0 0,-4 2-2 16,-1 3-5-16,2-1-16 0,-2-2-14 0,-4 1-35 0,-1 1-28 0,0 3-27 16,-9-7-27-16,1 6-28 0,-3 4-30 0,-4-5-40 0,-6 6-37 0,3-4-60 15,-2 3-220-15,-2-3-542 0,1 3 240 0</inkml:trace>
  <inkml:trace contextRef="#ctx0" brushRef="#br0" timeOffset="27268.14">13818 5314 254 0,'0'-4'265'0,"0"4"-19"0,-4-3-26 0,4 3-23 0,0 0-19 0,4-5-18 16,1 1-19-16,4 3-14 0,0 1-18 0,1-1-6 15,4 2-14-15,4 4-8 0,0-4-9 0,1 4-8 16,-1 1-8-16,1 5-5 0,4 3-4 0,-6-2-8 15,1 6-4-15,-5-2-2 0,-2-1-4 0,0 9 15 16,-3-1-5-16,-4 4-2 0,-4-2-5 0,-2 1-4 16,-5 1 2-16,-2 0 1 0,-5 1-8 0,-3-6-3 15,-2 3 1-15,-1-2-5 0,-1-2-1 0,0-2 3 16,-1-2-2-16,3-3 6 0,-2-3 4 0,6-3 3 16,-2 2 10-1,2-5 10-15,4 1 11 0,0-2 19 0,1-2 21 0,4 0 21 16,1-2 8-16,-2 0 16 0,7 0-9 0,-6-4-11 15,2-2-15-15,4-3-16 0,5-3-8 0,3-3-13 16,7-6-10-16,3-1-23 0,6-3 6 16,3 0-6-16,9-12-9 0,2 3-6 0,-1 1-2 0,-10 8-7 15,-1 1-4-15,-1 4-2 0,-2-5-3 0,-5 8 0 16,-4 5 6-16,-1 3-13 0,-4 4-1 0,1-2 1 0,-2 0 6 16,-3 1-3-16,0 1 0 15,-2 1-3-15,2 2-26 0,-3-2-4 0,1 3-21 16,-3 1 8-16,0 0 2 0,0 0 6 0,-8 18 2 15,3-7 2-15,0 4 7 0,-2 2 1 0,0 0 5 16,1 1-5-16,-1 5 9 0,2-3-4 0,0 6-3 16,2-8 8-16,3 2 6 0,0-3 1 0,7 3-6 15,-2-4 12-15,3-1 9 0,2-2-18 0,-1-3-27 16,2-3-25-16,2-2-38 0,2 1-47 0,3-6-53 16,1 0-60-16,-3-1-63 0,-5-4-202 0,7-3-568 15,-3-4 252-15</inkml:trace>
  <inkml:trace contextRef="#ctx0" brushRef="#br0" timeOffset="27568.75">14310 5164 145 0,'-1'-5'376'0,"-2"1"-18"0,3-1-24 0,0 1-35 15,0 4-26-15,0 0-33 0,0-5-25 0,0 5-22 16,0 0-16-16,10 0-18 0,-6 0-28 0,-4 0-4 15,18 4-15-15,-7 1-24 0,-2 3-5 0,1-1-10 16,0 5-3-16,-3 3-10 0,1 0 0 0,-3 1-6 16,-1 1-7-16,0 2-4 0,-2-2-1 0,0 2-5 15,-4-2-4-15,2 0-2 0,-1-6-5 0,1 1 8 16,0-1-7-16,-1-6-7 0,1 2 0 0,0-2-3 16,-3 0 7-16,6-2-1 15,-3-3-1-15,7 4-3 0,5-5-3 0,7-4-24 16,3 1-34-16,6-3-35 0,4-2-55 0,-4 1-59 15,5-9-91-15,-5 8-281 0,3-3-610 0,-3 0 271 16</inkml:trace>
  <inkml:trace contextRef="#ctx0" brushRef="#br0" timeOffset="27838.27">14808 5450 13 0,'-2'3'300'16,"-1"1"-16"-16,0-3-13 0,0 3-19 0,3-4-18 16,-4 2-22-16,4-2-16 0,0 0-21 0,13 4-16 15,-2-4-14-15,3-1-15 0,4-2-15 0,10 1-11 16,3-1-12-16,-2 2-7 0,5-7-12 0,-5 3-31 15,3-2-35-15,-5 0-38 0,-7 4-40 0,-2-4-42 16,1-1-47-16,-8 4-51 0,-1-1-174 0,-4-1-415 0,-1-1 184 0</inkml:trace>
  <inkml:trace contextRef="#ctx0" brushRef="#br0" timeOffset="28070.03">14924 5308 92 0,'-3'-4'358'0,"3"4"0"0,-7-4-1 15,4 2 2-15,3 2-23 0,-6-5-24 0,6 5-14 16,0 0-40-16,-3-2-27 0,3 2-30 0,0 0-23 16,0 0-30-16,0 0-9 0,0 0-5 15,-2 11-36-15,4-5 1 0,-2 4-10 0,2 6-7 0,-1 2-10 16,3 1-3-16,-4 5-10 0,2-3-17 0,1 4 13 16,4 1-19-1,-4 1-39-15,4-3-34 0,-6-5-33 0,3 1-29 16,0-2-34-16,1-1-41 0,-4-1-35 0,7-3-88 15,-7-5-276-15,3-2-621 0,1 0 274 0</inkml:trace>
  <inkml:trace contextRef="#ctx0" brushRef="#br0" timeOffset="28370.6">15378 5271 322 0,'1'-7'442'0,"-1"2"-6"16,0 0-29-16,0 3-32 0,0 2-39 15,0 0-30-15,3-7-40 0,-3 7-34 0,0 0-26 0,0 0-26 16,0 0-18-16,0 0-15 0,0 0-22 0,-3 16-7 16,2-6-8-16,1 4-14 0,0 4-7 0,1-1-10 15,-1 9-10-15,0-1-5 0,-1 2-9 0,2-11-7 16,-1 4-1-16,0 0 0 0,3-4-5 15,-2 1 3-15,-1-1-13 0,0-3 1 0,4-1-27 0,-4-3-16 16,0 1-18-16,0-3-34 0,0-2-19 0,0 1-17 0,1-2-8 16,-1 1-7-16,0-5-9 0,0 4-21 0,0-4-49 15,0 0-70-15,0 0-67 0,0 0-234 0,-1-19-610 16,1 10 271-16</inkml:trace>
  <inkml:trace contextRef="#ctx0" brushRef="#br0" timeOffset="28624.02">15650 5040 212 0,'5'-1'258'0,"-5"1"-28"16,7 5-21-16,3 1-4 0,0 5-5 0,3 1-7 16,5 7-11-16,-3 3-9 15,1 6-17-15,-2 4-10 0,0 2-5 16,-1 15-11-16,-2 1-4 0,-6-3-12 0,-5 3-9 0,-5-1-9 15,-3 1-10-15,-6-4-5 0,-5 0-5 0,-8-4-22 16,-6-1-28-16,-5-3-31 0,-7-4-33 0,-1-2-35 16,-4-1-41-16,-1-7-60 0,4-2-69 15,-11-10-183-15,-2 1-461 0,0-9 204 0</inkml:trace>
  <inkml:trace contextRef="#ctx0" brushRef="#br0" timeOffset="29040.33">13856 5087 72 0,'-6'9'184'16,"-6"6"-4"-1,-3 9 1-15,-3 0-1 0,0 9-8 0,-7 11 2 0,2 3 1 16,0 4-6-16,1 0-5 0,2 0-11 0,0 0-7 16,5 0-8-16,2 2 2 0,8-3-12 15,3-5-11-15,4-11-4 0,6-1-13 0,2 0-3 16,9-3-6-16,8-4-6 0,10 6-8 0,12-11-20 16,4-1-25-16,9-6-40 0,3-4-62 0,25-7-60 0,8-9-78 15,-9 1-244-15,7-9-489 0,0-3 217 0</inkml:trace>
  <inkml:trace contextRef="#ctx0" brushRef="#br0" timeOffset="29663.37">16950 4332 178 0,'0'-4'257'0,"0"4"-33"16,0 0-22-16,3-4-21 0,-3 4-22 0,0 0-25 15,0 0-14-15,0 0-11 0,0 0-15 0,-7 15-10 16,2-4-10-16,-4 3-6 0,-2 2-3 0,-2 4-7 0,-4 4-4 16,4 2-4-16,0-1-7 0,-2 2 2 0,2 1-6 15,2-5 3-15,-1 3-8 0,-1-2-12 16,1-2-26-16,3-5-14 0,-1 0-21 0,0-2-24 0,1-1-36 0,2-4-27 16,0-3-28-1,-1-1-152-15,0 0-331 0,4-6 147 0</inkml:trace>
  <inkml:trace contextRef="#ctx0" brushRef="#br0" timeOffset="29841.68">16702 4449 71 0,'0'-7'295'0,"3"4"-30"16,-3-1-26-16,1 1-33 0,-1 3-24 0,0 0-21 0,0 0-11 15,11 5-9-15,-7 4-9 0,6 6-1 0,3 8-10 16,1 5-11-16,4 2-8 0,1 0-4 0,12 11-8 15,1-3-5-15,1-1-10 0,-11-8-45 16,0-1-55-16,2-3-80 0,-4 0-112 0,1-4-173 0,-6-11-422 0,-5-1 187 0</inkml:trace>
  <inkml:trace contextRef="#ctx0" brushRef="#br0" timeOffset="30898.02">17701 4034 52 0,'9'-4'149'0,"5"2"2"0,-1-4-5 16,1 4-14-16,4-1-5 0,1 3-15 0,0 3-5 15,2-2-20-15,-3 6-4 0,1 0-10 0,-4 3-3 0,-2 2 0 16,0 2-5-16,-3 0-6 0,-4 6-2 0,1 4-4 16,-4 0-2-16,-4 1-10 0,-6 1 1 15,0-2-4-15,-4 3 0 0,-3-3-3 0,-4 0-4 16,0 3-4-16,-5-6 0 16,1-1-2-16,2-2-1 0,-2-1 1 0,8-3 8 15,-4-2-5-15,3-4 9 0,3 1 2 0,3-5 11 0,2 2 4 0,0-2 12 16,0-1 18-16,3-1 22 0,0 1 24 0,4-3 14 15,0 0-1-15,0 0-19 0,0 0-9 0,0 0-19 16,15-22-2-16,-6 13-10 0,3-6-15 0,8-3-5 16,3-3-4-16,1-1 2 0,1-3-19 0,0 2-8 15,1-4-6-15,1-1-3 0,-3 2 1 0,-2 0-2 16,-1 2-4-16,1 2-1 0,-12 8-4 0,4 3 0 16,-7 3 2-16,-2 0-3 0,0 3-2 0,0 0-11 15,0 2-9-15,-2 0-20 0,-3 3-13 0,0 0 5 16,0 0 0-16,5 12 6 0,-5-1 2 0,-4 1 1 15,3 6 6-15,-2 1 11 0,-2 5-11 0,4-5 6 16,-3 6-2-16,4 1 3 0,0-2 1 0,4 3 3 0,2-3 1 16,-1-5 3-16,3-4 15 0,2 2-9 0,-1-1-23 15,3-2-31-15,-1-2-39 0,-1-6-45 0,2 1-65 0,-1-3-93 16,3-5-180-16,-1-2-512 0,1-4 227 16</inkml:trace>
  <inkml:trace contextRef="#ctx0" brushRef="#br0" timeOffset="31199.66">18196 3725 2032 0,'-7'-9'127'0,"6"3"-3"0,-3-1 22 0,0 3-13 0,3 0-18 16,-1 0-33-16,0 0-19 0,2 4-17 0,-4-6-3 15,4 6-18-15,0 0-11 0,0 0 1 16,0 0-2-16,0 0-1 0,8 11-4 0,-3-4-2 16,-1 7 2-16,4 0-1 0,-2 2-1 0,2 3 2 0,-3-3-2 15,0 4 1-15,-1-5-2 0,5 1 8 0,-5 0-8 16,-2-3 3 0,2-4-4-16,1 4 0 0,-1-1 3 0,4-3-1 15,-3 0 7-15,4-1 1 0,0 0-2 0,9-1 1 0,2-2 1 0,8 0 0 16,2-4-11-16,5 0-36 0,4-2-54 0,-6-1-65 15,3-2-84-15,-6-4-210 0,6-1-483 0,-4 0 214 16</inkml:trace>
  <inkml:trace contextRef="#ctx0" brushRef="#br0" timeOffset="31544.81">18755 4328 223 0,'0'0'227'0,"-1"4"-17"0,1-4-13 0,0 0-18 16,0 0-19-16,0 0-13 0,24-4-15 0,-11 1-12 15,6 2-10-15,3-3-11 0,9 0-11 0,1-1-12 16,3 2-6-16,1-1-5 0,0 0-12 0,-1 0-22 16,-1 0-30-16,-4 0-37 0,-10 0-42 0,0-1-41 15,-2-1-39-15,-5 0-142 0,-1 0-324 0,-5 0 143 0</inkml:trace>
  <inkml:trace contextRef="#ctx0" brushRef="#br0" timeOffset="31776.33">18986 4076 196 0,'-4'-3'336'0,"1"-2"-14"0,1 4-11 16,-1-3-23-16,3 4-30 0,-4-4-25 0,4 4-26 15,-4-2-27-15,4 2-22 0,0 0-20 0,0 0-15 16,0 0-12-16,-2 14-10 0,2-4-10 0,1 5-10 16,-2 2-4-16,1 2-11 0,0 8-4 0,1-1-6 15,0 2-8-15,1-3-30 0,-1 1-8 0,0 0-41 16,2 0-28-16,-1-8-31 0,2 9-35 0,-1-10-54 16,1 0-60-16,-3-4-219 0,4-1-497 0,-3-4 220 15</inkml:trace>
  <inkml:trace contextRef="#ctx0" brushRef="#br0" timeOffset="32092.79">19417 4100 2741 0,'3'-15'206'0,"-2"4"-13"0,0 0-9 0,-1 0 25 0,0 4 4 16,0 0-34-16,2 2-20 0,-2 0-45 0,0 2-31 15,0-2-12-15,0 5-15 0,1-4-7 0,-1 4-29 16,0 0-9-16,0 0 0 0,-4 12-8 0,3-3 7 16,0 6-9-16,-2 4 3 0,-1 2-4 0,3 3 6 15,-1 2 0-15,0 2 1 0,2-1-2 0,-1-3 0 16,0-4 2-16,1 0-1 0,1-3-7 0,0 1 12 16,1-1 0-16,-2-5-10 0,0 0 4 0,-2-2-32 15,4-2-14-15,-2-1-15 0,0-1-8 0,0-3-10 0,0 4-1 0,1-4-1 16,-1-3-2-16,1 4-19 0,-1-4-55 15,0 0-65-15,0 0-62 0,-1-17-280 0,1 10-605 16,1-5 268-16</inkml:trace>
  <inkml:trace contextRef="#ctx0" brushRef="#br0" timeOffset="32346.43">19616 3752 5 0,'1'-5'315'0,"-1"1"-39"0,1 3-30 0,-1 1-27 16,1-4-27-16,-1 4-22 0,0 0-17 16,14 13-8-16,-5 3-4 0,5 5-10 0,0 8-4 0,1 3-6 15,6 14 0-15,-3 4-6 0,-5 4-10 0,-2 6-5 16,-8-2-2-16,-6-1-4 0,-7 24-12 0,-3-29-2 16,-6-2-11-16,-5 4-1 0,-7-4-8 15,-1-2 4-15,-6 0-11 0,-7-9-1 0,-1-2-8 16,0-7-18-16,-2-2-16 0,-2-4-24 0,0-4-25 15,-4-4-35-15,-2-4-39 0,-4-2-51 0,0-8-75 0,-4-6-235 16,1-1-512 0,-2-7 226-16</inkml:trace>
  <inkml:trace contextRef="#ctx0" brushRef="#br0" timeOffset="32731.66">17588 3778 40 0,'-3'-2'226'16,"3"-1"-31"-16,0 3-23 0,0 0-19 0,0 0-15 15,-13 15-13-15,7 2-26 0,-7 8-3 0,0 8 4 0,-6 18-8 16,1 5 13 0,-1 2-1-16,-9 23 2 0,9-24-5 0,3-2 0 15,1 2 6-15,7-1 1 0,2-1 1 0,11 1-1 0,2-5 1 0,8-4-5 16,9-4-1-16,7-1-7 0,8-9-5 0,15-6-12 15,5-2-42-15,32-4-57 0,1-12-90 0,1-3-126 16,3-12-204-16,-4 2-477 0,-30-7 212 0</inkml:trace>
  <inkml:trace contextRef="#ctx0" brushRef="#br0" timeOffset="33733.5">19917 3430 315 0,'0'-5'292'0,"0"5"-29"16,4-3-32-16,-4 3-21 0,5-2-21 0,-5 2-24 16,0 0-21-16,14 2-11 0,-9 1-15 0,4 2-13 15,0 0-15-15,-1 2-4 0,-2 3-13 0,2 0-5 16,-2 1-5-16,0 5-8 0,0 0 0 16,-2 3-8-16,-4 0-1 0,-3 1-3 0,3-3-5 15,-4 2 0-15,-1-3 0 0,0 1 10 0,-3-3 3 0,3-1 3 0,-1-2 5 16,-1-2 4-16,1-1-15 0,1 1 10 0,1-5-2 15,0 2 7-15,3 0 11 0,1-6 25 0,-7 4 12 16,7-4 15-16,0 0 8 0,-1 6 13 0,1-6-11 16,0 0-15-16,28-9-9 0,-1 2-17 0,6-3-10 15,1 1-10-15,0-1-6 0,-1-3-4 0,3 4-12 16,0-1-3 0,1 3-5-16,-4-3-10 0,-1 3-3 0,-4 1 3 15,-10 1-5-15,1 1-2 0,-6 3-1 16,-3-2-4-16,-2 1 2 0,0 1 4 0,-3-1-5 15,-5 2-1-15,9-2-18 0,-9 2-28 0,0 0-23 16,0 0 4-16,0 0-20 0,0 0-27 0,0 0-49 16,-17 19-43-16,8-12-40 0,-6 5-37 0,3-3-57 15,-3 1-343-15,6-1-711 0,-1 0 315 0</inkml:trace>
  <inkml:trace contextRef="#ctx0" brushRef="#br0" timeOffset="34418.43">20783 4209 67 0,'0'-8'282'0,"0"3"-23"16,-1-2-26-16,-6 1-16 0,1 1-23 0,-3-3-22 15,-2 4-16-15,-6 0-14 0,-3 0-19 0,1 4-11 16,-3 1-11-16,-7 3-14 0,-2-1-6 0,0 5-8 16,3 0-12-16,0-1-4 0,3 5-5 0,6-1-6 15,-1 0-6-15,4-1-2 0,1 1-5 0,3 1-4 16,3-1 0-16,1 0-5 0,4 1-1 0,0-2 1 16,3 3 1-16,6-2-1 0,-1-2-1 0,4 3 1 0,3-1-1 15,7-1 4-15,1-2-8 0,9 1 5 0,-1-4-1 0,5-1-3 0,-3-4 0 16,2-3 10-16,1 2 2 0,-4-7 11 0,2-1 15 15,-6-5 10-15,2-1 11 0,-3-2 4 0,-2-4 6 16,-3-1 6-16,0-3-2 0,0-4 4 0,-5-3-5 16,2-13-2-16,-4-1-3 0,-1 0-4 0,-4-5-4 15,0 2-5-15,-3-4 4 0,-2 0-4 0,-1 6 17 16,0 12 10-16,-3 2 23 0,2 3 4 0,-2 3 6 16,0 8-2-16,0 3-4 0,1 5 0 0,1 2-11 15,-1 1-17-15,2 4-15 0,0-1-39 0,0 1-42 16,-1 0-51-16,1 4-39 0,0 0 5 0,0 0 8 15,-8 20 0-15,3-3 4 0,0 8 18 0,-4 7 9 16,0 15 7 0,0-1 1-16,2 0 7 0,-4 2 8 0,6-12-1 15,-4 10-4-15,4 2-16 0,1-14 4 0,3-2-12 16,-1-1-22-16,2-1-7 0,-2-3-14 0,2-10-30 0,0 1-24 16,0 2-27-16,2-7-31 0,-4-3-39 0,4 1-51 15,0-5-59-15,-1-1-178 0,3-3-574 0,-4-2 254 0</inkml:trace>
  <inkml:trace contextRef="#ctx0" brushRef="#br0" timeOffset="34835.51">21058 3949 105 0,'5'-5'242'0,"6"2"-26"0,0 0-19 15,0 0-21 1,2 6-17-16,0-3-16 0,0 4-16 0,3 3-9 15,-3 3-9-15,2 3-6 0,-3 2-9 0,3 6-8 16,-2 1-9-16,-4 2-8 0,-4 1-6 0,0 2-2 16,-5-3-8-16,-1 0-2 0,-4-3-3 0,-3 4-3 15,-5-2 0-15,-2-3-4 0,4-3 0 0,0-3 4 16,-4 2-1-16,3-3 1 0,-1-3 10 0,2-2 4 16,4 1 6-16,-2-5 8 0,2 1 11 0,1-2 19 0,2 1 27 15,1-1 30-15,3-3 38 0,-7 0-15 0,7 0-19 0,0-8-18 0,5 0-17 16,0 0-21-16,3-1-3 0,2-7-10 0,5 1-13 15,6-6-3-15,-3-1-10 0,7-2-8 0,-4-5-11 16,3 6-3-16,-5-1 0 0,7-1-9 0,-7 3-15 16,-6 5 7-16,-3 6-2 0,0 1 11 15,-4 2 7-15,0 1-3 0,-1 2-4 0,-1 1-13 0,-2 1-15 16,3 3-33-16,-5 0 4 0,0 0 1 0,0 0 0 16,-5 17 6-16,1-5 4 0,-1 2-7 0,-1 2 1 15,-1 2 7-15,1 2-1 0,3-2-3 0,1 3-1 16,4-2 0-16,3 0-10 0,2 1-6 0,7 1-21 15,8 0-32-15,3-5-53 0,7-2-63 0,1-1-96 16,7-6-418-16,14-3-769 16,-1-7 341-16</inkml:trace>
  <inkml:trace contextRef="#ctx0" brushRef="#br0" timeOffset="35661.87">22473 4054 131 0,'-11'0'229'0,"1"2"-6"0,3-1-7 16,0 1-5-16,2-2-15 16,5 0-9-16,-8 0-11 0,8 0-4 0,-6 0-8 15,6 0-17-15,0 0-6 0,0 0-20 0,-9 3-12 16,9-3-12-16,0 0-7 0,0 0-8 16,0 0-7-16,-5 0-1 0,5 0-6 0,0 0-8 0,0 0-3 0,0 0 1 0,0 0-1 15,0 0-1-15,0 0 10 0,0 0-11 0,0 0-3 16,-5 1-5-16,5-1 4 0,0 0-9 15,0 0-2-15,0 0-1 0,0 0-5 0,0 0-8 16,0 0-5-16,0 0-2 0,0 0 2 0,0 0-4 16,0 0-2-16,0 0-1 0,0 0-1 0,0 0 0 15,0 0 0-15,0 0-2 0,0 0-2 0,0 0 5 16,0 0-1-16,0 0 5 0,0 0-5 0,0 0 5 16,0 0-6-16,0 0-2 0,0 0 2 0,0 0-1 15,0 0 8-15,0 0-13 16,0 0 5-16,0 0 6 0,0 0 7 0,0 0-3 15,0 0 0-15,31-6 5 0,-3 0-13 0,7 4 2 16,5-2-2-16,18-3 1 0,-1 2-2 0,1 0 1 16,0-3-2-16,1 1-2 0,1-1 3 0,-4 2-4 15,-15-1-4-15,-5 2-13 0,-3 0-17 0,-3 2-17 16,-11-1-16-16,-1 2-17 0,-7 0-27 0,-2-2-41 16,-5 0-41-16,-4 1-32 0,0 3-37 0,-10-5-19 0,-2 0-197 0,-9 0-508 15,-5-1 225 1</inkml:trace>
  <inkml:trace contextRef="#ctx0" brushRef="#br0" timeOffset="35884.51">22729 3917 150 0,'-1'-4'270'0,"-3"-3"6"0,3 2 7 0,-4 3 4 15,3-2-10-15,2 4-8 0,-4-7-15 0,2 4-20 16,2 3-28-16,-1-2-23 0,1 2-18 0,0 0-21 15,-2-3-22-15,2 3-13 0,0 0-17 0,-4 12-3 16,1-3-12-16,1 3-10 0,-4 6 0 0,0 7-11 16,0 3-7-16,-1 1-1 0,2 5-4 0,1-3 9 0,3 2-39 0,0-2-22 15,3-1-26-15,5-1-39 0,0 3-50 0,1-7-68 16,5-1-102-16,-2-10-235 0,3-2-571 0,3-3 254 16</inkml:trace>
  <inkml:trace contextRef="#ctx0" brushRef="#br0" timeOffset="36532.68">23959 3883 104 0,'-7'0'287'0,"7"0"-20"15,0 0-26-15,0 0-15 0,0 0-17 0,0 0-25 16,-3-3-19-16,3 3-17 0,0 0-14 0,0 0-12 16,0 0-16-16,0 0-2 0,28 3-17 0,-15-3-11 15,2-1-14-15,4-1-6 0,1 0-6 16,3-1-6-16,4-5-3 0,-5 4-4 0,6-1-1 0,-7-3-9 16,0 3 0-16,-3-3-2 0,-1 1 0 0,-2-3-4 15,-1 2 9-15,-5 1 7 0,0 0 0 16,-3-2 12-16,1 3 8 0,-6 0-3 0,-1 0-3 15,0-1-10-15,-5 3-2 0,-4 0-6 0,-4 0-6 16,-6 3-6-16,-10 2 0 0,-1 3-7 0,0 4 1 0,-2 6-2 16,0 1-3-16,-3 2 0 0,-8 7-2 0,12 0-1 0,-10 3 2 15,16-2-1-15,-2 0-3 0,5 2-2 0,3 1 16 16,5 0 2-16,6 3 0 0,3-3 6 0,14 1 7 16,1-1 6-16,9 0 4 0,8-7 0 0,17 5-3 0,4-4-5 0,7-3-1 31,8-6-2-31,-1-1-2 0,29 2-2 0,-31-8-7 15,-1-1 22-15,-3-2 12 0,-1-2 4 0,-18 1-7 0,0-2 1 0,-16 0 24 0,-1-2 28 0,-6 1 20 16,-2-1 17-16,-6 2 16 0,2 0 2 0,-3 0-1 16,-5 0-6-16,10-1-19 0,-5 0-17 0,-5 1-30 15,2-3-52-15,-2 3-58 0,0 0-60 0,-11-6-61 16,6 5-77-16,-2 1-62 0,-2-3-81 0,-3-1-405 16,2 2-832-16,1-1 368 0</inkml:trace>
  <inkml:trace contextRef="#ctx0" brushRef="#br0" timeOffset="44287.32">11779 7956 30 0,'-12'0'183'15,"2"0"-5"-15,2 0-6 0,2 0-5 0,-2-2-9 16,8 2-10-16,-9 0-13 0,9 0-11 0,-9-1-11 0,9 1-10 16,-5 0-11-16,5 0-6 0,0 0-10 0,0 0-8 0,0 0-4 15,-9 0-7-15,9 0-4 0,0 0-7 0,0 0-5 16,0 0-3-16,0 0-1 0,0 0-7 0,0 0-3 16,0 0-4-16,-6 1-1 0,6-1 1 15,0 0 2-15,0 0-7 0,0 0 4 0,0 0-1 0,0 0 1 16,0 0-3-1,0 0-4-15,0 0-2 0,0 0-1 0,0 0 2 16,0 0 0-16,0 0 5 0,0 0 0 0,0 0 2 16,0 0 1-16,-7 2-2 0,7-2 7 0,-1 2-5 0,1-2-2 15,0 0 4-15,-4 3-2 0,4-3-3 0,0 0 1 16,0 0-4-16,0 0-1 0,-5 2-2 0,5-2 3 16,0 0-1-16,0 0 3 0,0 0 4 0,17-5-4 0,-6 3 1 15,11-1-1-15,7-3-2 0,8 2-1 0,2-1-3 16,14 0-1-16,1 0 0 0,1 1-4 0,0-3 0 15,0 3-1-15,-5-1 7 0,-11 1-8 0,-5 0-5 16,-1 3 4-16,-4 1 1 0,-8-2 1 0,-1 1-6 16,-6 1 2-16,-2-2 1 0,-6 0-1 0,4 2-7 0,-3-1-13 15,-2 1-12-15,-5 0-11 0,0 0-24 16,0 0-19-16,0 0-22 16,0 0-19-16,-22 3-27 0,9-2-6 0,-2 1-25 15,-2 0-163-15,3 1-374 0,-2-2 166 0</inkml:trace>
  <inkml:trace contextRef="#ctx0" brushRef="#br0" timeOffset="44672.25">11826 8233 207 0,'-10'4'191'0,"3"-1"-13"0,1-1-8 0,-1-1-14 0,1 1-8 0,6-2-7 0,-8 1-9 16,5 0-5-16,3-1-9 0,-6 1-8 0,6-1-4 16,0 0 5-16,0 0-2 0,11 6 2 0,3-6-11 15,14-1-8-15,6 0-9 0,16-4-3 0,9 0-14 16,4-3 2-16,27 0 3 15,2 0 4-15,-29 1 0 0,35-2-3 0,-38 3-3 16,-1 0-4-16,-4 1-7 0,-15 1-3 0,-5 1-9 0,-1 2-8 16,-6-3 3-16,-9 3-4 0,-4-1-1 15,-2 2 9-15,-4-2 3 0,-3 2 14 0,2 0 0 16,-8 0-18-16,1-3-29 0,-1 3-21 0,0 0-36 16,-10-7-31-16,-1 7-43 0,-1 0-58 0,-1 0-85 0,-1-1-233 0,1 0-532 15,1-4 236-15</inkml:trace>
  <inkml:trace contextRef="#ctx0" brushRef="#br0" timeOffset="51907.25">14011 7629 67 0,'0'0'152'0,"-4"-4"3"0,4 4 2 0,-2-4 0 15,0 1-7-15,2 3-4 0,-2-4-9 0,2 4-12 16,0-6-9-16,0 4-9 0,1-2-5 0,-1 4-12 16,5-6-11-16,-1 5-8 0,2-4-4 0,-1 2-9 15,4-2-7-15,1 1-3 0,2 1-4 0,1 0-6 16,6-1-5-16,0 1-6 0,-1 3-5 0,2 2 1 16,1 1-3-16,-2 1 0 0,0 1 1 0,-1 3-6 15,-2 4 0-15,-4 0-3 0,1 5 1 0,1 4-3 16,-4-3-2-16,-2 6 5 0,-3 3-2 0,-2 1 1 15,-7 1-8-15,-4 0 6 16,-2 0-1-16,-5 1-3 0,-2 3 1 0,0-5 0 16,-4-2 2-16,-1-2-3 0,4 0 2 0,-4-2-2 15,2-1 7-15,-2-4-1 0,2 0 4 0,2-7 4 16,1 1 9-16,2-3 1 0,2 0 3 0,0-2 8 16,4-2 6-16,0 3 9 0,6-4 11 0,-3 0 14 15,0-2 18-15,4 2 29 0,-1-2 10 0,3-1-2 0,0 0-9 16,0 0-16-16,0 0-12 0,8-18-14 0,4 7-11 0,1-4-9 15,10-6-6-15,0-2-2 0,1-1-14 0,6-2 3 16,6-8-7-16,-1-2-3 0,-8 10-8 0,5-10 1 16,-5 11-1-16,1 1-10 0,-5 0 1 15,3 0-1-15,-5 0-8 0,1 4 4 0,-5-1 11 0,-3 8 6 16,-4 0 7-16,0 2 0 0,-1 1 3 0,-5 1 6 16,1 3 4-1,-2 0-5-15,1 2 0 0,-2 1-3 0,2-1-2 16,-3 3-25-16,-1 1-15 0,5-6-25 0,-5 6-14 0,0 0 20 15,0 0-9-15,-12 18 4 0,1-2-1 0,-4 5-2 16,2 4 6-16,-2-2 15 0,0 2-10 0,-1 0 0 16,6 0 2-16,1-3 7 0,3-4-10 15,2 2 2-15,0-2 8 0,8 1 4 0,6-1 2 16,2-1 2-16,9 0 4 0,9-3-1 0,8-5-33 0,23 0-46 0,31-5-64 16,-29-7-84-16,29-7-105 0,-33 2-309 0,-2-4-688 0,-3-4 305 0</inkml:trace>
  <inkml:trace contextRef="#ctx0" brushRef="#br0" timeOffset="56943.15">14810 7098 84 0,'0'-3'170'0,"0"3"-6"15,3-5-8-15,-1 3 3 0,-2 2-13 0,2-4 6 16,-2 4-7-16,3-3-4 0,-3 3-6 0,1-4-4 0,-1 4-7 0,0 0-10 16,0 0-9-16,0 0-10 0,3-3-10 0,-3 3-7 15,0 0-12-15,0 0-6 0,0 0-8 0,0 0-7 16,0 0-8-16,0 0-6 0,0 0-9 0,0 0 0 31,0 0-7-31,0 12-1 0,-2-3-7 0,-1 2 8 0,0 0-4 0,-3 4-1 16,0 3-1-16,-1 0 1 0,2 2-1 0,-3-1-1 15,-1 6-2-15,4-7 1 0,-5-1-4 16,2 2 5-16,4-2-3 0,-2 0-1 0,-2-6-1 16,3 4 2-16,1-4 0 0,-1 1-1 0,1-3 0 15,0 2 1-15,3-2-2 0,-2-1-1 0,1-3 4 0,1 1-4 16,-2-1 2-16,2 0-2 0,1-3-1 16,-4 1 1-16,4-3 3 0,0 8-3 0,-2-6 8 15,2-2 2-15,-2 4 1 0,2-4 1 0,0 0-2 0,-1 4 2 0,1-4 0 16,0 0 0-16,-3 4 0 0,3-4-1 0,0 0-3 15,0 0 1-15,0 0 5 0,0 0-7 0,0 0 3 16,0 0 3 0,0 0 4-16,0 0 0 0,0 0 1 0,0 0-1 15,8 2 4-15,-8-2 0 0,18 0-2 0,-5-1-3 0,6-1-3 0,3-1 0 16,6 2-3-16,1-2 1 0,-2-1-5 16,1 2-16-16,-5 1-27 0,-4-3-19 0,-1 1-35 15,4 0-30-15,-9 2-27 0,5-2-27 16,-7 1-37-16,2-1-176 0,-7 0-416 0,-1 1 185 15</inkml:trace>
  <inkml:trace contextRef="#ctx0" brushRef="#br0" timeOffset="57150.32">14996 7318 146 0,'0'-7'267'0,"0"7"-4"0,0-5-5 0,0 5-6 15,0-4-5-15,0 4-21 0,0-6-15 0,0 6-23 16,0 0-19-16,0 0-24 0,0 0-14 0,0 0-20 15,0 0-18-15,0 0-12 0,0 0-9 0,-1 17-11 16,0-5-3 0,-3 5-8-16,-3 10-7 0,4-3-1 0,-4 5-3 0,5 1-2 15,-1 0-5-15,2 4 0 0,2 0-5 0,3 1-20 16,0 11-43-16,0-12-50 0,-1 1-83 16,5-2-105-16,-3-5-181 0,4-4-490 0,-5-8 216 15</inkml:trace>
  <inkml:trace contextRef="#ctx0" brushRef="#br0" timeOffset="57860.08">13681 8274 119 0,'-5'0'237'0,"5"0"-14"15,0 0-16-15,-10 0-8 0,10 0-15 0,-8 0-13 16,8 0-16-16,0 0-16 0,0 0-10 0,-6 0-14 16,6 0-11-16,0 0-9 0,0 0-10 0,0 0-9 15,0 0-8-15,0 0-6 0,0 0-2 0,0 0-13 16,0 0-5-16,0 0-4 0,-9 0-6 0,9 0-1 15,0 0-3-15,0 0-4 0,0 0-4 0,0 0-5 16,0 0 1-16,0 0 0 16,0 0-3-16,0 0-1 0,0 0 0 0,0 0-2 15,0 0 0-15,0 0 4 0,0 0 5 0,0 0-3 16,0 0-4-16,0 0-1 0,0 0-2 0,0 0-3 16,0 0 1-16,0 0 2 0,0 0-6 0,-3 2 2 15,3-2 1-15,0 0 0 0,0 0-1 0,0 0 5 0,21 4 14 0,-8-4 4 0,15 0 3 16,9-4 1-16,18 0-6 15,11 0 4-15,36-2 0 0,-2 1 7 0,11-6 5 0,4 0 9 16,5 1-2-16,8-1 0 0,4 3 15 0,0-1-11 16,-5 3-1-16,-2-3-5 0,-6 4-1 0,-11-2-4 15,-5 2-9-15,-12 1 1 0,-31 1-3 0,-4 1-5 16,-6-1 6-16,-14 1-5 0,-4-1-7 0,-3 1 16 16,-10 0-19-16,0 2 3 0,-10 0 0 0,2-3 0 15,-4 3 13-15,2 0 6 0,-9 0 13 0,8-1 14 0,-3 1-23 16,-5 0-6-16,0 0-25 0,5-1-30 0,-5 1-32 0,0 0-32 15,0 0-21-15,-27 1-27 0,11 0-33 0,-4 4-36 16,0-2-41-16,-1 1-71 0,0-1-184 0,-7-1-535 16,0 0 236-16</inkml:trace>
  <inkml:trace contextRef="#ctx0" brushRef="#br0" timeOffset="58360.57">14761 8390 185 0,'0'0'293'0,"0"0"-23"0,0-4-28 16,0 4-25-16,0 0-22 0,0 0-19 0,0 0-22 15,0 0-17-15,0 0-13 0,0 0-16 0,0 0-6 0,-5 18-11 0,-3-7-8 16,3 5-9-16,-5 2-7 0,-5 5-3 0,-1 2-6 15,0 2-5-15,-1-1-5 0,2 0-6 0,-1 1 3 16,2 0 2-16,-2-4 3 0,3 2-1 0,2-8 1 16,1-1-3-16,3-1-1 0,-1 1-6 0,2-5 3 15,1 0-2-15,1-3 9 0,0 1 5 0,0-4-5 16,4 3 2-16,-1-5-1 0,-2 2 9 0,3 1-2 16,4-3 5-16,1 1-1 0,2 0-13 0,7-2 4 15,4 2-8-15,10-1-8 0,0-3 1 0,2 0-4 0,1-2-3 0,0 0-20 16,-3-2-33-16,-6 3-29 0,0-2-30 0,-3 2-30 15,0 0-41-15,-1-4-28 0,-1-1-42 0,1 0-40 16,-9 3-232-16,0-4-534 0,-1 1 237 0</inkml:trace>
  <inkml:trace contextRef="#ctx0" brushRef="#br0" timeOffset="58529.46">14895 8642 254 0,'0'0'267'0,"0"0"-17"15,0 0-33-15,0 0-26 0,0 0-13 0,0 0-12 16,-11 11-6-16,8 0-8 0,-5 3-9 0,1 4-10 16,-3 6-11-16,2 2-4 0,1 3-11 0,0 2-14 15,3 1-6-15,0 1-9 0,2 0-24 0,0 2-34 16,2 2-46-16,0-1-69 0,6-4-89 0,-6 1-231 16,2-6-448-16,-2-7 198 0</inkml:trace>
  <inkml:trace contextRef="#ctx0" brushRef="#br0" timeOffset="59315.62">16546 7895 38 0,'-6'0'251'0,"6"0"-14"15,-9 0-15-15,4 1-8 0,5-1-15 0,0 0-20 16,-8 0-19-16,8 0-18 0,-4 1-14 0,4-1-10 15,0 0-16-15,0 0-9 0,0 0-8 0,0 0-8 16,0 0-9-16,0 0-8 16,-5 2-6-16,5-2-4 0,0 0-5 0,0 0-2 15,0 0 0-15,0 0 1 0,0 0 2 0,0 0-2 16,0 0 0-16,0 0-3 0,0 0 12 0,0 0-14 16,-5 1-6-16,5-1 1 0,0 0-3 0,0 0-3 15,0 0-5-15,0 0 0 0,0 0-5 0,0 0-1 0,0 0-2 0,0 0-1 16,0 0-3-16,0 0 1 0,0 0-3 0,0 0 0 15,0 0 8-15,0 0-9 0,0 0 0 0,0 0 3 16,0 0 0-16,0 0 1 0,0 0 1 16,0 0-3-16,0 0 1 0,31-1-2 0,-12-2-1 0,9-2 2 15,5 3-1-15,4-2 0 0,3-2-2 0,12-1-2 16,-2-3 0-16,1 4 1 0,0-1-1 0,-14 2-2 16,3 0 2-16,-4-1 1 0,-2 3-17 15,-3-3-15-15,-11 3-20 16,-2-3-20-16,0 2-23 0,-8-1-36 0,-2 1-47 0,-3-1-40 15,-5 3-228-15,-1-4-476 0,-7 0 211 16</inkml:trace>
  <inkml:trace contextRef="#ctx0" brushRef="#br0" timeOffset="59515.82">16803 7724 13 0,'-2'-4'333'16,"2"4"-2"-16,-2-5 0 0,1 1-8 0,1 4-14 15,0 0-23-15,0 0-24 0,-1-4-34 0,1 4-37 0,0 0-19 16,0 0-27-16,0 0-34 0,-3 17-10 0,1 0-8 16,-1 10-8-16,-2 7-7 0,1 13-7 15,3 1-1-15,-2 0-50 0,2-3-55 0,1-7-54 0,-2 9-83 16,4-11-106-16,2-4-219 0,-3-5-538 0,1-8 238 16</inkml:trace>
  <inkml:trace contextRef="#ctx0" brushRef="#br0" timeOffset="60517.68">17792 7346 214 0,'3'-4'213'0,"-1"0"-18"0,1 1-13 0,4 1-23 15,0 0-7-15,2-1-18 0,1 0-12 0,1 3-12 16,1 3-12-16,6 1-3 0,-3 2-7 0,2 2-9 15,-1 2-8-15,0 4 0 0,-3 2-5 0,3 4-10 16,-2 1-5-16,-5-2-6 0,-4 7-3 0,0 4-2 16,-5-1-6-16,-1 1-1 0,-4 3 0 0,-4-4-2 15,-4 1-7-15,-1-3-1 0,0-1 2 0,-4-5 0 16,2 1 7-16,3-6 1 0,0-3 4 0,-1 1 5 16,0-3 4-16,2-3 3 0,1-1 4 0,1-1 7 15,1 0 13-15,2-1 7 16,1-1 25-16,2-3 21 0,-1 0 31 0,1 1 30 15,4-2 0-15,0 0-12 0,0 0-21 0,-4-10-13 16,8 1-17-16,0-1-11 0,5-4-11 0,5-7-9 16,3-2-15-16,2-4-5 0,2 1-11 0,8-13-5 15,-6 10-1-15,2 2-4 0,-2-2-12 0,0 6-7 16,0-4-12-16,-2 5 8 0,-7 7 0 0,-3 2-5 16,-3 2-4-16,-1 4 0 0,-1 0-4 0,-1 2-3 0,-1 0-2 0,-1 1-14 15,0 0-23-15,-2 1-31 0,-1 3-18 0,0 0 4 0,0 0 5 16,3 13 12-16,-6-1 4 0,-1 4 2 0,-1 2 11 15,-1 8 1-15,1-1 0 0,3 6 12 0,1-2 3 16,2 0 3-16,2-1-3 0,3-2 0 0,2-2-28 16,0-6-25-16,6 4-12 0,-1-7-27 0,3-2-29 15,-2-2-42-15,4-1-54 0,5-6-69 0,-5-1-270 0,1-2-623 16,-1-4 276-16</inkml:trace>
  <inkml:trace contextRef="#ctx0" brushRef="#br0" timeOffset="60891.25">18321 7051 22 0,'1'-6'329'0,"2"1"-17"0,-2 2-19 16,0 0-32-16,-1 3-21 0,3-6-24 0,0 5-23 16,-3 1-17-16,7-3-27 0,-7 3-20 0,0 0-11 15,9 9-16-15,-3-3-7 0,2 3-9 0,-5 2-5 16,3 4 4-16,-2 4-15 0,-3 0-8 0,-2 1-5 16,1 7-7-16,0-2-5 0,-2-6-2 0,0 0-5 15,-4-1-4 1,3 2-4-16,-1-8-1 0,2-2-4 0,0 3-4 0,2-6 1 15,-1-2-2-15,1 1-3 0,0-1 4 0,1 0 0 16,2 0 2-16,3 0 2 0,6-2 1 0,8-1-2 16,10-2-1-16,7-3-15 0,1 0-34 15,13-4-36-15,0 3-45 0,-15-1-67 0,3 0-71 0,-5-2-257 16,2-1-542-16,-4-1 240 0</inkml:trace>
  <inkml:trace contextRef="#ctx0" brushRef="#br0" timeOffset="61656.64">17384 8128 270 0,'-15'3'264'0,"6"-1"-21"16,1 0-13-16,1-1-4 0,2-1 0 0,-2 3-1 16,3-2-13-16,4-1-15 0,-5 1-18 0,5-1-8 0,0 0-16 0,-8 2-19 15,8-2-11-15,0 0-9 0,-6 1-11 0,6-1-5 16,0 0-9-16,0 0 19 0,0 0-18 0,0 0-2 16,0 0-14-16,0 0-3 0,0 0-8 0,0 0-2 0,0 0-5 0,0 0-10 15,0 0-5-15,0 0-9 0,0 0 6 0,0 0-5 16,0 0-8-16,0 0 1 0,0 0-1 0,0 0-4 15,13-8 4-15,-13 8 17 0,0 0-20 0,0 0 0 16,0 0-7-16,0 0 5 0,0 0-2 0,0 0 1 16,0 0-14-16,0 0 11 0,0 0-10 0,0 0 6 15,0 0-3-15,0 0-1 0,0 0 0 0,0 0-1 16,0 0-3-16,0 0-2 0,0 0 2 0,0 0-2 16,0 0-6-16,0 0 10 0,0 0-2 0,0 0-5 15,0 0 5-15,0 0-6 16,0 0 8-16,0 0-8 0,0 0-2 0,0 0 7 15,0 0-2-15,0 0-1 0,0 0 13 0,0 0-13 16,0 0-1-16,0 0 3 0,0 0 4 0,0 0-2 16,0 0 0-16,0 0 7 0,0 0-4 0,0 0-5 15,0 0-1-15,0 0 6 0,0 0 0 0,0 0 3 16,0 0 2-16,0 0 3 0,0 0-1 0,0 0-1 16,0 0 1-16,0 0-6 0,0 0 4 0,0 0 0 0,0 0-1 0,0 0-1 15,0 0 2 1,0 0-9-16,0 0 3 0,0 0 2 0,0 0-2 0,0 0 9 15,0 0-6-15,0 0 4 0,0 0-4 0,0 0 4 16,0 0 4-16,0 0-11 0,0 0 0 0,0 0 1 16,0 0-1-16,0 0-2 0,5 0-4 0,0-1 2 15,8-3-2-15,5 2-2 0,10-5-2 16,5 3 4-16,22-6 4 0,5 2-7 0,32-2 0 0,-2-5 0 16,8 1 10-16,8 2-12 0,4 0 4 15,6-1-2-15,-2 0 15 0,-3 2-4 0,-9 1 3 16,-4 2 0-16,-33 3-4 0,-3-2 4 0,-3 1-3 15,-4 2 0-15,-18 1-1 0,-5-1 2 0,-2 1-4 0,-13 2 1 16,-2-2 6-16,-4 2-2 0,-3 1 4 0,-2-2 1 16,-1 1-1-16,0-1-9 0,-5 2-22 0,3-4-28 0,-3 4-26 15,0 0-27-15,-12-4-13 0,3 3-37 0,-3 1-23 0,-5 0-26 16,-3 2-36-16,-2-1-28 0,1 3-50 16,-8 0-282-16,0 0-639 0,0 1 282 0</inkml:trace>
  <inkml:trace contextRef="#ctx0" brushRef="#br0" timeOffset="62221.05">18118 8235 253 0,'-1'5'248'15,"1"-5"-26"-15,0 0-25 0,7 2-16 0,-3-1-21 16,3 1-12-16,0-2-14 0,2 2-12 0,1 3-10 16,0 0-12-16,-1-1-12 0,3 3-1 0,-3-1-17 0,-3 2-5 15,3 2-8-15,-5 1 11 0,0 6-5 0,0 2 3 0,-4 0 6 16,-5 10-4-16,-4-4-6 0,-8-1 2 0,-1 3-3 15,-1-4-2-15,-4 5-1 0,0-5 1 0,-1-3 3 16,0-1-2-16,1-1-1 0,3-1 2 16,1-6 5-16,2-1 6 0,2 2-4 0,4-7 4 0,1 3-7 15,1-4 2 1,2 0-2-16,3-3 1 0,-1 4 12 0,0-2 8 16,1-2-4-16,0 2 0 0,4-3 7 0,-3 1 4 15,3-1-6-15,-4 4 3 0,4-4-6 0,-3 2 1 16,3-2-6-16,0 0-3 0,0 0-4 0,0 0-3 0,0 0-10 15,0 0-4-15,0 0-11 0,29-7 0 16,-10 4-4-16,7-3-6 0,9 1-1 0,19-2-3 16,2-3-2-16,9-1-8 0,29-3-4 0,-1 5 0 0,1-1 3 0,6 1-1 15,-10 1 2-15,-25 3-2 0,3 3 1 0,-5 0-3 16,-7 2-1-16,-16-1 0 0,-3 0-5 0,-8 1 3 16,-10-1-6-16,-3 2-5 15,-5-1-4-15,-2-1-8 0,1 1-15 0,-6-3-9 16,1 1-25-16,-5 2-26 0,0 0-27 0,-5-7-22 15,-5 5-18-15,1-3-25 0,-4 2-30 0,-3-4-37 0,4 2-47 0,-1-2-70 0,-1-2-236 0,5 0-645 16,-1 1 285-16</inkml:trace>
  <inkml:trace contextRef="#ctx0" brushRef="#br0" timeOffset="62907.3">19914 7857 194 0,'-9'0'237'0,"3"0"-7"0,-3 1-12 16,4-1-12-16,5 0-10 0,-10 0-13 0,10 0-15 0,0 0-17 16,-9 0-15-16,9 0-14 0,0 0-12 0,0 0-11 15,-6 2-10-15,6-2 1 0,0 0-11 16,0 0-8-16,-4 1-9 0,4-1-3 0,0 0-7 16,0 0-7-16,0 0 1 0,0 0 2 0,0 0-3 0,0 0 6 15,0 0 0-15,0 0 5 0,0 0 0 0,0 0 17 16,0 0-13-16,0 0 1 0,0 0-4 0,0 0-3 0,16-4 4 15,0 3-9-15,13-6-5 0,3 3-8 0,5 0 2 16,15-4-5-16,2-1-4 0,-2 2-5 0,2 1-6 0,1-1 2 16,-4 0-4-16,-14 3 3 0,-1-1-4 15,-1 0-15-15,-5 0-19 0,-8 2-21 0,-3-3-16 16,-6 4-26-16,0 0-14 0,-4-2-44 0,-4 1-43 16,-3 2-38-16,-3-3-52 0,1 4-185 0,-17-4-495 0,0-1 219 0</inkml:trace>
  <inkml:trace contextRef="#ctx0" brushRef="#br0" timeOffset="63143.38">20166 7703 41 0,'-2'-8'306'0,"2"3"-3"0,0 1-5 0,-3-4-5 15,2 2-5-15,1 4-10 0,-3-3-20 0,3 5-20 16,0-8-17-16,0 8-25 0,0-4-25 0,0 4-24 15,0 0-35-15,0 0-14 0,0 0-12 0,0 0-12 16,-5 24-2-16,4-10-9 0,-2 6-4 0,2 10-9 16,-3-2-1-16,1 5-8 0,3 0-3 0,0 0-31 0,0-2-33 0,3 2-33 15,-2-3-28-15,7-2-48 0,-7 0-55 0,7-4-90 16,-3-8-222-16,3-4-543 0,-2-4 239 0</inkml:trace>
  <inkml:trace contextRef="#ctx0" brushRef="#br0" timeOffset="63924.03">21358 7572 287 0,'-6'-4'290'0,"6"4"-18"0,0 0-12 0,0 0-22 15,-6 0-23-15,6 0-16 0,0 0-22 0,0 0-21 16,0 0-15-16,0 0-20 0,-5-3-15 0,5 3-11 16,0 0-10-16,0 0-6 0,0 0-10 0,0 0-5 0,0 0-15 0,0 0-10 15,24 2 0-15,-14-2-4 0,5-2-2 16,2-2-8-16,2 1 3 0,0 1-2 0,3-4-4 16,5-1 7-16,-7 0-13 15,-2 0 2-15,1 0-2 0,-1-1-4 0,-2 0-1 16,0-1 5-16,-6 1 7 0,1 1 4 0,0-1 10 15,-6 1 4-15,3 1 3 0,-5-1 6 0,-1 2-10 16,-2 0-9-16,-2 0-4 0,-4 1-9 0,-4 1 0 0,-8 0-3 16,-1 3-2-16,-10 4 0 0,-3 3-9 15,0 2 0-15,-4 5-2 0,-7 6 0 0,7-3-2 16,-8 7-5-16,1 5 4 0,2 0 4 0,13-8-5 16,-8 14-1-16,14-10 6 0,3 1 2 0,5 3 4 0,1-3 2 15,8 1 5-15,4-1-4 0,5 1 13 0,5 2-1 16,7-7 2-16,7 2 2 0,3-5-1 0,3-1-1 0,8-4 2 15,-1-1 2-15,15 1 1 0,-10-6 2 0,8 0 1 0,-10-3 0 16,-4-1-2-16,-4 0 7 0,-2-4 6 16,-10 0 10-16,0 1 8 0,-6-1 14 0,-3 0 12 15,-1 0 1-15,-4 0 8 0,3 0-3 0,-3 1-4 16,-5-1-9-16,6 0-28 0,-6 0-29 0,0 0-27 0,7-2-38 16,-7 2-34-16,0 0-35 0,-3-6-33 0,3 6-34 0,0 0-39 15,-6-7-53-15,3 4-55 0,-2-1-287 0,4 1-661 16,-3-1 294-16</inkml:trace>
  <inkml:trace contextRef="#ctx0" brushRef="#br0" timeOffset="64124.52">22245 7935 132 0,'0'0'367'0,"-2"-11"-39"0,2 11-30 0,-2-6-49 15,2 6-66-15,-2-3-76 0,2 3-121 0,0 0-261 16,0 0-299-16,0 0 133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8:21:10.22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3328 2696 177 0,'0'0'223'15,"-1"-4"-5"-15,1 4 3 0,-1-5 0 0,-2 2-3 16,3 3-4-16,-1-4-2 0,1 4 7 0,0 0-10 15,-1-11 16-15,-1 7-9 0,2 4 7 0,0-7-7 16,0 3 0-16,0 1-1 0,-2-2-14 0,2 5-7 16,0-8-10-16,-1 4-16 0,1 4-14 0,0-5-18 15,0 5-16-15,-2-4-13 16,2 4-16-16,0 0-19 0,0 0-39 0,0 0-52 16,-2-3-62-16,2 3-51 0,0 0 9 0,0 20 15 0,-2 3 4 0,0 6 10 15,-1 4 11-15,1 16 9 0,-2 2 9 0,0 2 7 16,0 5 12-16,3-2 1 0,1-1 6 0,0-3 2 15,-1-1 3-15,2-3 3 0,0 0 3 0,1-12 5 16,0-1 4-16,-2-2 2 0,4-3 3 16,-2-2-1-16,-2-6 6 0,2-3-2 0,-2-3 5 15,1-3-1-15,0-4 1 0,-1-2-2 0,2 3 2 16,-2-4 1-16,1-1 2 0,-1-5 1 0,0 10 7 16,0-10-2-16,1 4 2 0,-1-4 2 0,0 6 2 15,0-6 1-15,0 0 0 0,0 6-6 0,0-6 1 16,0 0-3-16,0 0-27 0,0 0-30 0,0 0-38 15,1 3-45-15,-1-3-42 16,0 0-46-16,0 0-46 0,0 0-165 0,0 0-474 16,0 0 209-16</inkml:trace>
  <inkml:trace contextRef="#ctx0" brushRef="#br0" timeOffset="501.2">3316 3549 202 0,'-11'6'219'0,"-1"-5"-9"16,5 2-8-16,-1-2-8 0,8-1-5 0,-7 3-10 0,7-3 0 15,-13 3-2-15,9-3-10 0,4 0-2 0,0 0-14 16,-5 4-6-16,5-4-13 0,0 0-10 0,0 0-3 15,0 0-14-15,0 0-11 0,0 0-4 0,0 0-9 16,0 0-5-16,0 0-11 0,0 0 0 0,0 0-10 16,0 0-3-16,0 0-10 0,0 0-5 0,0 0-2 15,0 0-5 1,0 0 0-16,-10 0-4 0,10 0-4 0,0 0-3 16,0 0 1-16,0 0-6 0,0 0 1 0,0 0-3 0,0 0 1 0,0 0-2 0,0 0-2 15,0 0 2-15,37-7-3 0,-16 4 1 0,5-3-3 16,9 0-3-16,0 1 1 0,5 1-3 15,11-4 5-15,-1 4-7 0,-10-3 6 0,-1 3-6 16,-2-1 3-16,-1 0 4 0,1-1 3 0,-8 4-3 16,-7-1-10-16,-1 2 7 0,-5 0-3 0,-6-1 3 15,-1 0-3-15,-1 1 29 0,-8 1 6 0,14-1 2 16,-10-1 12-16,-4 2 1 0,0 0 0 0,0 0-5 16,15-1-2-16,-15 1-7 0,4-1-19 0,-4 1-16 15,0 0-4-15,0 0-16 0,0 0-24 0,0 0-25 16,0 0-27-16,0 0-24 0,0 0-30 0,0 0-43 15,0 0-42-15,0 0-30 16,0 0-245-16,0 0-552 0,0 0 245 16</inkml:trace>
  <inkml:trace contextRef="#ctx0" brushRef="#br0" timeOffset="1287.3">4046 3559 37 0,'0'0'165'16,"0"0"-6"-16,0 0-1 0,0 0-5 0,-3 3 1 0,3-3-8 0,0 0 1 15,0 0-12-15,23-7-7 0,-13 3-11 0,0 1-12 16,4 0-8-16,0-1-8 0,0-3 6 0,4 1 5 15,0-2-2-15,-3 2 7 0,1-2 8 0,-5 2 7 16,-1-2 13-16,1 0 1 0,-1 0 2 0,-3-1 6 16,1 1-3-16,-1 0-12 0,0-1-2 0,-4 0-13 15,3 1-5-15,-6 1 2 16,4 2 6-16,-4-2-13 0,3 1-10 0,-3 6-6 16,-2-5-33-16,2 5-22 0,-5-8-14 0,0 5-17 0,-4 3-17 15,-4 0 6-15,-1 4-6 0,-1 3-2 0,-11 2 1 16,1 0 4-16,7 1-2 0,-6 5 3 0,7-4-6 15,-1 3-25-15,4-1-5 0,3 2-8 0,4 0-4 16,-3-1 3-16,6-3 5 0,2 3 4 0,3-3 5 16,0-1 5-16,6 1 6 0,4-1 7 0,-2-4 7 15,10 1 3-15,9-1 4 0,3-3 4 0,2-6 4 16,3 1-5-16,1-5 3 0,14-1 1 0,-14-1-2 16,2-5 4-16,-3 2-4 0,-1-3 11 0,-4 0 19 15,-2-3 17-15,-2 0 10 0,-1-4 6 0,-6 2 6 16,-1-4 8-16,-5-3-1 0,1-4-4 0,-4-1-5 15,-1-13-6 1,-3 9-2-16,1-13-5 0,-6 6 0 0,-1-7-2 16,-4 2 23-16,1 13-12 0,-1 1 15 0,-1 2 25 15,-1 6 31-15,1 6 22 0,1-2 16 0,-1 7 6 16,2 4-7-16,1 1-15 0,-1 3-19 0,0 2-14 16,1 0-15-16,1 1-21 0,0 4-36 0,-3-5-47 15,3 5-53-15,0 0-56 0,0 0 5 0,0 0 10 0,0 0 13 0,-5 29 0 16,3-6 24-16,-1 9-5 0,5 2 7 0,-9 15 8 15,2 2 10-15,0-3 3 0,0 3 0 0,1-1 7 16,-1-1 8-16,2-3-1 0,1-12 5 0,1-3 9 16,-2-1-1-16,6-4-1 0,-3-5 9 15,0-1 3-15,1-3-4 0,1-1 4 0,1-4-2 16,-3-1 4-16,4-4-3 0,-4 0 2 0,1-1 5 16,0-2-2-16,0 3 12 15,-1-7 19-15,3 5 8 0,-3-5 5 0,0 5 10 16,0-5 5-16,0 0 4 0,3 7 4 0,-3-7 2 15,0 0 1-15,0 0 3 0,0 0-6 0,10-2-5 16,1-3-5-16,7 0-20 0,8-4-39 0,4 0-50 16,5-5-64-16,2 0-83 0,13-8-87 0,0 0-105 15,-3-4-401-15,-4 0-854 0,-12 1 378 0</inkml:trace>
  <inkml:trace contextRef="#ctx0" brushRef="#br0" timeOffset="1811.16">4441 3195 27 0,'-10'3'254'15,"1"-1"-20"-15,0-2-22 0,4 3-12 16,-1-4-9-16,6 1-6 0,-7 3-7 0,7-3-4 15,-5 2-12-15,5-2-9 0,-6 1-9 0,6-1-8 16,0 0-2-16,0 0-6 0,0 0-6 0,0 0-7 16,0 0 5-16,0 0-16 0,0 0-6 0,0 0 4 15,0 0-11-15,0 0-10 0,0 0-5 0,23-1-11 16,-12 1-3-16,2-2 1 0,7-1-8 0,1 0-5 16,11 1-13-1,0-3 22-15,3 0-4 0,0 0 14 0,0 0-3 0,0 1 3 16,5-1-7-16,-7-1-7 0,-2 3-13 15,-2 0 0-15,-10 2-4 0,-6 0 0 0,1-1-4 16,-2 1-7-16,-3 1 8 0,-9 0-7 0,12-2 1 16,-12 2 3-16,10 0 2 0,-10 0-3 0,7-1-4 15,-7 1-23-15,0 0 20 0,9-1-17 0,-9 1-27 16,0 0-53-16,0 0-52 0,0 0-62 0,0 0-42 0,0 0-60 0,0 0-335 16,0 0-674-16,0 0 299 15</inkml:trace>
  <inkml:trace contextRef="#ctx0" brushRef="#br0" timeOffset="5006.39">6312 3002 103 0,'-1'-8'208'0,"-2"1"-4"0,2 0-1 0,-3-3 2 16,4 3 9-16,0 0 3 0,0 0-7 0,-1 1-7 16,-3 1-8-16,4-1-8 0,0 1-16 0,0 5-21 15,0-5-14-15,0 2-14 0,0 3-26 0,0 0-26 16,0 0-28-16,0 0-34 0,0 0-2 0,0 0-1 16,0 0-1-16,8 18-1 0,-6-2 1 0,5 3 1 15,-2 1 3-15,2 4-2 0,2 1 4 0,2 1-4 16,0-1 0-16,-2-7-3 0,0-1 3 0,1 0-4 15,3-2-3-15,-3-1 1 0,-1-5 4 0,5 2-8 16,-5-4 6-16,2 0 0 0,1-3 2 0,1-4-2 16,-6 0 12-16,5-4-2 0,6-1 4 0,-4-4-1 0,1-2 3 0,-1-2 8 15,-2-1 2-15,3-10 6 0,-5 7 3 0,3-6-2 16,-3-4 3-16,-2 1 4 0,2 1-3 0,-1 0 1 16,-5 5 6-16,-1 1 3 0,1 4 9 0,-2 2 3 0,-1 1 5 15,3 3 2-15,-4 1-8 0,3 4-11 0,-1-2-8 16,-2 1-28-16,0 1-32 0,0 4-34 0,1-3-10 15,-1 3 3-15,0 0 8 0,-1 17-1 0,1-6 10 16,-2 17 6-16,-2 6 0 0,-4 16 2 0,4 2 4 16,-3 7 7-16,0 0 10 0,-5 24-7 0,9-29 3 15,0 6 0-15,2-4 6 0,1-1-1 0,1 0 3 16,5-3 3-16,0-1 2 0,3 4 0 0,1 0 5 16,-1-5 0-16,1-5 1 0,-1-8-1 0,-1-4 4 15,-3 2 0-15,4-4-2 16,-4 0-1-16,0 0-1 0,-1-5 3 0,1-6-4 15,-2-2 7-15,-2-2-5 0,3-4 2 0,-8 0 0 16,4-2 3-16,0-2-5 0,-1 1 8 0,-2-5-4 16,3 1 11-16,-1 2 1 0,-2-2 4 0,2-1 0 15,-3 2 4-15,-1-4 1 0,5-2 4 0,-13 5-3 16,4-5-4-16,0 0 2 0,-2 0-8 16,-2-2 1-16,0-2 2 0,-3-4 5 0,-2 1 10 0,1-3 9 0,1-3 5 15,-5-7 6-15,1-2 7 16,1-4 4-16,2-4 2 0,-1-13-5 0,1-3 5 15,3-3-27-15,8-6 1 0,3-1-9 0,5-3-7 16,4 4-1-16,5-1 1 0,5 4-9 0,0 2 3 16,5 2-7-16,6 4 0 0,1 4-3 0,1 1-1 15,-7 12-3-15,-1 0 4 0,0 3-1 0,1 3-1 16,-8 6 2-16,-3 1 6 0,1 4 5 0,-4 2 6 16,-2 1-9-16,-1 2 1 0,0 1-7 0,-1-1 1 15,0 2-3-15,0 0-14 0,-3-1-30 0,3 4-25 16,-4 0-26-16,5-5-25 0,-5 5-30 0,2-2-24 15,-2 2-10-15,0 0 1 0,0 0-12 0,0 0-21 16,0 0-46-16,0 0-48 0,0 0-157 0,-11 10-495 16,11-10 220-16</inkml:trace>
  <inkml:trace contextRef="#ctx0" brushRef="#br0" timeOffset="5522.94">6800 2595 91 0,'-1'-7'322'0,"0"2"-3"0,1-4-1 15,-2 4-9-15,2-3 1 0,-1 2-17 0,2 2-19 16,-1-1-14-16,0 1-28 0,0 4-28 0,0-6-24 15,0 6-22-15,-1-5-19 0,1 5-23 0,0 0-46 16,0 0-18-16,0 0-5 0,0 0-5 0,4 18-9 16,0-2 1-16,-3 4 1 0,0 2-5 0,2 7-7 15,-1-2 1 1,0 2 0-16,0-1 0 0,3-6-3 0,-4 7-5 16,2-9-4-16,0-1 5 0,-2-2-5 0,0 2 8 15,-1-6-5-15,2-2 0 0,-2 0-10 0,1-4 11 16,-1 2-4-16,0-4-6 0,1-2-8 0,-1-3 3 15,1 7 1-15,-1-2-9 0,0-5-17 0,0 0-16 16,0 5-35-16,0-5-36 0,0 0-63 0,0 0-54 16,0 0-63-16,0 0-240 0,0 0-574 0,11-17 255 0</inkml:trace>
  <inkml:trace contextRef="#ctx0" brushRef="#br0" timeOffset="6124.09">7093 2750 77 0,'-7'2'209'0,"2"1"-5"0,5-3-12 15,-9 0-12-15,5 0-18 0,4 0-12 0,0 0-9 16,-6 2-4-16,6-2-1 0,0 0-3 0,-6 0 0 16,6 0-13-16,0 0-8 0,0 0-3 0,0 0-15 0,0 0-4 0,-7 1-9 15,7-1-9-15,0 0-3 0,0 0-5 0,0 0-7 16,0 0-3-16,0 0-6 0,0 0 0 0,0 0-9 15,0 0-1-15,0 0-7 0,0 0-3 0,0 0-2 16,0 0-4-16,0 0-3 0,0 0 0 0,0 0-2 16,0 0-4-16,0 0 2 0,0 0-4 0,0 0 1 15,0 0-5 1,0 0 0-16,0 0 0 0,0 0-1 0,0 0 3 16,0 0-3-16,0 0-1 0,0 0-1 0,0 0 8 15,0 0 3-15,0 0-6 0,0 0 5 0,0 0-1 16,0 0-1-16,0 0-1 0,0 0-4 0,0 0 1 15,0 0-11-15,0 0 10 0,0 0 1 0,0 0 4 16,21-1-6-16,-6-1 0 0,3-1-3 0,6 1 2 16,4 0 1-16,7-3-1 0,-1 2-4 0,2 1 3 0,1-1-3 0,1-4-8 15,-3 3 11-15,0 1-2 0,-5 2 8 16,0-3-4-16,-9 3-1 0,-4-3-2 0,-2 3 0 16,-6 0-1-16,0 1 0 0,0 0-5 0,-4-2 7 15,0 2 1-15,-5 0-1 0,9-1-19 0,-9 1-9 0,0 0-9 16,0 0-10-16,0 0-19 0,0 0-19 0,0 0-17 15,0 0-20 1,0 0-30-16,-23 5-27 0,23-5-27 0,-10 0-201 16,10 0-436-16,0 0 192 0</inkml:trace>
  <inkml:trace contextRef="#ctx0" brushRef="#br0" timeOffset="6671.59">7775 2438 60 0,'1'-1'359'0,"-1"-4"2"0,0-1-17 0,3 1-12 15,-3 5-34-15,0-2-28 0,0 2-33 0,1-5-23 16,-1 5-19-16,3-3-23 0,-3 3-22 0,0 0-42 15,0 0-17-15,0 0-8 0,0 0-15 0,1 10-3 16,4 1-12-16,-5-3 2 0,1 5-10 0,-1 4-2 16,0 0-19-16,3 1 11 0,-2 0-3 0,2 0-4 15,-3-2-3 1,1 1-2-16,-1 0 2 0,0-1-3 0,3-3-4 16,-2-2-4-16,-1-4-3 0,0 1 2 0,1-3 2 15,2-1 4-15,-3 1 1 0,1-2 1 0,-1-3 24 16,3 5 33-16,-3-5 26 0,0 0 19 0,0 0-8 15,0 0-9-15,11-9-17 0,-3 1-8 0,-1-2-4 16,3-4-4-16,0 0-10 0,0 0-11 0,2 0 12 16,-1-2 3-16,-2 0 0 0,0 2-8 0,-2 5 6 0,-2-1 0 0,-1 5-6 15,1 0-9-15,-1 1-10 0,-1 0-14 0,-2 3-12 16,4-2-37-16,-5 3-3 0,0 0-6 0,9 5 7 16,-5 2-2-1,5 3 1-15,-6 2-2 0,5 4 9 0,0 4 4 16,1-3-9-16,0 5-2 0,-4-3 8 0,3-2 5 15,-3 0 2-15,3 0-17 0,-2-2 2 0,-2-4-38 16,0 0-29-16,-2-1-19 0,2 1-15 0,-4-5-23 16,4 3-18-16,-3-4-11 0,2 0-21 0,-3 1-21 15,1-1-33-15,2 0-44 0,-3 0-252 0,0-5-596 16,0 0 265-16</inkml:trace>
  <inkml:trace contextRef="#ctx0" brushRef="#br0" timeOffset="7410.46">8500 3177 68 0,'0'0'179'0,"-4"-2"1"15,4 2-8-15,-4-2-3 0,4 2-7 0,0 0-10 16,0 0-1-16,-5-3-8 0,5 3-5 0,0 0 1 0,0 0-5 31,0 0-2-31,0 0-4 0,0 0-2 0,0 0-3 0,-6-1-7 16,6 1-3-16,0 0-9 0,0 0-8 0,0 0-9 15,0 0-11-15,0 0-5 0,0 0-7 0,0 0 4 16,19-6-16-16,-6 2-10 0,7 1-9 0,2-1-25 16,4 0-39-16,2-2-33 0,-2 3-35 0,2 2-39 15,-6-2-45-15,0 2-39 0,-6-1-194 0,3 0-448 16,-6 2 198-16</inkml:trace>
  <inkml:trace contextRef="#ctx0" brushRef="#br0" timeOffset="7610.83">8532 3382 120 0,'-4'2'201'15,"1"2"1"-15,2-1-5 0,1-3-10 16,-4 4-10-16,4-4-18 0,-3 1-14 0,3-1-15 0,0 0-13 31,4 4-7-31,-4-4 17 0,18 3-12 0,3-3-9 0,8 0-11 16,3-3-29-16,5 3-54 0,-1-1-68 0,6-3-91 15,-7 0-198-15,-2-3-372 0,1 0 166 0</inkml:trace>
  <inkml:trace contextRef="#ctx0" brushRef="#br0" timeOffset="8329.01">9156 2888 308 0,'-2'-4'308'0,"2"4"-32"0,-5-2-23 0,5 2-30 16,0 0-25-16,-4-4-23 15,4 4-19-15,0 0-24 0,0 0-13 0,0 0-15 0,0 0-11 16,0 0-11-16,3 10-12 0,-1-4-4 0,3 0-13 15,-2 1 3-15,2 3-7 0,1-2-2 0,3 1-7 16,6 5 2-16,2-2-3 0,6 3-5 0,0-2-3 16,4 1-9-16,0-6 5 0,1 1-4 0,-2-3-1 15,2 0 1-15,-2-5-4 0,-4 1-1 0,0-4 2 16,-2 2-4-16,-2-2-7 0,1-2 16 0,-6-1 9 16,-1 2 6-16,2-2 8 0,-4-2 15 0,0 0 9 15,-1 2 18-15,-4 0 9 0,0 4 3 0,0-2 1 16,2-1-5-16,-5 3-7 0,-2 1-15 0,7-3-9 15,-6 1-11-15,-1 2-30 0,0 0-32 0,5 0-38 16,-5 0 18-16,-2 9 2 0,-1 1 3 0,-5 5-2 16,-4 7 8-16,-3 4 2 0,-1 4 2 0,-2-3 0 0,-10 18-16 0,1-2 17 15,0 3 3-15,2-2 2 0,-1-1 3 0,3-1 2 16,6-11-3-16,1-1 0 0,3-5 1 0,0-1 5 31,3-6 7-31,5-6-7 0,-3 0 1 0,3-4-3 0,4 0 11 0,-4-3 10 16,2 1 23-16,2-2 27 0,0-1 23 0,-2 0 27 15,3-3 19-15,0 0 23 0,-5 4 11 16,5-4-19-16,0 0-22 0,0 0-10 0,0 0-11 16,4-15-13-16,0 9-12 0,-3 2-14 0,3-2-1 15,-4 1-5-15,1 2-11 0,3-1-7 0,-4 4-9 16,1-6-7-16,-1 6-14 0,4-1-25 0,-4 1-26 0,4-3-25 16,-4 3 5-16,0 0 6 0,10 4 5 15,-3 2 1-15,0-3 11 0,5 4 4 0,-2-1-2 16,4-1 7-16,4 3-2 0,4-2 7 0,7-2-3 0,2 3-9 0,3-5-22 15,1-2-11-15,-1 0-22 0,1-3-11 0,-4-2-9 16,-2 1 3-16,-4 0-3 0,-6-4 0 0,-1 3 2 16,-5 0-1-16,0-2-2 0,-4 1-3 0,0-2 2 15,-4 2-7-15,0-2-10 0,-1 2-7 0,-4 0-6 16,-4 1-11-16,3 0-20 0,-3 1-21 0,0-3-45 16,-1 5-53-16,-4-5-195 15,0 2-516-15,0 1 228 0</inkml:trace>
  <inkml:trace contextRef="#ctx0" brushRef="#br0" timeOffset="8744.16">9370 3339 110 0,'0'0'220'0,"0"0"-11"0,-9 2-12 15,9-2-7-15,0 0-13 0,0 0-4 0,-5 1-9 16,5-1-1-16,0 0-6 0,0 0 0 0,0 0-5 16,0 0 2-1,0 0-1-15,0 0 9 0,0 0-1 0,0 0 0 0,0 0-28 16,0 0 12-16,0 0-7 0,0 0-10 0,0 0-15 15,0 0-5-15,20-8-14 0,2 5-8 0,6-3-18 16,5 1-2-16,3-2-2 0,1 0-13 0,17-1 4 16,-17 2-9-16,15-1 25 0,-12 2-7 0,-3-2 13 15,0 1-4-15,-3-1-6 0,-4 5-7 0,-10-1 2 16,-2-2 5-16,-5 3 3 0,-2 0-10 0,-3 2 2 16,1 0-3-16,-4-2-3 0,1 2-6 0,1-1-7 15,-7 1-4-15,5-1-23 0,-5 1-41 0,5-1-49 16,-5 1-57-16,0 0-66 0,8 2-67 0,-8-2-40 0,0 3-48 15,0-3-282-15,0 0-688 0,0 0 305 0</inkml:trace>
  <inkml:trace contextRef="#ctx0" brushRef="#br0" timeOffset="11749.66">12112 3238 199 0,'0'0'288'16,"-4"-4"-16"-16,4 4-16 0,0 0-17 0,-5-2-15 16,5 2-24-16,0 0-14 0,0 0-20 0,0 0-16 15,0 0-13-15,0 0-14 0,0 0-8 0,6-6-21 16,5 6-18-16,3-2-19 0,5 0-38 0,9-3-41 15,2 5-52-15,-2-3-66 16,0 1-62-16,-8 1-193 0,3-2-425 0,-5 2 188 16</inkml:trace>
  <inkml:trace contextRef="#ctx0" brushRef="#br0" timeOffset="11912">12099 3455 42 0,'-5'4'124'0,"1"-1"-3"0,1-1-7 0,1 1 24 16,2-3 11-16,4 6 10 0,1-6-10 0,8 3-11 16,2-3-19-16,7 0-12 0,6-3-28 0,0 1-54 15,2-2-51-15,-1-1-69 0,-7-1-130 0,3-2-242 16,-6 2 108-16</inkml:trace>
  <inkml:trace contextRef="#ctx0" brushRef="#br0" timeOffset="12450.91">12355 3100 142 0,'-4'-6'319'15,"0"5"-31"-15,4 1-32 16,-1-5-24-16,-2 4-30 0,3 1-23 0,0 0-27 16,0 0-16-16,0 0-18 0,0 0-10 0,0 0-9 0,4 14-11 0,0-5-7 15,1-1-8-15,0 1-4 0,8 6-14 0,-1-3 0 16,-1 0-3-16,6 0-3 0,-3 1-6 0,2-2-4 15,3 0 0-15,-2 0-7 0,2-3-3 0,1 2-2 16,0-6-3-16,-10 1-3 0,4-1-1 16,0-1-2-16,0-2-1 0,-1-2 1 0,0 1 1 15,-4-3-2-15,1-1-1 0,0-1 16 0,-3 3 14 0,-1-1 17 16,-1-1 24-16,0-2 8 0,-1 3 8 16,0-1 2-16,1 0 7 0,-3 1-2 0,-2 3-9 15,6-5-10-15,-6 5-7 0,2-4-23 0,-2 4-12 16,0 0-35-16,0 0-35 0,0 0 5 0,0 0-8 15,-5 20 5-15,-5-4-3 16,-3 11 8-16,-4 6-5 0,-9 7 3 0,-1 0 6 16,0 6 2-16,-1-1 0 0,-3 0-1 0,1 1 6 15,3-3-3-15,1 0-1 0,-1 1 5 0,7-1 6 16,2-14-6-16,5 1 5 0,-1-3-3 0,1-2 4 16,3 0-2-16,1-11 2 0,4-2-4 0,1 0 9 15,0-7 4-15,2 2 17 0,0-2 15 0,1 0 27 16,-4-2 17-16,4 1 33 0,1-4 21 0,-3 4 19 0,3-4 3 0,-1 4 0 15,1-4-8-15,-2 3-5 0,2-3-6 0,0 0-16 16,0 0-9-16,0 0-11 0,0 0-11 0,-4 2-10 16,4-2-10-16,0 0-6 0,0 0-10 0,0 0-10 15,0 0-31-15,0 0-23 0,0 0-32 16,0 0-29-16,0 0-32 0,0 0-47 0,0 0-91 16,0 0-82-16,0 0-72 0,29-11-78 0,-19 5-316 0,0 1-845 0,-1-4 374 15</inkml:trace>
  <inkml:trace contextRef="#ctx0" brushRef="#br0" timeOffset="13308.91">13698 3067 106 0,'2'-6'212'0,"0"0"4"0,-1-2 5 15,4-1 5-15,-2 4-5 0,-1 2 0 0,1-1 1 16,-2-1-15-16,-1 3-18 0,3-2-18 0,-3 4-24 16,2-5-19-16,-2 5-16 0,1-1-30 0,-1 1-17 0,0 0-7 15,0 14-10-15,0 1-3 0,-1 9-3 0,0 5-5 0,0 1-2 16,-3 3 26-16,4 1-3 0,-4 4-9 0,4 8 3 16,0-12-9-16,1-1 3 0,0 0-10 15,2-2-2-15,1-4-1 0,1-1-5 0,-2-7 6 16,-1-1-10-16,4-2-5 0,-4-5-8 0,1 0 7 15,-1-3 0-15,-1-2 2 16,2-1 2-16,-2 0-1 0,-1 0 2 0,1-2-2 16,-1 0-4-16,0-3 11 0,3 5-5 0,-3-5 1 15,1 2-25-15,-1-2-36 0,0 0-73 0,0 0-49 16,0 0-45-16,0 0-60 0,-6-10-237 0,6 5-541 16,1-3 241-16</inkml:trace>
  <inkml:trace contextRef="#ctx0" brushRef="#br0" timeOffset="13884.87">14058 3379 148 0,'-13'2'214'0,"5"-1"-13"16,1 1-13-16,-1-2-1 0,3 3-23 0,0-2-15 0,0 0-12 16,5-1-9-16,-8 2-7 0,8-2-1 0,-6 0-8 0,6 0 1 0,0 0-9 15,-5 2 3-15,5-2-7 0,-4 2-1 0,4-2-8 16,0 0-4-16,0 0-3 0,0 0-6 0,0 0-3 15,0 0-8-15,0 0-2 0,0 0-4 0,-6 0-6 16,6 0-4-16,0 0-17 0,0 0 6 0,0 0-5 16,0 0-2-16,0 0-7 0,0 0 2 0,0 0-8 15,0 0 1-15,0 0-3 0,0 0 1 0,0 0 1 16,0 0-5-16,0 0 3 0,0 0-2 0,0 0-2 16,0 0-7-16,-1 3 8 0,1-3-3 0,0 0-3 15,0 0-2-15,0 0-2 0,0 0-1 0,0 0-1 16,0 0 8-16,0 0-7 0,0 0 2 0,0 0 1 15,0 0 6-15,20-2-1 16,-6 2 2-16,6-1-13 0,11-2 12 0,4-1-3 16,3 0 5-16,14 0 0 0,3 1 2 15,-1-2-3-15,1 0-2 0,-4 2-2 0,1 0 8 16,-16 1-12-16,1 0 4 0,-5-3 1 0,-3 3-2 16,-8 1-12-16,-5 0 11 0,-3 0-1 0,-3 1-1 0,-2 0 2 0,1-2-2 15,-5 2-14-15,1-1-4 0,-5 1-19 0,8-1-18 16,-8 1-26-16,0 0-20 0,0 0-19 0,0 0-16 15,-28 0-23-15,16 0-19 0,5 1-36 0,-3-2-44 16,-1 0-163-16,1 0-449 0,2-2 199 0</inkml:trace>
  <inkml:trace contextRef="#ctx0" brushRef="#br0" timeOffset="14432.93">14831 3066 220 0,'-1'-4'372'0,"-1"0"-16"0,2 4-27 16,-2-3-30-16,2 3-29 0,0-5-36 0,0 5-14 15,0 0-40-15,0 0-18 0,0 0-22 0,0 0-14 16,0 0-8-16,0 0-20 0,6 19-2 0,-3-9-20 15,0 3-1-15,-1 5-9 0,1-1-7 0,-2 3-8 16,0 6 1-16,1-2-7 0,-1 1-4 0,-2-1-6 16,1-4-3-16,0-1-2 0,1-3-4 0,-1-1 1 0,1-4-1 15,-1 0-2-15,0-4 0 0,-1 0-3 0,2 0-2 0,-1-3 13 16,0 0-5-16,0-1 44 0,0-3 39 0,0 7 34 16,0-7 8-16,0 0-15 0,7-11-18 15,-2 5-7-15,1-4-18 0,2-1-5 0,-1-2-12 16,6-1-10-16,-3-2-6 0,2-3-3 0,3-2-2 15,-6 4 0-15,5-5-11 16,2 0-1-16,-5 7-4 0,-1 0-2 0,-2 5-8 16,-4 1 4-16,1 1-4 0,0 2-4 0,0 1-3 15,-1 1-9-15,-1 2-10 0,0-1-16 0,-3 3-22 16,0 0-6-16,9 5 11 0,-2-1-4 0,-2 4 1 16,2 1 3-16,0 3 5 0,2 2-7 0,-2 0 4 0,1 1 5 0,1 2 2 15,1-2-9-15,-5 0 13 0,3-1 7 16,-3-2-2-16,0-2 5 0,4 0-30 0,-4 0-13 15,-1-3-29-15,1 1 0 0,-1-2-19 0,0-1-20 0,1-1 9 16,-4-1-8-16,3 0-4 0,-4 0 11 0,3-1-3 16,-3-2-39-16,0 0-38 0,0 0-27 0,0 0-29 15,0-12-43-15,-3 6-250 0,3-4-582 16,-1 1 257-16</inkml:trace>
  <inkml:trace contextRef="#ctx0" brushRef="#br0" timeOffset="14686.58">15317 2803 69 0,'0'0'298'0,"1"-5"-35"0,-1 5-27 0,0 0-25 16,0 0-26-16,0 0-20 15,8 10-10-15,-4 0-19 0,2 3-4 0,1 11-8 16,1 5-9-16,4 21-3 0,-2-3-6 0,3 6-6 0,-7 2-10 15,1 3-3-15,-2 0-8 0,-4 0-6 0,-5 0-6 16,-1-2-6-16,0-1 0 0,-7-6-7 16,-4 0-2-16,-4-2-3 0,-2-3 0 0,-5-5 0 15,-6 0-1-15,-3-4-3 0,-5 4-26 0,-4-10-36 16,-6 0-59-16,-2-2-69 0,-6-5-86 0,-31-1-240 16,28-12-509-16,2-3 226 0</inkml:trace>
  <inkml:trace contextRef="#ctx0" brushRef="#br0" timeOffset="15305.54">13465 2713 208 0,'0'-4'363'0,"3"-1"-32"0,-3 5-34 0,0-5-34 0,0 2-39 0,0 3-47 16,0 0-25-16,0 0-16 0,-3 14-20 0,2 3-7 15,-4 13-16-15,0 5-11 0,-3 20-8 0,-1 25-4 16,0 6-3-16,4 2-2 0,0-1-6 0,2-2-7 15,6-25-2-15,6 2-4 0,2-5 4 0,6 0 8 16,6-3 19-16,0-4-25 0,4-3 25 0,1-6 10 0,3 3 1 16,-7-16 2-1,3-1-6-15,0-4 5 0,1-1 9 0,-1-4-9 16,-2-3-6-16,-1-4-6 0,-8-1 0 0,-6-5 0 16,0 0-6-16,-3-2 12 0,-1 1 12 15,-1-3 11-15,1 0 14 0,-2 2 3 0,0-1 4 16,-4-2-4-16,5 1 3 0,-5-1-7 0,0 0-12 15,4 2-10-15,-4-2-10 0,0 0-9 0,4 2-7 0,-4-2-8 16,0 0-9-16,0 0-20 0,5 3-32 0,-5-3-31 0,0 0-39 16,0 0-30-16,0 0-69 0,0 0-91 0,15-4-89 15,-2 2-123-15,8-2-286 0,-5-4-819 0,0-1 362 16</inkml:trace>
  <inkml:trace contextRef="#ctx0" brushRef="#br0" timeOffset="17661.59">16140 2878 16 0,'1'-9'248'0,"-1"4"-11"16,0 0-10-16,0 1-15 0,1 0-20 0,-1 0-22 15,0 4-20-15,2-5-18 0,-2 5-14 0,1-3-16 16,-1 3-10-16,0 0-15 0,0 0 0 0,6 9-9 0,-2-2-5 0,1 3-5 31,3-2-8-31,0 3-5 0,1 5-4 0,3-2-3 0,2-1-4 16,5 9-4-16,-2-8-11 0,5 0-6 0,-8-2-7 0,5-2-4 15,0 0-1-15,-3-3-3 0,-2-2 3 0,1 1 0 16,0-6 2-16,-2 1-1 0,2-3 0 0,2-4 6 16,-3-2-7-16,-4-1 7 0,3-5 10 15,-3 2 12-15,-1-2 13 0,0 0 7 0,0-1 40 16,-1-2 7-16,-3-1-5 0,0 0-1 0,0 0-2 16,0-1 4-16,0 0 3 0,-2 3-18 0,1-2 16 15,0 2 9-15,-2-1-6 0,-1 6 1 0,2 2-3 16,-2 1 4-16,1 1-20 0,-1 2-7 0,-1 0-19 15,1 1-22-15,-1 4-32 0,0-5-30 16,0 5 5-16,0 0-1 0,5 11 0 0,-7-1 8 0,2 6-1 0,-2 10-2 0,-1 5-1 16,0 17 3-16,-1 3 6 0,-1 2-5 0,1 3 0 15,-1 4 2-15,-1 23 8 0,6-27 6 0,0 2-11 16,2-5 6-16,3 3 4 0,-2-3-18 0,1-3 24 16,1-4-4-1,1 0 7-15,-1-11-4 0,0 1 4 0,0-3-2 0,1 2 0 16,-2-2-17-16,2-1 23 0,-2-4-13 15,-3-3 16-15,3 1-13 0,-3-5-2 0,0-3-4 16,-2-1 4-16,0-2-6 0,-2-3 7 0,2-2-4 16,-1 0 2-16,0-1 0 0,-2-4 5 0,1 5 1 15,-1-5 11-15,0 2 0 0,-3-5 4 0,0 3 4 16,0-2 3-16,-2-3-6 0,-2 1 2 0,1 0-2 16,-2 1-15-16,-2-4 18 0,1 0-1 0,1-2 0 15,-4-1-6-15,-2-3 0 0,2 1-3 0,-1-1 3 0,0-3 9 0,2 0 5 16,0-1 4-16,1-4 6 0,-2-6 0 0,0-2 9 15,2-2-12-15,1-5 11 0,4 0-3 0,0-3-7 16,5-15-7-16,-1 1 1 0,10-2 0 0,2-4-11 16,3-1-8-16,8-1 6 0,1-2-9 0,14-17-3 15,-6 26-2-15,5 1-2 0,0 4 4 0,0 2 3 16,4 8 22-16,-12 5-6 16,0 5 9-16,-1 3 5 0,-1 2 4 15,-8 5 5-15,1 1 11 0,-6 5 0 0,-1 0-2 0,2 1-5 0,-5 2-10 16,-1 3-5-16,1-3-4 0,-1 0-8 0,-3 3-2 15,3-1-13-15,-4 3-22 0,4-2-22 0,-4 2-36 16,5-3-33-16,-5 3-23 0,0 0 7 0,0 0-5 16,0 0-19-16,0 9-21 0,0-9-24 0,-5 8-21 15,5-8-37-15,-1 7-49 0,-2-4-274 0,3-3-617 16,0 0 274-16</inkml:trace>
  <inkml:trace contextRef="#ctx0" brushRef="#br0" timeOffset="18394.59">16565 2479 39 0,'-5'1'126'0,"5"-1"-28"16,-9 1 3-16,9-1-8 0,-6 0-7 0,6 0 4 15,-5 3 3-15,5-3-1 0,0 0 7 0,-5 0 8 16,5 0 1-16,0 0 11 0,0 0 0 0,0 0 1 16,0 0-5-16,0 0-3 0,-8 2-10 0,8-2-4 15,0 0-11-15,0 0-2 0,0 0-15 0,0 0-5 0,0 0-5 0,0 0-5 16,0 0-7-16,0 0-7 0,0 0-2 0,0 0-3 16,0 0-5-16,0 0 5 0,0 0-10 0,0 0-1 15,0 0-1-15,0 0-2 0,0 0 2 0,0 0-3 16,0 0 0-16,0 0-3 0,0 0 2 0,0 0-1 15,0 0 3-15,0 0-5 0,0 0 0 0,0 0 6 16,0 0-4-16,0 0-2 0,0 0 0 0,0 0 0 0,0 0-5 16,0 0-1-16,0 0 1 0,0 0-2 0,22-5 1 15,-8 4-2-15,4 1-3 0,1-3 0 0,4 2 3 16,2-3-3-16,6 3 1 0,-4-3-3 0,4 1 1 0,-3 2 7 31,-1 0-11-31,-7-4 1 0,-1 3 2 0,0 2 1 0,-8-2-3 16,1 1 2-16,-3 0-3 0,-1 1 0 0,-2-1-2 15,-6 1 4-15,9-1-15 0,-4-1-9 0,-5 2-25 16,0 0-24-16,8-1-12 0,-8 1-20 0,0 0-23 16,0 0-22-16,0 0-35 0,-14 6-45 0,14-6-118 15,-13 1-373-15,13-1 165 0</inkml:trace>
  <inkml:trace contextRef="#ctx0" brushRef="#br0" timeOffset="18879.52">17107 2298 339 0,'1'-3'332'0,"-1"3"-10"0,0-7-23 16,0 7-22-16,0-3-31 0,0 3-26 0,0 0-23 15,0-3-25-15,0 3-17 0,0 0-20 0,0 0-19 16,0 0-16-16,0 0-14 0,0 0-9 0,4 9-10 16,-4 0-4-16,4 0-8 0,-3 3-11 0,2 5-7 15,-3 4 3-15,1-3-7 0,-1 9-7 0,0 1 6 16,0-3-6-16,0 4-2 0,0-5-6 0,-1 1 0 16,-2-7 0-16,6 0 0 0,-6-1-2 0,3-4-3 15,0-4 0-15,0 1-5 0,0-3 7 0,0-3-3 16,3 2 7-16,-3-1 16 0,0-1 58 0,0-4 44 15,1 5 37-15,-1-5 26 0,0 0 6 0,0 0-23 16,0 0-18-16,9-10-15 16,0 3-14-16,-4-2-16 0,7-6-12 0,-3 5-6 0,2-2-16 0,1-3-9 15,-1 3-8-15,-2 4-8 0,-3-1 0 0,0 1-5 16,-1 3-1-16,0 1-12 0,-4 0-5 0,2 1-11 16,0 0-8-1,-3 3-10-15,4-3-41 0,-4 3-3 0,0 0 1 16,13 8-6-16,-5 0-7 0,-2-1-1 0,3 7-23 0,1 0-16 0,3 2-31 15,-3-2-48-15,3 1-31 0,-3 5-50 0,-1-4-49 16,4 1-71-16,-5-3-353 0,1 1-778 0,-3-8 345 16</inkml:trace>
  <inkml:trace contextRef="#ctx0" brushRef="#br0" timeOffset="20197.38">18326 3055 185 0,'3'-11'193'15,"-1"5"-5"-15,0-2-14 0,-1 1-1 0,0-1-9 16,-2-1 0-16,0 2-9 0,-1 0-13 0,1 0-12 15,-3 2-20-15,-1 0-9 0,-4-3-16 16,-1 4-8-16,-4 0-13 0,-4-1-4 16,-2 2-10-16,-2 2-3 0,-9 0-7 0,5 3-3 15,-2 1-8-15,0 2-1 0,7-1-5 16,-1 3-4-16,-4 3 1 0,7-2-2 0,0 2-8 16,5 1 1-16,-4-1-1 0,6 3-3 0,-1 0 1 15,6-1-2-15,-2 1 0 0,5-2 2 0,-1 4 0 0,3-1 0 0,2 1-2 16,5-3 9-16,2 5-4 0,6-5 26 0,2 0 1 15,2 1-6-15,9-2-1 0,2-2-3 0,1-3-3 16,-1-1 3-16,2-2-7 0,-1-3-2 0,-3-1 4 16,-6-3-7-16,2-2 3 0,-4 0 5 0,-3-2 10 15,4-1 12-15,-6-4 10 0,0-1 8 0,-2-3 4 16,3-5 10-16,-5-7-21 0,-4 4 19 0,-1-6 5 16,0 0-8-16,-3-1-10 0,1-2-1 15,0-2-3-15,-2 2 13 0,-2 0-11 0,0-1 1 0,1-2-3 0,-1 2 13 0,0 0 17 16,0 3 5-16,-2 5 24 0,3 6 3 15,-1 4 6-15,0 2-5 0,0 1-2 0,1 4-7 16,-2 3-22-16,2 1-8 0,1 0-11 0,0 3-18 16,-1-1-44-16,1 4-41 0,0 0-30 0,0 0 6 15,0 0 12-15,1 18 4 0,-2 0-1 0,2 6 15 16,-2 5-1-16,2 0-3 16,-2 3 6-16,1-1 3 0,0 3 3 0,1 0-1 15,2-3 5-15,1 1-3 0,-2-1 17 0,3-2-3 0,-1 1-4 16,1-3-1-16,2-7 3 0,-4-1 2 0,3-1-4 15,-3-1 7-15,1-6-2 0,0-1-2 0,-2 1 4 16,0-5 2-16,-1 2-1 0,1-4 0 0,1 2-3 16,-3-4 7-16,2 3 2 0,-2-5-1 0,0 5-21 15,0-5 0-15,0 4-12 0,0-4-38 0,0 0-9 0,0 4-24 16,0-4-33-16,0 0-27 0,0 4-34 0,0-4-85 16,0 0-65-16,0 0-234 0,-8-10-623 15,8 10 276-15</inkml:trace>
  <inkml:trace contextRef="#ctx0" brushRef="#br0" timeOffset="20967.93">18529 2793 154 0,'-1'-4'319'0,"4"2"-22"0,-3 2-28 0,2-5-26 16,-1 3-30-16,-1 2-32 0,0 0-11 0,0 0-22 15,0 0-16-15,0 0-22 0,0 0-3 0,0 0-9 16,11 12-11-16,-6-6-5 0,1 4-12 0,-2-1-3 16,2 1-11-16,-1 2-3 0,3-2-8 0,-1 1-2 15,-1 0-7-15,4 5-14 0,-5-6-3 0,4-2-5 16,-4 1-6-16,4 1 4 0,-5-5-5 0,1 0 0 16,-1 0 4-16,-3-2 3 0,3-1-8 0,0 0 4 15,2 0-4-15,-6-2 7 0,12-5 3 0,-7 1 4 0,0-1 4 0,4-3 13 16,-4-1 0-16,2-1 8 0,-1-2 2 0,-1 1 5 15,3-3-11-15,-2-2 20 0,-2 1 6 0,0 3-7 16,1 2 17-16,-2-3-6 0,1 1 5 0,0 1 9 16,-1 0-1-16,-2 0-3 0,0 5 12 15,1 0-8-15,-1-1-9 0,0 5-3 0,1-1-14 0,-2-2-7 16,0 5-14 0,1-6-15-16,-1 6-30 0,1-3-26 0,-1 3-17 15,0 0 5-15,0 0-4 0,0 0 14 0,1 16 3 0,-1-6 1 0,0 0-1 16,2 9 0-16,-4 1 0 0,5 7 4 0,-4 4-1 15,1 3 7-15,-2 4 6 0,2 8-4 0,0 3 11 16,-1 0-6-16,2-3 5 0,2-10-1 0,-3 0 3 16,3 8 3-16,-1-9 0 0,-2-1 9 0,2-3-8 15,1-1 1-15,-3 0-1 0,1-5 2 0,-1 1 1 16,-1-6 1-16,1-2-3 0,0-1 3 0,-1-5 0 16,-1-1 0-16,0-1 1 0,0 1-3 0,-1-5 3 15,0 1-1-15,1 0 3 0,-1-3-6 0,1 2 5 16,-2-3-8-16,0 2 10 0,-2-2 0 0,-1-1 3 15,0 0 1-15,0-1 6 0,-2-1 3 16,3 0 0-16,-2-1 8 0,1-3 1 16,-3 1-13-16,2-4 40 0,0 0 2 15,-1 0 2-15,0-4 14 0,3-3-1 0,-2-3-7 16,4-1 0-16,0-8-8 0,4-5-28 0,4-2 11 16,1-2-2-16,8-13-11 0,1 2-5 0,4-5-1 15,4 6-3-15,3 3-4 0,3 1-9 0,-6 11 7 0,7-8-31 0,-7 14 34 16,5-3 2-16,-1 5 4 0,-2 3 4 0,-3 2 17 15,-6 2 17-15,-1 5 21 0,-3 1 3 0,-3 1 18 16,0 2-1-16,-3 1-4 0,1 2-7 0,-1-2-10 16,-2 2-12-16,-1 2-7 0,2-3-10 0,-2 2-10 15,-2 2-24-15,3-2-29 0,-3 2-37 0,4-3-46 16,-4 3-37-16,0 0-52 0,0 0-7 0,0 0-13 16,5 8-17-16,-5-2-30 0,-5 0-30 0,5-1-57 15,-4 3-302 1,3-1-696-16,1-4 307 0</inkml:trace>
  <inkml:trace contextRef="#ctx0" brushRef="#br0" timeOffset="21769.29">17878 3677 65 0,'-6'1'115'0,"1"0"-8"16,5-1-6-16,-7 1-14 0,7-1 2 0,-8 1 0 0,4 2-1 15,4-3-9 1,-5 0 10-16,5 0-2 0,0 0-4 0,0 0-2 15,0 0 0-15,0 0 1 0,0 0-4 0,0 0-4 16,0 0-5-16,0 0-6 0,0 0 5 0,-10 0-12 16,10 0-1-16,0 0 0 0,0 0 1 0,0 0 2 15,0 4 0-15,0-4 2 0,0 0 0 0,0 0 1 16,0 0-5-16,0 0-2 0,0 0 1 0,0 0 0 16,0 0-3-16,0 0 2 0,0 0 5 0,0 0 3 0,0 0 0 0,0 0 6 15,0 0 3-15,0 0-2 0,0 0 7 0,0 0-3 0,0 0-10 16,23-6-5-16,-3 2-4 0,12-3-9 0,8 0 3 0,23-2-11 15,27-3 9-15,6 0 9 0,1-3-2 16,0 3 6-16,-3 0 0 0,1-5 13 0,0 2 0 16,-2 0 1-16,-2-1-6 0,-28 7-1 0,-1-1-10 15,-3 0 1-15,-5-1-3 0,-18 3-6 0,-3 0 0 16,-5 2 10-16,-8 2 18 0,-9 1 4 0,1 2 8 0,-2-2-4 16,-2 2-7-16,-4 0-9 0,2-1-14 0,-1 1-23 15,-5 1-27-15,8-2-31 0,-8 2-42 0,0 0-29 16,0 0-31-16,0 0-36 0,-14 10-35 0,-4-2-44 15,-1 2-55-15,2 0-308 0,-3 1-657 16,3-2 291-16</inkml:trace>
  <inkml:trace contextRef="#ctx0" brushRef="#br0" timeOffset="22417.35">18529 4285 31 0,'-18'-10'205'0,"-2"2"-11"0,-5-2-18 0,4 5-17 0,-1 3-7 0,-6-3-18 15,-3 4-13-15,9 1-18 0,-5 4-7 0,-1-2-11 16,7 3-10-16,-6 6-7 0,8-3-4 0,1 3-4 15,3 0-11-15,-2 2-5 0,3 1-6 0,1 0-5 16,3 0 0-16,1 1-5 0,5-3-3 0,2-2 0 16,3 7-5-16,0-5 3 0,5-1 2 0,1-3 1 0,5 1 7 15,3 0 8-15,4 0-3 0,4-4 4 0,5 2-3 16,-8-2 9-16,10-5 6 0,-9 0 8 0,0-2 6 16,0-3 13-16,4-5 6 0,-7 3 9 15,0-3 9-15,0-4 7 0,-4 3 12 0,0-5 3 16,0-5 4-16,-1-4 2 0,-2 1-9 0,-2-2 2 0,0-4-6 15,-4 1-5-15,1-5-10 0,-3-2-13 0,4-12-9 16,-1 1 0 0,-1 0 1-16,-2 13 3 0,-1-3 9 0,0 8 11 15,-1 1 15-15,-1 7 10 0,0 7 3 0,1 2-8 16,0 2-16-16,-1 3-15 0,2 1-16 0,-4 0-35 16,4 2-51-16,-2 4-53 0,0-3-45 0,0 3 11 0,0 0 9 0,-4 22 8 15,1-3 9-15,-2 10 8 0,3 2 9 0,-6 15 6 16,2 0 5-16,3-9 3 0,1 11 6 0,-4-4 3 15,6-9-19-15,-1 2-18 0,2-3-16 0,3-4-9 16,-2 1-19-16,0-1-21 0,2-2-28 0,-1-9-31 16,-1-1-38-16,6-4-53 0,-5-2-296 0,3-6-620 15,-1-3 274-15</inkml:trace>
  <inkml:trace contextRef="#ctx0" brushRef="#br0" timeOffset="22887.09">18689 4078 11 0,'3'-5'307'0,"-3"0"-24"0,0-1-30 0,1 3-29 15,0-2-24-15,-1 5-22 0,5-2-18 16,-5 2-20-16,9 7-14 0,0-3-12 0,0 4-12 16,0 2-7-16,2 4-14 0,0 1-10 0,-2 3-8 0,-3-1-5 0,2 1-4 15,-3 7-6 1,-1 1-3-16,-4-1-2 0,0-4 0 0,-3-2-7 0,-1 6-1 15,-4 1-1-15,0-7-1 0,0-1-2 0,0-1 0 16,-2-1-2-16,3-3 2 0,0-4-1 0,2-1 4 16,1-2 2-16,0-1 6 0,1 0 19 0,0-1 28 15,0 0 40-15,2-1 52 0,1-3 43 16,0 0 29-16,-2 4 22 0,2-4-2 0,0 0-30 16,0 0-27-16,6-19-18 0,0 9-25 0,3-2-18 0,0-3-16 15,2-4-16-15,5-5-11 0,0-3-15 0,5-1-15 16,0-2-16-16,8-12-11 0,-2 4-7 0,-8 8-5 15,0 2-5-15,0 1-1 0,-5 3-8 0,-3 7-2 16,-3 0 4-16,-2 8 1 0,-1-3 4 16,1 4-5-16,-3 1-6 0,1 2-11 0,-1 2-14 0,0 0-26 0,-2 0-32 15,-1 3-46-15,0 0-3 0,5 9 14 0,-9 0 5 16,-3 8 9-16,0 3 7 0,0 6 9 0,-4 2 1 16,1 1 11-16,1 3 4 0,3-4 10 0,1 4 3 0,2-4 2 0,4 0 4 15,5-5 4-15,3 6 5 0,5-5 10 0,5-5 0 16,6 1 9-16,7-7-13 0,7 1-22 0,13-4-54 15,4-6-84-15,-1-1-105 0,8-6-123 0,-12-2-367 16,-14-2-831-16,-8-4 367 0</inkml:trace>
  <inkml:trace contextRef="#ctx0" brushRef="#br0" timeOffset="23573.36">19962 3353 11 0,'0'0'292'0,"0"0"-9"0,0 0-7 16,-4-3-11-16,4 3-11 0,0 0-13 0,0 0-15 0,0 0-11 16,0 0-9-16,0 0-20 0,0 0-15 0,10-2-11 15,-2-1-26-15,2 1-16 0,11 0-17 16,0-2-4-16,9-1-33 0,0 0-42 0,-2 3-55 16,0 0-49-16,3-1-54 0,-5-2-74 0,-6 4-268 0,-2-4-516 0,-5 2 229 15</inkml:trace>
  <inkml:trace contextRef="#ctx0" brushRef="#br0" timeOffset="23703.85">20048 3473 82 0,'-4'4'162'0,"2"2"27"0,2-1 19 0,4 0 0 16,8-2-15-16,4 1-16 0,12 1-20 0,7-1-17 15,3-2-59-15,13 0-66 0,-1-4-124 0,-10 0-142 16,-1-7-271-16,-4 1 120 0</inkml:trace>
  <inkml:trace contextRef="#ctx0" brushRef="#br0" timeOffset="24906.08">21574 3070 130 0,'-12'0'143'0,"-5"0"-13"0,-3 1-13 16,-7 3 0-16,-3 1-24 0,2 2-13 0,-2 0 7 0,0 3-19 15,1-1-9-15,-1 1-5 0,1 2-9 0,7 2-11 0,-2 0 8 16,1 1-3-16,6-1-4 0,-2-1-4 0,8 2-6 16,-1-3-1-16,3 4 9 0,5-1-12 15,2 2 10-15,2-3-2 0,4 1-1 0,5-3 9 16,5 1 2-16,1-3-6 0,5-1-2 0,10 0-8 16,2-1 0-16,-3-3 1 0,3-3-3 0,-1-2-2 0,-1-3 4 0,1-5-6 15,-3-1-5-15,0-3 3 0,-4-3 2 0,-3-2 15 16,0-2 47-16,-6-3 8 0,-1-4 7 0,-4 2 6 15,-1-4 3-15,-3-2-2 0,-2-3 5 0,-1-2 1 16,-1 2 5-16,0-14-4 0,-2 11-8 0,0-10-6 16,-2 0-1-16,1-3 7 0,0 14 2 0,-4-12 1 15,3 11 8 1,-4 4-1-16,4 1 6 0,-1 3 7 0,-1 7 13 16,2 4 1-16,2 8 1 0,-2-3-19 0,1 5-15 0,1-1-13 15,-1 4-45-15,1 0-57 0,0 4-50 0,0 0 7 16,0 0 10-16,-9 23-3 0,3 4 6 15,-1 0 4-15,2 6 3 0,1 1 9 0,-5 16 3 16,0 4 8-16,3-2-2 0,2 3 3 0,0 2-1 16,3-4 17-16,1-2-14 0,2-2-3 0,1-14 8 0,0-2 1 0,2-3 0 15,0 0-2-15,-2-8 4 0,1-3-3 0,0-3 6 16,-1-5-1-16,-2-1-4 0,0-3 4 0,1-1 3 16,-1-1 10-1,0-1 39-15,2-1 24 0,-3-3 21 0,1 6 17 0,-1-6 9 16,0 2-2-16,0-2-6 0,0 0-3 0,1 5-15 15,-1-5-6-15,0 0-8 0,0 0-29 16,0 0-63-16,0 0-47 0,0 0-42 0,-1-16-40 16,0 8-52-16,1 0-55 0,0 0-65 0,1-3-80 15,4-3-256-15,1-3-701 0,2 1 311 0</inkml:trace>
  <inkml:trace contextRef="#ctx0" brushRef="#br0" timeOffset="25476.07">21936 2731 155 0,'-6'1'204'0,"2"5"-23"0,0-4-3 0,-1 6-24 16,0 1-9-16,2 1-9 0,-1-1-11 0,-2 4-7 16,5 2-9-16,1 2-12 0,1 1-7 0,-1-2-3 15,6 0-12-15,1 1-6 0,-1 0-2 0,3-1-5 16,5 0-10-16,2 3 3 0,3 0-1 0,-6-7 2 15,-3-3-3-15,4-1-1 0,-2 0 6 0,-3-2-4 16,-1-1 8-16,-1-2 3 0,-1-1 27 0,0 2 17 16,-1-1 18-16,-1 0 20 0,-4-3 8 0,9 0 5 15,-9 0-5-15,4 2-6 16,-4-2-14-16,0 0-9 0,0 0-17 0,10 4-8 16,-10-4-16-16,0 0-24 0,0 0-27 0,1 3-31 15,-1-3-37-15,0 8 9 0,-5-1-1 0,-5 6 1 16,-1 0-11-16,0 4 22 0,-8 5-10 0,1-1 10 15,3 2-6-15,-3-1 4 0,3 5 5 0,-4-1 5 16,3 1 1-16,0-2-2 0,3 0-5 0,3-7 8 16,-1-2 2-16,6 2-4 0,0-9 2 0,1 2 10 0,-2-1-6 0,4-5 6 15,0 1 17-15,1-1 20 0,2-1 22 16,3-4 1-16,6 0-4 0,3-3 0 0,9-2-14 16,6-2-4-1,0 0-3-15,3-1-10 0,-1-5-2 0,2 3-3 0,0-2 1 16,3 2-8-16,-3 1 0 0,-3-1-4 0,2 4-4 15,-3 0 6-15,-8 3-4 0,-1 1-1 0,-5 1-1 16,-1 0-14-16,1 2 6 0,-5 1-14 0,0 3 10 16,4 0-3-16,-4 0 2 0,-1 2-2 0,-2-1-16 15,2 1 2-15,-5 0-3 0,1-1-17 0,0 1 17 16,-1 0 7-16,-1-4-17 0,1 1-17 0,-1 1-8 16,0-1-7-16,0-2 11 0,-2-2 1 0,4 1-3 15,-4-1-37-15,0 0-45 0,6-5-31 0,-3-2-34 16,-2 2-43-16,4-4-61 0,-2 0-215 0,2-5-561 0,-1 2 249 0</inkml:trace>
  <inkml:trace contextRef="#ctx0" brushRef="#br0" timeOffset="25860.41">21852 3254 123 0,'-3'1'263'0,"3"-1"-16"0,-6 3-8 0,6-3-5 15,0 0 1-15,-7 1-9 0,7-1-12 0,0 0-14 16,0 0-12-16,0 0-20 0,0 0-19 0,20-4-11 15,-3-3-14-15,1 3-15 0,13-1-13 0,1-2-6 16,4 1-16-16,15-3 10 0,2 0-1 0,5 1-2 16,2 2 7-16,5-1-6 0,-1 1 1 0,-4-2-2 0,-1 5-8 0,-7-1-11 15,-16 3-6-15,-4-1-3 0,-4-1-7 16,-11 2-2-16,-5 1 0 0,0 0-8 0,-5 0-4 16,-1 0 1-16,0-3-24 15,-6 3-20-15,9 0-26 0,-9 0-22 0,0 0-9 0,0 0-37 16,0 0-49-16,-21 8-57 0,6-7-73 0,-5 0-259 15,2 2-589-15,0-3 260 0</inkml:trace>
  <inkml:trace contextRef="#ctx0" brushRef="#br0" timeOffset="26346.56">21026 3684 134 0,'-10'3'186'0,"7"-3"-8"16,3 0-16-16,0 0-7 0,-5 1-13 16,5-1-10-16,0 0-11 0,-4 3-7 0,4-3-10 15,0 0 0-15,0 0-6 0,0 0-6 0,0 0 6 16,0 0 2-16,0 0 0 0,0 0 5 0,0 0 2 0,0 0 6 0,0 0 0 16,0 0-6-16,31-7-4 0,-3 4-9 0,11-1-2 15,14-3 2-15,9-1-1 0,33-4-6 0,7 1 5 16,5 0-7-16,-2 1 8 0,8 2 3 0,2-3-4 15,-5 1 8-15,-3 3 1 0,-4-3-14 0,-4 1-8 16,-7 5 5-16,-29-1-9 0,-7-1-12 0,-5 1 0 16,-14 1-2-16,-5 4-5 0,-12-2-6 0,-3-1 10 0,-5 1 7 0,-1 1-4 15,-4 0-6-15,-1 0-7 0,-1 1-8 0,0-1-37 16,-5 1-27-16,11-1-42 0,-11 1-19 0,0 0-40 31,0 0-43-31,-25 7-64 0,9-2-56 0,-4 2-69 0,1-3-215 16,-1 1-618-16,2-1 273 0</inkml:trace>
  <inkml:trace contextRef="#ctx0" brushRef="#br0" timeOffset="27379.4">21723 4114 77 0,'6'0'214'0,"-6"0"-9"0,0 0-3 0,0 0-14 16,0 0-18-16,0 0-3 0,4 3-16 0,-4-3-19 15,0 0-15-15,0 0-14 0,0 0-6 0,-18 6-14 16,8-1-10-16,-11 1-10 0,-2 3-4 0,-5 2-6 0,-3 1-6 15,1 2-7-15,0 3-1 0,0-1-6 0,-1 2 1 16,0 1-9-16,3 1-4 0,1 0-2 0,5 1-3 0,0 0-3 16,3-2 11-16,1 1 2 0,6-3 5 15,2 0-1-15,4 1 2 0,-1-2 1 0,5 1 1 0,-1 0 1 16,3-1 3-16,4-4 0 0,1 1 7 0,2-3 3 31,3 1-9-31,0-4 8 0,3 3-3 0,-2-6 0 0,1 0 1 0,2 0 5 16,-1-4 11-16,-1-2 9 0,2-2 14 0,-1 1 12 15,1-9 7-15,0-1 2 0,0 0 5 0,-2-3 2 16,2-7-1-16,-4-1-3 0,-1-1-14 0,1-2-8 16,-1-4-13-16,-2 2-11 0,-2-7-5 0,1-13-2 15,0 1-10-15,0-3-13 0,-3 0-14 0,1 1 16 16,-2 3-17-16,0 11 0 0,-3 3 2 0,0 1 25 0,1 6 25 16,-2 6 4-16,2 3 19 0,-1 5-3 0,0 2-8 15,1-1-14-15,0 4-15 0,0 1-39 0,0 4-33 16,0 2-44-16,0 0 4 0,0 0 8 0,-11 19 9 15,5 1 0-15,0 6 18 0,-2 4-11 16,0 4 9-16,2 0 12 16,-3 13-1-16,4-10 0 0,1 10 6 0,-1-12-8 0,5 1 5 0,1-3 7 0,-1-1-8 0,3 0 2 15,-1-6 21-15,2 4-22 0,0-5-4 0,0-5 14 16,1-3 7-16,-4-6-3 0,2 2 2 0,-3-7 1 16,2 0-4-1,0 2 1-15,-1-3 2 0,0 0 12 0,0-2-5 0,1 1-8 16,-2-1-3-16,0-3 4 0,2 7-10 0,0-7-23 15,-2 0-26-15,0 0-61 0,0 0-88 0,0 0-77 16,6-10-78-16,-3 3-265 0,3-1-677 0,0-2 301 16</inkml:trace>
  <inkml:trace contextRef="#ctx0" brushRef="#br0" timeOffset="27996.4">21873 4085 2399 0,'5'-2'187'0,"3"-2"-45"15,-3 2-69-15,-1 0-22 0,1 1-23 16,0 0-14-16,-5 1-5 0,13 2-2 0,-8 0-4 16,-1 4-2-16,4 2 0 0,-3 3 6 0,1 4-1 15,1 5 5-15,-5 5-2 0,0 0 2 0,-2 4-3 0,-2 0 3 16,-3 0 3-16,0 1-3 0,-4-1 1 0,0 1-3 16,-1-4 9-1,-2-1-11-15,1 2 4 0,3-1 2 0,-1-9 3 0,4 0 8 16,0-6 3-16,0-2 14 0,1-1 11 0,0-2 34 15,4-3 38-15,-4 1 65 0,3 0 46 0,1-4 40 16,0 0 29-16,0 0 19 0,0 0-27 0,0 0-28 16,5-18-30-16,0 6-31 0,4-4-16 0,4-1-19 15,1-8-27-15,5-1-17 0,3-1-18 0,0-3-18 16,9-10-8-16,-10 12-9 0,1-1-9 0,-3 1-12 0,0 3-2 16,-4 1-3-16,-3 7-7 0,-3 3 3 0,0 6 1 15,-4-3-6-15,0 3 1 0,-2 3-5 0,-1 1-5 16,2 0-11-16,-4 1-10 0,4 1-16 0,-4 2-17 15,0 0-17-15,4-4-28 0,-4 4-11 0,0 0 6 16,0 0 9 0,-8 17 6-16,4-6 5 0,-2 3 4 0,-3 3 3 15,0-1 6-15,0 2 3 0,1-1 4 0,-2 2 3 0,5-1 1 16,-3-2 2-16,3 0 8 0,-1 1 0 0,2-4 3 16,0 2 2-16,6-6 6 0,0 1 6 15,-2 1 4-15,6-2 11 0,2-1 13 0,-3 0 7 0,14-2 2 0,-2 0 1 16,2-1 0-16,13-4 0 0,3 2 2 0,-2-2 2 15,1-2-1-15,2 0 0 0,-3-2-3 0,-2 0-1 16,-4 1-4-16,-8 1-2 0,-5 0 1 0,-1-1 0 16,-3 2 1-16,-1 0-1 0,-1-1 0 0,-2 1 3 15,-1 1-7-15,-5-1-1 0,7-2-3 0,-7 2-3 16,7 0-7-16,-7 0-3 0,0 0-8 0,7 1 4 16,-7-1-11-16,0 0-5 0,0 0-15 0,5 1-21 15,-5-1-26-15,0 0-33 0,0 0-30 0,0 0-34 16,0 0-41-16,0 0-45 0,0 0-27 0,6 0-50 0,-6 0-100 0,10-2-432 15,-5-2-938-15,7-1 415 0</inkml:trace>
  <inkml:trace contextRef="#ctx0" brushRef="#br0" timeOffset="30133.28">11869 7429 171 0,'-4'0'253'0,"4"0"-24"0,-5 3-21 0,5-3-20 15,-4 3-15-15,4-3-16 0,0 0-8 0,0 0-12 0,0 0-12 16,24 1-12-16,-7-2-13 0,5-2-8 0,14 0-11 15,0 3-34-15,2-1-52 0,1 0-62 0,1-2-66 0,-4-1-204 16,-4 4-364-16,-3-3 162 0</inkml:trace>
  <inkml:trace contextRef="#ctx0" brushRef="#br0" timeOffset="30286.43">11932 7691 227 0,'-12'9'210'15,"2"-3"-26"-15,5-4-10 0,0 2-20 0,-2 2-18 16,5-4 4-16,-2 0 5 0,4-2-7 0,0 0-13 16,10 3-9-16,2-5-13 0,10-1-15 0,6 1-31 15,2-4-44-15,2 1-44 0,2-2-51 0,0-3-59 0,-2-2-152 0,-1 1-318 16,-4 0 142-16</inkml:trace>
  <inkml:trace contextRef="#ctx0" brushRef="#br0" timeOffset="30749.31">12265 7287 11 0,'-7'-10'325'0,"2"0"-4"0,-3 1-3 0,3 1 2 0,0-2-16 16,2 6-25-16,1 1-29 0,-1-1-33 0,0 2-25 15,3 2-27-15,-1-5-39 0,1 5-28 0,0 0-9 16,0 0-10-16,-6 14-6 0,6-9-6 0,4 7-10 16,-2 0-6-16,1 5-3 0,3 0-8 0,2 0-2 15,2 0-7-15,3 4 5 0,-2-4-4 0,9 2-6 16,-4-3 1-1,3 1-7-15,-1-5-6 0,0-1 9 0,1-2-7 16,-1 2-3-16,3-6-6 0,-5 2 8 0,-3-6-3 0,1 1 0 16,-2-2-2-16,-1-2 1 0,-1 1-1 0,-1 1 8 15,-2-5 13-15,-1 3 10 0,0-3 5 0,-1 3 5 16,-1-1 11-16,0-2 8 0,-3 2 12 16,2 0-3-16,-3 3-8 0,4-4-4 0,-4 4-17 0,0 0-18 15,1-2-30-15,-1 2-5 0,0 0-2 0,-9 12-2 0,0 0-3 0,-9 9 2 16,-1 4 4-16,-1 4-3 0,-7 14 5 0,0-1 0 15,-1 1 1-15,4 1-5 0,2-1 2 0,0 0 12 16,3-1-7-16,2-8-5 0,3-3 4 0,3 1 0 16,2-2-8-16,0-3 8 0,1-1 3 0,4-8-1 15,2-1 3-15,2-4-1 0,-3-2 3 0,2-1-1 16,0-5 4 0,1 1 0-16,-2-1 5 0,1-1 2 0,1-1 19 15,0-3 10-15,-1 7 21 0,1-7 6 0,0 4 10 16,0-4-7-16,0 0-19 0,0 0-42 0,0 0-49 15,5-12-48-15,-2 6-53 0,0-2-67 0,1-2-82 16,1-1-87-16,3 1-271 0,-2-5-694 0,2-2 307 16</inkml:trace>
  <inkml:trace contextRef="#ctx0" brushRef="#br0" timeOffset="31973.68">13741 7070 157 0,'0'-11'294'16,"-1"5"-5"-16,0 0-15 0,-1-1-21 0,2 2-21 0,0 2-25 16,-2-2-23-16,2 5-18 0,-1-4-29 0,1 4-19 0,0 0-43 15,0 0-8-15,0 0-6 0,0 0-9 16,0 0-5-16,3 25-2 0,0-14-7 0,1 4-3 16,0 4-4-16,1 0-3 0,3 5 2 0,0 1-4 15,1-2 0-15,4 0-4 0,-3-6-2 0,-1-1-2 0,4 0 2 16,-2-5-2-1,-1 0-3-15,1-2-2 0,-2-2 3 0,1-2 1 16,-1-2-4-16,3-1-1 0,-1-3 1 0,2-3-1 16,-2-1 4-16,4-4 7 0,-2-2 9 0,-2-3 9 15,0-1 4-15,1-9 6 0,-5 7 5 0,1 0 7 16,0-2 0-16,-2 1 5 0,3 0-1 0,-5-2 21 16,-1 3-6-16,-1 5 14 0,3-5 5 0,-4 8-3 0,1 3-5 0,0 0-21 15,-2 0-9-15,1 2-36 0,-1 2-32 0,0 2-22 16,3-5-33-16,-3 5 3 0,0 0 4 0,5 20 1 15,-5-4 0-15,0 10 5 0,-1 4 3 0,1 17 11 16,-4 4-7-16,0 1 1 0,-4 6 5 0,2-1 1 16,-1 24 5-16,1-23 5 0,1 24 5 0,0-25 0 15,1 2 1-15,4 0 3 0,0-1 5 0,3 0-2 16,1-3 3-16,2-5 2 16,-1-1 0-16,-1-16 5 0,1 1 0 0,-1-4 1 15,1 0-4-15,-2-1-1 0,-1-5 2 0,-2-7 3 16,0-4 1-16,0 3 1 0,-2-4 1 0,0-2 0 15,1-1 8-15,-2 1 2 0,1-3 8 0,-2-1 10 16,3-2-2-16,-3 1 16 0,-2-1 13 0,1-2-4 16,-2-1 12-16,0-1 3 0,-4 0 1 0,1-1-2 15,-3-4-3-15,-2-1 6 0,-3-1-9 0,3-3 7 0,-3-2 10 16,-4-5 2-16,4-3 10 0,-1 1 2 0,5-3 5 0,-4-4 1 16,5-2-3-1,-2-6-9-15,5-11-8 0,3-5-15 0,6-2-8 0,7-5-13 16,6-1-17-16,11-24-12 0,1 28-5 15,4 1 3-15,16-20-3 0,-10 27-3 0,5 0-4 16,0 5 2-16,1 0-2 0,0 5-1 0,-2 1 0 16,-11 11-1-16,0 2-1 0,-1 2-2 0,-1 3 0 15,-9 7 3-15,-2-1-2 0,-5 5 2 0,4 1-2 16,-8-2-4-16,3 3 2 0,-3-1-1 0,1 4 1 16,-2-2-10-16,-1 2-32 0,-3 1-22 0,6-3-37 0,-6 3-25 0,3-3-36 0,-3 3-11 0,0 0 4 15,0 0-11-15,0 0-22 0,-12 9-28 0,7-7-36 31,-1 2-30-31,-2-3-257 0,4 0-602 0,4-1 266 0</inkml:trace>
  <inkml:trace contextRef="#ctx0" brushRef="#br0" timeOffset="32652.66">14158 6795 35 0,'-8'1'188'16,"2"-1"-12"-16,6 0-7 0,-11 2-14 0,7-1-11 16,4-1-11-16,-8 1-2 0,8-1-12 0,0 0-5 15,-8 0-11-15,8 0-2 0,0 0-3 0,-5 0 4 0,5 0-3 16,0 0-1-16,0 0-2 0,0 0-3 16,0 0-3-16,0 0-6 0,0 0-8 0,-9 0-4 15,9 0-6-15,0 0-7 0,0 0-4 0,0 0-9 16,0 0-3-16,0 0-1 0,0 0-8 0,0 0-6 15,0 0-1-15,0 0-3 0,0 0 0 0,0 0-6 0,0 0 1 0,0 0-1 16,0 0-5-16,0 0-1 0,0 0 1 0,0 0 0 16,0 0-2-16,0 0 0 0,26-1 1 0,-7 0-2 15,2-3 1-15,9 0-1 0,2 0 0 0,4 0 0 16,-2-1 0-16,3 2-3 0,-1-1-2 0,1 0-3 16,-4 0 3-16,-5 3-1 0,-6 0 1 0,-3 0-5 0,-6-1 5 0,1 1-1 15,-5 1-2-15,0-2 1 0,-4 2-1 0,3 0-2 16,-8 0-4-16,7 0-11 0,-7 0-17 0,7-2-6 15,-7 2-9-15,0 0-10 0,0 0-14 0,0 0-21 16,0 0-26-16,-14 7-18 0,9-6-27 0,5-1-30 16,-10 1-175-16,3-1-398 0,7 0 177 0</inkml:trace>
  <inkml:trace contextRef="#ctx0" brushRef="#br0" timeOffset="33075.56">14755 6629 227 0,'0'0'338'0,"1"-3"-5"0,-1 3-35 16,0 0-32-16,0 0-30 15,1-4-27-15,-1 4-23 0,0 0-21 0,0 0-23 0,0 0-20 16,0 0-8-16,0 0-16 0,3 11-10 0,-3-6-8 15,1 3-13-15,-1 1-8 0,3 1-3 0,-2 3-9 16,0 0-2-16,2 1-3 0,-3 4-4 16,2-2-3-16,-2 1 5 0,4-2-12 0,-1-2-2 15,-2-1-1-15,0-1-3 0,2-1-1 0,-2 0-2 16,-1-3 1-16,3-3 3 0,-2 1 15 0,-1-2 23 16,2 1 46-16,-2-4 35 0,0 0 26 0,0 0-1 15,7 0-14-15,-7 0-18 0,10-8-15 0,-2 2-2 16,1-1-4-16,-1-2-4 0,1 1 5 0,1-1-8 15,-3 2-12-15,2-1-6 0,-4 3-5 0,-1-1-4 0,1 3-7 0,-2-1-16 16,1 0-6-16,0 2-12 0,-4 2-16 0,6-3-40 16,-6 3-14-16,0 0 4 0,11 6-8 0,-7 1-10 15,1 1-2-15,4 3-10 0,0 4-8 0,0 1-31 16,4 9-34-16,-3-1-30 0,-1 4-34 0,1 0-41 16,-1-1-54-16,0 1-83 0,-1-3-289 0,-5-9-714 0,1-3 316 15</inkml:trace>
  <inkml:trace contextRef="#ctx0" brushRef="#br0" timeOffset="34240.65">15906 7398 28 0,'0'-8'264'0,"-1"3"-2"0,-1-3-24 0,0 2-16 0,0 3-21 16,0-5-16-16,-3 4-23 0,0 0-19 0,-4-2-11 31,-3 3-21-31,0 0-13 0,-4 3-11 0,-3 0-9 0,-3 2-12 0,3 1-4 16,-8 4-8-16,0-2-7 0,2 6-7 0,-2-2 0 15,9 0-8-15,-1-1-5 0,0 4-4 0,2-3-1 16,2 0 4-16,2 2-7 0,2 0 0 0,3-1-2 16,2 1-5-16,2 0-2 0,1-1 4 15,3 1-3-15,3 0 2 0,3-1-2 0,4-3 2 16,1 1 2-16,4 1-5 0,4-1 5 0,-1-7-3 0,1 2-1 16,2-3-3-16,-2-3 3 0,-1-1 14 0,1-2 10 15,-2-1 2-15,0-5 15 0,-3-1 11 16,3 1 11-16,-7-3 7 0,0-1 6 0,-1-2 14 15,-1 0 10-15,-3-8 1 0,-1-2 0 0,1 1-2 0,-4-4-1 0,-1-1-7 16,0 0 0-16,-2-3-4 0,-2-2 6 0,0-9 4 16,0 11 5-16,-1 0 6 0,1 2 6 0,-1-2 6 15,0 6 8-15,0 2-4 0,3 7-2 0,-1 3-6 16,0 7-9-16,2-2-11 0,-1 4-11 0,0 2-18 0,2 1-11 16,0 0-41-16,0 2-48 0,0 3-52 15,0 0-30-15,0 0 8 16,0 0 11-16,-5 19 13 0,5 1 3 0,-4 7 3 15,4 5 9-15,-5 3-5 0,4 11 23 0,1 0 3 16,0-9 1-16,4 9 6 0,0-11 2 0,-2-4 5 16,3 0 4-16,-1-3-4 0,1-3 22 0,4-1-15 15,-5-7 2-15,-3-3 6 0,3-2-6 0,0-2 8 16,-3 0-7-16,-1-5-4 0,3 2-2 0,-2 0 0 0,0-2-1 16,2-3 1-16,-2 2 15 0,-1-4-16 0,0 6-6 0,3-4-5 15,-3-2-12-15,1 3-15 0,-1-3-22 0,0 0-20 16,0 0-48-16,0 0-62 0,0 0-64 0,0 0-47 15,5-12-283-15,-1 7-653 0,1-5 289 0</inkml:trace>
  <inkml:trace contextRef="#ctx0" brushRef="#br0">16035 7045 250 0,'0'-5'308'0,"1"2"-22"0,2 0-21 0,-3 3-29 15,0-6-27-15,0 6-23 0,0 0-23 0,0 0-24 16,0 0-15-16,0 0-12 0,0 0-11 16,0 0-3-16,6 14-15 0,-3-5-10 0,-2 1-9 0,0 0-12 15,3 3-13-15,-1-1-8 0,1 0-9 0</inkml:trace>
  <inkml:trace contextRef="#ctx0" brushRef="#br0" timeOffset="35367.67">15241 7994 53 0,'-7'2'267'16,"-1"-2"-19"-16,8 0-20 0,-11 0-14 0,11 0-17 0,-7 0-19 15,2 1-21-15,5-1-16 0,0 0-16 0,-6 0 1 16,6 0-26-16,0 0-11 0,0 0-8 16,-9 1-8-16,9-1-5 0,0 0-9 0,0 0-6 15,0 0-8-15,0 0 1 0,0 0 7 0,-4 1-2 0,4-1 5 16,0 0 3-16,0 0 9 0,0 0-2 0,0 0 12 16,0 0-1-16,0 0 3 0,0 0 4 0,0 0-5 0,0 0-8 15,0 0-10-15,28-5-4 0,3 0-3 0,3-3-11 16,19-1-1-16,5-3-1 0,37-3-7 0,1 1 1 15,0-1 3-15,1 2 10 0,0 1 14 0,-1-1 13 16,1-3 16-16,-6 1 8 0,-25 7 5 0,-2-4-2 16,2 3 4-16,-6-2-1 0,-6 3 7 0,-18 4 11 15,-8-1 12-15,-6 3 17 16,-8-2 13-16,-3 2 7 0,0 1 9 0,-1-2-8 16,-4 0-21-16,0 3-8 0,0-1-23 0,-1-2-10 15,0 1-40-15,-5 2-42 0,0 0-57 0,6-1-60 0,-6 1-65 0,0 0-59 16,5-2-67-16,-5 2-65 0,0 0-74 0,0 0-397 0,0 0-882 15,-25 5 390-15</inkml:trace>
  <inkml:trace contextRef="#ctx0" brushRef="#br0" timeOffset="37051.74">15988 7124 96 0,'-3'-9'290'0,"-1"2"-6"0,3-1-15 15,1 3-9-15,-4-2-14 0,4 1-15 0,-1-2-18 16,1 5-19-16,0 0-17 0,-1-3-18 0,1 6-16 15,-2-5-22-15,2 5-7 16,0-4-18-16,0 4-16 0,0 0-25 0,0 0-12 16,0 0-10-16,0 0-1 0,0 0-5 0,4 12-4 15,0-6 0-15,1 2-2 0,0 2-5 0,2 0-1 16,-1-1 4-16,1 3-2 0,5 0-3 0,-3 1 0 16,4-5-1-16,-7 0-1 0,2-1 2 0,1 0-2 15,1 0 1-15,-2-1 0 0,-2-4 0 0,1 0-3 0,1 1 1 16,-1-3 0-16,3-2 2 0,-2-1 14 0,2-2 6 15,-1-1 11-15,-1 0 10 0,-2-4-1 0,2 3 18 0,-2-3-2 16,1 3 9-16,-2-3 8 0,2-2 7 0,-4 3-7 16,1 1-2-16,-2 2-2 0,2 0 0 0,-3 1-10 15,1 0-5-15,0 1-3 0,-2 1-24 0,0 3-24 16,4-3-32-16,-4 3-40 0,1-3-25 0,-1 3-5 16,0 0 12-16,0 0-2 0,0 14 16 0,0-2 1 0,-1 0 8 0,1 9 1 15,0 4 9-15,-4 1 7 0,0 5-2 16,0-1 1-16,3-1 5 0,-4 1 4 0,1 0 10 0,-1-1-3 15,3 3 4-15,-1-3 2 0,1 2 1 0,-2-4 2 32,0 0 14-32,3 0-13 0,-5 2 5 0,4-3 1 0,-2-6 3 0,4-1-5 15,-4-1 4-15,4-6 1 0,-2-1-3 16,0-1 2-16,0-1-3 0,1-1-2 0,-1-3-4 0,2 3 1 16,-1-4 3-16,0-2 7 0,1 2-5 15,0-4 7-15,-2 6 6 0,2-6 10 0,-1 4 8 0,1-4 13 0,-1 3 11 16,1-3-1-16,0 0-7 0,0 0-3 0,-10-1 1 15,10 1 16-15,-11-4 18 0,8-4 5 0,-4 3 15 16,1-2 0-16,1-3 5 0,-4-6-1 0,5-1 0 16,0 0-12-16,4-1-10 0,0-8-8 0,3-2-7 15,4-1-14-15,3-6-11 0,8-8-8 0,5-1-3 16,2 1-9-16,3 3 0 0,2 2-5 0,5 2 2 16,-11 9 0-16,1 1-6 0,1 4-1 0,3-2-3 15,-3 7-3-15,-1 0 4 0,-10 5 0 0,3 3-1 16,-8 1 0-16,0 1-2 0,-5 4 0 0,2-2 1 0,-2 3-9 15,0-1-1 1,0-1-24-16,-2 1-29 0,-1 2-36 0,-2 1-37 16,0 0-23-16,0 0 14 0,0 0-4 0,0 11-12 15,-2-4-26-15,-7 1-43 0,-3 2-44 0,3 1-70 16,2 0-213-16,-1-3-601 0,3 1 266 0</inkml:trace>
  <inkml:trace contextRef="#ctx0" brushRef="#br0" timeOffset="38249.97">15980 8545 25 0,'-13'-9'207'15,"2"2"-11"-15,-10 1-17 0,1-2-11 0,1 4-14 16,-3 0-12-16,-6-1-11 0,6 5-16 0,-6-3-6 16,6 6-26-16,-7 2-1 0,1 1-9 0,7-3-6 15,0 6-2-15,-2 1-13 0,1-2-8 0,4 3-2 16,0 0-5-16,4 3-7 0,1-1-4 0,-1 3-1 16,5-2-2-16,2-1 4 0,1 1-3 0,3 2 5 0,0-3-5 15,6 1 3-15,-2-2 1 0,4-1 4 16,0 0 5-16,4 1-1 0,3-2 8 0,-1-2 0 15,3-1 5-15,4-2 1 16,1-1 3-16,-1-3 7 0,0-1 13 0,-1-1 13 16,1-1 13-16,-3-3 22 0,-2-1 6 0,2-4 10 15,-1-1 15-15,0-3-3 0,0-3 7 0,-1-5-4 16,-3 3-7-16,-1-2 6 0,-1-6-9 0,-2 0-14 16,3-3-7-16,-1-2-16 0,-3 0-8 0,0-4-3 0,0 4-11 0,-1-2-8 0,2 0 0 15,-2 1-2-15,1 3 12 0,-1 2 17 16,-3 3 31-16,1 8 10 0,-1 5 0 0,-1 2-13 15,0 1-16-15,3 3-12 0,-6 0-20 0,3-1-15 16,3 4-41-16,-3 3-49 0,0-5-54 0,0 5-50 16,0 0 4-16,0 0 14 0,0 16 4 0,-3-6 15 15,3 7 4-15,-1 2 12 0,1 10 12 0,-2-1 12 16,2 5-1-16,-1 14 8 0,0-14-4 0,3 0-28 16,-2 0-19-1,2-2-27-15,-1 1-18 0,2-3-4 0,-2-3-17 0,-1 1-4 16,1-8-21-16,-1 0-27 0,1-4-40 0,2-2-40 15,-2-2-276-15,-1-5-614 0,3-2 272 0</inkml:trace>
  <inkml:trace contextRef="#ctx0" brushRef="#br0" timeOffset="38681.61">16023 8313 273 0,'3'-5'264'0,"-3"4"-25"16,0-3-32-16,0 4-25 0,5-2-16 0,-5 2-22 15,0 0-16-15,14 6-10 0,-5 0-15 16,0 3-6-16,5 1-13 0,-2 7-11 0,1 7-6 16,0-1-5-16,-1 5-9 0,-3-1-4 0,-4 2-3 15,1 2-4-15,-6 0-6 0,0 1-3 0,-2-3-2 16,-2 0-4-16,-5 3 0 0,1-6-4 0,2-8-2 16,-2 0-2-16,-3-2-3 0,2-2 3 0,1-2 13 15,3-4 15-15,-2 1 15 0,3-4 23 0,1 2 32 0,1-5 34 16,-1 0 39-16,2 0 33 0,1-2-4 15,0 0-22-15,0 0-19 16,-7-9-20-16,7 0-15 0,4-3-14 0,0 0-13 16,1-6-13-16,4 0-10 0,5-7-10 0,2 0-13 15,0-3-14-15,2-1-5 0,-1 0-12 0,2-3-8 16,0 3-3-16,3 2-2 0,-5 1-5 0,-1 2-1 16,-5 9 0-16,-4 8 5 0,-1-3-1 0,-1 2-6 0,-1 2-5 0,0 1-7 15,0 1-15-15,-2 1-22 0,1 0-34 0,-3 3-15 16,0 0 3-16,0 0 5 0,1 10-5 0,-1-2 12 15,-4 4 0-15,2 4 10 0,-2 4 4 0,0-1 8 16,3 5 6-16,-2 5-3 0,6-4 5 0,-2-1 6 16,8 2 7-16,0-1 5 0,6-2 5 0,7 0-17 15,4-5-32-15,6-3-60 0,5-2-75 0,19-7-110 16,-3-3-332-16,-3-5-692 0,0-4 307 0</inkml:trace>
  <inkml:trace contextRef="#ctx0" brushRef="#br0" timeOffset="39345.54">17305 7785 91 0,'0'0'285'0,"0"0"-11"16,0 0-7-16,-5 1-7 0,5-1-4 0,0 0-7 16,0 0-5-16,0 0-5 0,0 0-14 0,0 0-8 15,-4 4-10-15,4-4-9 0,0 0-18 0,0 0-15 16,0 0-21-16,0 0-16 0,14-6-9 0,0 4-16 0,7-2-12 0,8-3-55 16,3 1-37-16,2-1-44 15,0 2-48-15,-2-2-58 0,-3 3-54 0,2-1-60 16,-2 1-272-16,-11-1-581 0,-1 2 257 0</inkml:trace>
  <inkml:trace contextRef="#ctx0" brushRef="#br0" timeOffset="39490.06">17481 7874 155 0,'-9'8'186'0,"1"-3"-13"0,1 0-9 16,1-1 4-16,2 0 3 0,1-1 2 0,1 0-3 0,0-1 2 15,2-2 2-15,3 6 1 0,5-4-11 0,5-1-17 16,7 0-14-16,13 0-14 0,3-2-47 0,5-1-64 15,10-3-82-15,5 1-115 0,-6-4-189 0,-13 0-408 16,-2-1 182-16</inkml:trace>
  <inkml:trace contextRef="#ctx0" brushRef="#br0" timeOffset="40237.87">19451 7184 302 0,'0'-18'310'0,"-2"2"-1"16,2 3 7-16,2 3-5 0,-2-2 5 0,2 3-7 16,-2 2-27-16,0 1-17 0,-2 1-26 0,4 0-36 15,-2 3-24-15,0 2-23 0,0-7-48 0,0 7-56 16,0 0-29-16,0 0-6 0,3 12-1 0,-5 1-3 16,4 5 5-16,-2 10-5 15,0 2 0-15,2 2-3 0,-2 5-17 0,4-3-26 16,0-1-24-16,-1 3-21 0,4 2-29 0,2-3-40 15,0 9-48-15,-1-13-95 0,-2-4-188 0,-2-8-517 16,-3-2 228-16</inkml:trace>
  <inkml:trace contextRef="#ctx0" brushRef="#br0" timeOffset="40623.11">18873 7928 226 0,'-5'1'237'0,"-3"1"-22"16,7 0-23-16,1-2-20 0,-8 3-15 0,8-3-16 15,-4 2-15-15,4-2-12 0,-2 2-11 0,2-2-5 16,0 0-14-16,0 0-4 0,10 5-2 0,4-7-4 15,15 1-3-15,7-3-15 0,16-2-1 0,13-1-1 16,30-3-2-16,1 1 1 0,7 0-2 0,1-1 4 0,9-3 2 0,10 1 5 16,7 6 3-16,4-3 1 0,-5-2 2 0,5 2 12 15,-3-1 10-15,-4 3 0 0,-4 0 0 0,-12 0 9 16,-7 0-12-16,-39 2 4 0,-3 0-12 0,-5 4-4 16,-18-2 2-16,-8 1-2 15,-9-2 10-15,-3 2 0 0,-8 1-7 0,0 0-2 16,-4 0-2-16,0 0-11 0,-1 1-12 0,-6 0-17 0,9-2-34 0,-9 2-73 0,0 0-58 15,-26 0-50-15,5 0-62 0,-12 3-63 0,-2 0-263 16,-1 1-614-16,-4 0 272 0</inkml:trace>
  <inkml:trace contextRef="#ctx0" brushRef="#br0" timeOffset="41027.18">19339 8453 119 0,'-1'-10'353'0,"0"-1"4"0,0-1 0 0,-2 2 2 16,3 0 5-16,0 0 2 0,0 3-6 16,0 3-19-16,0-2-24 0,0 1-30 0,-1-2-49 0,1 4-29 15,0 3-27-15,1-4-20 0,-1 4-37 0,-1-5-30 16,1 5-43-16,0 0-43 0,0 0-16 0,0 0-7 16,0 0 10-16,-4 21-5 0,4-9 3 15,0 6-3-15,-3 1-2 0,2 8 7 0,1-3 1 0,1 3 1 16,2 0 3-16,-3-1-3 0,1-2 6 0,-1 0-5 15,0-4 8-15,4-3-4 0,-4-3-4 0,3-2-20 16,-1 5-22-16,-1-8-14 0,1 1-28 0,-2 0-19 0,1-4-24 0,-1 1-28 16,0-2-32-16,0-1-20 0,0-2-42 0,0-2-309 15,0 0-607-15,0 0 269 0</inkml:trace>
  <inkml:trace contextRef="#ctx0" brushRef="#br0" timeOffset="41239.92">19563 8603 171 0,'-1'3'352'16,"-3"-1"-30"-16,4-2-24 0,-3 3-22 0,3-3-15 15,0 0-16-15,-2 4-19 0,2-4-26 0,0 0-15 0,0 0-21 0,9 3-31 16,2-3-27-16,6-3-35 0,11-1-48 0,5 1-54 15,4-2-66-15,-1 1-72 0,0-2-92 0,-5-2-152 16,-1-2-447-16,-6-2 198 0</inkml:trace>
  <inkml:trace contextRef="#ctx0" brushRef="#br0" timeOffset="41882.37">20074 8225 293 0,'-2'-5'323'16,"2"5"-35"-16,-4-4-24 0,4 4-33 0,0 0-23 16,-4-1-25-16,4 1-19 0,0 0-18 0,0 0-15 15,0 0-17-15,0 0-11 0,4 13-11 0,-2-8-8 16,2 2-7-16,1 0-8 0,4 3-5 0,0-3-4 15,2 4-4-15,5 0-8 0,-2-1 0 0,5-3-8 16,11 3 1-16,-2 1-8 0,1-4-1 0,1 1-2 0,-4-3-6 16,-4-3 0-16,-1-1-3 0,-1 1 2 0,-3-2-4 15,-5 0 6-15,4 0 13 0,-5-2 20 0,-1 1 25 0,-3 0 11 16,1 0 32-16,-3-1 7 0,0 0 6 0,-5 2-2 16,9-1-4-1,-9 1-12-15,6-2-5 0,-6 2-19 0,0 0-14 16,8 3-1-16,-8-3-15 0,0 0-15 0,0 0-17 15,5 1-24-15,-5-1-39 0,0 0-14 0,-2 6 3 16,1-2 5-16,-5 6 2 0,0 7 1 0,-3-2 10 16,-2 9-5-16,0-2 9 0,-3 2 0 0,1-2 1 15,4-3 2-15,0 0 2 0,0-2-1 0,4 1 4 0,-4-1 0 16,4-1 7-16,-3-1 1 0,2-6-3 16,-2 0 4-16,7-1-5 0,-3-4 1 0,2 2 8 15,0-1 5-15,-2-3 22 0,3 1 20 0,1-3 24 0,-2 6 20 0,2-6 14 16,-3 3 7-16,3-3 9 0,0 0 0 0,0 0-7 15,0 0-4-15,0 4-9 0,0-4-8 0,0 0-7 16,0 0-5-16,0 0-17 0,0 0-6 0,0 0 1 16,0 0-14-16,0 0-6 0,0 0-1 0,0 0-9 0,0 0-6 15,0 0-4-15,0 0-4 0,0 4-11 16,0-4-6-16,0 0-14 0,0 0-12 0,0 0-5 0,0 0-8 0,0 0-8 16,0 0 0-1,0 0 0-15,0 0-16 0,0 0-5 0,0 0-11 0,0 0-12 0,0 0-12 16,0 0-46-16,0 0-78 0,0 0-49 0,-4-16-29 15,4 10-28-15,2 0-28 0,-5-4-326 0,-1-1-740 16,-1 0 327-16</inkml:trace>
  <inkml:trace contextRef="#ctx0" brushRef="#br0" timeOffset="42818.42">20084 8308 92 0,'0'0'235'0,"0"-5"-4"16,0 5-3-16,0 0-4 0,0-5-5 0,0 5-1 16,0 0-4-16,0 0-1 15,2-4-12-15,-2 4-15 0,0 0-10 0,2-4-9 16,-2 4-24-16,0 0-21 0,0 0-10 0,0 0-16 0,0 0-13 0,0 0-11 0,0 0-8 0,0 0-13 16,0 0-5-16,0 13-9 0,-2-2-6 0,0 2-4 15,2 5 8-15,-2 8-1 0,-1 1-16 0,2 5-3 16,-1-6 1-16,0 3-2 0,0 1-7 0,-1 0 1 15,2-1 6-15,1-2-6 0,0 3-3 0,-1-3 4 16,1-7-3-16,-2-2-1 0,2 0 3 0,0-2-3 16,0-4 1-16,0-1-2 15,2-1 0-15,-4-3 1 0,4-1 3 0,-2-1-5 16,0-1 4-16,1 0 14 0,-1 1 20 0,0-5 20 16,0 5 20-16,0-5 20 0,1 3 24 0,-1-3 15 15,1 2 18-15,-1-2 16 0,0 0 16 0,0 0 11 16,0 0 5-16,0 0-10 0,0 0-18 0,2-10-20 15,0 2-20-15,3 0-14 0,2-2-12 0,-1-5-7 16,3-3-15-16,0 2-12 0,2-8-11 0,5 0-6 0,-1 0-16 0,-1-1-1 16,4 2-9-16,-4-1-4 0,3 4 2 0,1-4-9 15,-3 4-3-15,3 1-3 0,-8 4 1 0,0 1 0 16,4-1-5-16,-7 6 0 0,2-1-1 0,0 1-3 31,-2 1-4-31,-3 3 1 0,1-1 0 0,-1 2-3 0,0 2-4 0,2-3-1 16,-2 3-1-16,0-1-7 0,-3 0 0 15,-1 3-15-15,4-3-17 0,-4 3-11 0,0 0-7 16,5-1 4-16,-5 1 2 0,0 0 3 0,9 5 4 0,-5-2 3 16,-3 1 4-16,3 2 7 0,-4 0 0 0,5 4-2 15,-1 0 3-15,-1 0-5 0,-1 4 1 0,2 1 3 16,-1 2 2-16,2 2 2 0,-3-1 3 16,-2 2 4-16,5 5 1 0,-3-6 4 0,1 0-1 0,-1-2 1 15,-2 3-1-15,-2-1 8 0,2 0-1 0,0-4 1 0,0-1 0 16,-2-3 3-16,2 0-3 0,-1 0 3 0,1-4 3 15,-2 0-1-15,2 0 0 0,0-2 3 0,0-1 3 0,0 1-1 16,0 0 5 0,0-5 5-16,0 6 4 0,0-6 34 0,-2 1 15 0,2-1 10 0,0 0 4 15,0 0-4-15,0 0-21 0,16-4-40 0,1-6-42 16,7-5-59-16,6-2-85 16,2-5-100-16,12-7-108 0,5-4-95 0,-4-4-349 15,-1-3-893-15,-1 0 395 0</inkml:trace>
  <inkml:trace contextRef="#ctx0" brushRef="#br0" timeOffset="43728.6">20152 8286 30 0,'0'0'258'0,"-4"-3"-9"16,4 3-10-16,0 0-17 0,0-3-16 0,0 3-22 15,0 0-18-15,0 0-21 0,0 0-14 0,0 0-14 16,0 0-17-16,0 0-13 0,0 0-11 0,0 0-5 16,0 0-7-16,0 14-11 0,3-7-9 0,-6 5-2 15,2 3-5-15,1 3-5 0,-4 1-1 0,4 8-2 16,-5-1 2-16,1 0-1 16,0 2-3-16,3-1 0 0,-4 2-5 0,2-2-2 15,0-1-3-15,1-1 0 0,-2-4-3 0,2-1 1 0,0-2-1 16,0 2 0-16,-2-3-1 0,3-4 0 0,1 1-1 0,0-2-1 15,-2-2 0-15,0-2 2 0,2-2 5 0,0 1 4 16,-2-1 1-16,2 1 2 0,-2-5 5 0,2 2 13 16,0 2 6-16,0-6 28 0,0 0 21 15,0 4 28-15,0-4 26 0,2 3 24 0,-2-3 23 0,0 0 21 16,0 0 9-16,0 0 10 0,0 0-2 0,0 0-21 16,0 0-22-16,6-13-24 0,-5 4-16 15,5 0-18-15,2-8-11 0,1 2-13 0,4-11-15 16,1 3-14-16,3-4-14 0,-2 1-14 0,7-4-5 0,-6 5-9 15,5-2 0-15,-4 1-8 0,0 6 0 0,1-5-7 16,-4 4-3-16,-5 7 3 0,1 4-4 0,-2 0-7 0,-1 1-4 16,-1 2-1-16,0 3-2 0,-2 0-5 0,1 1-3 0,-2-1-18 15,-1 1-21-15,2 2-10 0,-4 1-5 0,7 0-3 16,-7 0-3-16,7 8-3 0,-3 0-1 16,1 2-7-1,-1 1 8-15,1 5 4 0,-1 0-3 0,0 4 11 0,1 1 1 0,0 4 6 16,-2 1 6-16,-1-2 3 0,2 1 6 15,-4 1 0-15,4-6 4 0,-3 1 9 0,2-4-4 16,-1 1 0-16,2-2 3 0,-1-4 8 0,-1-1 0 16,-1-2 1-16,2 0 6 0,-2-4-2 0,1 3 1 0,-1-5 10 15,1 1 19-15,-2-2 16 0,0-2 11 0,4 7 12 16,-4-7 7-16,2 3 8 0,-2-3-14 16,0 0-6-16,17-8-34 0,-6 4-36 0,4-5-54 15,7-6-66-15,7-2-81 0,2-1-80 0,12-6-87 0,2-3-87 0,0-1-290 16,-2 1-819-16,3 4 363 0</inkml:trace>
  <inkml:trace contextRef="#ctx0" brushRef="#br0" timeOffset="44213.95">20999 8189 235 0,'0'0'293'0,"0"-4"-35"0,0 4-28 16,0 0-27-16,0 0-20 0,0 0-23 0,8 11-18 0,-4-1-16 15,2 3-12-15,3 3-13 0,0 9-11 0,0 1 2 16,1 3-16-16,-1 5 6 0,7 13-1 16,-10 0-5-16,-1 0 0 0,-5-1-3 0,0-10 2 15,-3-2-14-15,-8 12-2 0,2-10-3 0,-9 7-6 0,0-11 0 16,-12 7-3-16,-6-3 0 0,-5-5-11 0,-3-3-31 16,-4-3-40-16,-7-3-59 0,-1-2-71 0,-1-6-101 15,-4-7-171-15,1-5-472 0,-5-4 209 0</inkml:trace>
  <inkml:trace contextRef="#ctx0" brushRef="#br0" timeOffset="44598.96">19071 8229 35 0,'-4'-1'257'0,"3"-2"-31"15,1 3-24-15,0 0-23 0,-8 6-23 0,3 3-16 0,-5 4-14 16,2 4-11 0,-2 9-13-16,1 3-5 0,-2 4 5 0,0 13-9 15,-1 1-5-15,5-1-3 0,2 2 7 0,3 0 13 16,3 0-5-16,4-13 1 0,3-1-4 0,4-2-7 0,3-1 0 16,6-3-3-16,2-3-3 0,4-1-10 15,5-5-13-15,14 0-30 0,1-1-53 0,-10-9-85 0,22-1-102 0,-7-6-238 0,0-5-483 16,-15-1 215-16</inkml:trace>
  <inkml:trace contextRef="#ctx0" brushRef="#br0" timeOffset="45964.39">22533 7436 173 0,'-7'-8'238'15,"1"0"-20"-15,-7 1-25 0,4 2-18 0,-9 0-16 16,2 1-15-16,-3 3-19 0,-2-1-11 0,-1 2-12 0,-4 4-10 16,-1-1-12-16,6 2-6 0,-7 4-7 0,1-1-8 15,3 4-6-15,6-3-2 0,0 0-14 0,2 1 2 0,0-1-6 16,1 2-2-16,6-1-5 0,1-1-3 0,2 1 0 15,1-2-2-15,1 1-3 0,3 0 3 0,-2 0 0 16,6-2-2-16,1-2 1 0,2 2 0 0,7-2-1 16,0-1-4-16,2-2 4 0,4-2-4 0,3-1-1 15,-1-4-2-15,6-1 2 0,0-3 3 0,-1-4 8 16,-3 1 5-16,0-2 14 0,-4-5 11 0,-5 4 18 16,4-5 4-16,-4 0 11 0,-1-5 6 0,-3-1 13 15,-2 3 5-15,-2-6 20 0,0 0 7 0,-2-2-5 0,-1-2 2 0,1-1 5 16,-4-3 6-16,2 4 9 0,-4-4-3 0,2 3 7 15,2 3 6-15,-2 1 2 0,-2 5-4 0,0 7-6 16,2 1-8-16,0 7-9 0,-2 0-14 0,2 4-13 16,0-1-15-16,-2 1-15 0,2 2-30 0,0 4-39 15,0-7-46-15,0 7-58 0,0 0-20 0,0 0 12 16,0 0 13-16,-5 28 4 16,-2-5 14-16,2 7 5 0,-1 4 0 0,1 16 11 15,-2-3 9-15,0-1-8 0,4 0 16 0,1-12 4 0,4 0 3 16,-2-3 2-16,1 1 2 0,1 0 4 0,0-6-1 0,-1-7 5 15,3-1 0-15,-2-1 5 0,-1-4 1 0,3-2 0 16,-4-2 2-16,0-2 9 0,0 0 2 0,2-2 4 16,-1 0 0-16,-1-2 18 0,0-3 15 15,1 6 17-15,-1-6-4 0,0 4 1 0,0-4-5 0,0 0-10 16,0 0-57-16,0 0-49 0,0 0-46 0,3-16-61 16,-2 9-51-16,0 0-57 0,3-2-97 0,-2-5-307 15,3-1-741-15,1-2 328 0</inkml:trace>
  <inkml:trace contextRef="#ctx0" brushRef="#br0" timeOffset="46497.08">22732 6984 139 0,'0'0'187'0,"0"0"-18"16,-8 3-11-16,8 1-7 0,-1 1-12 15,1-1-8-15,0 4-10 0,1-1-6 0,3 1-4 0,0 3-8 16,3-2-8-16,0 1-4 0,6 5-10 0,1-4 3 16,1 0-4-16,2-1 0 0,9 2-2 0,-6-4-1 15,-1 0-6-15,2-2-1 0,-2-2-1 16,-3 2-3-16,2-4-4 0,-5 1 5 0,-2-3 11 0,1 1-2 16,-4-1 7-16,-2 2 11 0,2-2 11 0,-8 0-5 15,10 0 1 1,-5 1-11-16,-5-1-8 0,4 1-9 0,-4-1-8 15,0 0-14-15,6 1-21 0,-6-1-4 0,0 0-16 0,0 8-3 16,-1-3-6-16,-8 4 4 0,3 2-3 0,-6 3-2 16,1 4 3-16,-5 1-5 0,1 3 13 15,-2 0-12-15,-2 2 1 0,4 0-4 0,-2-2 3 16,3 2-1-16,-1-3 4 0,6-4-2 0,0 1-1 0,0-2-2 16,3-1 1-16,2-5 2 0,1 1-2 0,1-1 3 0,-1-3 4 15,2-2 5-15,-2 1 7 0,2-1 5 0,1-2 22 0,-1 0 20 0,1-3 22 16,2 3 19-16,-2-3-4 0,12 0-6 0,-2-3-16 15,7-2-7-15,2 0-4 0,10-2-7 0,-1 0-5 16,3 2-16-16,1-4 6 0,0 4-5 0,4-3-10 16,-1 3 0-16,-3 1-8 0,2-2-11 0,-4 1 9 15,1 2-2-15,-12 2-2 0,-1-2-7 0,-5 1 6 16,-3 2-8-16,-2-2 8 0,-2 1-8 0,0-1-7 16,-1 2-20-16,1-2-25 0,-6 2-30 0,0 0-38 15,7-1-20-15,-7 1 11 0,0 0-9 0,0 0-28 16,-11 8-50-16,4-6-57 0,-1-2-77 0,-3 0-208 15,1 0-594-15,1-2 263 0</inkml:trace>
  <inkml:trace contextRef="#ctx0" brushRef="#br0" timeOffset="46873.81">22792 7345 187 0,'-4'1'243'0,"-3"0"-5"16,7-1-8-16,-8 2-13 0,8-2-6 0,-5 2-9 15,5-2-8-15,-7 0-6 16,7 0-7-16,0 0-6 0,0 0 3 0,0 0-1 15,0 0-8-15,0 0-7 0,0 0-25 16,26-4-3-16,-5 0-15 0,7 0-13 0,2-1-7 0,8 2-17 16,0-3-3-16,14-2-3 0,3 2 2 0,-1 1-4 15,1-1-6-15,-7 1-5 0,-11 0-5 0,-5 2-2 16,-3-1-2-16,-8 3-14 0,-4-2-1 0,-6 2 11 16,1 0-13-16,-3-2 1 0,-2 3-9 0,-3-2-2 0,2 2-9 0,-6 0-22 15,8-2-19 1,-8 2-30-16,0 0-29 0,0 0-34 0,0 0-32 15,-31 0-35-15,16 2-42 0,4-1-38 0,-2 1-69 16,0 0-182-16,-4 0-558 0,3 1 247 0</inkml:trace>
  <inkml:trace contextRef="#ctx0" brushRef="#br0" timeOffset="47376.94">21958 7933 62 0,'-10'1'227'0,"3"0"7"0,1-1 4 0,-2 1-5 15,8-1-8-15,-9 0-10 0,9 0-19 0,0 0-21 16,-4-2-21-16,4 2-15 0,0 0-10 0,0 0-8 15,0 0 4-15,0 0-5 0,0 0 0 0,0 0-1 0,4-6-6 16,-4 6-13-16,0 0 5 0,0 0-10 0,0 0-9 16,0 0-6-16,0 0-6 0,0 0-8 0,0 0-3 15,0 0-10-15,0 0-5 0,0 0-7 0,0 0-3 16,0 0 5-16,0 0-12 0,0 0 0 0,0 0-9 16,0 0 14-16,0 0-11 0,0 0-4 0,0 0 12 15,0 0 1-15,7-3 26 16,1 3-12-16,5-1-2 0,15-5-1 0,8 2-4 15,20-2-5-15,8 1-6 0,35-3-4 0,4-1 1 16,10 2 6-16,4 1 13 0,3-4 7 0,-1 4 15 16,-1-2 10-16,-2 2 14 0,-9 2-1 0,-3-8 2 15,-10 6 5-15,-30 2 15 0,-9-1-1 0,-4 0 10 16,-14 2 8-16,-9-1 11 0,-10 1 25 0,-4 1-6 16,-6 2 16-16,1-5-17 0,-4 4-15 0,4 0-15 0,-4-2-22 0,-5 3-42 15,8-1-51 1,-8 1-52-16,1-2-81 0,-1 2-87 0,0 0-63 0,-23 3-62 15,4 1-53-15,-3-1-68 0,-5 1-385 0,5 1-907 16,-4-3 401-16</inkml:trace>
  <inkml:trace contextRef="#ctx0" brushRef="#br0" timeOffset="48370.47">22645 8622 196 0,'5'-4'231'0,"-1"-3"-5"0,0 2 4 0,1 0-6 15,-2-2-6-15,-1 3-14 0,-1 0-5 0,3-1-11 16,-4 0-14-16,0 1-17 0,0 4-14 0,-2-7-22 16,-3 4-17-16,-5 1-15 0,-3-1-12 0,-5 3-7 0,-3 0-12 0,-7 1-5 15,8 3-7-15,-7 2-5 0,0 0-5 0,-1 2-9 16,4 2 3-16,-2 1-5 0,2 4-5 16,6-5-3-16,1 3 3 0,1-2-9 0,0 2 0 0,5 3-3 0,-1-2 1 15,7 1-1-15,-2-1-1 0,2-2 2 0,3-1-1 0,2 1 2 16,4-3 1-16,2 3 5 0,3-5 1 15,7 3-1-15,0-4 0 0,6 2 4 0,5-4-3 16,3-3 3-16,0-1-1 0,-4-1 6 0,-5 0 9 16,2-5 14-16,-4-5 12 0,3-1 24 0,-4-1 12 0,-3-3 21 15,-1 2 2-15,2-9 4 0,-2-4 10 16,-5 0 3-16,-3-3 9 0,-2-2-9 0,0 1 3 16,-3-15-8-16,-1-2-4 0,0 2 0 0,-4 11-8 15,1 1 4-15,1-1 3 16,-2-1 1-16,0 5 3 0,2 3 13 0,-3 3-3 15,3 7 3-15,1 3-4 0,-1 4-25 0,2 3-13 16,-2 0-10-16,1 3-19 0,2 1-32 0,-1 0-60 16,0 4-67-16,-3-4-49 0,3 4 13 0,0 0 10 15,-5 20 16-15,1-3 6 0,0 7 11 0,-1 5 7 16,1 0 6-16,0 6 8 0,-1 15 10 0,1-3 6 16,3 1 5-16,0-13 11 0,2 1-19 0,0 0-13 0,2-2-19 0,2-2-2 0,-1-3-13 15,1 3-21-15,2-8-13 0,-4-5-21 16,-2-1-26-16,2-5-33 0,-2-2-33 0,-1 0-44 15,3-3-52-15,-5-4-290 0,4 0-679 0,-2-4 301 16</inkml:trace>
  <inkml:trace contextRef="#ctx0" brushRef="#br0" timeOffset="48923.55">22869 8392 8 0,'3'-5'319'0,"-1"1"-27"0,2-1-27 16,-2 2-32-16,2 2-24 0,-4 1-22 0,10-1-22 16,-10 1-19-16,18 5-14 0,-13 0-17 0,4 7-12 0,0 4-5 15,0-1-8-15,-4 3-8 0,0 8-9 0,-2 1-7 0,-3 1 0 16,-3-1-6-16,-2 0-6 0,0 3-4 0,-4-4-2 16,-5 3-3-16,5-6-6 0,-2-5-5 0,2-1-1 0,0-3-2 15,4-3 1-15,-4-2 7 0,5 0 7 0,1-4 22 0,1 1 26 16,-1-4 49-16,2 2 52 0,1-4 48 15,-1 4 32-15,1-4 10 0,0 0-24 0,0 0-27 16,6-13-25-16,2 3-20 0,7-4-21 0,3-4-19 16,3-2-16-16,1-1-15 0,5-4-13 0,4-1-11 0,3-7-14 15,2-1-10-15,-9 8-13 0,6-12-9 0,-10 12-4 16,-1 3 7-16,-8 0-6 0,-2 12 8 16,-5 1 3-16,1 2 4 0,-3 1-7 0,0 2-15 15,-2 0-7-15,1 3-31 16,-2 0-23-16,-2 2-6 0,0 0 1 0,0 0 0 15,-15 21 3-15,7-4 4 0,-6 3 0 0,4 6 3 16,2 1 2-16,3 1-14 0,1 5-3 0,11 0-1 16,4-1 4-16,17 10 2 0,11-3 2 0,10-4 8 15,34 8 4-15,-21-22 1 0,35 11 3 0,1-7 1 0,-6-5 6 16,0-7 3-16,2-2 4 0,-29-4 23 16,28 4 9-16,-35-7 7 0,-18-3 27 0,-4-1 13 0,-8 0 42 0,-10 0 42 15,0 0 42-15,-6 0 24 0,-1-1 9 0,-6 1 1 0,2-1-2 16,-2-1-125-16,-5 2-116 0,6-3 0 0,-3 1 0 15,-2-2 0-15,-1 4 0 0,0-5 0 16,0 5 0-16,-4-5 0 0,4 5 0 0,-5-5 0 16,-1 4 0-16,-1-1-168 0,-4-1-345 0,-2 2-79 0,-5 0-561 15,5-1-1250 1,4-1 553-16</inkml:trace>
  <inkml:trace contextRef="#ctx0" brushRef="#br0" timeOffset="71435.84">2226 10661 148 0,'-3'-6'267'0,"0"-1"-7"16,1-1-12-16,-1 1-20 0,2 0-12 0,-2 2-15 15,3 1-16-15,-1-3-11 0,0 3-15 0,0-1-15 16,-2 1-16-16,3 4-17 0,0-5-12 0,0 5-21 15,-1-5-29-15,1 5-35 16,0 0-6-16,0 0-2 0,-9 13 2 0,5 4-7 16,-6 6 0-16,-3 9 2 0,-1 11 3 0,-5 4-2 15,2 6 18-15,-6 0-6 0,4 5 4 0,0-6-6 16,-2 0-2-16,6-1-19 0,-2-5-1 0,5-12 3 16,-1-2-5-16,0-2 4 0,3-3 2 0,4-4-2 0,-1-6 2 0,2-1 0 15,1-7 0-15,3 1 4 0,-3-3 2 0,4-2 19 16,-4 2 23-16,3-4 24 0,1 1 8 0,0-4 27 15,-1 6 17-15,1-6-1 0,0 0-18 0,0 0-26 16,0 0-9-16,6-22-15 0,-1 10-18 16,-1-3-13-16,5-8-19 0,0-2-19 0,1-4-24 0,2-2-14 15,4-13-19-15,-3-2-12 0,5-4-5 0,-1 1-6 16,0-1 1-16,1 1 13 0,1 1 3 0,-2 2 16 16,1 1 6-1,-7 15 8-15,6 0 26 0,-8 2 17 0,4 0 14 16,-4 6 16-16,0 4 17 0,-3 2 15 0,3 0 10 15,-4 8 9-15,-1-4 4 0,-1 5-5 0,-1 0-12 16,3 2-8-16,-4 1-11 0,3 2-7 0,-3-2-13 16,-1 4-6-16,0 0 0 0,8 9-6 0,-5 4 1 15,-1 4-5-15,4 9 1 0,-3 6 0 0,4 16 3 16,-2 1-1-16,0 2 0 0,-1 0 3 0,0-3 1 0,3 1-7 0,-3-14 5 16,1-2-4-1,0-1 0-15,0-2-1 0,-1-4 1 0,0-6-1 0,1-2-3 16,0-2 5-16,-1-4-1 0,-3-2-2 0,2-2 1 15,1 1-3-15,-3-5 4 0,0 1 1 0,2 1 0 16,-3-2 2-16,1-1-1 0,2-1 4 0,-3-2-3 16,0 6 6-16,0-6 0 0,0 4-2 0,0-4-2 0,0 0-12 0,0 0-16 0,0 0-29 0,0 0-40 15,0 0-38-15,0 0-54 0,-9-10-78 0,2 5-234 16,1-2-530-16,-2-3 235 0</inkml:trace>
  <inkml:trace contextRef="#ctx0" brushRef="#br0" timeOffset="71689.75">2007 11131 109 0,'-10'4'182'0,"-2"-3"1"0,5 2-7 0,-1-2-7 16,3 2-11-16,1-2-9 0,4-1-15 0,-9 3-11 0,7-2-12 16,2-1-10-16,0 0 5 0,0 0 17 0,16 3 1 0,5-3-6 15,9-6-7-15,7 0-6 0,14-1-3 0,3-3-6 16,0 1-5-16,-2-3-8 0,-2 4-7 0,-13-1-8 15,-4 3-9-15,0 1-2 0,-5-1-8 0,-8 3-4 16,-6 1-3-16,-1 0-9 0,-4 0-2 0,-1 1-3 16,-2-4-7-16,0 4-4 0,-6 1-13 0,9 0-12 15,-9 0-5-15,0 0-8 0,0 0-17 0,-10 10-17 16,3-7-37-16,-4 0-22 0,1 5-29 0,1-4-57 16,0 2-49-16,-2-2-127 15,5 0-406-15,0-1 180 0</inkml:trace>
  <inkml:trace contextRef="#ctx0" brushRef="#br0" timeOffset="73055.58">2904 10657 86 0,'-1'-17'215'16,"1"3"-7"-16,1-2 1 0,-1 3-5 0,0-4-8 0,-1 4-2 15,1 3-6-15,1 1-11 0,-1 3-17 0,0-2-12 16,-1 2-19-16,2 2-19 0,-1 2-7 0,0 2-24 0,0-7-26 16,0 7-6-16,0 0-11 15,-8 14-4-15,5-1-2 0,-3 5-7 0,0 11-4 16,-2 4 0-16,-3 19 3 0,4 3 6 0,-3 26-3 0,0-26 7 15,1 4-11-15,3-2 4 0,-1-3 0 16,1-3-8-16,6-3 1 0,0-14-4 0,0-2 2 16,0-3-4-16,4-1-1 0,-3-9 1 0,0 0-3 15,2-3 6-15,-2-4-1 0,-1-3 4 0,0 1-1 16,0-2 15-16,0-4 25 0,3 2 37 0,-3-2 40 16,0-4 33-16,1 4 19 0,-1-4-1 0,-4 1-19 15,4-1-17-15,0 0-13 0,-18-5-13 0,13 3-16 16,-3-3 3-16,3 1-22 0,-5-2-11 0,5 3-5 15,-4-1-8-15,1-1-9 0,2-1-2 0,-2 2-8 16,3 1-6-16,-1 0-7 0,1-1-24 0,-2 2-15 0,4 0-31 0,-1-2-35 16,-1 3-37-16,5 1-40 0,-7-5-34 0,3 2-51 15,-1 2-55-15,3-3-72 0,-1 0-263 0,3-3-676 16,0 0 300-16</inkml:trace>
  <inkml:trace contextRef="#ctx0" brushRef="#br0" timeOffset="73329.33">2608 11029 194 0,'0'0'207'0,"-7"0"-12"0,7 0-13 16,-5 1-17-1,5-1-14-15,0 0-14 0,-6 2-14 0,6-2-8 16,0 0 2-16,11 3 11 0,1-1 2 0,8-4-7 15,13 2-8-15,2-3-9 0,3 1-10 0,3 0-7 16,-5-3-11-16,-3 4-7 0,-1-2-6 0,-4-2-6 16,-9 4-7-16,-2 0-3 0,-3 0-4 0,-4 0-4 15,-1-1-5-15,-4 2-7 0,4-1-3 0,-5 0-12 16,-4 1-10-16,0 0-17 0,0 0-18 0,0 0-22 0,0 0-24 0,0 0-25 16,0 0-29-1,-17 4-31-15,11-3-41 0,0-1-159 0,6 0-392 16,-13-1 173-16</inkml:trace>
  <inkml:trace contextRef="#ctx0" brushRef="#br0" timeOffset="73655.38">3392 10585 70 0,'1'-6'336'0,"-1"-1"-25"16,-1 2-28-16,1 0-27 0,0 5-31 0,0-4-26 0,0 4-25 16,0 0-22-16,0 0-21 0,0 0-13 0,0 0-15 15,0 21-12-15,0-3-8 0,-3 8-10 0,2 8-7 16,-1 12-6-16,-2 6-7 0,1 0 3 0,0-1-7 16,0-4 1-16,0 1-8 15,2-12-5-15,-1-4-3 0,0-1-2 0,2 0-3 16,0-4-3-16,0-6 1 0,-1-4-3 0,1 3-3 15,-1-9 0-15,1 2 3 0,-2-4-26 0,1 2-17 16,1-6-11-16,-1 3-7 0,1-4 4 0,0 0-4 16,-1-2 2-16,1-2-2 0,0 5-16 0,0-5-84 15,0 0-89-15,0 0-209 0,-7-17-472 0,7 8 209 16</inkml:trace>
  <inkml:trace contextRef="#ctx0" brushRef="#br0" timeOffset="73908.89">3202 10986 81 0,'-8'-2'202'16,"3"0"-6"-16,-3 1-5 0,8 1-14 0,-12-2-9 16,12 2-11-16,-7-1-15 0,7 1-12 15,-6 0-14-15,6 0-7 0,0 0 4 0,0 0 12 0,0 0-2 16,23-1-3-16,-7 1-7 0,6-2-8 0,6 1-8 0,3-4-1 16,0 3-6-1,-1-2-8-15,2-2-3 0,-5 4-13 0,-4-1-5 0,-8 2-3 16,2 0-7-16,-7-1-7 0,-2 1-3 0,1 0-6 15,-3 1-1-15,1 0-6 0,-1-3-7 0,-6 3-20 16,0 0-20-16,0 0-12 0,0 0-23 0,0 0-35 16,0 0-44-16,-14 9-52 0,5-6-52 0,-1 2-181 15,2-4-452-15,-1 1 201 0</inkml:trace>
  <inkml:trace contextRef="#ctx0" brushRef="#br0" timeOffset="74240.92">3667 11134 191 0,'1'2'325'0,"-1"-2"1"0,0 0-8 16,0 0-28-16,0 0-37 0,16-8-21 0,-6 3-22 16,0-1-26-16,6-6-15 0,0 3-9 0,3-4-10 15,6-3-31-15,-8 5-16 0,6-6-5 16,-2 0-8-16,-6 5-4 15,3-1 0-15,-8 2-1 0,-1 2-1 0,1 1-2 16,-3-1 8-16,-2 1-9 0,-1 2-5 0,-3 0 8 16,3 2-27-16,-3-2-6 0,-1 2-31 0,-5 1-10 15,5 3-14-15,-9-1-3 0,-2 3 11 0,-1 2-9 16,-7 2-7-16,3 0 2 0,0 5 1 0,3-1-4 16,-5 1-4-16,5 3-21 0,0 1-8 0,1-1-12 15,-1 0-8-15,3 3-30 0,1-2-19 0,4 0-15 0,0 2-17 0,1-3-38 16,4-2-37-16,1 0-267 0,2-7-530 0,0 2 234 15</inkml:trace>
  <inkml:trace contextRef="#ctx0" brushRef="#br0" timeOffset="74566.25">4005 10940 121 0,'2'-1'359'16,"0"-2"-29"-16,1 0-37 0,-2 0-38 0,-1 3-25 15,4-2-28-15,-4 2-23 0,0 0-20 0,11 5-21 16,-7-2-14-16,1 4-14 0,2 1-9 0,-2 1-13 16,5 6-7-16,-5 0-8 0,0 3-9 0,2 3-4 15,-6 2-6-15,-1-2-5 0,1-1-5 0,-1-1-5 16,-1-4-2-16,1-2-5 0,-1-2 2 0,1-1-7 16,-3-3-3-16,3-1 6 0,-1 0 37 0,1-3 40 15,0 1 53-15,0-4 41 0,-3 5 51 0,3-5 25 16,0 0-10-16,0 0-25 0,0 0-22 0,7-19-38 15,-5 8-7-15,6-5-19 0,1-2-27 0,5-5-3 16,0-1-16-16,-1 2-12 0,3-2-10 0,0 2-11 0,-4 6-8 0,0 1-3 16,-2 2-5-16,2 1-15 0,-6 3-19 0,1 1-23 15,-3 3-33-15,-1 0-53 0,1 1-59 0,-3 2-92 16,3-1-90-16,-4 3-77 0,0 0-31 0,0 0-387 16,0 0-886-1,0 0 392-15</inkml:trace>
  <inkml:trace contextRef="#ctx0" brushRef="#br0" timeOffset="76081.75">3776 11126 103 0,'0'0'110'16,"0"0"-6"-16,0 0 6 0,0 0 13 0,0 0-1 15,-8-7 2-15,8 7 4 0,0 0-5 0,0 0-1 0,0 0-1 0,0 0-4 16,0 0-10-16,0 0-10 0,0 0-8 0,4-6-7 15,-2 3-12-15,1-2-12 0,2 1 1 0,-1-1-7 16,2-2-3-16,1-1 3 0,-1-1-5 0,1 1 2 16,1 0 5-16,-3-2-2 0,3-3-2 0,-3 5 5 15,4-3 3-15,-4 2-3 0,-1-1-3 0,0 1 0 16,-2 1-6-16,2 2 4 0,-1-1-4 0,-3 2 1 16,2 0-1-16,1 0-12 0,-3 1-6 0,0-2-4 15,0 6-11-15,-8-2-12 0,8 2-4 0,-10 0-6 16,1 1 1-16,-4 3-2 0,-1 4 2 0,-4 2 1 15,-2 4-2-15,-3 3-2 0,0 1 21 0,0 1-2 16,5 2-3-16,-4-3-2 0,6 4 0 0,3-5-2 0,1-1 4 0,4 1-7 16,1-1-2-16,3-1 5 0,4 0-3 15,4-4 3-15,1 3 3 0,5-6 3 0,7 3-1 16,11 1 2-16,3-7-8 0,3 1-27 0,4-6-51 0,0 0-67 31,13-5-108-31,-13 0-159 0,15-8-445 0,-17 2 197 0</inkml:trace>
  <inkml:trace contextRef="#ctx0" brushRef="#br0" timeOffset="76744.84">5387 10743 133 0,'0'0'210'0,"0"0"-22"0,0 0-21 16,0 0-18-16,0 0-15 0,-26 6-13 0,14 0-18 0,-4 1-8 0,0 3-13 16,-1-1-5-16,-1 3-14 0,0 0-11 0,-4 2-4 15,6-1-1-15,-1 0-7 0,2 2-9 0,2-1 8 16,-1-3-12-16,5 4-3 0,0 2-8 0,0-4 2 0,4 3-4 31,3-5 0-31,2 1 0 0,0 0 0 0,2 0-2 0,2 0-3 16,1-4-2-16,4 8 7 0,1-3-4 0,7-4 0 15,-3 2-1-15,1-2 5 0,1 0-2 0,1-1-2 16,-5 0-8-16,-2-4 7 0,0-1-2 0,-1 4 0 16,-1-4-7-16,-3 1 7 0,1-2-2 0,-3 1 0 15,1-2 1-15,-2 2-1 0,-2-3 12 0,-1 6 2 16,-3-2-2-16,-3 3-1 0,-5-2 0 0,-2 3 0 16,-2-2-3-16,-3 0-1 0,2 1-5 0,-1 1-2 15,1-2-12-15,-2 1-17 0,1-6-15 0,0 4-27 0,7-1-30 0,-2-1-38 16,1-2-175-16,3 0-335 0,2-2 148 0</inkml:trace>
  <inkml:trace contextRef="#ctx0" brushRef="#br0" timeOffset="77531.22">5676 10897 189 0,'0'-6'303'0,"0"6"-30"16,-3-2-28-16,3 2-27 0,0 0-28 15,0 0-24-15,0 0-10 0,0 0-21 0,0 0-15 0,-5 10-15 16,1 0-9-16,3 0-14 0,-4 2-1 0,1 4-12 16,3 2-6-16,-3 1-6 0,0-2-9 15,4 1-4-15,-1 0-3 0,-2 1-2 0,3-8-6 16,0 2-3-16,0-3-3 0,3 1-2 0,-3-5 0 15,1 0 6-15,-1 0-6 0,3-3 7 0,-1 2 9 0,1-2 13 16,2-3 8 0,-5 0 5-16,11-2 10 0,-3-1 14 0,-2 0-10 15,4-2 2-15,-2-2-12 0,1-1-4 0,0-1-1 16,3 0 0-16,-3 0-4 0,4-4-3 0,-5 2-12 16,0 3 0-16,0-2-3 0,-1 5 4 0,-2-2-3 15,-1 1-10-15,0 2 5 0,1 0-13 0,-1 0-7 0,-3 4-3 0,2-2-3 16,-3 2-6-16,6-5 6 0,-6 5-16 0,0 0 3 15,9 0-1-15,-9 0-6 0,9 5 3 0,-1-5 14 16,-2 4-19-16,3-1 1 0,-1 0 4 0,3-1 2 16,-1 2-9-16,-1-2 7 0,3 1 7 0,-2-2 1 15,0 1-2-15,3-4 2 0,-1 1 1 0,2-2 6 16,-3 1 0-16,2-2-3 0,4-2 0 0,-2 0-9 16,-1-5 26-16,0 2-15 0,0-3 15 0,-2 0-7 15,-1-5 8-15,1 3 3 0,-2 0 1 0,2-8 2 0,-4 3 1 0,0 1-1 16,1-6-9-16,-3-2 4 0,1 1 0 0,-1-2-7 15,-1 0-12-15,0-1 6 0,0 1-1 0,-2 3 1 16,-2 5-5-16,0 2 2 0,-1 0-6 0,0 4 0 16,0 1 6-16,0 3-8 0,0 1 5 0,-1 2-4 15,1 2-7-15,0-2-2 0,1 3-44 0,-1 3-33 16,0 0 3 0,0 0 4-16,0 0 7 0,-7 14 10 0,-2 2-3 0,1 8 4 15,-1 2 8-15,-3 6 4 0,3 2 9 0,-4 11 2 0,0 0 1 16,7-10 5-16,-1-1 2 0,5 1 6 0,-1-5-1 15,3 3 3-15,3-6 2 0,-1-2 6 0,2-6 9 16,1-3-7-16,-1-2 4 0,2-2 4 0,2-1 2 16,-2-5 15-16,3 1 25 0,0-3 24 0,3-3 3 15,1-1 11-15,-1 0 3 0,5-4 5 0,-7-1 9 16,2 2 6-16,-2-2-2 0,1-3-1 0,-2 0-12 16,0-2-4-16,-1 0-9 0,-2-2-5 0,2-3-8 0,-3 1-9 15,-1 4-10-15,-4-2-2 0,3-1-11 0,-2 1-15 16,-2 3-29-16,-2 0-22 0,-1 2-27 0,0 1-1 15,2-1-44-15,-6 4-31 0,-2 0-18 16,1 3-13-16,-4 0-14 16,0 1-20-16,1 3-22 0,-2-3-26 0,1 6-16 15,4-3-21-15,-1 2-251 0,2 2-585 0,3-4 259 16</inkml:trace>
  <inkml:trace contextRef="#ctx0" brushRef="#br0" timeOffset="77900.92">6640 10749 46 0,'2'-3'257'0,"-2"3"-20"0,0 0-23 15,2-5-25-15,-2 5-19 0,0 0-19 0,0 0-16 0,0 0-15 0,0 0-12 16,0 0-14-16,0 0-8 0,-19 6-8 0,11 4-10 15,2-5-11-15,-2 4-3 0,-1-1-7 0,0 1-6 16,0 1-6-16,1-1-6 0,-3 6 1 0,1-2-7 16,4 0 0-16,1-1-3 0,1 0-4 0,0 5 1 15,0-7-1-15,4 5-3 0,3-3-1 0,-2 1-2 16,3 1 3-16,1 2-1 16,2-7-1-16,1 2 0 0,0 1 1 0,1-5-5 15,0-1 0-15,0 2 0 0,-3-2 3 0,1-2-2 0,-1 1-2 0,-1-1 2 16,-2-1 0-16,0 0-2 0,0-3 4 0,-3 0 0 15,3 5-9-15,-3-5-7 0,0 5-3 0,0-5-19 16,0 0-20-16,-12 3-42 0,1-4-49 0,0 1-72 16,-2-1-125-16,-1-5-363 0,3 4 161 15</inkml:trace>
  <inkml:trace contextRef="#ctx0" brushRef="#br0" timeOffset="78980.52">6959 10447 146 0,'0'-3'303'0,"0"-2"-29"0,0 5-29 0,0-4-28 0,0 4-28 0,0 0-25 15,0 0-16-15,0 0-14 0,0 0-14 0,1 21-16 16,-2-4-10-16,-2 10-2 0,-1 2-16 15,-1 3-10-15,-4 13-6 0,-1 6-3 0,1-5-4 16,1 0-8-16,2-9-3 0,2-4-5 0,-4 1-3 16,3-2-3-16,1 0-4 0,-1-9 1 0,0 1-10 15,4-7-18-15,-3-2-5 0,0-4-17 0,3-1-9 16,-2-2-4-16,2-3 7 0,1 0 3 0,0 2 8 16,0-5 16-16,-2 1 20 0,2-3 7 0,0 0-23 15,0 0-22-15,0 0-2 0,-4-12 9 0,2 7 14 0,1 0 0 0,1-6 0 16,-4 2-2-16,1-1 2 0,-1 1 6 0,0-1 3 15,-1 1-3-15,0-1 2 0,-1 0-1 0,-1 3-2 16,-1-2 1-16,1 2 0 0,-2 1-5 0,-3 0-1 16,1 2 0-16,-2 0 5 0,4-1-5 0,0 3 5 15,1 1 2-15,1-1-1 0,-1 0-2 0,4 2-2 16,4 0-1-16,-9-2-2 16,4 1 0-16,5 1-2 0,0 0 1 15,0 0 2-15,0 0 2 0,0 0 4 0,22 2-2 0,-1-2-3 0,11-2 0 0,4-2-1 16,17 1 3-16,4 0-4 0,1-2 2 0,0-2 1 15,1 1 5-15,1-4 1 0,-3 4-1 16,-4 0 1-16,-11 3-1 0,-5-4 0 0,-1 4 0 16,-4-1 0-16,-10 0 7 0,-6 3-5 0,-2-1 14 15,-3 2 7-15,-2 0 15 0,-2-1 4 0,1-1 3 16,-8 2 4-16,9 0 9 0,-4-1-13 0,-5 1-5 16,6-1-7-16,-6 1-4 0,5 0-4 0,-5 0-2 15,0 0-10-15,0 0 1 0,8 0-5 0,-8 0-5 16,0 0-9-16,0 0-4 0,0 0-2 0,0 0-2 0,4-3 2 15,-4 3-3-15,0 0-1 0,0 0 1 16,0 0 16-16,0 0-17 16,5-2 1-16,-5 2 2 0,0 0-3 0,0 0 6 15,0 0 0-15,0 0-4 0,0 0 3 0,0 0 1 16,0 0 2-16,0 0-1 0,0 0-2 0,0 0 2 16,0 0 1-16,0 0 0 0,0 0-4 0,0 0 8 15,0 0-4-15,0 0-2 0,0 0 4 0,0 0-4 0,0 0 2 0,0 0 1 16,0 0-3-16,0 0 0 0,0 0 0 0,0 0 0 15,0 0 4-15,0 0-6 0,0 0 3 0,0 0-1 16,0 0-2-16,0 0 0 0,0 0-5 0,0 0 16 16,0 0-10-16,0 0-1 0,0 0 1 0,0 0 5 15,0 0 0-15,0 0-4 0,0 0-2 0,0 0 4 16,0 0-2-16,0 0 0 0,0 0-2 0,0 0 2 16,0 0 1-16,0 0 0 0,0 0 4 0,0 0-6 15,0 0 3-15,0 0-3 16,0 0 2-16,0 0 2 0,0 0 3 0,0 0 3 15,0 0 3-15,0 0 10 0,0 0 11 16,0 0-8-16,0 0 11 0,0 0 1 0,0 0 9 0,0 0 4 16,0 0 12-16,0 0 6 0,0 0 2 0,0 0 0 15,0 0 5-15,0 0 2 0,0 0-5 0,0 0-8 16,0 0-6-16,4-2-4 0,-4 2-18 0,0 0-5 16,0 0-2-16,0 0-8 0,0 0-11 0,0 0-13 0,0 0-9 0,0 0-7 15,0 0 2-15,-4 16-2 0,3-8-5 0,1 4 4 0,0-2 10 16,-4 2 0-16,4 2 3 0,-3 2-4 0,2-1-3 15,-1 1 1-15,4 0-4 0,-4-4 10 0,2 1-2 16,0-4 3-16,0 3 4 0,0-4 15 0,0-1-18 16,2-1 5-16,-2-1-2 0,0 0 2 0,0-1-1 15,0-4 0-15,0 8 3 0,0-6 3 0,0-2 5 16,0 0 7-16,-4 3-5 0,4-3-6 0,0 0 0 0,0 0-4 16,0 0-12-16,0 0-14 0,0 0-32 15,0 0-38-15,0 0-54 0,-1-11-65 0,1-2-83 16,-4-3-312-16,4-1-659 0,-6-10 292 0</inkml:trace>
  <inkml:trace contextRef="#ctx0" brushRef="#br0" timeOffset="79118.22">7503 10565 151 0,'-1'-5'279'0,"1"0"-10"16,-2-4-3-16,2 5-8 0,-1 1-14 0,1-2-28 15,0 5-19-15,-2-6-25 0,0 2-14 0,2 4-26 0,0 0-31 0,5-5-25 16,-5 5-34-16,8 0-37 0,0 0-37 0,-2 3-47 15,0-1-48-15,6 1-55 0,-6-1-176 0,6 1-387 16,-2 1 170-16</inkml:trace>
  <inkml:trace contextRef="#ctx0" brushRef="#br0" timeOffset="80420.86">7927 10300 306 0,'0'-10'321'16,"0"5"-5"-16,0-1-20 0,0 0-33 0,0 3-32 15,0 3-31-15,0-5-24 0,0 5-23 0,0 0-17 16,0 0-11-16,-4 22-17 0,3-5-11 0,-3 9-12 0,-1 5-7 16,-2 4-6-16,-1 13-11 0,-2 1-8 0,2 1-5 0,-1-1-3 15,4-2-6-15,2-12-1 0,1-1-2 0,0 0-3 0,2-2-4 0,0-3-2 16,2-1-2-16,-1-10-5 0,0 0-2 0,1-2 1 15,-1-3-3-15,1-3-3 0,-2-2 2 0,0-1 3 16,2-2-2-16,-2-1 4 0,0 1 0 0,0-1 0 16,1 0 21-16,-1-4 17 0,0 0 7 0,0 0-5 15,0 0-16-15,-12-3-4 0,12 3 4 0,-11-5-18 16,1-1 18-16,-1 0-16 0,-2 0-13 0,-3-3-4 16,-2-2-6-16,4 5-4 0,-1-3 1 0,2 5 2 15,3-2 4-15,0 1-7 0,3 2 0 0,1-1-9 16,2 2-12-16,-1 0-18 0,0-1 3 0,5 3-7 15,-4-2 2-15,4 2-5 0,0 0-2 0,13-5-4 16,-3 3-7-16,4-2-11 16,5 3 5-16,5-6 5 0,7 2 2 0,1 0 1 15,0-3 5-15,0 1 1 0,1 1 5 0,-3-2 5 16,0-1 3-16,1 1 6 0,-4-1 3 0,-7 1 15 16,-1 0 17-16,-1 3 25 0,-5-2 32 0,-2 3 27 0,-2-1 20 0,-1 2 12 15,-3-1 16-15,2-1-3 0,-2 1-5 0,-1 1-6 16,-4 3-15-16,5-3-12 0,-5 3-12 0,6-5-14 15,-6 5-3-15,0 0-20 0,0 0-35 16,10 0-18-16,-10 0 1 0,0 0-9 0,1 12 4 0,-1-3 3 16,0 2 7-16,-1 1-6 0,-1 3-2 0,-1 2 0 15,2 1 15-15,-3 0-14 0,0 2 2 0,2-2 2 16,-1 3 6-16,1-3-16 0,0-2-8 16,1-3 5-16,0-3-2 0,1-1 5 0,-2-2 3 0,2-1 3 15,0 1 8-15,0-3 22 16,-1-1 31-16,1-3 8 0,0 0 8 15,0 0 6-15,0 0 12 0,18-10 0 0,-13 6 0 16,4-3-4-16,0-3-4 0,0 0-11 0,1-4-10 16,3-1-9-16,1 0-3 0,0 1-6 0,-1 1-6 0,1 2-1 15,-4 3-2-15,-1-1-8 0,-1 4-6 0,-2 0-5 16,-1-1-8-16,-1 2-15 0,4 2 0 16,-8 2-17-16,10-3-5 0,-10 3-9 0,15 3-8 0,-5-1 5 0,2 2-4 0,-3 3 3 15,1-1 9 1,3 1-21-16,1 2 3 0,0 1 3 0,4 1-10 0,-1-4-11 15,0 4-2-15,2-5-10 0,0 3-9 0,0-6-3 16,-1 4 3-16,-2-2 5 0,-2-3 2 0,-1-1 12 16,1-2 10-16,0-2 1 0,-4 0 11 0,2-3 2 15,-3 0 17-15,0-5 17 0,0 3 19 0,0-4 12 0,-3-4 11 0,2 2 13 0,-3-4 1 16,1-2 1-16,2 2-3 0,-2-7-3 0,1 1 17 16,-1-3-17-16,3 1 0 0,-4-3 6 0,2 3-7 15,-1-1 4-15,0 0 14 0,1 10 11 0,-5 1 8 16,1 3-1-16,1 4-3 0,-2 2-3 0,-1 2-11 15,1 0-11-15,-2 1-17 0,1 0-44 0,-1 4-10 16,0 0-7-16,0 0 4 16,0 0 4-16,0 20-3 0,-3-6 8 0,0 7 4 15,-3 3-2-15,0 6 6 0,1 2 2 0,-1 2-1 16,1 1 6-16,-1 0-7 0,0-1 7 0,1-1 3 16,1-4 1-16,4-2-1 0,0-1 5 0,0-8 0 15,0-1-5-15,0-5-11 0,0-4-5 0,0-2 7 16,0 2 0-16,1-3 7 0,-2-1 6 0,2 2 19 15,-1-4 32-15,0-2 28 0,0 0 25 0,0 0-8 0,0 0-12 0,0 0-4 16,0 0-10-16,-11-10-7 0,7 1-7 0,-1-1-5 16,-1 0-6-16,-3-4-19 0,0-1-9 0,-4 1-5 15,4 2-11-15,1 2 0 0,2 0-1 0,-2 4 4 16,6 0 2-16,-2-2-3 0,0 4-12 0,1-1-7 16,2 2 4-16,0-1-9 0,1 4-14 0,5-5 4 15,4 0-6 1,10 3 11-16,8-4 0 0,5 3-4 0,1 2 5 0,4-2-1 15,-1 2 5-15,15-7 11 0,3 6-8 0,-3 1 2 16,-13-1 12-16,12-3-10 0,-9 1 8 0,-4 1-2 16,-1-2 1-16,-6 1 6 0,-1-2 9 0,-9 4 15 15,-10 1 16-15,4-1 13 0,-5 1 9 0,0 0 1 16,-5 1-5-16,5-1-2 0,-9 1-8 0,8-2-7 16,-8 2-10-16,6 0-9 0,-6 0-6 0,6 2-17 0,-6-2-8 15,3 2-3-15,2 2-3 16,-4 0 10-16,0 1-3 0,1 3 0 0,-1-3-2 0,2 5-2 15,-3 0 1-15,1-3 1 0,1 2 3 0,-2 3 8 16,2-3-29-16,-2 1-24 0,0-1-14 0,2-1-21 16,-2 0-23-16,2-2-17 0,-2 1-23 15,1-2-28-15,-1-1-24 0,0 3-29 0,-1-4-10 16,1-3-8-16,0 0 6 0,0 0-263 0,0 0-552 16,0 0 244-16</inkml:trace>
  <inkml:trace contextRef="#ctx0" brushRef="#br0" timeOffset="80574.92">9320 10579 202 0,'0'-8'304'0,"0"1"-25"0,1 3-20 0,-1 0-27 0,0-2-27 0,3 2-21 15,-3 1-28-15,0 3-37 0,1-4-32 0,-1 4-30 16,0 0-35-16,14 4-40 0,-7-1-46 0,3 2-43 16,0 2-75-16,1-2-108 0,5 3-313 0,-1 0 139 0</inkml:trace>
  <inkml:trace contextRef="#ctx0" brushRef="#br0" timeOffset="80921.37">9730 10624 72 0,'-9'0'182'0,"0"2"-21"0,-1-2-11 0,-3 3-13 0,3 1-13 15,-4 2-17-15,4 0-4 16,-4 6-7-16,-2 0-16 0,2 2-9 0,2 3-9 15,0 0 1-15,-2 5-9 0,5-5-2 16,4 1-2-16,0-2-5 0,2 1 15 0,3-5 6 16,4 0 10-16,0 0 7 0,4-2 7 0,3-2-1 0,1-2 3 15,7-1-5-15,-1 0-2 0,5-3 1 0,-3-2-8 0,3-2 3 0,-5-4 6 16,1-1 7-16,-1 3 12 0,-4-3 13 16,-2-1 18-16,-3-1-22 0,-3 0-5 0,5-4-12 15,-5 1-18-15,-3-4-18 16,1 1-20-16,-2-1 6 0,-2-1-20 0,-3 3 0 0,-1-2 2 15,-1 1-26-15,-1 4-8 0,-3 1-12 16,0 0-1-16,-3 3-6 0,1 0-5 0,-2 2-9 16,-5 1-17-16,1 1-19 0,2 3-24 0,2 0-27 0,-1 4-28 15,2-1-37-15,0 1-22 0,2 4-247 16,5-3-496-16,2-1 220 0</inkml:trace>
  <inkml:trace contextRef="#ctx0" brushRef="#br0" timeOffset="81237.64">9999 10672 49 0,'0'0'226'0,"0"0"-28"16,0 0-18-16,0 0-20 0,7 5-15 16,-7-5-17-16,0 8-5 0,-1-1-15 0,0 0-10 15,-3 4-10-15,0 2-9 0,0 2-4 0,3-4-12 16,-3 2-3-16,0-2-7 0,3 0-5 0,0-2-4 0,-2-1-1 15,2-2-1-15,-2-2 26 0,3 0 52 0,0-4 45 0,4 7 40 16,-4-7 17-16,0 0 3 0,14-3-10 16,-2-4-5-16,3 0-7 0,3-1-11 0,0-1-13 15,-2-1-9-15,4-1-11 0,0 3-14 0,0 0-16 0,-2 3-13 16,4-3-12-16,-3 3-18 0,-1 2-12 0,5 5-18 16,-3-2-17-16,1 3-29 0,1 3-38 0,3 0-49 15,-2 2-55 1,-5 1-59-16,1 3-65 0,4 1-98 0,-7-4-324 15,-1 0-734-15,-5-2 325 0</inkml:trace>
  <inkml:trace contextRef="#ctx0" brushRef="#br0" timeOffset="81985.7">12523 10527 164 0,'0'0'365'0,"3"-5"-24"0,-3 2-26 0,0 3-30 16,3-5-27-16,-3 5-21 0,2-3-35 0,-2 3-21 16,0 0-23-16,0 0-31 0,0 0-34 0,0 0-12 0,0 0-11 0,0 0-8 0,4 18-6 15,-4-7-8-15,1 0-1 0,-1 2-12 0,0 3-2 16,3 1-3-16,-3 0-2 0,1 2-4 15,-1-1-1-15,1-1-3 0,-1 1-5 0,3-3 3 0,-3 1-5 16,0-4 1-16,0-2-4 0,0-2 1 0,1 1-2 16,-2-3-1-16,2 0 0 0,2-1 1 0,-3 1 0 15,0-4 3 1,0 2-2-16,0-4 4 0,1 5-3 0,-1-5 1 16,0 0-1-16,0 0-1 0,-1 6 1 0,1-6 1 15,0 0-8-15,0 0-24 0,0 0-22 0,-3 2-26 16,3-2-25-16,0 0-25 0,0 0-23 0,0 0-26 15,0 0-24-15,0 0-255 0,-5-12-483 0,5 2 213 16</inkml:trace>
  <inkml:trace contextRef="#ctx0" brushRef="#br0" timeOffset="82391.59">12716 10324 167 0,'-3'-8'235'0,"-3"2"-23"16,0 1-17-16,0-3-20 0,1 5-16 0,-2-1-17 16,-1 3-17-16,-3 0-9 0,0 2-18 0,-3 2-8 15,-7 4-8-15,2 3-11 0,-5 4-4 0,-3 2-4 16,0 5-8-16,0 3-1 0,-9 10-2 0,1 2 0 16,4 0-2-16,-1 3-4 0,10-8-4 0,-3 9-4 15,8-7-5-15,2-1-2 0,1 2-5 0,5-3 1 16,4 6 2-16,-2-8-5 0,6-1-4 0,2 1 2 0,6-2 35 0,5-2 21 15,6-1 17-15,5-5 15 0,7 0-2 16,2-5 4-16,6-3-8 0,14-2 2 0,3-5-1 0,0-3-2 16,1-6-2-16,-3-3 6 0,-2-3 16 0,-13 1 1 15,11-7 11-15,-16 2-3 0,2-3 15 0,-6-4 5 16,-1 2-8-16,-4-7-11 0,-2-2-11 0,1-14-19 16,-6 0-19-16,-11 6-14 15,-2-9-13-15,-5 12-15 0,-7-13-13 0,-6 2-2 0,-4 13-7 16,-4 2-5-16,0 2-3 0,-6 2-11 0,-4 4-14 15,-1 3-25-15,-14 0-35 0,10 11-32 0,-1 6-36 16,-2 2-33-16,-15 9-56 0,5 1-62 0,13 2-74 16,4 5-305-16,2-3-727 0,15-1 322 0</inkml:trace>
  <inkml:trace contextRef="#ctx0" brushRef="#br0" timeOffset="83359.73">14249 10853 18 0,'0'0'259'0,"-5"0"-18"0,5 0-25 0,-2-7-18 0,4 3-22 15,1-2-17-15,6-2-15 0,-4-1-10 0,7-5-11 0,-1-3-10 16,10-4 0-16,-3-3-2 0,0-1 1 0,1 0 1 16,0 0-1-1,-2 0 2-15,-1-1-25 0,0-4-4 0,0 3-5 16,-2-4-9-16,0-1-1 0,-1-1 0 0,-2-1-3 15,-2-1-10-15,3-11-1 0,-7 14-1 0,0-2-5 16,-4 2-5-16,2 5-4 0,-3 3-6 0,0 8-1 16,-3 0-6-16,2 5 0 0,-4 1-8 0,4 3-5 15,-3 2-13-15,0 1-8 0,-1 4-5 0,5 0-5 16,-19 9 7-16,6 5-5 0,-5 8 2 0,3 1-2 16,0 6 2-16,3 4-1 0,-3 13 2 0,3-1 4 15,3 1 0-15,4 0 2 0,4-12 2 0,2 3 0 16,3-3 3-16,2-1 0 0,7 2 3 0,1-9-3 0,4-2 5 0,2 1-3 15,6-7 3-15,-3-3 14 0,0-3 7 0,-4-3 7 16,3-6 6-16,-3 2 17 0,0-3 21 0,-6-2 10 16,1-4 23-16,0-1 8 0,-4 1-2 0,1-4-11 15,-2 1-8-15,-1-3-18 0,-2 2-6 0,-3-2 0 16,0-1-14-16,-2 0-9 0,-1 0-9 0,-1-1-24 16,1 1-22-16,-4 1-29 15,0-1-19-15,-1 2-17 0,2-1-1 0,-1 2-36 16,-2 1-23-16,5 3-28 0,-4-2-35 0,4 2-42 15,-2 0-36-15,3 4-2 0,0 0-228 0,4-4-541 0,1 2 239 16</inkml:trace>
  <inkml:trace contextRef="#ctx0" brushRef="#br0" timeOffset="83813.34">15029 10636 104 0,'0'0'232'0,"0"0"-2"16,0 0-2-16,0 0-8 0,0 0-10 0,0 0-15 16,0 0-26-16,0 0-20 0,11-10-11 0,-1 7-15 0,-1-3-7 15,7-1-16-15,-2-3-12 0,5 0-10 0,7-2-6 16,-8 1-6-16,1 1-3 0,2-5-4 0,-3 1-5 0,-2 2-3 16,-1 1 1-1,1-1 0-15,-3-1 3 0,-2 2 11 0,-3 3-6 16,1 2-5-16,-3-2-1 0,-3 3-2 0,1 0-11 15,-2 0-5-15,-2 2-5 0,0 3-7 0,-8-2-4 16,8 2-4-16,-18 3-2 0,3 5 0 0,-9 3-9 16,-2 2 5-16,2 3-3 0,-3-1-1 0,0 3-2 15,3 3 0-15,2-2-1 0,2 5-3 0,1-2-1 16,5 0 1-16,0 2-1 0,6 0 0 0,3-6 6 16,2 0 0-16,6 3 1 0,3-6 7 0,5 2-6 0,5-5 5 15,8 1 0-15,4-4-3 0,6-1 4 16,0-3-2-16,2-3 0 0,2-2-3 0,13-2 0 0,3-3 4 0,-4-3-3 15,-9 1 0-15,-3 2 0 0,-1-4-2 0,-7 4 3 16,-4 0 5-16,-7-2 12 0,-2 2 19 0,-8 2 12 16,3 0-5-16,-3-1-5 0,-4 0-10 0,1 1-19 15,-3 2-26-15,-3-4-26 0,0-1-28 0,0 6-28 16,-8-4-29-16,2 2-40 0,-6 0-39 0,2-1-47 0,1-3-256 16,-3 5-540-1,2-4 239-15</inkml:trace>
  <inkml:trace contextRef="#ctx0" brushRef="#br0" timeOffset="84528.71">15928 10505 48 0,'0'0'216'16,"0"0"-30"-16,0 0-22 0,0 0-15 0,16-3-13 16,-7 1-13-16,1-3-16 0,5 3-3 0,-3-1-11 0,6-3-14 0,1 0-7 15,2 1-5-15,-3-1-10 0,1 0-6 0,-2 0 0 16,0-2-2-16,-5 3 3 0,3-4 14 16,-3 3 1-1,-2-1 11-15,-1-1 8 0,-1 3 3 0,-3-1-2 0,-1 0-7 16,0 2-5-16,-1-2-9 0,-2 2-8 0,-1-1-9 15,0 1-9-15,0 4-5 0,-8-3-2 0,1 3-5 16,-3 3 0-16,-3-3-6 0,2 5-4 0,-4 1-5 0,-4 2 0 16,0 2 1-16,0 1-3 0,-4 5-4 15,0 0 0-15,2 0-2 0,1 0 0 0,0 3-1 16,4 2-2-16,-2-1 0 0,4 4 1 0,6-6-1 16,0-2 1-16,5 2-2 0,3-1 8 0,3-1-2 15,8 1-1-15,10 2 0 0,6-4 4 0,5-1-1 0,3-7-4 16,20 1 1-16,3-3-1 0,3-5-3 0,31-3-1 0,-28-2 1 15,28-3-3-15,-32 2 4 0,3-4 5 0,1 1-6 16,-7-8 1-16,-6 6-5 0,-16 2 7 0,-5 0 16 0,-3-5 15 16,-8 6 10-16,-5-4 11 0,-1 0-1 15,-4-3-4-15,-4 0-5 0,0-1-4 0,-5 5-10 16,-1-2-6-16,-7-2-3 0,3 5-4 0,-9-2-7 16,0 3 0-1,-4 4-3-15,-1 0 0 0,-1 2-1 0,-2 2-7 0,-7 3 3 16,7 2-2-16,-4 1-7 0,6 3 0 0,-2-1 2 15,5 3-4-15,2-1-4 0,2 3-4 0,3-2-1 16,1 0 2-16,5 2-1 0,3-4 6 0,2 5-1 16,4-5 5-16,3 1 1 0,7 2 4 0,3-4-1 0,9 2 7 15,0-4-8-15,4-1-1 0,-3-1 0 0,0-5-3 16,0 1 12-16,-8 0-11 0,1-2 3 0,-2 0 0 0,-9-1 9 16,3 2-5-16,-3-5 0 0,-2 2-1 0,1 0 6 15,-5-1-1-15,0-3 0 0,-2 1-6 0,-2-4-1 16,-1 4-5-16,-2-4 2 0,-2 1-11 0,1 3-9 15,-3-2 0-15,-1 1-9 0,-4 3-6 0,1-2-10 16,2 1-12-16,-3 4-12 0,1-2-15 0,-2 3-12 16,3 0-31-16,-1 2-20 0,0 2-33 0,3-2-42 0,0 0-151 0,4 2-407 15,4-2 180-15</inkml:trace>
  <inkml:trace contextRef="#ctx0" brushRef="#br0" timeOffset="85084.43">17061 10423 242 0,'0'0'329'16,"0"0"-25"-16,5-5-36 0,-5 5-28 0,0 0-30 16,4-3-23-16,-4 3-23 0,0 0-17 15,0 0-11-15,0 0-21 0,0 14-13 0,-2-8-10 16,0 3-13-16,0 3-7 0,-1-1-7 0,-1 0-5 0,-2 4-5 0,1-1-5 15,-3 3-3-15,3-1-5 0,1-1-7 0,2-3-1 16,-2-2-6 0,0-2-3-16,1-3 0 0,2 2 3 0,-1-3 1 0,-1 0-2 0,3-2 24 15,0-2 37-15,0 5 17 0,0-5-5 0,0 0-6 16,0 0-11-16,13-7-15 0,-6-1 15 0,0 1-15 16,2-1-4-16,2 0-7 0,0-5-2 15,2 1-3-15,0-2-11 0,4 3 1 0,-4-3-7 16,1 2-3-16,-3 2-4 0,0 0-3 0,-1 4-7 15,-1-2 12-15,-4 4-16 0,-1-1-5 0,2 1 2 16,-2 2-9-16,0 0-5 0,-1-1 1 0,-3 3-6 16,8 0 0-16,-8 0 0 0,7 5 0 0,-4 0 0 15,2 0-4-15,-2 0 3 0,1 3-1 0,0 1 0 16,-2 0 4-16,1 2-11 0,-1 0-2 0,0-1-1 0,-2 0-2 0,2 0 2 16,-2-3 0-16,3 0 0 0,-3-3 7 0,1 0 1 15,0 0 6-15,-1 2 7 0,0-6 36 0,0 4 33 16,0-4 15-16,0 0-8 0,0 0-2 0,0 0-7 15,18-10-5-15,-14 5-3 0,5 0 1 0,1-3-4 16,-1 2-5-16,0-4-6 0,4 2 7 0,0-3-18 16,-1 1-2-16,1-1-7 0,0 1 1 0,-2 2-4 0,0 1 0 0,-1 0-9 31,-1 1-17-31,1 1-26 0,3 1-40 0,-2-1-40 16,2 2-36-16,-1 1-43 0,0 0-46 0,2 4-51 15,3-4-47-15,-3 4-306 0,-1 0-690 0,-3-1 306 0</inkml:trace>
  <inkml:trace contextRef="#ctx0" brushRef="#br0" timeOffset="85599.37">17641 10493 13 0,'0'0'261'16,"0"0"-18"-16,0 0-19 0,0 0-20 0,0 0-24 15,0 0-17-15,18-3-19 0,-5 1-15 0,1-1-8 16,5 1-12-16,0-3-14 0,9 0-10 0,-1-1-9 0,1-1-7 15,-2-1-2-15,3 2-12 0,-7-1-2 0,4-3-6 0,-1-1 3 16,-7 3 3-16,1-1 3 0,-4-1 3 16,1 0 6-16,-6 1 5 0,0 1 1 0,-1-1 7 15,-1 2 5-15,-3-1-6 0,0 2-5 0,-2 0-9 16,-2 1-10-16,-1 0-8 0,-1 1-9 0,-3 1-10 0,-2 2-2 16,-2 1-10-1,-4 0 0-15,1 4 0 0,-2 0-4 0,-5 4 1 0,1 0-5 16,-2 1-2-16,5 3 2 0,-4 2-6 0,3-1 0 15,0 3 3-15,2-1-6 0,0 1 4 0,4 2 0 16,1-3 3-16,1 1-3 0,2 0 3 0,4-3-2 16,-1 4 3-16,4-5 0 0,1 0 1 0,4-2 2 15,-1-1 16-15,3 1-7 0,4-5 7 0,-3 2 11 16,3-2 7-16,5-2 13 0,-2-3 13 0,2 0 2 0,1 0 12 16,-1-3 14-16,4-3-6 0,-3-2 6 0,2 0 2 15,4-3 1-15,1-2 4 0,-1-3-13 0,-1 2-7 16,0-4-3-16,0-2-3 0,-1 1 1 0,-3-2-4 15,1 1-2-15,-1 0 2 0,1-2-11 0,-5 1 3 16,-2 7-5-16,-1 1-3 0,-1 1 2 0,-5 4-7 16,0 0-11-16,-2 3-3 15,-1 1-14-15,0 1-12 0,-1 1-9 0,4 2-15 16,-7 0-2-16,7 9-11 0,1 0-4 0,-2 1-5 16,3 5-10-16,-4 1-20 0,3 1-20 0,-3 1-33 15,-1 0-57-15,2 2-50 0,-3-2-82 0,-2-1-102 0,-1-5-264 0,3-3-727 16,-3 1 322-16</inkml:trace>
  <inkml:trace contextRef="#ctx0" brushRef="#br0" timeOffset="91614.23">4799 13277 204 0,'0'0'253'0,"0"0"-8"0,-9 0-8 15,9 0-15-15,0 0-12 0,0 0-17 0,0 0-12 0,0 0-17 0,0 0-15 16,0 0-15-16,0 0-14 0,0 0-12 0,0 0-12 16,0 0-10-1,0 0-8-15,0 0-10 0,0 0-20 0,28-1-27 0,-11 1-24 16,3-1-44-16,1 2-45 0,1-2-41 0,7-2-42 15,-1 4-220-15,-5-2-427 0,-1 0 189 0</inkml:trace>
  <inkml:trace contextRef="#ctx0" brushRef="#br0" timeOffset="91775.39">4762 13568 50 0,'-13'8'161'16,"4"-1"-8"-16,-1-2-9 0,5 4-9 0,-3-6-5 15,3 1-20-15,4-1-11 0,-3-1 8 0,4-2 9 0,0 0-4 0,9 3-11 16,2-3 1-16,2-1-20 0,9-1-27 0,-5-3-40 16,3 1-52-16,8-2-54 0,-1-3-167 15,-10 4-279-15,2-7 124 0</inkml:trace>
  <inkml:trace contextRef="#ctx0" brushRef="#br0" timeOffset="92291.9">4965 13165 235 0,'-5'-10'319'0,"1"0"-9"0,3 2-17 0,-3 1-26 15,0 4-27-15,3-3-29 0,1 1-24 0,-3 3-22 16,2-1-21-16,1 3-33 0,0 0-14 0,0 0-7 16,0 0-14-16,0 0-6 0,0 19-5 0,4-9-9 0,-4 2-5 0,5 5-4 15,0 0-7-15,3 2 0 0,1-2-7 0,0 0-2 16,6 7-3-16,2-4-6 0,1-1-1 0,-6-6-11 15,6 1-5-15,-2-2-3 0,1-3-4 0,0 1-1 16,1-4-3-16,1 0-1 0,-6-3 2 0,-4-3 2 16,2 2 1-16,1-2 2 0,-4 0 9 0,-1 0 10 15,-7 0 15-15,12-5 7 0,-11 3 8 0,4-2 5 0,-1 1 18 0,-4 0-2 16,4 1 1-16,-4 2-9 0,3-4-10 0,-3 4-10 31,2-4-7-31,-2 4-9 0,0 0-17 0,0 0 4 0,-9 16-8 16,0-2-6-16,-5 7 3 0,-4 5-4 0,-4 2 4 15,3 3-5-15,-8 12 1 0,0-1-4 0,7-12 1 16,-8 13-1-16,4 0 1 0,2 0 1 0,-2-2 1 16,6-9-1-16,1-2 1 0,1-1 2 0,4-3 6 15,-2 0-1-15,6-9-8 0,2-2 4 0,-1 0 1 16,4-5-1-16,0-3 0 0,-1-1 6 0,2-1 5 0,-1-2 36 16,2 1 38-16,0 0 33 0,1-4 24 0,-2 4 20 15,2-4 10-15,0 0 4 0,0 0-8 16,-3 2-11-16,3-2-13 0,0 0-17 0,0 0-12 15,0 0-11-15,0 0-10 0,0 0-21 0,0 0-32 0,0 0-25 0,0 0-52 16,0 0-32-16,0 0-59 0,3-14-65 0,3 9-58 16,4-2-64-16,2-3-75 0,1 0-353 0,6 0-803 15,4-6 356-15</inkml:trace>
  <inkml:trace contextRef="#ctx0" brushRef="#br0" timeOffset="92812.55">6672 12927 30 0,'0'-7'312'0,"-1"-5"-7"16,5 3-6-16,-4-1-1 0,0 0-10 0,1 3-13 16,-1 0-11-16,0 1-8 0,1 0-25 0,2 1-24 15,-3 2-10-15,0 0-40 0,1-1-14 0,-1 4-25 16,0 0-33-16,0 0-18 0,0 0-10 0,0 0-9 16,-1 14-5-16,2 3 5 0,-2 2-17 0,1 10-2 15,0 3-8-15,0 3 7 0,0 12 2 0,0-11-3 16,0 13 0-16,0-15-5 0,0 0-1 0,0-3-7 15,0-3 1-15,0 0-5 0,0-7 9 0,1-4-2 0,2-4-6 0,-2-2 2 16,-1 2-6-16,0-4 7 0,1-2-27 0,-1 1-11 16,3-3-9-16,-3-1-24 0,0 1-15 0,0-2-19 15,0-3-35-15,0 8-44 0,-4-7-26 0,4-1-66 16,-4 3-245-16,4-3-549 0,0 0 243 0</inkml:trace>
  <inkml:trace contextRef="#ctx0" brushRef="#br0" timeOffset="93377.37">6076 13667 80 0,'-7'1'203'0,"2"1"-9"16,1 0-10-16,4-2-14 0,-10 0-13 0,10 0-19 15,0 0-10 1,-5 1-15-16,5-1-12 0,0 0-9 0,-8 0-7 16,8 0-10-16,0 0-6 0,0 0 3 0,0 0-9 15,0 0-1-15,0 0 1 0,0 0-6 0,-5 2-4 0,5-2-6 0,0 0-7 16,0 0-2-16,0 0-7 0,0 0-1 0,0 0-4 15,0 0-3-15,0 0-4 0,0 0-4 0,0 0 1 16,-3 3-1-16,3-3-6 0,0 0-2 0,0 0 4 16,0 0-4-16,0 0 0 0,0 0-4 0,0 0 2 15,0 0-1-15,0 0 1 0,-6 1 0 0,6-1-4 16,0 0 1-16,-4 3 1 0,4-3 0 0,0 0-3 16,0 0-1-16,-1 2 2 0,1-2 0 0,0 0-2 15,0 0 3-15,0 0-2 0,0 0-1 0,0 0-3 16,0 0 9-16,18 3 10 0,1-3 1 0,18-3 2 15,19 2-2-15,7-3-1 0,33-3 1 0,6 0-4 0,4 0 2 0,5-3 12 16,10 0 4-16,10-1 7 0,-2 0 13 16,0 1 1-16,-1 1 13 0,-8-1 3 0,-6 3 1 15,-12-5 2-15,-2 6 0 0,-11-5-1 0,-30 7-1 16,-9 1-11-16,-16-2 0 0,-3 3-2 0,-8-1 7 0,-5 2-3 31,-5 0-5-31,-3-1-4 0,-4 2-2 0,2-1-20 0,-3 0 7 16,-1 0-12-16,-4 1-27 0,0 0-33 0,0 0-30 15,0 0-41-15,-36 6-45 0,4-2-65 0,0 1-72 16,-6-1-206-16,1 0-538 0,1-3 238 0</inkml:trace>
  <inkml:trace contextRef="#ctx0" brushRef="#br0" timeOffset="93894">6452 14021 92 0,'0'-5'324'0,"0"1"-18"0,0 4-12 16,-2-6-20-16,2 6-20 0,0 0-30 0,2-5-24 15,-2 5-15-15,0-2-39 0,0 2-17 0,0 0-28 16,0 0-20-16,0 0-7 0,0 0-9 0,3 19-8 15,-3-7 12-15,1 5-5 0,2 0-8 0,-3 9-4 0,0 3-5 0,0-2-9 32,0 1-2-32,0-1-3 0,0-2-7 0,0 3-1 0,-3-3-3 15,3-5-6-15,0-3 0 0,0 1-3 0,0-1 2 16,0-4-2-16,0-1 0 0,0-2-3 16,3-3 4-16,-3 2-1 0,-3-4-1 0,3 1-1 0,0-1 1 15,-1-3-1-15,1-2 3 0,1 5 3 0,2-2 3 0,-3-3 11 16,1 4 7-16,-1-4 1 0,0 0-4 15,0 0 0-15,0 0-3 0,-1 5-4 0,1-5-11 16,0 0-30-16,0 0-32 0,0 0-26 0,0 0-41 16,0 0-152-16,0 0-277 0,-9-14-586 0,9 10 260 0</inkml:trace>
  <inkml:trace contextRef="#ctx0" brushRef="#br0" timeOffset="94479.61">6832 14262 92 0,'0'0'200'0,"-8"3"-8"0,8-3-9 15,0 0-14-15,-6 2-19 0,6-2-13 0,0 0-13 16,0 0-7-16,-6 1 4 0,6-1-4 0,0 0-2 16,0 0-5-16,0 0-8 0,0 0-1 0,0 0-5 0,0 0 1 0,0 0-5 15,-7 1-6-15,7-1-5 0,0 0-3 0,0 0-4 16,0 0-5-16,0 0-1 0,0 0-7 16,0 0-4-16,0 0-7 0,0 0-5 0,0 0-7 15,0 0-1-15,0 0-6 0,0 0-2 0,0 0 0 0,0 0-7 16,0 0-2-16,0 0-3 0,0 0 1 0,0 0-5 15,0 0 2-15,0 0 0 0,0 0-3 0,0 0-2 0,0 0-1 16,0 0 5-16,0 0 4 0,0 0 1 0,0 0-3 16,0 0 0-16,0 0 1 0,0 0-1 0,0 0-3 15,0 0-3-15,0 0 4 0,0 0-3 0,0 0-6 16,0 0-1-16,0 0 1 0,0 0 1 0,0 0-1 16,0 0-1-1,0 0-1-15,0 0 0 0,0 0-2 0,0 0 4 0,0 0-1 16,0 0 0-16,0 0 2 0,0 0-1 0,0 0 2 15,21 1 5-15,-8-1 1 0,8-1 2 0,7 0 2 16,3-4 0-16,2 4-9 0,4-1 1 0,-2-3-1 16,4 4 4-16,-3-1-4 0,0 0 2 0,-4-2-1 15,-9 2 0-15,-4-1 5 0,0 2 0 0,-6-1 4 16,-2 2 1-16,-3-2 6 0,0 2-8 0,-2-2-6 16,-1 1 0-16,-5 1-14 0,9-2-28 0,-5 1-33 0,-4 1-29 0,0 0-23 15,0 0-52-15,0 0-49 0,0 0-59 0,0 0-197 16,0 0-513-16,-23 1 226 0</inkml:trace>
  <inkml:trace contextRef="#ctx0" brushRef="#br0" timeOffset="95071.1">7360 14108 133 0,'0'0'275'15,"0"0"-30"-15,0 0-24 0,0 0-27 0,0 0-24 16,0 0-20-16,0 0-19 0,0 0-12 0,0 0-15 16,2 20-13-16,1-11-4 0,-6 1-15 0,7 2-6 15,-4 2-7-15,0 2-6 0,-1 1-4 0,1-1-7 16,-3 2-6-16,1-3-2 0,2 3 0 0,0-2-6 15,-3-4-1 1,3-1-2-16,0-2-6 0,-1 0 0 0,1-1 3 0,-1-1 1 16,1-2-8-16,0-1 3 0,1 0 7 0,-2 0 43 15,1-4 49-15,1 6 49 0,-1-6 43 0,0 0 21 16,0 0 8-16,0 0-7 0,0 0-21 0,0 0-20 16,14-14-18-16,-9 5-18 0,3-2-23 0,0 2-6 15,2-7-11-15,3 1-11 0,3-7-12 0,-4 5-9 0,-1 1-10 16,1 2-7-16,-2 1-5 0,-4 2-7 0,2 3-15 15,-3-1 1-15,0 5-4 0,-1 0-7 0,-1-1-7 16,0 2-10-16,0 1-23 0,-3 2-18 0,6 0-22 16,-6 0 8-16,7 5 1 0,-4 2 5 0,4 0-2 0,-4 3 1 15,4 0 0-15,-3 2 5 0,1 0 9 16,0-2-2-16,-1 3 5 0,0-2-3 0,0 1 6 16,-2 0 5-16,3-3 1 0,2-1 2 0,-6 0 3 0,3-2 0 0,-3-1-2 15,2 1 4-15,-2-2 0 0,-1-2 7 0,3 1-2 16,-3-3 5-16,1 7 13 0,-1-7-11 0,1 2 2 15,-1-2 2-15,0 0 0 0,0 0 2 0,0 3-2 16,0-3-7-16,0 0 13 0,0 0 7 0,0 0-7 16,0 0 0-16,5 2-1 0,-5-2-17 0,0 0-38 15,0 0-68 1,0 0-55-16,3-11-41 0,-3 5-49 0,0 1-67 0,1-4-88 16,-1 0-216-16,1-2-676 0,2-1 299 0</inkml:trace>
  <inkml:trace contextRef="#ctx0" brushRef="#br0" timeOffset="95296.31">7774 13871 219 0,'0'0'239'0,"0"0"-15"0,15 2-8 0,-6 5-9 0,0-2-10 15,8 7-9-15,2 5-12 0,1 2-7 0,1 3-7 16,-3 6-10-16,-1 1-12 0,-2 2-7 15,-3 5-8-15,-1 10-10 16,-5-12-11-16,-6 0-8 0,-3 3-14 0,-3 0-2 16,-7 8-7-16,-7-2-8 0,-7-1-2 0,-4-3-16 15,-2-2-17-15,-7-5-18 0,-3 3-38 0,-3-2-43 16,-6-4-57-16,-6-1-51 0,-25 4-309 0,28-18-527 16,-4-1 233-16</inkml:trace>
  <inkml:trace contextRef="#ctx0" brushRef="#br0" timeOffset="95734.67">6153 13764 199 0,'0'0'243'0,"0"0"-28"16,0 0-23-16,0 0-19 0,-15 22-13 0,5 0-16 16,-5 7-13-16,1 5-9 0,-8 12-10 0,-1 6 6 15,2 3-4-15,2 1-12 0,5 1-12 0,0-3-8 16,5-1-8-16,4-2-6 0,6-1-4 0,6-4-7 16,3 2 11-16,5-16 4 0,8-2 5 0,13 5 4 15,8-4-10-15,3-9-3 0,4-7-17 0,8-1-46 16,-3-7-72-16,8-4-115 0,-4-1-269 0,0-6-488 15,1-3 215 1</inkml:trace>
  <inkml:trace contextRef="#ctx0" brushRef="#br0" timeOffset="97015.54">7398 13970 102 0,'0'0'182'0,"0"0"-19"0,0 0-13 0,0 0-17 16,0 0-15-16,0 0-19 0,0 0-10 0,0 0-7 15,0 0-12-15,0 0-2 0,0 0-5 0,0 12-3 16,0-4-4-16,0 2-5 0,0 2 0 0,0 0-7 16,0 4 0-16,0 3-3 0,0 6-4 0,-1-6 1 15,-1 1-1-15,1-1-8 0,1 2 5 0,-1 3 11 16,-1-5-8-16,2 0-2 0,-3 0-4 0,6 0-3 16,-3-2-3-16,0-1-1 15,0 0-1-15,0-4-1 0,0-2-4 0,0 1-2 16,0-4 1-16,0 0-6 0,0 0 4 0,2-1-2 15,-2-2-2-15,0 2 1 0,1-3 2 0,-1 0 9 16,0-3 12-16,1 3 6 0,-1 2 1 0,0-5 9 16,2 4 1-16,-2-4 2 0,0 0 2 0,0 0-2 15,0 0-3-15,0 0 1 0,0 4-2 0,0-4 4 16,0 0 7-16,0 0 6 0,0 0 8 0,0 0 13 0,0 0 8 0,0 0 11 16,0 0 16-16,0 0 9 0,0 0-8 0,0 0 20 0,0 0-6 15,0 0-14-15,5-13-14 0,-2 10-13 0,0-2-5 16,0-2-10-16,5-1-9 0,-1-4-8 0,2-2-10 15,1-2-4-15,2 1-5 0,-3-4-10 0,1 2-2 16,4-5 6-16,-1 0-13 0,-2 5-6 0,2 0 0 16,-4 0 0-16,4 1-3 0,-7 2-10 0,3 1 7 15,-1 4 1-15,-3 1-3 0,0 1-3 0,0 2 0 0,-1 2-19 16,0-2 13-16,-4 1-6 0,4 1-2 16,-3 0-6-16,-1 3 2 0,5-2-12 0,-5 2 2 15,0 0-8-15,0 0-21 0,9 8 18 0,-5-2-1 16,-2 2 1-16,2 2 15 0,-1 0-8 0,2 6 0 0,0-1 4 15,-1 2-4 1,2 0 5-16,-2-3 12 0,-1 3-8 0,1 3-8 16,-2-4 3-16,1 1 2 0,0 0 4 0,-1 0-1 15,0-1 1-15,0-4 16 0,0-1-17 0,-2 3 3 16,0-4 1-16,0 0 6 0,0-5 7 0,0 4-10 16,0-4 2-16,0-2 10 0,0 3-9 0,0-2-1 15,0-2-1-15,1 1 1 0,-1-3 2 0,0 6-10 0,0-6 17 0,0 5-7 16,0-5 1-16,2 3 5 0,-2-3 0 0,0 0 0 15,0 0 4-15,0 0 1 0,0 0-5 0,0 0 1 16,0 0 1-16,-2 4 20 0,2-4-4 0,0 0 18 16,0 0-3-16,0 0 2 0,0 0 1 0,0 0 5 15,0 0-1-15,0 0-4 0,0 0 5 0,0 0-9 16,0 0-9-16,0 0 1 0,0 0-2 0,0 0-5 16,0 0 1-16,0 0 5 15,0 0-14-15,0 0 1 0,0 0-2 0,0 0-1 16,0 0 3-16,0 0 3 0,0 0-20 0,0 0 10 15,0 0-9-15,0 0-7 0,0 0-10 0,0 0-11 16,0 0-19-16,0 0-27 0,0 0-33 0,0 0-31 16,0 0-53-16,0 0-142 0,0 0-385 0,11-13-778 15,-7 8 345-15</inkml:trace>
  <inkml:trace contextRef="#ctx0" brushRef="#br0" timeOffset="98703.57">9316 13370 173 0,'0'-5'231'0,"-4"-2"-15"0,3 2-12 15,0-2-15-15,-2 2-21 0,-3-2-17 0,-3 2-18 16,-3 2-16-16,-2 0-9 0,-4-1-13 0,-3 4-8 0,-6 0-10 0,-2 3-5 16,-1 1-7-16,1 2-3 0,-2 3-6 0,0-1-3 15,2 3-7-15,0 0-4 0,2 1 13 0,0 1-8 16,5 3-2-16,3-6-6 0,5 3-6 0,-3 2-3 16,7-4-3-16,-3 1-2 15,7-3-4-15,2 2-2 0,2-3 3 0,0 2-5 16,6 1 3-16,0-4 1 0,5 1 0 0,1-1 10 0,8-1-2 0,1-2 1 0,4-3-4 0,7 0 0 15,-1-3-1-15,2-2-2 0,1-2-3 16,-1-4 4-16,0-2 13 0,-1-2 5 0,-4-3 13 0,-2 0 11 16,0-5 13-16,-3 0 12 0,1-3-2 0,-4 0 10 15,-4-4 0-15,0-1 10 0,-1-3-19 0,-7-4-6 16,3-10 6-16,-1 0 0 0,1-1-7 0,-5-1-3 16,0 3-1-1,-3-2 12-15,-2 12 11 0,-2 2 15 0,2-1 2 0,-2 1 2 16,3 3 11-16,-4 5-2 0,4 5 1 0,-3 4-6 15,0 4-9-15,3 3-10 0,-1 1-23 16,1 3-4-16,-3 1-16 0,3 0-26 0,0 5-52 16,-4-4-32-16,4 4 3 0,0 0 3 0,-2 20 6 0,-1-1-2 15,-2 8 5-15,0 3 3 0,0 7 5 0,-3 14 0 16,3 0 3-16,1 5 3 0,4-3 4 0,-1-1-5 0,2-2 1 16,4-4 0-16,2-13 10 15,-5 1-1-15,7-2 0 0,-4-5-2 0,2 3 7 16,-2-12-6-16,-1-1 5 0,0-1-1 0,-1-6 0 15,0 0 4-15,-3-3-2 0,1 0-7 0,2-2 20 16,-2-1-2-16,-1 0 6 0,0 0 12 0,0-4 14 16,0 3 6-16,3-1 1 0,-3-2-3 0,0 0 0 15,2 5-5-15,-2-5-1 0,0 0-3 0,0 0-5 16,0 4 1-16,0-4-14 0,0 0-25 0,0 0-37 16,0 0-79-16,0 0-73 0,0 0-66 0,0-14-69 15,3 6-83-15,-3-1-331 0,1 0-808 0,5-3 358 0</inkml:trace>
  <inkml:trace contextRef="#ctx0" brushRef="#br0" timeOffset="99219.71">9642 12927 16 0,'-11'2'216'0,"11"-2"-14"0,-6 4-14 0,5 0-11 16,0-2-12-16,1-2-9 0,-3 10-15 0,5-5-7 0,-1 2-9 15,3 0-4-15,0 2-10 0,1 1-6 0,3 1-6 16,3 0-8-16,0 4-5 0,3-3-3 0,3 0-7 16,-2 0-6-16,-1 0-5 0,4-1-7 0,0-2-4 15,-4 0-1-15,-1 0-7 0,0-3 0 16,-3-1-3-16,0 0-3 0,-3-1-3 0,-2-4 2 0,0 3 1 16,-1 2-1-1,1-3-3-15,-2 0-4 0,-3-2 1 0,4 3-7 16,-1-1-1-16,-3-2 0 0,2 8-5 0,-3-2-1 15,-1-1 2-15,-2 5-3 0,-4 1-2 0,1 3-1 16,-4 2-2-16,-4 6-2 0,2 0 1 0,-6 1-1 0,4 4-6 16,-3-5 3-16,1 3-2 0,-2 0 0 15,3-4-1-15,0 2-2 0,6-6 0 0,-2 0 1 16,2-2 1-16,4-5-5 0,-2 0 4 0,3-1-6 0,2-2 3 0,0-3 5 16,0 1 1-16,0-1 23 0,1 0 22 0,1 0 20 15,1-4 28-15,0 4 20 0,0-4 2 0,0 0 0 16,11-3-12-16,-11 3-4 0,22-5-15 0,-9 1-8 15,6-1-10-15,0-2-4 0,9 1-10 0,-6 0-6 16,5 1-8-16,-8 0 0 0,0 2-8 0,0-2-7 16,-5 4 0-16,4-2-3 15,-6 3-6-15,0-2-3 0,-3 1-6 0,-1 1 3 16,-3 0-2-16,0-2-10 0,-5 2 6 0,9 0-4 16,-9 0-11-16,5-1-19 0,-5 1-29 0,8 0-30 15,-8 0-31-15,0 0-36 0,0 0-31 0,0 0-29 16,0 0-29-16,0 0-77 0,11-1-268 0,-7-2-632 15,0-1 281-15</inkml:trace>
  <inkml:trace contextRef="#ctx0" brushRef="#br0" timeOffset="99596.54">9532 13302 86 0,'-5'2'265'0,"-3"-2"-4"16,2 1-12-16,6-1-11 0,-12 0-10 0,12 0-12 16,-6-1-5-16,6 1-19 0,0 0-10 0,0 0-7 15,19-4-20-15,-1 2-14 0,12 1-15 0,1-3-6 16,8 1-6-16,13-3-5 0,7 2-9 0,1 1 1 15,7-3-8-15,-1-1-2 0,27 2-3 0,-31-3-4 16,-1 3-2-16,-5 1-5 0,-1-1-10 0,-18 2-3 16,-4 1-6-16,-2-2-8 0,-12 1 2 0,-6 0 16 15,1 3 8-15,-5-2 4 0,0 0-4 0,-4 0-7 16,0 1-5-16,-5 1-14 0,9-2-24 0,-9 2-17 0,0 0-60 0,0 0-45 31,0 0-39-31,0 0-36 0,-32 5-44 0,18 2-53 0,0-2-61 0,-3-1-226 16,-1 4-601-16,3-3 266 0</inkml:trace>
  <inkml:trace contextRef="#ctx0" brushRef="#br0" timeOffset="100114.48">9073 13832 112 0,'0'0'189'16,"-5"2"-5"-16,5-2-6 15,0 0-1-15,-4 0-6 0,4 0-11 0,0 0-5 16,0 0-9-16,0 0-9 0,0 0-7 0,0 0-11 15,-6 3-6-15,6-3-6 0,0 0-5 0,0 0 0 16,0 0-15-16,0 0-7 0,0 0-5 0,0 0-6 16,0 0-3-16,0 0-5 0,-2 3-2 0,2-3-1 0,0 0-6 15,0 0-2-15,0 0-2 0,0 0-6 0,0 0 0 16,-7 1 9-16,7-1-10 0,0 0-1 16,-5 1-8-16,5-1 4 0,0 0-2 0,0 0-2 15,0 0 1-15,-4 3-1 0,4-3 0 0,0 0 14 0,0 0 7 0,0 0 1 16,0 0-12-16,13-6-1 0,-2 4-3 0,11-2-5 15,10-4-1-15,19-6-6 0,8 6 2 0,33-6-4 16,0 1-4-16,4 4-3 0,9 1 3 0,-2-4 28 16,-1 4 9-16,-1-6 18 0,-4 7 18 0,-2 0-5 15,-4 0 7-15,-27 3-8 0,-3-2-1 0,-2 1-4 16,-7-2-2-16,-19 5 2 0,-3 0 2 0,-11 1 1 0,-6-1-3 0,-3 0-3 16,0 1-5-1,-4 1-12-15,2-2-8 0,-4 2-39 0,-4 0-38 0,7-2-59 16,-7 2-54-16,0 0-59 0,0 0-54 0,-19 5-82 15,2-1-386-15,-3-1-777 0,0 0 344 0</inkml:trace>
  <inkml:trace contextRef="#ctx0" brushRef="#br0" timeOffset="101068.46">9646 14419 115 0,'0'0'299'16,"-2"-6"-16"-16,1 0-15 0,1 6-34 0,-6-5-27 15,2 1-19-15,-2-1-23 0,-5 2-12 0,-3 1-19 0,2 0-16 16,-10 2-12-16,4 0-12 0,-4 0-12 0,-1 4-6 15,-3-1-11-15,-1 5-8 0,6-2-7 0,-7 5-7 16,4-2-1-16,3 1-8 0,2-1-4 0,1 2-4 0,4 0-2 16,0 1-3-16,1 0-6 0,-1-2-1 0,8 0-1 15,2 1-3-15,-4 0 2 0,7-2 3 0,-4 2-6 16,7-1 3-16,1-1 0 0,0-1 8 0,3 0 14 16,-1 0 3-1,6-3 7-15,1-3-1 0,1 1-1 0,6-3 7 0,0 0 3 16,1-3 5-16,-1-1 24 0,-3-2 18 0,3-4 8 15,-2-1 13-15,1-1 8 0,-2 1-3 0,5-9 6 16,-2 2-7-16,-1-4-6 0,-4-2-3 0,-1-2-2 16,0-1-17-16,-3-3-8 0,0-3-18 0,-1-1-3 15,0-13-1-15,-3-3-7 0,2 2-3 0,-5-3 0 16,0 5-4-16,-1 10 3 0,-1 2 14 0,0 1 7 16,-2 3 9-16,1 11-2 0,-1 2-3 0,1 5-3 15,-2-1-8-15,2 8-14 0,-1-2-14 0,1 2-43 0,0 1-26 0,0 4-6 16,0 0-1-16,-2 12 7 0,2 0 4 0,-2 6 3 15,2 10 0-15,-1 3 1 0,1 3-8 0,0 1 14 16,3 11 2-16,-2-9 1 0,0 0-3 0,3-3 4 16,1 0-24-16,2 1-16 0,-1-3-17 0,3-4-39 15,0-2-18-15,-1 0-22 0,-1-7-27 0,-2-1-24 16,2-1-27 0,-4-6-37-16,3 0-40 0,0-2-44 0,-5-4-262 0,6 0-655 15,-1-2 290-15</inkml:trace>
  <inkml:trace contextRef="#ctx0" brushRef="#br0" timeOffset="101662.58">9892 14173 168 0,'4'-3'236'15,"4"1"-18"-15,-3 0-16 0,7 2-19 0,3 2-14 16,-5 1-20-16,3 1-16 0,1 1-12 0,0 4-13 15,3 2-5-15,-3 5-7 0,-3-2-6 0,1 0-9 16,-5 2-9-16,1 1-2 0,-5 0-8 0,-2 0-7 0,-2 1-6 0,-3 0-2 16,-1 1 0-16,-1-2-4 0,-1-2 4 0,-2 1-3 15,0-2 0-15,0-1-2 0,0 0 4 0,0-5 1 16,0 0 3-16,4 1 1 0,-4-5 9 0,7 1 10 16,-1 0 22-1,-1-1 28-15,-1-1 43 0,4-2 1 0,1-1 47 0,-3 3 23 16,3-3 13-16,0 0 1 0,0 0-17 0,0 0-21 15,-4-9-20-15,11 4-20 0,-2-5-20 0,0-1-16 16,9-1-17-16,4-9-12 0,1-1-14 0,1-2-7 16,2 0-17-16,1-4-15 0,2 1-12 0,0-2-7 15,-3-1-4-15,-2 1-5 0,1 6-1 0,-6-3 0 16,-4 9-2-16,0 0 1 0,-6 6-2 0,3 4 0 16,-2-2-4-16,-2 4-7 0,0 2-3 0,-2-1-20 15,-1 1-17-15,-1 3-2 0,0 0 0 0,0 0 4 0,-9 19 0 0,1-6 6 16,-3 6-2-16,-2 2 2 0,0 4 4 15,1 1-4-15,1 0 6 0,4-3 2 0,-3 3-2 16,6-6 3-16,0 5 6 0,4-7-1 0,4-1-1 0,0 3 6 16,5-5 5-16,1 1 5 0,7-2 5 0,3-4 0 15,8 1 3-15,4-4 3 0,1-1-2 0,4-1 0 16,3-5 17 0,1 0 5-16,-1 0 21 0,-5-2 12 0,-1-1 13 15,-8-2 16-15,-5 3 20 0,-10 0 15 0,3 0 16 0,-2 1 5 0,-3 1-7 0,-3-1-2 16,1 0-4-16,-1 1-7 0,-6 0-11 0,0 0-13 15,9-2-11-15,-9 2-16 0,8 0-5 16,-8 0-26-16,0 0-34 0,5-1-56 0,-5 1-69 16,0 0-76-16,0 0-78 0,5 4-94 0,-5-4-94 15,0 0-115-15,0 0-473 0,0 0-1121 0,0 0 496 16</inkml:trace>
  <inkml:trace contextRef="#ctx0" brushRef="#br0" timeOffset="116677.13">11393 13643 87 0,'-8'-2'141'0,"8"2"-20"0,-6 0-9 15,6 0-6-15,0 0-15 0,-7-1-5 0,7 1-10 0,-6-1-5 0,6 1-1 16,0 0-4-16,0 0-7 0,0 0-2 0,-9 2 3 15,9-2-3-15,-5 0-3 0,5 0 0 0,-7 2-1 16,7-2-1-16,-5 3-1 0,5-3-1 0,-6 2 0 16,6-2-8-16,0 0 6 0,-5 2-11 0,5-2 1 15,0 0 2-15,-3 1-4 0,3-1-4 0,0 0 1 16,0 0 6-16,0 0 10 16,0 0 17-16,9 6 10 0,3-5 5 0,7-1-3 15,12-3 0-15,8 3-6 0,12-6-5 0,8 3-2 0,-1-2-6 16,-1 0 9-16,-1 0-12 0,-1 0-5 0,-5-2-6 0,-12 5-8 15,-2-3 2-15,-4 2-7 0,-4 0 0 0,-8-1 17 16,-4 3-4-16,-3 0-3 0,-3 1-17 0,-4-3-16 16,1 3-24-16,-3 0-26 0,-4 0-53 15,0 0-35-15,0 0-20 0,0 0-20 0,-34 0-27 0,18 3-15 16,-6-3-154-16,3 0-394 0,-2 0 174 0</inkml:trace>
  <inkml:trace contextRef="#ctx0" brushRef="#br0" timeOffset="116908.7">11704 13464 1589 0,'0'-17'152'0,"3"-3"-2"0,-3-1-3 0,1 4-20 16,-1-1 2-16,0 2 9 0,0 0 0 0,0 6 8 16,3-2 0-1,-3 6 18-15,1 0-11 0,-1-1-38 0,0 6-22 0,0-3-17 0,0 4-28 16,0 0-7-16,0 0-6 0,0 22-7 15,-4 3-4-15,3 3 1 0,1 4-6 0,-3 3 4 16,3 13-6-16,3-2 2 0,2 2 0 0,0-2 0 0,2-1-57 16,-1 1-50-16,2 2-67 0,-2-3-108 15,-6-12-277-15,4-5-584 0,-5-11 259 0</inkml:trace>
  <inkml:trace contextRef="#ctx0" brushRef="#br0" timeOffset="117910.81">12747 13193 108 0,'1'-11'247'0,"-1"1"-12"0,0 3-12 0,3 1-12 15,-3-1-20-15,0 3-20 0,0-1-21 0,0 5-19 16,0-6-18-16,0 6-15 0,0 0-11 0,0 13-9 0,-3 4-7 15,0 12-9-15,0 3-7 0,-6 16-8 0,1 2-3 16,3 3-7-16,0 1-6 0,-4-4-3 0,3 1-2 0,1-2-4 16,0-1-2-16,2-1 0 0,2-2-4 0,1-9 2 0,-2-2-9 15,2 0 5-15,2-3-1 0,-2-4-2 16,0 0 0-16,-2-8 1 0,4-4 0 0,-2-1 15 16,0-3 0-1,0-3 0-15,0 0-1 0,0-4 5 0,0 1 11 0,0 0 8 0,0-2 17 16,0-3 18-16,0 0-1 0,0 0-10 15,0 0-32-15,0 0-26 0,-9-17-12 0,5 5-21 16,-1-5-13-16,1-7-22 0,-1-5-29 0,0 2-27 16,5-9-27-16,0-10-20 0,-1 0-23 0,4-8-18 15,-4 2-13-15,5-5-136 0,0-3-372 0,-4 0 166 16</inkml:trace>
  <inkml:trace contextRef="#ctx0" brushRef="#br0" timeOffset="118195.78">12671 13249 668 0,'1'-55'13'0,"-1"20"7"0,1 1 18 0,-3-2 20 15,-1 5 16-15,0 4 15 0,1 2 10 0,-1 6 11 0,1 0 10 0,-2 2 9 16,1 5-2-16,2 0 6 0,0 3-4 0,-1 3-5 15,1-1-11-15,0 3-13 0,1-1-12 0,-4 2-12 16,4 3-20-16,0-6-17 0,0 6-6 0,0 0-6 16,0 0-5-16,0 0-4 0,6 16-2 0,0-4 2 15,1 5 4-15,6 9-2 0,1 1 1 0,0 3 1 16,3 1-1-16,8 10 0 16,-2 0 1-16,-5-12-2 0,0 4-1 0,-1-2 0 15,-3 2-3-15,-4-4-1 0,0 0-3 0,-1 2 0 0,-4-7-1 0,-2-4-3 16,-3-2 3-16,-1-1 3 0,-5 1 1 0,0-2 6 15,-4-1 3-15,0-2 4 0,-3-1-3 0,-4 0-3 16,2 0-1-16,-2-2 1 0,2-1 1 0,-2-1-6 16,-1-1-1-16,2 1 0 0,2-4-2 15,1 1-14-15,0 0-24 0,4-2-23 0,2-2-31 16,-4 2-35-16,5-1-43 0,3 0-33 0,3-2-228 0,0 0-452 16,0 0 200-16</inkml:trace>
  <inkml:trace contextRef="#ctx0" brushRef="#br0" timeOffset="118781.38">13348 13155 44 0,'-3'-5'285'0,"-2"2"-18"0,4 0-24 16,-2 1-28-16,3 2-19 0,0 0-24 0,-4-7-20 16,4 4-17-16,0 3-14 0,0 0-11 0,0 0-14 15,0 0-6-15,0 0-15 0,0 0-4 0,16 11-10 16,-11-7-6-16,3 1-7 0,4 2-4 0,1 0-4 16,1 1 5-16,4 4-6 0,0-2-7 0,-3 2-2 15,8 2-1-15,-6-2-5 0,-1 1-1 0,5 6-1 0,-10-5-5 0,2 0-3 16,-3-1-2-16,1 2-1 0,-4-1 0 0,0 1 1 15,-2 1-4-15,-4-3-2 0,0 2-4 16,-1 2 4-16,-1-4-6 0,-3 2 3 0,-5 1 5 16,2 0-3-16,-4 0 2 0,0 1-1 0,-2-2-2 0,-7 4 2 15,0-2 1-15,5-2 0 0,0-2-4 0,-2 0 3 16,3 1-3-16,-1-2 5 16,2 1-2-16,-1-1-1 0,6-2-1 15,-1-1 2-15,1 1-3 0,1-3-1 0,1 1 0 0,1 1 1 0,1-5-3 0,0 3 0 16,-1-3 0-16,4 1 1 0,-2-3 4 0,2 1-2 15,-2 1 1-15,2-1 3 0,1-3 16 0,0 0 21 16,-1 2 5-16,1-2 11 0,0 0-1 0,16-1-4 16,-4 0-4-16,-1-2-5 0,7-1-2 15,1 0-6-15,2 0 5 0,7 0-12 0,-7 2 0 0,8-4-5 16,-10 4-4-16,3-1-1 0,-1 1-2 16,-2-1 0-16,-2 1-4 0,-3 2-1 0,-4-2-2 15,2 1 2-15,-6 0-4 0,3 0-1 0,-4 1 0 16,-5 0 2-16,9-2-3 0,-5 2-2 0,-4 0 1 0,9-3 0 15,-9 3-16-15,0 0-19 0,5 0-25 16,-5 0-22-16,0 0-23 16,0 0-19-16,0 0-24 0,0 0-45 0,0 0-68 15,0 0-218-15,0 0-511 0,-20-5 226 0</inkml:trace>
  <inkml:trace contextRef="#ctx0" brushRef="#br0" timeOffset="119150.34">13331 13566 235 0,'-6'2'272'0,"2"-2"-7"0,4 0-10 0,-7 3-13 16,7-3-3-16,0 0-7 0,0 0-13 15,0 0-15-15,0 0-15 0,0 0-28 0,0 0-19 16,26-9-10 0,-3 3-11-16,9 0-17 0,9-3-10 0,15-4-7 15,3 1-8-15,7 1-9 0,25-6-1 0,-30 8 4 0,4-3-2 0,-4 4-4 0,-5-1-7 16,-19 3-5-16,-4-1-3 16,-1 3-1-16,-13 1-12 0,-2 0 3 0,-3-2-4 15,-5 4 6-15,-1-2 2 0,-2 3-4 16,1-2 0-16,-1 2-5 0,-3-2-6 0,-3 2-3 15,0 0-27-15,0 0-22 0,0 0-24 0,0 0-27 16,0 0-27-16,0 0-33 0,-22 2-43 0,15 0-43 0,1 1-46 0,-3-2-270 16,1 3-579-16,3-3 256 15</inkml:trace>
  <inkml:trace contextRef="#ctx0" brushRef="#br0" timeOffset="121154.11">14967 13263 5 0,'-7'-2'101'16,"7"2"-8"-16,0 0-1 0,0 0-4 0,-9 0-6 15,9 0-8-15,-10 0-1 0,10 0 2 0,-8 0-4 16,8 0-5-16,-6 2 4 0,6-2-2 0,-10 0-6 16,10 0 7-16,-8 0-1 0,8 0-8 0,-7 1 5 15,7-1-2-15,0 0 2 0,-7 0 3 0,7 0-4 0,0 0 1 16,0 0 3-16,0 0 2 0,0 0 1 16,-9-1 2-16,9 1-3 0,0 0 4 0,0 0-4 0,0 0-3 0,0 0-9 15,0 0-3-15,27-4-7 16,-7 3-6-16,2-3-6 0,10 1-2 0,3-2-4 15,0 2-3-15,3-1-2 0,1 2-12 0,-2-1-15 16,0 1-20-16,-5-1-22 0,-2-1-30 0,-2 1-22 16,-7 3-37-16,-3-1-35 0,-4 0-166 0,-5-1-360 15,-1 0 159-15</inkml:trace>
  <inkml:trace contextRef="#ctx0" brushRef="#br0" timeOffset="121324.35">15003 13465 59 0,'0'0'243'0,"0"0"-11"0,0 0-21 16,17 0-19-16,0 0-19 0,5-3-20 16,11-2-21-16,4-1-65 0,18 5-93 0,-17-5-214 0,13-4-259 0,-16 3 115 0</inkml:trace>
  <inkml:trace contextRef="#ctx0" brushRef="#br0" timeOffset="122907.92">17452 12763 73 0,'1'-5'194'16,"1"0"-8"-16,-1-2-5 0,0 0-11 0,1 1-10 16,-1 1-16-16,-1-2-2 0,1 1-4 0,-2 2-12 15,2-2-2-15,-1 1-17 0,-1 0-10 16,0 0-11-16,1 0-7 0,-2 2-6 0,1-1-14 0,-3 2-20 16,0-2-9-16,4 4-8 0,-12-1-5 0,1 1-3 15,0 2 1 1,-8 3-2-16,-2 3-8 0,-2 4 4 0,-4 4-5 15,0 1-3-15,1 2 0 0,0 3-2 0,2 2 2 16,-2 3-2-16,4-2-3 0,-3 15 0 0,-2-1 1 0,13-5-5 16,-9 10 7-16,10-15-2 0,4 5 4 15,4 2 2-15,-3-3-5 0,7-1 1 0,1-2 0 16,5-1 2-16,3-2 7 0,1 1 1 0,1-2 8 16,4-4 1-16,4-2 19 0,4-4 3 0,1-3 0 0,-4-4-1 0,9-1 1 15,0-4 2-15,0-1-5 0,-2-2-1 0,2-2 0 16,-1-3 1-16,-4-2 14 0,-3-4 11 0,2-3 10 15,-5 2 14-15,4-6-5 0,-5-3-3 0,2-5-9 16,-6 2-8-16,2-5-10 0,-2-2-12 0,-2-4-6 0,4-10-13 16,-9 9-7-16,3-11-9 0,1 0 1 15,-8 11-4-15,2-13 2 16,-6 13 3-16,3 0-5 0,-6-1 4 0,2 2 8 16,-4-2 3-16,3 4 0 0,-3 3 4 0,1 2 7 15,-2 3 2-15,5 5-4 0,-2 5-5 0,3 2-1 16,-2 4-1-16,0 0-8 0,2 2-9 0,2 1-23 15,-3 2-4-15,4 3-10 0,0 0 2 0,-16 10 2 16,8 1 2-16,-3 10 1 0,-2 5 3 0,1 5 2 16,-1 2 1-16,-3 15 3 0,3 0 4 0,2 5 8 15,-1 1-4-15,3 4 4 0,4 0 2 0,5 0-1 0,0 4 1 16,4-3 2-16,1-4-3 0,5 1 0 16,-2-3 4-16,2-3-3 0,2-5 2 0,-5-9-1 0,2-2 3 15,-4-3-3-15,0 1 3 16,-2-1-3-16,-2-4 8 0,-3 2-1 0,-1 0 1 0,-3-4 4 0,-3-2 6 15,-4 1 0-15,-1-2 0 0,0 0 2 16,-5-3-3-16,-3-3 4 0,-1 1 2 0,-2-2-22 0,-2-1-24 16,-1-1-46-16,-3-1-80 0,4-2-131 15,-2-3-187-15,-2-4-512 0,10-5 227 0</inkml:trace>
  <inkml:trace contextRef="#ctx0" brushRef="#br0" timeOffset="126761.07">6496 16404 109 0,'0'0'260'0,"-8"0"-9"0,8 0-10 0,0 0-14 16,0 0-9-16,-4-2-12 0,4 2-14 0,0 0-16 15,0 0-8-15,0 0-26 0,0 0-16 0,0 0-13 16,12-5-12-16,-3 0-10 0,5 3-10 0,4-3-7 0,15 2-7 0,3-2-27 15,2 3-32-15,-1-3-31 0,3 3-47 16,2-1-54-16,-6 1-57 0,-3 2-235 0,-4-1-450 16,-7 0 199-16</inkml:trace>
  <inkml:trace contextRef="#ctx0" brushRef="#br0" timeOffset="126929.57">6528 16673 101 0,'-9'5'159'16,"4"0"-12"-16,-1-3-11 0,3 1 0 0,3-1 12 16,0-2-3-16,9 6-5 0,1-6-14 0,3 0-7 15,9-1-19-15,7-4-24 0,2 0-41 0,2 0-45 16,1-2-65-16,1 0-173 0,-7-3-268 0,3-2 119 16</inkml:trace>
  <inkml:trace contextRef="#ctx0" brushRef="#br0" timeOffset="127414.56">6767 16276 97 0,'-7'-11'290'0,"4"2"-4"16,-5 3-7-16,3-2-18 0,4 3-22 0,-3 1-27 16,2-1-19-16,2 5-28 0,-6-5-15 0,6 5-22 15,-4-3-13-15,4 3-13 0,0 0-11 0,0 0-14 0,0 14-6 0,4-6-6 16,1 2-6-16,2 2-5 0,3 1-4 0,0 5-10 15,3-2-3-15,0 0 2 0,2-4-6 16,5 5-2-16,-4-5-14 0,2 2 11 0,-2-6-4 16,2 2-8-16,1-5 6 0,-1 1-1 0,0-2-3 15,-1 0 2-15,-3-4-3 0,-1 1-2 0,-1-2 2 16,-1 1 4-16,-2-3 18 0,-2-1 6 0,-1 1 11 16,0-2 7-16,-3 1 11 0,1-2 3 0,0 2 12 15,0-1-9-15,-2 2-4 0,-2 3 4 0,4-7-14 16,-4 7-10-16,4-5-10 0,-4 5-20 0,0 0-15 0,0 0-7 0,-10 14 3 15,0 2 0-15,-6 8 3 0,-5 5-6 16,-7 12-2-16,-3 2-23 0,0-2 17 0,-2 1-3 16,6 4-15-16,-1-6 18 0,1 5 1 0,3-2-17 15,5 0 19-15,4-14 9 0,-1 3-4 0,10-3 2 16,-3 0-17-16,0-3 22 0,2-7-10 0,5-1-5 16,-2-4 7-1,-1-2 5-15,2-5 1 0,2-1 1 0,1 1 3 0,-1-3 8 16,-2 0 14-16,3 0 19 0,-1-2 7 0,1-2 15 0,0 0 3 15,0 7-5-15,0-7-6 0,0 0-4 0,0 0-9 16,0 0-14-16,0 0-39 0,0 0-38 0,0 0-69 16,0 0-77-16,6-14-97 0,-2 9-119 0,5-4-256 15,-4-1-709-15,7-2 313 0</inkml:trace>
  <inkml:trace contextRef="#ctx0" brushRef="#br0" timeOffset="128995.03">9885 16206 87 0,'0'-7'242'16,"-3"-3"-20"-16,-2 2-14 15,-2-3-21-15,-1 6-10 0,0-5-24 0,-5 5-19 16,-3-1-12-16,-6 0-12 0,-5 1-10 0,-1 3-15 16,-4 4-3-16,0 4-9 0,-5 0-2 0,4-1-7 15,0 0 2-15,-3 5-10 0,4 0-6 0,0-1 5 0,3 2-12 16,-1 3-5-16,6 2-3 0,1-1-6 0,6-1-5 0,2-2-1 15,4 3-3-15,-1-1 1 0,3 2-4 16,5 0 2-16,-1-2-3 0,5-2-2 0,5 0 3 16,0-2 31-16,4 0-1 0,8 2 5 0,0-4-6 15,8 1-2-15,2-5-5 0,2 0 4 0,1-4-10 16,4-2 1-16,-7-3-3 0,5-1 1 0,-4-6-5 16,-1 0 10-16,0-3 0 0,-7-2 13 0,3-4 3 15,-5 0 17-15,-3-4 0 0,2-2-12 0,-7-2 20 16,-1-1 10-16,0-1-4 0,-4-5-11 0,-1 1 9 0,5-12-7 0,-9 1-1 15,3-5-9-15,-6 5 6 0,2-4-1 0,-3 3-3 16,0 0-9-16,-1 15-3 0,5 2 6 0,-4 4-8 16,-1 6-1-16,4 2 17 0,-3 6-8 15,4 2-5-15,-1 3-9 0,-2 1-9 0,3 6-34 16,-1-9-31-16,1 9 4 0,0 0-2 0,-4 17 0 0,4 1-1 31,-4 11 3-31,0 1 4 0,3 18 9 0,-3-1-5 0,-1 3-2 0,1 3 1 16,0-2 3-16,4-2-4 0,0 2 18 0,3-3-8 15,1-12-1-15,2-2 3 0,-1 2-6 0,-1-5 5 16,1-2 1-16,2-6 4 0,-5-4 1 0,2-1-4 16,1-9 4-16,-1 2-2 0,-3-5-1 0,2 2 10 15,-2-4-16-15,-1 0 33 0,5 1 15 16,-5-5 15-16,0 5-3 0,0-1 21 0,0-4 4 0,0 0 3 0,0 3-4 16,0-3-9-16,0 0-6 0,0 0-28 0,0 0-22 15,0 0-34-15,0 0-27 0,3-14-48 0,-2 9-49 16,-1-1-42-16,3 0-41 0,-2-1-46 15,2-3-58-15,-1 3-310 0,3-5-698 0,4-5 309 16</inkml:trace>
  <inkml:trace contextRef="#ctx0" brushRef="#br0" timeOffset="129517.97">10101 15794 64 0,'0'0'267'0,"-3"-3"-26"16,3 3-19-16,0 0-31 0,0 0-18 0,0 0-19 15,0 0-16-15,0 0-9 0,0 0-11 0,0 0-7 16,14 15-10-16,-6-6-9 0,2 0-9 0,-1-2-8 0,4 7-7 16,2-2-5-16,1 0-4 0,0 0-7 15,-3 0-1-15,4 0-1 0,-3-1-10 0,1 0-1 16,-2 0-4-16,-1 0-1 15,-3-3-4-15,-1 0-4 0,2 0 0 0,-6 0-4 16,1-2 1-16,-1 2-5 0,-1-3 0 0,-2 3 0 16,2 1-2-16,-5 0 1 0,0 2 2 0,-1 1-2 15,-5 4 3-15,-3-5-4 0,-1 6-3 0,0-1-1 16,-5 4 0-16,4-4 1 0,-6 4-4 0,0-2 3 16,6-2-1-16,0 0-4 0,-1-1 0 0,-1 6 2 15,1-7-5-15,4 0 1 0,3-4-3 0,-2 1 3 0,3-4-2 16,0 2 0-16,3 0 0 0,-1-2-1 0,0-2 0 15,4 2 2-15,-5-3 0 0,4 1 5 0,1-5-1 16,0 6 16-16,6 0 10 0,-6-6 7 0,11 3-2 16,0-1-3-16,0-2-5 0,10 0-5 0,-2-3 8 15,12 1-4-15,0-4-2 0,2 2-5 0,0-2 1 16,2 1-4-16,-3-2 10 0,-2 3-6 0,0-2-7 0,-11 1 13 0,-6 3 5 16,-2 1 8-16,-3-2 6 0,-1 2 5 0,0 1-12 15,-7 0 3-15,10-3-5 0,-10 3 1 0,8-1-9 16,-8 1-18-16,0 0-39 0,0-4-19 0,0 4-38 15,0 0-31-15,0 0-29 0,-30 4-32 0,20-3-42 16,-4-1-57-16,4 0-213 0,-2 0-526 16,2 0 233-16</inkml:trace>
  <inkml:trace contextRef="#ctx0" brushRef="#br0" timeOffset="129901.1">10043 16124 115 0,'-15'0'262'0,"15"0"-3"16,-10 3-3-1,10-3 0-15,0 0-20 0,0 0-23 0,0 0-19 16,0 0-17-16,0 0-15 0,0 0-12 0,32-7-17 16,-2 3-11-16,4 3-16 0,19-1 2 0,2-1-17 15,8-2-9-15,3 0-9 0,26-1-10 0,-25 0-4 16,-6 3-3-16,-1-2 0 0,-8 1-1 0,-14 3-7 16,-6-1 1-16,-4-1-1 0,-12 1 4 0,-2 1 3 15,-1 1 4-15,-13 0 3 0,10-1-3 0,-10 1-7 0,12-3 0 0,-12 3-13 0,1-2-20 16,-1 2-25-16,0 0-24 0,0 0-24 0,-28 5-35 15,16-1-37-15,-3 1-40 0,-3 0-64 0,-1 2-73 16,-2-1-176-16,4-1-520 0,-2 1 231 16</inkml:trace>
  <inkml:trace contextRef="#ctx0" brushRef="#br0" timeOffset="130398.71">9123 16726 140 0,'-5'0'141'16,"5"0"5"-16,-9 2-16 0,9-2 0 0,-5 1-1 0,5-1 2 16,0 0 0-16,-8 2-4 0,8-2 2 0,0 0-8 15,0 0 0-15,-6 2-8 0,6-2-3 0,0 0-8 16,0 0-8-16,0 0-5 0,0 0-5 0,0 0-3 16,0 0-2-16,0 0-6 0,0 0-2 0,0 0-4 15,0 0-4-15,0 0-5 0,0 0-1 16,0 0-4-16,0 0 5 0,0 0 20 15,0 0-6-15,0 0-12 0,0 0 2 0,0 0 0 16,26-7-9-16,3 2-2 0,6-3 3 16,27-1-12-16,31-5-12 0,6 2 4 0,8-3-8 15,7 5-1-15,7-6 2 0,-1 3 15 0,0-1 22 16,3-2 6-16,-4 1 14 0,-3 2 1 0,-7-4 11 16,-11 6-12-16,-38 3-4 0,-7 0-2 0,-2-2 4 15,-17 3 4-15,-15 2 13 0,2 0 9 0,-3 1-2 0,-8 0 8 0,0 3 0 16,-1-2-7-16,-5 2-8 0,2 0-31 0,-6 1-31 15,0 0-55-15,0 0-44 0,0 0-58 0,0 0-44 16,-26 3-52-16,5 1-58 0,2 6-85 0,-8-3-307 16,12-1-721-16,-2-1 319 0</inkml:trace>
  <inkml:trace contextRef="#ctx0" brushRef="#br0" timeOffset="131399.66">10076 17154 36 0,'-2'-3'225'0,"-1"-1"-14"0,-2 2-17 0,-1-2-19 15,0 1-20-15,-1 2-14 0,-3 1-20 0,-3 0-3 0,-1 0-17 16,-4 1-9-16,0 3-11 0,-1 1-3 0,0 0-10 0,-3 4-6 16,3-2-6-16,1 3-10 0,1 2-2 0,1-1-5 0,-3 6-1 15,6-6-8-15,3 4-3 0,1 2-3 0,0-4-1 0,4 3-3 16,3-4-2-16,0 3-9 0,3-1 8 15,2-4-3-15,2 2 6 0,4-2-3 0,1 1 5 16,8-1 8-16,0-4 0 0,2 0 9 0,1-3-2 16,9-3-1-16,1 0 6 0,-12-3 9 0,4-2 9 15,-2 1 27-15,-6-4 1 0,4-3 2 0,-2-1 12 16,1-6 4-16,-3-3 2 0,-4 5 6 16,-2-11 15-16,-1-1-16 0,2 2-4 0,-6-4 1 15,1-1-8-15,-5-3-6 0,2-2-1 0,-2-10-12 16,0 2 3-16,-4 7 11 15,1 2-11-15,-1-2-2 0,4 3 7 0,-6 5 8 16,0-2 2-16,3 5 6 0,0 9-9 0,2 2-5 16,-1 4-10-16,2 3-13 0,0 0-10 0,-3 2-14 15,3 6-45-15,0 0-33 0,-3-6-8 0,3 6 0 16,0 0 5-16,-3 24 4 0,3-4-2 0,-2 4 1 16,2 7 8-16,0 3 3 0,0 11 4 0,0 1 1 0,0 1 1 15,0-13 0-15,3 0 8 0,-3 0-2 0,1 0-15 16,0-3-16-16,3-2-8 0,0-4-10 0,-1 1-7 15,1-9-15-15,-1-3-19 0,0-1-21 0,-6-1-19 16,3-7-24-16,3 4-21 0,-3-4-15 0,1-1-12 0,-1-4-42 16,0 0-303-16,0 0-601 0,0 0 266 0</inkml:trace>
  <inkml:trace contextRef="#ctx0" brushRef="#br0" timeOffset="131954.41">10298 16992 78 0,'0'0'237'16,"7"-8"-18"-16,0 6-17 0,-1-1-15 0,-6 3-12 15,12-4-20-15,-12 4-15 0,21 7-8 0,-10-4-17 0,0 3-9 16,3 4-8-16,-3 2-8 0,1 1-8 0,-3 2-8 16,0 4-7-16,-3 0-7 0,-2 6-6 0,-4-2-1 0,0-1-7 0,0 2-1 15,-4 1-8-15,-6 0-3 0,-4-2 0 0,5-6 2 16,-4 2-8-16,3-4 1 0,1-1 7 0,-1-6 4 15,3 2 6-15,1-3 8 0,0-2 3 0,1 1 17 16,2-5 26-16,1 3 32 0,2-4 45 0,-6 4 26 16,6-4-17-16,0 0-20 0,0 0-16 0,0 0-16 15,13-23-20-15,1 9-3 0,-1 0-13 16,6-6-5-16,0-4-15 0,7 0-7 0,-3-1-10 0,9-11-10 16,-7 9-16-16,0-2-14 0,5-8-8 0,-8 7-7 15,1 0 3-15,-5 3-4 0,1 1-1 0,-6 5 3 16,-4 5 3-1,-3 6 4-15,-2-1 13 0,1 2-1 0,-1 4-2 16,-1 0-5-16,-3 5-5 0,5-7-10 0,-5 7-8 16,0 0-2-16,0 0 3 0,-18 16-3 0,0 5 4 15,-1 5-1-15,2-1-3 0,-2 3 7 0,5 3-13 16,0-3 8-16,1 2 0 0,9 2 0 0,0-3-5 16,6 2 1-16,5-4 2 0,6-1 4 0,5-4 8 0,6-3-2 0,7-2 2 15,2-6 0-15,4 0 0 0,13-2-1 0,-12-6 3 16,16-1 5-16,-14-1-7 0,-1-3-2 0,0-2 21 15,-4 1 11-15,-4 0 29 0,-9 0 26 0,-7 0 17 16,-1 1 18-16,-4-1 12 0,-2 2-1 16,-1-1-5-16,-7 2-8 0,10-3-12 0,-10 3-5 15,7-1-14-15,-7 1-22 0,0 0-32 0,8-2-38 0,-8 2-57 16,0 0-65 0,0 0-78-16,0 0-104 0,0 0-90 0,0 0-126 15,0 0-296-15,0 0-880 0,0 0 389 0</inkml:trace>
  <inkml:trace contextRef="#ctx0" brushRef="#br0" timeOffset="134259.9">11716 16486 16 0,'-5'0'171'0,"-2"1"-10"0,7-1-6 0,-7 1-3 16,3 0-11-16,4-1-1 0,-8 0-7 0,8 0-4 16,0 0-3-16,0 0-2 0,0 0-5 0,0 0-4 15,-9 0-5-15,9 0-6 0,0 0-4 0,0 0-4 16,0 0-2-16,0 0-10 0,0 0-1 0,0 0-9 15,0 0-4-15,0 0-4 0,0 0-5 0,0 0-5 0,-9-1-5 16,9 1-7-16,0 0 1 0,0 0-7 0,0 0 0 16,0 0-3-16,0 0-7 0,0 0-3 0,0 0 0 15,0 0-5-15,0 0-2 0,0 0-2 0,0 0 2 0,0 0-4 16,0 0-2-16,0 0-2 0,0 0-2 0,0 0 0 16,0 0-2-1,0 0 1-15,0 0-2 0,0 0-2 0,0 0 3 16,0 0 4-16,0 0 3 0,0 0-2 0,0 0 5 15,0 0-1-15,0 0-3 0,0 0 2 0,0 0-6 16,0 0 2-16,0 0-4 0,0 0 1 0,0 0-1 16,0 0-1-16,0 0-3 0,0 0 2 0,0 0-2 15,0 0-2-15,0 0 6 0,0 0 1 0,0 0-4 16,0 0 1-16,0 0-1 0,23 0-4 0,-23 0 6 16,11 0-5-16,-11 0 5 0,10-1-12 0,-5 1 17 0,0-1-7 0,-5 1 0 15,14-2-6-15,-8 2 6 0,0-1-2 16,-6 1 3-16,6-2-5 0,-6 2 2 0,8-2 2 15,-8 2-1-15,0 0-1 0,9 0 0 0,-9 0 1 0,5 0-2 16,-5 0 3-16,0 0-1 0,0 0-2 0,0 0-2 16,0 0 3-16,0 0-2 0,0 0 1 0,0 0-5 15,9 0 7-15,-9 0-1 0,0 0-2 0,0 0 0 0,0 0-3 16,0 0 0-16,0 0 0 0,0 0 0 0,0 0-2 31,0 0-1-31,0 0-9 0,0 0 7 0,0 0 2 0,0 0 1 0,0 0 1 16,0 0 1-16,0 0-2 0,0 0 4 0,0 0-3 15,0 0 0-15,0 0 1 0,0 0 2 0,0 0 3 16,7 0 1-16,-7 0 2 0,18-2-1 0,1-1 0 16,8-2-9-16,6 1 10 0,3-1-2 0,16 0 1 15,2-1 0-15,5 0 2 0,1-1-4 0,2 2 4 16,-4-3 1-16,-2 3 3 0,-2-2-1 16,-14 5 3-16,-4-3-5 0,-4 5 4 0,-4-3-5 0,-8 2 3 15,-7 0-5-15,1 1-12 0,-8-2-15 0,2 2-15 16,-8 0-20-16,9-3-17 0,-9 3-23 0,0 0-23 15,0 0-25-15,-36 3-19 0,19 1-17 0,-3-1-14 0,-2-2-21 16,0 1-118-16,2 0-363 0,0-1 161 0</inkml:trace>
  <inkml:trace contextRef="#ctx0" brushRef="#br0" timeOffset="134475.93">12171 16281 54 0,'-3'-16'312'0,"-2"1"4"16,4 2 5-16,-2 2-4 0,3 2-9 15,-3 1-35-15,3 3-15 0,-3 0-45 0,3 0-43 16,0 5-49-16,0 0 5 0,0 0-15 0,-6 26-16 16,-1-2-4-16,3 5-14 0,-1 9-8 0,0 9-18 0,4 0 9 0,-3 4-5 15,3-1-7-15,2-1-31 0,3-1-38 0,1 0-60 16,-1 0-78-16,-3-16-148 0,-1-2-176 0,0-4-522 15,4-10 230-15</inkml:trace>
  <inkml:trace contextRef="#ctx0" brushRef="#br0" timeOffset="136086.87">13157 15791 87 0,'0'-8'253'0,"0"2"-12"16,0 1-20-16,-1-2-25 0,1 4-18 0,0-1-24 15,0 4-20-15,0 0-16 0,0 0-11 0,0 0-13 16,0 19-13-16,0 2-9 0,0 8-4 0,-2 2-4 16,4 5-9-16,-4 11 2 0,0-1-8 0,4 8-9 0,-2-3 2 0,0 1-5 15,2-3-6-15,-2-2-3 0,0-11 25 0,5 0-6 16,-5-3-2-16,0-3-7 0,1 0 0 0,-1-4-3 15,4 0-7-15,-4-9 2 0,1 0-2 0,-1-5-7 16,3-2 1-16,-3-3-2 0,0 1-3 0,0-2 3 16,0-2 1-16,0 0-3 0,0 1 2 0,0-5-12 15,0 5-5-15,0-5-10 16,-4 2-17-16,4-2-22 0,-10 0-22 16,10 0-20-16,-13-7-17 0,6 0-25 0,-1 0-20 15,3-4-12-15,0-5-15 0,0-3-150 0,-2-3-355 0,3-7 157 0</inkml:trace>
  <inkml:trace contextRef="#ctx0" brushRef="#br0" timeOffset="136394.81">13094 15831 152 0,'0'-16'253'0,"-2"5"-11"16,2 0-15-16,-1 2-10 0,1 2-20 0,0 2-17 16,1 0-24-16,-1 5-18 0,0-6-16 0,5 3-10 15,-5 3-12-15,17 1-4 0,-7 3-10 0,9 3-3 16,5 5-6-16,6 3-3 0,-1 1-9 0,-2 4-4 15,4 1-1-15,-5 2-5 0,2 1-4 0,-2 0-3 0,-3 3-7 16,-1 0-4-16,-4-1-3 0,0-2-3 0,-9 5-2 16,-4-10-1-16,0 8-3 0,-10-8 0 0,0 6 0 15,-4-7-2-15,-8 3 3 0,-1 0 2 0,-1-4 0 16,-8-2-5-16,2-1-3 0,0-2 2 0,5-2-3 16,0-3 0-1,-1 1 0-15,2-1 0 0,0-3-4 0,1 1-2 0,0-2 0 16,5-1 1-16,3 1-3 0,2-2-1 0,2 0-24 15,0 1-21-15,2-1-12 0,4-1-43 0,0 0-54 16,0 0-44-16,0 0-42 0,18-14-221 16,-6 8-487-16,6-4 216 0</inkml:trace>
  <inkml:trace contextRef="#ctx0" brushRef="#br0" timeOffset="136664.1">14067 15737 1629 0,'0'-12'158'0,"0"3"-41"15,0 2-43 1,-4 1-20-16,3-2-12 0,-4 4-10 0,-2 1-12 0,7 3-4 16,-19 3-4-16,5 6 2 0,-7 6 0 0,-2 8 5 0,-2 1 4 0,-7 16 3 15,-2 3 8-15,-2 6 11 0,-11 20 5 0,5 6 5 16,12-21 1-16,-7 23-1 0,13-23 3 0,7-1 1 15,6 0 1-15,2-3-3 0,10-2-1 0,7-1-3 16,3-13-3-16,2-5-8 0,16 10-7 16,0-16-22-16,14 2-29 0,8-3-49 0,5-6-63 15,4-8-106-15,-2-4-198 0,-1-3-466 0,-3-3 207 16</inkml:trace>
  <inkml:trace contextRef="#ctx0" brushRef="#br0" timeOffset="137049.04">14085 16116 14 0,'-1'-10'363'0,"-2"1"-10"0,3 2-6 0,3 1-17 16,-6-1-23-16,3 3-29 0,0-1-34 0,0 0-26 16,0 5-26-16,0-5-28 0,0 5-28 0,0 0-22 0,0 0-12 0,0 0-7 15,3 17-14-15,-2-5-11 0,-1 7 0 0,0 8-16 16,1 5-3-16,3-1-8 0,-4 1 1 0,3 0-3 15,1 3 4-15,-3-8-17 0,0 6 5 0,4-5 32 16,0-4-3-16,-2-4-5 0,-2-4-43 16,3-3-32-16,-1-2-29 0,-2 1-27 0,0-4-35 0,2 1-37 15,-2-1-26 1,-1-1-17-16,3-5-59 0,-2 2-254 0,-1-4-545 16,0 0 241-16</inkml:trace>
  <inkml:trace contextRef="#ctx0" brushRef="#br0" timeOffset="137496.34">14618 16270 1860 0,'-22'3'143'0,"-1"-2"-39"16,2-1-59-16,0 2 2 0,2-1-2 0,3 1 3 15,2-2-2-15,0 0-1 16,4 2 7-16,2-2-10 0,8 0 1 0,-10 0-6 16,1 0-4-16,9 0-2 0,0 0 0 0,-12 0-1 15,12 0 0-15,0 0-6 0,0 0 0 0,-8 2 6 16,8-2 1-16,0 0 9 0,0 0 7 0,0 0 1 16,0 0 3-16,0 0 4 0,0 0-8 0,-13-2 0 15,13 2-16-15,0 0 8 0,0 0-7 0,0 0 1 16,0 0-6-16,0 0-4 0,0 0 1 0,0 0-2 0,0 0-5 0,0 0 4 0,0 0-4 15,0 0-4-15,0 0 0 0,0 0 1 0,0 0-3 16,27-2-2-16,-9-1 8 0,2 0-11 0,2 2 4 16,10-2-4-16,1-2 2 0,2 0-1 0,2 0-1 15,-3-1-4-15,-1 2 4 0,-2 1-3 0,-3-1 5 16,-6 1-2-16,-12 1-1 0,3 2-3 0,1-2 4 16,-8 0-3-16,1 1-13 0,-1-1-15 0,-6 2-34 15,8-3-43-15,-8 3-28 0,0 0-21 0,0 0-19 16,-18-4-33-16,18 4-35 0,-20 0-182 0,8-1-454 15,2 1 202-15</inkml:trace>
  <inkml:trace contextRef="#ctx0" brushRef="#br0" timeOffset="137981.79">15014 16066 244 0,'0'-5'356'0,"0"5"-22"0,1-8-26 15,-1 8-22-15,-1-7-37 0,1 7-25 0,1-5-28 16,-1 5-20-16,0 0-21 0,3-4-20 0,-3 4-17 16,0 0 0-16,0 0-22 0,4 17-9 0,-4-9-13 15,1 5-1-15,-2-1-14 0,2 5-3 0,-2 2-7 16,1 8-2-16,-6 2-4 0,3-4-6 0,-2 1-4 15,1-1-3 1,3-7-1-16,-3 2-4 0,0-3-13 0,3 0 9 16,-1-7-1-16,1-3-3 0,-3-1-5 0,4 0 7 0,0 0-2 15,-1-2-11-15,-2 0 55 0,3-1 50 16,0-3 27-16,0 0 14 0,0 0-14 0,0 0-14 16,13-10-14-16,-6 2-10 0,-1-2-11 0,5-2-9 15,0-2-4-15,3-2-9 0,-3 1-2 0,1 0-7 0,4 1-8 0,-7-1 4 16,5 4-6-16,-7 1-2 0,-1 3-11 0,-1-1 2 15,-1 4-3-15,1 0-6 0,-2 0-6 0,-3 4-7 16,6-5-6-16,-6 5-7 0,5 0-2 0,-5 0 3 16,0 0-11-16,13 9-1 0,-4-4 3 0,-4 1 3 15,4 1-3-15,-4 1-2 0,5 3-12 0,-1-5-14 16,-1 5-24-16,-2-4-21 0,4 1-35 0,-3 2-23 16,1-3-32-16,-2-2-28 0,0 2-32 0,-2-3-32 0,0 0-51 15,-4-4-74-15,6 5-194 0,-6-5-628 0,0 0 278 16</inkml:trace>
  <inkml:trace contextRef="#ctx0" brushRef="#br0" timeOffset="138322.01">15253 15654 232 0,'0'-5'239'15,"0"5"-29"-15,0 0-21 0,5-5-18 0,-5 5-11 16,13 12-13-16,1 1-14 0,1 8-7 16,8 4-8-16,9 13-7 0,-1 2 1 0,-2 5-2 15,2 4-6-15,-4-2-4 0,2 6-9 0,-6 4-9 16,-5-1-4-16,-3 4-9 0,-6-2-7 0,-5-4-6 16,-4 1-6-16,-2-3-8 0,-7-5-1 0,-3-3-31 15,-3-10 0-15,-2-5-1 0,-3-2 17 0,-1-1 12 16,-3-4 4-16,-1 1 9 0,-5-5 7 0,3-1 5 15,1-3-4 1,1 1 1-16,7-6-5 0,-7 1-2 0,9-5-10 0,2 0 1 16,4 0-4-16,1-3-4 0,4 1 7 0,-1-3-8 15,1 2 3-15,-2-2-5 0,7 0 2 0,0 0-24 16,0 0-27-16,-5-5-51 0,6 0-68 0,3-3-89 16,9-6-103-16,-3-3-166 0,8-3-534 0,1-3 237 15</inkml:trace>
  <inkml:trace contextRef="#ctx0" brushRef="#br0" timeOffset="139036.81">16018 15794 233 0,'-1'-1'211'0,"1"1"-20"0,0 0-23 0,0 0-19 0,0 0-8 0,0 0-18 0,0 0-11 15,0 0-16-15,0 0-6 0,9 9-5 16,-4-6-6-16,0 3-6 0,7-2-6 0,-2 1-2 15,4 3-6-15,4-3 0 0,1 3-5 0,-1-4-8 16,4 1-3-16,-2-1-6 0,-2 1-1 0,2-2-1 16,-3 0-2-16,-3-3-9 0,-1 1 3 0,1-1 3 15,-6 1 3-15,2-2 0 0,-4 2 3 0,1-1 0 16,-2 2 32-16,-5-2-12 0,8 0-5 0,-8 0-9 16,8 0-4-16,-6 2-10 0,-2-2-3 0,-4 8-2 15,-1 1-7-15,-3 1-1 0,-2 4-1 0,-3 2-3 16,-6 6 1-16,-2 4-5 0,1 1 4 0,-2 2-4 15,-7 9 0-15,8-8 3 16,-9 13-4-16,2-5 2 0,6-10-1 0,4 1-3 16,-1-1 0-16,1 1 3 0,5-5-1 0,-1-2 0 15,7-7-7-15,1-3 10 0,1-4-7 16,3 3 2-16,-2-6 1 0,1 2 16 0,-1-4 21 16,3 1 25-16,-1 0 23 0,2-4 17 0,0 0-1 15,7 1-12-15,-7-1 6 0,0 0-7 0,14-7-14 0,-8 2-8 0,4-1-6 16,-1 0-9-16,-2 1-22 0,1-2 14 0,-2 2 1 0,2 1-7 15,-3-3-3-15,-1 4-6 0,1 0-5 0,0 0-2 16,-5 3-6-16,5-6-4 0,-5 6 0 0,0 0-9 16,4-3 2-16,-4 3-5 0,0 0-3 0,13 0 7 15,-13 0-6-15,19 4 5 0,-9-1-1 16,3-1-1-16,6 1 1 0,-1-1 3 0,10-1-24 0,-1 1 25 16,5-2-4-1,-1 0 1-15,1-2-7 0,1-3-11 0,-5 3 1 16,0-2-1-16,-7 3-8 0,-1-6 8 0,-1 2-7 15,-1 0 5-15,-5-2-3 0,-3 3 1 16,-2-1-20-16,-2-3-7 0,-1 5-21 0,-1-2-11 16,-1 0-8-16,-6 1-16 0,3-1-15 0,0 5-22 15,-14-7-28-15,9 4-31 0,-7 1-39 0,3-1-61 16,-2 1-169-16,-1-2-501 0,1 3 221 0</inkml:trace>
  <inkml:trace contextRef="#ctx0" brushRef="#br0" timeOffset="139383.91">15981 16179 211 0,'0'0'291'15,"0"0"0"-15,-10 0 0 16,10 0-8-16,0 0-15 0,0 0-14 0,0 0-37 16,0 0-25-16,0 0-18 0,36-10-14 0,-8 6-16 15,4 0-19-15,6-4-14 0,15 5-10 0,0-4-6 16,5-3-12-16,1 6-9 0,-5-5-22 0,-1 1 11 16,-12 5-3-16,-4-2-11 0,-4 1-2 0,-10 1-4 15,-6-1 18-15,-5 2 16 0,0-1 3 0,-3 2 10 0,1-1-15 16,-6 1-3-16,-4 1-13 0,9-3-9 0,-9 3-22 15,6-3-34-15,-6 3-41 0,0 0-44 0,0 0-45 16,0 0-39-16,0 0-47 0,-23 9-61 0,13-6-270 16,10-3-597-16,-13 2 265 0</inkml:trace>
  <inkml:trace contextRef="#ctx0" brushRef="#br0" timeOffset="140308.65">17572 16227 73 0,'0'0'188'16,"-5"3"-22"-16,5-3-8 0,-1 3-6 0,1-3-11 15,0 0-6-15,0 0-5 0,0 0 0 0,0 0-11 16,0 0 1-16,0 0-11 0,0 0-1 0,0 0-9 15,0 0-2 1,27-3-7-16,-3-2-13 0,7 0-4 0,4 2-7 16,6-2 3-16,13-1-15 0,-2-1-5 0,-1 1-5 0,0 1-22 15,-11 3-19-15,-4-1-29 0,0-1-38 0,-5 2-41 16,0-3-49-16,-9 3-43 0,-3 1-124 0,-10-2-348 16,-2 2 154-16</inkml:trace>
  <inkml:trace contextRef="#ctx0" brushRef="#br0" timeOffset="140539.87">17646 16448 249 0,'-7'2'240'0,"2"1"-19"0,1 0-17 0,1-1-20 0,1 2-11 16,2-4 0-16,5 4-15 0,2-3-17 0,11 1-10 16,12-2-17-16,4 1-47 0,16-4-61 0,5-2-78 15,5-2-117-15,-4-3-111 0,-1-2-325 16,-4-2 143-16</inkml:trace>
  <inkml:trace contextRef="#ctx0" brushRef="#br0" timeOffset="143207.78">19208 15661 101 0,'1'-7'171'0,"-1"2"-7"0,1-1-12 16,-1 0-14-16,0 1-6 0,0 0-9 0,2 3-10 15,-5-3-13-15,2 0-11 0,-3 3-17 0,4 2-3 16,-13-2-10-16,3 2-2 0,-5 2-8 0,-2 3-6 0,-10 4-6 0,-1 4-9 16,-4 5 2-16,4 1 2 0,-1 4-7 0,-1 1-2 15,2 1 0-15,-5 9-2 0,10-5 0 16,1 2-1-16,3 0 1 0,1-1 3 0,2 0-5 16,6-1-4-1,3-1-1-15,3 0-3 0,4-1 0 0,4 0 5 0,3-2-3 16,1-7 3-16,9 2-2 0,2 2-3 0,4-5-2 15,2-4 0-15,6 0 1 0,1-3 0 0,1-4 0 16,3-3-1-16,-4-3 2 0,4 0 0 0,-3-3 1 16,-1-5-2-16,-1-3 6 0,-2-3 16 0,-2 0 13 15,-3-4 3-15,-2-1 10 0,-4 1 0 0,-3-4 5 16,-2-1-5-16,-4-2-4 0,0 1-2 0,-7-3-5 16,0-5 0-16,-5-3-2 0,2 1-2 0,-3-14-4 15,-1 1 12-15,0 12-7 0,-4 1-2 0,1 0 4 0,-2 1 0 0,-3 3-2 16,0 3-1-16,-2 5-4 0,1 1-5 0,0 7-6 15,1-1 0-15,-1 5 1 0,1 3-13 0,1 3-5 16,1 3-4-16,-1 1-12 0,-6 4-4 16,4 5 2-16,0 4-1 0,-3 7-1 0,2 5 5 15,3 4-1-15,1 19-2 0,-1-4 0 0,8 6 2 0,-1-1 32 16,5-1-1-16,1 1-7 0,7 0 0 0,1 3 1 0,5-3-1 16,-1-3-14-1,2-1 9-15,3 1-2 0,-5-12 3 0,10 8-17 0,-12-9 16 16,1-3-3-16,-4 1 1 0,-1-3-4 0,-2-1 0 15,-3 0-4-15,0-9 2 0,-2 3-3 0,-4-4 6 16,-1 0 3-16,-4-4 1 0,-1 0 0 0,0-1-33 16,0-2 3-16,-1-1 3 0,-1 0 3 0,-1-2 3 15,0-1-4-15,3-1 10 0,1-1-3 0,-1 0 3 16,-2 0 0-16,7-3-4 0,-3 1-20 0,3-1-23 16,0-1-30-16,5 0-46 0,-10-5-49 0,6 1-49 15,2-3-251-15,2 1-512 0,2-4 228 0</inkml:trace>
  <inkml:trace contextRef="#ctx0" brushRef="#br0" timeOffset="143567.26">19950 15512 247 0,'0'-4'243'16,"0"-4"-18"-16,0 3-20 0,0 5-31 0,0 0-17 15,-1-5-21-15,1 5-12 0,-13 7-13 0,1 6-11 0,-8 7-15 16,-3 9-8-16,-10 13-10 0,-3 7-5 0,-10 23-5 15,0-1-4-15,15-19-6 0,3 2-4 0,-6 23-2 16,12-24-3-16,6 3-7 0,8-1-1 0,0-2 0 16,8-2-6-16,3-14 5 0,8 9-4 0,3-15-3 15,6 1-3-15,6-6-7 0,12 6-20 0,-3-14-38 16,13 0-49-16,4-7-77 16,-15-7-194-16,14-4-396 0,-14-3 176 0</inkml:trace>
  <inkml:trace contextRef="#ctx0" brushRef="#br0" timeOffset="143925.2">20077 15896 1745 0,'-5'-8'164'0,"1"-1"4"16,0 1 6-16,0-1-13 0,0 1 5 0,2 2-17 0,-1 1-5 16,1-2-17-16,-1 2-18 0,2 3-11 0,0-1-12 15,1 3-14-15,-2-6-10 0,2 6-11 0,0 0-8 0,0 0-10 16,0 0-1-16,-4 20-7 0,4-10-1 16,-1 12-5-1,2 4-3-15,-2 1-1 0,0 2-1 0,2-2 1 0,-1 4 0 16,0-2 5-16,1 3-4 0,2-1-6 0,-2-4 4 15,2-3-3-15,0-2 0 0,0-6 0 0,0-4-5 16,-3 0 1-16,2-1 1 0,0-1-3 0,-1-4-1 16,-1 2-14-16,1-4-7 0,-1 0-2 0,1 1-15 15,-1-5-9-15,0 5-29 0,0-5-64 0,0 0-55 16,0 0-73-16,0 0-247 0,0 0-553 0,-5-16 244 16</inkml:trace>
  <inkml:trace contextRef="#ctx0" brushRef="#br0" timeOffset="144247.75">20423 15941 111 0,'-8'-1'302'0,"8"1"-18"0,-6-2-11 16,6 2-25-16,0 0-16 0,0 0-24 0,-5-1-17 15,5 1-19-15,0 0-18 0,0 0-13 0,0 0-13 16,0 0-18-16,28 1-6 0,-6-1-10 0,4-1-9 16,4 1-10-16,1 0-8 0,0-3-3 0,0 3-5 15,1-3-10-15,0-1-4 0,-5 3-3 16,-9 0-6-16,0-1 1 0,-7-1-5 0,1 3-5 16,-5 0 0-16,1-2 14 0,-3 1-4 0,-5 1 1 15,10 0-20-15,-10 0 12 0,0 0-11 0,0 0-18 16,5-1-33-16,-5 1-13 0,0 0-24 0,0 0-26 15,0 0-20-15,-22 4-36 0,15-4-36 0,1 2-55 16,6-2-200-16,-12 0-477 0,6 0 212 0</inkml:trace>
  <inkml:trace contextRef="#ctx0" brushRef="#br0" timeOffset="144726.69">21031 15550 89 0,'-1'-2'257'0,"-2"-1"-19"0,3 3-23 15,-2-7-23-15,2 7-19 0,0 0-20 0,-3-5-15 0,3 5-17 0,0-3-14 16,0 3-10-16,0 0-13 0,0 0-8 0,0 0-8 15,0 0-2-15,0 0-12 0,0 0-4 0,0 0-10 16,0 0 2-16,0 0-7 0,0 0-2 0,0 0-5 16,0 0-2-16,-10 10-2 0,10-10-2 0,0 0-2 15,-1 2-1-15,1-2-4 0,0 0 0 0,0 0-1 16,0 0-3 0,0 0 3-16,0 0-5 0,0 0 2 0,0 0 0 15,0 0-2-15,0 0 1 0,0 0 1 0,0 0-4 0,0 0 4 0,0 0-3 16,0 0-2-16,0 0 3 0,0 0-5 0,0 0 2 15,0 0 2-15,0 0-4 0,0 0 0 0,0 0 0 16,0 0-3-16,0 0-15 0,0 0-5 0,0 0-8 16,0 6-4-16,0-6-3 0,0 0 2 0,0 0-4 15,0 0 9-15,0 0-4 0,0 0 4 0,0 0 5 16,0 0-2-16,0 0 4 0,0 0-3 0,0 0 1 16,0 0-11-16,0 0-8 0,0 0-13 0,0 0-23 15,0 0-24-15,0 0-35 0,0 0-1 0,0 0-9 16,0 0-114-16,0 0-281 0,0 0 125 0</inkml:trace>
  <inkml:trace contextRef="#ctx0" brushRef="#br0" timeOffset="145512.07">21003 15594 74 0,'0'-6'275'0,"0"2"-11"15,0-1-11-15,0 1-13 0,0-1-19 0,0 1-17 16,0 4-18 0,1-4-21-16,-1 4-17 0,0 0-19 0,0 0-11 0,-1-7-19 15,1 7-15-15,0 0-8 0,0 0-8 0,0 0-9 0,1 15-6 16,-2-6-6-16,1 3-8 0,0 5-1 0,-4 4-5 15,3 4-3-15,-3 2-5 0,-1 4-1 0,1-2-3 16,1-2-1-16,-1 0-5 0,1 2 2 0,-1-3-1 16,0 1 0-16,2-8-4 0,-1-1-1 0,-2-2 2 15,3 1-6-15,-1-7 1 0,2 2 1 0,1-2-4 16,-3-6 4-16,3 4 4 0,0-4-3 0,0 1 16 16,-2-3 33-16,2 4 38 0,0-6 27 0,-2 4 37 15,2-4-3-15,0 0-21 0,0 0-8 0,6-12-18 16,-4 6-7-16,3-5-11 0,1 1-11 0,2-3-12 15,1-5-3-15,0 1-10 0,5-5-12 0,-1-2 2 16,2-1 3 0,-2-1-9-16,5 0-3 0,-4 1-4 0,1 3-5 0,-4 5-15 15,1 0 17-15,-4 3-8 0,-2 2 1 0,1 3-3 16,-2 1-7-16,0 1 6 0,-1 2-10 0,0 1-1 16,-2 1-5-16,1-2-8 0,-3 5-2 0,4-5 0 15,-4 5-6-15,0 0-3 0,0 0-5 0,9 13 1 0,-6-6 6 0,-1 3-3 16,0 6 5-16,1 1 5 0,-3 0-9 15,2 3 4-15,-6 1 2 0,-1 2 2 0,2 3-1 16,0-1-5-16,-1-4 3 0,4-4 2 0,-6 1 1 16,3-1 2-16,1-6-2 0,-1 2 6 0,0-4-5 15,2 1 2-15,0-4 2 0,0-1 3 0,-2 1 7 16,3-2-8-16,-1-2 1 0,1-2 21 0,0 7 44 16,0-7 19-16,-1 3 23 0,1-3-1 0,0 0-13 15,0 0-11-15,21-10-10 0,-3 6-5 0,0-4-19 0,6-2-37 0,3-2-38 16,4 0-49-16,-2-2-56 0,2-1-73 0,-3 0-61 15,0 1-70-15,2-3-92 0,-9 0-266 0,5 3-751 16,-11-1 332-16</inkml:trace>
  <inkml:trace contextRef="#ctx0" brushRef="#br0" timeOffset="145797.07">21433 15297 11 0,'2'-6'240'0,"-2"1"-26"0,4 1-32 0,-4 4-14 0,6-2-20 16,-6 2-13-16,22 11-8 0,-7 2-1 0,7 10-2 15,0 7 1-15,9 13-5 0,-3 5 1 0,-3 6-5 16,8 27-1-16,-5-2-4 0,-16-19-4 0,3 20-7 15,-11-20-10-15,-4-2-7 0,-4 3-6 0,-12 20-6 16,0-27-7 0,-4-1-4-16,-7 1-7 0,-7-4 0 0,-23 16-4 15,14-25-13-15,-25 15-27 0,-7-11-51 0,19-15-51 16,-3-4-91-16,-38 8-269 0,10-7-491 0,22-14 217 16</inkml:trace>
  <inkml:trace contextRef="#ctx0" brushRef="#br0" timeOffset="147047.66">8244 15520 188 0,'-5'-8'187'0,"5"0"-7"0,0 1-6 0,-1 3-13 16,-2-3-7-16,3 2-15 0,0 0-17 0,0 5-14 15,-1-3-19-15,1 3-12 0,0 0-2 0,0 17-12 16,1 8-8-16,-1 10-6 0,4 20-9 0,-4 28-1 16,0 2-10-16,-4 3-2 0,3-5 0 0,-4 9 8 15,-2 3 14-15,7 2-2 0,-1-6 3 0,1 0 32 16,0-7-7-16,4-26-6 0,-3 1-3 0,3 0-11 16,14 22-5-16,-13-28-5 0,0-3-5 0,3 1 0 15,-3-3-8 1,0-14-1-16,-1 2-7 0,-2-2-25 0,1-4-1 15,1-2 2-15,-2-3-3 0,-2-6 6 0,2-2-6 0,-1-2 12 16,0-5-9-16,-2 0 5 0,1-4 0 16,1 0 2-16,1-2 2 0,-2 0 6 0,0-4 0 15,-2 6 2-15,2-6-20 0,3 3-13 0,-3-3-81 16,0 0-121-16,2-18-202 0,3 1-454 0,2-8 202 0</inkml:trace>
  <inkml:trace contextRef="#ctx0" brushRef="#br0" timeOffset="150313.01">8668 15320 73 0,'0'0'118'0,"0"0"-19"16,0 0-4-16,0 0-15 0,0 0-4 0,0 0-8 0,0 0-5 16,0 0-19-16,12-5 8 0,-7 4-8 0,3 0 4 0,3 0-2 15,1 0 2-15,4-2 4 0,2 0-5 0,3 0-3 16,0-1-2-16,9 2-10 0,0-1 2 0,2-3 5 15,3 3-2-15,-1 1-4 0,1-1-1 0,3 0 2 16,13 1-9-16,-11 2-3 0,14-3-5 0,-1 3 0 16,2-1 0-16,1-4-4 0,2 2 13 0,1-1-13 15,2 0-5-15,-1 3 4 0,0 0 0 0,-2-3 0 16,2 4-9-16,0-3 5 0,-5 0-2 0,3-3-1 16,1-1-3-16,0 2-4 0,-3 0 11 0,3-1-3 15,-4 2-7-15,3 4 10 0,0-5-5 0,-3-5 4 16,0 6-1-16,1-4-1 15,-6 2-5-15,4 2-15 0,-17 0 21 0,17-1-3 16,-16 0-3-16,18 2 1 0,-6-4 0 0,-10 4-10 16,-1 1 3-16,2 0 4 0,11-1 2 0,-12 2 4 15,-3-2-5-15,18 3 2 0,-17-4-2 0,2 3 1 16,11-4-6-16,-12 3 1 0,-1 0 1 0,0-1 6 16,-1 2-5-16,5-3 1 0,-3 1 1 0,-1 1 3 15,2-2 6-15,-2 1-14 0,0 0-5 0,2 1 7 0,1-1-2 0,-3 1 5 16,2-2-6-16,-1 4 5 0,2-4-1 0,13 0-1 15,-16 1 1-15,12-1-4 0,-12 2 6 0,2-1-2 16,0-1 8-16,12 3-7 0,-14-3-5 0,16-1 8 16,-17 0-10-16,4 2 6 0,10-1 2 0,-13 0-3 15,16-1 4-15,-13 0-5 0,9 2 2 0,-9 0-3 16,10-2-2-16,1 1 7 0,1-2-4 0,-1 5-2 0,-15 0-1 16,14-4 7-16,-10 2-17 0,9 1 10 0,-11 0 4 15,1-1-1-15,-1-1 1 0,1 2 3 0,0-1-3 16,-2 0-3-16,13 1 2 0,-15 0 6 0,5-2-5 15,-4 3 3-15,16-3 1 0,-15 3 2 0,0-2-7 16,13 3 6-16,2-1-2 0,-2 0 2 0,-13-1-3 16,2 0 1-16,-1-1-6 15,15 3 3-15,-14-3 3 0,-1 3 0 0,2-2 4 16,9-1-2-16,-13 1-10 0,16-1 5 0,-16 2 8 16,2-2 2-16,2 0-8 0,-4-1-2 0,5 2 0 0,8-3 1 0,-10 2-1 15,11 0 5-15,-13-1-1 0,16 2-1 0,0-3 0 16,-15 2 4-16,17-2-10 0,-2 1 3 0,1 0 4 15,1-2-3-15,0 3-3 0,-1-1 2 0,0 1 3 16,0-3 0-16,0 0 1 0,3 3-3 16,-2-2-2-16,0 1 2 0,2-1 4 0,-1 0-1 15,3-1 0-15,-1 2-2 0,0-3 0 0,5 2 4 16,-2 0 0-16,2 3-7 0,28-5 1 0,-30 2 17 16,5 2-19-16,26 2 12 0,-2 1-8 0,-27 1 1 15,33 2-1-15,-5-3 12 0,0 5-20 0,-27-4 10 0,3 5-16 16,28-1 17-1,-31-3-1-15,3 5 0 0,23-2-3 0,-25-1 4 16,-1 2-2-16,29 1-1 0,-32 0 6 0,2-2-2 16,2 3 1-16,0-1-6 0,-4 0-7 0,2 0 6 15,-1 0 0-15,-2 0-8 0,-1-3 5 0,-2 2-1 16,-1-2-3-16,-1 0-4 0,-1 0 7 0,-2-1-2 16,-1-2 1-16,-15 1-2 0,3-3 6 0,12 4-1 0,-16-5 0 0,2 4 9 15,1-4-8-15,-5 2-7 0,2-1 6 0,0 1-4 16,1 1-9-16,-4-1 11 0,1 0 4 15,1 0 2-15,-2 2-2 0,2-4 6 0,1 2-9 16,-2 2 7-16,2-1-8 0,-2-1 7 0,1 1-7 0,-2-1 4 16,2 0 3-16,-2 0-8 0,1 0 3 0,-1 0 9 15,-2 0-4-15,2-1-2 0,-3 0 6 0,0-2-2 16,0 2-4 0,0-2 0-16,-3 1 3 0,-5-1 0 0,6-1-1 15,0 1 5-15,-6 1-5 0,-2-1-1 0,9-3 1 0,-8 0 2 16,2 4 4-16,5-4-2 0,-1-1-5 15,-9 3 0-15,10 0 2 0,-6-2 3 0,-2 1-1 16,1 2-4-16,2-2 3 0,2-2 0 0,-5 5 0 16,3-3 1-16,-2 1 14 0,2 1-21 0,-2-1 9 15,0-2-2-15,1 3-7 0,6-1 8 0,0 1-3 0,-6-1 13 0,5 0-8 16,-4 3-18-16,5-4 15 0,-1 3-4 0,-7 0 0 16,7-2 7-16,1 3-4 15,-7-2-7-15,8-1 10 0,-9 3-7 0,2-2-1 16,5 1 5-16,-4-1-4 0,5 1 2 0,-1 0-4 15,1 0 10-15,0 4-8 0,-6-4 2 0,-3 4 2 16,4-4 1-16,-1 4-6 0,6-2-1 0,-8 0 4 0,2 0 0 0,-1-2 2 0,7 2 1 0,-7-1 1 16,2-1-4-16,4 2-2 0,3-3 4 0,-10 2-7 15,10-2 6-15,0 1 1 0,-2 0-3 0,0 1 0 16,3-1 9-16,-3 0-7 0,4-1-2 0,-2 2-2 16,0 0 9-16,1 1-4 0,0 0-15 0,-1-1 4 15,1 1-1-15,2 1 3 0,0-2 3 0,3 1-9 16,-2 1 3-1,2 1-9-15,0 3-2 0,-4-2 1 0,4-1 3 16,-3 0-3-16,0 1-3 0,2-3 4 0,-1 2 12 16,-3 0 0-16,-10-2-10 0,8 1 11 0,-9 0-2 15,2-1 5-15,-3 1-2 0,0-3 5 0,-4 1-6 0,1-1 0 16,-2 1 4-16,0 2 1 0,-4-2 0 0,4 0-1 16,-1-2 2-16,0 3-9 0,-3-2 3 0,2 1 2 0,-1 0 7 15,2 1-3-15,2-1-3 0,-3-1 7 0,1 0-3 16,-1-1 2-16,6 2-8 0,-4 1-7 0,-1-1 6 15,2 0 1-15,-2-1 2 0,0 2 6 0,0 0-4 16,-4-1 2-16,2-1-2 16,-3 1 4-16,-3-1 3 0,1 1 9 0,-1-2-7 15,-5 3 15-15,9-2 2 0,-5 0-3 16,-4 2 9-16,5-3-5 0,-5 3 7 0,4-1 2 16,-4 1-7-16,5-1-1 0,-5 1-1 0,5-3 18 0,-5 3-13 15,0 0 3-15,7-3 1 0,-7 3-7 0,4-4 6 16,-4 4-6-16,2-1-2 0,-2 1-6 0,0 0 3 15,5-2-1-15,-5 2 3 0,0 0-6 0,5-3 5 16,-5 3 3-16,8 0-2 0,-8 0-1 0,5-5 3 16,-5 5 1-16,5-1 1 0,-5 1 0 0,3-3 1 15,-3 3-8-15,0 0 0 0,4-4-7 0,-4 4 2 0,0 0-3 0,2-3-5 16,-2 3 4-16,0 0-1 0,0 0-2 0,10 0 0 16,-10 0-1-16,4-1-4 0,-4 1 0 0,0 0 0 0,9 0-2 15,-5-2-3-15,-4 2 5 0,0 0-1 0,9 0 2 16,-9 0 1-16,0 0 5 0,0 0-1 0,8 0-1 15,-8 0-1-15,0 0 3 0,7 2-1 0,-7-2-2 16,0 0-1-16,0 0 3 0,0 0 0 0,0 0-1 16,0 0-2-16,0 0-2 0,0 0-2 0,0 0 0 15,0 0 1-15,0 0-2 0,0 0-3 0,0 0 5 16,0 0-1-16,5-3-5 0,-5 3 4 0,0 0-4 16,0 0-4-16,0 0 6 0,0 0-2 0,0 0 0 15,0 0-4 1,0 0 5-16,0 0 0 0,0 4-2 0,0-4 2 15,0 0 0-15,3 4-5 0,-3-4 4 0,1 6-3 0,-1 0-4 16,3-3 6-16,-2 0-3 0,-1 6-1 0,0-3 2 16,0 2-2-16,0 2 4 0,0 1 1 0,0 5-3 15,0-1 2-15,0 2 1 0,-1-1 0 0,-2 2-2 16,2 2-1-16,-2-1 5 0,2 0-3 0,0 2 5 16,-2-1 0-16,2-1-4 0,-2 0-1 0,0 1-3 0,1 4 7 15,-2-3-2-15,2-3 1 0,-2-1 1 0,2 2-6 16,0 0 3-16,2 1-2 0,-1-2 3 0,-2 1 0 15,0 1-3-15,1-2 1 0,2-2-1 0,0 1 3 16,-1 1-1-16,-2-1 0 0,0 2-1 0,3-2-1 16,-2 0 4-16,0 1-1 0,2-1-2 0,0-1-2 15,-3 1 3-15,2-1 1 0,1 1 3 0,-2 0-5 16,4-1 6-16,-6 0-9 16,4 1 5-16,0-1 1 0,0-5 0 0,0 6 0 15,-2-5 0-15,-1-1 2 0,2 2-3 0,0-1 0 16,-3 4-1-16,1-4-2 0,1 1 1 0,-1 2 1 15,2-3-3-15,-1 1 1 0,1 0 4 0,-1-1-1 16,-1 1-2-16,2-1-2 0,1-1 2 0,-1 1 3 16,-1-1-4-16,2-1 4 0,-1 1-1 0,1-1-2 15,1-3-2-15,-1 3 5 0,0-3-3 0,0 1 2 0,2-4-2 16,-1 6 5-16,0-5-4 0,0 2-2 0,1 0 0 16,0-2-1-16,-2 3 5 15,1-1 0-15,-1-1-3 0,2 2-3 0,-1-1 3 0,-1 0 1 16,0 0 1-16,1 1 5 0,-1-3-3 15,2 2-4-15,-1-1 2 0,-4 2 2 0,3-1-7 16,0-1 3-16,0 1 4 0,0 1 4 0,2-1-6 16,-4 2 3-16,4-4 2 0,-2 6 1 0,0-5-3 15,1 4 3-15,-1-4-3 0,0 3 5 0,0-3-6 16,-3 4 4-16,2-1-4 0,1-1 0 0,0 2 3 16,-3-1 3-16,2 2-5 0,-1 0-3 0,-1 2 7 15,-1-4 3-15,2 3-2 0,-1 0-3 0,1 1 1 16,-2 1 6-16,0 2-5 0,1 0 2 0,1-3-10 15,-6 3 35-15,8-1-5 0,-4 1 1 0,0-4-3 0,2 7-3 16,-1-8-3-16,-1 3-1 0,1 3-4 0,0 0 4 16,-1-1-5-16,2-2-1 0,-2 2-3 0,3-4 0 15,-2-1-2-15,2 6-30 0,0 0 7 0,-1-1 0 16,2 0 2-16,-2 3 2 0,-1-3 2 0,3-2 1 0,0 2 1 16,0 1 2-16,0 0-1 0,0-2-2 0,0-2 2 0,0 5 2 15,0-6-1-15,0 5 6 0,0-5-11 0,3 5 6 16,-3-4 6-16,1-2-4 0,-2 6 0 0,1 0 1 15,0-7-5-15,1 2 9 0,0 0-6 0,-1 4 1 16,2-3-3-16,-2-1 4 0,-2 5 0 0,2-5-1 16,0 6 9-16,0-7-8 0,-1 6 9 0,1-6-4 15,0 2 4-15,-4-1-2 0,4-2 0 16,0 2-3-16,3-2 4 16,-3 0-5-16,0 0 4 0,-3-1-2 0,3 0 1 0,0-1-1 15,0 0 4-15,0 0-6 0,0-2 0 16,0 1-4-16,3-2 6 0,-3 0 2 0,1 2-7 15,-1-2 6-15,0 0-4 0,3-1-2 0,-2 1 1 16,-2-1 4-16,1-4-4 0,1 4 3 0,-1-4-6 16,1 7 8-16,-1-7-4 0,0 1 5 0,0-1 1 15,0 0 2-15,0 5-4 0,0-5 7 0,0 0-6 0,0 0-18 0,0 0-40 16,0 0-50-16,0 0-121 0,0 0-156 0,0 0-409 16,0 0 181-1</inkml:trace>
  <inkml:trace contextRef="#ctx0" brushRef="#br0" timeOffset="151908.96">8271 17287 22 0,'0'0'150'0,"0"-9"3"15,0 9-17-15,-1-5 3 0,-1 2-6 0,2 3-8 16,0-4-5-16,0 4-11 0,0 0-14 0,0 0-11 15,-1-5-12-15,1 5-8 0,0 0-5 0,0 0-13 16,-2 12-8-16,2-1-1 0,2 14-3 0,-2 2-6 16,3 5-5-16,-2 6 7 0,4 8-17 0,4 4 8 15,1 4-12-15,3-3 1 0,0 0 5 0,-2-1-4 0,2-1-2 0,-3-14 34 16,4 10-6-16,2-2-2 0,-2-11-6 16,-3-2-1-1,-2 0-32-15,5-5-2 0,-9-7 7 0,3 0-3 0,-3-4-3 16,4 2 1-16,-9-16 2 0,9 18-5 0,-6-9 7 15,-1-4 4-15,1 0-1 0,-2 0-1 0,2-1 3 16,-1-1 1-16,-2 0-15 0,0-3-10 0,5 3-16 16,-5-3-26-16,0 0-17 0,4 6-33 15,-4-6-27-15,0 0-112 0,0 0-271 0,0 0 121 16</inkml:trace>
  <inkml:trace contextRef="#ctx0" brushRef="#br0" timeOffset="153822.18">8884 18137 50 0,'20'0'68'0,"-20"0"-2"0,52-1-3 0,-22 2-3 15,2-2 0-15,0 0-2 0,3 0-10 0,3-2 0 16,3 2-4-16,10-3-7 0,-1 2 3 0,-9-3-11 16,14 1 2-16,0-1-10 0,1 2 2 0,3-2-3 0,-3-2-4 0,1 0-3 15,1 0 7-15,-3 6-5 0,1-3-6 0,-2-1 2 16,0 4-8-16,-1-5 9 0,2 3 0 0,-1-4-7 15,0 5 3-15,-1-4 1 0,3 0-1 0,-3-1-1 16,4-1 3-16,-3 2-5 0,5 0-2 0,-6-1 8 16,1-2-6-16,1-1 0 0,0 3 9 0,-18 3-13 15,18-4 8-15,-4 2-5 0,-10 4-11 0,13-5 10 0,-16 5 1 16,3-1-3-16,10 0 0 0,-11 0-5 0,13 2-6 31,-2-2 1-31,-13 2-3 0,1 0 4 0,2 1-3 0,8-3 8 0,-10 1-4 16,-2 2 8-16,0-2 0 0,2-2-10 0,0 2 2 15,1-1 17-15,0-2-10 0,12 3-12 0,-1-3 16 0,-13 1 1 16,13-3 0-16,-11 4 4 16,16-1-8-16,-2-4 4 0,2 1-1 0,0 2-4 15,2-1 6-15,-1-2-4 0,2 3-1 0,0-2 8 16,0 2-8-16,-3-3 2 0,5 1 4 0,-1 1 4 16,-1-2 1-16,1 3-3 0,0 0-6 0,0 2 16 15,-1-2-13-15,2 5 7 0,-3-6-8 0,-3 3 2 16,1 1-6-16,0 1 7 0,3-3-9 0,-3 2 6 15,-2-8-1-15,2 10-8 0,2-1 10 0,-1-4-4 0,1 1 1 16,3-1 7-16,-1 1-7 0,-1-1 4 0,-2 2 2 16,2-2-9-16,-1 0 3 0,2 2 11 0,0-2-11 15,-3-1 12-15,1 4-2 0,1-3 7 0,-6 3-9 16,5-4 14-16,-1 2-9 0,1 1 0 0,-7-3-14 16,4 3 15-1,5-2-6-15,-4 5 3 0,0-4-8 0,-1 0 0 16,1 2 3-16,-4-2-2 0,-13 1 0 0,15-1-4 15,-3 0 2-15,-11 4-4 0,-2-2-1 0,14-1 5 16,-11 1 6-16,0 0-10 0,13 0-4 0,-2-1 10 16,-1 1-8-16,2 2 2 0,-1-2-4 0,-12-1 8 15,13-2 5-15,-3 4 1 0,-9 0-3 0,11-6-6 16,-12 6 7-16,15-2 6 0,-4-2 2 0,0 5 6 16,-12-2-5-16,12-3 0 0,-13 0-2 0,3 4 4 0,9 0-6 15,-13 1 0-15,15-3 3 0,3 2 1 0,-4-2-8 16,-11 3-5-16,12 3 2 0,-2-3 4 0,2-3-4 15,-13 3-3-15,16 0 5 0,1 0-9 0,-1 3-6 16,-2-3 12-16,-3 0-2 0,1-3 2 0,-12 3 0 16,1 3-2-16,13-7 0 0,-11 4 7 0,8 1-4 15,-14-2-8-15,5-2 1 16,9 6 0-16,-11-3 2 0,-3 0-6 16,15-3 7-16,-11 7 3 0,-3-4-5 0,15 0 3 15,0 3-6-15,-12-2 2 0,13-2-3 0,-2 5 8 0,-10-3-1 0,11-1-8 16,-11 0 7-16,8 0 5 0,-9 0-11 0,10 0 4 15,1-3 4-15,-10 3 1 0,0 0 4 0,10-2 1 16,-13-1 2-16,16 3-1 0,0 0 1 0,-16 0-5 16,21-1 4-16,-21 2 3 0,15-1-3 0,-1 3-6 15,4-3 4-15,-6 1 0 0,-10-1 1 0,12-1 3 16,-1 2 3-16,0-2 0 0,3 2-3 0,-4-2 4 16,4 3-2-16,-15-4-4 0,3 2-3 0,7-4 8 15,-11 1-4-15,-1 2 6 0,4 1-2 0,-5-2-4 16,2 1 4-16,-2-1 0 0,1-1-2 15,0-1-1-15,0 4-2 0,0-4-1 0,0 1 0 0,3 2 0 0,11 0-2 16,-11-2-3-16,-1 1 5 0,11-2-3 0,-10 0-2 16,-1 1-1-16,16-1 4 0,-1 0-4 0,-17 1 1 15,0-1 0 1,14 1 0-16,-11 0-3 0,-2-2 0 0,3 3 4 16,-3 0-4-16,2 0 2 0,-4-1 2 0,-2 1-1 15,5 1-3-15,-5 0 2 0,3-3-7 0,-2 4 9 16,1-1-7-16,2 0 1 0,0-1-1 0,3-1 4 15,-3 3-3-15,15 0-1 0,-15-3-3 0,0 0 6 16,1 2 0-16,-2 1-3 0,-1-2 0 0,-2 2 2 16,0-3 0-16,-3 1 2 0,0 2-3 0,1-1 2 15,-13-3 2-15,4 2 2 0,4-3-4 0,-6 2 0 16,-4 0 6-16,2-1-3 0,-2 2-4 0,-2-1-1 16,2 0 2-16,2-3 0 0,-4 3-2 0,2-2 0 0,1-2 4 15,-3 2-1-15,3 3-7 0,-2-6 3 0,1 5 3 16,1-1-3-16,0 0-2 0,-1-1 4 0,3 1 0 15,-2 0-2-15,-1 2 2 0,3 0 2 0,-1-1 2 16,-2-2 1-16,2 5 1 0,-2 0 3 0,-5-2-1 16,3-1 7-16,-3 3 2 0,1-1 3 0,-4-2-1 15,3 2-1 1,-12 1 0-16,16-2-3 0,-6 0 0 0,-10 2 2 16,16-4-5-16,-10 1-2 0,-6 3 2 0,14-2-8 0,-7-1-3 0,-7 3 5 0,14-3 2 15,-7 1-4-15,-7 2 7 0,14-3-7 0,-4 1-2 16,-1 0-2-16,-1-1 0 0,-8 3 3 0,15-2-3 15,-4-3-3-15,-1 4 4 0,0-1 0 0,0-1-4 16,-2 0 0-16,2 0 5 16,-10 3-2-16,14-3 2 0,-6 1-3 0,2 0-1 15,-1 1 2-15,-9 1-3 0,13-4-2 0,-4 1 2 0,-9 3 4 16,10-3 0-16,-1 1-6 0,-9 2 3 16,10-3 0-16,-10 3 0 0,12-4 0 0,-12 4 2 15,10-2 0-15,-10 2-4 0,13-3 3 0,-13 3-3 16,13-2 1-16,-13 2 0 0,12-2 2 0,-12 2-6 15,13-4 5-15,-13 4 5 0,0 0-3 0,14-2-2 0,-14 2 3 0,0 0 2 16,12-2-8-16,-12 2 6 0,0 0-1 0,0 0-3 16,0 0 0-16,13-1 2 0,-13 1-1 0,0 0-2 15,0 0 1-15,0 0 2 0,0 0-1 16,0 0-4-16,0 0 6 0,0 0 1 0,0 0-6 16,0 0 2-1,0 0-1-15,0 0 1 0,0 0-1 0,8-4 1 0,-8 4 4 16,0 0-3-16,0 0-2 0,0 0 4 0,0 0-1 15,0 0-4-15,0 0 2 0,0 0 1 0,0 0 4 16,0 0-1-16,0 0-1 0,0 0 1 0,0 0-1 16,0 0-3-16,0 0-1 0,0 0-6 15,0 0 11-15,0 0-3 0,0 0 2 0,0 0-5 16,0 0 4-16,0 0-1 0,0 0-2 0,0 0-2 16,0 0 1-16,0 0 2 0,0 0 1 0,0 0-3 0,0 0 2 0,0 0 1 15,0 0-3-15,0 0 6 0,0 0 8 0,0 0-3 16,0 0 1-16,0 0 0 0,0 0 6 0,0 0 8 15,0 0 12-15,0 0 8 0,0 0 9 0,0 0 15 16,0 0-1 0,4-8-9-16,-4 8 4 0,0 0-10 0,-2-10-1 0,4-1-5 0,-2 4 9 15,1-3-19-15,3-2-13 16,0-2-14-16,1-1-25 0,3-2-29 0,0 0-35 16,-1-9-49-16,-2 9-49 0,3-2-70 0,-3 2-203 15,-1 3-487-15,-3 1 215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8:15:05.18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4288 2135 73 0,'0'0'160'0,"0"0"-11"16,0 0-10-16,0 0 4 0,0 0 0 0,0 0 5 15,0 0-8-15,0 0 7 0,0 0 0 0,0 0 6 16,0 0 3-16,0 0 7 0,0 0 6 0,0-6 0 16,0 6 5-16,0 0-6 0,0 0 5 0,0 0-19 15,0-5-4-15,0 5-2 0,-3-4-3 0,3 4-10 16,0 0-6-16,3-5-1 0,-3 5-5 0,0-6 1 16,0 6 2-16,-3-5-9 0,3 5-11 0,0 0-2 15,0-3-16-15,0 3-12 0,3-4-11 0,-3 4-9 16,0 0-12-16,0 0-28 0,0 0-43 0,0 0-39 15,0 0-31-15,0 0 7 0,-4 12 5 16,4 0 9-16,1 15 19 0,2-3-4 0,-2 6 11 16,-1 2-1-16,3 4 9 0,-2-1 5 0,0 11 0 0,3-12 12 15,-3 0-3-15,2-2 10 0,1-3-4 0,-2 1 0 16,2-4 8-16,0-1 0 0,-4-5 7 0,3-2-3 16,-2-3 2-16,0-3 6 0,2-1-2 0,-2 0 3 15,-1-1-3-15,0-4 3 0,4 0 1 0,-4-1-3 0,1 0 3 0,-1 0-5 16,0-1 9-16,0-4-5 0,0 7-1 0,0-7 3 0,0 3 6 15,1 1-2-15,-1-4 2 0,0 0 14 0,0 3-11 16,0-3 0-16,0 0 0 0,0 0 3 0,0 0-3 16,0 0 3-16,0 0-1 0,0 0-4 0,0 0-17 15,0 0-9-15,0 0-21 0,0 0-20 0,0 0-44 16,0 0-51 0,0 0-62-16,0 0-36 0,-6-12-40 0,2 7-170 15,3-4-500-15,-3 1 221 0</inkml:trace>
  <inkml:trace contextRef="#ctx0" brushRef="#br0" timeOffset="1048.83">4307 2048 58 0,'0'0'147'0,"0"0"-3"0,0 0-2 15,0 0-4-15,-4-4-3 0,4 4-7 0,0 0 2 0,0 0-12 0,0 0-7 16,0 0-9-16,0 0-9 0,0 0-2 0,0 0-14 31,0 0-4-31,0 0-12 0,0 0-2 0,0 0-11 0,13-2 0 0,-5 2-10 16,3 0-1-16,6 0-8 0,5 0 0 15,-2 1-7-15,8 0 0 0,1 1-5 0,2 0-4 0,-2 2 1 16,2 1 0-16,0 2-2 0,-2 1-3 0,-4 1-1 16,-5-1-1-16,0 0 0 0,5 4-2 15,-9-1-2-15,10 4 4 0,-12-4-4 0,0 1-1 16,0 2-1-16,-3-1-4 0,-4 3 2 0,-3-4-5 16,0 5 2-16,-7-5 2 0,-2-1 3 0,-2 7 6 15,-9-2-1-15,-2 2 1 0,-5-1 4 0,-4-1 2 16,-1-2 11-16,-3 1-3 0,-1-2 8 0,2-4 3 15,-6 4 10-15,4-8 6 0,4 8-5 0,-1-9 4 0,8 4-1 0,3-5 1 16,0 0-5-16,5-1 0 0,3 0 0 0,3 2 3 16,-1-3-3-16,3 1 1 0,-1 0 7 0,-1-1 4 15,2 0 10-15,5-1-3 0,-5 2-5 0,5-2 5 16,-9 0-14-16,9 0-2 0,-4 2-2 0,4-2-6 16,0 0-4-1,0 0-6-15,0 0 0 0,0 0-6 0,-5 0 2 16,5 0-1-16,0 0-5 0,0 0 2 0,0 0 6 15,0 0-8-15,0 0-9 0,0 0 4 0,0 0-4 16,0 0 2-16,0 0-3 0,0 0-1 0,0 0 2 16,0 0-5-16,0 0-3 0,0 0 6 0,-8 0-6 15,8 0 6-15,0 0-3 0,0 0 1 0,0 0-1 16,0 0 3-16,0 0-6 0,0 0 3 0,0 0 2 16,0 0-2-16,0 0-3 0,0 0 0 0,0 0 0 0,0 0 1 0,0 0-3 15,0 0 1-15,0 0-8 0,0 0-10 0,0 0-10 16,0 0-19-16,0 0-19 0,0 0-21 15,0 0-21-15,0 0-38 0,0 0-25 0,0 0-18 16,0 0-31-16,0 0-216 0,0 0-471 0,0 0 209 16</inkml:trace>
  <inkml:trace contextRef="#ctx0" brushRef="#br0" timeOffset="1850.5">4279 2464 20 0,'0'0'122'0,"0"0"-2"0,0 0-10 15,0 0 5-15,0 0-6 0,0 0 1 0,0 0-5 16,0 0-7-16,0 0 1 0,0 0-10 16,0 0-7-16,0 0-13 0,0 0-2 0,0 0-6 15,14-4-9-15,-4 1-4 0,2 1-7 0,3 0 1 16,2 1-8-16,4-1-1 0,7-2-5 0,4 4-3 15,0-3-1-15,3 6-2 0,2-6 5 0,-1 6-1 16,1-2 2-16,0 3-1 0,-3-2-8 0,1 2-3 16,-2 2 1-16,-1 0 0 0,-2 4-2 0,-4-2-5 15,-5-1-1-15,-3 1 3 16,-1 0-2-16,-1 5-4 0,-1-4 1 16,-8 1-3-16,4 3 3 0,-6-3 1 0,-4 1 2 15,-1 0 1-15,-1 0 5 0,-4-1 7 0,-5 4 2 0,-3 0 6 0,-5-2 2 16,-5 3 1-16,-5-3 1 0,1-1 6 0,-5 1-2 15,-5 0 1-15,4-2-6 0,-7-2 3 0,2 1 2 0,-13-1 1 16,14-3 0-16,1 2 2 0,4-4 5 16,1 1-9-16,5-1 3 0,7-3-5 0,2 3 0 15,-1-2-5-15,5 0 0 0,3 1 5 0,1-2 5 16,1 0 5-16,2 0 12 0,6 0-4 0,-9 1 2 16,9-1 0-16,-9 0 3 0,9 0-6 0,-5 0-1 15,5 0 0-15,0 0-5 0,0 0 6 0,-9 0-9 16,9 0-7-16,0 0 0 0,0 0-6 0,0 0 0 15,0 0-3-15,-8-3-7 0,8 3 2 0,0 0-3 0,0 0-13 16,0 0 1-16,0 0-18 0,0 0-6 0,0 0-15 16,0 0-4-16,0 0-14 0,0 0-15 0,0 0-24 15,0 0-42-15,0 0-49 0,0 0-32 0,14-5-51 16,-7 4-188-16,-2-5-486 0,4 4 215 0</inkml:trace>
  <inkml:trace contextRef="#ctx0" brushRef="#br0" timeOffset="2552.02">5029 2692 11 0,'0'0'113'0,"0"0"-4"16,-10 0-5-16,10 0-5 0,0 0-2 0,0 0-14 15,0 0 1-15,0 0-5 0,0 0 1 16,0 0-10-16,22-3-5 0,-12 0-7 0,4 1-10 15,1-2 1-15,6 1-7 0,0-4 3 0,6 1-12 0,1 0-5 0,-2-1 0 16,2-2-6-16,1 1-2 0,0-4 3 0,-4 3-3 16,1-2 0-16,-5 0 3 0,1-2 4 0,-3 5 5 15,-1-6 6-15,-1 4 20 0,-3-4 2 0,-1 2-5 16,-2 2 6-16,-2-2-2 0,-3 3 8 16,1 0 5-1,-5-2-2-15,2 0 4 0,-1 3 13 0,-5-4-7 0,1 5-8 16,-3-3-9-16,-2 3-5 0,-2-1-11 0,-4 5-3 15,0-2-6-15,-7 4-3 0,-2-2-5 0,1 5-3 16,-2 0-6-16,2 1-1 0,1 2-7 0,-2 3-2 16,1-1-3-16,-3 7-2 0,4-2-3 0,-3 5-2 15,5 0 1-15,2-2-2 0,2 7 2 0,4-6 2 16,-1 2-2-16,6 0 2 0,0 0 0 0,3 1 0 16,2-1 5-16,3-2-1 0,6-2 2 0,-1 0 6 0,7-1 1 15,4 2 0-15,9-3-1 0,1-1 1 0,2-6-1 0,4 5-6 16,-2-8-25-16,4 1-40 0,-2-5-51 0,-3 2-67 15,-1-1-75-15,-2-5-145 0,-1-2-424 0,-10 3 189 16</inkml:trace>
  <inkml:trace contextRef="#ctx0" brushRef="#br0" timeOffset="3005.91">5784 2392 130 0,'5'-3'205'0,"0"3"-24"15,3 0-18-15,-3-2-17 0,5 4-17 0,2 0-11 16,-3 1-16-16,1 4-9 0,2-5-9 0,3 8-2 15,-1-2-1-15,4 4-4 0,-3-2-9 0,-1 4-7 0,2 1-5 0,-1 0-6 16,-4 1 2-16,1 0-14 0,3 4 2 16,-6-2 3-16,-1-1-3 0,-2 1-2 0,-1-1 5 15,-2 1-7-15,-3-6-1 0,0 0 7 0,-3 0 2 16,-1 0 10-16,-2-2 5 0,1-1 8 0,-3-1 5 0,-1-1 5 31,1-1 9-31,-3-1 18 0,1-4 26 0,0 2 21 0,2-3 29 16,8 0 2-16,-13-4 20 0,9-1 6 0,0-1 11 15,-2-4-13-15,4 0-16 0,1-4-15 0,4-5-19 16,4-6-13-16,5-1-16 0,0-3-14 0,3 5-14 16,2-2-10-16,3-2-11 0,-1 6-7 0,2 3-9 15,-2 0-11-15,-3 5-9 0,-1 3-25 0,-2 0-27 16,-1 3-36-16,-1-1-29 0,-2 4-50 0,-1-2-57 16,-1 3-58-16,-2 2-67 0,0-1-67 0,-1 2-348 0,-4 1-781 0,0 0 345 15</inkml:trace>
  <inkml:trace contextRef="#ctx0" brushRef="#br0" timeOffset="6559.79">6478 2423 31 0,'0'-3'173'0,"0"3"0"0,0-7 7 16,0 7-3-16,0-6-1 0,0 6-5 0,4-5 6 0,-4 5 1 15,0-5-4-15,0 2 7 0,0 3 1 0,1-5 10 16,-1 5-11-16,0 0-1 0,0-7-3 0,0 7-11 16,0 0-12-16,0-2-13 0,0 2-5 0,0 0-22 15,0 0-11-15,0 0-16 0,0 0-17 0,0 0-18 16,0 0-31-16,0 0-22 0,0 0-11 0,0 0-4 15,0 14-1 1,0-4 0-16,0 2 0 0,0 3 2 0,-1 1 5 0,-3 4 2 16,3-1 3-16,1 1 0 0,0 5 4 0,0 0-1 15,0-5-2-15,0-4 3 0,0 2 4 0,0-1-4 16,-3-3 1-16,3-4 3 0,3-1-1 0,-3 0 6 16,0-3 0-16,0 1 6 0,0-2 2 0,0 0 12 0,0-3 22 15,1 2 9-15,-1-4 57 0,0 0 23 0,5 5 34 16,-5-5 19-16,0 0-8 0,0 0-19 0,1-11-17 15,6-1-17-15,-2 1-11 0,3-4-15 0,-2-1-11 16,3-2-8-16,0-7-9 0,-3 8-7 0,3-1-11 16,-1 2-6-16,-3 6-11 0,-1-1-2 0,2 3-1 15,-4 3-7-15,3-2-2 0,0 5-8 0,-3-3-7 16,0 2-7-16,-2 3-6 0,3-4-4 0,-1 1-20 16,-2 3-24-1,0 0 5-15,0 0 3 0,14 7-1 0,-5-2-7 16,-2 3 0-16,1-1-16 0,2 2 11 0,0-1-7 15,6 6-12-15,-2-4-17 0,1 4-22 0,3-4-33 0,1 0-28 16,6 4-36-16,-8-7-46 0,10 5-53 0,4-4-39 16,-2-3-30-16,-7-3-199 0,11-1-621 15,-3 0 274-15</inkml:trace>
  <inkml:trace contextRef="#ctx0" brushRef="#br0" timeOffset="6929.3">7335 2455 89 0,'3'-6'271'0,"-6"-2"-9"16,3 4-17-16,-1 0-12 0,0-3-19 0,-4 4-16 0,2 0-22 16,3 3-17-16,-5-4-18 0,0 4-13 0,5 0-20 15,-18 4-13-15,7-1-7 0,0 2-9 16,-3 5-8-16,0 3-7 0,-1-2-7 0,2 1-8 16,-1 2-5-16,4 1-3 0,-3 1-7 0,3 0 0 15,1 0-6-15,1-2-1 0,3 2-2 0,-1 1-1 16,5-8 2-16,-2 4-8 0,2-3 8 0,2-1-8 15,-1-2 2-15,4 0 2 0,2-1 3 0,2-1 0 16,1 0 2-16,1-2-2 0,8 0 5 0,1-5-8 0,-1 1 1 0,2-3 0 16,0 0 3-16,-4-2 11 0,2-1 10 0,-4-3 3 15,1 0 16-15,-3-2-4 0,3-2 13 0,-6-3-6 16,-1 2-12-16,0-3-6 0,-4 2 0 0,0-1-2 16,-1 1 7-16,-3 4 0 0,0-3-2 0,-1 3-6 0,-2 2-6 15,0 0-7-15,-1 1 0 0,-4 3-13 0,4-3-19 16,-1 6-17-16,-8-1-14 0,3-1-24 0,-3 3-14 15,-2 4-26-15,-2 0-22 0,-1 4-29 0,6-4-31 16,-1 3-38-16,4 1-41 0,0 0-50 0,-1-1-173 16,2 4-516-16,5-4 229 0</inkml:trace>
  <inkml:trace contextRef="#ctx0" brushRef="#br0" timeOffset="7483.96">7605 2356 259 0,'0'0'323'16,"-5"-5"-10"-16,5 5-21 0,-1-3-19 0,1 3-26 15,0 0-25-15,-4-2-31 0,4 2-25 0,0 0-19 16,0 0-28-16,0 0-23 0,0 0-19 0,0 0-7 16,0 14-9-1,0-4-3-15,3 2-10 0,-3 3 0 0,1 4-7 16,0 0-4-16,-1 6-4 0,5-1-1 0,-5-5-2 16,5 8-4-16,-4-13 0 0,2 5-4 0,1-4 1 15,-2-2-4-15,2 1-1 0,-1-3-3 0,2-2-2 0,0-3 3 16,-5 1 2-16,4-2 5 0,-2 0 19 15,0-2 33-15,0 1 19 0,-2-4 23 0,9 0 13 16,-9 0 12-16,17-7-18 0,-7 0-6 0,4-4-11 0,-2-2-12 0,3 1-11 16,4-8-5-16,-4-1-11 0,2-2-4 0,1-1-7 15,-1 1 1-15,-2-1-19 0,-2 0 6 0,-2 6 1 16,-3 1 1-16,0 2 5 0,-5 3 6 0,3 3 8 16,0-1 9-1,-4 5-3-15,2-2-10 0,-2 2-4 0,-1 3-15 0,0-1-15 0,2-1-21 16,-3 4-31-16,0 0-34 0,1-5-39 0,-1 5-38 0,0 0 11 0,0 0 12 15,0 18 7-15,-1-7 13 0,1 3 17 0,-2 1 3 16,2 4 10-16,0 2 6 0,2-2 7 0,2 5 11 16,2 2 0-16,0-9 9 0,3 0-1 0,1 0-1 15,4 0-24-15,-1-5-15 0,5 0-49 0,-1 0-51 16,2-1-69-16,-1-3-84 0,1-5-236 0,1 0-605 16,-2-4 268-16</inkml:trace>
  <inkml:trace contextRef="#ctx0" brushRef="#br0" timeOffset="8701.51">8230 2631 185 0,'0'0'259'0,"0"0"-22"0,0 0-28 16,0 0-21-16,0 0-20 0,0 0-17 0,15-9-13 15,-7 4-12-15,0 1-14 0,1-4-7 0,-1 1-6 16,4-6-4-16,1 1-8 0,-2-2-1 0,-2 1 0 15,-1-3-7-15,2-1-5 0,-2 0-4 0,2-8-8 16,-2 0-3-16,-1-1-6 0,1-2-8 0,-4-1-6 0,1 1-2 0,-5-2-3 16,0 1 2-16,1-1 1 0,-2 3 11 0,1 9 9 15,-5-2 13-15,1 3 8 0,-1 1 8 0,2-1 8 16,-1 7-2-16,3 1-3 0,-3 0-1 0,3 4-13 16,-3-1-8-16,3 1-17 0,1 3-2 0,-2-2-33 0,2 4-29 15,0 0-9-15,0 0 0 0,0 0 2 0,-15 8-1 31,9 4 8-31,-1 2-7 0,-4 1 7 0,3 10-4 0,-2 1 9 16,1 3 0-16,0 3 9 0,4 0-6 16,-4 3 0-16,3-5 1 0,2 3 1 0,3-1 9 15,0-1-7-15,2-2 0 0,0-2 2 0,6-3 2 16,-1-4 6-16,4-3 1 0,2 1 5 0,0-3-7 16,1-2 12-16,5-4 3 0,-3 1 0 0,3-1 0 15,2-1-3-15,1-5 0 0,6 1-1 0,-5-3 2 0,6-2-3 0,-6-2 0 16,4-1-2-16,-5 0 3 0,-2-4-3 0,0 0-5 15,5-4 7-15,-7 0 6 0,5-7-4 0,-8 4-4 16,0-6-3-16,2-4-1 0,-4-1 1 0,1-5-9 16,-2-2 3-16,-3-2-5 0,1-11 6 0,-3 12-3 15,-3-1 4-15,-2 0-5 0,-1 1 15 0,-1 2 9 16,-2 1 23-16,0 2 14 0,1 4 3 0,0 5 14 0,-1 2 3 16,1 1 6-1,-1 5-5-15,0 0 8 0,1 0 1 0,2 3-3 0,-4 1-3 16,1 2-10-16,1 2-10 0,1-1-7 0,-3 0-9 15,3 3-19-15,1 2-19 0,0 0-32 0,0 0-33 16,-6-5-46-16,6 5-42 0,0 0 5 0,0 0 11 16,-3 14 15-16,3-4 16 0,-3 7 8 0,2 0 6 15,-3 10 8-15,-1-3 5 0,0 5 10 0,-3 4 0 16,2 14 15-16,-1-13 1 0,5 0 15 0,-1 1-5 16,-1-3 2-16,7 0 6 0,-3-6 3 0,1 3 6 15,3-4 1-15,0-4-3 0,0-3 1 0,0 0 8 16,1-2 3-16,2-1 2 0,0-4 0 0,-2 1 8 15,2-3 1-15,0-1 8 0,3 1 2 0,-1-3 0 16,1 1-1-16,3-1 0 0,-1-2 1 0,1-2 0 0,-1 2-8 16,2-3 12-16,4 1-10 0,-4-2-1 0,0 0 3 15,-2-2-1-15,3 1 4 0,-2-3-5 0,1-1-6 16,-4 3 8-16,4-4-1 0,-4 2 21 0,-1-3 0 16,3 2 1-16,-5-3 16 15,2-1-5-15,0-1 8 0,-1 0-6 0,2-4-7 16,-7 4 1-16,4-5 2 0,1-1-4 15,-3 3 9-15,0-1 2 0,0-1 7 0,-1 0 2 16,0 3 0-16,1 1 1 0,-1-1 2 0,-3 0 7 0,0 2 5 16,2 0 9-16,-2 0 5 0,-1 1 3 0,0 2-3 15,3 0-3-15,-3 7-4 0,1-10-5 16,-1 10-9-16,0-8-7 0,0 8-2 0,0-6-15 16,0 6-8-16,0 0-11 0,0-6-7 0,0 6-33 15,0 0-25-15,0 0-30 0,0 0-32 0,0 0 3 0,0 0 13 0,0 0 9 16,0 23 6-16,0-12 8 0,-1 0 11 0,-3 1 2 15,4 5 1-15,-3-1 5 0,2 2 9 0,0-2-2 16,1 1 7-16,0 2 0 0,1 0 10 0,-1 1-6 16,1-3 8-16,-1 0 4 0,3-1 0 0,-3-3-1 15,1-2 3-15,3-1 2 0,-4-1-7 0,4 0 9 16,-4-7 5-16,1 5-1 0,2 0 4 0,-3-7 10 0,0 3 0 16,0-3 8-1,0 0 9-15,1 5 15 0,-1-5 13 0,0 0 4 0,0 0 12 0,4 6-1 16,-4-6 1-16,0 0-6 0,0 0 2 0,0 0-5 15,0 0-8-15,0 0-20 0,0 0-37 16,0 0-32-16,13-12-35 0,-9 5-54 0,1-2-50 16,-1 6-58-16,1-8-60 0,1 0-71 0,6-5-61 15,-9-1-270-15,0 0-750 0,3-7 331 0</inkml:trace>
  <inkml:trace contextRef="#ctx0" brushRef="#br0" timeOffset="8871.26">9136 2039 268 0,'0'0'391'0,"-4"-5"-20"0,4 5-25 15,0 0-13-15,-5-3-31 0,5 3-36 0,0 0-20 16,0 0-30-16,0 0-38 0,0 0-40 0,0 0-41 16,0 0-56-1,0 0-71-15,27 4-93 0,-18 2-119 0,-9-6-225 16,14 3-505-16,-9-1 223 0</inkml:trace>
  <inkml:trace contextRef="#ctx0" brushRef="#br0" timeOffset="11661.39">9537 2001 25 0,'0'0'274'0,"4"-3"-17"16,-4 3-30-16,0 0-22 16,0 0-23-16,0 0-21 0,0 0-23 15,0 0-19-15,0 0-10 0,0 0-15 0,0 0-8 0,-6 15-5 0,-1-9-18 16,2 6-24-16,-5-2-42 0,1 4-40 0,-4 0-37 15,3 2-72-15,-3-2-145 0,4 0-322 0,-1-6 142 16</inkml:trace>
  <inkml:trace contextRef="#ctx0" brushRef="#br0" timeOffset="12092.49">9807 2213 28 0,'0'0'326'0,"4"-3"-17"0,-4 3-18 0,1-4-20 0,-1 4-25 0,0 0-22 16,1-4-19-16,-1 4-25 15,0 0-22-15,0 0-17 0,0 0-17 0,0 0-17 0,0 0-13 0,0 0-11 16,-14 16-13-16,4-7-1 0,1-5-6 0,0 1-13 16,-1 1-1-16,-3 4-6 0,4-3-5 0,-4 4-5 15,7-2 0-15,-2 0-8 0,3 4 3 0,0-2-5 16,1 1-1-16,3-1 3 0,2 2-5 0,6 2-3 16,3-1 9-16,-1 1-12 0,6 0-4 0,3 4 5 15,4-3 0-15,-1 0-4 0,2 2 5 0,-2-3-9 0,-5-3 9 16,-1 2-12-16,-3-1 0 0,1-4 3 0,-4 0-7 15,0-1 0-15,-8 0-15 0,3-2-8 0,-4 0 1 16,0 3 5-16,-5-4 2 0,-6 6 5 0,-5-4-2 16,-12 5 5-16,-3-5 1 0,-1 0-7 0,-3 0-39 15,0-2-38 1,-2-5-58-16,3 0-81 0,2 0-252 0,1-3-519 16,3-2 230-16</inkml:trace>
  <inkml:trace contextRef="#ctx0" brushRef="#br0" timeOffset="12910.05">11246 2230 41 0,'0'-12'257'0,"2"3"2"15,2-2-8-15,0-1 0 0,-3 2 2 0,3 1-3 16,-3-3 0-16,3 5-4 16,-4-1-7-16,4 3-2 0,-4 0-29 15,0-1-28-15,0 6-22 0,1-4-23 0,-1 0-19 0,0 4-33 0,0 0-25 16,0 0-16-16,0 0 0 0,4 17-8 0,0-5-3 15,-4 3-5-15,1 13 2 0,-2-1-6 0,2 4-3 16,-1-4 0-16,0 7-1 0,0-6 1 0,-5 2-4 16,5 1-10-16,0-4 9 0,0 2-2 0,0-10 1 15,4 1 0-15,-8-2-2 0,8-1 1 0,-4-6-15 16,0 0 19-16,-4-5-6 0,4 1 3 0,0-3 5 16,4 1 53-16,-4-2 37 0,0-3 39 0,0 5 46 15,0-5 30-15,0 0 10 0,0 0-21 0,0 0-25 16,-9-18-20-16,5 4-17 0,0-5-14 0,2-7-14 15,-1-3-17-15,-2-5-16 0,5-17-10 0,0 2-16 16,1-1-3-16,6 1-3 16,-5 15-7-16,6 0-1 0,-4 1 1 15,2 2 2-15,-2 5 8 0,1 8-1 0,-2 1-2 16,2 2-11-16,-4 3-3 0,3 5-5 0,0 0-10 16,1-2-2-16,-1 3-9 0,3-1-8 0,2 3-24 0,5-2-45 0,3 6-34 0,5 0-37 15,7 3-37-15,3 1-37 0,-4 4-35 0,4 0-30 16,-1 5-31-16,-6 3-40 0,-1 1-50 15,0 4-48-15,-7-2-270 0,-1 3-768 0,-6-5 340 16</inkml:trace>
  <inkml:trace contextRef="#ctx0" brushRef="#br0" timeOffset="13117.64">11384 2667 266 0,'-3'2'277'0,"2"1"-1"16,1-3-17-16,-4 3-18 0,4-3-22 0,0 0-16 15,0 2-19-15,0-2-15 0,0 0-17 0,21 0-14 16,0 0-16-16,10-2-10 0,2-1-13 0,3 0-14 16,5-2-36-16,10 4-40 0,-13-4-50 0,-2 2-53 0,-3-1-69 0,-1-4-65 15,-4 2-161-15,-1-2-422 0,-9 1 186 0</inkml:trace>
  <inkml:trace contextRef="#ctx0" brushRef="#br0" timeOffset="13342.32">11441 2426 264 0,'-5'0'317'0,"5"0"-23"0,0 0-23 16,-13 2-10-16,13-2-16 0,0 0-25 0,0 0-14 15,0 0-29-15,0 0-17 0,0 0-13 0,0 0-18 16,37-5-14 0,-2 5-26-16,2-2-36 0,22 0-48 0,-6-3-57 15,1 0-55-15,1 0-48 0,-3-1-62 0,-15-1-187 16,1 1-438-16,1-2 195 0</inkml:trace>
  <inkml:trace contextRef="#ctx0" brushRef="#br0" timeOffset="13864.77">12350 2253 40 0,'-3'-9'417'16,"2"6"16"-16,1 3-11 0,-3-5-8 0,3 5-26 15,0 0-34-15,0-5-34 16,0 5-34-16,0 0-32 0,0 0-26 0,0 0-34 15,0 0-19-15,-6-4-27 0,6 4-19 0,0 0-47 16,0 0-19-16,0 0-5 0,5 15-8 0,-4-4-9 16,-1 6-5-16,4 1-4 0,-1 7-7 0,-2 1-5 15,-1 2-1-15,0-1 2 0,-1 0 1 0,2 4-5 16,-1-4 1-16,1-1-5 0,3-1 3 0,-4-6 0 16,4 1-5-16,-4-2 7 0,4-2-13 0,-3-3 9 0,3-2 0 15,-4-1-4-15,4-1-4 0,-4-4-4 0,1-1 7 0,0 1 4 0,-1-5-4 16,0 5 19-16,0-5 16 0,3 5 22 0,-3-5 30 0,0 0 23 15,1 2 20-15,-1-2-18 0,0 0-12 16,9-14-11-16,-5 2-8 0,2-4-17 0,3-4-19 31,-1-5-23-31,-2-6-29 0,3-1-23 0,3-13-18 0,-5 0-22 0,0-2-14 0,-1 13 8 0,-5 0-3 16,-1 0 9-16,-1 2 8 0,-4 3 13 0,-1 3 4 16,-2 10-1-16,-1 0 5 0,-5 3 0 0,-1 0-3 15,-12 3 16-15,-1 3-20 0,-6 6 7 0,1 2 4 16,-4 2-2-16,3 6 1 0,1 3 6 0,-2 2 0 15,3 4 8-15,3 3-3 0,4 4 5 0,6-2-13 16,1 0-28-16,8-5-5 16,4-2 7-16,3 3 3 0,9-3 7 0,6 1 2 15,12-2 11-15,8-1-6 0,14 0-22 16,8-8-50-16,3-3-65 0,-2-6-67 0,4-4-79 16,-9-1-304-16,2-6-672 0,-1-1 298 0</inkml:trace>
  <inkml:trace contextRef="#ctx0" brushRef="#br0" timeOffset="14274.96">12604 2073 161 0,'0'-6'404'0,"0"2"5"0,3-2-12 16,-3 2-17-16,0 4-23 0,-3-5-37 0,3 5-30 15,3-4-32-15,-3 4-35 0,0 0-24 0,0-3-20 16,0 3-23-16,0 0-42 0,0 0-18 0,0 0-11 0,0 0-14 16,0 0-8-16,-3 19-13 0,3-9-1 0,-2 1-9 0,-1 0-2 0,-1 9-3 15,3-3 3-15,-3 1-4 0,0-2-3 0,4 1-5 0,0-6-7 16,-5-1-12-16,5-6 2 0,-1 1-5 15,1 0 3-15,0-5 3 0,0 7 28 0,0-7 26 16,-4 5 37-16,4-5 10 0,0 0-10 0,0 0-10 16,18-9-9-16,-10 1-1 0,1-1 3 0,2 1-3 15,-1-1-3-15,4 0-5 0,-4 1-7 0,-1 0-3 16,1 1-5-16,-1 1-9 0,-2-2-7 0,2 7-5 0,1-3-12 16,-1 1-5-16,1 3-26 0,4 3-14 15,3 2-24-15,1 4-12 0,1 2-29 0,3 7-45 16,1 0-70-16,-3 5-70 0,-3-1-99 0,-5 0-419 15,-1-3-852-15,-3-2 377 0</inkml:trace>
  <inkml:trace contextRef="#ctx0" brushRef="#br0" timeOffset="15461.65">3557 3305 7 0,'0'0'189'0,"0"0"-28"0,0 0-12 0,0 0-17 16,0 0-10-16,0 0-12 0,18 0-14 0,-8-1-4 15,4 1-5-15,4 0-11 0,1 0-3 0,-2-2-5 16,7 4 0-16,3-4-9 0,4-1-5 0,-1 3-4 16,2 0-2-16,1 0 1 0,6-1 1 0,12 0-3 15,-11-2-1-15,16 1-1 16,-3-1-9-16,4 2 1 0,-3-2-5 0,4-1 1 15,2 3-5-15,4-4 4 0,27 2 1 16,-30 1-1-16,5-2 2 0,1 1 0 0,30-1-2 16,-6-1 4-16,-31 2-2 0,9-2 0 0,24 2-6 15,-29-1 3-15,27 2-4 0,-26 2-2 0,24-6-2 0,-23 4-2 16,-4-1-4-16,30 5 0 0,-33-4 1 0,9 1-3 16,-4-3 0-16,34 0 1 0,-34 3-4 0,29-2 0 0,-29 0 1 15,31-5 7 1,-30 5 10-16,27-2-1 0,-3 3 1 0,-26-5-4 0,26 3 1 15,-23 0-1-15,26 2-4 0,-3-3-1 0,2 0-2 16,1 0 3-16,-26-1-1 0,30 4 3 16,-3-2 0-16,2 0-2 0,-3 2-6 0,1 4 2 15,4-8 0-15,-1 5-1 0,7-4 2 0,1 3-3 16,-3-1 1-16,2 1-2 0,0-1-1 0,3 1 4 0,8 0 2 16,-1 0 5-16,9-1-2 0,-1 3-3 0,-3-3 4 15,-1 2 0-15,8 0-8 0,6-3 2 16,4 3 0-16,2 1 1 0,1-2-3 0,0 1 2 15,4 2-6-15,2-3 17 0,2-1-7 0,2 3-1 16,0-3 7-16,-3 3-2 0,-1 0 2 0,8 1-3 16,-2-1-2-16,4 2-2 0,-4 3 0 0,-11-3 7 0,2-2-5 0,-1 3-1 15,2 0-1-15,-4 1-3 0,-9 3-1 0,-5-2 0 16,-4-3-4-16,-9 3 2 0,-2-2 2 0,-3-1 3 16,-5 3-9-16,-9 0 10 15,5 2 3-15,-33-7-12 0,-2 2 16 0,-3-2 2 16,-5 0 4-16,2 0-4 0,-6-1 6 0,-13-2 0 15,-2 3 9-15,-5-1-8 0,1-1 5 0,-9 1 6 0,-7-1-4 0,2 0-3 0,-6 2-3 16,0-2-17-16,-4 2 15 0,1 0-9 0,-8 0-14 16,12-3-12-16,-8 2-26 0,0 0-41 0,-4 1-56 0,0 0-55 15,0 0-51-15,0 0-81 0,0 0-292 16,0 0-650-16,-19-10 288 0</inkml:trace>
  <inkml:trace contextRef="#ctx0" brushRef="#br0" timeOffset="72593.75">6533 5317 19 0,'14'-4'67'0,"3"0"-15"16,-3 3 0-16,0 0-9 0,0-1-1 0,-1 0 0 15,0 1 1-15,0-3 7 0,-1 2 13 0,-2-2 0 16,-1 3 14-16,0-4 11 0,0 2 10 0,-4 0 12 16,0-1 11-16,2-1 9 0,-5 3 9 0,2-1-4 15,0-1-2-15,1 1 14 0,-1 1-7 0,-3-3-6 0,-1 0 1 16,0 5 0-16,3-5-16 0,-3 0-7 0,0 1-11 15,-3-1-12-15,-1 1-7 0,-2-1-12 0,-2 2-12 16,-2-2-6-16,-8 0-11 0,1 2-2 0,-2 1-5 0,-4 0-9 16,-3 2-3-16,-1 0 21 0,-5 2-9 0,5 1 2 31,-4 1-11-31,-2 2-2 0,5 1-1 0,-3 0-3 0,3 3-2 16,0-3-6-16,4 5-4 0,5-3-5 0,-1 1 1 15,5 2-5-15,1-2-3 0,0 2-2 0,2 2-4 0,2-4-11 0,5 0-1 0,1-1-1 16,4 4 1-16,2-4 6 0,1 4 0 15,5-2 2-15,4-1 6 0,4 1-1 0,3-6 1 16,8 3 3-16,3-3 1 0,-1-5 4 0,3 0-5 16,1-5 5-16,-1 1 1 0,-5-1 2 0,1-6 7 15,-1 0 7-15,-3-4 11 0,-1-1 12 0,-1 1 17 16,0-4 14-16,-4-1 23 0,-2-2 3 0,-6-2-1 16,3 0 4-16,-7-3 5 0,1 1 14 0,-2-6-13 15,-4-2-4-15,-1-11-1 0,4-1 0 0,-9 12 10 16,1-1-2-16,0-1 1 0,0 3 6 0,-1 2 4 15,0 2-8-15,-1 1-5 0,2 3-6 0,0 7-1 16,3 0-9-16,-3 3 4 16,0 4 3-16,4 4-10 0,-4-2-7 0,2 4-14 15,0 0-9-15,1 2-16 0,1-3-34 0,0 6-39 16,-5-3-42-16,5 3-50 0,0 0-37 16,0 0 13-16,-1 12 20 0,0 1 14 0,1 12 12 0,-3 5 13 15,3 4 9-15,0 1 6 0,-2 11 10 0,-2-2 10 16,6-8 4-16,0 0 4 0,0-2 6 0,1-1 4 15,1-2 2-15,-1-1 15 0,1-1-3 0,-1-2 11 0,0-9-14 16,1 1-4-16,0-4 12 0,0-1 1 0,-3-2 0 16,2 0 5-16,-2-5 0 0,2-2 10 0,-1 3-4 0,-2-4 8 15,1-1 17-15,-1-3 7 0,3 9 11 16,-3-7 19-16,0-2-2 0,4 4 12 0,-4-4 4 16,0 0 1-16,1 4 1 0,-1-4-4 0,0 0 2 15,0 0-2-15,0 0-3 0,0 0-5 0,0 0-7 0,-5 3-1 0,5-3-9 16,0 0-6-16,0 0 0 0,0 0-2 0,0 0-4 15,0 0-5-15,0 0-5 0,0 0-15 0,0 0-17 16,0 0-21-16,0 0-18 0,0 0-21 0,0 0-23 16,0 0-30-16,0 0-27 0,0 0-22 0,0 0-28 15,0 0-68-15,0 0-53 0,0 0-68 0,0 0-214 16,15-11-654-16,-7 9 289 16</inkml:trace>
  <inkml:trace contextRef="#ctx0" brushRef="#br0" timeOffset="73558.03">6978 5042 178 0,'0'-5'254'0,"-2"2"6"0,2-2-9 15,0-1 4-15,-1 1-3 0,2 2-10 0,-1-3-1 16,-1 3-10-16,1 3-9 0,0-6-17 16,0 6-28-16,0-5-8 0,0 5-19 0,1-4-19 0,-1 4-15 15,0 0-17-15,0 0-19 0,0 0-26 0,0 0-20 16,0 0-17-16,0 0 1 0,0 0-1 0,7 12-4 16,-5-8 2-16,1 6-4 0,1 2-5 0,3-2-10 15,0 4-7 1,2 1-6-16,-1 0-11 0,0-1-4 0,1 1-9 15,0 1-8-15,4-2-2 0,-3-1 0 0,-1 0 5 16,0-5-2-16,0 0 1 0,-4-1 3 0,3 1 8 16,-7-5 9-16,3-1 7 0,1 2 11 0,-5-4 1 15,9-2 4-15,-5-2 12 0,0 1 12 0,0-4 6 16,-3-1 4-16,3-3 6 0,-2 0-1 0,1-1 9 16,-2-4-2-16,-1-2 4 0,0 2 5 0,0-2 0 0,0 2 9 0,0 0-6 15,0 0 3-15,-1 0 4 0,-2 5 5 0,6 1-5 0,-3 4 10 0,0-2-2 16,0 0-2-16,0 4-9 0,0 0-9 0,0-1-8 15,0 5-27-15,1-5-19 0,-1 5-37 0,0 0-16 16,0 0 10-16,0 0-7 0,0 0 6 0,0 14 0 16,0 0 0-16,0 1 6 0,0 5 8 0,0 6-3 15,0 2 2-15,0 1 2 0,0 4-1 0,-1 13 5 16,-2 0 6-16,3-10 2 0,0 2 1 0,0-3 3 16,4 1 7-16,-3 0-1 0,-1-2 10 15,4 0-5-15,-4 2-1 0,3-4 2 0,-3-6 0 0,-3 1-1 16,3 0 0-16,0-9 5 0,4 2 0 0,-8-5-1 15,4-1 0-15,0-2 2 0,-4 1 1 0,3-2-3 16,0-1 6 0,-2 0-5-16,1-1 6 0,-1-3 0 0,2 1 5 15,-3-1-2-15,-1-3 5 0,2 4 0 0,1-1 7 16,-5-4-6-16,1 0-1 0,-2 1 5 0,2 0 3 0,-2-1 4 16,-1-2-1-16,-1-2 2 0,1-1 4 15,-2 0 5-15,2-1 3 0,-2-4-4 0,1 0 8 0,0-5-11 0,2-4-3 16,-2-5-4-16,3-4-2 0,1-3-5 0,5-1 8 15,0-2-6-15,5-16-16 0,0 14-1 0,4 1 0 16,4-2-3-16,1-1 4 0,7-7 3 0,-2 13-5 16,0 0 8-16,1 3 7 0,4-2 10 0,-5 5 10 15,5 2 11-15,-4 2 22 0,2 1 5 0,-6 4 6 16,-1 0 4-16,-1 6 10 0,-2-5 1 0,-2 8 1 16,0-3-11-16,-2 3-2 0,-2 0-3 0,-1 1-14 15,-1 3-8-15,0-2-15 16,3 1-43-16,-6 3-46 0,4-4-61 0,-4 4-65 15,0 0-8-15,0 0-1 0,1 9-16 0,-5 0-26 16,-2 1-36-16,1 1-50 0,-3 5-266 0,1-3-624 16,-3 0 276-16</inkml:trace>
  <inkml:trace contextRef="#ctx0" brushRef="#br0" timeOffset="74196.69">5888 5837 25 0,'-8'1'177'16,"4"-1"-2"-16,-2 2 2 16,6-2-13-16,-9 1-7 0,9-1-16 15,0 0-3-15,-8 0-12 0,8 0-7 0,0 0-8 16,0 0-7-16,-9 1-15 0,9-1-5 0,0 0-10 16,-5-4-5-16,5 4-5 0,0 0-9 0,0 0-4 0,0 0-6 0,0 0-4 0,0 0-3 15,0 0-6-15,0 0-2 0,0 0-2 0,-5 4-2 16,5-4-4-16,0 0 0 0,0 0 3 15,0 0-2-15,0 0-6 0,0 0 1 0,0 0-1 16,0 0 0-16,0 0-4 0,0 0-4 0,0 0 3 16,0 0-2-16,0 0 0 0,0 0 0 0,0 0-3 15,0 0 0-15,0 0-2 0,0 0 2 0,0 0 7 16,0 0 2-16,0 0 1 0,0 0-2 0,0 0 1 16,0 0-1-16,0 0 1 0,0 0 0 0,0 0-1 15,0 0 1-15,0 0 2 16,0 0 6-16,27-4 1 0,-5 1-1 0,8-2 0 15,23-1-4-15,8-5 4 0,31-1 12 0,12 0 11 16,5 0 7-16,5-1 7 0,4-1 6 0,4 2 1 16,6-2 13-16,5 1-11 0,-6-1-3 0,-2 2-2 15,-9 0-11-15,-10-4 14 0,-5 2 3 0,-6 0-5 16,-33 6 7-16,2 0-7 0,-5-1 2 0,-5 0-6 16,-17 5 8-16,-3-4-5 0,-7 3 1 0,-8 2 1 0,-6 2 6 0,-4-2-11 0,1 2 1 15,-5 0-9-15,2-2-8 0,-2 3-28 0,-5 0-31 16,9-1-28-16,-9 1-32 0,0 0-23 0,0 0-37 15,-27 9-49-15,0-3-37 0,0 2-38 16,-2-1-75-16,-1 1-216 0,4-2-594 0,-1 0 262 0</inkml:trace>
  <inkml:trace contextRef="#ctx0" brushRef="#br0" timeOffset="75616.63">6928 6406 137 0,'-9'-3'182'0,"-5"-3"-14"15,2 4-10-15,0-2-12 0,-5 0-14 0,-5 1-11 16,4 1-11-16,-3-1-14 0,-6 3-5 0,8-2-8 16,-3 4-12-16,-6 1 1 0,6-1-11 0,-1 1-4 15,3-1-5 1,-1 4-10-16,1-1 0 0,2 3-7 0,0-2-8 0,3 2-3 16,-2 1 0-16,3 1-5 0,3 1-1 0,-1 2-2 15,3-2-3-15,4-1 0 0,-4 7 0 0,8-7-1 16,-2 2 6-16,3-1 2 0,3-1 1 0,2 2-1 15,6 0 2-15,-2-4 0 0,8 4 2 16,-3-2-2-16,5-3 4 0,2-3-3 0,0 1 4 0,0-4 10 16,-1 1-9-16,3-2 6 0,-1-3 6 0,3-4 11 0,-4 0 7 15,-2 0 14-15,0-5 11 0,-2 2 9 0,-2-4 10 16,-1-1 19-16,1-7 6 0,-2-1 1 0,0-2 9 16,-4-4-1-16,-3-2 1 15,-2 1 1-15,0-4-1 0,-3-2-7 0,2-14-6 0,2 1-11 16,-9 1 6-16,3 13 7 0,-3-13 0 15,4 14-5-15,-4 5-2 0,0 1 9 0,3 3-11 0,-4 6 4 0,4 2-9 0,-1 6-2 0,1 2-7 16,-1 1-16-16,0 1-9 0,1 1-11 0,1 3-38 16,-2-1-46-16,-1 2-45 0,3 2-65 0,0 0 6 15,0 0 9-15,-4 14 17 0,2 2 9 0,-3 13 7 16,-1 1 6-16,0 19 11 0,-2-2 8 0,3 0 1 16,3 1 8-16,0-11 10 0,2-2 3 0,4 11 3 15,-1-11 2-15,2-4 4 16,1-1 3-16,1-2 8 0,-1-4-5 0,-2-5 3 15,0-2 8-15,-2-5-1 0,2-2 2 0,1 0 1 16,-4-3 1-16,2-1 9 0,-2 0-3 0,3-1-10 16,-4-1 22-16,1-2-1 0,-1-2 4 0,3 6 6 15,-3-4 4-15,0-2-4 0,0 0 8 0,0 4-6 16,0-4 0-16,0 0-28 0,0 0-81 0,0 0-66 16,0 0-45-16,0 0-51 0,-4-13-61 0,2 8-78 0,-1 0-199 0,2-3-631 15,1 1 280-15</inkml:trace>
  <inkml:trace contextRef="#ctx0" brushRef="#br0" timeOffset="76096.34">7100 6238 112 0,'12'-4'229'0,"-1"-1"-10"0,1 3-19 0,-2-1-17 15,0 1-20-15,2 1-18 0,-2 2-15 0,-1 2-11 16,0 1-9-16,3 1-12 0,-2 3-9 0,-3-1-5 16,1 5-8-16,-1 5-6 0,0-3-5 0,-3 3-2 0,-3 1-12 0,-1 1-2 15,0 1-7-15,-2-2-2 0,-2 2-4 0,0-2-4 16,-2 1 0-16,1-3-4 0,-1 1 0 0,1-3 2 16,-3 1-1-1,2-3 0-15,1-2 0 0,0-3 1 0,4-2-1 0,-2 0 7 16,1-1 12-16,-1 0 11 0,3 0 29 0,0-4 38 15,-4 4 35-15,4-4 37 0,0 0 22 0,0 3 21 0,0-3-3 0,0 0-31 0,4-11-21 16,2 2-18-16,5-5-14 0,-3-1-19 0,7-11-16 16,1 0-20-16,2-2-17 0,0-3-17 0,3 0-17 0,-4 2-10 15,1 0-1-15,-5 2-5 0,-3 5-2 0,2 5 0 16,-6 0 4-16,-2 8 7 0,0 1-10 0,0 0 1 16,-3 3-10-16,4-1-20 0,-3 4-23 15,0-3-27-15,-2 5-7 16,0 0 11-16,0 0-14 0,-4 13 9 0,2-4 3 15,-5 8 9-15,1 2 4 0,-6 3 3 0,6 7 9 16,2 0-13-16,4 0-6 0,1 0 12 0,8-1-25 16,4-3 26-16,9 1-18 0,2-5-16 0,8-3-36 15,4-1-66-15,12 0-80 0,9-6-125 0,-3-5-312 16,0-7-736-16,-16-3 326 0</inkml:trace>
  <inkml:trace contextRef="#ctx0" brushRef="#br0" timeOffset="78536.92">8544 5550 80 0,'0'0'120'16,"0"0"-1"-16,0 0-15 0,0 0-6 0,0 0-14 15,-6 2-3-15,6-2-7 0,0 0-2 0,0 0 0 16,0 0-6-16,0 0 0 0,-5 1-7 0,5-1 1 16,0 0-4-16,0 0-1 0,0 0 0 0,0 0-4 0,0 0-2 0,0 0-1 15,0 0-8-15,0 0-2 0,0 0 0 0,0 0-4 16,0 0-6-16,0 0 4 0,0 0-2 0,0 0 0 16,0 0 9-16,0 0-13 0,0 0 2 15,0 0-4-15,0 0 0 0,0 0 1 0,0 0 1 0,0 0 2 16,0 0 12-16,0 0 8 0,0 0-1 0,0 0-6 15,0 0 0 1,0 0 1-16,0 0-5 0,20-4-3 0,-3 2 0 16,5 0-2-16,12-5-2 0,-2 4-4 0,9-2-4 15,11-1 3-15,3 1-1 0,-5 0-3 0,5 1 5 0,-17-2-10 16,16 1-2-16,-17 5 3 0,0-3-4 16,-1 1 0-16,-4 1-3 0,-3 0 1 0,-6-1-1 15,-2 1-3-15,-5 1-22 0,-2-2-20 0,-3 2-21 16,-4 0-25-16,-7 0-24 0,13 0-10 0,-13 0-16 0,0 0-23 0,0 0-18 15,0 0-124-15,0 0-321 0,-32 5 141 0</inkml:trace>
  <inkml:trace contextRef="#ctx0" brushRef="#br0" timeOffset="78806.23">8920 5374 118 0,'-4'-8'308'0,"3"1"16"16,-3 1-7-16,-1-3 4 0,5 2-9 0,-2 4-6 0,-1-4-29 15,3 7-24-15,-1-7-35 0,1 7-18 16,-3-3-31-16,3-1-30 0,0 4-57 0,0 0-19 0,0 0-8 16,-5 14-6-16,1 3-4 0,0 2-9 0,-2 10 1 15,2 3-3-15,0 2-7 0,0 0 0 0,3 2-1 16,2 10-24-16,-1-10-9 0,3 0-12 0,2-4-15 15,-1-1-16-15,2 1-29 0,3-3-27 0,2-3-45 0,-1-1-59 16,-1-6-91-16,0-6-164 0,2 0-504 16,-2-8 223-16</inkml:trace>
  <inkml:trace contextRef="#ctx0" brushRef="#br0" timeOffset="79338.47">9863 5202 177 0,'0'-4'255'0,"0"-2"4"0,-1 3-8 0,-1-1-13 0,2 4-8 16,0-8-15-16,0 8-21 0,0-4-17 0,0 4-22 15,-1-3-17-15,1 3-19 0,0 0-24 16,0 0-19-16,0 0-12 0,0 0-5 0,-1 12-10 16,1-3-5-16,-1 8-6 0,1 3-5 0,-3 9 0 15,3 2-3-15,-3 3-4 0,0 1-2 0,2 12-4 0,-1-10 3 16,1 7-7-16,0-9-4 0,-1-3 2 0,2 0 1 0,0-2-5 16,2-5 3-16,0 2-2 0,0-10-4 0,-1 0 5 15,-1-3-3-15,1-4 0 0,-1 0-2 0,-1-1 3 16,2-2-1-16,-1-3 1 0,2 1 2 0,-2 0-2 15,0-2 2-15,0 2 7 0,0-5 0 0,2 4-2 16,-2-4-1-16,0 0 1 0,-2 3-10 0,2-3-23 16,0 0-59-16,0 0-49 15,0 0-58-15,-6-15-48 0,5 9-218 0,1-5-486 16,-1 0 215-16</inkml:trace>
  <inkml:trace contextRef="#ctx0" brushRef="#br0" timeOffset="79754.89">9802 5018 155 0,'-2'-4'223'0,"1"-1"-6"0,1 1-13 0,1 1-17 15,-1 3-19-15,0-7-17 0,3 3-16 0,1 4-14 16,0-3-17-16,3 0-7 0,1 2-13 0,4 2-3 16,5 0-10-16,-4 1-8 0,6 1-2 0,1 3-5 15,5 2-7-15,2 4-1 0,0 0-7 0,-3 1-2 0,-2 4-4 16,2-1-1-16,-4 1-7 0,-2 3-3 16,-5-3 1-1,0-1-4-15,-7 1-5 0,1 0 1 0,-3 0-1 0,-2-2 1 16,-2-1 2-16,-4 1 2 0,0-3-2 0,-6 3 3 15,-1-2 3-15,-2-1 2 0,-10 4 2 0,4-6 3 16,1-1 0-16,-5 3-3 0,5-3 2 0,0-4 3 16,4-2-7-16,-4 4-5 0,4-4-1 0,3 2-3 15,0-3-2-15,5 0-1 0,0 1-3 0,-1-1-4 16,1-1-21-16,6-1-23 0,-8 4-5 0,6-2 2 0,2-2-6 16,0 0-19-16,0 0-50 0,17 5-68 0,-5-2-237 0,3-3-454 15,3-4 202-15</inkml:trace>
  <inkml:trace contextRef="#ctx0" brushRef="#br0" timeOffset="80973.05">10476 5233 67 0,'0'-8'242'0,"0"3"12"0,-1-1 8 0,1 1-11 16,0 0-11-16,0 2-18 15,1 0-18-15,-1 3-18 0,-2-6-22 16,2 6-18-16,0 0-17 0,2-6-14 0,-2 6-24 0,0 0-26 16,0 0-11-16,0 0-1 0,0 0-12 0,0 0 0 15,7 12-6-15,-6-6-3 0,5 4-7 0,-2 1 3 0,3 0-2 0,-1 5-7 16,3-4 1-16,1 4-3 0,-1 0-1 0,4 0 0 15,-5-1-3-15,1 1 0 0,2-3-13 0,-5-3-4 16,2-1-2-16,0 1 3 0,-6-4 0 16,2-2 4-16,5 0 0 0,-4-1 4 0,-1-1 1 15,0-2 1-15,-4 0 3 0,9-5 12 0,-3-2 0 16,2 2 7-16,0-4 7 0,-3-3 4 0,-1 0 4 16,2 2 1-16,2-7 0 0,-1 0 0 0,-4 5 5 0,-1 2 0 15,4-7 5-15,0 5 5 0,-5 0-7 16,3 2 3-16,-1 1-1 15,-1 2-3-15,-1 2 0 0,2 0-6 0,-2 0 20 16,1 1-31-16,-2 4 0 0,2-6-37 0,2 4-4 16,-4-1-22-16,0 3-30 0,0 0-6 0,0 0 2 15,0 0 6-15,0 0 9 0,-1 17 0 0,2-5 1 16,2 4 5-16,-1 5 5 0,-2 7 1 0,1 4 7 16,0 0-1-16,1 14 5 0,0 1 0 0,0 1 6 15,-1 0 1-15,0 0 2 0,2 1 2 0,-2-3 2 0,0-11 0 0,3 2 2 16,0-2 3-16,-1-3-2 0,-1 2 5 0,6 0 1 15,-6-1 4-15,6-3-3 0,-5-1 5 0,3-2-5 16,-5-2 2-16,3-7-2 0,-8 2 6 0,8-4-2 16,-3 3-2-16,-2-8 2 0,-4 1 0 0,2 0 0 15,2 0-9-15,-3-3-1 0,-1 1 1 0,0-3 2 16,1-1 3-16,-2-2-2 0,-2 3 2 0,2-2 0 0,-2-2 2 0,-2-2 0 16,-2 2 1-16,2-3-1 0,-5 0 5 0,-2-2-5 15,-2 0 3-15,3-5 5 0,-4 2-2 16,1-2-2-16,1-2 4 0,-4-6 2 0,3 4 0 15,5-5 3-15,-5-1 9 0,4-3-7 0,-1-4 12 16,4 1-4 0,-1-5-5-16,5-1 11 0,0-2 2 0,6-4 0 0,-2-13 1 15,7 12-2-15,2-12-3 0,4-3-7 0,2 3 0 16,3 2 4-16,-2 12 2 0,4 2 11 0,0 1 7 16,4-2 12-16,-1 4-5 0,3-2-1 0,-4 5 6 0,2 0-17 0,0 1 13 15,-3 4 3-15,-5 6 1 0,2 0-9 0,-2 1 2 0,-5 4-5 16,1-1-8-16,0 6-1 0,-3-5-5 0,-3 5-8 15,2 3 5-15,0-1-23 0,-1-2-33 16,0 3-33-16,-3 2-49 0,4-3-45 0,-4 3-4 16,0 0-8-16,0 0-11 0,0 0-20 0,-5 14-31 15,3-8-29-15,-1 4-256 0,0-3-555 0,2 0 246 16</inkml:trace>
  <inkml:trace contextRef="#ctx0" brushRef="#br0" timeOffset="83494.32">11293 5468 108 0,'0'0'109'0,"0"0"3"15,-8-1-20-15,8 1-4 0,0 0-3 0,-10 0 2 16,10 0-5-16,-4-2-5 0,4 2-3 0,0 0-1 16,0 0-5-16,0 0-5 0,0 0 6 0,0 0 2 15,-6 2 6-15,6-2-10 0,0 0-5 0,0 0-3 0,0 0-7 0,0 0-1 16,23-2-1-16,-6 1-5 0,4 0-6 0,7-2 0 16,0 1-6-16,6 2-3 0,1-3 0 0,5-2 1 0,-3 5 3 31,4-3 10-31,-3 1 1 0,3-1-1 0,-5 2-1 15,-3 1-3-15,-3-3-2 0,-2 3-3 0,-7 0-1 0,-6 0-5 0,-3-2-2 0,0 2-4 0,-2 0 0 16,-4 0 8 0,3-2-12-16,-5 1-5 0,-4 1-14 15,0 0-2-15,0 0-13 0,0 0-13 0,0 0-17 16,0 0-21-16,-22 8-21 0,12-6-30 0,-4 0-29 16,3 0-32-16,-6 1-116 0,4 1-318 0,4-1 141 0</inkml:trace>
  <inkml:trace contextRef="#ctx0" brushRef="#br0" timeOffset="83832.85">11302 5687 7 0,'-4'3'198'0,"-1"-2"-16"0,5-1-3 16,0 0 1-16,0 4 0 0,0-4-10 0,18 0-11 15,0 0-12-15,9-3-16 0,7 3-11 0,-1-1-11 16,8 0-10 0,0-1-6-16,-2 1-1 0,14-1-4 0,2-1-2 0,-18 1-1 15,2 0-6-15,-5 1-5 0,-1-2 1 0,-2 2-4 16,-11-1-6-16,-2 2-2 0,-5 0-5 0,1-1-3 15,-5 0 0-15,-4 1-3 0,3 0 1 16,-8 0-8-16,10-1-3 0,-10 1-15 0,8 0-10 16,-8 0-14-16,0 0-23 0,0 0-39 0,0 0-45 15,0 0-48-15,0 0-66 0,-21 5-213 0,21-5-468 0,-9 1 208 0</inkml:trace>
  <inkml:trace contextRef="#ctx0" brushRef="#br0" timeOffset="85800.01">12950 5025 31 0,'0'-5'125'0,"0"5"-1"15,0 0-2-15,0 0-6 0,-2-3-9 0,2 3-17 16,0 0-1-16,-4-2-1 0,4 2-10 0,-8-1-12 16,8 1-16-16,-10-1-12 0,2-2-1 0,-3 3-6 15,-1 4-5-15,-5-1 2 0,1-2-6 0,-4 3-6 16,-2-1 6-16,3 3-6 0,-3-2 2 0,-9 5-5 16,11-1-1-16,-1-1 11 0,-7 4-16 0,2 1 13 0,0 1-6 15,8-4-13-15,-2 8-6 0,-1 0 2 0,2 0 11 16,5-2-1-16,-4 6 0 0,4 1-3 0,0 2-1 0,4 2 1 15,2-1 2-15,2-1-5 0,-1 3 3 0,6-2 21 16,0-6 1-16,5 7 2 0,2-2-5 16,2 1 5-16,1-2 1 0,5-1-5 0,-3-5-9 15,2 0 13-15,6 3 0 0,3-3-1 0,2 0-1 0,-1-3 1 0,3-2-2 16,-2 0 1-16,-4-5-1 0,7 1-1 0,-8-4 3 16,1 1-3-1,1-2-1-15,0-2 5 0,-1-1-3 0,3-1-6 0,-2-1-5 16,-1-1 2-16,7-4-4 0,-7-2 2 0,-2 1 4 15,1-4 0-15,2-3-2 0,-3 6 7 0,2-11 3 16,-3-1 4-16,-2-1-2 0,2 0-3 0,-2-5 0 16,-1 3-1-16,-2-7-6 0,-1 3 1 0,-2 3-3 15,1-3-2-15,-3 2 8 0,-3 0 0 0,-2-1 0 16,-1 8-1-16,1-1 1 0,-5 2 4 0,3-2 8 16,-4 3 2-16,3 2 2 0,-4 1 8 0,2 1 1 15,-3-1-15-15,0 4-4 0,-2-2-2 16,0 3-4-16,-3-3-3 0,2 4-6 0,-2 1 0 0,0 1-4 15,0 1-6-15,-1 1-4 0,-2 2-3 0,-3-2-4 0,-2 4 1 16,0 2-2-16,1 2 1 0,-4 3-2 0,-3 3 1 16,-1 2 3-16,3 3 0 0,-2 2-3 0,-1 2 2 15,2 2-1-15,1 4-1 0,5-1 1 0,0 1 2 0,1 1-1 16,5 3 2-16,3 0 2 0,4 0 1 0,2 1-2 16,2-1-1-1,2 2 2-15,4-2 6 0,3 2 0 0,2 0-2 16,4 0 1-16,2-2-1 0,1 1 3 0,5-1 1 15,-1-4-2-15,2 2 0 0,-3 1 3 0,3-4-6 16,-4 0 5-16,-2-4-2 0,-2 0 3 0,-3-3-3 16,-5 0-2-16,0-1-2 0,-3-4 1 0,-4-1 5 15,0 2-2-15,-4-3 2 0,-3 2 1 0,-2 3 0 16,-5-3 0-16,-2 2 2 0,-6 0-5 0,3-3 5 16,-5 1 3-16,-2 0-6 0,-1-3 0 0,0 3 2 0,8-4-1 0,-2-1-3 15,1 0 0-15,1-2 1 0,5-2 1 0,1 1-3 16,3 0-2-16,0 1-13 0,4-2-25 0,-1-1-19 15,3 1-8-15,4-3-8 0,-2 5-12 0,2-5-37 16,0 0-51-16,14 5-208 0,0-6-412 0,2-5 183 16</inkml:trace>
  <inkml:trace contextRef="#ctx0" brushRef="#br0" timeOffset="86969.92">13541 5228 58 0,'-3'-5'211'0,"2"1"5"16,0 1-6-16,1 3-8 0,0-9-13 0,-2 6-9 16,2 3-12-16,0-5-13 0,0 5-20 0,-1-3-13 15,1 3-12-15,0 0-15 16,0 0-13-16,0-5-14 0,0 5-8 0,0 0-10 16,0 0-5-16,0 0-4 0,4 11-4 0,0-5-1 15,-2 2-8-15,2 1-2 0,4 2-2 0,-2 3-5 0,3 3 1 0,1-1 4 16,3 1-6-16,-4 0 0 0,1-3-2 0,4-1-2 15,-1 0 1-15,1-2 0 0,-2-1-3 0,-3-1-3 16,1-1 5-16,-1-3 0 0,-2-1-1 0,2 1-1 16,-2-3 1-16,-1-2-3 0,1-2-2 15,-7 2 8-15,13-5-6 0,-7 0 14 0,-1-2 1 16,0-2 3-16,-2-1 7 0,-1 0 0 0,2-2 1 16,-2 0 8-16,-2 0-1 0,2-1 3 0,-1-3-3 0,-1 6-2 15,0-7 0-15,-1 5 0 0,1 2 3 0,-2-3 5 16,2 5-2-16,0 1 0 0,0 2-2 15,-1 0-2-15,1-2-4 0,-1 5-7 0,1 2-8 0,0-4-7 0,0 4-26 16,-3-6-23-16,3 6-19 0,0 0-10 0,0 0 8 16,0 0 3-16,0 0 7 0,-2 14 3 0,1-6 1 15,-1 6 4-15,1 3 4 0,-2 9 6 0,2 5 1 16,-3 2 2-16,2 3 3 0,-1 10 4 0,0 2 2 16,1 1 3-1,-3-1 0-15,7 2 1 0,-2-2 4 0,4-4-1 0,0-7 3 16,0-2 1-16,2-1-1 0,0-1 2 0,4 0 2 15,-3-1-3-15,0 1 1 0,1-5 1 0,-2-2 3 16,0 0 0-16,-5-6-2 0,2-2 0 0,0 2-1 16,-1-3 1-16,-2 0 5 0,0-5-8 0,0-1 6 15,-2 0-4-15,-1-1 2 0,-1-1 2 0,0-1 1 16,-1 1 3-16,2-4 1 0,-3 3-1 0,1-4 2 16,-3 3 0-16,-2-2 0 0,0-1 0 0,-2-3 2 0,1 2-4 0,-3-3 4 15,0 1-4-15,1-1 3 0,-1-1-5 0,0-2 2 16,-4-2-3-16,3-2 6 0,-3 2-4 15,1-7 3-15,-6-2-2 0,2-3 6 0,3-2 10 0,-1-3 5 16,2-1 6 0,4-3 6-16,-1-5 3 0,4-1 1 0,5-2-6 0,1-15 1 0,5-1-12 15,7 2 3-15,5-8-7 16,-2 4-6-16,7 0 2 0,7-1-6 0,1 5-1 16,2 4-6-16,3 3 0 0,2 5-2 0,2-1 2 15,-11 13 3-15,15-7 8 0,-10 11 6 0,-1-1-5 0,-3 4 9 0,1 1 5 16,-3 3 4-16,-9 5 5 0,-1 0 2 0,-3 2 0 15,0 1-3-15,-3 1-5 0,-1 1-1 0,-1 0-5 16,-1 2-1-16,0-3-6 0,-2 2 3 0,-2 2-35 16,8-2-20-16,-8 2-29 0,4-3-28 0,-4 3-31 15,0 0-22-15,0 0 12 0,0 0-9 0,2 7-25 16,-2-7-19-16,-2 8-40 0,2-5-31 0,-3 1-213 16,3-4-503-16,0 0 222 0</inkml:trace>
  <inkml:trace contextRef="#ctx0" brushRef="#br0" timeOffset="87724.65">14053 5031 175 0,'0'0'210'0,"0"-4"-1"15,0 4-10-15,0 0-12 0,0-4-16 0,0 4-16 16,0 0-13-16,0 0-22 0,0 0-12 0,0 0-16 16,0 0-12-16,0 0-14 0,0 0-7 0,0 0-11 15,0 0-6-15,5 14 1 0,-5-6-7 0,0 0-3 16,0 3-3-16,0 0-3 0,0 1-2 0,-1-2-6 15,-2 6 2-15,2-4-3 0,1 4-3 0,0-7-1 0,0 3 0 0,0-1 0 16,0 0-1-16,-3-5-2 0,3 0-2 16,3-1 5-16,-6 0-2 0,3 0 19 0,3-3 29 15,-3-2 36-15,-3 5 37 0,3-5 38 0,0 0 14 16,3 2-16-16,-3-2-32 0,9-9-11 0,1 0 1 0,-1 1-15 31,0-2-14-31,0 0-13 0,4-2-5 0,-3 0 6 0,1 0 0 16,-2 0-11-16,1 6-2 0,-5-2-8 0,1 3-3 15,-1 2-10-15,0-2-14 0,-4 2 1 0,1 2-16 16,2-2-24-16,-4 3-23 0,0 0-2 0,10 4 2 16,-3 4 3-16,-1 0-15 0,3 4-17 0,-2 5-27 15,3 1-34-15,1 5-34 0,0 1-39 0,1 3-68 16,-5-1-99-16,1 0-200 0,1-11-598 0,-4-2 265 16</inkml:trace>
  <inkml:trace contextRef="#ctx0" brushRef="#br0" timeOffset="93554.07">15258 5848 135 0,'0'0'163'0,"0"0"-12"0,0 0-19 16,-5 11-8-16,5-11-13 0,-1 7-6 16,1-2-13-16,0 0-9 0,0 3-3 0,0 1-15 15,-1 1-3-15,2-1-5 0,-1 0-7 0,1 2-7 16,-1 0 1-16,0-5-4 0,2 6-2 0,-4-3-3 0,2-1 2 15,-2 1-9-15,-1 1 3 0,3-3-9 0,-3-2-9 0,-1 3-20 16,1-1-24-16,-1-5-42 0,-1 3-35 0,-5-2-146 16,3-3-275-16,-2-1 121 0</inkml:trace>
  <inkml:trace contextRef="#ctx0" brushRef="#br0" timeOffset="93739.02">15226 5610 146 0,'3'-3'318'15,"-3"-1"-20"-15,1-1-21 0,1 2-27 0,-2 3-27 16,2-4-21-16,-2 4-24 0,1-5-21 0,-1 5-37 16,1-2-48-16,-1 2-48 0,0 0-43 0,0 0-69 0,4 8-75 0,-3-3-170 15,-1-2-360-15,0-3 159 0</inkml:trace>
  <inkml:trace contextRef="#ctx0" brushRef="#br0" timeOffset="97430.23">16495 5443 76 0,'4'-2'154'0,"-4"2"-13"0,0 0 4 0,-4-7-6 15,4 7 0-15,0 0-3 0,4-8-1 0,-4 6 5 16,0 2-4-16,1-5 6 0,-1 0-2 0,0 5-3 15,3-7-5-15,-3 4 6 0,2 1-4 0,-2-2-1 16,3 1-4-16,-3 3-3 0,1-7-1 0,-1 4-4 16,0 3-5-16,3-5-17 0,-3 5-9 0,0-5-13 15,0 5-5-15,0 0-17 0,0 0-26 0,0 0-17 16,0 0-4-16,0 0 0 0,3 17-2 0,-1-6 2 16,-1 2-4-16,-1 4 23 0,3 8-1 0,-2 1-1 15,0 3-3-15,1-2-3 0,-2 0 1 0,1-2-1 16,1 3-3-16,2-9-2 0,0 5-2 0,-2-7-2 15,1-5 3 1,1 0-7-16,-2-1-5 0,0-2 0 0,-1-3-2 0,2 0 4 16,-1-1 4-16,-1-1 24 0,1-2 24 0,3-1 4 15,-5-1 12-15,15-7-13 0,-7 2 5 0,2-5 7 16,-1 1 3-16,3-5 6 0,0-1-13 16,1 0-5-16,-3-2-2 0,3 0-4 0,-3 0 0 0,4 2-11 15,-5-1-5-15,0 6-1 0,-1 3-2 0,-3-2-9 0,-1 3-3 16,0 1 3-16,-1 3-21 0,0-2-14 0,-3 4-13 15,9 1-2-15,-9-1 1 0,10 8-7 0,-2 0 0 16,1 5 1-16,2 2 11 0,1 1-3 0,-1 2-2 0,6 3 5 16,-2 0 3-16,-1-4 0 0,0 4 0 0,4-3 6 15,-4-2 1-15,-5 0-11 0,4-3 15 16,0-2 1-16,-3-1 0 0,-2-5 8 0,2 2-6 16,-2 0-11-16,-3-4 30 15,1-2 24-15,2 1 18 0,-1-2 18 0,2-2 3 16,2-2 7-16,1-4 7 0,-3 0 4 0,5-5-3 15,-3-1-4-15,0 0-7 0,-1-5-2 0,3-6-5 16,-3 1-7-16,0-2 0 0,-2-1-2 0,0 3 0 16,-3-4-3-16,0 5-7 0,-4-3 9 0,2 8 5 0,-2-6-5 15,-2 7 0-15,1 0-4 0,-3 4 3 16,2 1-11-16,0 2-1 0,-3-1-3 0,3 2-5 0,-2 1-7 0,2 2-9 16,-2 1-5-16,2-1-11 0,1 4-11 0,-4-1-20 0,4 3-21 15,0-4-23-15,0 4-12 0,-4-3-21 0,4 3-19 0,0 0-23 16,0-4-29-16,0 4-34 0,0 0-14 0,0 0-4 15,0 0-6-15,0 0-17 0,0 0-17 0,-5 11-22 16,5-6-15-16,0-5-24 0,5 7-294 0,-1-4-662 16,1-2 293-16</inkml:trace>
  <inkml:trace contextRef="#ctx0" brushRef="#br0" timeOffset="98310.09">17397 5121 173 0,'0'-5'201'0,"1"1"-4"0,1 1 7 16,-1-2-3-16,-1 3-4 0,0 2-3 0,0-7 5 15,1 4 5-15,-1 3 1 0,0-5-6 0,0 5-8 16,2-4-12-16,-2 4-18 0,0 0-25 15,0 0-19-15,0 0-11 0,0-5-14 0,0 5-14 0,0 0-17 16,0 0-23-16,0 0-14 0,0 0-6 0,2 12-6 0,-2-5-4 16,2 5-1-16,-2 5-2 0,0 11 0 0,0 2 1 15,-4 6-3-15,0 15 5 0,-4 0-1 0,0 0 0 0,-2 2 0 16,1 0-2-16,0-2 0 0,4-3 0 0,-4-12 1 16,7-4 2-16,-2 0-1 0,1-6 9 0,2 0 8 15,-2-10 3-15,2-3 7 0,1-2-4 0,0-2 2 16,0-2 11-16,-1 0 18 0,1-4 38 0,1 2 30 0,-1-2 34 15,0-3 33-15,0 6 22 0,0-6 15 0,0 3 11 16,0-3 8-16,0 0-17 0,0 0-25 0,0 0-22 16,12-17-17-16,-6 5-28 0,8-1-6 0,-1 0-16 15,0-4-19-15,-2 0-14 0,3 2-13 0,-2 1-12 16,-1 1-9-16,-1 4-8 0,1 0-10 0,-4 2 2 16,3-1-20-16,-1 3-16 15,-1 0-20-15,1 1-18 0,3 1-25 0,-1 2-23 16,3 1-20-16,0 3-21 0,0 0-29 0,2 4-47 15,0 1-37-15,5 1-36 0,-3 1-34 0,-2 1-47 16,1-2-55-16,-1 2-365 0,-7-4-839 0,2-1 372 16</inkml:trace>
  <inkml:trace contextRef="#ctx0" brushRef="#br0" timeOffset="98663.52">17797 5712 301 0,'0'0'310'16,"0"0"2"-16,-5-3-11 0,5 3-1 0,0 0-20 16,0 0-35-16,4-5-25 0,0 3-23 0,1-1-21 15,1-1-17-15,7 0-16 0,3-2-13 0,1-1-13 16,1 0-11-16,1-1-15 0,0-1-11 0,0 1-3 16,2-3-7-16,-3 1-8 0,6-5-6 0,-6 3-4 15,-1 0-10-15,3-3-2 0,-6 1 11 0,1-1-11 16,-4 4 5-16,0-1-7 0,-1 3 29 0,-4-2-5 15,-1 2 11-15,-1 0 1 0,-3 2-3 0,0 0-10 16,-2 2-9-16,0 0-14 0,-1 1-17 0,-4-1-14 0,-2 4-4 0,-5 1-5 16,2 3-5-16,-7 2 5 0,-1 0-2 0,0 5-4 15,-7 4-3-15,3 0 2 0,6-1 2 0,-3 4 9 16,2 3-11-16,5-5 2 0,1 8-5 0,-1-5 0 16,6-1 8-16,1-1-23 0,2 3-3 0,2-4-1 0,4 2-6 15,3-2 11-15,0-3-3 0,6 1-7 0,3 0-17 0,1-4-29 16,4-1-33-16,-1-1-40 0,4 0-62 0,-2-5-56 15,3-1-289-15,-6-4-607 0,1 1 269 16</inkml:trace>
  <inkml:trace contextRef="#ctx0" brushRef="#br0" timeOffset="98995.35">18239 5492 238 0,'3'-6'312'0,"-2"4"-19"0,-1-3-21 0,4 3-23 16,-4 2-29-16,5-5-25 0,-5 5-23 0,9 0-17 16,-9 0-20-16,11 4-15 0,-3-1-12 0,4 3-7 15,-5 3-7-15,1 0-11 0,1 6-10 0,0 0-7 16,-4 2-4-16,0 2-6 0,0 5-3 0,-2 3-5 0,-2-8 0 0,-2 1-11 16,1-1-1-1,-3-2-4-15,3-3-5 0,-2-2-1 0,0-3-3 0,1 2 1 16,0-5-1-16,1 0 11 0,-1-1 22 0,-1-1 23 15,2-4 56-15,0 5 46 0,0-5 46 0,2 4 37 16,-2-4 19-16,0 0 9 0,0 0 3 0,0 0-30 16,0 0-19-16,5-12-32 0,0 3-25 15,4 0-20-15,0-6-29 0,2 0-43 0,8-5-27 16,-2 0-51-16,2 0-30 0,-1-2-48 0,0 3-49 16,4 0-53-16,-1-1-57 0,2 6-66 0,2 2-54 15,-4 4-60-15,4-1-66 0,-5 5-303 0,-1 0-828 16,0 0 366-16</inkml:trace>
  <inkml:trace contextRef="#ctx0" brushRef="#br0" timeOffset="99449.77">18784 5716 54 0,'-2'4'286'0,"-2"-3"3"0,4-1 11 0,-2 4-2 0,2-4 6 15,-2 3-1-15,2-3-11 0,0 0-14 0,0 0-29 16,0 0-27-16,0 0-21 0,17-9-20 0,-6 2-17 15,5-1-8-15,3-1-32 0,3-3-8 0,-3 3-10 16,4-5-15-16,2 0 1 0,-1-1-18 0,-1 1-3 16,2 0-14-16,-9 2-1 0,0-4-7 0,-2 3-3 15,0 0-9-15,-5 0-5 0,0 0 3 0,0 3 10 16,-6-1-4-16,-1 2-5 0,-2-3-5 0,-5 3-7 16,1 0 1-1,-6 4-10-15,0-3-3 0,-10 5-3 0,0-1-3 16,-8 3-21-16,-3 4 22 0,1 2-9 0,2 2 6 0,-2 0-9 15,2 6 1-15,4-1-7 0,0 5 1 0,3 0 14 16,2 2-13-16,1 2 3 0,8-3 1 0,2 1 2 16,4 1 1-16,3-1 0 0,5 2 4 15,5-3 8-15,9 2 1 0,4-1 1 0,6-2-1 16,1-5 0-16,7 0-1 0,2-3 8 0,13 0-6 0,0-4-6 0,3 2 12 16,-5-7-5-1,-12 0 16-15,-4-2 7 0,-5 2 0 0,1-2 28 0,-16 2 22 16,0-2 13-16,-5 2 10 0,-1 0-1 0,-2-1-1 15,2 1-3-15,-7 0-6 0,7-2-8 0,-7 2-9 16,8 0-6-16,-8 0-22 0,0 0-28 0,5-2-41 16,-5 2-46-16,0 0-54 0,0 0-80 0,0 0-102 15,0 0-127-15,0 0-404 0,0 0-896 0,0 0 396 16</inkml:trace>
  <inkml:trace contextRef="#ctx0" brushRef="#br0" timeOffset="105176.92">20891 5192 42 0,'1'-5'70'0,"-1"5"-1"16,1-5 0-16,2 2 5 0,0 1-7 0,-1-3 0 15,-2 5 9-15,1-5 0 0,0 0-1 0,1 1-10 16,-2 4 17-16,1-8 17 0,0 3 3 0,-1 1 5 16,2-1 11-16,-2 0 1 0,0 5 7 0,0-6-2 15,0 6-5-15,1-4-6 0,0 3-10 0,-1 1-7 16,0-6-15-16,0 6-9 0,0 0-11 0,0 0-9 16,0 0-19-16,0 0-4 0,0 0-5 0,0 0-2 15,-2 20-3-15,0-9-4 0,0 8-2 0,-1 6 2 16,0 5-6-16,-1 5 4 0,-1 2-2 0,-2 11 6 15,1-2-10-15,-4-2 4 0,3-9-3 0,2 0-1 16,1 1 0 0,0-2 2-16,2-3 3 0,-1-2 15 0,-2-1 0 15,5-3-2-15,0-5-1 0,0-2-1 0,-1-6-1 16,0 3-3-16,-2-4 0 0,3-2-2 0,0-1-1 0,0-4-2 16,-1 3-1-16,1-2 0 0,0-2 1 0,1-1-1 0,-1 3 4 15,0-5 3-15,-1 5 3 0,1-5 5 0,0 0 9 16,0 0-4-16,0 0-26 0,0 0-34 0,0 0-20 15,0 0-33-15,-3-13-38 0,6 2-49 0,-2 0-58 16,-1-2-174-16,4-2-432 0,-3-2 191 0</inkml:trace>
  <inkml:trace contextRef="#ctx0" brushRef="#br0" timeOffset="105646.73">20823 4959 171 0,'-4'-5'206'0,"4"5"-14"15,-1-3-20-15,1 3-17 0,-3-2-20 0,3 2-16 16,0 0-10-16,0 0-14 0,0 0-7 0,16 2-10 16,-6-2-8-16,0 3-8 0,3 0-6 0,6 2 1 15,1 1-3-15,10 1-5 0,-1 4-7 0,1-2 2 0,3 2-4 0,0 1 1 0,-4 4-7 0,1-1 0 16,-2-1-2-16,-4 1-4 0,1 2-3 0,-4-1-5 16,-8-3-1-16,0 1-2 0,-3 1-3 0,-6-3 3 15,0 0-5-15,-4 1 4 0,-4-1 5 0,-5 0-2 16,-8 2 3-16,-2 4 4 0,-6-3 6 0,-1 0 1 15,-5 0 4-15,2 2 3 0,0-7 3 0,-1-1 5 16,3 0-1-16,2 1-2 16,4-5 1-16,2 2-1 0,-1-2-4 0,8-2-4 15,1-1-6-15,1 1-2 0,2 0-2 0,3-2-5 16,1-1 2-16,0 3-7 0,4-3-9 16,-7 2 2-16,4 0 0 0,3-2-4 0,0 0 7 0,0 0-15 0,0 0-13 15,20 1-31-15,-9-1-31 0,3-1-38 0,4-3-58 0,-4 4-57 16,2-3-174-16,3 2-438 0,0-3 193 15</inkml:trace>
  <inkml:trace contextRef="#ctx0" brushRef="#br0" timeOffset="106727.34">22341 5252 121 0,'0'0'134'16,"0"-5"-4"-16,0 5-3 0,-1-5-3 0,1 5-6 16,-3-4 5-16,3 4-10 0,-1-3-7 0,1 3-6 0,-4-6-6 0,4 6-4 15,-4-4-13 1,4 4-8-16,-11 0-6 0,3-1-18 0,3 1 5 0,-6 0-6 15,-2 1-4-15,1 2-6 0,-10 1-5 0,2 2 0 16,-5 1-5-16,-2 2-5 0,2 0 6 16,-3 2-1-16,4 6-10 0,-2 0-1 0,2-3-5 15,-3 1 2-15,7 5 0 0,3-7-2 0,1 7-1 0,2-6 1 16,1 3-2-16,0 0 0 0,7-2 3 0,-2-3-8 16,0 4 22-16,3-3 1 0,4-3 3 15,1 2 2-15,0-4 1 0,0 1 0 0,5-2 10 16,-1-2-4-16,2 2 0 0,3-5-1 0,1 1 0 0,7-3-1 15,1-3 1-15,-4 2-1 0,4-3-7 0,-3-3 2 16,2 2-6-16,0-4 11 0,0 1-1 0,-2-1 0 16,2-3 2-16,0-1-3 0,-3-1-3 0,-4 0 1 0,3-1 0 15,0 1-2-15,-1-1-5 0,-1 1 12 0,-4 4 0 0,0 0 7 16,-1 1 12-16,-2 1 2 0,0 3-2 16,0 0-5-16,-2 1-3 0,1 1-10 0,-1 1-7 0,-2 2-6 0,3-4-4 15,-3 4-12-15,1-3-1 0,-1 3-5 0,0 0-4 16,0 0 2-16,8 9 3 0,-6-3-6 0,2 0 3 15,0 0 2-15,1 3-1 0,0-1 3 0,4 1 6 16,-2 0-8-16,0-1 4 0,1 2-3 0,2-2-1 16,-1 0-15-16,1 0-23 0,7 1-23 0,-7-4-35 15,4-1-28-15,0 1-42 0,0-2-27 0,0-2-54 16,-2 1-165-16,1-2-444 0,-3-2 197 0</inkml:trace>
  <inkml:trace contextRef="#ctx0" brushRef="#br0" timeOffset="107792.4">22556 5257 121 0,'0'0'203'15,"0"0"-22"-15,0 0-24 0,0 0-15 0,0 0-15 16,0 0-17-16,0 0-8 0,-3 17-10 0,6-13-13 16,-3 6-5-16,0-2-3 0,1 3-4 15,-1 0-10-15,0 3-3 16,0 2-3-16,1-1-9 0,2 0-1 0,-3 2-2 16,0-1-4-16,0 1 3 0,0-2-9 0,0-3-4 15,0 0 3-15,1-2-4 0,-1-3-7 0,0 1 1 16,0-1 9-16,-1-2 17 0,2 1 29 15,-1-3 14-15,0 0 21 0,0-3 26 0,0 5 26 0,0-5 17 16,0 0 19-16,0 0-4 0,0 0-12 0,13-8-35 16,-7 1-11-16,3-1-17 0,-2-3-6 0,2 1-14 0,0-4-15 0,2 1-1 15,0 1-10-15,1-2-9 0,-2-1-10 0,0 8 0 16,-2 0-3-16,-3-2-8 0,3 1-27 0,-2 4 13 16,-3-1 0-16,1 2-1 0,-2-2-3 0,-2 5-11 15,4-5-21-15,-4 5-20 0,5-4-16 0,-3 3-11 16,-2 1 3-16,0 0 2 0,0 0 5 0,7 12 2 15,-6-7 5-15,-1 0 3 16,2 0 7-16,0 3 2 0,2-2-1 0,0 2 3 16,1 1 5-16,0 1 0 0,0-1 6 0,5 1 0 15,2-3 0-15,3 2-10 0,3-3-1 0,8 4 4 16,3-4-7-16,2-3-5 0,2 2-5 0,4-5 0 16,3 2-1-16,-2-3-2 0,16 0 0 0,-4-4 3 15,-10 3 2-15,-1 0 0 0,-2-5 4 0,-1 2 1 16,-1-1 4-16,-5-5 3 0,-5 3 2 0,-3 0 2 0,-4-1 3 0,-5 0 1 15,-3 1 5-15,-1 3 12 0,-4-6 4 0,-1 6 2 16,-3-3 3-16,-1-1-6 0,-2 6 2 16,-5-3-2-16,2-2 2 0,-9 2-4 0,1 2 2 15,-5-1-3-15,-1 3 0 0,-4 1 1 0,-4-1-3 16,-2 5 7-16,1-3-8 0,1 4 3 0,4 3-3 0,-4-1-1 16,8-2 0-16,-3 6-1 15,6-3 0-15,-1 1 3 0,4 1 0 0,2-1-2 16,3 0-2-16,2 0-16 0,1 1 0 0,3-3 1 15,2 1 3-15,2 1 2 0,3-2 4 0,2 1 1 16,2-3 5-16,9 2-1 0,1-2-1 0,1-2-1 16,1 0 2-16,9-2 2 0,-2-2-1 0,0-4-2 15,0 1-1-15,-7 0 4 0,-2-2 0 0,0-2 2 16,3-5 6-16,-5 2 11 0,5-5 2 0,-5-4-1 0,-3 5 8 16,-1-6 4-16,-4 4 2 0,-1-7 5 0,0 1 4 15,-4-3-2-15,-1-1 16 0,-1 0-2 0,-1 0-4 16,-1 1 41-16,-1 0 22 0,-1 1 13 0,-2 1 8 15,1 1 9-15,1 4 6 0,-2 2 3 0,0 1-6 16,0 6 6-16,3 1-4 0,-2-1-1 0,2 5-9 16,1 0-18-16,0 0-8 0,-1 2-17 0,1 0-10 0,0 4-13 0,0-5-34 15,0 5-32-15,-3-3-27 0,3 3-48 0,0 0-10 16,0 0 13-16,-4 10 8 0,4-3 6 0,-1 4-3 16,-3 6 6-1,4 1 1-15,-5 8 11 0,-1-1 8 0,2-1-2 16,0 5 5-16,0 3 1 0,4-3 5 0,-4 2 6 0,4 0-2 15,-2-1 5-15,2-1-2 0,2-1-1 16,-2-4 12-16,3 2-6 0,-2-7 4 0,-1 0 3 16,3-4 7-16,-2-3 5 0,-1-3-7 0,3 2 1 15,-3-5 7-15,1 1-4 0,-1-2 5 0,1-1 4 16,-1 0 4-16,3-2 11 0,-2 3 7 0,-1-5 10 0,0 4 10 16,0-4 2-16,4 2 5 0,-4-2 3 0,0 4-5 15,0-4-11-15,13-3 0 0,-2 1-31 16,8-3-50-16,9-5-57 0,2 3-103 0,0 0-103 0,2-3-114 0,3 0-345 15,-3-3-816-15,0 0 361 0</inkml:trace>
  <inkml:trace contextRef="#ctx0" brushRef="#br0" timeOffset="109302.27">24809 4979 106 0,'0'0'172'0,"4"-8"-11"0,-3 6-11 16,0-4-5-16,3 2-12 0,-3 2-6 15,0-2-12-15,1 0-5 0,-2 4-2 0,0-7-8 0,0 7-8 16,2-4-7-16,-2 4-4 0,1-3-5 0,-1 3-6 16,0-5-7-16,0 5-5 0,0 0-8 0,0 0-10 15,-6-2-5-15,6 2-5 0,-13 0-5 0,6 2-1 16,-2 0-7-16,-4-1 1 0,3 2-2 0,-4-1-4 0,-2 2 3 0,-3 1-8 15,5 2 4-15,-4 1 0 0,0 1-5 16,-2-1-3-16,1 4 0 0,-4 1-2 0,4 0 1 16,-3 2 3-16,5-3-6 0,2 1 1 0,1 1 1 15,-3 1-5-15,7-2 1 0,-3 2 2 0,4-1-2 16,4 1 9-16,-1 0-6 0,3 3 5 0,1-2 21 0,5 0-9 16,-1-3 2-1,2 3 4-15,3 0 2 0,6 0 3 0,0 0 2 16,1-5-2-16,4 1-2 0,2-3 3 0,7 1-4 15,2-2-2-15,-2 1 1 0,6-4-5 0,-6-1-1 16,5-3 1-16,3 1-4 0,-3-2-1 0,-2 1 3 16,0-2-5-16,0-3 6 0,-3-2 9 0,4 0 6 15,-7 0 12-15,3-4 2 0,-7 3 7 0,5-5 0 16,-7 3 5-16,-1-1 11 0,0-1 0 0,-2-1-4 0,0 1-1 0,-3-1-6 16,1-3 4-16,-3 3-1 0,-1-2 4 0,0 1-8 15,0-3 7-15,-1 3-5 0,-2-3-11 0,-1-1-1 16,-1 2-4-16,-1-2-7 0,-2 0-2 0,2 1-3 15,-3-1-4-15,0-1 1 0,-3 1-4 0,2 1 5 16,-2-4-18-16,-2 3-8 0,1 1 4 0,-5-1 7 16,4 2-1-16,-4 1 1 0,3 4-9 0,-1-1-1 0,-3-3 3 0,0 4-9 15,1 2 13-15,-5 0-4 0,5 1-14 0,-4 4-7 16,-6-4-4-16,1 2 8 0,2 3-4 0,-4 2 5 31,2 0-4-31,-1 2-1 0,2 5-3 0,1-2 6 0,-2 4-2 0,2 0-3 16,0 7 1-16,3-1 3 0,-2 5-1 0,0 3 4 15,2 2-3-15,3-1 2 0,3 5 3 16,5-2 2-16,2 1-4 0,4 1 3 0,2 0 2 16,3 1 14-16,5 0-15 0,4-2 8 0,3 4-9 15,9 3 0-15,-2 4 5 0,-5-11 8 0,1-1-2 0,-2 1 0 16,0-5-1-16,-2 3-4 0,-7-3 2 16,2-1-6-16,-7-5 2 0,-3-3 2 0,-3-1 1 15,0-1 0-15,-2-1 1 0,-4 4 0 0,-1-3 3 16,-6 0 7-16,-3 0-8 0,-5 0 2 0,-6-2 1 0,-2 2-3 0,-1-4-27 15,0 0-41-15,-3-5-47 0,2 2-68 0,6-5-87 16,0-2-307-16,3-1-620 0,0-1 274 0</inkml:trace>
  <inkml:trace contextRef="#ctx0" brushRef="#br0" timeOffset="112259.86">26481 5086 73 0,'0'0'138'0,"5"-6"0"16,-5 1 1-16,3 3-1 0,-2-2 8 0,-1 1 2 15,0 3 16-15,3-9-7 0,-1 4-3 0,0 2-9 16,-2-4-3-16,0 2 0 0,1 2-3 0,-1 3-6 16,-3-9 1-16,2 6-8 0,1-1-10 0,0 4-13 15,-4-5-10-15,0 1-13 0,-1 2-11 0,-4 2-9 16,9 0-4-16,-19 0-10 0,5 7-10 0,-5-1 1 0,2 1-4 16,-10 3-4-16,3 4-8 0,3 1 0 0,-1 1-4 0,4-3-3 15,-4 5 0-15,4 0 3 0,-1 5 1 0,2-4-6 16,3 2-3-16,4-4 0 0,2-3-4 0,2 3-1 15,0-2 1-15,3 2-1 0,3-5 3 16,0-2-4-16,0 1 3 0,0-1 1 0,3-3 2 0,1-4 3 16,2 2 4-1,4-1-1-15,-1-3-3 0,5-1 3 0,-1-3-1 16,1-4-2-16,4 4 5 0,1-4 2 0,-5-2 5 0,-1 4 3 16,1-6 5-16,0 0 1 0,0 1 0 0,-1-4-6 0,0 2-2 0,-2 2-3 15,-2 0 2-15,-1 1-1 0,-1 1 1 0,-3 2 6 16,1 2 13-16,-1 0 2 0,1 0-18 0,-1 1-3 15,-3 0-7-15,3 3 0 0,-4 0-14 16,5-7 0-16,-5 7-2 0,4 0-3 0,-4 0-1 16,0 0-2-16,9 7 4 0,-4-5-1 0,0 2-4 15,-1 0 9-15,4 3-4 0,-2-2-1 0,2 0-2 16,0 3 5-16,-1-2-11 0,4 4-15 0,-1-4-12 16,-1 0-23-16,0 1-25 0,-3-2-26 0,3 0-36 15,-3 2-41-15,1-7-44 0,-2 4-53 0,-1-1-174 16,-1-2-497-1,-3-1 221-15</inkml:trace>
  <inkml:trace contextRef="#ctx0" brushRef="#br0" timeOffset="112676.08">26647 5124 140 0,'4'-3'263'15,"-4"3"-21"-15,0 0-31 0,4-1-23 0,-4 1-22 16,0 0-14-16,0 0-20 0,7 4-7 0,-4-2-11 0,5 6-11 16,-6-4-9-16,5 3-8 0,-1 2-10 15,-2-1-8-15,4 2-7 0,-3 2-6 0,0 0 0 0,-1-2-9 16,-3 0-5-16,3 2-4 0,0 0-3 0,-3 1-2 0,2-3-5 16,-1-2-5-16,-1-1 1 0,1 1-4 0,-1-3 1 15,-1 0 0-15,1-1 18 0,-1 1 28 0,1-2 31 16,-1-3 32-16,0 0 43 0,0 0 22 0,4 4 27 15,-4-4 16-15,0 0 10 0,0 0-25 0,0 0-23 16,8-10-20-16,-3 4-17 0,0-2-26 0,3-2-5 16,-2 1-14-16,3-6-14 15,1 1-10-15,-1-1-9 0,0 1-11 0,5-1-5 16,-5 0-10-16,2 1-4 0,1 2-8 0,1 0-1 16,-5 5-9-16,-1-4-4 0,1 4-5 0,1-2-2 15,0 3-16-15,-1 0-18 0,-6 1-22 0,3 3-24 0,2-2-26 0,-2 1-42 16,0 0-35-16,3 1-38 0,-2 2-24 0,0 0-15 15,-6 0-26-15,13 0-20 0,-8 2-13 16,0 0-12-16,2 1-20 0,-3 0-237 0,0 1-610 0,2-1 271 16</inkml:trace>
  <inkml:trace contextRef="#ctx0" brushRef="#br0" timeOffset="113147.18">27074 5173 145 0,'0'0'169'0,"0"3"-5"0,0-3-2 0,0 0-4 16,0 0-4-16,1 3-3 0,-1-3-10 0,0 0-6 16,0 0-6-16,0 0-2 0,0 0-1 0,0 0-7 15,6 2-6-15,-6-2 2 0,11-2-8 0,-2 0-9 16,1-2-7-16,4 1-7 0,4-3-8 0,-4 1-3 16,3 1-8-16,3-1 0 0,-3-4 6 0,3 3-6 15,-3-4 2-15,0 1 0 0,-1 0 0 0,0-2 10 0,0 2-3 0,-3-3 5 16,-5 5 0-16,-1-2 8 0,1 0 5 0,-3-1-3 15,-1 1 11-15,-3 1 1 0,-1 2-10 0,0-4-16 16,-4 6-13-16,-1 1-9 0,-4-2-10 0,-2 2-1 16,-6 3 4-16,-5 3-16 0,3 2-7 0,-8 1-3 15,-1 3-3-15,9-2-5 0,-1 3-1 0,4-1 1 16,-3 2-8-16,6 3 3 0,1-1-11 0,0 3-7 0,8-4 1 16,3 2-3-16,2 3 15 0,7-1-6 0,2 0-1 15,12 1 9-15,2 0-4 0,6 0 1 0,3-3-2 16,3-7 12-16,3 3-3 0,15-3-4 0,0 0-4 15,-3-4 8-15,-12-1 3 0,1-2-4 0,-3 4 0 16,-5-4-7-16,-5 1 4 0,-11-1 18 0,-4 0 17 16,3 0 4-16,-8 0 4 15,0 0 8-15,-7 0-1 0,12-1-5 0,-6 1 3 16,-6 0 5-16,0 0-17 0,9 1-3 0,-9-1-27 16,0 0 1-16,0 0-32 0,5-1-18 0,-5 1-49 0,0 0-29 0,0 0-33 15,6-1-33-15,-6 1-32 0,0 0-43 0,0 0-53 16,0 0-287-16,0 0-646 0,0 0 286 0</inkml:trace>
  <inkml:trace contextRef="#ctx0" brushRef="#br0" timeOffset="114456.9">28503 4770 42 0,'0'0'57'0,"0"0"-7"0,0 0-5 16,0 0-3-16,0 0-2 0,1 12-8 0,0-10-3 0,-1-2-3 16,0 8-13-16,2-5 2 0,-1-1-9 0,-1-2 2 15,0 8-7-15,3-6 1 0,-3-2 1 0,1 5-6 16,-1-1 6-16,0-4 5 0,0 0 10 0,1 3 7 15,-1-3 4-15,0 0 4 0,0 0 3 0,0 0 13 16,0 0-10-16,0 0 15 0,0 0 5 0,0 0 13 16,0 0-10-16,10-8-4 15,-10 8 5-15,3-6 2 0,-3 6 2 0,1-5-8 16,0 1 6-16,1 0 3 0,-2 0 2 0,0 4 7 16,1-8 5-16,0 3 4 0,-1 0-1 0,1-2 8 0,-1 3 1 0,0 1-5 15,0-3 3-15,0 1 4 0,0-1-6 0,-1 1 2 16,1-1 7-16,0-1 3 0,-1 3-1 0,1 0-8 15,0 4 3-15,0-6-7 0,0 6-9 16,0-5-9-16,0 5-11 0,-1-4-4 0,1 4-11 16,0 0-15-16,0 0-20 0,0 0-22 0,0 0 0 0,0 0 2 15,-4 13-3-15,0-1 1 0,-1 6 4 16,-3 11-2-16,0 2 0 0,-2 15 3 0,-2 1-1 16,0 1 1-16,-3 3 2 0,3 0 0 0,-2 0 6 15,5-3-4-15,0 5 2 0,4-3 3 0,-1-3-2 16,2 1 3-16,1-14 0 15,3 0-1-15,4-2 0 0,-4-3 1 0,3 0 2 16,0-3 0-16,0-9-1 0,-2 0-1 0,-1-5 1 16,0-2 6-16,0 0-2 0,-1-5 2 0,2 2 18 15,-1-2 23-15,-1-3 2 0,-5 1-7 0,6-3-5 16,-16-1-6-16,6-3-2 0,-4 1 1 0,1-6-9 16,-1 4 8-16,0-6 14 0,-1 2-9 0,1 1 18 15,5-1-7-15,-4 3 17 0,3 0-14 0,0 1-8 0,3 0 10 0,2 1 11 16,3 0-17-16,2 4-6 0,-8-5 0 0,8 5-15 15,-5-3-13-15,5 3-15 0,-4-3-23 0,4 3-36 16,-4-3-36-16,4 3-50 0,0 0-46 0,0 0-45 16,10-11-44-16,-6 8-260 0,1-3-587 0,2 0 260 15</inkml:trace>
  <inkml:trace contextRef="#ctx0" brushRef="#br0" timeOffset="114826.53">28268 5179 87 0,'-5'0'245'16,"5"0"-19"-16,0 0-20 0,0 0-24 0,-8 0-16 0,8 0-12 0,0 0-14 0,0 0-12 16,0 0-12-16,0 0-9 0,0 0-9 0,0 0-10 0,0 0-7 15,0 0-3-15,25 5-7 0,-8-4-6 0,3-2-3 16,9-1-9-16,3 2 0 0,1-1-7 0,0-3-1 16,3 4-1-16,-5-4-7 0,-1 3 0 0,-8-1-2 15,-2 2-3-15,-2-3-4 0,-5 4-4 16,-3-2 1-16,-2 1-2 15,-2 0 0-15,2 0-4 0,-8 0-1 0,9 0 5 16,-9 0-9-16,8-2-9 0,-8 2-1 0,0 0-9 16,0 0-17-16,0 0-22 0,0 0-20 0,-25 5-20 15,16-3-20-15,0 0-39 0,3 1-30 0,-3-3-203 16,1 2-405-16,8-2 180 0</inkml:trace>
  <inkml:trace contextRef="#ctx0" brushRef="#br0" timeOffset="115427.22">28808 5059 249 0,'0'0'267'0,"0"0"-13"0,0 0-13 15,0-3-15-15,0 3-22 0,0 0-22 0,0 0-18 0,4-3-16 16,-4 3-19-16,0 0-16 0,0 0-16 0,0 0-12 16,0 0-8-16,0 0-10 15,1 13-3-15,-1-6-7 0,0-1-7 0,3 6-4 0,-3 0-6 16,0 5-4-16,-3-1-2 0,6 2-4 15,-3 1-3-15,0 0-3 0,0 0 1 0,1 6-4 16,1-7-1-16,1-1 0 0,2 3 1 0,-3-6-5 0,0-1 0 0,2-2-2 0,-3-1 2 0,3-3 5 16,-3-2 14-16,3 1 22 0,0-2 21 0,2-2 24 15,-2 1 24-15,-4-3 0 0,0 0-8 0,26-9 2 16,-20 4-2-16,6-1-11 0,3-5-8 0,-5 0-5 16,1-3-6-16,0 1-11 0,-2 1-6 0,1-2-5 15,0-3-5-15,1 3-3 0,-4-2-10 0,3-1-3 16,-2 2 5-1,-4 4-1-15,1-2 3 0,-1 3 2 0,-3-1 3 0,3 5 2 16,-3 0-6-16,4 0-2 0,-5 1-7 0,3 2-8 16,-2 0-15-16,-1 3-21 0,0-5-19 15,0 5-23-15,0 0-33 0,0 0 6 0,0 0 4 16,0 0 12-16,0 0 7 0,-4 15 6 0,4-8-5 0,-1 1 3 16,2 3 9-16,-1 0 9 0,0 0-5 0,4-1 8 0,0 2 1 15,4-2 10-15,1 3-5 0,2-1 2 0,2 0-11 16,4-4-20-16,-2 0-33 0,2-3-49 0,1 0-51 15,1 0-68-15,2-3-68 0,-5-2-296 0,2-4-660 16,-6 1 292-16</inkml:trace>
  <inkml:trace contextRef="#ctx0" brushRef="#br0" timeOffset="115928.4">29282 5051 306 0,'3'-3'316'0,"-3"3"-14"0,0 0-13 0,1-6-16 15,-1 6-19-15,0 0-29 0,0 0-20 16,0 0-25-16,0 0-22 0,0 0-17 0,0 0-19 0,0 0-19 0,0 0-9 0,0 0-11 0,0 0-9 16,1 14-7-16,2-7-4 0,-3 1-12 0,0 3-8 15,-3-1 0-15,3 2-2 0,-1 5-8 0,0 0-2 16,-3 0-2-16,0 0-3 0,0 1-2 0,3-6 0 16,1 5-6-16,0-5 4 0,-1-1-4 0,2-3-1 15,-1-1-8-15,-1-2 6 0,1 0-2 0,-3-1 14 16,3 0 15-16,0-4 32 15,0 0 33-15,0 6 32 0,0-6 26 0,0 0-8 16,0 0-16-16,0 0-13 0,17-10-15 0,-11 1-13 16,2 1-16-16,3-1-2 0,0-4-9 0,0 1-6 15,3-1-7-15,-2 0-10 0,0 1-5 0,1 0-4 16,-4 4-6-16,-2 3-4 0,0 0-8 0,-2-1 2 16,-1 2-5-16,1 3-6 0,-1-2-11 0,-3 0-21 0,-1 3-2 15,9 0-2-15,-9 0-6 0,9 3-4 0,-4 0-1 16,-1 2-1-16,6 2-5 0,-6-2-11 0,1 5-21 15,4-1-33-15,-5 0-30 0,1 3-29 0,4-2-31 0,-4 1-47 16,-1-2-52-16,1-1-71 0,-1-2-256 0,2-2-672 16,-3 0 298-16</inkml:trace>
  <inkml:trace contextRef="#ctx0" brushRef="#br0" timeOffset="116637.08">29636 5112 89 0,'0'0'240'0,"0"0"-25"0,0 0-21 16,0 0-17-16,-2-3-21 0,2 3-15 0,0 0-11 0,0 0-11 31,0 0-15-31,16 3-6 0,-9-2-15 0,4-1-6 0,1 0-5 0,0 1-11 16,6-2-4-16,0 1-7 0,0-1-7 0,1-2 1 15,-1 3-4-15,-4 0-6 0,3-5-3 0,-1 4-2 16,-5-3-5-16,0 0 5 0,1 1 7 16,-3-3 6-16,-2 0 8 0,2 1 12 0,-4-1 3 15,0 1 7-15,1 0 6 0,0 0-2 0,-2 1 9 16,-2 0-7-16,-2-1-9 0,2 1-5 16,0 1-16-16,-2 3-14 0,-6-5-4 0,-2 5-8 15,0-4-3-15,-2 6-1 0,-4 0-5 0,1 0-1 0,-1 1-3 16,-2 0 1-16,-2 4-4 0,4 0-5 0,-4 0 4 15,1 4-1-15,3-1 0 0,0 3 0 0,0 2-1 0,5-1-2 16,1 0-6-16,2-3-16 0,2 0 3 0,4 0 3 16,0 0 1-16,6 0 7 0,1-2-5 0,7 1 2 15,1 0 4-15,2-1-3 0,5-5 3 0,10 2-1 16,1-2-1-16,-2-1-10 0,3-3-5 0,-3-3 1 16,-2-1-1-16,1-2 4 0,-4-1-1 0,-7 0 6 0,8-4 1 0,-11 2 1 15,0-3 7-15,-3-1 11 0,-3-2 8 0,3-1 17 16,-4-1-16-16,3-5-1 0,-5-3 6 0,-2-2 3 15,3-4 0-15,-3 2 2 0,-1-5 3 0,0 5 23 16,0-3 10-16,-2 4 13 0,2 1 11 0,-3 7 6 16,1 4 9-16,-4-1-1 0,4 7 0 0,-2 0 1 15,0 3-13-15,1 0-16 0,-2 3-2 0,2 0-24 16,-1-1-44-16,0 5-40 16,-1-4-19-16,1 4 4 0,0 0 5 0,-4 15 7 15,0-4 0-15,0 8 5 0,-5 8 4 0,4 2 2 16,-3 0 5-16,3-1 2 0,1 2 3 0,-2 2 1 15,2-1 3-15,3-1 3 0,-2-2 2 16,3-1 0-16,0-3 5 0,-1-1 0 0,1-7 4 16,1 1-2-16,3-3-1 0,-4-2 2 0,3-2 1 0,-2-1 4 15,-1-4-1-15,0 1 9 0,0-1-5 0,0-1 0 0,3-1 3 16,-3 1 2-16,0-4 6 0,0 4 1 0,0-4-8 16,0 0-47-16,0 0-49 15,0 0-46-15,0 0-34 0,-3-11-47 0,2 4-50 16,-2 3-215-16,3-4-520 0,-1 1 230 0</inkml:trace>
  <inkml:trace contextRef="#ctx0" brushRef="#br0" timeOffset="116862.93">30044 5078 227 0,'0'0'246'0,"0"0"-8"15,-5 0-14-15,5 0-16 0,0 0-22 0,0 0-17 0,18 0-21 16,-6-3-16-16,10 2-11 16,5-3-15-16,5 0-7 0,1 2-10 0,0-1-12 0,-1 1-17 0,1 0-17 15,-6-2-26-15,-5 3-19 0,-3-1-20 0,-6 0-22 16,1 0-27-16,-6 1-35 0,-2 0-35 0,1-1-48 16,-7 2-114-16,1-3-327 0,-1 3 144 15</inkml:trace>
  <inkml:trace contextRef="#ctx0" brushRef="#br0" timeOffset="117354.51">30501 5002 140 0,'0'0'386'0,"0"-5"-11"0,0 5-15 16,0-6-37-16,0 6-25 0,0 0-38 0,0 0-24 16,0 0-27-16,0 0-37 0,0-3-20 15,0 3-27-15,0 0-13 0,0 0-12 0,4 14-14 0,-3-9-8 16,1 6-7-16,0 0-3 0,0 2-7 0,0 2-7 16,-1-2-5-16,1-1-7 0,0 3-5 15,0 2-7-15,1-2-11 0,-3-3-5 0,0 2-14 16,0-4-26-16,0 1-6 0,0-3-23 0,0-3-15 15,0 0-6-15,0 0 6 0,0-2 8 0,0-3 10 0,0 6 8 16,0-6-4 0,0 0-33-16,0 0-35 0,0 0-14 0,0 0-8 15,-9-17-4-15,8 11-7 0,0-5-12 0,0 1-9 16,-1-2-4-16,0-4 7 0,-1 0 2 0,-1-4-7 16,2-5-88-16,-2 0-281 0,3 0 919 0,-3 5-431 15,3-6 42-15,-1 1 25 0,0 6 30 0,0 0 26 16,1 2 28-16,0 5 25 0,2-1 6 0,-2 4 3 15,1-1 6-15,0 2-5 0,0 0-6 0,-3 4-10 0,6 0-13 0,-3-1-11 16,1 3-10-16,0-1-16 0,-1 3-11 0,2-5-28 16,-2 5-11-16,0 0-27 0,9-2-24 0,-9 2-22 15,0 0-24-15,16 5-46 0,-11-3-41 0,-1 2-195 16,4 4-392-16,-2-5 173 0</inkml:trace>
  <inkml:trace contextRef="#ctx0" brushRef="#br0" timeOffset="117854.73">30961 4957 161 0,'0'0'220'0,"0"0"-16"0,0 0-20 16,0 0-18-16,0 0-20 0,0 0-16 0,0 0-19 15,0 0-14-15,0 0-6 0,0 0-10 0,0 0-10 0,-15 7-6 0,7 0-6 16,-1-2-6-16,-1 4-10 0,-1-2-2 0,0 3-5 16,-3 1-5-1,0-1-3-15,3 2-2 0,-3 2-8 0,2-2 4 16,1 2-7-16,-1 1 0 0,7-3-1 0,-4 0 3 15,4 0-5-15,1 0 17 0,-1 0 8 0,5-3 2 16,-2 2 4-16,2-2 5 0,2-1 7 0,2-1 7 0,1 0 2 16,5-2 6-16,8-2-4 0,-4-1-2 15,6-2-9-15,0 2-3 0,2-4-1 0,-3 0 5 16,1-1-1-16,1-4 5 0,-5-1 5 0,6 2 1 16,-8-2 2-16,1-1-2 0,-2-1-5 0,1-3-9 15,-6 4-1-15,-2-3-3 0,2 0-1 0,-4-3 4 16,0 4-4-16,-4-1-4 0,1 1-1 0,-1 1-11 15,-4 1-1-15,-1-1-7 0,0 1-5 0,-3 2-10 0,-1-1-19 0,-2 2-1 16,-1 2-5-16,2-1-5 0,-4 1-16 0,2 4-20 16,-1 0-13-16,2 0-19 0,-2 0-17 0,-1 0-18 15,3 0-19-15,-2 4-31 0,8-1-30 0,-1 2-8 16,2-2-31-16,1 1-148 0,3 0-423 0,0-4 187 16</inkml:trace>
  <inkml:trace contextRef="#ctx0" brushRef="#br0" timeOffset="118217.93">31204 5014 92 0,'0'0'398'15,"0"0"-28"-15,0 0-27 0,5-1-31 0,-5 1-34 16,0 0-36-16,0 0-28 0,0 0-29 0,0 0-16 15,4 4-11-15,-4-1-27 0,0 2-14 0,0 2-14 16,0 2-8-16,0 2-9 0,0 0-6 0,0 1-7 16,0 1-11-16,-4-1-5 0,4 0-6 0,0 0 1 15,0-2-4-15,0-3-13 0,0-3 4 0,-1 3-3 0,1-2 2 0,0-3 1 16,0 3 19-16,0-5 25 0,1 4 39 0,-1-4 34 31,2 2-8-31,-2-2-11 0,0 0-12 0,16-8-14 0,-7 3-7 0,0 0-9 16,2-4-2-16,-3 7-2 0,1-4-9 0,3 0-4 15,-6 2-8-15,-1 0-11 0,0 4-11 0,0-5-1 16,-1 3-12-16,-4 2-6 0,8-1-23 16,-8 1-27-16,13 5-19 0,-7-2-25 0,4 2-22 15,0 4-33-15,5 2-61 0,0 2-61 0,-5 1-79 0,0-3-447 16,3 1-831-16,1-2 369 0</inkml:trace>
  <inkml:trace contextRef="#ctx0" brushRef="#br0" timeOffset="121388.03">31791 5041 168 0,'0'0'205'0,"2"-2"-11"0,-2 2-12 16,0 0-13-16,0 0-10 0,0 0-18 0,4-3-8 0,-4 3-12 16,0 0-6-16,0 0-16 0,0 0-3 15,0 0-7-15,0 0-7 0,0 0-5 0,0 0-7 16,0 0-7-16,0 0-16 0,0 0-6 0,0 0-7 16,0 0 1-16,0 0-10 0,-11 8 1 0,5-4-3 15,-3 0-4-15,3 1-2 0,-3-1-2 0,1 3-2 16,1-2-5-16,-1 1 2 0,2 2-1 0,-1 0 0 15,3 1-2-15,1 0 0 0,3 2 4 0,0 3-3 0,2-2 4 0,2-2-2 16,4 6 1-16,3-2 0 0,1 2 0 0,1-2-1 16,1-3-4-16,-2 3 3 0,2 0-4 0,-1-2 2 15,-4-3-5-15,1 2 1 0,-6-6-3 0,1 1 2 16,-1 0-7-16,-3-1 3 0,2 2-4 0,-11-1 6 31,1 0 4-31,-11-2-2 0,0 3-18 0,-10-1-47 0,-2-1-80 0,2-2-257 16,8-3-433-16,-2 1 192 0</inkml:trace>
  <inkml:trace contextRef="#ctx0" brushRef="#br0" timeOffset="126181.43">3577 7919 146 0,'0'0'125'0,"0"0"-2"15,-1-5-9-15,1 5-12 0,0 0-6 0,1-3 1 16,-1 3-5-16,0 0-1 0,-1-5-8 0,1 5-2 16,0 0-4-16,0 0-4 0,-1-4 0 0,1 4-5 0,0 0 0 15,0 0-3-15,0 0-2 0,0 0 2 0,0 0 1 16,0 0 1-16,-3-3 4 0,3 3 2 0,0 0 0 0,0 0-5 15,0 0-1-15,0 0-8 0,-1-4-8 0,1 4-5 16,0 0-4-16,0 0-8 0,0 0 1 16,-9 7-13-16,3-1-5 0,-3 1 1 0,-4 6-1 15,-1-1-4-15,-1 0-1 0,-2 8 1 0,3-3-7 0,0 2-2 16,1-2 4-16,0 5-4 0,4-5-1 0,-2 1-1 16,3-2 1-1,3 0-2-15,0 1 3 0,1-4 5 0,4-1-4 16,0 0-2-16,1-2 4 0,2 1 1 0,3-3 2 15,3-1 2-15,1 0 2 0,3-4-3 0,9-2 9 16,6-2-3-16,4-5-5 0,-1-1-2 0,-1-3 7 16,1-3-6-16,1-1-5 0,-4 1 6 0,-5-3 9 15,-1 1 17-15,-6 3 15 0,-4-1 15 0,-1-3 16 16,-3 2 6-16,0 1 7 0,-3-4 6 0,-4 5-2 0,-1-4 10 0,-2 3-8 16,-2 1-10-16,-3-2-22 0,1 4 5 0,-7-2-8 15,0 2-6-15,1 5-5 0,-5-1-23 0,-2 0-9 16,1 3-20-16,-4 2-17 0,2 2-16 0,1 0-26 15,1 3-29-15,0 0-32 0,1 2-35 0,6-1-32 16,-1 2-36-16,5-1-36 0,3-1-255 0,1 1-550 16,4-2 244-1</inkml:trace>
  <inkml:trace contextRef="#ctx0" brushRef="#br0" timeOffset="126855.27">4205 7481 78 0,'-3'-7'248'16,"3"3"-3"-16,3-1 2 0,-6-2-11 0,2 4-10 16,1-2-6-16,0 5-10 0,-1-6-3 0,0 3-17 15,1 3-17-15,0-5-16 0,0 5-16 0,-2-4-19 16,2 4-21-16,0 0-25 0,0 0-34 0,0 0-14 0,0 0-4 16,-4 13-2-16,2-2-6 0,-2 6-1 15,3 12-4-15,-3 5-2 0,-3 12 4 0,2 6-1 0,0 4-2 16,1 3-1-16,1-1 0 0,4 3 3 0,-1-4 1 15,2-1-3-15,1-2-3 0,1-6 4 0,0-2 6 16,3-12 0-16,-2-1 0 0,2-4-3 0,-2-2 0 16,1-2 0-16,-2-4-2 0,-1-4 0 0,-2-4 3 15,1-1 0-15,0-3-2 0,-1-2 8 0,-1-2 21 16,1-1 24-16,-2 1 6 0,-4-2-3 0,-3-3-8 16,-2-2-7-16,-7 2-3 0,-3-3-2 0,0-2-1 0,-1-1 8 0,2-2 14 15,-3 4-1-15,3-6 1 0,1 3-5 0,-1-1 8 16,4-1-8-16,-2 1-11 0,8 3-4 0,0 0-4 15,-1 1-7-15,4 0-6 0,-1 0-8 0,2 0-16 16,1 1-21-16,-2 1-30 0,6 2-24 0,-1-4-34 16,1 4-40-16,0 0-36 0,10-8-35 0,-1 5-50 15,2-2-70-15,3-1-207 16,2-2-584-16,1 1 259 0</inkml:trace>
  <inkml:trace contextRef="#ctx0" brushRef="#br0" timeOffset="127218.17">4020 7964 225 0,'-4'1'233'0,"4"-1"-19"0,0 0-18 0,-11 0-17 16,11 0-13-16,0 0-5 0,-5 2-15 16,5-2-9-16,0 0-12 0,0 0-14 0,0 0-8 0,-4 2-2 15,4-2-5-15,0 0-6 0,19 1 3 0,-7-2-9 16,7-1-4-16,12-1-6 0,0 0-10 0,6-2-3 31,-2-1-4-31,4-1 1 0,11-2 0 0,-13 3-5 0,-4-1-4 16,-1 1-3-16,-4 2-10 0,-9 4-4 0,-5-3 2 0,-1 3-9 15,-1-2 2-15,-6 0-4 0,2 2-3 16,-1-1-4-16,-3 0-13 0,-4 1-13 0,9-2-18 16,-9 2-5-16,0 0-13 0,0 0-20 0,0 0-37 15,-13 13-38-15,3-10-48 0,4 2-72 0,-1-1-140 16,2-1-432-16,4-3 192 0</inkml:trace>
  <inkml:trace contextRef="#ctx0" brushRef="#br0" timeOffset="127926.17">5158 7732 199 0,'4'-4'209'0,"2"3"-20"0,3-2-18 16,0 1-19-16,3 2-14 0,3-2-15 0,2 2-13 15,4 3-10-15,1 2-13 0,6 0-7 0,-1 6-11 0,-3-2-9 0,2 2-5 16,-2 3-3-16,-5 3 0 0,-2 2-12 0,-2-2-5 15,-2 5-2-15,-4 3-1 0,-1-1-2 0,-7 3 1 16,-4 1 3-16,-4 0 5 0,-3-1-1 0,-3 0 1 16,-4-3 5-16,1-2-2 0,-4 1 0 0,0-3 8 15,4-7 5-15,-4 4 8 0,6-5 6 0,-1-1 5 16,1-2 5-16,4-3 10 0,3-3 23 0,-1 1 22 16,4-1 32-16,0-1 18 0,1-2 24 0,3 0-10 0,0 0-17 15,-6-6-24-15,8-4-16 0,3-1-17 0,5-5-13 16,3 0-14-16,6-7-12 0,3-1-4 0,1-3-11 0,8-12-9 15,-8 11-12-15,1-2-4 0,-2 2-5 0,-3 2 0 16,4 1-7-16,-9 4-2 0,-1 5 3 0,-6 7 8 16,0 0 4-16,0 1 0 0,-3 2 3 15,-1 3-6-15,-1-2-13 16,1 2-16-16,0 1-21 0,-3 2-28 0,0 0-10 16,0 0-4-16,0 0 5 0,2 14 0 0,-6-4 7 15,0 7 2-15,0 0 7 0,2 8 3 0,1 3 2 0,2-4-9 0,4 2-6 16,4-2 7-16,8 1-21 0,3-5-2 0,11-2-33 15,19-1-62-15,2-4-93 0,8-7-152 0,5-5-274 16,-1-7-723-16,0-4 320 0</inkml:trace>
  <inkml:trace contextRef="#ctx0" brushRef="#br0" timeOffset="131495.4">6441 8075 177 0,'0'0'288'15,"0"0"-32"-15,0 0-27 0,0 0-32 0,0 0-29 0,0 0-19 16,0 0-14-16,-2 13-14 0,-5-3-13 0,-3 6-7 16,-11 9-9-16,-2-1-33 0,-5 2-45 0,-10 8-51 15,-2-4-80-15,-3 2-207 0,12-11-350 0,1-3 155 16</inkml:trace>
  <inkml:trace contextRef="#ctx0" brushRef="#br0" timeOffset="135757.68">7384 7786 79 0,'0'-3'233'0,"0"-2"-10"0,0 5-14 0,-1-7-7 16,0 4-3-16,1 3-8 16,0-5-14-16,0 5-14 0,-3-5-15 0,3 5-16 15,0 0-22-15,-1-4-13 0,1 4-14 0,0 0-11 16,0 0-11-16,0 0-11 0,1 14-3 0,-1-4-8 16,0 2-1-16,-1 4-3 0,-2 2-4 0,3 1-4 15,0 0-7-15,3 8 1 0,-6-2-2 0,3-6-1 0,0 1-2 0,0-1 0 16,-1-1-3-16,1 0 0 0,-3-1-2 0,3-3 0 15,-1-1 0-15,1-2-5 0,0 0 3 0,0-4-3 16,-1 0 1-16,1 0 2 0,0-4-3 0,0 2 4 16,-3-1 0-16,3 0 3 0,0-4 15 0,3 4 11 15,-3-4 13-15,-3 5 1 0,3-5 10 0,0 0 4 16,0 4 6-16,0-4-1 0,0 0-29 0,0 0-26 16,-6-11-32-16,2 5-24 0,0-5-34 0,-1-1-34 15,0-5-31-15,-3-1-28 0,3-8-21 0,0-3-27 0,0 0-197 0,1-2-443 16,0 1 196-16</inkml:trace>
  <inkml:trace contextRef="#ctx0" brushRef="#br0" timeOffset="135926.47">7297 7773 637 0,'-2'-24'43'0,"0"-2"17"16,1 9 5-16,-1-3 19 0,0 4 32 0,1 3 10 16,-2 1 21-16,3 1 1 0,-1 0 13 0,1 4 11 15,0 2 11-15,-2-2 3 0,0 2-2 0,2 1-6 16,0 4-17-16,0-6-20 16,0 0-6-16,0 6-3 0,0-4-26 0,0 4-14 15,0-4-12-15,0 4-4 0,0 0-12 0,0-5-8 0,0 5-15 16,0 0-44-16,0 0-30 0,0 0-11 0,0 0-21 15,0 0-26-15,0 0-26 0,13 9-31 0,-8-2-46 16,1 1-39-16,-2-3-208 0,1-2-478 0,2 2 211 16</inkml:trace>
  <inkml:trace contextRef="#ctx0" brushRef="#br0" timeOffset="136775.37">7885 7645 135 0,'0'0'197'0,"0"0"-9"0,0 0-15 16,3-2-13-16,-3 2-14 0,0 0-15 0,0 0-19 15,0 0-4-15,0 0-8 0,0 0-16 0,0 0-4 16,0 0-15-16,0 0 2 0,0 0-11 0,0 0-6 16,-6 10-5-16,0-6-7 0,1 2 1 0,-3 2-6 15,-2 1-5-15,0 0-2 0,1-2-3 0,-4 5 1 0,3 0-6 16,1 0-1-16,1-3-2 0,-2 0-2 15,2 2-3-15,3-1-1 0,0 1 2 0,0-1-4 16,2 0-2-16,2 1 3 16,1-2 1-16,0 2-1 0,4-1 3 0,1 3 0 15,3-6-5-15,2 8 2 0,7-3-1 0,-2-2 1 16,2 1 2-16,7 2-3 0,1-2-3 0,-8-1 0 16,7 1 0-16,-3-2-3 0,-2 0 4 0,-2 2-3 15,-2 0 0-15,0-1-2 0,-6-4 0 0,4 4 0 0,-5-4-1 0,-2 2 5 0,-1 1 2 16,-2-3 4-16,-2 0 8 0,-2 1 4 15,-7 2 2-15,2-1 3 0,-7-1 5 0,-4 1 6 16,-1-1 3-16,-1 1 8 0,0-2 8 0,-4-1 9 16,5-1 9-16,-1 0 8 0,1 1 6 0,4-4 7 15,1 2 1-15,0-2-10 0,4-1 10 0,2 1-10 16,-2 1-11-16,9-2-6 0,-9-2-4 0,5 4 3 16,4-2-29-16,0 0-15 0,-8 0-26 0,8 0-25 15,0 0-34-15,0 0-33 16,0 0-39-16,0 0-46 0,16-7-58 15,-11 6-273-15,8-2-552 0,-4 0 245 0</inkml:trace>
  <inkml:trace contextRef="#ctx0" brushRef="#br0" timeOffset="140108.94">8974 7702 56 0,'0'-7'193'16,"1"2"-3"-16,0 1-5 0,-1-4-5 0,3 4-7 15,-2 1-7-15,0-1-9 0,1-1-8 0,0 0-10 16,-1 1-15-16,1 1-12 0,-1 0-12 0,-1 3-11 0,5-4-13 0,-5 4-5 15,8-3-7-15,-8 3-12 0,10 0-3 0,-4 3-5 16,2-1 5-16,2 4-15 0,-1 0-2 0,5 5-3 16,0-1-3-16,3 3-4 0,-3 4 0 0,5 3-2 15,2 4-3-15,-2-1-2 0,-2-2-1 0,-1 2-2 16,-2-2-3-16,-1 2 0 0,-2 1 1 0,-1 0-5 16,-2-7-2-16,-4 2 3 0,0-1-5 15,-1 2 6-15,-1-3-3 0,-2 1 0 0,0-3-1 16,-2-5 2-16,-1 1 0 0,-1 0 8 0,4-3 1 15,-4 0 4-15,2-1 6 0,0-2 7 0,1-2 16 16,-2 2 24-16,1-1 36 0,0-1 44 0,2 0 36 16,0-3 35-16,0 0 11 0,0 0-13 0,0 0-9 15,0 0-10-15,-7-15-13 0,7 7-18 0,0-4-21 16,0-8-14-16,3 2-14 0,1-8-14 0,3-3-10 0,2 0-15 16,-2 1-5-16,0 2-9 0,3 1-6 0,2 1-9 15,-7 4-3-15,4 1-6 0,-3 4-5 16,-2-1-4-16,1 6-5 0,2-2-3 0,-2 3-3 0,0 1 1 15,-4 1-5-15,3 2-3 0,-1 1-4 0,-2 0 0 16,3 0-2-16,-4 2-5 0,0 2-24 0,4-6-23 16,-4 6-25-16,0-4-23 0,0 4-27 0,1-2-22 0,-1 2-32 0,0 0-24 15,2-3-28-15,-2 3-26 0,0 0-31 0,0 0 16 0,0 0 2 16,0 0-39-16,3 12-24 0,-4-9-246 0,1-3-617 31,1 9 273-31</inkml:trace>
  <inkml:trace contextRef="#ctx0" brushRef="#br0" timeOffset="140714.47">9447 8018 133 0,'0'0'216'16,"0"0"-16"-16,0 0-15 0,0 0-16 0,0 0-17 16,0 0-13-16,0 0-16 0,21-7-12 0,-12 4-9 15,5-2-11 1,-1-1-8-16,2-2-5 0,2-1-2 0,1 1 1 16,-1-2 1-16,-1 1-1 0,1-1 10 0,-1 0-1 0,-2 0 2 15,4-2 6-15,-6 0 0 0,0-1 5 0,0 2-2 16,-3 1 8-16,1 1-2 0,-5-4 2 0,3 2-5 15,-3 0-8-15,0 1 5 0,-1-1-2 16,-3 1-4-16,2 1 9 0,-3 3-10 0,0-3-9 0,-3 1 8 16,2 3-20-16,-3-2-16 0,-1 2-12 0,0 1-7 0,-3 0-10 15,1 3-1-15,-5-3-10 0,3 4-4 0,-4 1-2 16,1 2-2-16,-1 1-3 0,-5 2-1 0,3 1 3 16,-2 2 6-1,3 2-9-15,-4 3-6 0,5-1 1 0,-1 1-2 0,4 0 0 0,-3 2 4 16,4 0-4-16,4 0-28 0,1-1-5 15,3 1 1-15,1-4 3 0,5 4 4 0,3-2 4 16,3-2 4-16,6 0 5 0,9 0 1 0,2-3 9 16,4-2-13-16,3-4-17 0,1 0-40 0,2 0-48 15,2-3-78-15,15-4-33 0,-17 1-293 0,2-3-573 16,11-1 253-16</inkml:trace>
  <inkml:trace contextRef="#ctx0" brushRef="#br0" timeOffset="141449.91">10553 7841 168 0,'-7'-2'215'0,"-2"-4"-27"16,-2 4-19-16,-1-2-16 0,-1 1-14 0,-5 1-16 15,1 1-8-15,-1 1-17 0,-1 0-8 0,0 0-13 16,-3 3-6-16,3 0-6 0,-1 1-7 0,-1 1-7 15,3 0-4-15,-3 3-3 0,0-1-9 0,4-1 0 16,-2 2-3-16,5 0-6 0,3-1-6 0,2-1-1 16,-3 2-6-16,6 1-2 0,-2-1 1 0,3 0 4 0,1 1-6 0,0 0 2 15,4 0-1-15,3 0-2 0,-2-2 4 0,3 0 0 16,1 0 8-16,6 1-1 0,1-7 0 0,1 3 3 16,6-1-2-16,2-3 6 0,-3 0 3 0,2-1 6 15,-1-2 9-15,-1-1 19 0,-1-2 13 0,-2 0 20 16,-1-1 17-16,-5 0 11 0,5-5 8 0,-4-1 10 15,-1-2 3 1,-1-2-8-16,1 0-3 0,-4-2-6 0,-3-11-16 16,0 1-3-16,-2-1-9 0,-4-2-4 0,0 1-8 0,3-5-3 15,-8 3 4-15,5 2 9 0,-1 4 14 0,0 9 10 16,-2 1 1-16,4 0-4 0,-1 5-7 16,0 3-10-16,3 1-10 0,-2 2-12 0,2 2-15 15,-2-1-12-15,2 2-21 0,1 3-42 0,-3-8-45 0,2 7-58 16,1 1-5-16,0 0 12 0,0 0 8 0,-1 19 11 0,-2-3 7 15,2 2 11-15,1 7 4 0,-4 5 10 0,4 1 6 16,0-1 3-16,4 0 4 0,1-1 11 0,-1 0-7 0,1-4 10 16,-1-1 6-16,0-6-3 0,-3-1-1 0,3-1 8 15,1-3-3-15,-1-6 1 0,-3 3 6 16,3-2 3-16,-3-1-7 0,2 0 7 0,-2-2 2 16,2 0 6-16,-2-3 0 15,-1 2 1-15,3-1-1 0,-3-3 3 0,1 4 3 0,-1-4 0 16,1 3 2-16,-1-3-1 0,0 0 0 0,0 5 3 15,0-5-5-15,0 0-5 0,0 0 6 0,0 0 3 16,0 0-15-16,4 2-27 0,-4-2-26 0,0 0-32 16,0 0-36-16,0 0-41 0,0 0-41 0,0 0-58 15,0 0-284-15,0 0-599 0,0 0 266 0</inkml:trace>
  <inkml:trace contextRef="#ctx0" brushRef="#br0" timeOffset="142024.31">10674 7745 205 0,'0'-3'358'0,"0"3"-12"0,3-3-31 0,-3 3-21 16,0 0-25-16,3-4-21 0,-3 4-22 0,0 0-26 0,0 0-25 15,0 0-20-15,2-3-14 0,-2 3-23 0,0 0-18 16,0 0-12-16,0 0-28 0,0 0-11 16,0 0-6-16,1 12-7 0,-1-7 0 0,0 4-10 15,0 0 1-15,0 2-8 0,2 6 0 0,-2-5 2 0,0 5-3 16,1-1-3-16,-1 2-1 0,0 1-2 0,1-2 1 16,1 0-2-16,-1-3 1 0,0-1-1 0,2-1-3 15,-2 0 1-15,3-4 13 0,-1 2-14 16,0-1 5-16,-2-5-6 0,2 1 5 0,0 0 8 0,-2-1 11 15,0-1 22-15,-1-3 35 0,4 4 15 0,-4-4 12 0,5 0 1 16,-5 0-4-16,9-6 1 0,-1-2-3 0,1-1-8 16,-2-1-10-16,5-6-5 0,-2 1-10 0,6-7-9 15,-4-4-1-15,-2 2-11 0,4 2-8 0,-1-4-7 0,1 3 0 16,-5 6 10-16,1 0 0 0,-2 2 2 0,0 3 7 16,-4 3 9-1,-1 0 1-15,1 1 0 0,-1 3-5 0,-2 0-8 16,0 2-9-16,2-1-12 0,-2 3-13 0,-1 1-23 15,4-4-25-15,-4 4-28 0,0 0-26 0,2-3 3 16,-2 3-3-16,0 0 11 0,0 16 1 0,0-4 14 16,0 0 1-16,-1 3 6 0,1 3 8 0,0 0 4 15,1 0 0-15,-1 2 3 0,0-3 6 0,3 3 2 0,-2-3 2 16,3 1-5-16,-1-6 14 0,2-2 8 16,0 3-3-16,3-4 19 0,1 1-5 0,0-2 4 0,3-2 4 0,-1-1 2 15,6-2-11-15,4-1-32 0,-2-2-42 0,4-2-63 16,-2-3-66-16,4-4-81 0,3 0-97 0,-10-2-307 15,-1-2-740-15,-1-1 328 0</inkml:trace>
  <inkml:trace contextRef="#ctx0" brushRef="#br0" timeOffset="143018.62">11312 7744 48 0,'0'0'164'0,"-1"2"-19"0,1-2-14 0,0 0-11 32,0 0-15-32,0 0-9 0,0 0-2 0,0 0 0 0,0 0-12 0,0 0-1 0,0 0-6 0,0 0-1 15,9 4-8-15,-9-4 0 0,13-1-12 0,-5 1 0 16,4-3-10-16,0 3-4 16,0-1 2-16,0-3-11 0,2 2 3 0,-3-2-7 0,2 1-1 15,1-1-1-15,-1-1-2 0,-2 2 3 0,-2-5 10 16,3 6 15-16,-6-1-1 0,2 2 13 15,-3-3 21-15,-1-2 9 0,1 4 5 0,-1-1 0 16,-4 3-8-16,5-2-12 0,-3 2-8 0,-2 0-6 0,0 0-6 16,0 0-11-16,0 0-8 0,-11-8-6 0,11 8-7 15,-15 4-4-15,2 0-2 0,-5 1-1 0,0 3-5 0,0-3-1 16,-1 3-3-16,-4 4-1 0,5-2-2 0,-1-1 0 0,5 6-2 31,-3-2-1-31,1-1 1 0,3 2-4 0,3 0 3 0,-2-1-1 0,7-1-1 16,0-2-7-16,4 1 3 0,1 1 0 0,1-2 0 15,4-1 7-15,4 0-4 0,5 2 1 0,6-5 2 16,1 1 2-16,8-3-1 0,2 0-4 16,-1-3 1-16,4-2 3 0,-2 0-4 0,0-2 10 15,4-2-11-15,-7-2 2 0,2 2 1 0,1-3 0 16,-3-1-1-16,-11 1 1 0,4 0 5 0,-7 0 18 16,2-2 23-16,-3 2 3 0,-4-4 4 0,-1 4 11 15,-3-3 12-15,2 2 4 0,-3-1 4 0,0 1 10 16,-1-1 10-16,-1 2 5 0,-1 2 5 0,1 2-3 15,-2 0-3-15,0-1 6 0,1 1-18 0,-1 1-7 0,-1 3-12 0,1-5-13 16,-1 1-18-16,0 4 1 0,0 0-5 0,4-4-23 16,-4 4-13-16,0 0-18 0,1-4-18 0,-1 4-15 15,0 0-10-15,0 0 1 0,0 0 7 0,0 0-1 16,-1 13 4-16,2-9 8 0,-2 4 0 0,-2 0 1 16,1 2-1-1,1-1 10-15,-1 2 2 0,1 0 3 0,1 0 4 0,1 1-9 16,-1-1 8-16,2 1 2 0,-1-3 5 0,-1 2-10 15,1-1 10-15,0-1 5 0,2-1-3 0,-1 0 15 16,0-4-17-16,-1 2 6 0,-1-2-2 0,0 0-2 16,1-1 9-16,0 1 3 0,-1-4-3 0,2 3 8 15,2-2 0-15,-4-1-1 0,0 0-6 0,-2 6 2 16,2-6-1-16,0 0 23 0,0 0-9 0,0 0-8 16,0 0-13-16,0 0-44 0,0 0-55 0,-4-14-48 0,2 3-49 0,-2 1-45 15,3-2-61-15,-4-6-260 0,0-6-610 0,2-2 269 16</inkml:trace>
  <inkml:trace contextRef="#ctx0" brushRef="#br0" timeOffset="143157.31">11735 7436 92 0,'-5'-4'287'16,"3"1"-23"-16,2 3-18 0,-7-1-12 0,7 1-16 15,0 0-13-15,-4-4-17 0,4 4-19 0,0 0-19 0,0 0-13 0,0 0-12 0,0 0-15 16,0 0-11-16,0 0-22 0,12 11-36 0,-6-7-48 15,3 3-63-15,0-3-83 0,-3 2-249 16,1-1-436-16,-1 0 193 0</inkml:trace>
  <inkml:trace contextRef="#ctx0" brushRef="#br0" timeOffset="144721.84">11992 8003 50 0,'0'0'197'16,"-5"3"-11"-16,5-3-3 0,0 0-12 0,0 0-10 15,0 0-11-15,0 0-12 0,0 0-10 0,0 0-3 0,0 0-8 16,14-10-6-16,-11 5 4 0,1 4-2 0,0 0-2 16,1-6-2-16,1 4 0 0,-1-2-1 0,0 0-4 0,2-3 3 15,0-1-3-15,-2 0-3 0,1-2-1 0,4-3-1 0,-2 0-3 16,0-3 0-16,-2 0-14 0,3 0 2 0,0-9 6 15,-4 1-10-15,3 1-7 0,-3 4-2 16,4-5-1-16,-4 7 6 0,-1-8-6 0,1 0 3 16,-1 1-1-16,-1 8 14 0,-2-2-8 0,1 3 7 0,-2 4-3 15,0-1 0 1,0 4 6-16,0-3-5 0,-2 8-8 0,1-5-8 16,1 3 4-16,0 3-10 0,0-4-5 0,-3 3-7 15,3 4-4-15,0-5-8 0,0 5-14 0,0-5-18 0,0 5-15 0,0-2-19 16,0 2-20-16,0 0-22 0,0 0-22 0,0 0 14 15,0 0 3-15,0 0 9 0,-6 18 10 0,-1-7 5 16,2 6 7-16,-4 9 1 0,3 2 5 0,-2 0 2 16,-1 3 3-16,2 1 8 0,1 0 3 0,1-1-3 15,3-2 7-15,0-3-2 0,4 2 7 0,-1-2-3 16,5-2 11-16,-2-6-2 0,2-1 3 0,2 0 5 16,1-2 8-16,0-2 4 0,1-5 1 0,2 1 3 15,3-2 2-15,-3-2 9 0,3-2 0 0,2 1 6 16,-3-3 10-16,-2-1 15 0,0-1 10 0,1-1-3 15,-2-1 9-15,1-1-1 0,-1-2 6 0,-2 1 2 0,-4-1 5 0,4 2 0 16,-4-1 0-16,0-4-6 0,-1 5 0 0,0-1-4 16,-4 0-4-16,4 0-10 0,-4 1-12 0,0-2-13 15,0 6-17-15,-4-7-16 0,-1 4-13 0,1 1-15 16,-4 0-13-16,2 2-13 0,-3-3-9 0,2 3-14 31,-1 0-12-31,0 3-20 0,3-3-4 0,-1 2-21 0,6-2-15 0,-9 2-5 16,5-1-4-16,4-1 9 0,-3 5 15 0,3-5 13 15,5 4 12-15,2-1 8 0,4-3 2 0,7 0 2 16,0 0-4-16,1-3-1 0,3 1-3 0,1-2 0 16,-2 1 4-16,5-5 10 0,1 4 2 0,-8-1 13 15,2-3 4-15,-1 2 14 0,-5-5 8 0,1-1 15 16,-7 6 17-16,5-7 20 0,-8 2 17 0,2 0 9 16,1-3 4-16,-4-1 12 0,-4-2 2 0,2 0 5 0,-3-1 11 0,0-2 8 15,-3 3 4-15,1-9 12 0,-1 6 6 0,2 3 4 16,-7-1 10-16,6 0 8 0,-5 1 11 0,2 0 3 15,4 3 0-15,-2 1 0 0,2 1 8 0,-3 2-4 16,4 2-7-16,-1 1-4 0,-3 3-11 0,4-3-10 16,-1 2-15-16,-2 0-12 0,3 5-11 0,3-6-10 15,-3 6-22-15,-4-4-36 16,4 4-33-16,-3-2-36 0,3 2-21 0,0 0-2 16,0 0 19-16,-1 19 6 0,-3-5 6 0,3 4 5 15,-2 7 18-15,2 5-8 0,2 2 7 0,-2-3 5 0,1 2 3 16,1-4 7-16,-1 0 4 0,3 0 0 0,-3-8 7 15,4-1 1-15,-3-1 4 0,3-2-14 0,-4-3-17 16,1-1-2-16,2 1-8 0,-2-7-13 0,-1 2-19 16,5-1-16-16,-5-2-15 0,0 3-20 0,0-5-22 0,0 2-13 15,0-4-17-15,0 5-7 0,0-5-33 0,0 0-48 16,0 0-157-16,0 0-466 0,14-6 207 16</inkml:trace>
  <inkml:trace contextRef="#ctx0" brushRef="#br0" timeOffset="145147.47">12694 7878 31 0,'0'0'146'0,"0"0"14"0,0 0-4 0,0 0 3 0,0 0-7 16,0 0 9-16,7 0 11 0,-1 0 1 16,2 0 3-16,-1 0-9 0,7 0-8 0,5-3-10 15,1 1-6-15,2-1-9 0,5-2-8 0,1-2-7 0,0 5-3 0,0-6 7 16,-7 1-13-16,0 2 1 0,-3-2 1 0,1-1-3 15,-2-2-5-15,2-1 0 0,-1 1-5 0,-4 1 0 16,0-3-4-16,-6 4-2 0,-1-3 4 0,-1 1-4 16,-2-1 8-16,-3 5-7 0,0-5-14 0,-1 5-8 15,-1-2-5-15,-3 1-17 0,0 5-2 0,-2-2-12 16,-5-1-19-16,-1 3-2 0,-1 2-5 0,-9 4-4 16,2 4 6-16,-7 4-4 0,2-2-10 0,3 5 8 0,4-3-7 0,5 2-18 15,-2 0-15-15,7 4-6 0,0 0-3 0,6 3 4 16,4-2 5-16,6 8 3 0,8-5 3 0,1-3 4 15,7 1 6-15,8-5 0 0,4-1 5 0,15 0 2 16,2-5 6-16,-1-1-7 0,2-1 6 0,-2-5 5 16,6 0-6-16,-23-1 2 0,1-1 3 0,-4 0-3 15,-4 0 5-15,-4 0 3 16,-11 0 17-16,0 0 11 0,-3-1 4 0,-2-2 14 16,-1 3 4-16,0-1-1 0,-3 0 3 0,-4 1-4 0,8-1-19 0,-8 1-12 15,0 0-48-15,5-5-74 0,-5 5-76 0,0 0-90 16,-11-2-99-16,5-4-238 0,-1 4-656 0,1-2 290 15</inkml:trace>
  <inkml:trace contextRef="#ctx0" brushRef="#br0" timeOffset="148271.76">14780 7411 157 0,'3'-11'224'0,"-2"1"-9"15,-1 1-3-15,4-2-9 0,-3 1-12 0,2 1-10 0,-2 0-7 16,-1 3-6-16,4 1-13 0,-4-1-19 0,2 3-14 15,-2-1-8-15,0 4-20 0,1-5-13 0,-1 5-25 0,0 0-8 16,0 0-6-16,6 9 0 0,-4 2-11 0,1 8-5 16,1 0-4-16,-3 9 1 0,2 2-4 15,-2 2-1-15,1 2-2 0,1 11 6 0,-3-11-8 16,1 0-1-16,1 1 0 0,-2-1-1 0,0-3 0 0,3-2-1 16,-2-3 1-16,1-6-5 0,0-2 1 15,-2-2 7-15,0-4-9 0,0-2 1 0,0 0-1 16,2-2 0-16,-2-4 2 0,1 3 0 0,-1-2 2 15,1-1 6-15,-1-4 19 0,0 5 16 0,0-2 12 0,0-3 7 16,0 0-1 0,0 0-11-16,0 0-4 0,0 0-15 0,0 0-15 15,-14-10-14-15,9 5-15 0,-3-4-13 0,1 4 2 16,-2-6-2-16,0 2-2 0,-4-3-2 0,3 5 3 16,-3-3 0-16,4 2 2 0,-4-1 4 0,1-3-2 15,0 2 3-15,-2 0-2 0,2 5 2 0,1-2 3 0,-1 0 2 0,1 0 0 16,1 3 6-16,-1-2-4 0,5 4-1 0,-4-3 1 15,4 0-2-15,-2 2 4 0,0 2-2 0,1-3 1 16,1 2 1-16,0 0-1 0,2 0-3 0,4 2 7 16,-10-3-2-16,8 1-2 0,2 2 3 0,-7-1 0 15,7 1-3-15,0 0 2 0,-4-1-3 0,4 1 4 16,0 0-1-16,0 0 1 0,12-7-4 0,0 3 5 16,0 0-2-16,11 1-4 0,6-3 1 0,3 1 3 15,5-2-2-15,4 1 3 0,9-1-2 0,1 2 0 0,0-1 2 0,-14 2-2 16,3 1 2-16,-3 1 3 0,1 0-4 0,-6 0 2 15,0 0-2-15,-10 4-1 0,-3-3 2 0,0 2-2 16,-2-1 0-16,-7 0-3 0,-2 0 7 0,-2 1-6 16,1-1 0-16,-7 0-1 0,7 0-3 0,-7 0 3 31,4 4-3-31,-4 0 2 0,-4 3 3 0,-1 0 1 16,-5 5-1-16,-5 0 1 0,2 2 0 0,-9 2 2 0,8-2-3 0,0 1 1 0,1-1 2 15,2 0 3-15,3-3-5 0,-1 1 1 0,3-2-3 16,1 0 7-16,1-1 7 0,1 0-1 0,3-2 11 15,3-3 7-15,3 1 13 0,4-1 5 0,12-3 3 16,-4-2-2-16,10-3 6 0,3-2 3 0,-4-2 10 16,-1-2 11-16,-6 2 16 0,5-8 10 0,-9 5 20 15,-1-1 5-15,-2-2 19 0,-4 0 7 0,-1-3 2 16,-4 1 0-16,0 1-19 0,-4 3-18 0,-2-5-19 16,-5 1-22-16,0 6-33 0,-6-4-38 0,0-1-62 0,-11 2-60 15,-4 5-51-15,-2 1-54 0,-4 4-67 0,-1-1-97 16,3 4-242-16,3 0-678 0,8 2 300 15</inkml:trace>
  <inkml:trace contextRef="#ctx0" brushRef="#br0" timeOffset="151562.22">16638 7398 19 0,'-2'-5'231'0,"2"2"-3"16,-2-1-3-16,1-1-2 0,1 5-3 0,1-10-2 0,-2 8-4 16,1-5-9-16,0 7-5 0,1-5-10 0,-1 1-7 0,0 4-5 15,0-4-18-15,0 4-5 0,0-4-17 0,0 4-15 16,0 0-20-16,0 0-5 0,-1-5-17 0,1 5-13 16,0 0-28-16,0 0-26 0,0 0-6 0,0 0-3 0,6 17 1 0,-3-4-5 15,-2 3 11-15,3 10-11 0,-3 2-2 0,3 0 1 16,0 3 1-16,-3 1 8 0,3 2-6 0,1 0 0 15,-2 0-4-15,-1-2 12 0,2-1-9 0,1 0-1 16,-1-5-1-16,1-1 2 0,-2-7-4 0,-1 0 6 16,2-2-2-16,-1-5-1 0,-2 1 0 0,-1-3 0 15,3 2 0-15,-2-6 1 0,-1 2 1 0,1 0-1 16,-1-3-4-16,0-1 4 0,0 1 3 0,3-1-1 16,-3-3 1-16,0 5 3 0,0-5 0 0,0 4-2 15,0-4 12-15,0 0-15 16,0 0 2-16,2 3-2 0,-2-3-6 0,0 0 4 15,0 0-21-15,0 0-4 0,0 0-8 0,0 0-11 16,0 0-34-16,0 0-81 0,0 0-63 0,-7-15-63 16,3 9-182-16,1-1-506 0,-1-1 224 0</inkml:trace>
  <inkml:trace contextRef="#ctx0" brushRef="#br0" timeOffset="151900.54">16414 7700 95 0,'-12'0'230'0,"12"0"-14"16,-8 0-5-16,8 0-11 0,-6 2-10 16,6-2-18-16,0 0-12 0,-8 0-17 0,8 0-12 15,0 0-2-15,0 0-8 0,0 0-12 0,0 0-10 16,0 0-8-16,0 0-8 0,24 1-8 0,-2-2-8 0,10-1-2 15,5-2-10-15,1 3-6 0,2-3-5 0,-2 2-6 16,13-1-2-16,-12-1-4 0,-1 3-5 0,-6 0-3 16,0-1 0-16,-4 4-4 0,-7-1-3 0,-4-1 3 0,-5 0-6 15,-2 1-2-15,-1-1-4 0,-4 0 3 0,0 0-3 16,-5 0 0-16,11 0-10 0,-11 0-6 0,6 3-1 16,-6-3 2-16,0 0 4 15,0 0-12-15,0 0-9 0,-18 4-19 0,10-3-14 16,-3-1-25-16,-1 1-28 0,2-1-30 0,1 2-38 15,0-2-215-15,2-3-426 0,1 3 189 0</inkml:trace>
  <inkml:trace contextRef="#ctx0" brushRef="#br0" timeOffset="152600.22">17061 7400 53 0,'0'0'206'0,"1"-7"3"0,3 4-2 0,-4-1 2 16,2 1 0-16,-2 3 1 0,2-6-1 0,-1 3 0 16,-1 3-13-16,5-3-7 0,-5 3-13 0,0 0-20 0,4-3-15 0,-4 3-17 15,0 0-11-15,1-2-14 0,-1 2-24 0,0 0-8 16,0 0-20-16,0 0-6 0,6 12-8 0,-4 0 0 16,-1 5-5-1,2 8-6-15,-2 1-3 0,-1 4-3 0,-1 2-2 0,1 15 2 16,-3 0-3-16,2-12-2 0,-1-2 2 0,0 5-2 15,1-4-5-15,1-2 13 0,-3 0-11 0,2-5 1 16,1-4 12-16,1-6-4 0,2-3-1 0,-3 0 8 16,0-8 1-16,0 3 0 0,0-3 9 0,0 0 23 15,0-1 24-15,1 0 40 0,1-3 40 0,-2-2 15 16,2 6 26-16,-2-6 15 0,0 0 13 0,0 0-7 16,0 0-15-16,0 0-24 0,8-9-18 0,-7 3-15 15,3-1-18-15,2-4-13 0,2 0-13 0,0-3-3 16,2-1-21-16,0-2-8 0,-1 5-10 0,0-4-9 0,0 7-6 0,0-1-10 15,-3 3-3-15,-2 0-4 0,1 3-18 0,2 0-14 16,-2 0-24-16,0 2-28 0,1-1-21 0,2 3-28 16,3 0-30-16,2 2-35 0,1 1-11 0,-1-1-50 15,6 4-33-15,-5 1-38 0,3 0-47 0,1-2-50 16,-7 2-346-16,2-3-801 0,1 2 355 0</inkml:trace>
  <inkml:trace contextRef="#ctx0" brushRef="#br0" timeOffset="153064.74">17472 7873 181 0,'-4'2'286'0,"4"-2"-16"0,0 0-14 0,0 0-18 15,0 0-17 1,0 0-9-16,-2 3-9 0,2-3-8 0,0 0-12 16,0 0-24-16,0 0-10 0,0 0-16 0,0 0-7 15,17-1-21-15,-6-3-7 0,5 1-13 0,3 1-5 0,1-5-11 16,7 2-4-16,1-6-8 0,2 5-10 0,-5-3-5 15,-6 1 2-15,8-3-6 0,-8 2-3 16,4-3-2-16,-5 3 7 0,0-1 9 0,-5-3 5 16,2 1 9-16,-6-2 3 0,0 5 9 0,2-6 8 0,-5 3 17 0,-2 2 3 15,-2-2 1-15,-2 2 3 0,0-2-6 0,0 3-13 16,0-2-11-16,-4 2-6 0,-2 2-15 0,1 2-4 16,-5 0-15-16,-2 2-6 15,-2 0-8-15,-5 6-7 0,-3-3-5 0,-5 11 0 16,-1 3-3-16,1 7 0 0,3 1-1 0,4-3-9 15,-1 9-2-15,3-6 8 0,3 1-5 0,6 0-19 16,4 4-1-16,6-1 14 0,3 0-2 0,6-2 3 16,8-2 5-16,3-1 2 0,9-3 1 0,7-4 3 15,11 2 9-15,5-6-9 0,3-2 5 0,2-4-5 16,1 0-2-16,-2-4 3 0,-4-4 9 0,-2 0-9 16,-17 0 4-16,-3 3 3 0,-3-1 21 0,-10 1 24 15,-8 1 8-15,-1 0 12 0,1-1 1 0,-3 1 2 16,-1 0 1-16,-6 0 3 0,9 0-5 0,-9 0-7 0,8 0-12 0,-8 0-23 15,0 0-27-15,6-3-40 0,-6 3-58 0,0 0-96 16,0 0-87-16,0 0-61 0,-17-7-83 0,11 5-352 16,-2-1-828-16,3-1 366 0</inkml:trace>
  <inkml:trace contextRef="#ctx0" brushRef="#br0" timeOffset="155670.54">19715 7291 95 0,'-1'-9'282'0,"-2"1"-2"16,3-1-9-16,-1 0-6 0,1-2-12 0,-2 2-18 15,2 0-6-15,-2 3-11 0,2 0-16 0,0-2-21 16,0 5-21-16,0 3-8 0,0-4-30 0,0 4-25 0,-1-7-35 0,1 7-24 15,0 0-6-15,-4 14-2 0,4-1-6 16,-4 3 0-16,0 11-6 0,-1 4-3 0,0-2 4 16,0 4-6-16,1 0-2 0,0-2-1 0,3 2 4 15,-1 0-2-15,0 0-1 0,2-2 0 0,0-2-3 0,0-2-1 16,2-2 1-16,-2-2-2 0,0-6 1 0,2-7-4 31,-2-1 5-31,0-1-1 0,0 2-1 0,0-3 5 0,0-2-4 16,1-1 3-16,-1-1 4 0,0-3-3 0,0 5 0 15,0-5-14-15,0 4-13 0,0-4-27 0,0 0-39 0,0 0-53 16,0 0-69-16,0 0-55 0,0 0-203 0,0 0-500 16,0 0 222-16</inkml:trace>
  <inkml:trace contextRef="#ctx0" brushRef="#br0" timeOffset="156223.54">19725 7740 182 0,'0'0'180'0,"-5"0"-7"0,5 0-7 16,0 0-13-16,-5 1-9 0,5-1-16 0,0 0-14 15,0 0-7-15,0 0-3 0,0 0-8 16,0 0-2-16,-7 1-2 0,7-1 2 0,0 0-1 0,0 0 0 16,0 0 0-16,0 0 2 0,-3 3 1 0,3-3-2 15,0 0 0-15,0 0-2 0,0 0-5 0,0 0 1 16,-3 4-2-16,3-4-5 0,0 0-11 0,0 0-4 16,0 0-6-16,0 0-7 0,0 0-2 0,0 0-3 15,0 0-4-15,0 0-3 0,0 0-8 0,0 0 1 16,0 0-4-16,0 0-5 0,0 0-3 0,0 0-2 0,0 0-3 15,0 0 3-15,-1 3-3 0,1-3 0 0,0 0-4 0,0 0-2 16,0 0 2-16,0 0 9 0,0 0-14 0,0 0 12 16,0 0 2-16,0 0-3 0,0 0-2 0,0 0 7 31,19-2-4-31,-6 1-2 0,6-2-6 0,13 1 8 16,1-1-9-16,3 1 1 0,5-1-1 0,9 0-1 15,-10-1 1-15,-2 3-3 0,-2-3 0 0,-2 4-5 0,-6 0 2 0,-8-1-1 16,1-2-2-16,-3 3 4 0,-8 0 4 0,2 0-4 15,-5 0 2-15,0 0-7 0,-1-2 6 0,-1 2-9 16,-5 0 2-16,9 0 0 0,-9 0-10 0,0 0 11 16,0 0-20-16,0 0-16 0,0 0-26 0,-22 2-23 15,9-2-21-15,-3 2-21 0,6 0-26 0,-4-1-31 16,2 2-37-16,2-3-54 0,1 0-173 0,0 0-483 0,5 0 213 16</inkml:trace>
  <inkml:trace contextRef="#ctx0" brushRef="#br0" timeOffset="157173.41">20327 7749 121 0,'0'0'174'0,"0"0"-7"0,0 0-5 0,0 0-9 15,0 0-10-15,0 0-2 0,0 0-5 0,0 0-9 0,0 0-17 16,0 0-9-16,0 0-12 0,0 0-10 16,0 0-7-16,18-7-5 0,-6 6-9 0,3-1-5 15,0-2-2-15,3-3-11 0,4 4-2 0,-3-2-2 16,2 0-3-16,0-3-5 0,5-1-5 0,-7 1 0 0,1 0-2 0,-1 0-9 16,1-2 19-16,-4-1 11 0,0 3 3 0,-2-5 9 15,-3-1 11-15,-4 4 11 0,1 1-1 0,-2-3 4 16,-2 3 5-16,-1-1 4 0,-3 2-7 0,0 4-7 15,0-4-10-15,-2 0-6 0,-5 4-13 0,1 1-7 16,-4-3-6-16,-3 6-2 0,-2-3-7 0,-3 3-1 16,-4 3-4-16,0 1 0 15,-6 4-4-15,4-2-6 0,-3 5 3 0,7-4-3 16,1 3 0-16,-3 6-2 0,5-3 1 0,3-1-3 16,0 2-2-16,5-3-1 0,1 1-8 0,5 0 2 15,1-1 4-15,2 4 4 0,8-6-4 0,2 3 3 0,8-2 6 0,8 2-2 16,4-5-2-16,5 0 1 0,2-1-1 0,15-4 0 15,2 0 1-15,1-2-2 0,-3-2 0 0,-15 1-3 16,4-3-4-16,-4-3 4 0,-1 0-1 0,-5 1 1 16,-6-1 2-16,-7 0 4 0,0 0 25 0,-9 1 17 15,5-3 24-15,-8 2 35 0,2-2 2 0,-3 4 29 16,3 1 13-16,-3-2 4 0,-1-4 0 0,0 3-8 16,-2 0-3-16,-2 2-7 0,4 0-8 0,-4 0-13 15,3 2-13-15,-2-1-11 0,-1 4-8 0,5-3-12 16,-5-2-15-16,0 5-10 15,0 0-15-15,0 0-31 0,0 0-16 0,0 0-27 16,0 0-12-16,0 0 3 0,0 0 2 0,0 0 0 16,0 0 4-16,-4 17 3 0,4-10 9 0,-1 0 2 15,0 3 2-15,-2-2 5 0,3 0 2 0,0 1 3 16,0 2-3-16,0-3 7 0,0 1 5 0,0-3-7 16,0 1-4-16,0-2-3 0,3 2 10 0,-3-2-4 15,1-1-8-15,-1 1-8 0,0-5 7 0,1 5-1 0,-1-2 5 0,0-3-11 16,0 0 1-16,2 5-5 0,-2-5-1 0,0 0-8 15,0 0-24-15,0 0-58 0,0 0-51 0,0 0-44 16,-7-17-36-16,7 9-25 0,-4-1-300 0,2-3-634 16,-5-6 281-16</inkml:trace>
  <inkml:trace contextRef="#ctx0" brushRef="#br0" timeOffset="157341.12">20907 7389 218 0,'-4'-3'410'0,"2"0"5"16,-2-2 0-16,3 1-4 0,1 4-21 0,-4-3-34 15,4 3-31-15,0 0-40 0,-2-2-30 0,2 2-30 16,0 0-29-16,0 0-43 0,0 0-52 16,0 0-58-16,0 0-50 15,6-3-56-15,-6 3-56 0,10 5-69 0,-5-2-83 16,-1 0-321-16,-1 1-641 0,-1 0 284 0</inkml:trace>
  <inkml:trace contextRef="#ctx0" brushRef="#br0" timeOffset="163285.31">21238 7763 128 0,'0'0'165'0,"0"0"-14"0,0 0-6 0,0 0-4 15,0 0-12-15,0 0-2 16,0 0-11-16,0 0-2 0,0 0-1 0,-5-5-5 16,5 5-5-16,0 0-2 0,0 0-13 0,0 0-7 15,0 0-8-15,9-9-7 0,-4 5-8 0,-1-1-5 0,5-2-2 0,0 1 2 16,0-1 3-16,-1-2 1 0,2 4 5 0,0-10-1 15,2 5-1-15,-4 0 8 0,1 1 2 0,0-6-1 16,3 2 1-16,-3-4 5 0,1 0-9 0,-2 2 0 16,3-9 0-16,-2 6 4 0,0-5 1 0,-1-2-2 15,-1-2 1-15,1 4-6 0,-3-2 11 0,-1-2-10 16,1 8 0-16,-1-6-12 0,-3 0 3 0,2 6 1 16,-2 1 5-16,0-2 0 0,-2 3 0 0,2 2 5 15,2 2-7-15,-3 2 10 0,0 2-5 0,0 2-4 16,0 2-4-16,0 0-8 0,0 1-8 0,0-2-15 15,-3 3-27-15,3 3-25 0,3-5-37 0,-3 5-23 0,0 0 9 0,0 0 4 16,-5 17 9-16,-2-1 3 0,1 3 5 0,-3 7 9 16,0 4 4-16,0 2 3 0,-4 3 5 0,4 0 4 15,2-1 4-15,-1 1 9 0,2-3-2 0,3 1 2 16,3 0 8-16,2-2 5 0,0-2 1 0,5-2 7 16,1-8 0-1,1 2 10-15,2-6 5 0,3-1 1 0,1-3 4 0,0-2-3 16,3-1 1-16,3-3 2 0,-1-2 14 0,-1-2 10 15,0-2 3-15,-1-2 4 0,-1-1 23 16,-4 0-12-16,-2-1 5 0,-1-3 8 0,3 4-5 0,-4-2 5 16,-2-2-12-16,-1 4 6 0,0 0 1 0,-2-2-5 15,-3 0-5-15,2 0-15 0,-3-1-10 0,0 2-22 16,-4-4-18-16,-1 1-20 0,-6 2-28 0,0 1-15 16,-7 2 1-16,-1 1-22 0,0 2-12 0,-3 0-9 0,3 2-2 0,0-2-2 15,3 3-11-15,1 0-18 0,4 0-20 0,-2-1-20 16,4 1-22-16,1-2-22 0,2 4-6 15,5-4-32-15,1-1-169 0,0 0-467 0,0 0 207 16</inkml:trace>
  <inkml:trace contextRef="#ctx0" brushRef="#br0" timeOffset="163877.91">21827 7454 45 0,'2'-2'287'16,"-2"2"-3"-16,2-6-8 0,0 5-3 0,-2 1-13 16,2-5-14-16,-2 5-20 0,0-4-22 0,0 4-14 15,0 0-21-15,0 0-22 0,3-4-16 0,-3 4-20 16,0 0-24-16,0 0-12 0,0 0-15 0,0 0-6 16,2 12-8-1,-2-6-8-15,3 5 0 0,-3-1-5 0,0 2-6 16,-3 0 1-16,6 6-4 0,-6-2-3 0,1 12-1 0,-1 1 1 15,-1-4-1-15,0-4-4 0,1-2-2 0,1-3 0 16,0-1-3-16,0-2-1 0,1-1 2 0,0-4 0 16,1 0 2-16,-1-3 0 0,1 0 8 15,0 1 11-15,-2-4 17 0,4 2 40 0,-2-4 28 0,0 0-11 16,0 0-14-16,0 0-3 0,11-10-7 0,-2 2-15 16,-1-1 6-16,1-2-18 0,2-5-7 0,1-1-4 0,4-4-5 15,-3 6-5-15,1-8-4 0,-1 10-2 0,-3 0 0 0,-1 3-6 16,-2 1-2-16,-1 2 8 0,-1 0-17 0,-1 3 3 15,0 0-7-15,-2-1-16 0,1 2-6 0,-1 2-18 16,-2 1-6-16,0 0 2 0,14 0 4 16,-9 1-17-16,1 3 0 0,0 1 1 0,0-1-8 0,3 1-9 15,0 4-11-15,0-1-18 16,5 3-17-16,-1-1-16 0,1 2-26 16,-1-2-29-16,-3 0-35 0,7 0-30 0,-6-3-68 15,1-3-162-15,-1-1-516 0,0-1 228 0</inkml:trace>
  <inkml:trace contextRef="#ctx0" brushRef="#br0" timeOffset="164171.37">22346 7536 14 0,'0'-8'284'16,"3"2"0"-16,-2 3-3 0,2-5-6 0,-3 3-7 16,1 1-23-16,-2-2-22 0,2 5-21 0,-1 1-19 15,1-7-19-15,-1 7-20 0,0-5-17 0,0 5-11 0,0 0-18 16,0-4-14-16,0 4-11 0,0 0-13 15,0 0-9-15,0 0-9 0,4 11-3 0,-4-5-2 0,0 0-9 0,0-1 2 16,-4 7-6-16,4-4-4 0,0 4-4 0,0 1 3 16,-1-2-2-16,2 5-1 0,-1 0-1 0,0 0-1 15,0-5 1 1,0 1-3-16,0-1-1 0,4 1 0 0,-8-2-3 16,8-5 3-16,-8 1-2 0,8 1 2 0,-4-3 2 15,0 0-11-15,0-4 1 0,0 5-3 0,0-1-4 0,0-4 1 16,-4 4 3-16,4-4-14 0,0 0-48 0,0 0-40 15,0 0-35-15,-6-15-22 0,3 10-17 0,2-7-32 16,-3 1-53-16,0-7-152 0,-1 1-446 0,1-3 198 16</inkml:trace>
  <inkml:trace contextRef="#ctx0" brushRef="#br0" timeOffset="164340.6">22322 7294 47 0,'0'-8'260'0,"0"1"1"15,0 1 4-15,0 0-4 0,0 4-10 0,0 2-17 16,-3-7-26-16,6 5-20 0,-3 2-20 0,0 0-19 15,1-7-19-15,-1 7-12 0,0 0-13 0,0-4-16 16,0 4-11-16,0 0-15 0,0 0-16 0,0 0-16 16,0 0-20-16,9 11-25 0,-8-6-22 0,3-1-25 15,-1 1-25-15,-2 3-29 16,3-4-40-16,-3 1-42 0,3 0-187 0,0-1-415 16,2-1 184-16</inkml:trace>
  <inkml:trace contextRef="#ctx0" brushRef="#br0" timeOffset="165089.12">22705 7156 189 0,'2'-3'209'32,"0"-1"-6"-32,-1-1 4 0,1-1 6 0,2 2-11 0,-2-2 1 0,-1 1-9 0,4-1-6 15,-3 1-4-15,0 0-11 0,-2 1-9 16,1 1-12-16,-1 3-19 0,4-5-14 16,-4 5-15-16,4-2-15 0,-4 2-12 0,0 0-22 15,0 0-12-15,0 0-5 0,0 0-7 0,2 17-7 0,-2-6-2 0,2 10-2 0,-4 5-2 16,0 5 0-16,-3-1 0 0,2 6-5 0,0-1-1 15,0 12-3-15,-2-11 0 0,1-2 0 0,0-1 1 16,3 0 2-16,-3-2-4 0,4-1-2 0,0-1 3 16,-2-6-3-16,2-4-2 0,2-6 1 0,-4-3-1 15,2-1 0-15,0 0 3 0,-2-4 0 16,2 1 2-16,0-1 0 0,2-3 20 0,0 4 16 16,-2-6 18-16,-2 6 10 0,2-6 11 0,0 3 5 15,0-3 5-15,0 0-9 0,2 4-2 0,-2-4-5 0,0 0-8 16,0 0 0-16,0 0-8 0,-2 3-3 0,2-3-7 15,0 0-7 1,0 0-7-16,0 0-3 0,0 0 0 0,0 0-2 16,0 0-14-16,0 0-20 0,0 0-22 0,0 0-19 0,0 0-67 15,0 0-76-15,0 0-52 0,2-14-65 16,0 9-329-16,-2-2-683 0,2-1 301 0</inkml:trace>
  <inkml:trace contextRef="#ctx0" brushRef="#br0" timeOffset="165458.96">22686 7393 42 0,'0'0'176'0,"-9"1"-14"0,5 1-10 0,4-2-13 15,-5 2-16-15,3 0-11 0,2-2-8 0,0 0-10 16,-8 3-7-16,8-3-6 0,0 0 1 0,0 0 2 16,-4 3-5-16,4-3 8 0,0 0 14 0,0 0 5 15,0 0 2-15,19 1 1 16,-8 0-6-16,3-1-13 0,2 0-5 0,6 0-7 16,-2-1-4-16,7 0-7 0,-5 1 1 0,6-3-2 0,-6 3-4 0,-1-1-3 15,-1 1-8-15,-1-2-5 0,-8 1-6 0,3 0-4 16,-6 2-4-16,-3-1-1 0,3 0-5 0,-8 0-2 15,10 0-3-15,-10 0-3 0,5 0-6 0,-5 0-10 16,9 0-11-16,-9 0-7 0,0 0-9 16,0 0-26-16,0 0-34 0,0 0-43 0,-13 7-40 0,13-7-68 15,-10 1-165-15,5-1-433 0,5 0 192 0</inkml:trace>
  <inkml:trace contextRef="#ctx0" brushRef="#br0" timeOffset="168712.49">23206 7256 105 0,'-1'-3'215'0,"1"3"-19"0,0 0-20 16,0 0-19-16,-4-3-21 0,4 3-12 0,0 0-18 16,0 0-14-16,0 0-6 0,0 0-8 15,0 0-10-15,0 0-10 0,-1 12 0 16,1-12-7-16,4 5-9 0,-2 1-3 0,3-1-2 15,2-1-1-15,2 4-6 0,3-3-2 0,4 2-6 16,2-1 3-16,0-1-5 0,8 0 1 0,2 0 1 0,1 0-1 16,1-2 4-16,-2-2-3 0,-1 1-4 0,-4-2 5 15,-4 1-4-15,0-1 4 0,-4-1 1 16,-1 2 3-16,-4-2 6 0,0 1 3 0,-2 0 7 0,-1-1 2 0,-7 1 0 16,12 0-1-16,-12 0-1 15,5 0-3-15,1 1-8 0,-6-1-12 0,4 2-2 16,-4-2-1-16,-4 10-3 0,-4-2 0 0,-1 7-3 15,-4-1-2-15,-3 2-1 0,-3 5-4 0,-3 1 1 16,3 1 1-16,-1 1-4 0,-2 0-3 0,3 2 5 16,2 0 2-16,-2-1-2 0,6 0 1 0,-2-2-2 15,0-1-2-15,3-5-1 0,5-3 7 0,0 1-4 16,3-3-1-16,-2-3-2 0,2-3 4 0,2 0 1 16,-2 0-1-16,3-2 6 0,-2 1 24 0,2-2 19 15,-1 1 23-15,2-4 17 0,-1 4 15 0,1-4 15 16,-3 3 11-16,3-3 2 0,-1 5-4 0,1-5 15 15,0 0-4-15,-1 2-6 0,1-2-9 0,0 0-12 16,0 0-6-16,0 0-12 0,0 0-13 0,0 0-4 0,0 0-10 0,0 0-1 16,0 0-14-16,0 0-6 0,0 0-13 0,0 0 0 15,0 0-8-15,0 0-5 0,0 0-6 0,12 0-4 16,-1 0-3-16,2-2-2 0,5 0-3 0,3 0-9 16,10-2-7-16,1 3-12 15,4-2-5-15,-2-2-7 0,5-1-13 0,-2 2-33 16,1 2-17-16,-2-3-17 0,-2-2-5 0,-4 4-8 0,-10 1-3 0,-1-1-7 0,-1-1-1 0,-6 2 1 15,-1-1 1-15,-6 0 5 0,4 1-6 0,-4 0 11 16,-2 1-12-16,-3 1-11 0,0 0-1 0,0 0 0 16,-13-9-7-16,4 6-4 0,-4 1-29 0,1-1-15 15,0 2-144-15,1-3-377 0,-2 0 167 0</inkml:trace>
  <inkml:trace contextRef="#ctx0" brushRef="#br0" timeOffset="169166.67">23356 7548 123 0,'0'0'164'0,"-8"2"-9"0,8-2-16 16,-4 2-10-16,4-2-11 0,-4 1-14 0,4-1-8 16,0 0-7-16,-6 0-8 0,6 0-12 0,0 0 1 15,0 0 6-15,0 0 7 0,0 0 11 0,0 0 10 16,0 0 5-16,0 0-2 0,0 0-1 0,0 0-7 15,0 0-3-15,0 0-6 0,13-5-8 0,-2 2-2 16,8 1-15-16,3 0-9 0,6 1-5 0,2 0-4 0,-1-2-6 0,3-2 0 16,-1 3-4-16,-1 0-1 0,-2-1-4 0,-7 1-1 15,-2 1-5-15,0 0-3 0,-2 2-2 0,-3-1-1 16,-4 0-1-16,-2-1-2 0,-2 0-6 0,2 1 2 16,-8 0 0-16,9 0-3 0,-9 0 0 0,6 0 1 15,-6 0-3-15,5-3-2 0,-5 3-5 0,0 0-10 16,7-2-7-16,-7 2-11 15,0 0-12-15,0 0-16 0,0 0-17 0,0 0-23 16,0 0-35-16,0 0-26 0,0 0-46 0,0 0-183 16,0 0-417-16,0 0 185 0</inkml:trace>
  <inkml:trace contextRef="#ctx0" brushRef="#br0" timeOffset="169698.96">23973 7027 213 0,'0'0'279'0,"0"0"-7"16,1-4-14-16,-1 4-25 0,0 0-22 0,0 0-27 15,0 0-18-15,0 0-24 0,0 0-23 0,0 0-29 16,0 0-13-16,0 0-4 0,0 0-18 0,-4 11-8 16,2-5-10-16,-2 6-10 0,-1-2-16 0,0 5-29 15,-3 1-29-15,0 2-45 0,1-4-58 0,-2 0-215 16,4-1-395-16,-1-4 175 0</inkml:trace>
  <inkml:trace contextRef="#ctx0" brushRef="#br0" timeOffset="170300.28">24378 7332 195 0,'1'-4'286'16,"-1"4"-16"-16,0 0-24 0,0 0-16 0,0 0-25 16,0 0-21-1,0 0-20-15,0 0-20 0,0 0-15 0,0 0-18 0,0 0-12 16,0 0-13-16,0 0-11 0,0 0-9 15,0 0-9-15,0 0-5 0,-17 8-5 0,11-4-7 16,2 2-3-16,-1 0-6 0,1-1-6 0,1 0 2 0,-1 5-4 16,1 0-4-16,2-2 4 0,2 4-4 0,2-3 6 15,1 3-6-15,3 2 0 0,2 1 2 0,7-3-5 16,-4 2-1-16,5-2 3 0,-2 1-5 16,2 3-4-16,-2-4 3 0,3 0 1 0,-5 1-3 0,-3-4-5 15,-1-1-1-15,-1-2-1 0,-3 1-4 0,1-2 1 0,-3 3-5 16,-2-3-1-16,-2 2 5 0,-2-2 0 0,-6 2 3 15,-2 3 1-15,-10-3-3 0,-7 4-33 0,-2-1-53 16,-4 0-59-16,2-4-99 0,-1-2-186 0,4-3-464 0,-1-1 205 16</inkml:trace>
  <inkml:trace contextRef="#ctx0" brushRef="#br0" timeOffset="172952.07">26254 7028 168 0,'0'-10'308'0,"0"-3"-16"16,-3 3-18-16,3-1-13 0,0 2-19 0,0 4-10 0,0 0-20 0,3-2-23 0,-2 2-9 15,-1 1-32-15,0 0-22 0,0 4-22 16,-1-5-29-16,1 5-14 0,0 0-10 0,0 0 2 16,2 21-13-16,-2-4-2 0,0 7-9 0,-1 2-1 0,1 8-5 15,1-1-4-15,-1 1 1 0,0-2-2 0,4 0-2 16,-4 3 1-16,3-3 1 0,-2-2-2 0,-1-2 0 16,3-3-3-1,-1 2-3-15,-2-11 9 0,3 1-7 0,-3-5-4 16,2 0 3-16,1-3-2 0,-3-1 0 0,1-3 2 15,-1 0-1-15,0-1-3 0,1 2-2 0,-1-2-2 16,2-1-9-16,-2-3-11 0,-2 7-14 0,2-7-17 16,0 0-24-16,-1 3-36 0,1-3-37 0,0 0-45 15,0 0-46-15,0 0-189 0,0 0-461 0,0 0 205 0</inkml:trace>
  <inkml:trace contextRef="#ctx0" brushRef="#br0" timeOffset="173506.44">26385 7472 107 0,'-19'3'249'0,"-1"0"-11"0,2-2-8 16,4 3-13-16,0-3-14 0,2 0-21 0,2 0-15 15,1 1-12-15,3 0-20 0,-1 0-14 16,2 1-12-16,-1-3-10 0,1 1-13 0,5-1-6 16,-8 1-9-16,8-1 2 0,-4 2-5 0,4-2-6 15,0 0-5-15,-5 1-5 0,5-1 0 16,0 0-4-16,0 0-3 0,0 0 2 0,0 0-4 0,0 0-1 16,0 0-6-16,0 0-2 0,0 0-3 0,0 0 6 15,0 0-8-15,-8 0-8 0,8 0-5 0,0 0-2 16,0 0 2-16,0 0-4 0,0 0 1 0,0 0-4 0,-5 2-1 15,5-2 0-15,0 0-2 0,0 0 0 0,0 0 2 0,0 0-3 16,0 0-1-16,0 0 2 0,0 0-1 0,0 0-3 16,0 0 1-16,0 0 2 0,0 0-1 15,0 0 0-15,0 0-2 0,0 0 2 0,0 0-5 0,0 0 2 16,0 0-2-16,0 0 6 0,0 0-1 0,0 0 11 31,13 4-3-31,-4-4-3 0,4-2-6 0,6 0 4 0,9 3-2 16,2-2-1-16,0-2-1 0,3 1-1 0,5 0 1 15,1-1 0-15,-3 3 0 0,1-2-3 0,-2 0 4 0,-5 2-1 16,-2 0-5-16,-6 1 2 0,-7-1 3 16,-1-1 0-16,-5 1 2 0,0 0-4 0,-1 0 0 15,-2 0 3-15,-6 0-4 0,8 1-8 0,-8-1-1 16,0 0-15-16,0 0-8 0,0 0-16 0,0 0-14 0,0 0-16 0,0 0-15 16,-27 1-17-16,18-1-31 0,-1 0-14 0,1-1-25 15,9 1-40-15,-13-1-168 0,5-1-420 0,5 1 186 16</inkml:trace>
  <inkml:trace contextRef="#ctx0" brushRef="#br0" timeOffset="173938.49">26958 7321 107 0,'2'-6'298'0,"0"2"-11"0,0-2-1 0,1 1-5 15,-2 1 1-15,3 2-5 0,-4 2-9 0,2-7-13 16,1 6-34-16,-3 1-11 15,1-4-21-15,-1 4-28 0,0 0-15 0,0 0-15 16,2-4-30-16,-2 4-23 0,0 0-14 0,0 0-1 16,0 12-16-16,0-6 0 0,0 1-3 0,0 3-5 15,0 1-6-15,1 3-6 0,-1-1 0 0,0-2-1 16,0 8 1-16,0-2-2 0,1 0-3 0,0-3-6 16,1 1 5-16,0-5-6 0,0 1 3 0,-1-2-9 15,0 1 5-15,-1-4-3 0,0 1-23 0,0-2-13 0,0 0-9 0,0-1-3 16,1 1 1-16,-1-5-8 0,-1 5 1 15,1-5-5-15,0 0-23 0,0 0-43 0,0 0-31 16,0 0-35-16,-18-11-34 0,11 3-19 0,0 1-38 0,-2-7-174 16,-1-3-481-16,4-1 213 0</inkml:trace>
  <inkml:trace contextRef="#ctx0" brushRef="#br0" timeOffset="174102.31">26923 7082 210 0,'2'-11'292'0,"-1"2"0"0,0 0 5 16,-1-1-6-16,3 5-17 0,-3 1-16 0,1-3-19 15,-1 3-24-15,0 1-24 0,0 3-17 0,3-7-19 16,-2 5-22-16,-1 2-15 0,4-3-14 0,-4 3-25 0,0 0-24 16,10 1-34-1,-10-1-29-15,10 6-29 0,-5-3-30 0,1 1-38 16,0 2-46-16,-1 3-34 0,3-1-58 0,-5 1-191 0,4 2-470 16,-1-4 208-16</inkml:trace>
  <inkml:trace contextRef="#ctx0" brushRef="#br0" timeOffset="174562.53">27221 7227 110 0,'0'0'390'0,"0"0"-18"0,1-8-19 0,-1 8-32 16,0 0-32-16,0 0-25 15,0 0-35-15,0 0-18 0,3-4-24 0,-3 4-26 16,0 0-16-16,0 0-20 0,1 9-11 0,2-2-13 16,-1-2-10-16,-2 5 10 0,2 1-33 0,-2 2-6 15,-2 2-2-15,2 2-9 0,0-1-4 0,0 4-7 16,-5-1-9-16,4 1-3 0,-2-1-1 0,3 0 2 16,-2-5-2-16,-1 3-7 0,1-7 1 0,-1 0 0 15,2-1 1-15,1-2-1 0,0-4-8 0,-1 2 7 0,-2 0 28 0,2-3 45 16,1-2 43-16,1 5 38 0,-1-5 31 0,-2 4 26 15,2-4 12-15,0 0-5 0,0 0-24 0,0 0-23 16,12-14-8-16,-7 6-28 0,2-1-19 0,-2-1-12 0,6-5-10 16,2 0-18-16,-1 0-7 0,-1 1-16 0,2-2-3 15,-3 4-8-15,-1 5-11 0,-1-3 0 16,-3 5-12-16,0 1-5 0,1-2-6 0,-2 2-8 0,-1 1-4 0,-1 0-22 16,1 1-21-16,-3 2-15 0,0 0-18 0,10 1-7 15,-10-1-14-15,13 7-8 0,-5 0-26 0,1 0-14 16,1 3-26-16,3-2-41 0,1 4-25 0,-2 0-27 15,3-2-30-15,-2 2-34 0,0 0-41 0,1-3-40 16,-1-4-360-16,-4 1-815 0,1-2 361 0</inkml:trace>
  <inkml:trace contextRef="#ctx0" brushRef="#br0" timeOffset="175294.54">27561 7446 33 0,'-4'-4'267'0,"0"2"-13"0,-2-1-3 15,2-1-3-15,0 0 0 0,4 4 0 0,-5-2-4 16,5 2-8-16,-1-4-4 0,1 4-11 0,-4-1-14 15,4 1-15-15,0 0-16 0,-4-5-6 16,4 5-6-16,0 0-17 0,0 0-9 0,0 0-12 0,0 0-18 16,0 0-3-16,-1-2-13 0,1 2-7 0,0 0 3 15,0 0-21-15,14-4-5 0,-5 1-5 16,1 3-4-16,3-2-11 0,5-1-5 0,-1-1-6 16,4-2-6-16,0 3-3 0,-2-2-5 0,6-3-8 0,-2 3 2 15,4-1 2-15,0-4-6 0,-3-1 4 0,-4 2 7 16,0 1-10-1,-2-2 0-15,1-1-3 0,-3 0 1 0,-3 3-4 16,5-3 2-16,-9 1 1 0,-4 3 3 0,3 0-2 0,-2-2 22 16,-1 1 12-16,-1 3-1 0,0-2 0 15,-3 4-11-15,2-1 2 0,-2-3-8 0,-1 4-7 16,0 3-8-16,-5-5-4 0,1 3-9 0,-1 1 4 16,-4 1-4-16,-5 1-1 0,0 1 0 0,-1 0-1 0,-6 4-1 15,3 4 3-15,-1-2 1 0,-1 2-3 0,-2 5 6 0,3-3-5 0,1-2 1 16,5 2-35-16,3 0-17 0,0-4-15 0,2 2-1 15,4 1 7-15,0 0 2 0,7-1 4 0,2 1 14 16,4-2 4-16,6 0 6 0,12 3 3 0,7 0 3 16,3-6 9-16,14 6-3 0,4-5-1 0,1-5-5 15,-1 1-3-15,2-3 0 0,-2 0 1 0,0-4 3 16,0-1-2 0,-17-1 8-16,2-3 1 0,-3 3 7 0,-5-5-1 15,0 5 1-15,-11-5 25 0,-2 5 23 0,-5-5 25 16,-3 6 14-16,-1-4 20 0,-3 4 14 0,-1-2 14 15,-1 0-12-15,-3 1-8 0,-1 1-9 0,-2-3-11 16,-1 5-16-16,-3-3-3 0,1 4-6 0,-3-2-9 16,-2 2-8-16,-3 2-4 0,1 2-6 0,-6 3-3 15,-1-1-7-15,-1 4 5 0,1 1-11 0,0 0 8 0,-1 2-9 0,3 0-5 16,0 2 6-16,2-2-23 0,0 3-14 0,4-6-11 16,1 5-11-16,2-4-5 0,0 0 1 0,2-1 3 0,2-1-1 0,2-2 9 15,0 0 12-15,1-1 8 0,1-1 11 0,3-1 11 16,0 1 8-16,2-1 13 0,3-1-4 0,2-2-7 15,1-1 2-15,1-1 4 0,0-1-8 0,4-1 1 16,1 1 5-16,-1-2-4 0,-2-1 7 0,-1 4 4 16,-2-1 6-16,2 1-3 0,-4-2 1 0,1 3 7 15,0-2-4-15,-5 1 9 0,1 1-3 0,0 2 3 16,-3-3-9-16,-4 3-3 0,10-1-5 0,-8-1-7 16,-2 2-4-16,0 0 9 0,0 0-21 0,12 0-13 15,-12 0-10-15,7 3-23 0,-2-3-29 0,1 3-44 16,-1-1-26-16,4 1-40 15,-4 1-44-15,3-4-50 0,-3 2-64 0,0 1-311 16,3-1-708-16,-8-2 313 0</inkml:trace>
  <inkml:trace contextRef="#ctx0" brushRef="#br0" timeOffset="175679.2">28730 7240 103 0,'4'-7'330'0,"0"-2"-15"0,0 5-10 0,1-1-26 15,-3 0-23-15,2 2-28 0,0 0-23 0,2 1-24 16,-6 2-20-16,13 2-18 0,-4 1-17 0,1 5-10 16,-1-1-5-16,4 7 7 0,-4-5-29 0,0 7 0 15,0 0-6-15,-4 2-4 0,1 0-3 0,-2 2-16 32,3 0 8-32,-6-1-11 0,-1-1-6 0,-3 0 2 15,2-1-2-15,-3-5 0 0,4-3 4 0,0-1 5 16,-4-1 5-16,4-2 34 0,-1 0 47 0,-1-1 62 15,2 0 55-15,0-4 48 0,2 4 42 0,-2-4 29 0,0 0-19 16,0 0-41-16,10-13-33 0,2 1-32 16,3-2-23-16,7-6-26 0,-2-1-22 0,6-4-18 15,-1 1-18-15,2-2-18 0,7-8-14 0,-8 7-80 0,-4 4-38 0,4 0 0 16,-6 3 0-16,-6 4 0 0,0 4 0 0,-5 4 0 16,-1 0 0-16,-1 1 0 0,-1 3 0 0,-3 0 0 0,1 1 0 0,0 1 0 15,-3-1 0-15,-1 3 0 0,6-2-153 0,-6 2-190 16,0 0-12-16,-2 12-28 0,-2-3-38 0,-3 1-73 15,0 0-513-15,-3-1-1092 0,3-2 484 0</inkml:trace>
  <inkml:trace contextRef="#ctx0" brushRef="#br0" timeOffset="179199.61">3691 10031 28 0,'0'0'171'0,"-6"-3"-17"0,6 3-9 31,-8 0-10-31,8 0-11 0,0 0-6 0,0 0-15 0,0 0-4 0,-9 0-14 16,9 0-4-16,0 0-12 0,0 0-5 0,0 0-6 15,0 0-6-15,0 0-3 0,-5 0-2 0,5 0-2 16,0 0-6-16,0 0 8 0,0 0 1 0,0 0-3 16,0 0 1-16,0 0 0 0,0 0-2 0,0 0 2 15,18-6-7-15,-8 3-1 0,3-1-6 0,-1 0-3 16,5-1 1-16,1-1-7 0,0-2 0 0,3 1 0 16,0-2 1-16,2 1 1 0,4-4 4 0,-8 6-4 15,8-7-1-15,-9 3 8 0,1 2 3 0,0-4 8 16,-1 3 8-16,0 0 6 0,-4-2 8 0,0 1 5 15,-5 2 5-15,-4-1 0 0,3 0-2 0,-3 2-6 0,-4-1 2 0,1 1-3 16,-2 0-7-16,-5 2-13 0,-2-2-7 0,-2 4-10 16,-4-4-4-16,1 5 3 0,-9 2-17 0,-1 2 0 15,-7-2-1-15,0 9 2 0,-5-3-7 0,2 5-3 16,-1 4-2-16,-1-4 0 0,-1 7-1 0,-7 9-4 16,10-5 5-16,4 4-2 0,0-3-2 0,5 3 2 15,4-2-2 1,2 0 2-16,6 3 2 0,-1-5-3 0,10-4 3 15,2 0 2-15,5 2-4 0,5-3 34 0,9 2-4 0,8-3 1 16,6-4-3-16,17-2-6 0,6 0-25 0,0-10-37 16,4 0-40-16,3-6-49 0,4-3-46 0,-1 1-62 15,-7-1-236-15,-3-3-512 0,0 1 227 16</inkml:trace>
  <inkml:trace contextRef="#ctx0" brushRef="#br0" timeOffset="179863.16">4704 9852 49 0,'0'-5'312'0,"3"2"-16"0,-3 3-6 0,0-5-17 16,0 1-20-16,0 4-24 0,0-3-22 0,0 3-19 16,1-5-22-16,-1 5-17 0,0 0-22 0,0 0-14 15,0 0-17-15,0 0-12 0,0 0-11 0,0 0-4 16,3 15-9-16,-6-6-5 0,3 4-9 0,-1 1-8 15,-2 7 2-15,0 4-4 0,0 4-5 0,-1-2-6 0,-1-1 1 0,1 1-6 16,3 0-4-16,-4-1 4 0,4-1-4 0,-2-5-1 16,4-4 2-16,-2 1-6 0,1-5 0 15,0 1 2-15,1-3-4 0,1 1-2 0,-2-5 3 0,1 2 6 16,0-4-2-16,-1 0 4 0,2 1 8 0,-2-5 8 16,0 7 20-1,0-5 27-15,0-2 23 0,2 3 17 0,-2-3 3 16,0 0 0-16,0 0-10 0,8-8-14 0,-5 4-7 0,3-5-6 15,0 0-11-15,-1-3-3 0,4-2-27 0,0-3 14 16,0 0-6-16,0-9-4 0,4-1-20 16,-4-3-19-16,-3 1-8 0,2-3-19 0,-5 0-8 15,0-1-15-15,1 2-12 0,-5 1-2 0,-3 1-12 0,-5 2-2 16,3 4 5-16,-6 0-3 0,-2 8 4 0,1 0 4 16,-6 1 4-16,-3 2 4 0,-6 3 4 0,-4 2 5 0,-2 3 1 15,-2 7 8-15,0 1 0 0,-1 4-8 0,4 1 7 16,-2 1-1-16,3 5 3 0,2 1-1 0,0 0 5 15,5 5 0-15,-1 1 6 0,7 3-2 0,4-3 5 16,2 3 1-16,8-6 8 16,6 0 1-16,3 1-1 0,7-3 8 0,7 2 2 0,12-1 1 15,3-6-1-15,18 0-16 0,4-3-39 16,0-5-55-16,4-3-54 0,-3-2-67 0,2-3-99 16,-5-4-166-16,6-4-534 0,-21 3 237 0</inkml:trace>
  <inkml:trace contextRef="#ctx0" brushRef="#br0" timeOffset="180987.96">5039 9813 79 0,'2'-4'405'0,"-2"4"-5"0,1-5-17 16,-1 5-6-16,0 0-24 0,0 0-33 0,1-3-30 16,-1 3-28-16,0 0-31 0,0 0-25 0,0 0-25 0,0 0-21 15,0 0-23-15,0 0-14 0,0 0-29 0,0 0-17 16,3 12-6-16,-2-3-8 0,-1 2-5 16,1 3-12-1,-1 3-1-15,0 1 0 0,-1 10-6 0,0-2 4 0,-1 0-8 16,2-3-10-16,0-2 1 0,-1-4-1 0,2 0-7 15,-1-1-1-15,0-6 3 0,0-2-3 0,0-1 0 16,2-1 0-16,-1 0 4 0,-1-3 0 0,1 2 11 16,-1-5 21-16,2 5 19 0,-2-5 5 0,0 0-4 15,0 0 6-15,19-12 2 0,-9 5 2 0,0-1-3 16,2-2-5-16,-1-3-3 0,3 0-10 0,0-2-6 16,4-6-2-16,-5 4-3 0,1 3-9 0,-4-3-3 0,4 1-3 0,-5 1-6 15,0 6-1-15,-2 0-3 0,0 2 3 0,-3 1-14 16,0 2 3-16,0 0-12 0,-2 0-13 0,0 1-20 15,-2 3-20-15,3-4-15 0,-3 4-20 0,0 0 5 16,0 0 5-16,8 11 11 0,-7-6 11 0,2 5 0 16,1 0 2-16,-2 3 6 0,5 1 8 0,2 4-8 15,3-2-9-15,4 3-23 16,4-2 4-16,3 0-6 0,4-2 6 0,2-3 8 16,7-5-6-16,1 3-27 0,3-6-13 0,13-1-9 15,5-3-6-15,-4-3 7 0,-16 1 2 0,0-3 7 0,3-4 15 0,-5-1 8 16,-3 0 10-16,-3-2 7 0,-5-2 7 0,-8 2 15 15,-2-1 21-15,-3 0 11 0,-5-1 14 0,-2 2 16 16,-3-4 18-16,-4 4 16 0,-3 0-10 0,0 0 6 16,-3 3 4-16,-2 1-9 0,-1 0-2 15,-1 1-7-15,-3 5-3 0,0-2-6 0,-3 4-19 16,0 1-2-16,-4 2 4 0,-2 7 6 0,1-3-1 0,1 6-10 16,-2 0 3-16,1 2 18 0,1 4-18 0,3-1-1 15,-4 0-5-15,5-1 4 0,8 0 4 0,-3-2-7 16,3-1-4-16,2-4 2 0,3 1-5 15,0-1 2-15,1-3 5 0,0 1-3 0,3-3 5 0,1-1 19 0,0 2 5 0,5-6 17 16,1 2 6-16,6-4 2 0,1 1-3 16,2-8-6-16,3 4 20 0,0-7-14 0,6-1-6 15,0-1 7-15,-3-1-8 0,2-3 1 0,0 1 0 16,0 0-17-16,-9 4 15 0,1 0 3 0,1 2-4 31,-2 0 2-31,-5 1 4 0,0 5-5 0,-1-2-3 0,-2 3-3 0,-4 1-4 16,3-2-10-16,-2 2-8 0,1 2-12 0,-4 1-20 15,4-1-6-15,-4 1 1 0,0 0-8 0,10 6 4 16,-7 1 4-16,0-2-17 0,1 6 25 0,0 0 0 16,1-1 11-16,4 6-23 0,-3-7 2 0,2 6 20 15,1-1 0-15,2 0 1 0,2 1-6 0,-2-2-9 16,5-3-12-16,-2 1-5 0,-4-2 4 0,3-6-13 16,1 2 3-16,-1-1 0 0,1-3 8 0,-1-2 8 0,2-2 2 0,0-1-5 15,1-5 12-15,-2 1 2 0,-3-6 14 0,1 2 14 16,-2-2 16-16,0-2 5 0,-4-2 3 0,6-6 1 15,-4 6 3-15,-1-8 6 0,1-1-3 0,1-1 3 16,-1 0 0-16,1-3 9 0,-3 2-9 0,3-3 19 16,-3 6 10-16,3 2 16 0,-5 6 9 0,-1 6 10 15,1 3-6-15,-2-3-8 16,-1 7-9-16,1-1-17 0,-1 0-13 0,0 3-19 16,-1 3-24-16,2-4-32 0,-2 4-36 0,0 0-6 15,0 0 9-15,-3 13 3 0,-1-2 1 0,-1 4 4 0,-2 9 5 0,0 3 0 0,-3 3 9 16,2 1 0-16,-1-2 5 0,3-1 9 15,-2 1-3-15,4 0 5 0,-1-4 5 0,4-7 0 16,-2 2 6-16,3-2-23 0,-4-3-3 16,4-2-25-16,3-3-19 0,-3 0-27 0,0-2-25 0,-3 0-20 15,6-3-9-15,-6-1 0 0,3 1-4 0,-1-2-18 16,1-3-76-16,0 0-95 0,0 0-212 0,0 0-603 16,4-15 267-16</inkml:trace>
  <inkml:trace contextRef="#ctx0" brushRef="#br0" timeOffset="181203.83">6150 9821 166 0,'0'0'277'0,"-9"0"-12"0,9 0-4 16,0 0-6-16,-7 1-7 0,7-1-14 0,0 0-17 15,0 0-15-15,0 0-12 0,0 0-14 0,23 1-16 0,-1-1-17 16,9-1-12-16,2 2-16 0,4-1-10 0,17-2-3 15,-2 1-12-15,3 1-13 0,-4-2-9 0,-12 2-11 16,-5 0-25-16,-1 0-22 0,-2 0-26 0,-3 0-30 16,-9 0-27-16,-6-1-30 0,-3-1-38 0,-1 2-55 15,-4-4-57-15,-1 3-207 0,-4 1-496 0,0-4 220 16</inkml:trace>
  <inkml:trace contextRef="#ctx0" brushRef="#br0" timeOffset="181504.21">6809 9820 416 0,'0'0'424'0,"0"0"-18"0,0 0-10 0,0 0-34 0,0 0-7 16,0 0-30-16,0 0-31 0,1-3-25 0,-1 3-37 15,0 0-29-15,0 0-21 0,0 0-26 0,0 0-20 16,0 0-16-16,0 0-12 0,0 0-21 0,3 11-11 16,-3-4-7-16,1 0-9 0,-1 5-8 0,0-2-7 0,3 2-3 0,-6 5-14 15,3-3 8-15,0 1-11 0,-1 2-34 0,1-2-22 16,0-2-29-16,0-3-16 0,-1 2-22 0,1-2-13 16,-2-2-22-16,1 2-24 0,0-4-21 0,0-1-12 15,1-1-8-15,-3-1-51 0,3-3-51 0,0 0-219 16,0 0-563-16,0 0 249 0</inkml:trace>
  <inkml:trace contextRef="#ctx0" brushRef="#br0" timeOffset="181688.86">6789 9676 309 0,'1'-11'347'16,"-1"-1"11"-16,1-2 12 0,0 6 14 0,1-1-19 15,-2 4-17-15,1-1-28 0,-1 2-28 0,0 0-29 0,0 0-29 0,1 0-26 16,-1 4-24-16,2-2-22 0,-2 2-18 0,5-3-56 15,-5 3-24-15,14 0-43 0,-5 3-44 16,2 3-51-16,7-1-44 0,0 2-38 0,-1 3-56 0,4-2-54 16,-3-1-86-16,4 1-192 0,-3 1-588 0,0-3 260 15</inkml:trace>
  <inkml:trace contextRef="#ctx0" brushRef="#br0" timeOffset="182095.69">7407 9728 76 0,'1'-2'309'16,"-1"2"-10"-16,3-2-12 0,-3 2-12 0,0 0-24 0,3-5-21 15,-3 5-20 1,0 0-23-16,0 0-18 0,0 0-26 0,0 0-13 16,0 0-15-16,-21 7-14 0,11 2-9 0,-2-4-9 0,1 7-8 0,-2-3-8 15,0 2-11-15,-1 3-4 0,1-1-7 0,2-1-2 16,1 3-10-16,1-3-2 0,0-3-1 0,4 3-5 15,1-3-1-15,3-1 3 0,-1 2-4 0,4-3-1 16,-1 2 1-16,3-4 4 0,1 3 8 0,5-1 1 16,0-3 15-16,5-2-12 0,1 2-2 0,4-4 1 15,1 0-3-15,-2-4 16 0,3-2 14 0,-3 3 24 16,-1-4-15-16,-7 2 24 0,5-5-2 0,-6 2-1 16,1 0-1-16,-4-1-4 0,-1-2-11 0,-1 0-9 15,-1-2-5-15,-3 1-6 0,1 0-16 0,-4 0 1 16,1 0-15-16,-3 0-7 0,0 2-12 0,-1 0-3 15,0 1-12-15,-5 1-16 16,1 3-16-16,-1 1-6 0,-3-1-21 0,1 1-13 16,1 3-22-16,-3-1-15 0,1 2-20 0,2 3-24 15,-2-2-22-15,1 2-18 0,2-1-43 0,4 2-27 16,-2 0-294-16,4 0-610 0,-1-1 270 0</inkml:trace>
  <inkml:trace contextRef="#ctx0" brushRef="#br0" timeOffset="182459.31">7590 9739 43 0,'0'0'344'16,"0"0"-33"-16,0 0-24 0,0 0-23 0,0 0-36 0,0 0-22 0,0 0-22 15,0 0-24-15,5 4-14 0,-5-4-14 0,0 4-11 16,0 2-9-16,0-4-9 0,0 4-13 0,0 2 0 15,-1 1-14-15,-2 2 1 0,3 0-13 0,-4-2-6 16,3 2-6-16,0-4-2 0,-2 1-5 0,3-1-4 16,-1-2 2-16,1 0-6 0,-3-1 1 0,2 0 23 15,1-4 37-15,0 4 29 16,0-4 25-16,0 0 0 0,0 0-1 0,14-3-3 16,-5-2-3-16,1-1 3 0,0 0-5 0,2-1 1 0,1 2-6 15,-2-4-6-15,1 4-9 0,-2-3-11 0,-1 4-12 16,0 1-11-16,-3 1-9 0,1 0-11 0,-2 1-11 0,1-1-11 15,-6 2-7-15,14 2-23 0,-5 1-21 0,0 2-30 16,3 4-34-16,3 2-56 0,0 2-86 16,-2 3-93-16,1-3-139 0,0 0-341 0,-3-5-846 15,0-2 374-15</inkml:trace>
  <inkml:trace contextRef="#ctx0" brushRef="#br0" timeOffset="187733.34">8050 9856 122 0,'0'0'190'0,"0"0"-18"0,0 0-19 16,0 0-31-16,0 0-45 0,0 0-60 16,0 0-90-16,0 0-57 0,0 0-142 0,0 0 63 15</inkml:trace>
  <inkml:trace contextRef="#ctx0" brushRef="#br0" timeOffset="188973.61">8036 9833 24 0,'0'0'281'0,"0"0"-12"0,0 0-15 0,5-7-15 16,-5 7-17-16,0 0-22 0,0 0-17 0,0 0-24 15,0 0-17-15,0 0-28 0,0 0-44 0,0 0-57 16,0 0-68-16,0 0-83 0,10 1-192 16,-10-1-357-16,0 0 159 0</inkml:trace>
  <inkml:trace contextRef="#ctx0" brushRef="#br0" timeOffset="191007.79">8072 9818 83 0,'0'0'93'0,"0"0"-9"0,5-1-10 0,-5 1-11 15,0 0 1-15,0 0-2 0,0 0-18 16,0 0-4-16,0 0 3 0,0 0-14 0,0 0 5 0,0 0-8 16,0 0 0-16,0 0-3 0,0 0-12 0,0 0 5 15,0 0 3 1,0 0-1-16,0 0-4 0,-3 10 1 0,3-10 6 15,0 0-19-15,0 0 17 0,0 0-5 0,0 0-9 16,3 3 7-16,-3-3 5 0,0 0 2 0,0 0 7 0,0 0 0 16,0 0 3-16,0 0-9 0,0 0 0 15,0 0 1-15,0 0 1 0,0 0 0 0,0 0-3 16,0 0-4-16,0 0-6 0,0 0 1 0,0 0 0 16,0 0-6-16,0 0 6 0,-8 2-1 0,8-2-2 0,0 0-1 0,-3 3-13 15,3-3 14-15,-2 5 1 0,0-2-10 0,2-3 7 0,-4 4-2 0,1-1 3 16,3 1-17-16,0-4 13 0,-3 5 1 0,3-5-3 15,-1 2 7-15,1-2-5 0,0 0 0 0,-2 3-10 16,2-3 21-16,0 0 8 0,0 0 7 0,0 0 17 16,0 0-1-16,0 0-2 0,0 0 1 0,0 0 7 15,0 0-6-15,0 0-1 0,0 0 2 0,0 0 3 16,0 0-3-16,0 0-4 0,0 0 1 0,0 0-4 16,0 0-6-16,0 0-3 0,0-12-11 0,0 12-25 15,0 0-33-15,0 0-33 0,0 0-45 0,0 0-177 16,0 0-318-16,0 0 141 0</inkml:trace>
  <inkml:trace contextRef="#ctx0" brushRef="#br0" timeOffset="-173034.54">14476 5542 61 0,'0'0'110'15,"0"0"-8"-15,0-5-3 0,0 5 2 0,1-5-16 16,-1 5 2-16,2-4 5 0,0 1-9 0,-2 3 2 16,0-6-1-16,1 3-4 15,-1 3-5-15,0-5 2 0,0 1 0 0,3 0-7 16,-2 0 3-16,2 1-6 0,-2 0 5 0,-1 3-1 0,0-7-4 16,1 5-1-16,2-3 2 15,-3 3-3-15,0 2-4 0,0 0-4 0,2-5-8 16,-2 5-5-16,0 0-8 0,0 0-7 0,4-2-4 15,-4 2-2-15,0 0-3 0,9 7-4 0,-5-3 0 16,4 4-3-16,-1-1 19 0,4 4-7 0,-1 1-2 0,4 1-2 0,0 2-3 0,5 3 0 16,0 1-1-16,2 0-2 0,-1-2-1 0,3-2-3 15,-7-2 1-15,0 0 4 0,1-1-6 0,-1-3-1 16,1 1 0-16,-2-3 1 0,-4-2 0 0,1 0 17 16,-3-2 27-16,-1-1 30 0,1-2 21 0,1-2 4 15,0-3-3-15,-1-3-2 0,5-4-3 0,-3-5-3 16,2-7 0-16,-1 0-1 15,-3-3 0-15,5-2-21 0,-5-4 14 16,0-13-5-16,0 0-28 0,-4-3 14 0,4 0-1 16,-4-3-7-16,-1 1-10 0,2-4-9 0,3-1 0 0,-5-2-2 15,0-3-9-15,-1 2-4 0,-3 0-4 0,1 5 0 16,-1 0-1-16,1 7-5 0,-2 12 5 0,0 1 8 16,-2-1-2-16,2 4-2 0,-2 3 2 15,1 4-4-15,-1 5 4 0,-1 4 1 0,4 1-3 0,-1 4 0 0,-2-2-7 0,2 6-2 16,1-2-3-16,-2 3-1 0,2 1-12 0,-3-1-32 15,3-1-24-15,0 6-41 0,0-4-40 16,0 4-34-16,-1-3-19 0,1 3 14 0,0 0-5 16,0 0-11-16,-3 13-24 0,6-6-29 0,-3 0-29 15,0 1-219-15,0 1-530 0,-3-1 235 0</inkml:trace>
  <inkml:trace contextRef="#ctx0" brushRef="#br0" timeOffset="-172232.61">14876 4463 9 0,'0'0'142'0,"-4"-2"-15"32,4 2-8-32,0 0-2 0,0 0-9 0,-6 0-4 15,6 0-14-15,0 0-5 0,0 0-11 0,0 0-5 16,-5-2-5-16,5 2-10 0,0 0 3 0,0 0-7 15,0 0-5-15,0 0-5 0,0 0-4 0,0 0-7 16,0 0 1-16,0 0-7 0,0 0 0 0,0 0-5 16,0 0 5-16,0 0-8 0,0 0 2 0,0 0-7 15,0 0 2-15,0 0 2 0,0 0-8 0,0 0 8 0,0 0 0 0,0 0-1 16,31-1 10-16,-2-1 3 0,5 2 2 0,20-3 1 16,10 0-4-16,24-1 11 15,10-1 4-15,-2 0 2 0,-1 4 5 0,-1-2-4 16,-26 0-2-16,0 1-3 0,20-1-7 0,-32 1 1 15,2 0-5-15,-7 0 1 0,-12 1-4 0,-3 1 2 0,1 1-6 0,-6-2-2 0,-2-2-2 0,-7 3-1 16,-3 0 1-16,-6 0-5 0,-2 0-2 16,-3-1 2-16,1 1-2 0,-5 0-1 0,-4 0-1 0,11 0 2 15,-11 0-6-15,4-1-9 0,-4 1-10 0,0 0-14 16,0 0-10-16,0 0-13 0,0 0-14 0,-25 2-12 16,14 1-19-16,1 0-28 0,-1-2-40 0,2-1-119 15,0 1-309-15,0-2 137 0</inkml:trace>
  <inkml:trace contextRef="#ctx0" brushRef="#br0" timeOffset="-171753.79">16063 4256 87 0,'0'0'182'0,"0"0"-14"16,0 0-20-16,0 0-12 0,0 0-20 0,-5-1-10 15,5 1-13-15,0 0-4 0,0 0-13 0,0 0-10 16,0 0-10-16,0 0-8 0,0 0-3 0,0 0 0 16,12 8-6-16,-5-3-1 0,2 0 0 0,4 1 0 0,5 4-5 15,6 1 6-15,1 2-6 0,0-2-3 0,3 0-2 0,-4 3-1 16,6-4 1-16,-5-1-13 0,-4 2 6 0,-3-2-6 16,1 0 3-16,-4 0-1 15,-1-1-1-15,-4 0-10 0,-2-1 4 0,2 1-4 16,-9-2 0-16,2 0 0 0,-3 3 2 0,-4-1 0 15,-3-3 4-15,-6 7 0 0,-4-3 4 0,1 1-2 16,-4 1 6-16,0-3 0 0,-7 5-3 0,3-4-1 0,-6 3-6 0,6-5 3 0,3 1-5 0,1-3 6 16,2 4-3-16,2-3-7 0,3-1 4 0,0-1-5 15,2 3-1-15,1-2-27 0,2 0-26 16,0-2-21-16,7 2-23 0,-3-1 2 0,4 1-28 16,0-5-41-16,5 5-100 0,-5-5-282 0,17-1 125 0</inkml:trace>
  <inkml:trace contextRef="#ctx0" brushRef="#br0" timeOffset="-171199.7">17070 4199 135 0,'0'0'242'0,"-2"-7"3"16,2 3 0-16,0 4-13 0,0-5-14 0,0 5-16 15,2-3-21-15,-2 3-20 0,0 0-15 0,0 0-18 0,0-5-14 0,0 5-14 16,0 0-14-16,0 0-13 0,0 0-22 0,0 0-21 0,0 0-5 31,0 0-2-31,0 0-2 0,-2 20-2 0,0-13-3 0,2 4-4 16,-2 2 3-16,0 2-2 0,2 2-4 0,-1 0 1 0,1 0 2 15,-2 0-3-15,2-1 1 0,-2 0-1 0,2-6-3 16,-2 7-3-16,0-7 0 0,1 0 2 0,1-3 1 0,0 0-3 0,1-1 0 16,-1-2 2-16,-1 2 0 0,1-2-1 0,0-1 0 15,0-3 2-15,1 4-2 0,-1-4 2 0,0 5 2 0,0-5 1 16,0 5-7-16,0-5 5 0,0 0 3 0,0 3-3 16,0-3 2-16,0 0-2 0,0 0 1 15,0 0-2-15,0 0-2 0,-1 4 3 0,1-4-5 16,0 0-21-16,0 0-20 15,0 0-22-15,0 0-27 0,0 0-24 0,0 0-10 16,0 0-33-16,0 0-20 0,-4 3-35 0,4-3-117 16,0 0-354-16,0 0 157 0</inkml:trace>
  <inkml:trace contextRef="#ctx0" brushRef="#br0" timeOffset="-170567.25">17061 3970 47 0,'-4'-3'124'0,"-4"-1"-10"15,1 3-9-15,1-1-3 0,-2-1 0 0,3 1-15 0,-3 2 3 0,-2-2-5 16,0 2-4-16,-2 0-11 0,2 0-9 0,-3 2 5 16,2-1-12-1,-2 3-12-15,-1 0 4 0,-3 3-2 0,3-1-6 0,-4 4-8 16,0-1 3-16,4 5-8 0,-6 4-4 0,-2 1-2 15,5 2 3-15,0 3-5 0,-1 0-1 0,1 1-4 16,3 0 0-16,0 1-1 0,1 0-2 16,2-1 1-16,3 3-8 0,-1-3 6 0,5 3 3 0,0-1-3 15,-2 2 0-15,6-3 1 0,0 2 10 0,5 1 3 16,-4 0 6-16,5 0 0 0,0-3 0 16,-1-1 2-16,4-1 14 0,4 0 8 0,-3 1-1 15,0-7 3-15,6 5 5 0,0-2 2 0,0 0 2 16,-3-7 3-16,0-2 0 0,2 0 9 0,1 0 4 15,1-2 6-15,-1-1 13 0,2-1 9 0,1-4 5 0,3 3 18 0,6-5 1 16,2-2 7-16,-2-1 8 0,1-2-3 0,0-4 2 16,2 1 19-16,-2-4-8 0,2-3-3 0,1-4-13 15,0-3-6-15,10-13-12 0,4-4-14 0,-9 1-9 16,-1-6-5-16,-3-1-15 0,-5-2-18 0,-3 3-12 16,-4 0-1-16,-10 12-15 15,-2-6-5-15,-4 5-16 0,-5 2-21 0,-7 0-16 0,-4 1-15 0,-6-1-26 0,-3 3-35 0,-10 5-33 16,-17-3-32-16,-3 10-28 0,-11 3-29 0,-2 5-42 15,-2 5-61-15,-27 2-280 0,35 4-656 0,3 1 291 16</inkml:trace>
  <inkml:trace contextRef="#ctx0" brushRef="#br0" timeOffset="-133968.79">3236 11926 122 0,'0'0'200'0,"-1"-7"-10"0,2 3-1 0,-2-1-7 16,-3-1-4-16,4 0 4 0,0 1-9 0,-1-1-4 15,1 1-3-15,1-1-4 0,-2-1-9 0,2 2-7 16,-1-1-4-16,0-1-2 0,0 2-13 0,0-1-6 16,0 2-11-16,0 1-11 0,4-1-11 0,-4 4-17 15,0 0 3-15,-4-6-37 16,4 6-28-16,0 0-31 0,0 0 0 0,0 0 7 16,4 15-4-16,-4-1-3 0,-4 6 2 15,8 6 5-15,-4 4 0 0,-5 1 1 0,4 3 11 16,-2 4-8-16,-2-3 1 0,5 0 0 0,-3 0 2 15,3 0 2-15,-1-5-1 0,1-1 0 0,0-2 1 16,-4-2 1-16,3-4 1 0,1-4-1 0,-3 0 2 16,3-6 1-16,0-1-1 0,-1 0 0 0,1-5 3 0,0 0 0 0,0 2 6 15,0-4-2-15,0 3 2 0,0-3 3 0,0-3 5 0,0 6 6 16,0-6 3-16,0 4 4 0,0-4-1 0,0 0 5 16,-4 3-8-16,4-3-20 0,0 0-30 0,0 0-29 15,0 0-49-15,-5-16-56 0,4 7-46 0,-2-3-229 16,2 0-470-16,-1-6 208 0</inkml:trace>
  <inkml:trace contextRef="#ctx0" brushRef="#br0" timeOffset="-133598.99">3112 11714 100 0,'-3'-2'188'0,"3"2"-17"0,-3-2-22 16,3 2-17-16,0 0-12 0,0 0-15 0,0 0-12 15,26 9-8-15,-7-1-8 0,10 4-2 0,4 2-5 16,3 1-5-16,12 7-9 0,-3 4-2 0,2 5-6 16,-4-3-6-16,-14-5 11 15,7 9-8-15,-9-7-2 0,-4 3-4 0,-4-3-4 16,-4 2-5-16,-6-1-5 0,-4 0 0 0,-6 2-1 15,-5-2-3-15,-5 0-1 0,-8-2-2 0,-6 0 3 16,-3-4 0-16,-4 0 1 0,-12 6 3 0,10-10 3 16,-1 0 3-16,1-2 3 0,-2 0 4 0,-1-4 4 15,2 2-3-15,6-4 0 0,-2 1-4 0,11-3-3 16,3 1-3-16,-1-2-2 0,7 0-5 0,-1-3-2 0,6 1-3 0,0 0-4 16,0-2-4-16,0-1-15 0,2 2-15 0,4-2 3 0,0 0-1 15,0 0-24-15,0 0-37 0,25-4-47 0,-6-3-65 0,-3 1-149 16,5-4-370-16,3 1 163 0</inkml:trace>
  <inkml:trace contextRef="#ctx0" brushRef="#br0" timeOffset="-133273.78">3772 12114 2762 0,'0'-7'195'16,"0"3"-46"-16,0 4 30 0,0-6 27 0,0 1-29 16,0 1-4-16,0 4-25 0,-2-3-24 0,2 3-20 15,0 0-16-15,0-5-9 0,0 5-15 0,0 0-6 16,2-4-13-16,-2 4-12 0,0 0-8 0,0 0-25 0,0 0-6 16,0 0-1-16,0 0 0 0,4 15 0 0,-3-9-3 0,0 2 3 15,1 2 7-15,0 1 10 0,-1 0-13 0,2 3-6 16,-2-3 2-16,0 2-1 0,2-1-15 0,-3-2-9 15,1 1-5-15,0-1-7 0,-1-1-13 0,2-1-6 16,-1 0-9-16,-2-3-6 0,1 1-10 0,0-1-2 16,-2 0 3-16,4-3-1 0,-2-2 8 0,0 0 2 15,-3 5-20-15,3-5-63 0,0 0-72 0,0 0-70 16,-15-14-170-16,10 4-513 0,1-2 228 0</inkml:trace>
  <inkml:trace contextRef="#ctx0" brushRef="#br0" timeOffset="-133113.1">3777 11875 227 0,'0'-12'334'0,"0"1"17"0,0-1 6 16,0 3-7-16,-1 0-7 0,1 3-19 15,0 0-20-15,0 1-28 0,-2 1-31 0,4 0-25 0,-2 4-24 16,-2-6-26-16,2 6-50 0,2-4-43 0,-2 4-70 0,0 0-57 16,0 0-24-16,0 0-21 0,0 0-30 0,0 0-31 0,7 15-45 0,-3-9-35 15,-1 4-258-15,-1-2-536 0,1 2 238 0</inkml:trace>
  <inkml:trace contextRef="#ctx0" brushRef="#br0" timeOffset="-132643.72">4015 12015 309 0,'0'0'406'0,"0"0"-18"0,0 0-23 0,0 0-17 0,0 0-8 15,0 0-19-15,0 0-22 0,-4-10-29 0,4 10-29 16,0 0-27-16,0 0-21 0,0 0-22 0,0 0-20 16,0 0-15-16,0 0-17 0,0 0-17 0,0 0-21 0,0 0-10 0,0 0-14 0,0 0-16 15,12 10-4-15,-7-3-6 0,3 5-9 16,-7-4-2-16,3 4-3 0,0 2-6 0,1 3 0 15,0-1-2-15,0 2-1 0,-2-1 1 16,2 0 0-16,-4-5 12 0,2-2-17 0,1 4-2 0,-3-2-2 16,3-4 1-16,-4-1 8 0,0-2 0 0,0-1-3 15,0 1 9-15,5 0 12 0,-5-4 22 0,0-1 35 16,0 4 43-16,0-4 33 0,0 0-10 0,0 0-13 16,6-10-14-1,-3 3-14-15,6-2-15 0,-4-4-6 0,5-4-12 0,2 0-6 16,2-7-8-16,-1 1-12 0,2 0-6 15,-2 0 0-15,0 0-10 0,-3 7-10 0,0 0-4 16,-1 1-5-16,0 4-6 0,-3 1-10 0,-1 0-12 16,-1 6-13-16,1-3-21 0,-1 3-27 0,1 0-30 0,-4 1-41 15,3 0-48-15,0 2-40 0,-4 1-26 0,10 1-23 16,-6 3-28-16,1 1-32 0,4 2-34 0,-4 0-302 0,-1-2-734 16,0 3 325-16</inkml:trace>
  <inkml:trace contextRef="#ctx0" brushRef="#br0" timeOffset="-132271.65">4523 12044 173 0,'0'-3'428'0,"4"-1"-5"0,-4-1 1 16,1 2-5-16,-1 3-14 0,3-7-27 0,-2 6-32 15,-1 1-29-15,0-4-35 16,0 4-29-16,4-3-32 0,-4 3-24 0,0 0-24 16,0 0-21-16,0-4-29 0,0 4-25 0,0 0-31 15,0 0-20-15,0 0-6 0,0 0-5 0,0 12-3 16,1-4-3-16,-1-1-3 0,4 3-4 0,-4 1-3 16,0-1-1-16,0 2-3 0,-4 0-19 0,3-1 17 0,1 1-2 0,0-1 0 15,0 0 5-15,0-2-12 0,-3 0-13 16,3-4-10-16,-1 5-12 0,1-8-7 0,0 5 1 15,0-7 2-15,0 7 7 0,-1-4-11 0,1-3 24 0,0 0 8 16,0 5-2-16,0-5 0 0,0 0-4 0,0 0-58 16,0 0-51-16,0 0-42 0,0 0-51 0,-8-19-51 15,7 6-62-15,-6-3-305 0,6-1-685 16,-3-10 302-16</inkml:trace>
  <inkml:trace contextRef="#ctx0" brushRef="#br0" timeOffset="-132126.28">4500 11786 14 0,'-2'-11'311'0,"-1"1"10"16,3 1 17-16,0 4 3 0,-4-2-1 0,4 2-9 16,0 0-20-16,-3 0-29 0,3 1-28 0,0 4-26 15,-1-6-25-15,1 6-21 0,0 0-47 0,0-4-39 16,0 4-47-16,0 0-25 0,9 2-37 0,-9-2-46 0,14 8-43 0,-6-2-49 16,1 3-50-16,5 2-59 15,-8 3-236-15,6 1-537 0,-1-3 238 0</inkml:trace>
  <inkml:trace contextRef="#ctx0" brushRef="#br0" timeOffset="-131463.69">5163 12076 19 0,'3'-4'273'0,"-2"0"-11"0,-1-1-11 0,0 0-20 16,0-2-19-16,0 2-20 0,-1-2-21 0,-3 0-17 16,0 0-13-16,-1 1-16 0,-2-1-17 0,-3 0-7 0,0 3-13 15,1 1-8-15,-11-2-13 0,1 3-6 0,-2 0-6 16,1 2-6-16,-8 0-6 0,-3 4-6 0,4-1-4 0,-1 4-4 15,6-2-6-15,4 1-2 0,-2 2-2 0,2-1-3 16,1 1-3-16,2 2-1 0,1 1-3 0,2-1-1 16,1 2 1-16,5-1-2 0,-2-1-4 0,4 1 0 15,4-1 3-15,0 4-1 0,3-7 4 0,3 5 2 16,1 0 3-16,3-4-6 0,0-1-1 0,9 2 4 16,0-4-2-16,2-3-1 15,-1 1-2-15,1-1 4 0,2-4-3 0,-3-2 0 16,-1-1 5-16,3-1 13 0,-3-4 22 0,-1 2 25 15,-1-5 11-15,-3 1 16 0,1-2 8 0,-1-8 1 16,-3 3 4-16,1-4-6 0,-2-6 4 0,-1-2-36 16,-2-1 16-16,-4-1-18 0,1-3 1 0,0-13 7 15,-4 17 3-15,1-2 23 0,-2 1 16 0,-1 2 8 16,0 2 8-16,1 2 1 0,0 9-4 0,-1 2 4 0,1 0-5 0,-1 5-14 16,2 4-11-1,-2-1-14-15,1 4-16 0,1-1-13 0,0 1-13 0,0 4-41 0,-1-5-36 16,1 5-43-16,0 0-4 0,0 0 6 15,-3 14 4-15,3-2 13 0,-3 5 0 0,0 11 6 16,2 1 6-16,-2 1-2 0,0 5 11 0,2-3 0 16,1 0 1-16,1 0 6 0,1-1-1 0,-1-4 3 15,0 0 13-15,2-7-1 0,-2-2-11 0,4-1 4 16,-4 0 10-16,2-5-6 0,0 1-2 16,-1-6 3-16,-2 2 5 0,1-2-3 0,1-2 5 15,-1 0 0-15,-1-2-2 0,1 1-14 0,-1-4-5 16,2 5-18-16,0-3-13 0,-2-2-16 0,0 3-64 0,0-3-43 15,4 5-46-15,1-4-65 0,4-1-75 0,-9 0-283 16,14-2-698-16,-4 2 308 0</inkml:trace>
  <inkml:trace contextRef="#ctx0" brushRef="#br0" timeOffset="-130984.46">5324 12117 66 0,'0'0'216'0,"0"0"-7"0,0 0-11 0,0 0-6 16,0 0-4-16,0 0 1 0,0 0-17 0,27-3-14 15,-13 1-13-15,-1-1-13 0,6-2-7 0,2 2-6 16,-2-4-3-16,2 0-10 0,6-2-5 0,0-1-5 16,-9 0-11-16,6-4-6 15,0-1-2-15,-2 1-7 0,0-1-6 0,0-2-4 16,-8 2-2-16,-2 0-1 0,0-1-3 0,-3 1 1 15,0-1 9-15,-4-1-2 0,-2 5-1 0,-1 0-8 16,-2 1-2-16,-1-2-7 0,-4 5-9 16,-2-3-2-16,-1 5-5 0,-4-1-7 0,-2 2-4 0,-8 5-5 15,3 1-6-15,-12 6 1 0,2 2-1 0,-2 4 0 16,3 3-1-16,0 1-3 0,5 0-4 0,-1 3 0 0,3 1-2 16,6 4-4-16,2-2 5 0,5 4 0 0,6-5 3 15,4 4 4-15,10-1-3 0,3-4 4 0,11 0 16 0,3-2 9 16,6-5 4-16,2-2 0 0,15 3 7 0,-2-4 15 15,4-5 4-15,-3-1-7 0,-13-1 4 16,-1-4 6-16,3 2 3 0,-8-2 3 0,-3 1 6 16,-11-1 9-16,-3 0 7 0,-2 0 13 15,-4 0 13-15,1-1 3 0,-5 1 2 16,-5 0 3-16,12 1-9 0,-8-2-7 0,-4 1-10 16,7-2-20-16,-7 2-12 0,0 0-33 0,8 2-42 15,-8-2-56-15,0 0-69 0,0 0-84 0,0 0-72 16,0 0-90-16,-15 6-375 0,7-5-818 0,8-1 362 0</inkml:trace>
  <inkml:trace contextRef="#ctx0" brushRef="#br0" timeOffset="-127584.11">7397 12086 94 0,'0'0'113'0,"0"0"-16"16,13-6-2-16,-8 4 6 0,1-2-7 0,2-1 3 15,-1 0-10-15,2-1 19 0,3-4-5 0,1 1 6 16,1-5-6-16,-1 1 6 0,-1-3 5 0,6-5 4 15,-5-2-8-15,5-1-4 0,-5-3-8 0,2 1-1 0,-2-3 2 16,1-1 1-16,-3-4 2 0,2-11-4 0,-4 13-2 0,0-4 2 16,4-10 12-16,-7 12-14 0,-2 0-6 0,0 2-1 15,-2 2-3-15,1 5-1 0,-4-1 0 0,1 6-6 16,0 3-5-16,0-3-1 0,0 4 2 0,0 7-6 31,0-4-6-31,-2 5-3 0,2 1-13 0,0 1-3 0,0 2-8 0,0 0-12 16,0 4-32-16,-1-5-10 0,1 5-8 0,0 0 2 15,0 0 1-15,-6 19-1 0,1-4 1 0,-1 9 8 16,-1 8-1-16,-1 1 5 0,-2 16 0 0,0 1 0 16,-1-1 3-16,2 2-1 0,3-1 3 0,1-4-2 15,4-12 5-15,0 2-2 0,1-1-1 0,0-4 4 16,2-2-3-16,6-3 2 0,-3-7 3 0,2 5 1 16,0-8-1-16,3-1 18 0,4-3 1 0,1-1 3 15,1-1 0-15,2-3-1 0,1-2 0 0,3-3 2 0,7-1-2 0,-10-1-1 16,3-3 3-16,-3-1-4 0,4-2 12 0,-5-3-10 15,0 4-2-15,-3-7-2 0,0 3-5 16,-2-3 19-16,-1-2-14 0,-2 2-5 0,-5 2 2 0,-1-1-2 16,-1-1 3-16,-3 2-7 0,0-1 9 0,-6 1-13 15,0 1-7-15,-7-4 3 0,-1 6-2 0,-6 0-3 16,-1 3 1 0,-6 0-3-16,6 2-2 0,-1 1-20 0,0 2-13 0,-1 3-19 15,4-1-10-15,1 0-23 0,0 6-19 0,3-4-19 0,1 7-38 0,5-5-21 16,3-1-10-16,2 1-38 0,2 0-168 0,5-2-441 15,1 1 196-15</inkml:trace>
  <inkml:trace contextRef="#ctx0" brushRef="#br0" timeOffset="-127192.86">8217 11812 62 0,'-1'-2'197'0,"-3"-1"-12"16,4-1-19-16,0 4-16 0,-6-2-15 0,6 2-19 15,0 0-9-15,-10 0-14 0,10 0-9 0,-13 7-11 16,5-3-8-16,-1 5-9 0,-2-1-4 0,-3 3-6 16,2 3-9-16,-1 0-1 0,3-1 3 0,0 2-13 15,-2-1-3-15,5 1-3 0,-1 1 1 0,1-2-3 0,3 2-1 0,1-3 1 0,2-1-1 16,1-3 2-16,1 4 5 0,5-4 15 15,-1 1 5-15,4-3 10 0,0 0-3 0,4-4 3 16,0-1-2-16,5 0-4 0,-2-4 5 0,2 1 5 16,0-3 2-16,0-3-7 0,-3-1 6 0,1-1 5 15,-2 0 2-15,-4-1-5 0,2-2-2 0,0-1-4 0,-4-4-6 0,-3 3-7 16,-1-2-2-16,-3-1-8 0,-2 1-11 0,-2-1-4 16,-3 0-14-16,2 6-4 0,-2 0-8 15,-7 0-13-15,0-2-12 0,-2 6-8 0,-2-2-12 0,-1 4-8 16,4 1-14-16,0 3-17 0,1-2-5 15,1 3-35-15,1 2-28 0,1-1-44 0,3 3-136 16,2-2-370-16,3 0 163 0</inkml:trace>
  <inkml:trace contextRef="#ctx0" brushRef="#br0" timeOffset="-126907.88">8725 11453 320 0,'0'-11'319'16,"1"0"-21"-16,-1 5-23 0,0 0-37 15,-1 1-24-15,1 1-26 0,0-1-27 0,0 5-26 16,0 0-9-16,0 0-21 0,0 0-9 0,-4 22-10 16,1-5-7-16,2 13-11 0,-3 3 7 0,-1 3-11 15,-3 13-11-15,-2 0-6 0,5-2-10 0,1 1 0 16,0-13-3-16,-1-1 0 0,4-2-6 0,-2-1 0 0,1-2-6 15,-1-3-19-15,2-7-7 0,1-2-12 16,0-3-10-16,-1-1-15 16,1-2-16-16,-3-3-16 0,3-1-8 0,0-1 5 15,-1-2 5-15,-2-1 1 0,3-3-57 0,-4 0-48 16,4 0-218-16,0 0-424 0,-9-10 187 0</inkml:trace>
  <inkml:trace contextRef="#ctx0" brushRef="#br0" timeOffset="-126654.01">8532 11816 93 0,'-6'-2'142'0,"1"0"-5"0,5 2-15 16,-11 2-13-16,11-2-9 0,0 0-15 0,-9 0-1 15,9 0-9-15,-4 4-1 0,4-4 13 0,0 0 22 16,4 5 13-16,2-2 8 0,7 0-6 0,4-1-7 16,4 0-8-16,10-1-7 0,2-2-9 0,3-3-8 15,0 1-5-15,3-1-10 0,-3 1-3 0,-1-2-4 0,-2-1-3 0,-5 1-5 16,-9 2-2-16,-2 0-2 0,-3-1 13 0,-5 3 12 15,-1-1-2-15,-2 2 2 0,0-4-7 16,-1 3-9-16,-1-1-17 0,-1-1-20 0,-3 3-26 0,0 0-30 16,0 0-24-16,-10-8-19 0,2 7-23 0,-1 1-28 15,0-2-27-15,3 2-41 0,-7 0-196 0,5 0-421 16,3-1 187 0</inkml:trace>
  <inkml:trace contextRef="#ctx0" brushRef="#br0" timeOffset="-126259.65">9197 11478 374 0,'2'-5'367'0,"-2"0"-31"16,1 1-34-16,0 0-35 0,-1 4-30 0,0-7-24 15,0 7-31-15,0 0-26 0,0 0-11 0,0 0-23 16,-1 12-11-16,1 1-12 16,-4 13-6-16,-2 5-7 0,-3 3-12 0,-3 15-9 15,1 0 11-15,-5 1-20 0,0 1-5 0,-3-5-8 16,1 0-3-16,9-13-4 0,-3-3-1 0,3-2-9 16,8-8-9-16,-4-3 0 0,1-4-3 0,0-2-2 15,3-2 1-15,1-5 27 0,0 5 11 0,0-6-6 0,3-1 10 0,3-2-2 16,-6 0-6-16,19-4 9 0,-6-1-3 0,2-3 0 15,2 0 11-15,-2-2-16 0,4-3-10 0,6 1 1 16,-6 1-8-16,0 0-2 0,-2 1-4 0,0-1-4 16,0 5-14-16,1-1 7 0,-4 2-9 0,5 3-11 15,0 1-9-15,-3 1-21 0,1 3-23 0,0 2-32 16,0 2-39-16,-3 3-38 0,0 0-53 0,-4-2-60 16,-1 0-291-16,1 2-620 0,-1 0 274 0</inkml:trace>
  <inkml:trace contextRef="#ctx0" brushRef="#br0" timeOffset="-124987.63">11154 11548 24 0,'1'-2'215'0,"1"-1"-4"0,0-4-8 0,-2 7-10 0,2-2-10 16,-2 2-13-16,3-4-9 0,-3 4-15 0,0-4-10 16,0 4-14-16,0 0-12 0,1-3-14 0,-1 3-8 15,0 0-13 1,0 0-8-16,-27 7-6 0,11-1-7 0,-2 4-7 0,-9-1-4 15,0 1-5-15,-1 2-4 0,0 1-5 0,-1 1-1 16,3 0-3-16,-1-2 0 0,4 2-7 0,-1 0 2 16,6-2-13-16,4-2 0 0,-3 2-5 15,7-3-2-15,2 2 6 0,3-4-4 0,-4 3-1 0,6 0 1 16,0-1-1-16,3 1 1 0,5 0 2 0,0-3-3 16,8 3 2-16,1-3-3 0,12 4 3 0,2-2 1 0,0-2 0 15,3 0-2-15,-1 3 0 0,-2-6-3 0,3 3-2 0,-12-2-4 0,-1-2-8 16,0 2-4-16,-5-1-10 0,-4-1-10 0,-2-1-7 15,0 1 4-15,-3-3 4 0,-2 5 3 0,-3-1 7 16,-4 0 3-16,-7 0-1 0,-2 3 7 0,-1-5 3 16,-11 7 1-16,-2-2-5 0,-1-3 9 0,1 1 0 15,0-3 0-15,1 3 2 0,4-3 3 0,1-1 0 16,0 1-5-16,3-2-10 0,2 1-18 0,3-1-13 16,5 0-33-16,3-1-50 0,2-2-175 0,2 1-334 15,2 2 148-15</inkml:trace>
  <inkml:trace contextRef="#ctx0" brushRef="#br0" timeOffset="-124719.66">11573 11589 166 0,'1'-4'339'16,"-1"-2"-20"-16,1 0-22 0,1 5-22 0,-2-3-36 0,0 4-19 15,2-4-33-15,-2 4-22 0,0 0-20 0,0 0-20 16,0 0-10-16,0 0-13 0,4 9-12 0,-3-1-3 16,-1 1-2-16,0 2-17 0,1-1-9 0,-1 2-6 15,-1 4-5-15,1-1-4 0,-1 1-5 0,1 1-6 16,0-1-2-16,-1 0-15 0,-2-4-13 0,2 0-18 16,0-1-19-16,-1 0-12 0,1-2-14 0,0 0-19 15,0-2-14-15,-2 0-11 16,0-2-8-16,2 0-5 0,0-3-25 15,1-2-53-15,0 0-198 0,0 0-424 0,-10-7 187 0</inkml:trace>
  <inkml:trace contextRef="#ctx0" brushRef="#br0" timeOffset="-124572.55">11572 11401 134 0,'1'-12'274'0,"-1"2"-18"15,2-2-22-15,0 4-21 0,0-1-22 0,1 3-24 16,-2 1-17-16,0 1-28 0,3-1-39 0,-1 4-42 15,1-2-37-15,-4 3-39 0,0 0-43 0,14 6-43 0,-9-2-152 16,0 2-295-16,1 2 130 0</inkml:trace>
  <inkml:trace contextRef="#ctx0" brushRef="#br0" timeOffset="-124018.41">12324 11529 156 0,'-14'-3'156'0,"-4"-1"-18"0,-1 5-4 15,-3-1-21-15,1 3-5 0,-6 1-13 0,0 1-7 16,4-1-9-16,-4 7-12 0,9-3 1 0,-1-1-15 15,2 1-5-15,0 4 0 0,1-1-7 0,2 0-8 0,0 1-3 0,1 4-4 16,2-4-1-16,2 3 0 0,0-2 2 0,5-1-11 16,2 1 2-16,-1-1-2 0,3 1 3 0,4-2 1 15,0-1-2-15,7 3 8 0,-1-4 5 0,1-2 0 16,8 1-4-16,0-4-5 0,0 1 5 0,4-4-2 16,-3-2 6-16,1-2 1 0,-2-1 4 0,0-1 15 15,1-2 4-15,0-2 3 16,-5-2 7-16,2-3 16 0,-3 0-2 0,-1-3 2 15,2-6 6-15,-5 0-13 0,-1-3-6 0,-2-4-6 16,-3-1-5-16,-2-2-6 0,-1-1-6 16,3-1 4-16,-9-2 3 0,5-7 15 0,-4 11 10 15,0-2 6-15,1 3 11 0,-1 0 6 0,1 6-4 0,-1 0-2 16,-1 8 1-16,1 1-6 0,3 5-6 0,-3 2-3 16,3 3-13-16,0-1-13 0,-2 3-5 0,3 1-38 0,-1 0-38 0,1 4-7 15,0 0 6-15,0 0 5 0,-4 20 11 0,-1-6-10 0,2 7 0 16,-2 3 2-16,0 5 0 0,0 3 0 0,1 0 5 15,0 2 1-15,0 1 4 0,1-1 2 0,-1 0-3 16,4-1 6-16,0-1 2 0,2 0-14 0,-2-3-25 16,2-3-24-16,0-2-17 0,-1-4-25 0,2-2-22 31,0-2-28-31,0 1-44 0,1-6-9 0,1 2-40 16,1-4-174-16,1-2-459 0,0 0 204 0</inkml:trace>
  <inkml:trace contextRef="#ctx0" brushRef="#br0" timeOffset="-123448.49">12541 11679 50 0,'0'0'220'0,"0"0"-13"15,0 0-14-15,0 0-19 0,0 0-21 0,0 0-13 16,26-7-13-16,-13 3-15 0,1 3-7 0,3-4-14 15,-1-2-2-15,4 3-13 0,-3-5-3 0,2 0-6 16,-1 0-7-16,5-6-3 0,-4 4 6 0,-2 2 3 16,-2-5 4-16,1 1 9 0,-1-2 5 0,-4 2-4 15,1-4 8-15,-4 8 2 0,-2-2-1 0,-1 1-2 16,-2 1-9-16,-1-1-8 0,0 0-9 0,-2 3-8 16,-2 2-3-16,1-2-9 0,-3 3-8 0,-1 0-5 15,-1 0-5 1,-1 4-6-16,-3 2-9 0,0 0-1 0,-2 3-3 15,2 2-3-15,0 1 3 0,-4 5-6 0,1-2-2 0,4 3 5 16,-2 2-1-16,2 1-3 0,2 3 3 0,1-2-3 16,0 1 2-16,3-1-1 0,0 0 0 15,3 2-1-15,0-3 4 0,2-1 1 0,0 0-2 16,3-4 2-16,-1-3-5 0,2 4 7 0,0-5-3 0,1 0 6 16,2-2 3-16,-2-2 4 0,-1-1 9 0,3 1 19 0,-2-4 17 15,1 0 23-15,4-3 9 16,-2 2 2-16,0-4 22 0,-1 0 0 0,3-2 4 15,-3-1-11-15,3-4-7 0,5-2 0 0,-3-2-13 16,5-5-9-16,0-1-1 0,-1 0-18 0,1 3-1 16,-1-1-4-16,0 2-7 0,-5 3-5 0,1 1-5 15,-1 2-5-15,0-2 0 0,-6 7-8 0,1-2-3 16,2 2-8-16,-1 3 2 0,0 1-10 0,1 1-4 16,0 2-5-16,2 1-5 0,1 2-7 0,0 1 4 15,3 6-5-15,-2 1-4 0,0 1-2 0,0-2-5 16,-1 3-1-16,0 2-7 0,-3-3-11 0,-1 1-6 15,-1-3-25-15,-3 1-12 0,0-2-23 0,-1 1-21 0,0-3-15 16,-3-3-41-16,-1 5-35 0,0-5-62 16,0-1-297-16,0-3-631 0,-4 2 280 0</inkml:trace>
  <inkml:trace contextRef="#ctx0" brushRef="#br0" timeOffset="-122415.88">14776 11422 132 0,'0'0'206'15,"0"-7"-9"-15,-1 4-18 0,1 3-12 0,-4-5-7 0,4 5-12 16,0-4-18-16,0 4-12 0,0 0-16 0,-1-3-10 16,1 3-14-16,0 0-9 0,-13 5-7 0,4 0-11 0,0 3-4 15,-5 1-7-15,0 6-1 0,-2-1-8 0,5 3-1 0,-7 6-4 16,7-2-3-16,0-3-6 0,-1 5 1 0,5-6-4 15,2 0 2-15,3-1 1 0,-1 1 0 16,3-5-5-16,4-2 0 0,0 2 16 0,0-2 11 16,2-3 10-16,-1 0 10 0,5-3 8 0,-1-2 10 0,3-1 0 15,1-1 6 1,2-5-5-16,4-1-2 0,-2-4 12 0,2-2 2 16,-2-1-9-16,-6 2 3 0,2-4 8 0,0 0 3 15,-4-2-2-15,-2 0-3 0,-1 1-6 0,-3-3-5 16,-2 2-11-16,-2 1-4 0,-2 0-9 0,-3-4-8 15,-1 6-2-15,-1 2-9 0,0 2-11 0,-1 0-2 16,-1 3-13-16,4 0-15 0,-3 2-22 0,4 1-19 16,-3 1-28-16,3 2-24 0,-3-1-20 0,2 2-17 0,6 0-16 0,-13 3-24 15,8 2-27-15,1-1-19 0,-1 2-49 0,4-1-165 16,-2 0-472-16,3-5 209 0</inkml:trace>
  <inkml:trace contextRef="#ctx0" brushRef="#br0" timeOffset="-121999.39">14996 11255 247 0,'8'-12'285'0,"-3"2"-12"0,1 0-3 15,-3 4-12-15,1 0-21 0,-2-1-24 0,1 3-23 16,-1 1-24-16,1-1-22 0,-3 4-32 0,4-3-9 16,-4 3-22-16,0 0-8 0,4 11-9 0,-4 2-6 15,0 2-8-15,-2 3-5 16,0 8-5-16,-2 4-5 0,-2 2-7 15,-1 13 0-15,-3 2 0 0,6-1-3 0,-1-11-2 16,1 0-3-16,3-2 1 0,0-2-2 0,1 1-5 0,1-4 1 16,3-10-4-16,-3 2 0 0,3-3 0 0,0-4 1 15,2-4 1-15,-4 1 1 0,0-3 6 0,0-3 20 16,2 2 12-16,-1-3 21 0,-1-2 14 16,2 0 5-16,-4-1-2 0,0 0-6 15,7-7-8-15,-4 2-9 0,-1-2-7 0,-1-2-9 0,-2-2-20 16,-2-4-9-16,-2-2-18 0,-4-7 1 15,0 7-6-15,-2-3-8 0,-2-1 7 0,-2 1 1 16,3 3 0-16,-1 3-3 0,2 0 2 0,-1 2-4 16,4 2 6-16,1 3 15 0,3-1-12 0,0 4-6 0,0-1 0 15,1 1-2-15,3 1-2 0,0 3 13 0,7-4-14 16,7 0-9-16,8 0-15 0,13 0-24 0,5 1-25 16,20-4-25-16,7 2-9 0,31-4-1 0,3 4 1 15,4-4-27-15,4 0-51 0,-3-1-61 0,-13 1-219 16,-2-1-513-16,-29 2 228 0</inkml:trace>
  <inkml:trace contextRef="#ctx0" brushRef="#br0" timeOffset="-121535.28">16773 11233 61 0,'0'0'289'15,"2"-4"-9"-15,-1 0-5 0,-1 4-8 0,0-8-12 16,0 8-10-16,1-3-14 15,-1 3-23-15,2-4-16 0,-2 4-18 0,1-4-20 16,-1 4-16-16,0 0-17 0,0-5-12 0,0 5-20 16,0 0-10-16,0 0-12 0,0 0-17 0,0 0-4 15,0 0-5-15,1 13-5 0,-1-4-8 0,0 2-3 16,-1 3-2-16,-2 5-5 0,-1-2-3 0,2 2 2 0,0 7-4 16,-1-8 0-16,0 2-2 0,1-1 3 15,2 0-6-15,-3 1-2 0,3-2 0 0,-1-3 2 0,2-2 1 0,-1-4-5 16,-1 2 1-16,1-2 0 0,1-4 3 0,-2 1-1 15,1-3 6-15,0 0-5 0,-1 1 8 0,1-4 8 16,1 5 14-16,-1-5 11 0,1 4 0 0,-1-4-3 16,0 0-8-16,0 4 4 0,0-4-27 0,0 0-26 15,0 0-47-15,0 0-69 0,0 0-86 0,0 0-98 0,0 0-234 16,0 0-591-16,0 0 262 0</inkml:trace>
  <inkml:trace contextRef="#ctx0" brushRef="#br0" timeOffset="-92729.69">18372 11618 96 0,'-4'-3'149'0,"4"3"-18"15,0 0-4-15,0 0-8 0,0 0-10 0,0 0-5 16,0 0-20-16,-2-4-4 0,2 4-7 0,0 0-8 16,0 0-9-16,0 0-1 0,0 0-6 0,0 0 2 15,0 0-11-15,6-6-5 0,-6 6-4 0,4-4-7 16,2 4 1-16,-2-4 1 0,0 1-4 0,-1-1-2 15,3 0 5-15,-1 0 0 0,-1-2 4 0,2-1 9 0,-1-2-5 0,3-3 5 16,0 0 4-16,-1 2-3 0,1-4 5 0,-3-2-4 16,6-1 4-16,-3-2-7 0,1 2-1 0,3-8-1 15,-1 3-2-15,0-6-7 0,-4 2 1 0,0-1-6 16,4 1-3-16,-3-6 1 0,-2 1-2 0,-1 1-2 16,2-3-4-1,0 1-4-15,-3 2 1 0,-1 0 0 0,-1 1 2 16,2-2-4-16,-4 2 7 0,0 2 4 0,4 2-1 0,-7 0-3 15,2 3 6-15,1 4 0 0,0-2-4 0,-2 2 1 16,-1 1-1-16,-1 0 0 0,2 4-3 16,0-3 5-16,-2 3-3 0,2 1 0 0,1 3 0 15,-1 3-3-15,2-3-1 0,-2 5-1 0,2-1 1 0,-3 0-2 16,2 0-5-16,0 1 0 0,1 4-6 0,-3-6-23 16,3 6 1-16,0 0-1 0,0 0 6 0,-10 7 0 0,3 1 4 15,-1 3-1-15,0 6 6 0,-4 8-3 0,2 0 2 0,-1 6-2 16,0 4 0-16,-4 11 7 0,4 3-2 0,0 0 0 15,-3-1 1-15,9 1-1 0,0-1 1 16,1-13 0-16,3 0 5 0,2-1-5 0,2 0 1 16,2-5 5-16,0 0 1 0,4 1 0 0,1-5 0 0,3 0 3 15,1-4 2 1,-2-4-2-16,-1-4 9 0,4-1 18 0,-2-2 11 16,0-3 10-16,-2-1 4 0,2-5 19 0,1 2-9 15,-1-3 8-15,1-3 0 0,-4-3-7 0,8 0 2 0,-4-5-5 0,0 2-8 16,-1-2-3-16,-2-1-3 0,-1-3-4 0,-3 1-8 15,0-1-1-15,-3 0-8 0,-2-1-1 0,-2-1-6 16,-1 4-3-16,-4-1-2 0,0 3-3 0,-1 0-1 16,-4-1-4-16,0 3-6 0,0 1-3 0,-4 3 1 15,2-2-8-15,-1 4-5 0,-1 1-12 0,4 2-11 16,-4 0-17-16,1 2-22 0,2 1-13 0,-1 1-18 16,5 4-11-16,-2-3-17 0,1 4-16 0,4-1-11 15,3 2-1-15,1-1-21 0,3 1-155 0,2-1-366 16,2-1 163-16</inkml:trace>
  <inkml:trace contextRef="#ctx0" brushRef="#br0" timeOffset="-92028.19">18847 11211 124 0,'3'-11'244'0,"-3"1"-11"0,4-1-9 0,-3 4-16 0,-1-1-12 0,0 4-18 16,0-3-15-16,3 2-17 0,-3 1-15 0,0 0-19 15,0 4-16-15,1-4-7 0,-1 4-22 0,0-4-9 16,0 4-9-16,0 0 1 0,0 0-11 0,13 10-5 16,-11-5 0-16,2 3-8 0,4 0-7 0,-3 1-10 15,0-1-1-15,0 2-6 0,3 0-5 0,0-1-3 16,-3-1-2-16,2 0-1 0,-2-2-4 0,0 1 2 16,-1-2 2-16,0-1 6 0,1-1 3 0,2-1-1 0,-2-2 0 15,1 0-3-15,1-2 4 0,2-2-1 0,-1-2 3 0,1 1 4 16,-1-4-8-16,2 0 6 0,-3 2-3 0,0-3 19 15,1-3-2-15,0 4-1 0,-2-5 1 0,-1 3 4 16,-1-2 3-16,1 3 0 0,-1-1 7 0,1 2 2 16,-4-1-2-16,3 3-3 0,-1 0 2 15,-3 1-7-15,2 2-3 0,-2 0-6 16,3-1-7-16,-3 5-20 0,1-3-5 0,-1 3-2 16,0 0-6-16,0 0 12 0,-4 15-1 15,4-6-1-15,-5 6 3 0,4 4 4 0,-3 7-3 0,-5 5 1 0,4 0 0 16,-3 2 4-16,3 13 3 0,-1 0-1 0,-2 2 3 15,6 1 4-15,-1-1-4 0,0 3 4 0,6-2 0 16,-3-4 0-16,1 1-1 0,-1-12 0 0,4 1 4 16,0-2-2-16,-4-2-3 0,6 1 0 0,-6-1-1 0,4-2 4 15,-3-2-1-15,2-7-1 0,-3-3 0 16,1 2-1-16,-1-1 1 0,0-7-2 0,-1 2 2 16,-2-4 0-16,2 0 1 0,-1-1 2 0,0-1-1 15,-4-2 2-15,0 0 7 16,-1-1-1-16,-2-3 2 0,-5 1 5 0,0-2-1 0,0-2 6 15,-4-2 7-15,-1-3 8 0,1-3 0 0,-5-2 3 0,8-2 5 0,-7-5 6 0,8-5-6 16,-2-3-15-16,5-4 15 0,2-14-14 0,1-5-1 16,8 0-9-16,4-4-2 0,5-4-6 0,9 2-4 15,0 6-1-15,1 0-4 0,7 7 1 0,-3 4 0 16,-3 11-3-16,5 1 8 0,0 3-13 0,3 1-2 16,0 4 4-1,-2 0 8-15,1 5-1 0,-4 2 3 0,-5 2-6 0,-8 3-5 16,1 3 12-16,1-2-10 0,-6 3-2 0,-1 2-2 15,2-2-1-15,-2 3-1 0,-5 0-4 0,9 3-22 16,-5-2-5-16,-2 3-9 0,-2 0-12 0,0 1-17 16,0 3-9-16,-4-2-28 0,2 4-32 0,-2-1-21 15,-2 0-49-15,-1 0-201 0,3 0-446 0,-1-2 198 16</inkml:trace>
  <inkml:trace contextRef="#ctx0" brushRef="#br0" timeOffset="-90625.29">20608 11035 143 0,'0'-6'223'0,"0"0"-14"0,0 1-13 16,0 0-9-16,0 0-23 0,0 2-14 0,0 3-13 15,0-6-19-15,0 6-15 16,0 0-13-16,0-5-9 0,0 5-12 0,0 0-8 16,0 0-7-16,4 11-2 0,0-5-3 0,1 1-7 15,3 4-5-15,-4-1-5 0,2 1-2 0,-1 0-6 16,4 4-3-16,2-1-4 0,-1 1 0 0,0-2-13 16,1-1 3-16,-2-3-4 0,2-2 2 0,-1 2 1 15,1-3-3-15,-1 1 1 0,1-3 0 0,-2-2 0 0,2 3 3 0,-2-5 1 16,-3-1-6-16,2-3 5 0,0-1-4 0,2 0 2 15,-4-3 0-15,2-1 2 0,-3 1-1 0,0-3 1 16,-1-4 0-16,1-1-1 0,-1 0 1 0,0-1-2 16,-3 0 1-16,3 0 0 0,-3 0-2 0,2 1 3 15,-3 1 0-15,1 2 0 0,-1 4 2 0,2-1-2 16,-2 3-2-16,0 0 4 0,0 2-4 0,2 0-2 16,-2 1-17-16,0 4-17 0,0-4-3 0,0 4 8 0,0 0 4 0,0 0 1 15,-2 20 3-15,0-7-5 0,2 5 3 0,0 2 8 16,-1 8 1-16,2 5 0 0,-3 0 6 15,2 12-1-15,-2-9-2 0,1 11 5 0,0-1-1 0,1-9 3 16,0 10-5-16,1 1 6 0,2-1 3 0,-2-12-7 16,5 11 5-16,-3-11 2 0,-2 2-2 0,4-3 6 15,-4-2-9 1,2 0 4-16,-2-1 2 0,1-2-5 0,-2-3 4 16,-2-6-2-16,1-1-2 0,0 2 5 0,-1-4-8 0,0 0 5 0,-3-2 0 15,-1-3 2-15,0 0-2 0,1 0 3 0,-1-2-1 16,-2-2 1-16,-1 3 0 0,0-4-3 0,0 1 0 15,-2-1 7-15,-1-3 9 0,2 2 1 0,-3-4 0 0,-1 1 2 16,0-3-1-16,1-1 5 0,0-1 3 16,-4-4 10-16,5 1 5 0,-3-3 9 0,1-1 6 15,1-4 0-15,3-2-6 0,-3-3 1 0,4-8-5 16,1-1-6-16,8-8-6 0,-1-11-1 0,6 0-6 16,3-5 1-16,7 1-6 0,6 4-2 0,6 0-2 15,3 2-1-15,6 2-5 0,1 6 0 0,0 0-2 16,0 0 0-16,-9 11-3 0,-1 2-2 0,-1 0 9 15,-2 1-6-15,-4 1-2 16,2 1-1-16,-7 4-1 0,-2 4 6 0,1-3 7 16,-5 5 0-16,0 2-1 0,-2-1-3 0,-1 3 5 15,-1 1-6-15,-1-1-2 0,0 4-4 0,-1-2-13 16,-1 1-19-16,-2 3-28 0,2-5-30 0,-2 5-13 16,0 0-17-16,0 0-26 0,0 0-25 0,-15 8-28 15,9-3-212-15,-1-4-437 0,2 2 194 0</inkml:trace>
  <inkml:trace contextRef="#ctx0" brushRef="#br0" timeOffset="-90039.13">21274 10798 233 0,'0'-5'226'15,"0"5"-24"-15,0-4-19 0,0 4-20 0,0 0-26 16,0 0-14-16,3-4-16 0,-3 4-13 0,0 0-8 16,0 0-7-16,-3 15-19 0,3-10 0 0,0 7-4 15,-1-2-10-15,-2 6 1 0,3 1-9 0,-1 0-2 16,-2 0-6-16,3 1-1 0,-1 0-3 0,-1 0-7 15,-1-1 4-15,3-5-6 16,0 1 2-16,0-2-2 0,-1-2 4 0,1-2-8 16,0-2 1-16,0 1 9 0,0-4 30 0,1 1 33 15,-1-3 11-15,5 4-5 0,-5-4-12 0,12-7-7 16,-3 2-8-16,5-7-5 0,0 0-5 0,0 0-4 16,-1-1-6-16,6-6-2 0,-6 5-1 0,4-6-14 0,-1-2 3 0,-5 6-6 15,-2 6-2-15,1-4-3 0,-2 4-2 16,1 2-5-16,-5 1 7 0,-2 3-8 0,2-1-11 0,0 2-12 15,0 1 0-15,-4 2-3 0,11 6 1 0,-4 5-4 16,2 1 8-16,2 12-1 0,2-2-1 0,0 7 5 16,1 0 2-16,-3 2-33 0,2 1-41 15,-4 0-47-15,3 1-60 0,-5-2-271 0,0-2-492 0,-2-9 219 16</inkml:trace>
  <inkml:trace contextRef="#ctx0" brushRef="#br0" timeOffset="-88198.07">5146 14749 109 0,'0'0'237'0,"0"0"-14"0,0 0-19 0,0 0-17 15,0 0-16-15,0 0-19 0,0 0-19 0,0 0-12 16,10-7-11-16,1 2-9 0,3 4-14 0,8-4-12 15,9-3-6-15,3 3-20 0,0-1-31 0,4 1-29 16,0 0-44-16,-1-1-46 0,0 3-55 0,-3 3-132 0,-5-2-311 0,-9 0 139 16</inkml:trace>
  <inkml:trace contextRef="#ctx0" brushRef="#br0" timeOffset="-88035.73">5218 15020 120 0,'4'3'140'0,"9"-3"-8"0,5 0-14 16,3-1-13-16,9-5-11 0,3 1-44 0,0-1-27 15,3-3-73-15,-5 1-72 0,1-4-133 0,-4 1 59 16</inkml:trace>
  <inkml:trace contextRef="#ctx0" brushRef="#br0" timeOffset="-87512.65">5461 14570 46 0,'-4'-6'260'16,"0"-1"-15"-16,2 3-21 0,-3 1-21 0,2-2-24 0,1 3-20 16,-1-2-23-1,3 4-13-15,0 0-18 0,0 0-11 0,0 0-10 0,0 0-6 16,14 12-8-16,-6-5-7 0,2 8-4 0,1 2-14 15,2-3-5-15,-3 2-6 0,7 6-14 0,-2-2-2 0,5 0-8 16,-4-1-5-16,-1-5-9 0,2-2-3 16,-3 1-5-16,0-2 0 0,-2-4 1 0,-2 1-1 15,3-4 0-15,-3 0 6 0,-2-2 2 0,0-2 1 16,-1 0-3-16,2-2 5 0,-4-2 19 0,0 0 10 16,4-3-1-16,-6-1 12 0,0 2 7 0,-1-2 3 15,0-2 2-15,1 5 1 0,-2 0 7 0,0-4 0 16,-1 6-6-16,2 0-8 0,-2-2-8 0,1 1-15 15,-1 4-24-15,0 0-3 0,0 0 4 0,-12 15-3 16,6 0 2-16,-9 11 0 0,-1 4-1 0,-4 13-1 0,0 4 0 16,-5 2 2-16,1 1 1 0,-6 4-2 0,2-1 0 15,-1 1 0-15,1 0 0 0,-7 22 0 0,14-26 1 0,2-5 3 16,2-1-2-16,0-16 2 0,11 0-1 0,-2-10-4 16,3-4 2-16,1-2 4 0,-1-1 6 0,4-5 26 0,-3 0 36 15,4-1 33-15,-4-1 48 0,3-2 40 0,1-2-8 16,0 0-20-16,0 0-12 0,0 0-18 0,9-20-15 15,-3 10-13-15,-2 1-13 0,1-7-7 0,-1 7-8 16,1-1-7-16,0 0-8 0,0 0-9 0,2 2-4 16,-6 3-24-16,4 0-30 0,-2 0-42 0,-1-1-42 15,2 2-45-15,0 2-50 0,-1-1-61 0,4 1-70 16,-3-1-294-16,1 3-658 0,-5 0 291 0</inkml:trace>
  <inkml:trace contextRef="#ctx0" brushRef="#br0" timeOffset="-86263.44">7747 14385 15 0,'-3'-3'260'0,"3"3"-29"0,-1-6-27 16,1 6-25-16,0 0-21 0,0 0-17 0,0 0-16 16,0 0-13-16,0 0-14 0,0 15-8 0,1-4-10 15,2 0-11-15,1-1-1 0,-2 8-12 0,3-2-2 16,3 3-4-16,-3-2-8 0,3 2-3 0,6 4-2 16,-5-5-3-16,3-2-3 0,1-2-3 0,2 0-1 15,0-3-3-15,-1-3-1 0,3 0-2 0,-2-6 0 16,0 0-3-16,-2-4-2 0,6-1 0 0,-5-4-1 15,2-5 2-15,-1 0-1 0,-1 0-2 0,-4-4 9 16,4-2 9-16,-1-2 1 0,-1-2 2 0,-2 3-1 0,0-4 7 0,0 0 1 16,-4 4-2-16,0 1 4 0,-3 0 7 0,1 1-4 15,-1 0-3-15,-2 5 4 0,2 2 2 0,-2 0-7 16,-1 4-6-16,0 1-6 0,1 0-7 0,1 2-33 16,-2 3-3-1,0 0 0-15,0 0 1 0,0 0 0 0,-9 21 0 0,6-4 1 16,-6 13 2-16,0 1-1 0,-1 16 1 15,-2 8 4-15,-4 27 4 0,3-26-1 0,-1 26 5 16,8-22-4-16,2 1 0 0,4-4-19 0,1-2 2 16,3 0 3-16,1-1-2 0,5-7 10 0,-3-1-8 15,3-11-1-15,-2-1 7 0,2 0 2 0,-1 1 1 0,-2-3 1 16,2 0-1-16,-2-6 1 0,-4 0 4 0,1-9-5 16,-1 2 5-16,-4-2-4 0,-1-4-1 15,0-2 0-15,-1 1 4 0,-2 0-2 0,-4-2 11 0,2 0-5 0,-5-3-1 16,-3 1 0-16,-2-3 0 0,-3 0 2 0,-2-1 7 15,-4-4-2-15,-2 0 7 0,-3-4 3 0,3-3 2 16,-1-3 1-16,0 0 9 0,-1-2 10 0,2-2 12 16,5 2 15-16,0-6 13 0,5-3 11 0,2-1-4 15,3-4-6-15,4-4-7 0,4-3-12 0,5-3-19 16,7-11-1-16,8-2-12 0,4 2-4 0,10 2-5 0,4 2-7 0,6 2-3 16,2 2 2-1,5 3 0-15,1 3-3 0,1 3-1 0,2 5 1 0,-2-1-5 0,-14 9-4 16,1 3 2-16,-2-3-3 0,-4 5 3 0,-11 2 4 15,0 3-2-15,-5 2 2 0,-3 1 8 0,-3-1-1 16,0 3-5-16,-1 0 1 0,0-1-4 16,-3 0-1-16,-3 3 0 0,9-2-19 15,-9 2-15-15,0 0-31 0,0 0-31 0,0 0-17 0,0 0-33 16,0 0-30-16,-27 0-32 0,16 2-54 16,1-2-238-16,-2 3-535 0,6-3 236 0</inkml:trace>
  <inkml:trace contextRef="#ctx0" brushRef="#br0" timeOffset="-85593.76">8082 14258 154 0,'0'0'166'16,"0"0"-4"-16,0 0-11 0,0 0-9 0,0 0-11 15,0 0-4-15,0 0-14 0,-8 0-7 0,8 0-8 0,0 0 0 0,0 0-18 16,0 0-4-16,0 0-2 0,0 0-10 0,0 0 4 16,0 0 0-16,0 0-6 0,0 0-1 0,0 0-1 15,0 0-4-15,0 0-5 0,0 0-3 0,0 0-9 16,0 0-5-16,0 0-1 0,0 0-5 0,32 0-3 15,-10-1-1-15,7-2-4 0,4 2 2 0,6-2-5 16,-1 0-3-16,13 0 0 0,0-1-4 0,-14 2 3 0,2 0-3 16,-6 1-1-16,2 0 2 0,-1-2-2 0,-14 2 2 15,1 1-4-15,-8-1-3 0,1 1-1 0,-3-3 3 0,-2 3-3 16,0 0-3-16,-4 0-3 0,-5 0-5 16,5-1-18-16,-5 1-8 15,0 0-19-15,0 0-16 0,0 0-16 0,-23 10-26 16,14-9-27-16,2 2-33 0,-3-1-143 0,3-2-341 15,-2 0 151-15</inkml:trace>
  <inkml:trace contextRef="#ctx0" brushRef="#br0" timeOffset="-85109.08">8824 14059 106 0,'0'0'273'0,"4"-3"-11"0,-4 3-17 0,1-5-27 15,-1 5-19-15,2-1-25 0,-2 1-24 0,0 0-14 16,0 0-17-16,0 0-12 0,0 0-15 0,0 0-8 16,3 14-7-16,-3-6-10 0,-1 5-9 0,-1 3-5 15,0 2-6-15,1 0-4 0,-3 8-5 0,-3 0-6 16,2 2-4-16,1-5 2 0,0-3-5 0,1-3 0 16,1-2-6-16,-1 0 1 0,0-6-5 0,2 0 2 15,0-1 2-15,0-3-2 0,1 0 23 0,0-1 35 16,1-1 22-16,-1-3-7 0,6 0-6 0,-6 0-11 15,20-8-7-15,-8 1-5 0,2-2-4 0,4-1-10 16,-1 1 1-16,-2-2-8 0,-2 2-5 0,4-3-1 0,-6 6-4 16,1-2-3-16,-2 2-4 0,-1 2-4 0,2-1-5 0,-2 0-8 15,-2 4-6-15,0 1 1 0,1 1-1 0,2 5 1 16,0 1-2-16,1 1 4 0,1 5-2 0,2 1-31 31,-5 1-24-31,4 6-24 0,-3-3-37 0,3 6-38 0,-5-1-60 0,1 2-66 16,-3-8-195-16,1 1-514 0,-2-2 227 15</inkml:trace>
  <inkml:trace contextRef="#ctx0" brushRef="#br0" timeOffset="-84308.06">9853 14570 3 0,'-9'-7'162'0,"0"1"-18"0,0 2-8 15,-2-1-9-15,-2 0-15 0,-5 0-5 0,1 3-13 16,-2 1-13-16,1 0 2 16,-10 1-11-16,6 0-12 0,-1 2-5 0,2 2-4 0,-4 2 0 0,5 0-7 0,2-1-10 15,3 5 1-15,2-4-3 0,3-1-6 16,2 6-12-16,0-1 16 0,1 0-9 0,3 1-2 16,0 2-2-16,4-3 6 15,4 2 7-15,2 2-18 0,4-1 4 0,6-2 2 0,2 1-1 16,0-4 0-16,2-1-5 0,-1-2-1 0,0 1 4 15,3-4-2-15,-2-2-3 0,-1-2 2 0,1-4 3 16,-5 1 20-16,2-3 10 0,-2-3 8 0,-3-4 8 16,-2-3 11-16,0 4 12 0,-1-4 2 0,-1-6 0 15,-4-2-4-15,-2-2-8 0,-2 0-6 0,-1-2-7 16,-2 0 16-16,-2-3-11 0,0 0-3 0,-4-13-7 16,-1 9-8-16,3-9-2 0,-3 1-2 0,0-2 9 15,5 14 9-15,0 2 2 0,-2 0 3 0,2 7 2 0,1 3-1 0,-1 4 0 16,4 5-4-16,0 2-9 0,-2 1-3 0,2 3-13 15,1 1-12-15,0 1-17 0,0 4-10 0,0 0 6 16,0 0-9-16,-9 21 2 0,6-1-4 0,0 6 1 16,0 6-1-16,-1 1 2 0,-1 14-4 0,5-11 1 15,-4 10 3-15,3 3-2 0,1-16 2 0,1 2 5 16,3-2 0-16,0-1-1 16,2-1 11-16,2-1-18 0,-3-2 7 0,3-1-4 15,-6-8 2-15,6-2 5 0,-3 0-2 0,-4-5-2 0,3-2 4 16,0 0 2-16,-4-4 4 0,4 0-3 0,-3 0 8 15,2-3-19-15,-2-1-11 0,3 2-13 0,-3-1-38 16,-1-3-38-16,0 0-54 0,9-7-50 0,-1 3-55 16,-3-6-222-16,5 1-525 0,-1-4 233 0</inkml:trace>
  <inkml:trace contextRef="#ctx0" brushRef="#br0" timeOffset="-83691.16">9968 14350 67 0,'0'-3'269'0,"0"-1"-6"0,0 4-10 16,0-8-17-16,0 6-20 0,0 2-22 0,1-4-23 0,-1 4-19 0,0 0-18 16,0 0-18-16,0 0-11 0,0 0-10 0,0 0-11 15,0 0-10-15,17 8-6 0,-11-3-6 0,3 3-2 16,0-2-10-16,0 4-17 0,-1-3-10 0,2 2-9 16,-1-2-3-1,1 2-7-15,-1-2-3 0,1 2-3 0,0-3-3 0,-1 1-3 16,0-2 7-16,-2-3-1 0,0 1-2 0,2-3 2 15,0 0 3-15,-4-1-4 0,3-3 4 0,2-1-4 16,-2-2 4-16,-2-2 4 0,2 1 10 0,-2-4 6 16,2 3 2-16,-4-2 0 0,0-2 6 0,0 0 0 15,-2 1 3-15,2 0 4 0,0 0-1 0,-2 0 8 16,1 2 4-16,-2 3-5 0,-1-3 1 0,3 5-1 16,-2 0-5-16,-1 0-10 0,0 1-7 0,0 4-5 15,1-7-31-15,-1 7 1 0,0 0 1 0,0 0-2 0,0 0 2 16,2 16 2-16,-2-6 0 0,-2 7 2 0,2 3-1 0,2 6-3 15,-4 0 5-15,4 3 4 0,-2 5-3 0,0 1 3 16,1 9 3-16,0 7 4 0,2-6 1 0,1 0 4 16,-2-11-6-16,2-2 1 0,1 2 6 15,-1-2-6-15,-2-3 4 0,1 0-5 0,-1-2 1 16,2 0 2-16,-2-2-2 16,-1-10 0-16,0 1 0 0,1-4 1 0,-2-3-12 15,-2 0-4-15,1-1 3 0,0-2-1 0,-2-1 7 0,2 0 0 0,-3-1 7 16,-1-1 4-16,0-3 4 0,5 0 2 0,-18-6-1 15,6 0 5-15,0 0 3 0,-1-4 9 0,-1-3 3 16,1 1 7-16,-1-5 9 0,5 0-3 0,-3-9 11 16,2-2-6-16,5-1-7 0,0-4-1 0,2-3-5 15,5-9-4-15,8-3-1 0,-4 13-7 0,7 3-2 16,0 1-5-16,1 3-3 0,5 4 0 0,-2 0-3 16,3 3 0-16,-1 4-6 0,3 0-2 0,-4 7 1 15,1 0-1-15,7 1 2 0,-9 1-1 0,2 4-6 16,-2-4 10-16,-4 6-10 0,0 1-5 0,-4-1-1 15,0 2-17-15,-3 0-26 0,2 1-20 0,-4 1-18 16,0 4-14-16,-4-2-18 0,-2 0-18 0,-3 6-33 0,0-2-46 16,-9 6-260-16,1-4-516 0,-1 1 229 0</inkml:trace>
  <inkml:trace contextRef="#ctx0" brushRef="#br0" timeOffset="-83275.08">9193 15100 48 0,'-5'2'219'0,"-1"-2"1"0,6 0-4 0,0 0-3 16,-9-2-15-16,9 2-16 0,0 0-14 0,-8 2-11 16,8-2-16-16,0 0-15 0,0 0-8 0,0 0-18 15,22-9-9-15,-5 7-7 0,12-3-12 0,4-2-4 0,21 1-10 16,9-1-24 0,33-2-2-16,6-1-4 0,2 0 20 0,4 2-6 15,0 1 6-15,0-2 14 0,3 0-1 0,-1 0-1 0,-2 2-2 0,-11-1 1 16,-33 0-4-16,0 2 0 0,-5-2-9 0,-7 0 13 15,-18 1-9-15,-6 0 11 0,-1 1 19 16,-11 0 18-16,-2 2 14 0,-5 0 1 0,0 1-24 16,-1 1 2-16,-3-2-19 0,-4 1-54 0,-1 3-23 15,-9-5-34-15,-1 4-28 0,-2 1-35 0,-4 2-35 0,-6 5-46 16,-7-1-40-16,1 2-66 0,3 1-206 16,4 1-535-16,-1-3 238 0</inkml:trace>
  <inkml:trace contextRef="#ctx0" brushRef="#br0" timeOffset="-82618.72">10218 15545 45 0,'-11'-7'146'0,"-3"-1"-4"0,-7 2-4 15,1 2-22-15,-2-1-7 0,-6 2-11 0,0 3-8 16,-4 0-6-16,0 1-8 0,0 2-5 0,4 7-6 16,-1 0-7-16,2-1-1 0,6 0-11 0,2 2-12 15,-3 3 7-15,6-2-11 0,2 1-4 0,1-1-1 16,4 2-3-16,3 0-1 16,-1 3-5-16,6-4 4 0,1-1 0 0,4 0-3 15,5 2 6-15,1-1 9 0,7 0 6 0,0-2 9 0,9-1 4 0,0-1-7 16,3-2-2-16,-1-2 2 0,0-4 2 0,-5-1 12 15,-2-3 17-15,-2 0 2 0,-1-2 13 0,-2-3 8 16,2-1 2-16,-4-3 13 0,0-3 3 0,3-6-5 16,-7-1-10-16,0-2-8 0,-2-5-11 0,-3-1-9 15,0-3-7-15,-5-4-7 0,4-10-5 0,-4 0-6 16,0-1-9-16,0 12 2 0,1-12-6 0,-2 11-5 16,-2 3 1-16,2 2 15 0,1 6 13 0,-5 4 4 15,4 4 5-15,-2 5-5 0,3 3-10 16,-1 1 4-16,1 3-24 0,0 0-19 0,-2 2-39 15,2 4 1-15,0 0 0 0,0 0 4 0,-7 13 0 0,7-1 3 16,-2 6-2 0,0 10 5-16,0 1-2 0,2 4 4 0,-2 2-2 15,4 12 9-15,0-1 3 0,0-8-3 0,1 6 2 16,0-10 3-16,0-4-20 0,0 2-18 0,0-5-22 16,3 0-19-16,-5-7-23 0,2-2-28 0,-3-2-29 15,4 0-31-15,-3-4-31 0,-1-1-44 0,0-5-159 0,3-2-459 0,-3-4 203 0</inkml:trace>
  <inkml:trace contextRef="#ctx0" brushRef="#br0" timeOffset="-82188.9">10370 15363 23 0,'4'-3'218'0,"-4"3"-15"0,13-6-17 0,-5 6-11 16,3 0-28-16,-11 0-19 0,18 3-8 0,-4 2-11 15,-1 2-11-15,0 0-9 0,1 5-11 0,-2 3-11 16,-1 1-1-16,-1 2-11 0,-4-1-3 0,3 8-5 16,-8-6-5-16,-1 7 0 0,-1 0-10 0,-5 0-2 15,-2-2-1-15,2-4-4 0,-3 3 0 0,1-7-5 16,1-2 1-16,1-4 1 16,3 1-7-16,-1-5 3 0,1-1 15 0,2 2 21 15,-3-4 28-15,4 1 26 0,-1-1 31 0,1-3 36 0,0 0-5 0,0 0-13 16,0 0-19-16,9-10-10 0,-2 2-26 0,6-4-6 15,3-1-17-15,3-6 1 0,-1-1-3 0,3-2-9 16,1-1-11-16,-3-1-7 0,8-2-7 0,-5-3-18 16,-2 5-8-16,-2-4 0 0,-3 8-3 15,-4 2-2-15,-1 7 1 0,-3 1 6 0,0 3-8 16,-5 0-7-16,2 2-8 0,2 2-32 0,-6 3 3 16,0 0-1-16,0 0 0 0,0 0 8 0,-15 24-1 15,9-7 3-15,-3 0 2 0,4 1 4 0,-3 9 6 0,3-1 4 16,4 4-5-16,5-1 0 0,5-3-6 15,6 2-27-15,4-4-37 0,4 0-47 0,9-3-79 16,4-7-107-16,0-5-192 16,15-1-549-16,-13-8 243 0</inkml:trace>
  <inkml:trace contextRef="#ctx0" brushRef="#br0" timeOffset="-80723.72">11518 14919 157 0,'-6'0'171'16,"-1"1"-7"-16,7-1-15 16,-6 1-8-16,6-1-12 0,-7 0-8 0,7 0-6 15,0 0-1-15,-7 2-1 0,7-2 2 0,0 0 4 16,0 0-6-16,0 0 0 0,-7 1-7 0,7-1-4 16,0 0-6-16,0 0-7 0,0 0-6 0,0 0-7 15,0 0-6-15,0 0-4 0,0 0-10 0,0 0-5 0,0 0-6 0,0 0-3 16,0 0 0-16,-5 1-9 0,5-1-1 0,0 0-6 15,0 0-3-15,0 0-1 0,0 0 1 0,0 0 1 16,0 0-3-16,0 0 5 0,0 0-5 0,0 0-1 16,0 0 1-16,0 0-2 0,0 0 0 0,0 0-2 15,0 0-1-15,0 0 0 0,0 0 0 0,0 0-1 16,0 0-2-16,0 0-2 0,0 0-1 0,0 0 0 16,0 0-3-16,0 0 1 0,0 0 0 0,0 0 1 15,0 0-4-15,0 0 3 16,0 0-5-16,0 0 2 0,0 0 1 0,0 0-2 15,0 0-2-15,0 0 1 0,0 0 0 0,0 0 0 16,0 0-2-16,0 0-3 0,0 0 2 16,0 0 6-16,0 0-6 0,0 0 1 0,0 0-2 15,0 0 3-15,0 0-3 0,0 0 0 0,0 0-2 0,0 0 0 16,0 0 2-16,0 0-3 0,0 0 6 0,0 0-3 16,0 0-1-16,0 0 3 0,0 0-4 0,0 0 1 0,0 0 2 15,0 0-2-15,0 0 0 16,0 0 0-16,0 0 2 0,0 0 2 0,0 0-4 0,0 0 2 15,0 0 1-15,0 0-2 0,0 0 1 0,0 0 2 16,0 0-2-16,0 0-1 0,0 0 0 0,27-2-1 16,-9 0 4-16,9 0-2 0,5 2 0 0,1-4-1 15,9-2 2-15,9-1-1 0,-1 3 0 0,2-4-1 0,-12 2 2 0,-2 1-1 0,2-1 1 16,-4 3-1-16,-2 2-1 0,-2-5 1 0,-2 1 0 16,-9 2-14-16,-1 1-12 0,-4-1-12 0,-7 0-13 15,1 2-7-15,-2-2-41 0,-3 1-36 0,-2 0-34 16,-3 2-21-16,0 0-13 0,0 0-6 0,-21-7-138 15,11 4-375-15,-3 0 167 0</inkml:trace>
  <inkml:trace contextRef="#ctx0" brushRef="#br0" timeOffset="-80485.66">11708 14647 21 0,'-4'-7'308'0,"3"0"-1"0,-1 0-7 0,-1 2-16 16,2 0-25-16,-2 1-33 0,2 1-33 0,1 1-25 15,0 2-22-15,0 0-15 0,-3 16-16 0,3-2-6 16,-1 6-16-16,1 9-11 0,1 3-3 0,2 1-6 16,1 13-10-16,-3 0-2 0,8 2-6 0,-4-2-33 15,3-11-36-15,1 12-53 16,-3-12-62-16,0-2-90 0,0 0-226 0,-5-5-481 15,0-8 213-15</inkml:trace>
  <inkml:trace contextRef="#ctx0" brushRef="#br0" timeOffset="-77295.83">13062 14287 152 0,'-3'-3'240'0,"3"-3"-19"0,0 1-22 0,0 5-22 16,-1-5-21-16,1 5-19 0,-2-5-18 0,2 5-15 15,0 0-10-15,0 0-13 0,3 12-4 0,0-5-7 16,-1 2-10-16,1 4-6 0,2-1-8 0,-2 2-3 16,3 6-2-16,0-2-8 0,-1-1 0 0,3 1-5 15,1-1 0-15,-4-1-3 16,4-2 0-16,-2-3-5 0,0-1-1 16,-2-1 5-16,1-1-7 0,0-3-1 0,1 2 1 15,-2-6 2-15,0 0-2 0,3-2 0 0,1-3-5 0,2-2 1 16,0-2 4-16,3-5 5 0,-4 1 3 0,-1-2-1 15,1-2 7-15,-1-1-9 0,0-1-1 0,-2 1-2 16,0-1 0-16,2-6-3 0,-3 6 8 16,0 2 4-16,-2 0 6 0,0 4 0 0,-1 2 0 0,0 2-1 0,-2 1-7 0,0 1-4 15,0 1-6-15,1 3-34 0,-2 2-2 16,2-3 1-16,-2 3 2 0,2 9 0 0,-4 4 3 16,2 3-3-16,-2 10 1 15,0 2 2-15,0 4 9 0,-1 16 4 0,-1 3-1 16,0 4 6-16,0 5 2 0,0 21 3 0,1-26 1 0,3 6 4 15,1-1 2-15,1-3-1 0,0-2-2 16,2-2-20-16,0-4 1 0,0-2 6 0,-2-10-5 16,0-3 3-16,1 1 0 0,-1-2-1 0,2 0 2 15,-4 1-1-15,0-2 5 0,-2-7-2 0,0 1-6 16,-1-7 7-16,-1-2 1 0,-2-3 2 0,0-2 1 16,-1-3 3-16,1-1-1 0,-5-1 3 0,0-4 5 15,-1 4 2-15,-5-4-2 0,-4-5 3 0,2-1 0 16,-3-5 1-16,-2-1-1 0,-2-3 6 0,2-4 5 0,2-2 16 0,2-3 3 15,0-4 2-15,3-2-2 0,4-2 1 16,3-1-11-16,0-19-7 0,6 0-5 0,5-2-5 16,8-2 0-16,12-4-6 0,-1 0-6 0,20-16 0 0,-8 20-2 15,21-14 0-15,-16 21-3 0,6-2 1 0,-3 9-3 16,0 1-3-16,1 10 3 0,-12 2-3 0,1 7 10 16,-5 1-8-16,-3 2 2 0,-7 4 1 0,1 2-4 0,-6 3 0 15,-1 0 0-15,0 1-3 0,-4 2 4 0,0 1-5 16,-1 0-25-16,0-1-19 0,-2 2-35 0,-2 2-23 15,0 0-11-15,0 0-26 0,0 0-5 0,0 0-30 16,0 0-17-16,-26 9-39 0,13-6-140 0,0 0-402 16,1-1 178-16</inkml:trace>
  <inkml:trace contextRef="#ctx0" brushRef="#br0" timeOffset="-76879.61">13564 13919 146 0,'0'-8'259'16,"0"-3"-7"-16,2 1-13 0,-2 3-4 0,0 0-9 16,1-1-17-16,-1 1-16 0,0 0-10 0,0 2-32 15,2 0-14-15,-2 0-21 0,0 0-18 0,0 5-8 16,1-1-14-16,-1 1-3 0,0 0-11 0,0 18-6 16,0-5-7-16,0 6-4 0,-1 4-5 0,-1 6-5 15,1-2-4-15,1 2-6 0,1 1 6 0,2-1 0 16,-4 0-6-16,2-3-10 0,-1-1 1 0,0-6-5 0,1 0-1 0,-1-4 1 15,2-1-3-15,-2-4 10 0,0 0 0 0,2-3-11 16,-2 2 1-16,0-6 1 0,0 2-1 0,0 1 5 16,0-2 0-16,0-4-1 0,0 4 5 0,0-4-2 15,0 5-2-15,0-5-3 0,0 0-25 0,0 0-22 16,0 0-35-16,0 0-33 0,0 0-41 0,0 0-41 16,0 0-54-16,0 0-183 0,3-14-459 0,-1 8 203 0</inkml:trace>
  <inkml:trace contextRef="#ctx0" brushRef="#br0" timeOffset="-76347.51">13824 14127 174 0,'-6'-2'169'0,"-3"4"-11"15,9-2-13-15,-10-2-9 0,10 2-11 0,-8 2-14 16,8-2-5-16,-6 0-8 0,6 0-9 0,0 0-5 16,0 0-2-1,-9 0-3-15,9 0 2 0,0 0-4 0,0 0 11 0,-4 1 2 16,4-1-3-16,0 0 2 0,0 0-3 15,0 0-7-15,0 0-7 0,0 0-7 0,0 0-1 0,0 0-6 16,0 0-11-16,0 0 1 0,0 0-7 16,0 0-3-16,0 0-4 0,0 0-7 0,0 0 1 15,0 0-7-15,0 0 2 0,0 0-4 0,0 0-2 16,0 0 0-16,0 0-7 0,0 0 3 0,0 0 0 16,0 0-4-16,0 0-1 0,0 0-3 0,-8 1-1 0,8-1 1 15,0 0 1-15,0 0-2 0,0 0-1 16,0 0-1-16,0 0 4 0,0 0-3 0,0 0 2 0,0 0-2 0,0 0-3 15,0 0 5-15,0 0 1 0,19-4-2 0,-7 4 0 16,7-2 0-16,4 1-2 0,8-1 1 0,-2 1-1 16,6-5 1-16,-2 4 2 0,0-1-3 0,-1 0 1 15,0-1-2-15,-4 4 2 0,-5-5 0 0,-6 3-2 16,1-2 1-16,-7 4 1 0,-1-1-5 0,-3 1 1 16,-2-1 1-16,-5 1-11 0,9 0-15 0,-4-2-18 0,-5 2-11 0,5 0-11 15,-5 0-19-15,0 0-10 0,0 0-22 0,0 0-21 16,0 0-24-16,-22 3-40 0,15-2-133 0,-1-1-360 15,0 0 159-15</inkml:trace>
  <inkml:trace contextRef="#ctx0" brushRef="#br0" timeOffset="-75876.13">14269 13931 202 0,'1'-5'268'15,"3"-3"-11"-15,-2 4-14 0,0-4-14 0,3 3-16 16,-1 1-16-16,-3-1-16 0,-1 5-14 0,1-9-16 16,2 6-18-1,-3 3-22-15,4-2-8 0,-3-1-17 0,-1 3-9 16,0 0 3-16,0 0-21 0,0 0-7 0,4 13-7 15,-4-1 4-15,-1-3-13 0,2 8 1 0,-2-2-1 0,1 4-13 16,-3 0 1-16,2 1-2 0,-3 3 2 0,1-2-3 16,2 0-8-16,1-2-2 0,0-1 0 0,-4-1-2 15,4-3 0-15,3-4-4 0,-6-1 2 16,3-1 0-16,3-1 2 0,-6-3 5 0,6 1 22 16,-2-1 46-16,-1-4 36 0,0 0-25 0,0 0-8 0,0 0-4 15,17-11-9-15,-11 2-9 0,3 0-12 0,3-4-5 16,-2-1-8-16,0-1-10 0,3-2-5 0,0 0 1 0,2-3-20 15,-5 4-3-15,0 3-6 0,-2 2 7 0,-1 1-8 16,0 3 0-16,-1 0 6 0,-2 1-8 0,0 2-15 16,-1 1-12-16,-1 1-11 0,-2 2 12 0,0 0-5 15,14 9-1-15,-10-2 6 0,1 3 3 0,0 5 6 16,3 2 0-16,-2 1 3 0,2 8 6 0,1 0 4 16,0-4-25-16,-3-2-47 15,-2-1-45-15,3 0-66 0,-2 0-68 0,-4-2-230 16,4 0-532-16,-1-6 235 0</inkml:trace>
  <inkml:trace contextRef="#ctx0" brushRef="#br0" timeOffset="-73990.75">15184 14414 42 0,'0'-9'217'0,"0"4"-4"0,-1-4-12 0,-2 4-10 16,3-2-14-16,0 0-11 0,0 3-14 0,3-2-14 15,-3 3-15-15,0 3-15 0,0-5-14 0,0 5-16 16,1-4-7-16,-1 4-10 0,0 0-10 0,0 12-3 16,0-2-7-16,0 7-5 0,-1 2-4 0,-2 10-2 0,3 3-6 0,-4 3-1 15,3 16-1-15,-3-2-2 0,0-3-4 0,3 1-3 16,-3 1 0-16,3-14 13 0,1-1-4 0,1 2 1 31,-1-3-4-31,4-3 0 0,-3-1-1 0,-1-2-5 0,0-8 3 0,3 0-3 16,-3-5-4-16,1-1 6 0,2-1-5 0,-2-3 1 15,3 0-3-15,-4-1 1 0,1-3-1 16,-2 1 2-16,1-1 2 0,1-1 1 0,-1-3 10 16,0 5 10-16,0-5 3 0,-1 5 3 0,1-5 1 15,-3 3-3-15,3-3-1 0,0 0-2 0,0 0-3 0,0 0-23 16,0 0-24-16,0 0-24 0,-5-16-20 0,1 11-29 16,-2-6-30-16,2-1-18 0,0-1-32 0,0-5-28 15,3-2-165-15,-4-6-390 0,5-2 173 16</inkml:trace>
  <inkml:trace contextRef="#ctx0" brushRef="#br0" timeOffset="-73659.11">15092 14265 172 0,'-5'-14'217'0,"2"-2"-10"0,3 4-8 16,0 3-17-1,-2-3-11-15,2 3-16 0,0 1-17 0,0 3-13 0,2 0-16 0,1 0-9 16,2 1-12-16,4-1-11 0,4 2-8 0,2 2-3 15,4 2-2-15,9 4-8 0,-1 3-2 0,2 1-5 16,3 4 1-16,-1 1-6 0,4 2-4 0,-5 2-3 16,2 4-7-16,-5 1-1 0,-4 0-4 0,0 1-3 0,-4 1-4 15,-5-1-1-15,-2-1-3 0,-6-5 0 16,-4 0-4-16,-2 0 0 0,-4 1 4 0,-4-2 5 16,-6 0 4-16,-4 1 2 0,-5 2 3 0,-4-2 3 15,2-6 1-15,-5-1 2 0,2 0 1 0,-2-4 2 16,4 0 3-16,4-2-4 0,-1-1 2 0,3 0-2 0,-1-3-6 15,5 2-3-15,4-2-1 0,1 2-5 0,-1-2 0 16,7 1-3-16,-1-1-4 0,-1 0-2 0,2 2-18 16,1-3 0-1,4 0-8-15,0 0-20 0,9 6-35 0,0-3-42 16,4 1-53-16,9-3-63 0,1-1-211 0,5 0-474 16,-2 0 210-16</inkml:trace>
  <inkml:trace contextRef="#ctx0" brushRef="#br0" timeOffset="-71671.7">16435 14618 31 0,'0'0'115'16,"-6"0"-10"-16,6 0-13 0,0 0-6 0,0 0-15 15,0 0-6-15,-6-2 3 0,6 2-12 0,0 0 6 16,0 0-11-16,0 0 1 0,0 0 3 16,0 0 0-16,0 0-7 0,0 0 1 0,0 0-3 15,0 0 4-15,0 0-14 0,0 0 8 0,0 0 2 0,-7 0-1 16,7 0 7-16,0 0 4 0,0 0-2 0,0 0 1 0,0 0 2 16,-5-2 2-16,5 2 2 0,0 0 2 0,0 0-7 15,0 0 1-15,0 0-11 0,0 0-1 0,0 0-4 16,0 0-5-16,0 0-7 0,20-6-2 0,-1 5-3 15,4-2-8-15,9-1 8 0,4-2-4 0,1 2-16 16,0 1-10-16,17-2-22 0,-18 3-17 0,-1 0-23 16,1-1-28-1,-4 1-38-15,-1 4-27 0,-11-2-118 0,-1 0-302 16,-1 0 134-16</inkml:trace>
  <inkml:trace contextRef="#ctx0" brushRef="#br0" timeOffset="-71455.97">16621 14791 79 0,'-3'1'177'0,"3"-1"-24"16,0 0-11-16,0 0-8 0,9 5-2 0,7-5-2 15,11-2-22-15,10-1-2 0,17-2-12 0,7 1-11 16,1-3-19-16,4-1-39 15,2 2-42-15,22-6-44 0,-26 4-59 0,-8 0-86 16,6-3-221-16,-7-1 99 0</inkml:trace>
  <inkml:trace contextRef="#ctx0" brushRef="#br0" timeOffset="-70586.03">18473 14178 74 0,'-2'-7'159'0,"-1"4"-18"15,1-2-17-15,-1 0-14 0,-1 1-14 0,0-1-14 16,-1 2-1-16,1-1-11 0,-3 2-8 0,0-1-8 0,-2 3-4 0,-1 0-9 16,-4 2-3-16,1 0 3 0,-6 4-14 0,1 1 1 15,-6 3-6-15,5 1 1 0,-4 3-4 0,0 3-8 16,-3 2 3-16,7 2-7 0,-4 2-4 0,6-2 4 16,0 1-1-16,1-1 2 0,2 4 0 0,5-1 4 0,0-1-8 15,2-5-2-15,4 1 11 0,2 1-9 16,3-2 2-16,2-1-1 15,5 0 15-15,3 2 15 0,9 2 5 0,-1-5 2 16,6 0 5-16,1-3 0 0,4-3 1 0,-1-3-7 16,2 0 0-16,0-4 0 0,-1 0-3 0,1-2-1 15,-4-5 3-15,0-1-2 0,0 0-1 0,-9-4 11 16,-1-2 5-16,0-2-5 0,1 0 3 0,1-3-1 16,-4 1-2-16,1-6-2 0,-6 4-7 0,2-6-2 15,0-1 6-15,-7 0-15 0,3-1-3 0,-2-1-4 0,-5-1-1 0,0-1-1 0,-1 0-4 16,-2 0-2-16,-1 0 0 0,0 2-5 0,-5 0 6 15,1 2-2-15,2 5-1 0,-6-4 3 0,2 6 3 16,-1 1 1-16,0-1 1 0,0 9-3 0,0-6-3 16,2 3 2-16,-4 2-3 0,2 0 1 0,-1 2-5 15,0 2-2-15,0 0-3 0,-1 2 0 0,1 2-2 16,0 2-2-16,0-1 0 0,-3 5-1 0,0 0-1 0,-3 2 3 16,-1 5 7-16,2 3 0 0,-3 7 1 15,-3 1 2-15,2 5 6 0,5 4 2 0,-9 10 1 16,4 4 4-16,4 0 1 0,2-1 1 0,4 0 3 15,6 3-3-15,6 3 1 0,5 1 0 0,1-2 0 0,5 3 6 16,7-5-2-16,2 1 1 0,4-1 1 0,0-4-2 16,0-3 0-1,1 1-6-15,-9-13 0 0,0-3-3 0,-1 2-3 16,-4-3-2-16,2-2-3 0,-10-4 1 0,0-3 0 16,-4 1-3-16,0-3 2 0,-3 4-1 0,-7-3 0 15,-3 1 4-15,-11 2 1 0,-5 1-17 0,-6-1-41 0,-3-3-20 0,-14 7-39 0,-2-2-49 16,2-7-87-16,-6 2-259 0,6-6-536 15,11-4 237-15</inkml:trace>
  <inkml:trace contextRef="#ctx0" brushRef="#br0" timeOffset="-7762">19409 14583 216 0,'0'0'215'0,"0"0"-14"15,0 0-14-15,0 0-14 0,0 0-17 0,0 0-10 16,0 0-12-16,-8 0-12 0,8 0-9 0,0 0-8 16,0 0-13-16,0 0-8 0,0 0-8 0,0 0-3 15,0 0-4-15,0 0-6 0,0 0-2 0,0 0-1 16,0 0-2-16,0 0 1 0,0 0-2 0,0 0-4 15,0 0-3-15,0 0-4 0,0 0 2 0,0 0-4 16,0 0 1-16,0 0-5 16,0 0 0-16,0 0-6 0,0 0 8 0,0 0-9 15,0 0-4-15,0 0 12 0,0 0 7 0,0 0-1 16,0 0-3-16,0 0-3 0,24-5-5 0,-5 2-1 16,9 1-3-16,8-1-3 0,1-3-4 0,18-1-4 15,-5 4 21-15,6-1-3 0,-1-3-3 0,-15 4-1 0,1 2-6 0,-4-2-3 16,-3 2-4-16,-2 0-3 0,-13 0 2 0,-1-3 0 15,-5 4-2-15,-1-3-7 0,-6 3 0 0,0 0-1 16,2 0 6-16,-8 0-11 0,9 0-1 0,-9 0-11 16,0 0-6-16,4 0-19 0,-4 0-16 0,0 0-15 15,0 0-22-15,-22 3-15 0,13-3-23 16,0 0-19-16,0 0-24 0,-2 0-10 0,4 0-22 0,1 0-19 16,-3 0-191-16,9 0-440 0,-9-3 195 0</inkml:trace>
  <inkml:trace contextRef="#ctx0" brushRef="#br0" timeOffset="-7423.54">19985 14334 56 0,'-1'-4'276'0,"-1"-1"-4"16,1 3-9-16,0-3-15 16,1 5-18-16,0-6-23 0,0 6-21 0,0-5-20 15,0 5-20-15,0-3-15 0,0 3-20 0,0 0-15 0,0 0-9 0,0 0-13 0,0 0-6 16,0 0-10-16,10 9-1 0,-4-2-10 0,3 2 1 15,3 3-7-15,2-1-1 0,3 4-2 0,4 0 0 16,2-1-5-16,3 1 1 0,-1 2-3 0,1 0 1 16,-3-1-7-16,0-3 0 15,-8-3-2-15,-1 1-1 0,-2 2-5 0,0-3-5 0,-5-2-5 16,-2 2 0-16,-1-1-3 0,-2 1-4 0,-4 0 10 16,-1 0-11-16,-3 2 3 0,-2-2 3 0,-2 0-1 15,-4-1-3-15,0 1 4 0,-2-2-1 0,6 0 1 16,-4 0-18-16,4-3-7 0,-3 2-12 0,3-3-18 15,-2-1-23-15,6 2-24 0,-2-3-28 0,5-2-14 16,3 0-39 0,0 0-52-16,0 0-159 0,0 0-422 0,13-7 186 15</inkml:trace>
  <inkml:trace contextRef="#ctx0" brushRef="#br0" timeOffset="-6884.6">20725 14254 126 0,'0'0'210'0,"-6"-1"-10"16,6 1-24-16,0 0-13 0,0 0-16 0,0 0-18 15,0 0-11-15,0 0-18 0,0 0-3 0,0 0-11 16,0 0-3-16,13 9 4 0,-2-4-3 0,1-2-1 0,6 2-1 16,0 2 2-16,2 0 0 0,6 1-6 0,-4-1-7 15,-2 0-6-15,0-2-8 0,-1 5-7 0,-2-2-4 16,-4 3-5 0,2-4-5-16,-3 3-7 0,-5-1-2 0,0 3-3 15,-2-4 2-15,-1 5-4 0,-7 0-1 0,0-2-3 0,-5 5 0 0,-5-1 0 16,-5 6-4-16,-1-1-2 0,-3-4 0 0,-2 2-3 15,3-2-3-15,-4-1 5 0,7-5-3 0,-1 1 1 16,2-2-2-16,1-2-3 0,4-2 2 0,2 1-3 16,1-3-2-16,2 0 2 0,1 1 3 0,3-2 2 15,-1 1 13-15,-1-2 6 0,5-1 10 16,0 0-1-16,0 0 0 0,14 1-3 0,-1-1 0 0,6-1-6 16,1 2-2-16,8-5-2 0,-2 2-3 0,3-1 0 15,2 0-3-15,-3-1 0 0,1 2 8 0,2 1-1 16,-12-1 4-16,4 0 5 0,-10-1 1 0,-1 0 13 15,-1 2 5-15,-3-2 8 0,-2 2-3 0,2 0-1 16,-5-2 0-16,-3 3-13 16,9-2 5-16,-6 1-15 0,-3 1-5 0,5-2-17 15,-5 2-25-15,3-3-21 0,-3 3-47 16,0 0-26-16,-7-6-26 0,2 3-28 0,0 1-26 16,-1-1-23-16,-2 2-32 0,3-4-214 0,-3-1-493 15,3 1 219-15</inkml:trace>
  <inkml:trace contextRef="#ctx0" brushRef="#br0" timeOffset="-6460.22">20929 14028 65 0,'-17'-4'166'0,"-3"1"-15"16,1 3-10-16,-3 1-11 0,-5 3-20 0,-1 3-7 16,1 7-14-16,-1-4-6 0,0 8-14 0,0 5 5 0,1 1-6 15,-7 10 0-15,2 2 5 0,1 3 7 0,2-1-4 16,9-7-4 0,-6 12 3-16,9-10-6 0,4 2-4 0,1-2-1 15,3 1-1-15,3 11 17 0,4-11 6 0,4 0 13 0,6-2 10 0,5-4 10 16,6 3 11-16,5-6 0 0,7-1 1 0,16-1-2 0,1-2-13 15,7-6-3-15,3-5-12 0,5-1-3 0,1-6-13 16,-2-3 5-16,5 0 0 0,-6-7 6 0,-4-1 11 16,-6-3 8-16,-16-1 6 0,0-3-4 15,-7-5 5 1,-1-1 2-16,-4-4-12 0,-7-2-10 0,-3-2-4 0,-5-1-19 0,-8-2-22 0,-4-2-12 16,-6 1-23-16,-8-11-4 0,-2 14-30 0,-10-8-33 15,3 10-35-15,-14-5-42 0,-2 7-36 16,-8 4-48-16,-4 4-58 0,-4 3-80 0,-5 5-284 0,0 1-679 15,4-2 300-15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8:24:38.81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2090 2034 1 0,'0'0'128'0,"5"-3"-12"0,-5 3 1 15,0 0 5-15,4-2-14 0,-4 2 2 0,1-5 0 16,1 2 4-16,-1-1 9 0,-1 1-2 0,1-1 4 16,-1 4 33-16,0-7-1 15,1 4-1-15,-2-4 0 0,2 4-2 0,-1-2 0 0,0-1-2 0,0 0 0 0,0 2-2 16,0-2 0-16,0 0-6 0,-1 2-2 0,1 4-6 15,1-8-1-15,-1 8-23 0,0-8-3 0,0 8-8 16,-1-3-21-16,1 3-13 0,-1-3-27 0,1 3-24 16,0 0-24-16,0 0-2 0,0 0 8 0,1 22-6 15,-3-2 2-15,-1 9-2 0,-1 0 3 0,-4 17 4 16,3-8 4-16,-1 6 0 16,-2 3 0-16,3-1-16 0,0-10 10 0,2 10 1 15,1-13-3-15,-1 2 10 0,0-2 0 0,0-4-5 16,3 3 6-16,-2-6-1 0,0-6-1 0,0-2-2 15,2-5 0-15,0 2 7 0,-2-2-2 0,2-5-6 16,0 3 1-16,0-5-2 0,0-2 1 0,-1 2 0 16,1-6 2-16,-1 7 1 0,1-7 2 0,1 5-4 15,-1-5 14-15,0 0-5 0,0 0 2 0,0 0-21 0,0 0-61 16,0 0-50-16,0 0-63 0,0-23-53 0,1 12-88 16,-1-5-182-16,2-11-545 0,2 2 242 0</inkml:trace>
  <inkml:trace contextRef="#ctx0" brushRef="#br0" timeOffset="331.75">2090 1956 112 0,'-3'-2'288'0,"3"2"-18"0,-5-3-25 0,5 3-18 15,-2-2-22-15,2 2-23 0,0 0-16 0,-6-3-20 0,6 3-14 0,0 0-13 16,-4-2-18-16,4 2-8 0,0 0-11 0,0 0-15 16,0 0 1-1,0 0-11-15,0 0-6 0,0 0 1 0,0 0-10 16,0 0-5-16,0 0 1 0,0 0-3 0,0 0 4 0,20 5-6 0,-10-6 8 0,12-1-2 16,6 0-1-1,0-1-5-15,8-3 2 0,16 2 6 0,-2-2-8 16,-9 0 1-16,-4 2-2 0,2-1-2 0,-5 2-3 15,-5-1-5-15,2 2 0 0,-11-1-13 16,1 1 7-16,-8 2 1 0,-3 0-26 0,-1 0-27 16,-1 0-23-16,-3 0-20 0,-4 5-7 0,2-4-21 15,-3-1-10-15,-7 16-41 0,-2-7-41 0,-5 3-219 16,0 0-452-16,-4-2 199 0</inkml:trace>
  <inkml:trace contextRef="#ctx0" brushRef="#br0" timeOffset="701.47">2105 2720 235 0,'0'0'238'0,"-3"3"-2"0,3-3-5 15,-6 1-7-15,6-1-12 0,-1 3-19 0,1-3-10 0,0 0-14 0,0 0-17 0,0 0-12 32,0 0-12-32,27-6-14 0,1 0-13 0,0-2-10 15,4 0-5-15,7 1-3 0,12-4-4 0,-3 2-4 0,-11 1-10 0,2 3-5 0,-5-3-4 16,-3 3-7-16,-4-2-13 0,-6 4 5 0,-4 1-14 15,-3-2 5-15,-4 1 1 0,-1 2-4 0,0 1-7 16,-4-1-19-16,-1 0-20 0,-4 1-10 0,0 0-13 16,0 0-18-16,0 0-24 0,-15 6-33 0,-2-5-34 15,-2 5-29-15,-1-4-31 0,-1 2-216 0,-1-3-461 16,6 1 205-16</inkml:trace>
  <inkml:trace contextRef="#ctx0" brushRef="#br0" timeOffset="1086.8">2113 2438 247 0,'-9'0'291'0,"9"0"-21"0,-5-1-16 0,5 1-21 16,0 0-16-16,-8 1-12 0,8-1-10 0,0 0-15 16,0 0-20-16,0 0-11 0,0 0-8 0,0 0-21 15,0 0-6-15,0 0-9 0,27-3-10 0,-4-1-11 0,8-3-7 0,-1 3-7 16,7-5-8-16,13 2-4 0,-13 1-3 0,-2 0-7 31,-2 0-3-31,-2 1-3 0,-2 1-9 0,-8-1-2 0,-3 1-2 16,-5 1-2-16,0 1-1 0,-5 2-6 0,2-3 2 15,-2 3-1-15,-3-1-5 0,-5 1 7 0,9-1-7 16,-9 1-9-16,9-2-9 0,-9 2-20 0,5 0-12 16,-5 0-16-16,0 0-13 0,0 0-19 0,0 0-37 15,-14 9-30-15,9-5-35 0,-2 0-42 0,5 0-53 16,-5-1-151-16,7-3-465 0,-7 4 205 0</inkml:trace>
  <inkml:trace contextRef="#ctx0" brushRef="#br0" timeOffset="1740.94">3166 2307 212 0,'10'-4'418'0,"-10"4"-29"0,4-3-36 16,-4 3-36-16,0 0-39 0,0 0-33 0,0 0-22 15,0 0-31-15,0 0-31 0,0 0-24 0,0 0-24 16,5 9-23-16,-5-4-14 0,-4 3-2 0,-3 6-9 16,-1 1 0-16,-4 3-9 0,-3 4-3 0,2 5 3 15,-1-7-3-15,-2 5-11 0,3-1-8 0,-2-1 1 16,2-3 1-16,0-2-15 0,4-1-16 0,0-1-12 16,-2 1-17-16,-1-6-13 0,3 0-18 0,0-1-24 0,2-2-12 0,0 0-18 15,2-3 0-15,0-2 7 0,-1-2-26 0,6-1-17 16,0 0-16-16,0 0 7 0,-16-9 3 0,11 1 17 15,-1-3 15-15,3 1 3 0,2-7 23 16,0-2 29-16,-1 2 23 0,0-10 30 0,2 0 28 16,0 4 31-16,1-2 20 0,-1 5 27 0,1 1 27 15,1 2 27-15,-2 0 22 0,0 5 25 0,2-1 30 0,-2 2 8 0,3 2 9 16,-2 1 5-16,-1 2-15 0,0 0-25 0,1 1-25 31,2 0-19-31,-3 5-21 0,0-7-22 0,0 7-20 0,1-4-26 0,-1 4-10 16,0 0-8-16,10 16-7 0,-2-6-8 0,1 5-6 15,6 8-6-15,-1-1-15 0,7 2 12 0,-2 0 5 16,-2 1-9-16,0 0-3 0,1-2 1 16,0 2-1-16,4-1-1 0,-3-3-3 0,0 0 0 15,0-3-10-15,-7-3 13 0,-2-3-6 0,0-3-4 16,-2-1-7-16,0-1 11 0,-3 0 1 0,0-2-2 16,-1 0-2-16,-2 0-2 0,2-3 1 0,0 2 5 15,-4-4-8-15,5 4 8 0,-5-4 0 0,3 3-5 16,-3-3 3-16,0 0 2 0,5 2-4 0,-5-2 7 15,0 0-6-15,0 0 4 0,0 0-4 0,0 0 2 0,4 4-6 0,-4-4 1 16,0 0 1-16,0 0 1 0,0 0-4 0,0 0 2 16,0 0-16-16,0 0-18 0,0 0-22 0,0 0-16 15,0 0-23-15,0 0-24 0,5 4-23 0,-5-4-33 16,0 0-29-16,0 0-40 0,0 0-32 0,0 0-54 31,0 0-55-31,0 0-237 0,0 0-665 0,0 0 294 0</inkml:trace>
  <inkml:trace contextRef="#ctx0" brushRef="#br0" timeOffset="2173.1">3709 2475 312 0,'-2'-5'371'0,"-2"-1"-21"16,1 2-23-16,-2 1-25 0,1-3-24 0,-1 4-28 15,-4-4-22-15,3 4-24 0,-6 2-22 0,-1 0-20 16,2 1-20-16,-7 6-13 0,-1-1-21 0,2 3-6 16,-7 3-9-16,6-1-12 0,-4 4-9 0,-2 1-6 15,4 1-4-15,4-3-8 16,1 1-7-16,1-3-10 0,2 2 2 0,2-3-3 16,5-2-10-16,-3 1-18 0,3-3-2 15,0-3-5-15,3 2 3 0,-1-1 0 0,1-1 1 0,2-4 18 0,0 0 17 16,-3 5 26-16,3-5-1 0,0 0 3 0,0 0-9 15,19-8 0-15,-9 2 5 0,-1-1 7 0,4-2-3 16,0-3-1-16,-3 1 1 0,4-2-5 0,-1-1-2 16,1 0-2-16,-2 4-2 0,-4 2 2 0,0-1-2 15,-2 2-4-15,0 3 0 0,-1 0-12 0,0 2-6 16,-1-1-2-16,-4 3-9 0,6-5-7 0,-6 5-9 16,6-2-9-16,-6 2-9 0,0 0 4 0,0 0-5 15,14 10-1-15,-7-6 2 0,-1 5 1 0,3 0-4 16,0 0-21-16,3 2-25 0,1 2-31 0,3-5-24 15,1 4-31-15,-1-1-40 0,2-3-46 0,3-1-54 0,-5-2-88 16,-3-3-267-16,2-2-693 0,-2 0 307 0</inkml:trace>
  <inkml:trace contextRef="#ctx0" brushRef="#br0" timeOffset="2805.64">3857 2470 99 0,'0'0'404'0,"0"0"-18"16,0 0 0-16,0 0-27 0,0 0-21 0,0 0-30 0,3-7-35 0,-3 7-25 15,0 0-31-15,0 0-26 0,0 0-27 0,0 0-21 16,0 0-30-16,0 0-3 0,0 0-21 0,0 0-4 15,5 21-4-15,-4-12-12 0,2 1-5 16,-3 1-6-16,2 2-9 0,-2-1-6 0,0 5-4 16,0-3 3-16,0-3-2 0,3-1-9 0,-3 2-7 15,0-6-3-15,0 2-15 16,0-3-1-16,1 2 3 0,-1-5-3 0,0-2 16 16,0 8 11-16,0-8 24 0,0 5 28 0,0-5 14 15,0 0-16-15,0 0-5 0,0 0-5 0,18-18-12 0,-8 9-2 0,-2-1-7 16,1-4-1-16,-1 4-8 0,3-4 1 0,1-1-10 15,-1 2-2-15,-5 3-4 0,1 4-1 0,-2-1 0 16,0 2-9-16,-2 1-1 0,2 0-6 16,-2 0-6-16,-3 4-3 0,3-3-2 0,-3 3-8 15,0 0-8-15,0 0-2 0,22 7 6 0,-16-2-5 16,1 2 1-16,-1 2 7 0,-1-1-2 0,2 2 2 16,0 1-14-16,-3 2 19 0,-1-5-3 0,3 3 3 15,-2 0 0-15,-2-4-13 0,2-2 1 0,0 2-3 16,0-3 12-16,-3 0-9 0,0 0 14 0,-1-4 3 15,4 5 24-15,-4-5 17 0,0 0 13 0,8 0-8 0,-8 0-9 0,10-7-2 16,-5 2-4-16,2-1-2 0,-1-3-3 0,3 0-11 16,1-4 6-16,0-2-3 0,2 0-4 0,-2 2-2 15,3 1-3-15,-3-3 0 0,0 3-9 0,-2 3 7 16,-1 2-3-16,-4 1-4 0,4 1 2 0,-2 0-8 31,-1 3-4-31,1-3-10 0,-5 5-6 0,6 0-4 0,-6 0-1 16,14 3-8-16,-7 1 3 0,3 1-8 0,-3 0-4 15,5 3-18-15,-3-1-19 0,1 0-28 0,-1 0-30 16,6 3-27-16,1 0-24 0,-7-3-26 0,2 0-19 16,-1-2-18-16,1 0-24 0,0-3-62 0,-5 1-206 15,2-3-595-15,-8 0 263 0</inkml:trace>
  <inkml:trace contextRef="#ctx0" brushRef="#br0" timeOffset="3106.15">4450 2447 15 0,'-4'-15'209'0,"3"-6"11"0,0-4-3 16,-2-2 6-16,6-1 2 0,-1 2 0 0,-3-3 12 15,5 10 8-15,-3-1 8 0,2 8 20 0,-3 0-2 16,1 1-13-16,0 2-25 0,-1 2-29 0,2 5-24 16,-2 2-20-16,1-8-33 0,-1 8-37 0,0 0-13 15,0 0-10-15,0 0-8 16,2 27-5-16,-2-7-14 0,3 8 0 0,-2 4 7 16,-3 2-9-16,2 12 3 0,-3 0-7 0,-1 2-10 15,4 0 13-15,-2-14-17 0,0 0-5 0,1 0 4 0,0-4 1 0,2-3-4 16,0-2 2-16,-1-7 2 0,3 0-4 0,-3 0-1 15,1-6 2-15,-1 0-3 0,2-3-2 0,-2-1-6 16,1-3-2-16,-1 2-5 0,0-7 7 16,1 7-9-16,-1-7 2 0,0 0 6 0,0 7 0 15,0-7 1-15,0 0-32 0,0 0-59 0,0 0-57 16,0 0-54-16,3-19-39 0,-2 8-66 0,2-2-311 16,0-6-662-16,7-9 294 0</inkml:trace>
  <inkml:trace contextRef="#ctx0" brushRef="#br0" timeOffset="3676.1">4563 2389 137 0,'-4'-4'302'0,"0"-1"-7"16,3 0-3-16,-3 0-20 0,4 5-19 0,-4-7-29 15,3 4-26-15,1 3-17 0,-3-5-17 16,3 5-29-16,0 0-9 0,0 0-17 0,0 0-19 16,0 0 6-1,18 8-10-15,-5-3-14 0,4 2-17 0,3-1 9 0,0 2-8 16,6 1-6-16,2-1-5 0,-9 0-2 0,0-1-5 15,-1 4-9-15,0-5-1 0,-5 2-11 0,-4-1-5 16,1-2-11-16,-1 4-15 0,-2-2 7 16,-5 0 1-16,-3 1 1 0,-3 1 2 0,-3 2 3 15,-4-2-5-15,-4 3-8 0,-2-3 14 0,-1 0 0 0,-1-2 1 16,-2 2 2-16,-3 0 0 0,4-1-2 0,-1-1 0 16,3-3 3-16,6 2-4 0,-1-2 3 0,4-1-11 0,2-1 11 15,-1-1 3-15,3 1-8 0,1 1 2 0,4-3 3 16,-8 0-8-16,8 0-8 0,0 0-8 0,21-6 0 15,-4 2-8-15,11-6-5 0,2 5-13 0,1-7-18 16,-1 0-4-16,2 1 1 0,0-5 4 0,-1-1 11 16,-1-1 1-16,0 0 7 0,-1-4-2 0,-5-2 11 15,-1 2 1 1,-5-5 15-16,0-2 16 0,-5 3 23 0,1-3 19 16,-5 0 27-16,-3 4 26 0,-3-1 24 0,1 7 7 0,-2 1 32 0,-2 1 9 15,-2 5 9-15,4 1 10 0,-4 1 4 0,2 1 1 0,0 0-4 16,0 2-14-16,0 0-20 0,0 7-19 0,0-7-23 15,0 7-14-15,0-5-33 0,0 5-43 0,0 0-34 16,0 0 3-16,0 0 0 0,-4 22 1 16,1-3 1-16,-3 6-3 0,2 8 13 0,-2 1-1 15,-3 13-3-15,5 3 2 0,-1-6 0 0,1-9-3 16,4 0 8-16,0-4 1 0,0-2 0 0,3 0-8 16,-2-3 7-16,0-8 4 0,2-1-3 0,-2-3 1 15,-1-3 0-15,3-3-2 0,-3 0-3 0,1-3 0 16,-1 2 0-16,0-2-6 0,0-5-4 0,3 7-8 15,-3-7-13 1,0 0-13-16,0 5-22 0,0-5-35 0,0 0-77 16,0 0-84-16,16-10-94 0,-8 4-311 0,1-2-722 15,2 1 319-15</inkml:trace>
  <inkml:trace contextRef="#ctx0" brushRef="#br0" timeOffset="4123.76">5171 2576 199 0,'0'0'229'0,"-3"4"12"0,3-4 2 16,0 0-8-16,0 0-6 0,0 0-6 0,0 0-3 15,0 0-12-15,0 0-11 0,0 0-17 0,22-6-19 16,-8 2-11-16,7-2-19 0,-1 1-4 0,8-3 1 0,-1-2-4 0,-1-1-7 16,-1 0-3-16,-1 1 2 0,-6-1-6 0,0 1 1 15,0-3-8-15,-4 0 2 0,-1 0-7 0,-2-1 3 16,0-1 1-16,-5 2-3 0,-2 3 0 0,0-1-4 15,-4 0-6-15,0 0-8 0,-4 2-10 0,-1 0-7 16,-5 2-14-16,-2-1-12 0,-8 4 0 0,-1 2-5 16,-7 2-4-16,-3 4-10 0,-1 1-1 15,4 7-2-15,0 0 1 16,4 0-8-16,2 4-5 0,4 4 1 0,2-2-1 16,3 7-1-16,4-7-4 0,5 7 4 0,5 0-2 15,8-1-1-15,4-1 4 0,6 0 9 0,3-3-2 0,9-5 6 0,3 1 10 16,17 1 1-16,3-4 3 0,1-1-1 0,-3-3 4 15,2-2 9-15,2-4-2 0,-2 2 11 0,-16-3-8 16,-5-1 13-16,-4 1 11 0,-12 0 12 0,-4-2 9 16,1 0 16-16,-6 0 3 0,-8 0 7 0,10 2-2 15,-10-2-6-15,0 0-17 0,17-2 1 16,-17 2-25-16,0 0-21 0,6 0-39 0,-6 0-47 16,0 0-49-16,0 0-77 0,0 0-89 0,0 0-93 15,0 0-92-15,-37 2-453 0,24-5-967 0,3 0 429 16</inkml:trace>
  <inkml:trace contextRef="#ctx0" brushRef="#br0" timeOffset="5002.09">1956 3339 47 0,'0'0'205'0,"-4"-2"-10"16,4 2-17-16,0 0-7 0,0 0-16 0,0 0-9 16,0 0-24-16,-5-2-6 0,5 2-11 0,0 0-13 15,0 0-5-15,0 0-10 0,0 0-10 0,0 0-9 16,0 0-7-16,0 0-8 0,0 0-2 0,0 0-4 16,0 0-6-16,0 0-1 0,0 0-4 0,0 0-6 15,0 0-1-15,0 0-7 0,0 0 2 0,0 0 0 0,0 0-4 16,0 0-1-16,0 0 4 0,0 0 3 0,0 0 7 15,9 9 11-15,1-8 11 0,9 1 7 0,2-2 4 16,13-4 5-16,21-1 6 0,4-2 8 0,45-7 13 0,12 6 10 16,10-7 0-16,16 2 2 0,5 0-3 0,17 0-8 15,5-1-7-15,9-1-6 0,1-1-5 16,-1 3-12-16,-8-3-3 0,-7-1-5 0,-3 1-1 16,-12 3-12-16,-7-1 3 0,-9 2 2 0,-11-3 9 0,-10 1-4 0,-6 1 8 15,-11 3-9-15,-29-2 4 0,-6 5 5 0,-4-4-1 16,-18 4 15-16,-4-1 14 0,-11 5 35 0,-9 0 36 15,1 0 39-15,-4-2 14 0,0 1 6 0,-2 4-8 16,-2-2-3-16,-6 2-29 0,9-3-18 0,-9 3-19 16,8 0-19-16,-8 0-25 0,5-1-20 0,-5 1-18 15,5-1-20-15,-5 1-21 16,0 0-30-16,0 0-49 0,0 0-50 16,0 0-47-16,0 0-46 0,9 5-36 0,-9-5-44 0,0 0-44 0,0 0-63 15,4 4-373-15,-4-4-831 0,0 0 367 0</inkml:trace>
  <inkml:trace contextRef="#ctx0" brushRef="#br0" timeOffset="5526.35">6307 2256 464 0,'-1'-3'477'0,"2"-3"-5"0,-2 0-25 16,1 0-31-16,-3 1-31 0,3-1-30 0,0 1-34 15,0 5-33-15,0-5-31 0,0 5-33 0,3-4-56 16,-3 4-64-16,0 0-75 0,2-2-86 0,-2 2-86 15,10 2-73-15,-4 1-84 0,0 2-316 0,-1 4-666 16,0 3 295-16</inkml:trace>
  <inkml:trace contextRef="#ctx0" brushRef="#br0" timeOffset="5680.11">6321 2689 2145 0,'-4'16'176'0,"-1"-5"-90"0,5-2-25 0,-4-2 13 15,4-1 10-15,-1-1 24 0,1 2 7 16,-1-4 5-16,-2 1-3 0,3-4-3 0,0 5-7 15,0-5-10-15,0 5-14 16,0-5-35-16,9-1-47 0,-1 1-67 0,4-6-79 16,3 5-139-16,1-3-224 0,1-1-548 0,2-3 243 15</inkml:trace>
  <inkml:trace contextRef="#ctx0" brushRef="#br0" timeOffset="5971.98">6736 2600 2657 0,'-6'3'288'15,"1"1"-77"-15,-3-3-55 0,3 4 0 0,0-4 5 16,2 2-43-16,3-3-13 0,-4 2-30 16,4-2 21-16,0 0-7 15,0 0-6-15,0 0-2 0,21 1-15 0,2-4-1 16,6-1-7-16,8-2-5 0,4 4-8 0,9-3-2 15,1 3-1-15,-12-4 2 0,0 2-9 0,-2 1-4 16,-5-4 2-16,-4 3-1 0,-7 3-4 0,-3-1-1 16,-7 1-3-16,1 0 1 0,-6 0-5 0,0-2-1 15,1 2-1-15,-7 1-7 0,9-1-34 0,-9 1-49 16,5 0-57-16,-5 0-94 0,0 0-96 0,0 0-387 0,0 0-763 0,-27-6 338 16</inkml:trace>
  <inkml:trace contextRef="#ctx0" brushRef="#br0" timeOffset="12608.37">9789 2081 117 0,'0'0'169'0,"0"0"-12"0,0 0-9 16,0 0-10-16,4-4-14 0,-4 4-9 0,0 0-7 15,0 0-6-15,0 0-15 0,0 0-1 0,0 0-15 16,0 0-8-16,0 0-12 0,0 0-10 0,0 0-2 16,-17 9-5-16,8-3-2 0,-7 4-4 0,-4 1-2 15,-4 2 0-15,-1 3-6 0,-1-3-4 0,-1 6 2 16,0-4-4-16,3 5 4 0,-3-2-2 0,0 2-2 16,3-2-10-16,-1 2 7 0,4 0-2 0,6-8-8 15,3 2 5-15,0 1-4 0,3-1-2 0,2-4 9 0,2 1-12 0,0 2 6 16,4-1-3-16,0 1 4 0,4-4-3 15,6 5-1-15,4 1 6 0,6 2 0 0,7-3-1 16,4-1 1-16,5 1 0 0,2-2 0 0,14 3 0 16,-15-3-4-16,2 3 3 0,-5-4-2 0,2 1 7 0,-3 1-3 15,-7-1-7-15,-5-2 5 0,-4 1-2 0,-2-1 0 16,-5 0-2 0,-4-3 2-16,-3 3 4 0,-5 0-4 0,-6-1-3 15,-5 3 9-15,-12 2-7 0,-3 1 10 0,-8-5-1 0,-3 2 5 0,-7 1 5 16,9-6 7-16,-1 2 6 0,-10 1 4 0,9-3 1 15,2-1 5-15,2-2 0 0,0 1 4 0,3-1 2 16,1-1-1-16,4-1-1 0,11 1-4 0,2-2-1 16,3-1-6-16,5 1-1 0,-1-1-7 15,2-1-12-15,6 1-13 0,-9 1-11 0,9-1-18 0,0 0-12 16,0 0-33-16,0 0-32 0,29-5-50 16,-9 1-59-16,1-1-143 0,7-3-382 0,-1 3 170 15</inkml:trace>
  <inkml:trace contextRef="#ctx0" brushRef="#br0" timeOffset="13078">10248 2544 176 0,'0'0'211'0,"0"0"-21"0,0 0-23 15,0 0-13-15,0 0-21 0,0 0-6 0,0 0-23 16,-16 8-4-16,10-5-15 0,1 2-9 0,-5 3-3 16,1-3-14-16,-4 7-3 0,3-5-5 0,-2 3-9 15,-2 2-5-15,4 0-5 0,2-1 2 0,-1 0-5 0,-5 4-6 16,9-5 0-16,-3 1-3 0,3-1-2 0,-1-1 0 15,3 1 0-15,3-2 7 0,-1 3-3 0,5-5 0 0,-1 3 1 16,5-3 0-16,1-1 7 0,4 1-5 16,6-3 0-16,3-1-1 0,5-2-2 0,3-2-3 15,0 1 2-15,-1-6-5 0,-3 3 0 0,-6-1-2 16,-1-3-1-16,-3 3-1 16,0-5 24-16,0 3 14 0,-2-4 8 0,-9 1-7 15,3 0-1-15,-4-2-7 0,-3 2-3 0,0-2 0 0,-3-1-6 0,-5-3 8 16,2 6-9-16,0-1-2 0,-5-4-4 0,-3 6-2 15,0-1-10-15,-1 3-8 0,1 3-15 16,-2 3-10-16,1-2-18 0,0 3-17 0,-3 0-19 0,3 3-37 16,4-2-25-16,0 3-47 0,1 1-38 15,4-3-141-15,1 0-390 0,4-2 172 0</inkml:trace>
  <inkml:trace contextRef="#ctx0" brushRef="#br0" timeOffset="13486.6">10591 2780 149 0,'0'0'248'0,"-1"4"-12"0,1-4-18 0,0 0-19 0,0 0-27 0,0 0-17 0,13-2-12 16,-13 2-18-16,15-6-9 0,-2 0-12 15,4-4-12-15,-2 5-5 0,2-7-5 0,1 4 2 16,-1-6-2-16,1 0 5 0,2-4 3 0,1-2 5 16,-1-1 1-16,-3-3-3 0,1-1-6 0,-4-4-3 15,0-2-11-15,-5 0 1 0,1-2 8 0,-1-4-11 16,-1-10 1-16,-3 16 9 0,-4-2 13 16,-1 3-7-16,-2 1 7 0,-2 0 2 0,0 10 13 0,-1 1-4 15,-3 4-9-15,2 0-10 16,-3 0-13-16,3 5 1 0,-6 3-36 15,3-1-6-15,-5 7-12 0,4 0-8 0,-8 5-10 16,-2 5-2-16,-1 6 0 0,-3 6 2 0,3 2-7 16,-8 14-6-16,3 6-1 0,2 1-22 0,5 4-2 15,5-2-12-15,5 2-8 0,6-13-3 0,10 0 11 16,2-4-3-16,5 1-2 0,4-4 0 0,9-2-4 16,-2-5-10-16,6-3-27 0,1-2-28 0,1-3-60 0,3-4-59 0,-3-3-287 15,-1-4-572-15,4-3 253 0</inkml:trace>
  <inkml:trace contextRef="#ctx0" brushRef="#br0" timeOffset="13942.27">11036 2598 186 0,'0'0'323'0,"0"0"-22"0,0 0-27 16,0 0-27-16,0 0-25 16,-4-5-24-16,4 5-14 0,0 0-29 0,0 0-12 15,0 0-20-15,0 0-14 0,0 0-19 0,9 14-4 16,-6-8-10-16,2 2-9 0,0 1-5 16,-1 3-5-16,5 2 3 0,-4 0-16 0,0 2 0 15,3 1-7-15,-3 0-1 0,1-2-7 0,-1 0 2 0,-1-6-5 0,1 3-4 16,-2 1 0-16,1-4-2 0,0-2 1 0,-2-2-7 15,-1 3 2-15,3-4-2 0,-1 0 11 0,-3-4 51 16,2 6 48-16,-1-6 46 0,-1 0 52 0,2 4 39 16,-2-4 34-16,0 0-9 0,0 0-33 0,4-8-25 15,-1-2-24-15,3 1-19 0,-1-3-18 0,4-4-23 16,-2-3-12 0,6-6-10-16,-3-2-17 0,3 2-11 0,1-2-13 15,-4 1-11-15,2 4-5 0,-2 5-8 0,-2 0-9 16,-2 2-13-16,-2 7-15 0,1-1-19 0,0 2-29 15,-2 2-35-15,-1 1-37 0,1 0-51 0,-2 2-66 16,3-1-42-16,-4 3-27 0,13 0-26 0,-4 4-27 0,-2 0-43 16,4 0-45-16,-3 1-281 0,3 1-766 15,-2 1 338-15</inkml:trace>
  <inkml:trace contextRef="#ctx0" brushRef="#br0" timeOffset="14358.57">11473 2752 205 0,'0'0'287'0,"0"3"6"16,0-3-10-16,0 3 15 0,0-3-31 0,0 0-19 16,0 0-24-16,8 0-29 0,-8 0-6 0,14-5-28 15,-1 2-19-15,3-6-15 0,0 5-8 0,4-8-15 16,-1 7-6-16,6-10-14 0,-4 7-3 0,2-8-7 16,4 4-1-16,-12 1-2 0,3-3-6 0,-2 0 2 15,-2 0-10-15,-2-1 13 0,2-1-19 0,-3 1 9 16,-5 4 6-16,-1 0 9 0,-2 2 5 0,-1 0-9 15,-2 1-7-15,-1 1-4 0,-1 2-7 0,-2 3-16 16,4 2-3 0,-18-2-11-16,4 5-2 0,-4 1-5 0,-1 6-4 15,-7 3-1-15,3 2-6 0,3 3 3 0,-1 0-3 16,2 2 4-16,8-3-10 0,-1 5 1 0,2-5-11 0,6 2-4 16,3 0 6-16,5 0-2 0,1-2 13 0,6-1 0 0,2-2 1 0,3-4-3 15,11 5 6-15,-1-4 6 0,2-4-2 0,4-3 2 16,5-1 10-16,-4-3 2 0,0 1 0 15,2-1 0-15,-7 2 0 0,-10-2 1 0,1 0-8 16,-5 0 0-16,-5 0 0 0,0 0 2 0,-1 0 2 16,-2 0-6-16,1-2 0 0,-7 2-3 0,7 0 2 15,-7 0-24-15,0 0-26 0,8 0-34 0,-8 0-42 16,0 0-40-16,0 0-50 0,0 0-82 0,0 0-93 16,0 0-238-16,0 0-667 0,0 0 295 0</inkml:trace>
  <inkml:trace contextRef="#ctx0" brushRef="#br0" timeOffset="16199.64">13676 2455 68 0,'4'-4'131'0,"-3"2"-2"0,3-1-15 0,2 0-7 16,0 2-12-16,-6 1-5 0,14 1-11 0,-8 2-14 16,6 1-9-16,-1 1 1 0,-1 3 0 0,2 4-5 0,2 1 6 0,-4 4-8 15,5 5-5-15,-4 3-5 0,0-1 1 0,-2 5-3 16,-4 0-5-16,2 0 1 0,-4 0 5 15,0 0-5-15,-2 0-4 0,-2-2 3 0,1 1 5 16,-6-3-4-16,-1 0 2 0,3 0 1 0,-1-7 7 16,-2 1-7-16,1-2 3 0,1-7-5 0,0 4 3 15,1-5 5-15,-2-1 1 0,2 1 4 0,0-4 10 16,2 0 14-16,-2 0 14 0,3-1 28 0,1-4 21 16,0 0 28-16,-4 6 33 0,4-6-12 0,0 0-17 15,0 0-10-15,0 0-17 16,0-21-14-16,2 10-12 0,3-6-15 0,3-1-5 15,4-7-14-15,0-1-10 0,5-2-7 0,-2-3-8 16,7 2 0-16,-4-2-10 0,9-11-9 16,-8 11-2-16,0 0 0 0,-3 1-14 0,0 0 17 15,-2 5-21-15,-1-1 11 0,-2 4-1 0,-2 6 0 16,1 0 13-16,-2 4 2 0,-4 1-3 0,1 1 13 0,-3 0 5 16,0 5-8-16,3 1 4 0,-5 0-6 0,4-2-11 0,-3 3-7 15,-1 3-12-15,0-3-20 0,0 3-27 0,0 0-34 16,0 0 2-16,0 0 1 0,0 0 6 0,-6 20 22 15,-2-4-9-15,0 7 1 0,-1 2 2 0,-2 2 9 16,2 0 2-16,-5 5 11 0,4-3-5 0,0 0 1 16,0 0 5-16,2-1 6 0,1-1-6 0,2-2 1 15,1-1 6 1,-1-6 3-16,5-1-3 0,-1-4 2 0,1-3 0 0,0 2 5 16,1-1-2-16,2-4 8 0,1 1 21 0,-2 2 0 15,3-3 12-15,-1 1 9 0,1-5 6 0,2 2 19 16,3 2-2-16,-1-2 3 0,1-3-2 15,4 2-7-15,-1-3-1 0,7 1-9 0,-2 0-3 16,0-1-2-16,1-2-2 0,2 2-6 0,-1-4-43 16,2 1-51-16,7-3-66 0,-1 0-74 0,3-3-100 0,1 1-137 0,-1-7-247 15,-2 0-733-15,0-4 325 0</inkml:trace>
  <inkml:trace contextRef="#ctx0" brushRef="#br0" timeOffset="17148.06">14959 2675 46 0,'-4'-6'238'0,"0"2"-18"0,-3 2-22 16,-5-2-13-16,1 0-11 0,-2 2-22 0,-4 0-14 16,-3-1-14-16,1 6-12 0,-2-3-11 0,-2 3-6 0,2-1-9 0,0 5-10 15,2-3-8-15,-3 4-7 0,3-2-5 0,1 2-5 16,0 2-9-16,7 1-3 0,-3 0-6 0,5-1 5 16,1-1-12-1,3 1 2-15,1-2-5 0,3 4 2 0,2-2 0 16,2-1-3-16,2 0 1 0,4-1-5 0,1-1 2 15,4 0 0-15,2-2-1 0,5 0 1 0,0-4 4 16,0-1-6-16,9-1 0 0,-10-2-2 0,8-2 3 16,-2-4-1-16,-7 1 21 0,-4-1 3 0,3-3 19 15,-4-2 10-15,0-1 12 0,-5-2 11 0,3-7 7 16,-5-3 6-16,0 0-3 0,-6-2-7 0,4-3-6 16,-5-4 1-16,0 0-1 0,0-14-8 0,3-1 2 15,-10 5 2-15,5-3 11 0,-2 14 15 0,1-2 12 16,-4 8 10-16,4 0 11 0,-2 9 3 0,1 3-3 15,4 3-2-15,-1 2-15 0,-2 0-10 0,2 6-24 0,1 1-8 16,-3-1-16-16,2 3-48 0,1 3-37 0,0-5-49 16,0 5-27-16,0 0 3 0,0 0 10 0,-6 19 14 0,2-1 9 15,0 14-3-15,-1 3 14 0,1 12 2 0,-1 2 11 16,-2 2-4-16,3-1 4 0,1-1-3 0,1-4 13 16,2-11 0-16,2 1 0 0,-1-2 10 0,2-2 3 0,3-2 3 15,-2-2-25-15,-1-2 25 0,3-4-3 0,-2-2-1 16,-1-2 3-16,-1-7 2 0,2 2 1 0,0-3 4 15,-2 1 1-15,-1-5-3 0,2 2 1 0,-2-2 2 16,2-3 2-16,-3 3 2 0,0-5 4 0,1 7-1 16,-1-7 13-16,0 5-10 0,0-5 20 0,1 2 0 15,-1-2 6-15,0 0-7 0,3 2 3 0,-3-2-2 16,0 0-2-16,0 0-4 16,0 0-1-16,0 0-2 0,0 0-3 0,0 0-18 15,0 0-19-15,0 0-16 0,0 0-29 16,0 6-29-16,0-6-28 0,0 0-31 0,0 0-36 0,0 0-29 15,0 0-37-15,0 0-69 0,0 0-305 0,0 0-677 16,0 0 301-16</inkml:trace>
  <inkml:trace contextRef="#ctx0" brushRef="#br0" timeOffset="17865.25">15097 2544 93 0,'1'-5'304'16,"1"1"-23"-16,-1-1-22 0,1 2-27 16,-2 3-33-16,2-5-21 0,-2 5-28 0,0 0-17 0,2-2-11 15,-2 2-15-15,4 10-14 0,-1-5-3 0,-1 2-11 16,5 3-6-16,-3-2-9 0,3 3-4 16,-2-1-9-16,3 0-17 0,-2 1-15 0,2-3-8 15,2 4-7-15,-2-3-9 0,-3-1-2 0,5-1-4 16,-2 0 6-16,1-4-1 0,-3 1 5 0,-1-4-4 15,2 3 7-15,-7-3 1 0,11-5 9 0,-6 1 8 0,1-2 12 0,1-3 6 16,-1 0 12-16,1-2 7 0,-5-1 2 0,1-3 2 16,3 1 11-16,1-3 1 0,-3 0 5 0,1 0-1 15,-3 3 8-15,2-3 12 0,-1 1-4 0,-1 3-1 16,2 1 7-16,0 3-1 0,-3 0 3 0,-1 0-3 16,3 4-11-16,-1 2-11 0,-2 3-6 0,3-7-19 0,-2 3-20 15,-1 1-26-15,0 3-24 0,0 0-1 0,0 0 3 16,0 0-5-16,1 15-7 0,-1-3 4 0,0 6 4 15,-2 6-2-15,0 3 3 0,1 6 0 0,-5 1-3 16,2 2 2-16,0 0 2 0,-1 9 5 0,-1-10-2 16,3 1 5-16,-2 12-1 0,0-14-1 0,2 1 6 15,3 0 4-15,-1 0 1 0,6-2-4 0,-4-1 2 16,1-6 0-16,0 0 2 16,0 0-2-16,-1-9 2 0,-1 1 7 0,0-1-18 15,0-4 19-15,-1-2-8 0,2-1 5 0,-2 0-6 16,-1-5 2-16,0 2-2 0,2-2 1 0,-2 0 6 15,2-5 1-15,0 7 10 0,-2-3 14 0,2-4 24 16,0 0 19-16,0 0-3 0,0 0-2 0,0 0-4 16,0 0-5-16,-21-16-11 0,10 9-2 0,1-5-4 15,1-3 0-15,-4-2-2 0,3-7-3 0,-2-7-1 0,7 1-4 16,3-4-6-16,2-14-2 0,5 12-12 0,5-11-5 16,2 0 2-1,1 13 0-15,7-9-7 0,-5 9-4 0,5 4-9 0,0 0 26 16,3 2 4-16,0 0-2 0,1 3-5 0,-1 1 16 15,0 4 11-15,-7 8 5 0,-3-1 3 0,-1 4 6 16,-3 1 1-16,-2 2-8 0,-1 0 0 0,-1 2-11 16,-3 2-8-16,3-1-5 0,-1 1-25 0,-1-1-33 15,-3 3-39-15,5-1-37 0,-5 1 9 0,0 0-13 16,-2 11-21-16,1-7-7 0,-4 7-21 0,-1-1-30 16,-2 1-37-16,-1 3-31 0,0-1-61 0,-4 0-227 15,2 1-598-15,4-3 264 0</inkml:trace>
  <inkml:trace contextRef="#ctx0" brushRef="#br0" timeOffset="18403.91">14477 3313 162 0,'-5'-1'209'0,"5"1"-10"15,-6-3-9-15,6 3-13 0,0 0-14 0,-8-3 11 16,8 3-19-16,0 0-15 0,0 0-12 15,-5 0-12-15,5 0-13 0,0 0-7 0,0 0-9 16,0 0-7-16,0 0-7 0,0 0-5 0,0 0-9 16,0 0-3-16,0 0-5 0,0 0-6 0,0 0-6 0,0 0-3 15,0 0-5-15,0 0-4 0,0 0-4 0,0 0 0 0,0 0-2 16,0 0 1-16,0 0 5 0,0 0 10 0,0 0 12 16,0 0 5-1,0 0 10-15,0 0 3 0,0 0 3 0,0 0 3 16,0 0 2-16,0 0-9 0,0 0-1 0,28-8-4 15,3 4-8-15,20-6 0 0,9 1-9 0,32-3-8 16,1 2 2-16,3 0-7 0,6-2 1 0,3 2 11 16,-4 0 4-16,4-1 15 0,0 4 2 0,1-3 10 0,-8 3-7 15,-33 1 6-15,-1 2-4 0,-9 0-8 0,-18 1-4 16,-5 0 13-16,-10 1 6 0,-9 0 14 16,1-1 9-16,-4 3 3 0,-4-1 3 0,0-1-5 15,0 0-6-15,-1 2-4 0,-1-2-23 0,-4 2-18 16,0 0-26-16,0 0-70 0,4-4-84 0,-4 4-62 0,0 0-52 15,-26-1-49-15,14-2-77 0,-8 3-305 0,8-2-730 0,-4 0 323 16</inkml:trace>
  <inkml:trace contextRef="#ctx0" brushRef="#br0" timeOffset="19669.59">15121 3888 70 0,'-1'-5'234'0,"1"5"-9"16,-2-5-13-16,4 0-15 0,-6 0-18 0,2 3-18 0,-1-1-18 31,-3 0-13-31,-4-2-12 0,-1 1-16 0,-3 2-9 0,-2-1-13 16,-5 2-5-16,3 1-8 0,-1 0-8 0,-1 1-1 15,-1 2-9-15,2 2-4 0,0 4-6 0,-2-4-2 16,2 5-4-16,3 1-5 0,-2-1-1 0,3 0-4 16,0 2-4-16,4 0-2 0,1-2-2 0,2 3 0 15,2-2-1-15,3 4 1 0,2-2-1 0,1-1-2 16,2-1 3-16,2 3-3 0,6-1 0 0,3-1 1 16,1-2-3-16,4-2 3 0,-2 1 1 0,1-5-2 15,1 1-1-15,-4-4 0 0,-1-1 4 0,6-2 10 16,-6-2 20-16,0 0 15 0,2-6 8 0,-2-1 11 15,-3-2 5-15,2-3 2 0,-4-1 6 0,0-8 12 0,0 0-7 0,-4 0-7 16,-2-1-2-16,2-5 4 0,-3-1-5 0,1-1-7 16,-4 1-8-16,1-5-4 0,1-1-6 0,-5 3 12 15,4 0 6-15,-3 1 13 0,1 5 0 0,0-1 9 16,0 11 1-16,2 1 3 0,-2 3 11 16,0 2-2-1,3 4-8-15,-1 4-10 0,0-2-16 0,0 2-17 0,1 1-43 16,0 4-53-16,-4-6-43 0,4 6 4 0,0 0 12 15,0 17 1-15,-1-5 9 0,-1 8 1 0,2 9 10 16,-1-2 1-16,1 7 5 0,1-1 6 0,-1 13-1 16,0 0 8-16,2 1 10 0,3-14-8 0,1 2 11 15,-3-1-5-15,3-7 2 0,2 2 7 0,-1-1-5 0,0-2 1 16,-2-7 6-16,-1 0-1 0,0-8-13 16,-2 1-3-16,2 0 3 0,1-6-9 0,-2 2 3 0,-1-4-2 0,-1 1 2 15,-1 0-2-15,0-2-4 0,0-3 9 0,4 7-18 16,-4-5-6-16,0-2-12 0,2 3-18 0,-2-3-60 15,0 0-46-15,0 0-52 0,-4-12-41 0,2 7-66 16,-1-2-197-16,1-5-578 0,-3 2 255 0</inkml:trace>
  <inkml:trace contextRef="#ctx0" brushRef="#br0" timeOffset="20261.07">15276 3650 164 0,'9'-1'195'16,"-3"0"-15"-16,6 1-13 0,-2 0-16 0,1 4-12 15,1 1-9-15,-1 2-18 0,2 6-8 0,0-3-5 16,-3 6-6-16,3 8-12 0,-4 1-6 0,0 1-6 16,-4 1-9-16,-2 0-4 0,-2 0-7 0,-1-2-1 15,-4-3-6-15,0 3-1 0,-1-1-5 0,0-5 0 16,-1-1 0-16,-2-2 7 0,-4 1-5 0,6-7-2 15,-2 1 8-15,2-3 1 0,2 1 6 0,0-4 10 0,0 1 18 0,3-2 22 16,-4-1 32-16,5 0 31 0,0-3 39 0,-5 1 2 16,5-1-23-16,0 0-17 0,-4-11-11 0,6 4-22 15,1-4-13-15,1-6-16 0,6 0-7 0,-1-6-9 16,4-3-7-16,1-1-11 0,4-2-7 0,0 1-12 31,0 1-6-31,-2-4 1 0,2 6-7 0,-1 1 1 0,-1 2-8 16,-4 7-5-16,-2 0 5 0,-1 6 5 0,0 0 9 15,-2 0 9-15,-2 2-6 0,-2 4-3 0,1-3-10 16,0 3-8-16,-3-1-10 0,6 2-18 0,-7 2-29 0,1-1-20 16,-1 1 9-16,0 0 1 0,-4 14 4 15,0-6 4-15,-1 9 0 0,-4 9 6 0,0 0 1 16,0 4 4-16,-1-3-4 0,1 1 17 0,-1 2 0 16,1-4 2-16,5 0-19 0,-3-1 11 0,3-7 5 0,3-1-5 0,-1 0 10 15,4-1 0-15,0-6 10 0,2 2 13 0,3-3 18 16,4 0 6-16,4-1 8 0,4-1 5 0,8-2-1 15,5-2-7-15,-1-3 2 0,1-2-4 0,1 1 3 16,-1-3 5 0,1-2 6-16,-5 1-1 0,0 0 3 0,-10 1 1 0,0 0 8 15,-5 3 9-15,-2-2 4 0,-2 1 4 0,-2-1-3 16,0 3-4-16,-3-1-8 0,-4 1-8 0,7-1-7 16,-7 1-5-16,5-2-4 0,-5 2-11 0,6-1-10 15,-6 1-23-15,0 0-39 0,0 0-46 0,0 0-59 0,6 0-72 16,-6 0-72-16,0 0-74 0,0 0-62 0,0 0-393 15,0 0-878-15,0 0 388 0</inkml:trace>
  <inkml:trace contextRef="#ctx0" brushRef="#br0" timeOffset="23329.29">16820 3076 176 0,'-7'0'192'0,"2"0"-6"0,5 0-24 0,-10-2-17 0,10 2-12 0,-8-2-10 16,8 2-16-16,-5-1-14 0,5 1-11 0,0 0-9 15,0 0-13-15,-6 4-2 0,6-4-4 0,0 0-3 16,0 0 4-16,-8 0-4 0,8 0-4 0,0 0 0 16,0 0-2-16,0 0 2 0,0 0-7 0,0 0 2 15,0 0 1-15,0 0-4 0,0 0 1 0,0 0 1 16,0 0 1-16,0 0 2 0,0 0-3 0,0 0-1 16,0 0-3-16,0 0 1 15,0 0-3-15,0 0 1 0,0 0 0 0,0 0 3 16,0 0-6-16,0 0 0 0,0 0 0 0,0 0 1 15,0 0-3-15,0 0-1 0,0 0 0 16,0 0-8-16,0 0 2 0,0 0 0 0,0 0-4 16,0 0 2-16,0 0 4 0,0 0 4 0,0 0 3 15,22 0 4-15,-1-1-9 0,8-4-7 0,5 0 3 0,7 3-5 16,13-3 2-16,3-2-6 0,3 4 6 0,0 0 5 0,-2-3-7 16,-1 3 1-16,-7-1 0 15,-13 1-7-15,-4 2 4 0,-2 0-2 0,-9 1-3 0,-4-3 2 16,-5 5-11-16,-1-4-12 0,-2 2-16 0,-2 2-18 15,-3-6-12-15,-5 4-12 0,0 0-19 0,0 0-17 16,0 0-6-16,-22-3-8 0,7 3-9 0,-3 0 6 16,-1 0-8-16,1 0 6 0,-2-3-9 0,-2 3-20 0,4-1-6 0,-1 0-3 0,0 0-121 15,0-2-303-15,2-3 135 0</inkml:trace>
  <inkml:trace contextRef="#ctx0" brushRef="#br0" timeOffset="23545.2">17090 2898 179 0,'-3'-10'292'0,"0"-1"10"0,-3 0-3 0,2 4 16 16,1-4 7-16,2 5 0 0,-1 0-3 0,0 0-15 15,0 1-21-15,0 2-29 0,1-1-29 0,1 4-25 16,0-5-31-16,0 5-35 0,0 0-35 0,0 0-15 16,0 0-11-16,0 19 3 0,1 1-14 0,-1 4-1 15,2 5-17-15,0 3 1 0,2 2-5 0,2 1-2 0,-1 0 3 0,3 12-6 16,3-3 1-16,-3-10-27 0,1 0-42 0,0-3-41 15,5 1-44-15,-2-3-59 0,1-2-63 0,-2-4-112 16,-1-10-260-16,2-1-662 0,-3-4 293 0</inkml:trace>
  <inkml:trace contextRef="#ctx0" brushRef="#br0" timeOffset="24430.94">17874 2782 1974 0,'0'-12'217'0,"1"-1"-16"0,-1 4 13 0,1-2-29 16,1 1-6-16,-2 1-24 0,-2 2 0 0,4 1-25 16,-2 3-26-16,0-2-32 0,0 5 14 0,0-5-30 15,0 0-25-15,0 5-6 0,0 0-2 0,0 0-20 16,5 11 16-16,-3-4-2 0,1 3-1 0,1 3-4 15,1-1 2 1,1 6-15-16,3-1-9 0,0 0-13 0,5 4-13 16,-4-3-3-16,3-3-16 0,-3-1 4 0,3 0-3 0,-3 0 0 15,-1-4 1-15,2-3 2 0,-4 0 11 0,2 0 2 16,-4-4 7-16,-1-1 4 0,4-4 16 0,1 0 5 16,-2-4 9-16,2-1 10 0,0-2 10 0,3-2 9 0,-6-2 1 15,2 1 26-15,-1-6 4 0,1 4-2 0,-3-6 6 16,0 4-11-16,1-2 23 0,0-1 12 0,0 0 4 15,-2 2-1-15,1 3 7 0,-1 3 3 0,-3 0-6 16,3 3-2-16,-4 3-4 0,2-2-12 0,1 2-15 16,-3 3-30-16,0-2-33 0,0 4-56 0,0 0 15 15,0 0 3-15,4 10-4 0,-4 1 2 0,0 8-4 16,1 7-2-16,-1 4 2 0,-4 6 11 0,0 13-3 16,-2 4 3-1,1 7 10-15,0-2-2 0,2 2 5 0,0-1 3 0,1-2 2 16,1-1 1-16,0-5 0 0,2-5 1 0,-1-11 7 15,1 0-2-15,3-1-5 0,-3-2-12 0,2-3 9 16,-3-2 11-16,1-4 7 0,-1-3-5 0,2-2 7 16,-5-2 2-16,3-2-8 0,-3-2 1 0,2 0 3 15,-4-4-15-15,2 2 18 0,-1-3 11 0,-3-3 6 16,1 4 7-16,-1-3-4 0,-3-1 7 0,0 0 3 0,-3-1 5 0,0-3 5 16,0 1-8-16,-4-2 4 0,0-3 5 0,-2 0-4 0,0-3 6 15,2-2 4-15,-1 1 4 0,4-2 1 0,-2 0 7 16,3-5 3-16,0 0 2 0,5-3 3 0,-2-6-5 15,5-2-7-15,4-7-8 0,3-2-11 0,10-15-8 16,4 0-11-16,6 1-1 0,6 1-1 0,4-3-6 16,4 3 0-16,1 1-4 0,0 5-4 0,0 3 1 15,-2 5 2-15,-9 9-2 0,-1 4-2 0,-2 2 11 16,-4 2 3-16,-5 2 4 0,-3 2 8 0,0 6 5 16,-5-3 2-16,0 5 0 0,0 0-3 0,-4 0-9 15,3 1 3-15,-5 2-12 0,6 0-26 0,-6 2-38 16,6-4-21-16,-6 4-37 0,0 0-43 0,6-1-37 15,-6 1-15-15,0 0-6 0,0 0-10 0,0 0-23 16,-6 12-30-16,3-8-43 16,0 0-51-16,1 0-222 0,2-4-631 0,0 0 279 15</inkml:trace>
  <inkml:trace contextRef="#ctx0" brushRef="#br0" timeOffset="24800.45">18800 2924 40 0,'0'0'327'0,"0"0"-6"0,0 0-2 0,-7 1-17 0,7-1 2 0,0 0-19 15,0 0-16-15,0 0-30 16,0 0-21-16,0 0-27 0,0 0-19 0,23-8-41 15,-2 3 3-15,6 0-34 0,5 0-51 0,5 1-14 16,3-2-39-16,-2 2-40 0,0-1-36 16,1 2-48-16,-5 1-51 0,-3-3-60 0,-8 3-222 15,-3-3-498-15,-2 3 220 0</inkml:trace>
  <inkml:trace contextRef="#ctx0" brushRef="#br0" timeOffset="24969.42">18800 3113 219 0,'-5'4'249'0,"3"0"12"16,2 0 11-16,0-4-8 0,9 2-20 0,11 1-22 15,0-3-23-15,12 0-21 0,7-5-28 0,14 0-56 16,2 2-72-16,-5-1-95 0,1-1-131 0,-14-2-146 16,-2-1-379-16,-10-5 168 0</inkml:trace>
  <inkml:trace contextRef="#ctx0" brushRef="#br0" timeOffset="27853.38">20095 2588 197 0,'2'-5'202'0,"-2"5"-1"16,0 0-7-16,0-7-11 0,0 7-6 0,2-6-17 0,-2 6-7 15,2-5-17-15,-2 3-11 0,0 2-16 0,5-4-12 16,-1 2-10-16,2-1-11 0,-2 2-10 0,3 0-8 16,-7 1-6-16,21 3-8 0,-9 2-1 0,7 3-6 15,-2 0-3-15,-1 3-5 0,7 7-3 0,-4-2-6 16,1 4-3-16,-6 2 2 0,-2 0-4 0,1 4-1 15,-6 0-3-15,1 3 1 16,-2-2 1-16,-6 1-5 0,-2 2 0 0,-3-3-3 16,-6 2 4-16,-1 5 0 0,-4-7 1 0,3 2-6 15,-4-5 6-15,1 3-5 0,-4-5 4 16,4-3-2-16,2-3-1 0,1-3 0 0,-1-1 6 0,2-3 4 16,2-1 6-16,1-3 3 0,4 2 9 0,0-4 12 15,1 0 12-15,-2 1 24 0,6-4 29 0,-8 4 22 16,8-4 34-16,-4 3 25 0,4-3 9 0,0 0-22 0,0 0-21 15,0-14-28-15,8 4-11 0,2-7-16 0,-1 2-8 16,6-11-12-16,2 3-8 0,2-5-8 0,2-1-7 16,12-10-14-16,-7 1-5 0,-3 8-8 0,5-9-3 15,-7 8-13-15,2 2-3 0,-2-3-7 0,-5 4-1 16,4 0 4-16,-5 4 7 0,-5 8 3 0,0-1 12 16,-3 2 4-16,-2 6 10 15,-1 1-1-15,-2 2-1 0,2 2-9 0,-1 0-17 16,-2 0-19-16,0 0-28 0,-1 4-36 0,0 0 1 15,0 0-1-15,-5 15 4 0,-3-1 9 0,1 4 6 16,-3 1 11-16,-2 4 3 0,4 0-1 0,-3 6 3 16,6-3-9-16,2 1-8 0,6 0 6 15,2-2-2-15,6 3 7 0,5-4 1 0,7-1-5 16,4-3-17-16,7-5-52 0,17 1-69 0,3 0-81 0,2-10-124 0,2-6-215 16,-1-7-649-16,-3-5 287 0</inkml:trace>
  <inkml:trace contextRef="#ctx0" brushRef="#br0" timeOffset="29024.55">20584 2031 46 0,'0'0'182'0,"0"-5"-3"0,0 1-11 0,0 4-6 16,0 0-20-16,1-8-8 0,3 7-18 0,0-2-10 15,1 1-8-15,0-1-14 0,3 1-6 0,2-1-8 0,4 1 1 16,3 0-10-16,1 1 0 0,1 1-6 0,-1 1-4 16,3 0-1-1,0 3-5-15,-2 2-5 0,4-3-6 0,-4 4 0 0,-5 0-9 16,4 0 0-16,-9 1-5 0,3-1-5 0,-4 2-7 15,-2-1-1-15,-1 4 2 0,-4-2-12 0,-4 3-2 16,0 1-1-16,-7 0-4 0,-1 2 5 0,0-3-1 16,-6 3 0-16,3-6 2 0,-2 2 1 0,5-7 0 15,-1 3 3-15,1-1 0 0,2-3-1 16,0-1 2-16,2 0-4 0,2 1 1 0,-1-1 2 0,3 1-3 0,3-4-3 16,-6 5 5-16,6-5 1 0,0 3-1 0,0-3 2 15,13 9-5-15,-4-4 7 0,5-2-1 0,4 8 3 0,0-8-5 16,1 7-1-16,2-5 2 0,-2 5 3 0,-2-3-2 15,0 2 0-15,-2 2-1 0,-4-5-1 0,-2 2 0 16,-1-1-2-16,-1 2-4 0,-3-1 6 0,-3-2-2 16,-2 2 3-16,-3-1 3 0,-6 1-1 0,-3 1-1 15,-7-1 6-15,-2 1-4 0,-5-3-2 0,-4 2 2 16,3-2-2-16,0-2 3 0,-2 3-4 0,3-4 4 31,-1 0-1-31,7-1 0 0,2-1 0 0,0 3 0 0,7-3-1 16,-3 0-2-16,6-1-13 0,-1 0-27 0,10 0-39 15,-12 3-27-15,12-3-47 0,0 0-147 0,0 0-323 16,0 0 143-16</inkml:trace>
  <inkml:trace contextRef="#ctx0" brushRef="#br0" timeOffset="29926.46">21270 2416 230 0,'0'-5'352'0,"0"5"-17"15,-4-5-28-15,4 5-45 0,-1-5-11 0,1 5-32 16,0-3-21-16,0 3-33 0,0 0-25 0,0 0-21 0,0 0-20 0,0 0-8 16,0 0-12-16,0 0 6 0,9 15-22 0,-1-8-5 15,-2-1-11-15,4 5-14 0,-1-1-10 0,2 0-10 16,1 3-13-16,0-2-5 0,-2 0-11 0,0-2 0 15,-2 0-5-15,2-1 2 0,0-1-2 0,-1 0 5 16,-4-3-1-16,3 2 3 0,-3-4 3 0,0-2 5 16,0 0 8-1,-5 0 7-15,13-2 12 0,-9-1 8 0,1-1 3 16,0-1 21-16,-2-2 3 0,-2 1 6 0,4-3 8 16,-2-1 6-16,-2 1-3 0,3-1-3 0,0 0 7 15,-3-2 11-15,3 4-7 0,-3-3-7 0,0-1 4 0,-1 6-4 0,4-1 4 16,-4 1-5-16,0 2-9 0,0 2-2 0,0-5-7 15,0 7-15-15,0 0-13 0,0-8-27 0,0 8-23 16,3-2-33-16,-3 2-7 0,0 0 9 0,0 0 2 16,2 17 6-16,0-9 3 0,-1 9 7 0,0 9-1 15,3 2-3-15,-4 2 6 0,3 6-2 0,-2-1 3 16,2 11 4-16,0 0-3 0,1 1 6 0,-1-1 3 16,-2-11-6-16,3 13 13 0,-3 1 1 0,2-3 2 15,-2-10-3-15,0-1 6 0,-1 0 4 0,1-1 8 16,-1 0-8-16,0-1-8 0,0-2 14 0,-2-2-2 0,1-2 2 15,-2-2 3-15,0-6-2 0,0-2-4 0,-1 0-1 16,-4-5 1-16,2 3 3 0,2-6 0 0,-1 1 2 16,1-5 6-16,-1 3 6 0,-3-4 8 0,2 4 3 15,-2-4 3-15,0 0 10 0,-2-4 8 0,0 1-9 16,-3-2-1-16,-1 1 7 0,-4-3 2 0,4 0 4 16,0-4 19-1,-4 0 4-15,3-2 8 0,3-4 2 0,1 1 6 0,0-4 7 16,0-7-1-16,5-4-5 0,3-5-15 0,6-4-11 15,6-15-6-15,9-2-10 0,5-1-12 0,6 1 2 16,18-18-11-16,-13 26 2 0,5-1-6 0,5 1-2 16,-5 4-8-16,-2 4 0 0,-1 3 2 0,-9 12-3 15,-3-2 2-15,-5 6 0 0,-6 4 8 0,0 0 9 16,-4 3 9-16,-1 5 8 0,-1-3-3 0,-2 4-8 0,0 2 0 16,-2-2-3-16,1 1-1 0,-2 1-7 0,1 1-15 15,-3 2-24-15,4-3-27 0,-4 3-27 0,2-3-43 16,-2 3-21-16,0 0-31 0,0 0-21 0,0 0-6 15,0 0-2-15,0 0-21 0,0 0-34 0,0 0-40 16,-14 11-44-16,9-9-230 0,0-2-607 0,5 0 269 16</inkml:trace>
  <inkml:trace contextRef="#ctx0" brushRef="#br0" timeOffset="30986.02">22164 1801 108 0,'0'0'177'0,"1"-6"-19"16,-1 6-5 0,0-4 1-16,0 4-1 0,-3-5-5 15,3 5-6-15,0 0-7 0,2-5-14 0,-2 5-12 0,0 0-13 0,0 0-8 0,0 0-8 16,-4-3-13-16,4 3-11 0,-12 3-2 0,1 1-12 15,-5 3-2-15,1 3-4 0,-8 4-5 0,-1 3-6 16,1 2-1-16,-3 1-6 0,3 4-1 0,-4 2-4 16,3 3-2-16,-12 5 2 0,14-7-6 0,2 0 2 15,0 1 0-15,4-3-6 0,4 4 8 0,3 1-6 16,1-2 4-16,5 1 0 0,2-3 2 0,4-1 7 16,4 1 16-16,4-4 12 0,4 0 7 15,5-3 10-15,0-3 3 0,9-3 5 0,-1-1 3 16,0-4 0-16,3-3-4 0,-3-1 7 0,-6-4 4 15,-1 0 17-15,-2-2 11 0,-1-1 33 0,-5 3 25 16,-4-7-8-16,-3 2 0 0,2-3-3 0,-3-1-13 0,-5 0-21 16,0-3-24-1,-6-5-11-15,-7 0-14 0,-10 0-24 0,-4-1-31 16,-6-3-37-16,-14-1-43 0,-1 10-34 0,-3-5-45 16,14 12-43-16,-16-2-60 0,15 5-88 0,3 0-264 15,3 0-645-15,11 1 286 0</inkml:trace>
  <inkml:trace contextRef="#ctx0" brushRef="#br0" timeOffset="91148.61">3218 6036 2 0,'0'0'93'16,"0"0"-6"-16,0 0-2 0,0 0-14 0,0 0 4 15,0 0 1-15,0 0-12 0,0 0-8 0,0 0-7 0,0 0 16 16,3-5-14-16,-3 5 4 0,0 0-3 0,1-3-10 16,-1 3 8-16,4-4-16 0,-4 4 1 0,4 0 0 15,-4 0-4-15,6-4-2 0,-6 4 4 0,4-1-1 16,-4 1-8-16,4-4 8 0,-4 4-2 0,5-1 3 16,-2-2-5-16,-3 3-3 0,2-2 1 0,-2 2 4 15,0 0-5-15,0 0 3 0,7-2 4 0,-7 2 7 0,0 0-5 0,0 0 2 16,0 0 0-16,1-3-4 0,-1 3 1 0,0 0 1 15,0 0-9-15,0 0 1 0,0 0-1 0,0 0-2 16,0 0-6-16,-9 10 2 0,1-7-4 16,-2 4-4-16,-8 0 5 0,0 3-4 0,4-2-2 0,-8 1-2 15,0 4 0-15,-3 2 3 0,0-4-4 0,-1 3-3 16,-2 2 18-16,1-3-4 0,3 0 2 0,2 1-2 16,3-4-5-1,0 1-4-15,1 1 1 0,-5 4 0 0,6-7-3 16,2 2-5-16,2-1 4 0,-1-1-1 0,8-1-18 15,-2-2 4-15,-1 3-3 0,5-2 3 0,3-1 5 16,1 0-3-16,4 1 5 0,5 0 2 0,1-1 0 16,9-2 1-16,7 6-7 0,3-3 9 0,3-1-5 15,5 3 2-15,-4-2-1 0,3 3 1 0,0-3 3 16,-4 2 0-16,0 0-1 0,-3 1 0 0,-2 1-1 0,-3 0-5 0,-7-5-8 16,1 3 1-16,-8-2-3 15,-2 1 0-15,-3 0 4 0,-4-2 1 0,-1 2-1 16,-5 1 10-16,-4-1-1 0,-5 0 4 0,-9 5 2 15,-4-1 9-15,-4-4 8 0,2 0 4 0,0 2 9 16,-1-2 10-16,-3-1 4 0,1-3 0 0,-4 2 3 16,3-3-1-16,-3 3 1 0,3 0 1 0,-4-3-10 0,5 1-4 0,1-4-2 0,12 2-1 0,0-2-3 15,-1 0-1-15,7 0-1 0,3 0 6 0,-1 0-11 16,5 0-3-16,1 3 0 0,5-3-4 0,-9-3 3 16,9 3-1-16,-9 0 0 0,9 0-6 15,0 0-11-15,0 0-14 0,-8 0-23 0,8 0-22 16,0 0-47-16,-1-2-48 0,1 2-38 0,9-5-210 0,-1 3-429 15,-2-3 191 1</inkml:trace>
  <inkml:trace contextRef="#ctx0" brushRef="#br0" timeOffset="91719.98">3608 6391 78 0,'0'0'218'0,"0"0"-12"15,3-3-16-15,-3 3-15 0,0 0-18 0,0 0-18 0,0 0-15 16,0 0-11-16,0 0-13 0,0 0-10 0,-21 7-12 0,12-5-4 16,-1 2-7-16,-4 0-11 0,2 2-6 0,-5 1-5 0,0 3-9 15,0-2-4-15,2 3-4 0,0-2 3 0,-2 1-6 16,3 0 0-16,1 0-6 0,-1 0-3 0,5-2-3 15,1 3-2-15,1-2-3 0,1-1 1 0,0 1-2 16,3-1 0-16,1-2 0 0,1 2 4 0,4-1 0 16,0 0 0-16,5-1 2 0,1-2 3 0,3 2 2 0,3-4-1 0,5 1-2 15,2-1-1-15,6-2-1 0,0-1-4 0,-7 0 1 16,0 0-1-16,1-3 3 0,0-1-1 0,-3-1 11 16,-1 1 9-16,-4-2 18 0,-3 0 7 0,0-1 7 15,-5-1 0-15,2 1-3 0,-2-1 2 0,-2-3 3 16,0 2 10-16,-4 2-9 0,-2-3-5 0,0 2-7 15,-2-1-7 1,-2 1-7-16,-2 1-7 0,-1 1-10 0,0 0-9 0,-1 2-13 16,-3 0-16-16,-1 2-22 0,1 3-22 15,-6-3-33-15,3 3-30 0,-4 3-45 0,1 0-44 16,6-1-224-16,1 0-471 0,2-1 210 16</inkml:trace>
  <inkml:trace contextRef="#ctx0" brushRef="#br0" timeOffset="92219.35">3975 6602 54 0,'0'0'235'0,"0"0"-8"0,0 0-24 16,0 0-16-16,0 0-17 0,0 0-19 0,14-10-16 0,-3 6-13 16,-4-3-10-16,3 3-6 15,0-5-4-15,0 2-9 0,5-4-3 0,-1 2 8 16,1-3-1-16,-1 0-1 0,-4-1-3 0,4-1-1 15,-1-2-4-15,5-6-4 0,-5 1-2 0,-3 0-7 16,3-7-7-16,-3 4-3 0,0-1-1 0,-4-1 2 16,1 1-10-16,-5 4 3 0,2-3 6 0,-4 0-1 0,-1 4-2 0,-2 1 2 0,1 2 5 0,-3 2-6 15,0 0-5-15,-2 2-2 0,1 4-2 0,-3 0-18 16,1 1-6-16,-4 1-12 0,0 3-6 0,-2 2-1 16,-1 3-8-16,-6 0-2 0,2 4 0 0,-1 5 4 15,-3 4-3-15,0 5-7 0,3-1 6 0,-3 5-8 16,8 2 0-16,0 4-2 0,-3 0-7 0,9 5-4 15,2 0-4-15,1-1-8 16,6-1-2-16,3-3 2 0,3 1 0 0,7-4-2 16,3-3-4-16,6-2-5 0,5-3-6 0,2-5-27 15,7-2-37-15,-3-3-56 0,7-5-74 0,-3 0-234 16,3-5-517-16,-2 0 228 0</inkml:trace>
  <inkml:trace contextRef="#ctx0" brushRef="#br0" timeOffset="92682.98">4415 6406 89 0,'0'0'332'0,"0"0"-16"0,0 0-20 15,0 0-15-15,0 0-24 0,0 0-18 0,0 0-28 16,0 0-23-16,0 0-21 0,-3 2-15 0,3-2-22 16,0 0-15-16,0 0-11 0,0 0-2 0,0 0-21 15,6 6-15-15,-3-2-1 0,-2 3-16 0,3-4-6 16,-2 2-6-16,1 3-3 0,1 0-2 0,-2 3-3 0,2 0-4 0,0 0-2 16,1 0-1-16,0 0-2 0,-1 0-4 0,-1-1 1 15,1-1 0-15,-1 0-4 0,0-2 5 0,0-2-9 16,0 1 0-16,-2-3 5 0,2 3-6 0,-3-4 3 15,1 3-1-15,-1-5 5 0,2 3 18 0,-2-3 45 16,2 2 37-16,-2-2 22 0,0 0 32 0,0 0 31 16,0 0 24-16,0 0-8 15,0 0-22-15,11-10-19 0,-8 3-13 0,6-2-21 16,-4-2-16-16,7-2-14 0,-3-4-9 16,1 1-13-16,2-1-8 0,-6 2-11 0,7 0-5 15,-4 1-9-15,-3 4-7 0,2 0-5 0,-3 2-4 0,-1-2-4 16,-1 5-2-16,1 1-11 0,0-1-16 0,-1 1-23 15,-2 1-29-15,-1 3-39 0,3-5-40 0,0 3-52 16,-3 2-59-16,8-1-35 0,-8 1-38 0,14 3-45 0,-4-1-73 16,-2 1-308-16,1 0-795 0,1-1 352 0</inkml:trace>
  <inkml:trace contextRef="#ctx0" brushRef="#br0" timeOffset="93168.16">4892 6500 125 0,'0'0'258'0,"0"0"-11"15,0 0-11-15,-2 4-14 0,2-4-19 0,0 0-20 16,0 0-14-16,0 0-18 0,0 0-11 0,0 0-13 16,15-1-11-1,-6-2-11-15,1 2-13 0,4-4-8 0,3 1-8 0,2-2-9 16,3-1-3-16,-4 0-9 0,6-4-2 0,-5 2-8 15,6-1-4-15,-6 0-2 0,0-2-3 0,-3 0-7 16,2 0 0-16,-5 0-3 0,1-3-4 16,-2 3-2-16,-6 2 8 0,4-1 21 0,-6 3 26 15,1-2 12-15,-1 1 17 0,-1 2 0 0,-2 0-5 0,-2 1-12 16,-2 0-9-16,3 2-12 0,-5-2-11 0,-3 1-7 0,-2 5-8 16,-3-2-8-16,-6 4 0 15,-2 1-7-15,1 3-10 0,-9 1 7 0,3 3-4 16,1 1-12-16,7 0 5 0,-5 4-9 0,5 0-4 15,0 3 3-15,4-3 4 0,1 3-5 0,3 0-17 16,4-1-2-16,3-2 1 0,3 2 2 0,4-2 0 16,6 1 9-16,3-4 7 0,11 3 2 0,4-3-1 15,7-5 4-15,16 3 21 0,3-5 3 0,6-3-15 16,0 0 5-16,-2-4-1 0,1 4 4 0,-6-7-5 16,-18 3 9-16,0 1-7 0,-4 0 4 0,-10 1-4 15,-3-3 6-15,-4 3 0 0,-2-1 0 0,-5 2 6 16,1-2 3-16,-8 1 3 0,9 0-9 0,-4-1 3 15,-5 1-13-15,8 0-37 0,-8 0-28 0,0 0-41 16,0 0-74-16,0 0-100 0,0 0-400 0,0 0-717 0,-35-1 317 16</inkml:trace>
  <inkml:trace contextRef="#ctx0" brushRef="#br0" timeOffset="95983.52">2623 6565 94 0,'0'0'155'0,"0"0"-8"0,-4 2-18 0,4-2-2 0,0 0 3 0,0 0-5 16,0 0-8-16,0 0-7 0,0 0-16 0,-6 1-2 15,6-1-16-15,0 0-8 0,0 0-2 0,0 0-8 16,0 0-3-16,0 0-10 0,0 0-5 0,0 0-7 16,0 0-1-16,0 0-4 0,0 0 0 0,0 0 3 15,0 0 0-15,0 0-2 0,0 0-11 0,0 0 5 16,0 0 0-16,0 0-6 15,0 0 0-15,0 0 0 0,0 0 8 0,30-5 0 16,-8 1 2-16,13-2-3 0,18-4 7 16,6 1-2-16,6-4 4 0,37-4 0 0,-1 1-1 15,8 2 0-15,6-3 4 0,5 3 0 0,5-1 1 0,-1 0 4 16,2 2-3-16,-5-1 5 0,-1 2-2 0,0 3 4 16,-4-3-1-16,-2 3 2 0,-4 1 1 0,-9 1-5 15,-8-1 0-15,-26 2-4 0,-3 0 1 0,1 0-6 0,-3 1 0 16,4 4-3-16,-8-1-1 0,-5-1-5 0,-15 2-1 15,-2 0 3-15,-5 0-8 0,-3-1-2 0,-11 0 0 16,-5 4-2-16,1-2 0 0,-4-2-4 0,-3 4 3 16,1-4 0-16,-7 2 1 0,10 0 1 0,-10 0-1 15,7 2-3-15,-7-2 1 0,8 0-5 0,-8 0-13 16,0 0-17-16,5 0-18 16,-5 0-26-16,0 0-30 0,0 0-26 0,0 0-42 15,0 0-52-15,0 0-218 0,0 0-470 0,0 0 207 0</inkml:trace>
  <inkml:trace contextRef="#ctx0" brushRef="#br0" timeOffset="96558.87">2918 6370 87 0,'0'0'121'0,"0"0"-9"0,0 0 1 15,0 0-1-15,0 0-4 0,-6-3-10 0,6 3-1 0,0 0-6 16,0 0-8-16,0 0 4 0,0 0-13 0,0 0-7 0,0 0-5 15,0 0-7-15,19 5 2 0,0-6-6 0,9 1 11 16,12-1-6-16,26-2 5 0,33 1 8 0,4-3 1 16,12-2-1-16,4 3 7 0,6-3-1 15,2 1-4-15,-3 1-4 16,-5 1-4-16,-2-2-12 0,-6 1 3 0,-6 3-8 16,-9-5-2-16,-31 4-9 0,-6 3-4 0,-3 0 0 15,-1 0-6-15,-17 0 8 0,2 0-10 0,-8 0 2 0,-2-1-7 0,-10 1 1 16,-2 1-6-16,-4-1-10 0,-3 3-10 0,-3-3-10 15,2 0-14-15,-4 2-16 0,-1-1-23 0,-5-1-23 16,8 2-10-16,-8-2-2 0,0 0-24 0,1 7-53 16,-1-7-132-16,0 0-340 0,-10 5 151 15</inkml:trace>
  <inkml:trace contextRef="#ctx0" brushRef="#br0" timeOffset="97422.63">7012 6038 202 0,'0'-5'217'0,"-1"1"-3"0,1 0-7 0,0 0-15 16,1 0-8-16,-1 4-12 0,0 0-21 0,-1-6-16 15,1 6-17-15,0 0-15 0,0 0-14 0,0 0-20 16,1-4-17-16,-1 4-12 0,0 0-10 0,0 0-3 16,2 17-5-16,-1-5 1 0,1 7-6 0,1 7-1 15,-2 2 0-15,-1 0-1 0,2 0-5 0,-1 2 0 16,-1 2-2-16,1-5 19 0,-1 1-3 0,1-1-2 16,2-3-4-16,-6-4-4 0,6-3 1 0,-6 0-2 15,3-5-1-15,0 0 4 0,-1-1-5 0,2-1 1 0,-1-1 1 0,-1-3-4 16,1 1 0-16,0-2 2 0,0 0-17 0,-1-2-7 15,1 1-6-15,0-4-2 0,-1 5-3 16,1-5-3-16,-6 3-50 0,6-3-86 0,-10-1-207 16,1-3-399-16,-1-3 177 0</inkml:trace>
  <inkml:trace contextRef="#ctx0" brushRef="#br0" timeOffset="97776.42">6902 5978 249 0,'0'0'226'15,"-1"-3"-26"-15,1 3-20 0,0 0-25 0,0 0-15 16,0 0-18-16,0 0-17 0,0 0-2 0,23 7-10 16,-5 3-6-16,5 2-6 0,5 8-4 0,2-3-6 15,-1 6-3-15,0-1-6 0,2 2-7 0,-3-1-4 16,-1 4-6-16,-2-1-5 0,-3-2-4 0,-3 5-4 15,-2-4-4-15,-4 4 0 0,-4-3-6 0,-4-3-2 16,-5 2 1 0,-3-5-5-16,-2-2 0 0,-5 5 6 0,-2-6-5 15,-7 3 1-15,-4-3 7 0,0 0-2 0,-4-3 5 0,3-2 0 16,-3 0 3-16,0-3 0 0,6-1-6 0,1-1 3 16,1-3-2-16,1 3-1 0,4-2-5 15,3-4 1-15,1 2-3 0,2-1 0 0,3-2-2 0,-3 2-2 0,6 0-18 16,2-2-23-16,-8 0-26 0,8 0-57 0,0 0-65 15,0 0-241-15,18-9-451 0,-6 2 200 0</inkml:trace>
  <inkml:trace contextRef="#ctx0" brushRef="#br0" timeOffset="98092.71">7535 6310 299 0,'1'-6'404'0,"-1"5"3"0,0-4-30 0,0 5 6 16,4-5-43-16,-4 5-34 0,0 0-33 0,1-3-30 16,-1 3-29-16,0 0-28 0,0 0-21 0,0 0-51 15,0 0-5-15,0 0-12 0,0 0-15 0,0 0-13 16,5 14-7-16,-5-8-2 16,3 3-8-16,-2 1-7 0,-1-1-6 0,1 2 2 15,2-1-8-15,-3 1-5 0,0 1-18 0,1-3 17 0,-1-1 4 16,0 1-13-16,3-3 1 0,-3 0-2 0,0 2 7 15,1-5-9-15,-1 1-23 0,0 1 10 0,0-5 5 16,0 5-40-16,0-5 20 0,0 4-5 0,0-4-13 16,0 0 0-16,0 0-13 0,-1 5-2 0,1-5-6 15,0 0-7-15,0 0-32 0,0 0-97 0,0 0-99 0,-13-16-330 16,3 3-667-16,0-4 296 0</inkml:trace>
  <inkml:trace contextRef="#ctx0" brushRef="#br0" timeOffset="98262.78">7480 6060 146 0,'0'-10'333'16,"1"3"-2"-16,-1 2 5 0,-1-1 4 0,1-2-5 0,1 5-25 0,2-1-20 0,-6-1-33 15,6 2-17-15,-3 3-24 0,-4-6-23 0,4 6-26 16,1-4-28-16,-1 4-44 0,3-4-47 0,-3 4-37 16,0 0-37-1,0 0-36-15,14 4-41 0,-9 0-40 0,1 0-51 0,4 1-51 16,-6 2-258-16,4 0-544 0,-3 3 241 0</inkml:trace>
  <inkml:trace contextRef="#ctx0" brushRef="#br0" timeOffset="98679.2">7830 6242 238 0,'0'0'404'0,"0"0"-40"0,0 0-38 0,6 1-27 16,-6-1-38-16,0 0-28 0,0 0-29 0,3 3-24 15,-3-3-23-15,3 1-21 0,-3-1-11 0,4 7-14 16,-1-1-10-16,0-2-16 0,1 1-9 0,-1 4-9 16,0 2-11-16,1-2-4 0,0 3-8 0,-2-1-4 0,2 2 2 15,1-2-11-15,-2-1 5 0,-2 1-11 0,2-2-2 0,-2-2 6 0,1-1-13 16,0 0 3-16,-2-3-1 0,1 1-1 0,0 0 5 15,-1-4 27-15,2 6 44 0,-2-6 41 0,0 0 32 0,2 2 28 16,-2-2 24-16,0 0 15 0,0 0 14 0,0 0-19 16,0 0-26-16,7-13-21 0,-4 8-17 15,1-3-18-15,1-2-9 0,0 0-18 0,0-2-25 16,3-2-4-16,-2 4 0 0,-2-2-14 0,1 2-6 16,1 0-9-16,-3 2-2 0,1-1-7 0,1 2-2 15,-4 0-26-15,3 2 4 0,-1 1-18 0,0-2-24 16,-1 2-22-16,-2 1-22 0,4 1-26 0,-4 2-31 15,4-6-39-15,-4 6-49 0,5-4-50 0,-5 4-44 16,6 0-37-16,2 0-33 16,-3-2-43-16,-5 2-379 0,9 2-853 0,-9-2 379 15</inkml:trace>
  <inkml:trace contextRef="#ctx0" brushRef="#br0" timeOffset="99020.62">8268 6222 208 0,'0'0'451'0,"0"0"-19"0,0 0-25 0,0 0-26 0,0 0-34 16,0 0-31-16,0 0-37 0,0 0-31 0,0 0-21 15,0 0-32 1,0 0-40-16,0 0-11 0,0 0-29 0,2 5-29 15,-2-5-9-15,0 4-12 0,1 1-14 0,-2 2-4 16,2-3-2-16,-1 8-5 0,-1-3-26 0,2 1 18 0,-1 3-4 0,0-2-2 0,0-1 20 0,0 2-23 16,0-2-5-16,0 1-5 0,0 1-4 0,0-2 2 15,0-5-27-15,0 2-13 0,0 0-15 0,4-2 8 16,-3 0-15-16,-1-1 8 16,0-4 3-16,-1 5 2 0,1-5 11 0,-4 5 5 15,4-5 6-15,0 0-18 16,0 0-57-16,0 0-54 0,0 0-53 0,-3-21-61 15,3 9-55-15,-1-5-209 0,0-2-565 0,1-6 250 16</inkml:trace>
  <inkml:trace contextRef="#ctx0" brushRef="#br0" timeOffset="99164.18">8257 5978 135 0,'-4'-3'301'0,"4"-3"-2"16,-1 1-8-16,1 5-14 0,-3-3-23 0,3 3-27 15,0 0-26-15,0-6-24 0,0 6-34 0,0 0-27 16,-1-6-37-16,1 6-30 0,0 0-25 0,0 0-31 15,0 0-38-15,13 12-44 0,-7-7-52 0,2 2-61 0,-3 0-147 16,3 1-376 0,-5 2 166-16</inkml:trace>
  <inkml:trace contextRef="#ctx0" brushRef="#br0" timeOffset="99752.07">8952 6224 54 0,'-4'-3'252'0,"0"-1"-26"0,-1 0-21 15,0 1-22 1,-1 1-15-16,-2-1-24 0,-6 1-16 0,1 2-11 15,-2-3-13-15,-6 3-13 0,5 3-10 0,-5-2-9 0,2 2-8 16,-2 2 2-16,2 0-15 0,2 2-5 0,-2 1-7 16,3-1-5-16,1 1-2 0,2 3-5 0,3-5-1 15,-3 5-7-15,4-3-2 0,1 1 0 16,2 1-5-16,1-2 1 0,1 2 0 0,4-1 0 16,-1 0 0-16,1 1 3 0,1-3-1 0,3 0 0 0,1 1 4 0,5-2 4 15,-1 0 6-15,5-4-1 16,-1 0-3-16,0-2 4 0,5-2 3 0,0 2 6 15,-2-2 17-15,2-4 16 0,-2 0 9 0,-1-2 10 16,-2-1 12-16,1-3 16 0,-3-1-1 0,-1-3-7 16,3-1 19-16,-3 0-2 0,1-10-9 0,-4 1-17 0,0 0-11 15,-1-7 4-15,-3 0-2 0,-2 1-6 0,2 1-2 0,-6 2 12 0,3 5 19 0,-1 5 17 16,-2 1 10-16,-1 4 7 0,4 4 2 0,-2 0-7 16,-1 2-13-16,2 1-13 0,-2 1-18 0,3 1-16 15,-1 0-15-15,1 2-36 0,0 3-49 0,0 0-37 16,-5-4-43-16,5 4 15 0,0 0 0 0,-4 17 7 15,0-8 12-15,3 6 9 0,-3 6 3 0,4-1-1 16,-5 5 6-16,6 1-17 16,-1 0-7-16,4 1-3 0,-3-3-12 0,3 3-11 15,3-8-5-15,-4-2-12 0,5 1-11 0,-3 0-13 16,3-1-13-16,-3-4-9 0,5 3-16 0,-1-6-23 16,-1 0-13-16,2-2-18 0,-1-2-20 0,1 0-23 0,0-2-158 0,-2 0-465 15,-2 0 205-15</inkml:trace>
  <inkml:trace contextRef="#ctx0" brushRef="#br0" timeOffset="100128.78">9009 6321 762 0,'6'3'32'0,"-6"-3"52"15,0 0 27-15,5 0 16 0,-5 0 11 0,0 0 13 16,0 0 1-16,0 0-3 0,0 0-4 16,0 0-5-16,0 0-8 0,6 0-7 0,-6 0-3 15,0 0-1-15,0 0-9 0,0 0-7 0,0 0-7 16,0 0-4-16,0 0 1 0,0 0 4 0,0 0-6 0,14-3-6 16,-10 2-5-16,2-2-5 0,3-2 9 0,5 0-10 15,-2 1-8 1,7-4-6-16,0-2 19 0,-2 2-3 0,2-3-17 15,-2 0 6-15,6-2-2 0,-7 0 1 0,3-4 0 16,-5 4-7-16,1 0 0 0,-3-2-11 0,-2 1 24 16,-2 5 10-16,-3-3 20 0,4 4 17 0,-5 2-1 15,0 0-10-15,-3 3-11 0,2 0-8 0,-3 3-17 16,0-5-8-16,0 5-29 0,-8-4-10 0,-2 4-2 16,-3 5-9-16,-3 0-7 0,0 4 0 0,-3 1 0 0,1 2-5 0,-2 5-4 15,3-5 1-15,6 5-29 16,0-2-17-16,1 3-9 0,5-2-17 0,2 5 7 15,3-4 2-15,3 1 16 0,10-2 7 0,0-1 16 16,7-1-2-16,5 1 10 0,3-5 3 0,4-2 3 16,4-2 0-16,3-1 7 0,-1-1 8 0,3-3-10 15,-3-1 3-15,-5-1-2 0,2-1 5 0,-7 2-1 16,-9-2 17-16,-6 2 4 0,-3 0 9 0,-1-3 4 16,-2 3 0-16,-2 0-6 0,-5 0 2 0,10-2-20 15,-10 2-24-15,7-1-32 0,-4 0-51 0,-3 1-181 16,0 0-138-16,-5-8-285 0,0 3-760 0,1-2 336 15</inkml:trace>
  <inkml:trace contextRef="#ctx0" brushRef="#br0" timeOffset="101267.96">10939 6282 160 0,'0'0'180'0,"0"0"-10"0,0 0-5 0,0 0-7 16,0 0 2-16,0 0-2 0,0 0-5 0,0 0-1 16,0 0 1-16,0 0 3 0,0 0-17 0,0 0-14 15,0 0-10-15,9-16-10 16,-4 13 0-16,3-5 1 0,-2-1-1 0,4-1 2 15,-2 1-2-15,1-6 6 0,0-1 5 16,1-2-6-16,0-6 10 0,3 0 9 0,-3 0-18 0,1-3 7 16,-5 1 1-16,4-3-10 0,-1 0-8 0,-1-2-4 15,-2 1-10-15,2-1-5 0,-3-1-8 0,0 1-8 16,-2 0-7-16,-1-1-3 0,0 2 3 0,-1 4-10 16,0 5-1-16,-1 4 4 0,-1 2-3 0,0 1 4 0,2 6 1 0,-1 1-6 15,0 0-9 1,0 2-9-16,-1 3-27 0,1 2-39 0,0-8-47 15,0 8-17-15,0 0 17 0,0 0 6 0,-4 29 9 16,-3-6 1-16,1 6 8 0,-2 3 8 0,-3 14 7 16,-1-1 3-16,7-12 4 0,-4 16 4 0,4-3 5 15,1-10 3-15,4 0 5 0,0-3 7 0,3 0-2 16,1-4 3-16,-2 0 0 0,7-4 3 0,-4-7 2 16,3-3 5-16,0-1 1 0,-1-4 8 0,-1-1 7 15,0-2 7-15,1-4 15 0,1 0 16 0,0-3 13 16,-2 2 10-16,4-4 4 0,2-1 6 0,-3 0 8 15,-3-3 17-15,1 1 0 0,1-2-10 0,0-1-12 16,-1 1-6-16,-2-4-8 0,1 0-7 0,-1 0-17 16,-5-1-16-16,1-4-19 0,-2 7-20 0,1-3-8 0,-5 4-9 0,0-1-23 15,-3 1-23-15,1 1-16 0,-5 3-23 0,2-2-1 16,-3 2-5-16,-1 4-13 0,-3 0-11 0,0 2-13 16,5 1-13-16,-2 2-17 0,1-1-23 0,3-1-17 0,1 6-22 15,5-6-5-15,4 2-24 0,0 4-189 0,4-4-497 0,1-3 219 16</inkml:trace>
  <inkml:trace contextRef="#ctx0" brushRef="#br0" timeOffset="101646.43">11528 6036 20 0,'0'0'292'0,"0"-4"-14"0,0 4-21 0,0-6-20 16,0 6-29-16,0 0-25 0,0 0-17 0,0 0-20 0,0 0-16 16,-14 7-12-16,9-2-14 0,-3 2-11 15,-1 2-11-15,-1 0-9 0,0 5-8 0,-2 0-6 16,2 0-7-16,-1-1-6 0,2 2-4 0,-1 0-4 16,3-4-5-16,3 1-3 0,0-1-1 0,2-1-2 0,0 1-4 0,1-2 1 0,2-1 1 15,2-1-2-15,0-3 7 0,2 1 4 0,1 1 8 16,1-4 3-16,1 0 4 0,1-2 9 15,3-2 7-15,-2 1 11 0,-1-3 5 0,3 2 19 16,-2-3 4-16,-1 0 4 0,-4 0 3 0,3 0 2 0,0-4-8 16,-5 0-8-16,3-2-11 0,-2 0-7 0,-1 0-11 15,-2-2-8 1,-1-3-19-16,0 4-16 0,-2 1-16 0,-1-2-5 16,-1 5-8-16,-1-3-14 0,-1 5-18 0,-3-3-15 15,-3 2-9-15,3 1-13 0,-5 2-14 0,1 3-12 16,2-2-14-16,-2 2-22 0,4 1-27 0,-3 0-23 15,5 0-36-15,1 1-18 0,6-1-31 0,-6 2-187 16,6-2-495-16,0 0 219 0</inkml:trace>
  <inkml:trace contextRef="#ctx0" brushRef="#br0" timeOffset="102000.97">11851 5753 27 0,'0'-17'439'0,"0"2"-2"16,0 3-34-16,0 2 2 0,0 1-24 0,0 2-32 16,0 2-41-16,-1 1-33 0,1 0-37 0,0 4-38 15,0-6-67-15,0 6-45 0,0 0-12 0,0 0-9 16,5 18-5-16,-4-1-2 0,1 4-14 0,0 6 0 0,-4 3-6 16,2 3-7-16,0 2-2 0,0-1-2 15,0-1 10-15,-3 1-14 16,3 1 2-16,0-1-19 0,0-1 19 0,0-4-5 15,0-1-2-15,0-3-7 0,1-8-1 0,1 0 0 16,-2-7-1-16,2 2 4 0,-2-3-4 0,0-1-2 16,0-3-1-16,2 0 5 0,-2 2-1 0,0-5-4 15,2 3 11-15,-2-5-6 0,0 5 4 0,0-5-3 16,0 4-2-16,0-4 0 0,0 0-18 0,0 3-16 16,0-3-20-16,0 0-9 0,0 0-8 0,0 0-14 0,0 0-93 0,0 0-126 15,-14-10-349-15,9 1-693 0,2-4 307 0</inkml:trace>
  <inkml:trace contextRef="#ctx0" brushRef="#br0" timeOffset="102269.03">11676 6028 126 0,'-6'1'245'16,"2"1"-19"-16,4-2-1 0,0 0-14 0,-5 2-20 15,5-2-16-15,0 0-19 0,0 0-8 0,17 0-13 16,-5-1-15-16,10 0-11 0,10-4-11 0,0 0-11 16,1 3-5-16,2-2-9 0,-2-1-5 0,-1 2-12 0,-4-1-14 0,-6 1-8 15,-5 0-6-15,-4 1-8 0,-2 0-6 0,0 1-2 16,-3 0-9-16,-3-2-9 0,0 3-3 0,-5 0-11 16,0 0-8-16,0 0-6 0,0 0-6 0,0 0-7 0,-29 2-2 0,17-1-13 15,0 0-13-15,0 2-13 0,-1-3-21 0,4 4-37 16,0-4-183-16,-1 0-356 0,1 0 158 0</inkml:trace>
  <inkml:trace contextRef="#ctx0" brushRef="#br0" timeOffset="102717.92">12172 5764 214 0,'0'-6'400'16,"0"1"2"-16,0 0-12 0,0 0-17 0,-1 3-27 0,0-3-33 0,1 5-34 16,0-6-32-1,0 6-28-15,0 0-30 0,-2-4-42 0,2 4-14 0,0 0-17 16,0 0-8-16,0 16-14 0,2-5-10 0,-4 7-12 15,1 2-6-15,0 7-2 0,-6 2-15 0,1 0-1 16,2 4-5-16,-2 14-3 0,-2-12-19 0,4 0 15 16,-1-3-5-16,-4 2-1 0,4-6-1 0,2-1-5 15,1-9-6-15,-2-2 3 0,4-6-13 0,-3-1-16 16,3-2 22-16,0-1 5 0,0-2 17 0,-1 0 32 16,1 0 38-16,0-4 38 0,0 0 6 15,0 0-6-15,0 0-10 0,13-9-15 0,-4 1-14 0,1 0-10 16,3-4-9-16,2-2-12 0,-2 2-9 0,0-1-6 15,0 5-8-15,-4-1-7 0,1 2-4 0,-1-2-7 16,-4 6-5-16,0-1-17 0,0 1-27 0,0 2-26 16,3-1-19-16,-2 2-13 0,3 5-13 0,3-2-20 0,3 4-34 0,-5 0-52 15,7 4-43-15,-3 1-61 0,4 0-93 16,-4-2-382-16,4-2-835 0,-4-3 370 0</inkml:trace>
  <inkml:trace contextRef="#ctx0" brushRef="#br0" timeOffset="103649.56">13575 5903 45 0,'0'0'251'0,"0"0"-27"15,0 0-20-15,0 0-25 0,0 0-21 0,0 0-14 16,0 0-17-16,0 0-12 0,-20 5-16 0,8-1-15 0,1-1 0 0,-7 2-11 15,1 2-7-15,1-2-6 0,-3 5-9 0,-1-5 0 16,1 6-8-16,-4-5-9 0,5 5-1 0,-1-4-4 16,4 3-3-16,-2-2-2 0,6-1-3 0,-1 0 0 15,2 0-11-15,1-3 0 0,2 4 0 0,0-3 3 16,4 2-5-16,1-2 0 0,2 2 3 0,1-2 6 16,3 3-6-16,7-1 0 0,0-2 4 0,6 4 2 0,1-4-4 0,9 2-1 15,0 0 0-15,-4-3-2 0,5 4-3 0,-10-5-2 16,2 2 2-16,-7-3-3 0,0 4-1 15,-3-2-4-15,-2-1-2 0,-2 0-7 0,-1-1-4 0,-1 1-4 16,0-2 9-16,-4-1 11 0,-2 7 1 0,-2-2 2 16,-9-1 1-16,-5 1 2 0,-1 3-4 0,-8 0 4 15,8-1 6 1,-11-2-6-16,2 1-5 0,0 1 0 0,-1-3 3 16,2 0-1-16,5-1 0 0,2-1 1 0,-2 3-1 15,7-5-4-15,2 0-4 0,4 2-6 0,0-2-22 16,9 0-43-16,-7-2-48 0,7 2-40 0,0 0-188 15,20-13-378-15,-6 8 167 0</inkml:trace>
  <inkml:trace contextRef="#ctx0" brushRef="#br0" timeOffset="103941.35">13793 6017 409 0,'0'0'445'16,"0"-6"-7"-16,1 4-18 0,-1 2-29 0,0 0-39 16,-3-5-38-16,3 5-36 0,0-5-30 0,0 5-33 15,0 0-46-15,0 0-31 0,0 0-28 0,0 0-36 16,0 0-16-16,0 0-4 0,0 0 4 0,0 0-17 16,2 17-8-16,-2-9-2 0,1-1-5 0,-1 0 3 15,0 5-3-15,0-3-3 0,0 4 3 0,1-1-8 16,0 1-16-16,-2 1-16 0,2-2-18 0,-1-3-7 0,0 2-13 0,0-1-16 15,0-3-11-15,0 0-16 0,0 0-16 0,0-2-5 16,0 0-15 0,0-1-8-16,-1 0-3 0,1-4 5 0,-1 6 1 15,1-6-60-15,0 0-79 0,0 0-169 0,-16-10-481 16,9 0 212-16</inkml:trace>
  <inkml:trace contextRef="#ctx0" brushRef="#br0" timeOffset="104103.89">13785 5828 2502 0,'-2'-7'279'16,"0"-1"-93"-16,1 1-11 0,-2 0-1 0,2 2-1 0,-1 0-16 16,1-2-32-16,0 4-28 0,0 1-26 0,1 2-39 15,0-6-12-15,0 6-53 0,0 0-35 16,0 0-28-16,0 0-30 0,0 0-36 0,14 6-47 16,-8-1-56-16,2-1-241 0,-2 2-547 0,1-2 242 15</inkml:trace>
  <inkml:trace contextRef="#ctx0" brushRef="#br0" timeOffset="104758.34">14536 6024 90 0,'0'-5'284'0,"0"5"-20"0,0-5-30 0,0 5-25 16,-4-7-21-16,-1 4-20 0,0 1-18 0,-4-1-18 0,0 2-16 0,-5-2-11 15,-4 3-13-15,-2 0-10 0,-3 0-9 0,2 3-5 16,-7 1-9-16,0-2-6 0,0 4-6 0,0-2-8 16,6 1-6-16,-1 0-1 0,5 2-4 0,-1 0-5 15,4 1-4-15,-2 0 2 0,3 1-6 0,3-1 0 0,3 0-5 16,0 4 1-16,3-4-2 0,1 3 0 0,1-3 3 31,0 2-4-31,6-2 8 0,1 1-6 0,2-1 1 0,3-1 1 0,1-3-1 16,3 2 1-16,3-1 2 0,3-2-2 0,0-3-1 15,0-1 0-15,-3-1 3 0,2-2 0 0,-4 0 4 16,3-3 17-16,-1 0 16 0,-5-1 10 0,-1-5 10 16,0-3 6-16,0 3 11 0,0-3 1 0,-1-1-2 15,-4 0-5-15,3-10-3 0,-4 8 0 0,4-8-7 16,-6-4-13-16,1 2-16 0,1-5 8 0,-4 0-14 0,1 1 25 16,0 0 14-16,-1 5 29 0,-1-1 26 0,0 11 20 15,-1 2 10-15,2 4 0 0,-1 3-7 16,0 1-20-16,1 3-19 0,-2-2-21 0,2 4-42 15,-1-2-52-15,1 5-47 0,0 0 0 0,0 0 9 0,-2 17 1 16,-1-6 0-16,-3 6 6 0,3 1 9 0,-1 9-2 16,3 0 9-16,-2-1-2 0,2-1-4 0,0 4 6 0,3-5 5 15,2 1 3-15,0-5-18 0,-1-1-4 0,2-1-20 16,-3-1-9-16,2-1-28 0,0-5-20 0,-1 0-26 0,2-3-14 31,-4 0-26-31,3 4-27 0,-2-6-27 0,2-1-42 0,1 1-61 16,-2-2-193-16,3-4-565 0,-6 0 250 0</inkml:trace>
  <inkml:trace contextRef="#ctx0" brushRef="#br0" timeOffset="105322.5">14640 6046 89 0,'-3'4'262'0,"3"-4"-17"0,0 0-22 16,-1 3-23-16,1-3-14 0,0 0-19 0,0 0-16 16,19-3-15-16,-8 3-14 0,7 0-12 0,3-4-14 15,-1 0-5-15,3 3-11 0,-1-6-8 16,4 1-10-16,-6-1-3 0,-1 0-7 0,-1-3-6 0,1 4-4 16,0-4-5-1,-5 0-2-15,-2 3 10 0,-1 0 22 0,-2 2 31 16,-1-3 34-16,-2 4 18 0,1 3 9 0,-5-4-3 15,2 0-10-15,0 1-10 0,-1 3-24 0,-3 1-11 16,2-4-29-16,-2 4-17 0,0 0-19 0,0 0-7 0,-18 2-4 16,8 1 1-16,-3 4-9 0,-2 0-11 0,2 2 3 15,-5-1 1-15,5 2-3 0,1-1 10 16,0-1-17-16,2 4-3 0,1-2 1 0,0 2 1 0,3-3-15 0,1 1-6 16,1 0 5-16,1 2 6 0,2 0 0 0,1-5 0 15,2 5 4-15,2-9 11 0,0 6 1 0,4-3 35 16,2-2-21-16,-2 3-6 0,3-4 8 0,2-1 13 15,0 0 0-15,-2-2 4 0,7-1 17 0,-5 0 29 16,1-1 10-16,0-8 9 0,1 6 10 0,2-4 8 16,-2 1-3-16,-1-1 7 0,2-4-5 0,-1 0-2 0,-1 0-6 0,1-1-9 15,-1 0-9-15,3-1-1 0,-6 2-1 0,1 0-1 32,-3 3-8-32,1 2-10 0,-1-2-8 0,0 4-6 15,-5 0-5-15,1 2-9 0,0-1-10 0,-5 1-20 0,4 3 1 16,-4 0-22-16,9-2-9 0,-9 2-9 0,10 2-1 0,-1 1-6 15,-1 3-2-15,1 0-3 0,0-1-4 0,0 2-8 16,0 1-11-16,-1 1-6 0,0-1-28 0,0 1-40 16,1 0-51-16,0-1-45 0,-3 0-58 15,1-2-93-15,-2-1-399 0,1-3-845 0,0-1 374 0</inkml:trace>
  <inkml:trace contextRef="#ctx0" brushRef="#br0" timeOffset="106560.7">16255 6154 30 0,'0'0'181'0,"0"0"-19"0,0 0-18 16,0 0-17-16,0 0-11 0,0 0-11 0,0 0-10 0,0 0-6 16,0 0-1-16,0 0-6 0,-8 0 0 0,8 0 2 15,0 0-5-15,0 0-3 0,0 0-7 0,0 0-1 16,17-9-9-16,-11 7-5 0,3-3 5 0,0-1-5 0,0 1-5 15,0-4 0-15,0 2 11 0,4-3-8 0,-2 0 6 16,3-4 9-16,-2 0-5 0,3-1 0 16,0-8 3-16,-4 8-1 15,5-7 1-15,-3-2 0 0,2 3 14 0,-3-5-5 16,-1 0-1-16,2 1-9 0,-4-3 1 0,4 0-8 16,-4-5-3-16,-1 2-8 0,0-1-7 0,-3-1 3 15,-1 0-3-15,0 2 1 0,0 0 7 0,-3 2 3 0,-2 0 6 0,-2 3 12 16,2 8 13-16,-1-1-2 0,-1 4-2 0,0 3 1 15,2-2 5-15,-3 4 3 0,3 3-4 0,-3-1-10 16,3 1-13-16,0 5 1 0,0-3-58 0,-1 1-19 16,2 4-30-16,-5-3 0 0,5 3 3 0,-4 10 3 15,-1-2 7-15,-1 9 5 0,-6 8 3 0,3-3-2 16,0 10 4-16,-1 0 3 0,-3 14 1 0,-1-2 3 16,5 3 2-16,4-11 3 0,-1 8-2 0,3-8 7 15,3 0-1-15,1-6 5 0,5 2 5 0,0-4-2 16,4 1 9-16,3-2 2 0,1-3 3 0,1 0-1 0,2-6 5 0,-3-2 3 15,-2-4-3-15,2-3-1 0,-3-1 10 16,-1-1 2-16,3-2 19 0,-4 1 7 0,-1-2 31 0,-1-4 20 16,-2 2 21-16,1-2-3 0,-6 0-4 0,11-3-9 31,-7-1-4-31,2-1 0 0,-2 2-9 0,-1-4-7 0,-2 2-11 16,2-3-8-16,-3-1-5 0,0 0-10 0,0 0-10 15,-3 1-10-15,2-2-14 0,-2 3-3 0,-1-1-9 0,-2 0-13 0,2 3-11 16,-5-3-40-16,0 3-10 0,-2 1-27 0,1-1-21 15,-2 4-26-15,-1 1-28 0,3 1-28 0,0-1-26 16,0 2-29-16,2 1-34 0,3 1-28 0,1 0-32 16,3-1-219-16,1-3-608 0,5 6 269 0</inkml:trace>
  <inkml:trace contextRef="#ctx0" brushRef="#br0" timeOffset="107194.17">16795 5903 41 0,'0'-7'353'0,"3"2"1"0,-4 0-4 0,2 2-19 16,0-1-21-16,-1 4-35 15,2-4-29-15,-2 4-29 0,0 0-22 0,2-4-28 16,-1 2-33-16,-1 2-35 0,0 0-14 0,0 0-10 16,0 0-5-16,7 6-8 0,-4 0-7 0,1-1-10 15,1 2-9-15,1 3-11 0,0-1-5 0,0 0-2 0,3 1-6 0,-4 0 0 16,4-4-1-16,-1 3 2 0,-2-2-1 15,2 0 2-15,2-2-5 0,-5-2 0 0,3 1 2 16,-3-3 0-16,2 2 2 0,0-4-3 0,-7 1-1 16,14-4 3-16,-6 1 3 0,2-2 11 0,-2-4 11 0,-2 6 15 15,1-5 10-15,0 1 6 0,0-3 1 16,-1 1 18-16,-3 2 8 0,3-1 11 0,0 1 12 16,-3 1-2-16,1 0 8 0,-3 1 0 0,2 3-11 15,-1-2-12-15,1 1-13 0,-3 3-11 0,1-4-20 0,-1 4-18 16,1-4-35-16,-1 4-16 0,0 0-33 0,0 0-2 0,0 0 10 15,8 11-1-15,-4-2 6 0,-1 0 0 0,1 6 0 16,2 2-7-16,-3 10 0 0,1 0-1 0,1 4-1 16,2 2 18-16,-4 3-5 0,3 0-5 0,0 9-2 15,-2-9 6-15,-1 12-2 0,-1-10 5 0,-1-3 3 16,4 0 1-16,-2 0-15 0,-3-1 28 0,0-3-6 16,0-2 5-1,-3-2-1-15,3-8 2 0,-5-2 1 0,4-1 2 0,-3 0-9 16,3-4-3-16,-3 0-5 0,0-4 3 0,0-1 4 15,3-2 9-15,-2 0 28 0,2-1 29 0,1-2 31 16,-2 3 39-16,2-5 11 0,-8 0-7 0,8 0 9 16,-11-5 8-16,3-1 6 0,-1-2 2 0,5-4-6 15,-2-3-5-15,1-4-21 0,2-9-18 0,4-2-20 16,4-6-16-16,8-12-9 0,6 1-6 0,0 3-16 0,3-1 5 0,8 6-4 16,-3-2-4-16,-6 12-5 0,3 4 2 0,2 4-6 15,-3 1-6-15,0 0-1 0,-6 7 1 0,-2 0 1 16,-5 4-4-16,-1 2-4 0,-1 3-1 0,-3-1 1 15,0 1-12-15,0-1-37 0,0 2-43 0,-1 2-51 16,-1-2-66 0,-3 3-51-16,0 0-13 0,0 0-22 0,0 0-41 15,-12 11-78-15,1-10-347 0,-1 2-818 0,0-3 362 16</inkml:trace>
  <inkml:trace contextRef="#ctx0" brushRef="#br0" timeOffset="110416.51">18662 5726 161 0,'0'-5'190'0,"0"5"-5"16,0-5-11-16,0 5-8 0,-1-5-12 0,1 1-13 15,0 4-14-15,0-4-12 0,0 4-15 0,1-8-8 16,2 5-10-16,-3 3-12 0,5-2-7 0,0-1-4 16,0 2-6-16,3 0-4 0,-8 1-6 0,14 1-9 15,-4 0-2-15,0 4-2 0,1-2-5 0,-1 5-5 16,1 0 0-16,-1 5 12 15,3 1 0-15,-1 1-1 0,-3 4-4 0,2 5-3 16,-4-6-2-16,0 5-5 0,-5-3 2 0,1 1-5 16,0 4 1-16,-7-1-2 0,2-5 0 0,-5 10-2 15,1-9 2-15,-4 2 2 0,-1 2 4 16,2-8-8-16,-2-1-2 0,2 1 8 0,-3-1-2 0,2-4 6 16,4 0 0-16,-1-3 0 0,1-1 3 0,1-2 3 0,0-1 5 15,1 0 9-15,0 0 23 0,2 0 18 0,-1-1 29 16,3-3 24-16,-4 1 26 0,4-1 16 0,0 0 0 15,0 0-18-15,0 0-20 0,-2-11-14 0,5 2-13 0,4 0-10 16,-2-2-11-16,6-4-10 0,-2-2-8 16,7-5-8-16,0 1-4 0,2 2-24 0,0-3 9 15,-3-1-2-15,3 1-6 0,1 1 0 0,2-2-9 16,-3 0-4-16,1 2-1 16,-2 2 2-16,-1 0-6 0,-4 5-2 0,0 0 4 15,-1 0 1-15,-1 0 9 0,-1 6 3 0,-3-3 6 16,-1 2 2-16,1 3 6 0,-4 0-5 0,3 2 2 15,-2 0-7-15,0-1-8 0,0 1 0 0,-2 3-6 16,-1 1-14-16,4-4 3 0,-4 4-15 0,0 0-12 16,1-5-21-16,-1 5-13 0,0 0-2 0,0 0 8 15,-3 13-12-15,0-5 17 0,-3 3 9 0,-2 4-7 0,-1 2 6 0,-1 0 7 16,-2 10-3-16,2-5 2 0,1 2 5 0,2-5 3 16,2 1 2-16,2-2-5 15,-1-1 9-15,1-1-2 0,3 0 0 0,3-4 6 16,0-1 4-16,3 1 1 0,5-1 11 0,0-1 3 15,3 0 4-15,6-1 8 0,7-4 2 0,2 2-1 16,2-4-6-16,1-3-2 0,-3 0 3 16,2-1-6-16,-3 0 0 0,-9-2-3 0,-1 1 10 0,-4 1-10 15,-2 1 16-15,-3-2 8 0,-3 1-1 0,-1 0 5 16,-5 1 1-16,9 0-3 0,-2 0 0 0,-7 0-2 16,6-3 1-16,-6 3-1 0,8 3-8 0,-8-3 2 15,0 0-3-15,0 0-4 0,0 0-5 0,6-3-11 16,-6 3-12-16,0 0-13 0,0 0-21 0,0 0-19 15,0 0-29-15,0 0-18 0,0 0-47 0,0 0-41 0,6 3-40 16,-6-3-34-16,0 0-50 0,0 0-77 0,0 0-264 16,10-5-710-16,-4 0 314 0</inkml:trace>
  <inkml:trace contextRef="#ctx0" brushRef="#br0" timeOffset="112226.64">19732 5774 182 0,'-3'-7'279'0,"2"4"-3"0,-2-2-14 16,2 4-18-16,-3-3-21 0,4 4-23 0,0-4-20 15,0 4-24-15,0 0-13 0,-5-5-19 0,5 5-17 16,0 0-24-16,0 0-11 0,0 0-12 0,0 0-9 16,0 0-4-16,0 0-4 0,0 13-4 0,0-7-2 15,5 2-2-15,-1-3-4 0,4 2-4 0,-2 3-3 0,2-2 2 0,1 0-5 16,0-2 0-16,-2 1-5 0,5-2 1 0,-3-1 0 16,1 1 0-1,0-2 1-15,-1-1-3 0,2-2-1 0,0 0 7 0,-1-4 4 0,-1 1 10 16,3-2 9-16,-3-1 15 0,0-4 5 0,4 0 3 15,-4 0 10-15,1-3 5 0,1-1 3 0,-5 0-5 16,1-1 7-16,-1-2-4 0,2 3 4 16,-6 2 2-16,2 0-5 0,0 2-5 0,-1 0 15 15,-1 0 0-15,1 3-7 0,-3 3-1 16,1-2-11-16,0 1-9 0,1 3-17 0,-2 2-32 0,1-4-34 16,-1 4-37-16,0 0 4 0,0 0 2 0,-1 16 0 15,-2-1 9-15,2 4 2 0,-2 9 6 0,-2 5 3 16,0 12-5-16,-4 2 12 0,0 1-6 0,5 3 2 15,-1 3 3-15,0-1 6 0,-3 0-3 0,5 0 8 0,1-1 3 0,-2-2-4 16,0-5 7-16,3 1 4 0,1-12-8 16,-4-1-5-16,3-1 10 0,-3-2-3 0,4-4 2 15,-4-6 0-15,4-1 2 0,-5-2-3 0,4-3-6 16,-3-4-5-16,2 2-9 0,0-4-1 0,1-1 10 16,-1-2-1-16,0-1 8 0,2 1 30 15,-2-2 19-15,0 1 27 0,2-4 21 0,-2 4 29 0,2-4 6 0,0 0-11 0,-12-3-1 16,12 3 6-16,-10-6 10 0,2-1 8 0,2 0-6 15,-3-3 2-15,3-4-14 0,-2-4-17 0,3-8-23 16,2-3-22-16,3-1-18 0,8-15-15 0,2-4-13 16,8 5-2-16,1-7-5 0,10 6-3 0,1 0 0 15,2 4-1-15,5 2 0 0,0 3 0 0,2-1-4 16,-9 14 5-16,-3 0 3 16,0 1 2-16,-3 1 2 0,-6 4 4 0,0 6-1 15,-7 0 9-15,0 5 2 0,-4-1 4 0,-2 2-1 16,1 1-3-16,-3 2-1 0,1-1-3 0,0-1-2 15,1 1-4-15,-5 3-2 0,4-1-11 0,-4 1-19 16,3-4-28-16,-3 4-19 0,0 0-12 0,3-1-29 16,-3 1-30-16,0 0-19 0,0 0-17 0,6-1-13 15,-6 1-5-15,0 0-19 0,0 0-14 0,0 0-19 0,0 0-39 0,0 0-71 16,0 0-218-16,0 0-620 0,-9-12 274 0</inkml:trace>
  <inkml:trace contextRef="#ctx0" brushRef="#br0" timeOffset="112805.2">20588 5157 185 0,'0'0'265'0,"1"-5"-6"0,-1 5-14 0,0-5-12 16,0 5-13-16,0-4-10 0,0 4-20 16,0 0-11-16,0 0-9 0,0 0-20 0,0 0-18 0,0 0-18 0,0 0-20 0,0 0-8 15,0 0-11-15,0 0-10 0,-17 9-9 16,10-1-3-16,-6 5-8 0,-7 6-6 0,0 5-7 15,-1 2 4-15,-5 17-1 0,-1-1 1 0,-2 2-2 16,6-2-2-16,0 3-5 0,9-16 0 0,2 5-4 0,3-1-3 16,3-4-1-16,2 0 1 0,6 0-4 0,5-6 0 15,-2-4 23-15,4-2 6 0,3-1 13 0,3-4 19 0,3-2 5 16,1-2 10-16,7-1-1 0,-5-6 9 0,0-1 14 16,-1-1 10-1,-2 1 17-15,-2-6 17 0,-2 1-4 0,-5-1-8 0,0-4-19 16,-3 1-4-16,0-4-18 0,-6 4-23 0,-6-8-24 15,-2 3-37-15,-6-1-43 0,-9 1-46 0,-6 1-66 16,-6 4-51-16,-17 4-46 0,-3 5-70 0,2 4-98 16,1-2-274-16,11 4-729 0,3-4 324 0</inkml:trace>
  <inkml:trace contextRef="#ctx0" brushRef="#br0" timeOffset="123764.57">6081 9220 96 0,'0'0'109'16,"0"0"12"-16,0-7 0 0,0 7-8 0,-3-7-12 15,3 7 1-15,-1-3 6 0,1 3-1 0,0-2 5 16,0 2-3-16,0 0 1 15,-4-5-9-15,4 5-2 0,0 0-4 0,0 0-4 16,0 0-8-16,0 0 3 0,0-4 1 0,0 4-8 16,0 0 2-16,0 0-4 0,0 0-7 0,0 0-4 15,0 0-7-15,0 0-8 0,0 0-2 0,0 0-10 16,5-3 2-16,4 0-10 0,0 1 2 0,8-2-8 16,3 0-1-16,8 2-3 0,4-3-3 0,0 0-16 0,0-2-30 0,0 3-44 15,0 1-46-15,1 0-42 0,-5 0-231 16,-10 2-421-16,0-4 187 0</inkml:trace>
  <inkml:trace contextRef="#ctx0" brushRef="#br0" timeOffset="123939.34">6133 9449 152 0,'-2'4'160'0,"2"-4"-3"15,-3 2-9-15,3-2-2 0,5 3-8 0,-5-3-10 16,20-1-13-16,2-2-12 0,9 2-12 0,-2-3-25 0,7-2-57 16,-1 1-48-16,-2 0-75 0,-5-2-96 0,-9 1-228 15,-1 0 101-15</inkml:trace>
  <inkml:trace contextRef="#ctx0" brushRef="#br0" timeOffset="124473.56">6347 9076 31 0,'-6'-8'307'0,"1"1"-5"0,1 2-16 15,2 2-13-15,-2-3-30 0,2 1-29 0,-1 2-20 16,3 3-23-16,-4-7-23 0,3 6-22 0,1 1-17 16,0 0-13-16,0 0-12 0,0 0-4 0,8 13-13 15,0-4 3-15,0 1-14 0,0 0-4 0,3 4-11 16,5 1-2-16,3 2 0 15,-4-1-4-15,4 2-8 0,1 0-6 0,1-3-7 16,-3-4-4-16,-4-2-5 0,4 0-8 0,-3-1 2 16,3-1-2-16,-1-5 1 0,-4 2 0 0,-2-5-1 15,0 2 3-15,0-1 0 0,-3-1 9 0,-2-3 12 16,4 0 17-16,-1-3 0 0,-6 1 15 0,1 0 1 16,-1-3 11-16,0 2 8 0,3-1 9 0,-6 1 15 0,1 1 0 0,2 1 8 15,-2-1-7-15,2 0-11 0,-3 4-15 0,1-2-12 16,-1 4-26-16,0 0-29 0,0 0-14 0,0 0-1 15,-8 10 0-15,-2 7-3 0,-4 11 3 0,-5 0 5 16,-5 11-2-16,-2 7-2 0,-2-2 3 0,4 1-4 16,-3 3 4-16,3-3 2 0,0-3-2 0,4 3-2 15,2-13 12-15,4 1-14 0,-2-5 3 0,3 3 3 16,0-5-3-16,3-1-1 16,5-4 3-16,-2-6-2 0,1 0 1 15,1-5 3-15,2-1 6 0,2-4 6 0,-1 0 8 0,-1-1 8 16,3 1 23-16,0-5 26 0,-4 6 21 0,4-4 18 15,0-2 19-15,-1 4 9 0,1-4 4 0,0 0 2 16,0 0-5-16,0 0-8 0,-1 3-13 0,1-3-10 16,0 0-13-16,0 0-8 0,0 0-9 0,0 0-18 15,0 0-24-15,0 0-28 0,-3 4-28 0,3-4-43 0,0 0-74 0,0 0-85 16,0 0-64-16,9-12-65 0,0 5-52 0,2 0-338 16,1-3-799-1,1-1 353-15</inkml:trace>
  <inkml:trace contextRef="#ctx0" brushRef="#br0" timeOffset="125737.3">7707 8985 92 0,'0'-7'259'15,"0"2"-5"-15,0 1-13 0,0 4-19 0,0-5-17 0,2-1-22 0,-2 6-20 16,1-5-16-16,-1 5-19 16,0 0-18-16,0 0-17 0,0-4-16 0,0 4-8 15,0 0-9-15,4 15 1 0,-3-11-10 0,3 6-8 16,-1 2-7-16,3 0 1 0,0 3-3 0,-2 4-6 16,2-2-5-16,7 5 4 0,-4-4-7 0,4 4 3 15,-3-4-5-15,3-1 0 0,-4 0-1 0,5-3-4 0,-1-2 5 0,-1-1-4 0,-3-2 6 0,0-2-5 16,1-2-1-16,0-2-1 0,-1 1-1 0,1-4 3 15,1-2 2-15,-1-2 12 0,3-2 8 16,0-5 3-16,-4 1 7 0,2-3 2 0,-2-1 2 0,0-1 2 16,0 0-6-16,0-3 7 0,-5 0-7 0,4 1 4 15,-4 0 0-15,2-1 3 0,-2 2 3 0,-3 0 1 16,3 4 11 0,-3 2-5-16,-1 3 5 0,4-1 8 0,-4 4-26 15,0-4-10-15,3 4-18 0,-2 0-30 0,-1 4-25 0,0 0 0 16,0 0 0-16,0 0 3 0,-4 18 2 0,-1-1 6 15,-3 9 0-15,2 8 0 0,-2 15 1 16,-1 2 8-16,0 0-4 0,-1 4 4 0,2 1 2 16,2 2-1-16,2-3 12 0,0-1-12 0,-1 0 3 0,4-4 1 15,4-2 0-15,-5-2-1 0,4-10 2 0,1 1 0 0,1-1-2 16,0 10 4-16,-1-10-1 0,-1-3-1 0,2 0 7 16,1 0-1-1,-4-3-3-15,2 1 1 0,-2-5 1 0,-1-6-4 0,4 6 7 16,-8-9-4-16,3 0 4 0,1-5 3 0,-4-1-1 15,0 0-3-15,3 0 3 0,-3-3 3 0,0 0 3 16,3-3 7-16,-3 0 5 0,0 2 13 16,-1-5 7-16,1 0 8 0,-2-1 13 0,0-1 19 0,6 0 20 15,-18-5 12-15,6-1 23 0,1-3-9 0,-2-4 1 16,-1-7-8-16,-1-7-20 0,3-2-16 0,1-17-20 16,4 0-13-16,6-3-9 0,5-1-4 0,6 1-7 15,4-2-4-15,5-2-6 0,4 3 1 0,5 3-9 0,3 1 7 16,1 1-8-16,-1 6-5 0,-8 12 2 15,0 0-2-15,-4 3 0 0,-5 9 10 0,4-4 0 0,-7 5 3 0,-1 2-2 16,-1 2-1-16,-2 1-1 0,-1 4-1 0,-2-3-7 16,1 3-10-16,-1 1-19 0,-3 1-32 0,4 1-30 15,-4-1-42-15,-1 3-32 0,0 0-27 0,4-4-23 16,-4 4-19-16,0 0 0 0,0 0-2 0,0 0-27 16,0 0-51-16,0 0-253 15,-19 5-604-15,19-5 268 0</inkml:trace>
  <inkml:trace contextRef="#ctx0" brushRef="#br0" timeOffset="126939.4">8134 8855 86 0,'0'0'122'0,"0"0"1"0,0 0-19 0,-2-3-7 0,2 3-13 15,0 0-5-15,0 0-3 0,0 0-4 0,11-7 0 16,-11 7-5-16,0 0-3 0,5-1 7 0,-5 1-6 15,5-2-4-15,-5 2-5 0,0 0-4 0,0 0 5 16,5-2-15-16,-5 2-4 0,0 0-4 0,0 0-3 16,0 0 0-16,0 0 1 0,3-2-10 0,-3 2-5 15,0 0 1-15,0 0 0 0,0 0-3 0,0 0 5 0,0 0-7 0,0 0 12 16,0 0-1-16,0 0 6 0,0 0 4 0,0 0 3 16,0 0 2-1,0 0 2-15,0 0 3 0,0 0-3 0,0 0 2 0,5-3 2 16,-5 3-2-16,0 0 2 0,0 0-3 0,0 0-1 0,0 0-6 15,0 0 1-15,0 0-2 0,0 0-2 16,0 0-2-16,0 0 2 0,0 0-5 16,0 0-2-16,0 0-5 0,0 0 2 0,0 0-9 15,0 0 6-15,0 0-4 0,0 0 2 0,0 0 1 16,0 0-6-16,0 0 3 0,0 0-2 0,0 0-2 0,0 0 1 16,0 0 2-16,0 0-3 0,0 0 2 0,0 0-1 15,0 0 2-15,0 0-5 0,0 0 3 16,0 0 2-16,0 0-4 0,0 0 1 0,0 0-2 15,0 0-2-15,0 0-3 0,0 0 1 0,0 0 0 0,0 0-3 0,0 0 1 16,0 0 1-16,0 0-3 0,0 0 2 0,0 0 1 16,0 0-3-16,0 0 2 0,0 0-2 0,0 0 0 15,0 0 0-15,0 0 2 0,0 0-4 0,0 0-1 16,0 0 11-16,0 0-7 0,0 0-2 0,0 0 0 0,0 0-1 16,0 0 0-1,0 0 3-15,0 0-4 0,0 0 4 0,0 0-2 16,0 0 0-16,0 0 3 0,0 0 3 0,0 0 2 15,0 0 1-15,0 0-1 0,0 0 1 0,0 0-3 16,0 0 3-16,0 0 0 0,0 0-1 0,0 0 1 16,0 0-3-16,5-2 0 0,4 0-1 0,5-1 1 15,4-4-3-15,0 2 1 0,4 0 6 0,4-2-6 16,3 2-2-16,-4 0 1 0,2-4 2 0,1 4 10 16,-1-2-9-16,-4 2 0 0,-4 1 1 0,-1-1 1 0,-5 2 1 0,-2 0-2 15,0 1-4-15,-6 0 4 0,2 1 1 0,-3 0 0 16,1 0-1-16,-5 1-2 0,8-2-2 0,-8 2-3 15,5-1-5-15,-5 1-20 0,5-1-13 0,-5 1-4 16,0 0-6-16,0 0-14 0,0 0-13 0,-9 9-16 16,3-7-47-16,1 3-4 0,1-4-38 0,-1 1-209 15,0 0-419-15,5-2 186 0</inkml:trace>
  <inkml:trace contextRef="#ctx0" brushRef="#br0" timeOffset="127619.09">9126 8324 4 0,'0'0'230'0,"0"-4"-16"15,0 4-12-15,0 0-17 0,0 0-17 0,0 0-17 0,1-5-17 16,-1 5-15-16,0 0-13 0,0 0-12 0,0 0-10 15,0 0-9-15,-20 12-8 0,9-9-12 0,-3 9-11 16,0 0-1-16,-1 4-7 0,-2 4-3 16,-6 5-11-16,3 3 12 0,1 1-8 0,0 5-4 0,-7 7-3 15,11-8-1-15,1 0-2 0,1 1 1 0,3-3-3 0,2 3-1 16,4-5 0-16,4 0 1 0,1-2 0 0,7 1-2 31,2-4 21-31,3-1 16 0,1-7 8 0,7 2 11 0,5-6 8 0,1 0 5 16,1-5 5-16,3-1 4 0,-3-2 6 0,0-4 2 15,2 0 8-15,-10-4 10 0,-1-2 17 0,-2 1 19 16,-7 1 23-16,0-2 8 0,-1-2-17 0,-4 0-19 16,0-4-16-16,-6 2-21 0,-1-2-17 0,-6-3-23 15,-2 0-15-15,-7 1-18 0,-10 0-19 0,-3-1-22 16,-1 5-25-16,-5 2-33 0,-5 3-26 0,-9 2-36 16,-2 6-36-16,12 1-42 0,1 2-52 0,2-1-78 15,4 3-247-15,4 1-626 0,9-3 278 0</inkml:trace>
  <inkml:trace contextRef="#ctx0" brushRef="#br0" timeOffset="133616.23">9825 9166 10 0,'-22'-2'118'0,"2"2"-10"16,-7 0-15-16,-3 3-4 0,11 2-1 0,-12 0-6 16,1 4-1-16,2 1-7 0,2 0-1 0,-2 2-6 15,5 2-7-15,0 3-5 0,1 0-5 0,7-2-5 16,-2 4-11-16,5-4 1 0,1 1-4 0,2-1-2 15,3-1-1-15,0 1-7 0,3-3-5 0,3 0 4 16,1 0-4-16,2 0-2 0,3-2 3 0,2 0 11 0,2-1 14 16,5-3 10-16,1 2 10 0,3-3 5 0,-1-4 6 0,4-1 3 15,-2 0 7-15,-1-3 8 0,2-2 2 0,-1-5 8 16,-2-1 4-16,1 0 0 0,0-10 1 0,-1 4 2 16,-2-4 6-1,-4-1 5-15,1-4-5 0,0 1-15 0,-4-5-6 16,1-2-7-16,-2 0-14 0,-2-3-4 0,2-12-4 0,-5 10-18 0,3-8 6 0,-5 10 5 0,2-11 7 15,-2 12 12-15,-2-1 6 0,-2 1-1 0,3 2-1 16,0 0 10-16,-5 2 3 0,5 4 6 0,-1 5-16 16,1 4-7-16,-1 2 0 0,1 3-3 0,0 0-8 0,-3 3-4 15,3 4-11-15,0-1-7 0,0 0-7 16,0 3-17-16,-1-1-41 0,1 4-37 0,0 0-18 16,0 0 13-16,0 0 2 15,-3 19 2-15,3-1 8 0,-3 9 5 0,1 3 7 16,-2 4 5-16,0 0 0 0,2 2 3 0,-6 12 4 15,7-4 3-15,-2-11 1 0,2 1 3 0,1 0 2 16,1 0-3-16,-1-2 6 0,3-2 2 0,-2 3 5 16,3-5-2-16,-3-1 4 0,2-2 1 0,-2-6 4 15,0-1-5-15,3-1 1 0,-4 0-2 0,4-1-2 16,-3-5 6-16,0-1-2 0,1 1 6 0,-1-2-1 0,-1 0 5 0,0-2-5 16,3-1-5-16,-2 1 18 0,-1-3-16 0,0 1 2 15,0 0-4-15,0-2 5 0,3 1-4 0,-6 1 1 16,6-1 16-16,-6-1-13 0,6 0 2 0,-3-3-2 15,0 10-1-15,2-6 1 0,-2-2 2 0,0 1-4 16,0 2 3-16,0-5-2 0,0 7 0 0,4-6 4 16,-4-1 0-16,0 4 5 15,0-4 3-15,1 4 0 0,4-1 3 0,2-2 6 16,4 1-6-16,10-2-5 0,11-1-17 0,3-3-29 16,6-1-55-16,12-7-77 0,2-2-118 0,-2-6-283 15,-2-3-617-15,-1-2 273 0</inkml:trace>
  <inkml:trace contextRef="#ctx0" brushRef="#br0" timeOffset="134524.84">10035 9107 215 0,'0'-8'314'0,"-1"2"-4"0,1-5-15 16,0 6-14-16,0-1-24 0,0 0-22 0,1 2-22 15,-1 4-25-15,0-5-21 0,2 2-16 0,-1-1-23 16,-1 4-16-16,0 0-14 0,0-5-22 0,0 5-12 0,0 0-9 0,0 0-6 16,6 9-5-1,-3-4-5-15,0 1-1 0,1-1-6 0,1 6-2 16,1-2-2-16,-1 1-7 0,0 1-2 0,2-3-1 15,-1 2-4-15,2-1-1 0,-2 2-3 0,-1-5 1 16,0 0-3-16,3 3 0 0,-2-6 2 0,-2 1 2 16,1-1-2-16,-1-1 1 0,0-2 4 0,-4 0-5 0,10-2 4 15,-1 2 3-15,-4-7 1 0,3 0 6 0,-3-4 1 16,4 4 0-16,-3-5 2 0,5-2-6 0,-6 3-2 16,2-5 2-16,0 2 2 0,0-2-8 0,-1 1 2 15,-3 4 1-15,5-2-7 0,-4 2 16 0,0 0 3 16,-1 3-2-16,1-2 3 0,-1 6-1 0,-2-2-5 15,1 1-8-15,0 1-15 0,-1 2-8 0,-1 2-23 16,3-3-23-16,-3 3 12 0,0 0-8 0,0 0 3 0,0 15 5 0,0-5 1 16,-4 7 7-16,2 7-1 0,-1 5 11 0,-1 2-6 15,0 17 5-15,3-2 14 0,-2 3-7 0,1-3 3 16,2-10 0-16,0 10 2 0,1-10 0 0,0-2 1 16,1 4 3-1,-1-3 0-15,3-1 1 0,-2-4-1 0,2-1-1 0,0-1 15 16,-3-2-11-16,3-2 1 0,-3-6-2 0,1 1 0 15,-2-4 7-15,0-3-1 0,-2 2-5 16,1-4 3-16,0 1-4 0,-2-1-1 0,1-4 1 0,-2-1 5 16,1 4 1-16,-1-4 3 0,-1 2 2 0,-1-2 7 15,-3-2 0-15,0 1 4 0,0-2 4 0,-2-1 8 16,2-1 4-16,-3-1 12 0,2-3 16 0,1 2 17 16,0-2 15-16,-1-3 20 0,2 1-1 0,3-2-4 15,-4-6-11-15,2-2-6 0,1-6-11 0,5-4-42 0,1-5-18 16,4-3-4-16,6-12-8 0,0 0-4 0,8 0-13 15,0 3 9-15,1-3 3 0,7 5 3 0,-8 12-5 16,3 0 8-16,2 1-5 0,-2-1 4 0,2 3-2 0,-1 4-2 16,-1-1 6-16,-3 5 12 0,-1 6 7 0,-8 3 6 15,0 1 0-15,0-1-5 0,-3 2-6 0,-1 4 0 0,-1 1-12 16,-1-1-9-16,1-1-43 0,-1 1-47 0,-3 3-45 16,0 0-15-1,0 0 1-15,0 0-3 0,-2 12-17 0,-3-1-20 0,-7 5-34 16,2 0-30-16,-3 0-77 0,-4 3-176 0,2 2-546 15,2-6 242-15</inkml:trace>
  <inkml:trace contextRef="#ctx0" brushRef="#br0" timeOffset="135134.56">9053 9936 68 0,'0'0'185'0,"-4"1"-7"16,4-1-4-16,0 0-4 0,0 0-7 0,0 0-6 0,-9 0-14 16,9 0-2-16,0 0-14 0,0 0-9 0,0 0-9 15,0 0-12-15,0 0-11 0,0 0-8 0,0 0-10 16,0 0-5-16,0 0-9 0,-8-1-5 0,8 1-2 16,0 0-6-16,0 0-6 0,0 0-2 0,0 0-3 15,0 0-2-15,0 0-6 0,0 0 0 0,0 0-2 0,0 0-4 0,0 0-1 16,0 0-2-16,0 0 2 0,0 0-4 0,0 0 0 15,0 0 2-15,0 0-3 0,0 0 1 16,0 0-5-16,0 0 2 0,0 0-1 0,0 0-3 0,0 0-1 16,0 0 0-16,0 0 0 0,0 0 2 0,0 0-2 15,0 0 3-15,0 0-3 0,0 0-3 0,0 0 5 16,0 0 1-16,0 0-3 0,0 0 2 0,0 0 11 0,21 1 13 0,-10-2 2 31,6-2 5-31,11-2-1 0,8 1-1 0,3 1-1 0,24-8-3 16,29 3 5-16,4-4 2 0,4 3 2 0,4-3 15 15,0 0-10-15,1 2 5 0,-2 0 10 0,-2 0-3 16,-5 1-2-16,-4-1-5 0,-31 5 1 0,-3-2-3 16,-2 2-8-16,-20 0 6 0,-4 0 19 0,-3 0 16 15,-10 1 13-15,-6 3 7 0,1-1 15 0,-5 0-15 16,-1 1 0-16,-2 0-7 0,2-2-9 0,-6 2-14 0,-2 1-7 16,8 0-25-16,-8 0-22 0,5-1-28 0,-5 1-42 15,0 0-37-15,0 0-31 0,0 0-32 0,0 0-37 16,-19 7-39-16,9-3-52 0,-3-3-297 15,-5 5-627-15,5-1 277 0</inkml:trace>
  <inkml:trace contextRef="#ctx0" brushRef="#br0" timeOffset="136159.09">9987 10471 121 0,'-1'-4'171'0,"-3"-3"-7"16,0 2-6-16,-1-1-14 0,-4 1-10 0,0-4-21 15,0 3-7-15,-4 0-12 0,1 3-11 0,-5-4-5 16,-1 4-5-16,-4 1-4 0,1-1-6 0,-6 3-7 0,5 2-1 0,-5 1-2 16,-1-1-6-16,0 4-2 0,6-2-4 0,-6 3-5 15,9 1-2-15,0-1-4 0,0 3-3 0,1 0-4 16,0-2 0-16,5 3-8 0,2 0-1 0,-1 0-4 31,7-1 5-31,-3-1-3 0,2 1-4 0,5 1-3 0,-2 1 6 16,3-4 0-16,4 4-2 0,1-4 3 0,1 1 1 0,6-2 1 15,3 1 13-15,5-5 5 0,1 3 2 0,1-3 5 16,5 0 1-16,-7-3-5 0,8-1 13 0,-6-1 7 16,-2 0 1-16,0-3 5 0,-1-3 11 15,-1-1 12-15,-3-3 6 0,0-1 9 0,-1-1 5 16,-1-2-6-16,-1-2 7 0,-2-5-10 0,0-2-4 0,-1-4-3 16,-4 0-16-16,-1-7 2 0,-3 1-7 0,3-1-5 15,-4-14-14-15,-2 1-2 0,0 3-3 0,0 11 1 0,-1-10-7 16,-1 9 15-16,2 3 16 0,-3 6 0 0,0 4 9 0,2 6-6 15,3 3-9-15,-1 4 0 0,0 1-11 0,-1 2-8 16,1 1-5-16,0 0-10 0,1 1-58 16,-2 2-40-16,2 3 5 0,0 0 6 0,-2 12-1 15,-1-2 21-15,2 11-5 0,-2 8 3 0,3 3 5 0,-2 5 4 16,-2 11 0 0,2 2 4-16,-1-1 1 0,2-3 6 0,-2 0 3 15,3-12 3-15,1-2-1 0,1-1 1 0,-1 0 0 0,2-4 4 0,-1-2 0 16,2-6 1-16,-3 0 4 0,2-4 0 0,-2-3 4 15,0-1-1-15,0-2-5 0,1 0 2 0,-1-4 9 16,0 3-7-16,1-4 2 0,-1 0 3 0,0 1-2 16,-2-1 5-16,1-4-1 0,1 5 2 0,-1-5 0 15,0 3 2-15,2 0-6 0,-2-3 8 0,0 0-3 16,0 0 0-16,1 4 0 0,-1-4 2 0,0 0-4 16,0 0 4-16,1 5-20 0,-1-5-17 0,0 0-21 15,0 0-2-15,0 0-23 0,0 0-19 0,0 0-18 0,-2 3-14 16,2-3-15-16,0 0-17 0,0 0-14 15,0 0-45-15,0 0-244 0,2-12-498 0,-2 6 221 16</inkml:trace>
  <inkml:trace contextRef="#ctx0" brushRef="#br0" timeOffset="136637.6">10013 10251 56 0,'3'-6'220'0,"5"1"-23"16,0-2-15-16,1 1-17 0,0 1-17 0,-2 5-13 16,5-5-19-16,-3 4-9 0,2 2-12 0,1 4-8 15,-1-3-12-15,3 3-4 0,-1 7-5 0,-4-2-4 16,2 2-9-16,0 4-3 0,-2 1-4 0,-3 1-1 16,-1-1-5-16,3 7-2 0,-7-5-2 0,-2 2 3 15,-3-2 2-15,0 2-1 0,-1-4 4 0,0 4-1 0,-4-4-5 0,1 0 2 16,2-2-5-16,-5-1-1 0,4-2-2 0,3 0-2 15,-1-4 1-15,1-1 6 0,-1-3-2 0,4 2 6 16,-3-3 14-16,2-1 13 0,2-2 25 0,-3 6 31 16,3-6 45-16,-1 1 19 0,1-1 18 0,0 0 10 15,0 0-14-15,0 0-18 0,0 0-20 0,4-15-16 0,3 7-24 16,3-6-8 0,2-4-10-16,3-5-13 0,-1-3-12 0,4 0-9 15,0-6-22-15,6-10-9 0,-6 9-11 0,-1-1-9 0,-1 4-2 0,0-1 0 16,-3 1-7-16,-2 5 3 0,-6 8 0 0,2 0-4 15,0 7-1-15,-6 0-5 0,3 1-3 0,-2 2-5 16,0 2-33-16,-1 2-28 0,-1 3 5 0,0 0 2 16,0 0 7-16,-14 19 2 0,3-2 2 0,-1 8 7 15,1 4 7-15,-1-2-5 0,2 5 8 0,1-2 4 16,2 3-2-16,3 0 9 0,4-5-1 16,4 2 1-16,2-1 7 0,8-3 5 0,5-2-2 15,8-4 7-15,5-3-2 0,19 4-36 0,1-5-59 0,1-7-69 16,-1-1-114-16,3-9-401 0,-1-3-738 0,-5-2 327 15</inkml:trace>
  <inkml:trace contextRef="#ctx0" brushRef="#br0" timeOffset="196216.79">11377 9789 78 0,'-4'-3'144'0,"4"3"-3"0,-8 0-7 0,2-2-3 15,6 2-3-15,-6-1-7 0,6 1-3 0,-5-1-9 16,5 1-9-16,0 0-9 0,-8-1-1 0,8 1-12 16,0 0-9-16,0 0-5 0,-10-3-10 0,10 3-3 0,-6 0-7 0,6 0-3 15,-7-1-5-15,7 1-1 0,-10-1-1 0,10 1-4 16,-10 1-6-16,10-1-1 0,-9 0-6 0,9 0-1 16,-13 0-5-16,8 0 4 0,5 0-2 0,-9 0-4 0,9 0 0 15,-9 1 6-15,9-1 1 0,-9 0 1 0,9 0 1 0,0 0 0 16,0 0 2-16,-9-1 3 0,9 1 7 0,0 0 3 15,0 0-1-15,0 0 2 0,0 0 3 0,-5 1-1 16,5-1 1-16,0 0-1 0,0 0-3 0,0 0-3 16,0 0 0-16,0 0-1 0,0 0-6 0,-4 3-4 15,4-3 6-15,0 0-3 0,0 0-4 0,0 0-2 16,0 0 4-16,0 0-6 0,0 0 3 0,0 0-1 16,0 0-6-16,0 0 1 0,14-7 0 0,-1 5 5 15,5-1-9-15,10-4 1 16,2 2-5-16,4 1 2 0,-1-2-1 0,4-1-1 15,-1 2 2-15,-4-2 0 0,-4 2-2 0,4-3 2 16,-5 3 0-16,-8 0-3 0,1 2 0 0,-2 0 4 16,-1-2-5-16,-8 3-11 0,1 0-12 0,-5 1-18 15,0 0-25-15,2 0-25 0,-7 1-22 0,0 0-26 16,0 0-11-16,0 0-16 0,-35 1-185 0,15 0-377 16,-1 0 168-16</inkml:trace>
  <inkml:trace contextRef="#ctx0" brushRef="#br0" timeOffset="196432.84">11298 9602 105 0,'0'-7'255'0,"3"2"1"0,-2 0-19 15,-1 2-19-15,0-1-25 0,0 4-22 0,0-5-23 16,0 5-19-16,0 0-16 0,0 0-13 0,4 12-12 0,-4 1-7 15,0 5-9-15,-1 7 0 0,1 4-6 0,-3 3-7 16,3 3 2-16,0 14-12 0,3-3-25 16,1 3-28-16,2-4-39 0,-4 2-62 0,3-11-77 0,1-2-179 0,-3-5-391 15,0-10 174-15</inkml:trace>
  <inkml:trace contextRef="#ctx0" brushRef="#br0" timeOffset="-214618.25">12778 9136 37 0,'0'0'117'0,"-3"-4"-3"0,3 4-4 16,-4-4-4-16,3 0-7 0,1 4-8 0,0-5 9 15,-3 1-7-15,3 4-4 0,-1-6 2 0,1 0 5 0,0 2 3 0,0-1-1 16,0 1-2-16,-2 0 5 0,2-1 2 0,0 0-3 15,-3 0 6-15,3-1 6 0,-1 2-2 0,1-1-14 16,0 2-2-16,0 3-2 0,0-7-2 0,0 3-5 16,0 4-12-16,0 0-2 0,-3-6-10 0,3 6-7 15,0 0-12-15,3-4-9 0,-3 4-18 0,0 0-5 16,0 0 0-16,0 0-3 0,-3 12-3 0,2-3-1 16,1-1 1-16,0 4 1 0,0 0 2 0,0 5-6 15,4 0 6-15,-3 2-3 0,4 0-1 0,0-2 0 16,3 2 1-16,-3-2 0 0,3 1-2 0,-2-3 0 0,2-4 2 0,1 3-2 15,-1-4 0-15,-1-3 2 0,-3-2 2 0,4 0 0 16,-2-1 3-16,-1-4 5 0,4 0-3 0,1-5-2 16,-1-2 4-16,3 1 3 0,-1-10 5 0,3 4 13 15,-5-3-3-15,0-3 0 0,5-5-2 0,-5 6 1 16,-1-1 4-16,-3 1-3 0,4-3 3 0,-4 2 1 16,3 1 3-1,-6 5 9-15,2-1-2 0,-1 2 5 0,-2 1-5 0,3 4-7 16,-3-1-2-16,0 1-10 0,-1 2-22 0,3 0-22 15,-3 4-8-15,0 0-1 0,0 0 1 0,0 0 6 16,-4 22-5-16,-1-3 3 0,0 8-2 0,1 4 9 16,0 19-5-16,-1-1-1 0,0 1 4 0,-3 2 1 15,7 2 2-15,-1-2-1 0,-1-1 2 0,3-2 2 16,3-3 1-16,-3-11 2 0,2 0 1 0,2-3 1 0,1-1 2 0,-4 2 8 16,3-7-10-16,-3 2 1 0,-1-2 2 0,0-1-3 15,0-4 3-15,-1-4 3 0,-2 0-3 16,1-1-4-16,-3-3-2 0,-1-1 5 0,-1-4 1 0,-2 2-2 15,-1 1 3-15,-2-5 2 0,1 0 4 0,-2-1 0 16,-4-2 4-16,0-3 5 0,-2 0 5 0,2-2 6 16,-2-1-3-1,1-2 13-15,0-2 4 0,-1-2-5 0,2 0 1 16,-1-2 2-16,4-6 6 0,-2 2-2 0,1-7-2 0,0-2-3 16,5-4-4-16,4 1 1 0,3-3-6 0,3 1-8 15,5-3-1-15,7 4 2 0,0-1-7 0,4 0-1 0,5 3-3 16,5-1-1-16,-1 2-3 0,6 2-4 0,1 1 4 15,13-2 0-15,-9 8-1 0,-2 0 3 0,2 2-6 16,-7 4-1-16,-3 0 2 0,-7 4 3 0,-1 1-4 16,-7 1-1-16,0 0-1 0,0 1 13 0,-4 2-3 15,-2-2-22-15,0 1-14 0,-1 2-20 0,1-3-11 16,-5 3-20-16,5-3-15 0,-5 3-3 0,0 0-2 16,0 0-11-16,0 0-28 0,-14 8-47 0,6-5-30 15,-2-2-244-15,-1 2-497 0,1-3 221 0</inkml:trace>
  <inkml:trace contextRef="#ctx0" brushRef="#br0" timeOffset="-213902.1">13107 8943 129 0,'0'0'170'0,"-6"1"-3"0,6-1 0 16,-7 3-11-16,7-3-6 0,0 0-11 0,0 0-14 16,-7 0 3-16,7 0-7 0,0 0 0 0,0 0 0 15,0 0-8-15,0 0 3 0,0 0-4 0,0 0 0 16,0 0-8-16,-8 0-1 0,8 0-5 0,0 0-5 16,0 0-9-16,0 0-2 0,0 0-7 0,0 0-8 15,0 0-7-15,0 0-4 0,0 0-7 0,0 0-5 16,0 0-7-16,0 0-5 15,0 0-4-15,0 0-2 0,0 0-4 16,0 0-1-16,0 0-3 0,0 0-3 0,0 0 0 0,0 0-4 16,0 0 12-16,0 0-15 0,0 0 1 0,0 0-1 15,0 0-2-15,0 0 0 0,0 0-3 0,0 0 1 16,0 0 3-16,0 0 0 0,0 0-4 0,0 0 0 16,0 0-1-16,16-7 0 0,-4 6 0 0,4-2-3 15,6 2 3-15,4-2-1 0,2-1 1 0,3 1-3 0,-2-2 2 0,0 3 1 16,-1-1 1-16,-9-1-2 0,1 2-2 0,1-1 3 15,-8 3 2-15,1-2-4 0,-3 1 2 0,1-1 2 16,-5 0-4-16,1 2 3 0,-3-1 0 0,-5 1-9 16,8 0-14-16,-8 0-16 0,5-2-15 0,-5 2-25 15,0 0-27-15,0 0-19 0,0 0-25 0,0 0-22 16,0 0-25-16,0 0-221 0,-21 2-447 0,21-2 198 0</inkml:trace>
  <inkml:trace contextRef="#ctx0" brushRef="#br0" timeOffset="-212984.66">13750 8692 38 0,'0'0'222'0,"-8"-2"-12"0,8 2-17 16,0 0-15-16,0 0-20 0,0 0-15 0,0 0-13 15,0 0-14-15,0 0-9 0,0 0-14 0,27-2-10 0,-10 1-9 16,3 1-8-16,2 0-3 0,6-5-10 0,3 4-6 0,-3 1 0 16,-7-2-10-16,0 2-3 0,-3-1-3 0,0 1-9 15,-4 0-9-15,-4-2-6 0,1 1 1 0,-5 1-7 16,-1-1-10-16,0 0-8 0,-5 1 0 0,0 0-3 15,0 0-2-15,-22-5 4 0,7 5 0 0,-4 0 6 16,-1-2-1-16,-3 1 5 0,2 1 1 0,1 0-6 16,-1 0 3-16,2 0 11 15,-1-1-5-15,0 1 5 0,4 0 4 0,2 0 6 16,2 0 3-16,2 0 1 0,0-3 10 0,2 3 5 16,8 0 4-16,-10 3 3 0,5-6-1 0,5 3 1 0,0 0 2 0,-12 3-4 15,12-3-8-15,-5 0 0 0,5 0-5 0,0 0-2 16,0 0-3-16,0 0-7 0,-6 1 2 0,6-1-4 15,0 0 6-15,-2 4-5 0,2-4 3 0,3 9 2 16,1-4-1-16,1 2 1 0,1 0-2 0,6 7 5 16,1-3 2-16,2 2 1 0,0 0-1 0,8 4 1 15,0 3-1-15,0-4 2 0,3 1-9 0,-2 1 5 16,-2 0-5-16,-3 0 2 0,-1 1-5 0,-5-4 0 16,-2-1 2-16,-2 1-3 0,0-1-2 0,-4 2 0 15,-2-5-2-15,-3-1-5 0,-2 2 2 0,-3-3 0 16,-2 1-1-16,-2-3 2 15,-3 0-1-15,-4 1 2 0,-2-1 0 0,1-2 9 16,-2-2 8-16,4-1 9 0,2-2 9 0,1 2 15 16,2-2 9-16,0 0 7 0,2 0 13 0,0-2-1 15,8 2 11-15,-11 0-9 0,7 0-3 0,4 0-12 16,0 0-3-16,-5-2-9 0,5 2-8 0,0 0-3 16,0 0-14-16,28 2-29 0,-10-2-34 0,3 4-41 15,8 0-55-15,-1 0-72 0,-1 4-95 0,-5-3-218 0,-4-1-556 16,-1-2 246-16</inkml:trace>
  <inkml:trace contextRef="#ctx0" brushRef="#br0" timeOffset="-210395.95">12159 10154 138 0,'0'0'130'0,"0"0"0"15,-7-3 1-15,7 3-11 0,0 0-6 0,0 0-3 0,-5-2-12 16,5 2-18-16,0 0 1 0,0 0-8 0,-7-2-8 16,7 2-5-16,0 0-6 0,0 0-9 0,0 0-3 15,0 0-6-15,0 0 3 0,-4-3-11 0,4 3 3 16,0 0-9-16,0 0 1 0,0 0-1 0,0 0 1 15,0 0-3-15,0 0-6 0,0 0 4 0,-10 0 2 0,10 0 0 16,0 0-6-16,0 0 4 0,0 0-1 0,0 0 0 16,0 0-4-16,0 0-7 0,0 0 12 0,0 0-2 0,0 0-1 15,0 0 2-15,0 0-4 0,0 0 6 0,0 0 2 16,40 0 2-16,-8-2 1 0,5-2 1 0,24-1-3 16,4 1 4-16,29-4 3 0,0-1 6 0,3 0 0 0,2 0-1 15,3-1 1-15,1 3-4 0,-4 1-2 0,-34 0 1 16,0 1-3-16,-1 1-7 15,-4-3 0-15,-4 2-1 0,-16 4-1 0,-2-2-6 16,-6 1 7-16,0 0-6 0,-11-1 0 0,-4 1-4 0,-6 2 1 16,0 0 0-16,-3-3 4 0,-2 3-5 0,1 0 3 15,-2-2 2-15,0 0-10 0,-5 2-3 0,0 0-17 16,0 0-11-16,0 0-27 0,-14 7-23 16,3-6-25-16,0 6-34 0,-6-3-49 0,1 1-165 15,-1 2-377-15,3-5 167 0</inkml:trace>
  <inkml:trace contextRef="#ctx0" brushRef="#br0" timeOffset="-209755.26">12884 10322 105 0,'10'-3'147'0,"2"-2"-9"15,2 2-16-15,2 3-12 0,6-1-11 0,-4 2-12 0,1-1-8 0,3 5-7 16,-4-2-7-16,1 1-8 0,-3 1-3 0,-2 3-10 16,-3 0-9-16,1 3 0 0,-4 0-2 0,0 4-8 15,-6-3 5-15,0 5-10 0,-6 1 2 0,-4 0-4 16,-5 4 3-16,-5 0 2 0,-1-1-6 0,0 0-6 16,-4-2 1-16,0 0 0 0,4-4-4 0,1-3 0 15,0 1 6-15,4-2-6 0,-2-1 0 0,4-2-7 0,2-3 7 0,0 3 0 16,2-3 7-16,3-2 17 0,-2 1 21 0,5 0 19 15,-2-3 28-15,-1-1 24 0,5 0 1 0,0 0-17 16,0 0-11-16,11-12-9 0,2 0-12 0,5 2-5 16,8-8-6-16,2-2-9 0,0 1-6 0,13-11-5 15,-3-2-6-15,3-1-1 0,0-1-7 0,-3-2-3 16,-2 1-2-16,-9 10-4 16,-3 0-3-16,-2 1 0 0,-6 2 3 0,-2 7 12 15,-5-1 7-15,-2 6 8 0,-1 1 5 0,-2 1-13 16,1 0 1-16,-4 3-10 0,-1 1-7 0,0 4-6 15,-11-1-2-15,1 5 4 0,-5 2-12 0,-2 4 1 16,-1 4-3-16,0 6-6 0,-1 3 2 0,0 3 1 16,2 4-3-16,4-3-1 0,4 3 0 0,4 2-1 15,7-4 2-15,4 0 2 0,8-1 2 0,4-2 0 0,6-1-1 0,19 4-11 16,5-9-33-16,8-2-41 0,3-5-73 0,6-5-89 16,0-5-238-1,3-3-519-15,-2-4 230 0</inkml:trace>
  <inkml:trace contextRef="#ctx0" brushRef="#br0" timeOffset="-209131.49">14669 9865 144 0,'-4'-1'156'0,"4"1"-9"0,0 0 2 16,0 0-2-16,0 0-3 0,0 0 0 15,0 0-13-15,0 0-1 0,0 0-11 0,0 0-10 0,0 0-9 16,0 0-11-16,0 0-8 0,21-7-11 0,-9 6-8 16,10-1-2-16,6 2-10 0,-1-3-22 0,1 1-28 15,1 0-42-15,0 2-42 0,-2-4-44 0,-4 4-173 16,-2-3-327-16,1 0 145 0</inkml:trace>
  <inkml:trace contextRef="#ctx0" brushRef="#br0" timeOffset="-208962.54">14701 9973 27 0,'-3'3'151'0,"3"-3"22"15,14 2-20-15,3-3-14 0,11 0-13 0,7 0-14 0,5-3-21 16,12 1-24-16,1-2-51 0,4-2-81 15,-4-1-100-15,-2-3-179 0,-15 3 79 0</inkml:trace>
  <inkml:trace contextRef="#ctx0" brushRef="#br0" timeOffset="-206705.51">16090 9394 60 0,'1'-5'157'0,"2"1"-23"0,-3 4-7 16,9-3-11-16,0 2-12 0,2 0-11 0,2 1-9 16,1 0-12-16,6 1-11 0,0 3-3 0,1 0-5 0,10 4-7 15,-4 2-11 1,0 2 3-16,-4 4-4 0,0 1-7 0,-4 2-5 16,0 1 1-16,-4 3-7 0,-1 0 1 0,-6 1-4 15,1 2 0-15,-6 2-1 0,-5-4 0 0,1 5 9 16,-7-3-10-16,-1-1-2 0,-1 0-3 0,-4 0 0 15,-2-2 1-15,0 0 1 0,0-5-5 0,1-2 6 16,-2 1-2-16,1-2-2 0,2-3 1 0,4 1 2 16,-4-2-4-16,2-6 10 0,6 6 13 0,-3-7 9 0,2 0 20 15,0 0 28-15,3 0 23 0,0-2 33 16,2 1 16-16,2-3 21 0,-6 2 33 0,6-2-1 16,0 0-26-16,-2-12-23 0,7 4-21 0,5-9-14 0,2 1-6 0,7-9-24 15,4-3-9-15,9-9-16 0,1-4-16 0,2 4-19 16,-1-4 9-16,2 0-19 0,2 3-5 0,-2-4-8 15,-13 13 7-15,-1 2-2 0,-2 1-3 0,-3 2-3 16,-3 2 1-16,-5 5 0 0,-2 7 0 0,-1-1 0 16,0 3-4-16,-3 2 0 0,-2 1-7 0,-1 2-10 15,0 3-4-15,0 0 1 16,-22 8-5-16,7 4 3 0,-9 7 2 0,1 5-1 16,-1 0 3-16,-1 7-2 0,2-3 3 0,-1 13-3 15,6-9 3-15,3 0 10 0,4 0-11 0,4-3 4 0,6 2-6 0,4-4 1 16,6 2 5-16,5-4 0 0,5-2-5 0,11-4-18 15,2-2-23-15,4-3-34 0,16 1-48 0,-1-6-49 16,0-5-61-16,4-4-276 0,-3-3-562 0,-14-2 249 16</inkml:trace>
  <inkml:trace contextRef="#ctx0" brushRef="#br0" timeOffset="-206017.25">16734 8995 32 0,'0'0'252'0,"0"0"-19"0,4-3-20 0,-4 3-24 16,1-5-22-16,-1 5-19 0,0 0-15 0,0 0-18 0,0 0-12 15,0 0-12-15,0 0-9 0,12 8-10 0,-11-3-8 0,1 2-7 0,1-2-8 16,-2 4 0-16,1 0-8 0,-2 0-8 0,1 5-1 15,-2 1-1-15,-1-2-1 0,-2 0-5 0,3 4-3 16,-3 0-2-16,-1-7-3 0,4 1 0 16,-3 0-2-16,-1-2-4 0,5-3 0 0,-1 2 0 15,-2-2-2-15,3-1 4 0,0-1 1 0,-1 1 13 16,2-2 11-16,0 1 29 0,6-1 18 0,7-2 2 0,16-1-4 16,2-3-5-16,8-2-8 0,11 0-7 15,3-7-5-15,2 3-7 0,3-2-3 0,7-1-9 16,28-3 9-16,-28 5-16 0,-1-3-4 0,0 3-1 15,-6 0-3-15,-19 3-2 0,-6 1-2 0,-3 1 4 0,-14 2 15 0,2 0 7 16,-10 0 2-16,0 0-6 0,-2 2-1 0,-2 1-9 16,2-3 1-16,-3 3-7 0,-4 0-4 0,0 0-6 15,0 0-27-15,0 0-22 0,0 0-28 0,-21 8-35 0,12-1-42 16,-5 2-39-16,1-4-62 0,-1 5-263 16,-1 1-543-1,5-5 239-15</inkml:trace>
  <inkml:trace contextRef="#ctx0" brushRef="#br0" timeOffset="-162321.97">4578 12463 207 0,'0'-8'237'16,"0"3"-9"-16,0-2-9 0,0 2-10 0,0-1-4 15,0-4-15-15,2 2-25 0,0-4-6 0,-2 2-13 16,1-2-10-16,0 1-5 16,-1 1-10-16,2-1-5 0,-1 2-4 0,-1 2-10 15,0 0-9-15,0 3 2 0,0-2-19 0,3 1-12 16,-3 0-11-16,0 5-30 0,0-2-24 0,0 2-17 15,0 0 7-15,0 0 0 0,-3 22-1 0,0-4 1 16,-1 12-3-16,-2 2 3 0,-1 16 20 0,0-2-1 16,2 2-2-16,1-13-1 0,-1 0-1 0,5 2-2 15,-4-5-2-15,3-1 1 0,-4 0 1 0,5-4 3 0,-3-2-4 0,2 0 2 16,1-7-1-16,0-6 0 0,-1-1-1 0,1-1 2 16,0-3 0-16,0-2 1 0,0 1 8 0,0-1 1 15,-3-1 22-15,3-2 5 0,0-2 2 0,0 6 6 16,0-6 1-16,0 0-11 0,0 5-1 0,0-5-9 15,0 0-23-15,0 4-28 0,0-4-29 0,0 0-37 16,0 0-42-16,0 0-44 0,0 0-47 0,0 0-231 0,0 0-490 16,0 0 217-16</inkml:trace>
  <inkml:trace contextRef="#ctx0" brushRef="#br0" timeOffset="-161984.16">4505 12961 18 0,'-5'2'198'0,"1"-1"-20"0,4-1-18 0,-5 1-13 15,5-1-16-15,-5 3-16 0,5-3-9 0,0 0-10 0,0 0-6 0,0 0-5 16,18 3-1-16,1-6-6 0,9-2-10 0,4 2-3 15,-1-2-4-15,2 0-5 0,0-1 12 0,4 1 8 16,0 0 1-16,-1-2-4 0,-3 2-9 0,-3 1-4 16,-10 1-8-16,-2 0-3 0,-4 2-8 0,0-1-3 15,-5 1-4-15,0-2-3 0,-4 3 2 0,0-1 4 16,-5 1 2-16,8-1-3 16,-8 1-1-16,9 1-7 0,-9-1-7 0,0 0-7 15,0 0-13-15,0 0-17 0,2 1-27 0,-2-1-28 0,0 0-36 16,0 0-44-16,-11 11-39 0,6-9-155 0,-3 1-372 15,4-2 164-15</inkml:trace>
  <inkml:trace contextRef="#ctx0" brushRef="#br0" timeOffset="-161219.91">5254 12904 56 0,'0'0'112'16,"0"0"3"-16,0 0 5 0,0 0-9 0,0 0-4 15,24-4-11-15,-11 2-8 0,2 0-7 0,2-1-7 0,3-3-6 16,-1 0 3-16,8-1-9 0,-9-1 3 0,4 3 7 16,-5-4 3-16,1 2 6 0,-4-1 13 0,-2 1 6 15,-1-2 19-15,0 1 3 0,-3 3 10 0,-2-2 15 16,-1 0 0-16,-1 4-14 0,-1-4-20 0,0 2-17 16,-3 1-17-16,-3-3-11 0,-1 2-25 0,-3 2-11 15,-4 1-8-15,-7 2-5 0,0 0-2 0,-5 1-3 0,-5 5-3 16,1 1 0-16,-5 3-2 0,4 0-3 0,1 2-1 15,1-1 1-15,-1 4-3 0,3-2 0 0,8 0-6 16,-2-2-17-16,8 1-23 0,-2 2-6 0,2-2 0 0,6 0-5 16,3 0 5-16,2-2 5 0,6 2 8 15,3-2 8-15,4 0-1 0,14-1 4 0,3-5 5 16,0-1 4-16,4-3 1 16,3-3 0-16,-2-3 3 0,3-1 1 0,-1-5 2 15,0 0 9-15,-3-2-8 0,-2-2 2 0,0-1 15 0,-6-1 20 0,0 0 14 16,-4-1 19-16,-1-1 5 0,-3-4 10 0,-4 0 0 15,0-2-6-15,-3-1-10 0,-1-4-5 0,-3-2-8 16,-3-2-2-16,-1 1-1 0,-4 2 2 0,0 0 0 16,-4 3 12-16,3 2 2 0,-5-1 0 0,3 10 1 15,0 0 3-15,-1 6-9 0,1 2 4 0,0 0-7 16,0 3-8-16,0 0-6 0,0 2-14 0,3 5-42 16,-2-5-4-16,2 5-1 0,0 0 1 0,-7 17 7 15,3-2-2-15,-3 9-1 0,1 5 2 0,-2 7 2 16,0 10 0-16,1 2 0 0,3-1 6 0,-1 1-7 15,1-12 2-15,1-2-1 0,1 1 2 0,0-4 1 16,1 0 3 0,1-3 1-16,0-3 0 0,1-6 0 0,1 1 2 15,0-3-2-15,-2-7 6 0,3 1-3 0,-3-5 6 16,1 5-1-16,0-6 11 0,1-1 4 0,-2 1 7 0,0-1 8 16,2 0 11-16,-2-4 7 0,1 3 16 0,-1-3 1 15,2 4 4-15,-2-4-3 0,0 0-9 0,14-7-12 0,-5 4-47 16,1-3-20-16,6-2-50 0,0 1-58 0,3-3-81 15,10-6-92-15,1 1-263 0,-1-2-611 0,3-2 270 16</inkml:trace>
  <inkml:trace contextRef="#ctx0" brushRef="#br0" timeOffset="-160740.78">5525 12654 33 0,'0'0'209'0,"-9"0"-8"0,9 0-14 16,0 0-13-16,0 0-13 0,0 0-7 15,-9 0-16-15,9 0-13 0,0 0-10 0,0 0-15 0,0 0-9 16,0 0 0-16,0 0 5 0,23 0 1 0,-3-3-2 15,11-1-6-15,9-1-5 0,16 0-2 0,3-6 0 16,2 5-1 0,3-6-1-16,1 2-9 0,-6 1-5 0,-4 1-6 15,-19 2-4-15,-3 1-5 0,-5 0-4 0,-8 2-4 0,-7 0-1 16,0 1-6-16,-3-1 1 0,-3 2-6 16,-1 0 0-16,0-1-5 0,-2 2-4 0,-4 0-11 15,0 0-20-15,0 0-30 0,0 0-39 0,-18 9-43 16,5-4-60-16,-2 2-281 0,2-2-499 0,2-1 221 15</inkml:trace>
  <inkml:trace contextRef="#ctx0" brushRef="#br0" timeOffset="-157773.75">7661 12347 3 0,'0'0'220'0,"-1"-5"-13"0,0 2-15 0,1 3-23 0,-1-4-21 0,1 4-21 15,0 0-15-15,0 0-12 0,0 0-10 0,0 0-11 16,0 0-7-16,0 12-9 0,1-5-7 0,0-1-5 16,2 3-5-16,-2 2-4 0,4 1-1 0,-2-1-8 0,0 2 1 0,3 2-6 15,0-3 2-15,3 3-5 0,-3-3-6 0,2-3 1 16,0 1 4-16,2-1-4 0,0-1-4 0,-4-3-1 15,3 2 3-15,0-4 4 0,-1-2 4 0,-2 0 15 16,2-3-2-16,2-1 8 0,2-4 7 0,-4 0 3 16,2-4 0-16,-1-3-2 0,-3 1-3 0,5 0 2 15,-4-3 2-15,-2 0-2 0,0 2 7 0,0-1 1 16,-2 1-3-16,0 2 1 0,0 2-1 0,0 0 4 16,-2 1-6-16,-1-2-2 0,1 7-3 0,1-3 3 15,-2 2-32-15,0 3-21 16,0 2-13-16,0 0-1 0,0 0 1 0,0 0 0 15,-6 23-1-15,4-3 0 0,-3 6 1 0,1 7 0 16,0 0 4-16,-1 17-2 0,1 4 3 0,-1-5 0 16,2 2 3-16,3-1-2 0,-2-1 1 0,0-3 0 15,-1-8 0-15,3 8-1 0,3-10 4 0,-6-1 1 16,3 0 0-16,0 0-1 0,0-2 1 0,0-3 0 16,-1 1 0-16,-2-2 0 0,-1-4-4 0,-1-6-2 0,1 1 1 0,-1-3 3 15,-1-1-2-15,-2-2 3 0,-1 1 4 0,-1-3-2 16,-4 0 3-16,1-4 0 0,-5 3 0 0,0-4 2 15,0-1 7-15,-1-2 5 0,1-2 5 0,-3-4 5 16,2 0 11-16,2 1 8 0,-2-5 24 0,2 0 16 16,3-1 26-16,0-4 9 0,0-2 7 0,4-4-9 15,-3-7-19 1,4-4-24-16,3-5-25 0,7-1-18 0,7-13-6 0,4 1-9 16,8 4-3-16,-4 9 1 0,12-11-4 0,4 5-4 15,3 2 4-15,-1 4-6 0,-6 11-4 0,4 0 2 16,-5 2 1-16,0 2-6 0,-3 3 0 15,-6 3 7-15,0 0-7 0,-3 3-2 0,-2 2 3 16,-4 1 2-16,-1 2-8 0,-1 0 4 0,-2 3-4 0,-1-2 5 16,1 0-13-16,-1-1-42 0,-4 4-15 0,4-1-27 0,-4 1-14 15,0 0-16-15,0 0-20 0,0 0-30 0,-13 8-33 16,8-5-39-16,-4-1-273 0,0 1-565 0,3-1 250 16</inkml:trace>
  <inkml:trace contextRef="#ctx0" brushRef="#br0" timeOffset="-157072.59">7927 12230 200 0,'0'0'222'16,"-5"0"-6"-16,5 0-26 0,0 0-6 0,0 0-18 15,0 0-11-15,0 0-14 0,-6-2-11 0,6 2-3 16,0 0-8-16,0 0-6 0,0 0-7 0,0 0-7 16,0 0-7-16,0 0-2 0,-6-2-12 0,6 2-9 0,0 0-7 0,0 0-8 15,0 0-3-15,0 0-7 0,0 0-4 16,0 0-5-16,0 0-5 0,0 0-3 0,0 0-4 0,0 0 0 16,0 0-5-1,0 0 0-15,0 0-4 0,0 0-3 0,0 0 4 0,0 0-4 16,0 0-3-16,0 0 4 0,0 0-2 15,0 0-4-15,0 0-2 0,0 0 5 0,0 0-2 0,0 0-2 16,0 0-2-16,0 0 4 0,0 0-3 16,0 0 1-16,0 0-1 0,0 0 1 0,26-3 1 15,-8 1-5-15,1-1 4 0,9-1-2 0,2-2 3 16,-6 2-1-16,0 1 0 0,3-2-4 0,-5 1-1 0,-4 1 3 16,0 0 2-16,-3 1-4 0,-5-1 5 0,-1 2 2 15,-1 0-8-15,-2-2 4 0,2 2-3 16,-3 1 1-16,-1-3-4 0,-4 3-2 0,5 0-10 0,-5 0-17 0,0 0-18 15,0 0-21-15,0 0-29 0,-17 8-27 0,8-6-46 16,3 3-44-16,-2-1-175 0,0-3-422 16,1 1 187-16</inkml:trace>
  <inkml:trace contextRef="#ctx0" brushRef="#br0" timeOffset="-156425.82">8474 12054 135 0,'0'0'237'0,"0"0"-21"0,0 0-26 16,0 0-20-16,0 0-19 0,13-7-15 0,0 3-11 16,4 2-16-16,3-2-10 0,7 1-8 0,1 0-12 0,1-1-7 0,-2 2-10 15,-7-1-14-15,0 3-16 0,-1-1-10 0,-4-1-6 16,-1 2-11-16,-4-1-15 0,-2 1-10 0,1 0-13 16,-4 0 5-16,-5 0 0 15,0 0 7-15,0 0-4 0,0 0 1 0,-31 7 6 16,12-2-2-16,-9-1 0 0,0-1 3 0,1 2 6 15,5 0 1-15,-8-1 8 0,3 0-3 16,0 2 12-16,5-1 3 0,3-3 2 0,0 2 0 0,1 1-1 16,5-2 6-16,-2 2 0 0,3-2-3 0,2 2 0 15,1-1-4-15,3-3 0 0,2 3 2 0,-4-2 0 16,4 2 6-16,1 0-1 0,-2-2 3 16,2 3 3-16,3-3 5 0,-2 2 3 0,0 0-6 0,2 1 4 15,2-2 5-15,0 1 3 0,1 1-1 0,4 0 1 16,0-1-1-16,2 5 1 0,2-1-4 0,3 1 1 0,4 1-3 15,0 0-4-15,8 5-1 0,-4 1-2 0,1 0-2 0,-1 0-3 16,-1 2-1-16,-1-1-4 0,-7-3 0 0,2 2 3 16,-6 2-2-16,0-1-5 0,-5-1-1 0,0 1-2 15,-7-2 0-15,-2 2 1 0,-3-3 0 16,-5 1 1-16,-4-3-1 0,-1-2-3 0,-8 2 2 0,2-3 1 16,2-2 3-16,2-2 14 0,2-2 10 0,4-1 14 15,-4-4 17-15,4 1 27 0,5 0 10 0,-5 0 14 16,6-2 1-16,5 1-8 0,-3-1-12 0,4-1-1 0,3-4-14 0,3 4-7 15,4-3-13-15,6 0-14 0,2 2-23 16,11-5-34-16,0 5-35 0,5 4-38 0,-1-3-46 0,2 4-64 16,3 0-77-16,-2 4-257 0,2-3-569 0,-4 2 251 15</inkml:trace>
  <inkml:trace contextRef="#ctx0" brushRef="#br0" timeOffset="-156047.03">9212 12627 174 0,'0'0'278'0,"0"0"-11"0,0 0-12 15,0 0-22-15,-7-1-16 0,7 1-27 0,0 0-18 16,0 0-18-16,23-4-11 0,-9 4-42 0,5-2-40 16,8-1-43-16,1 2-53 0,3 0-62 0,-3-1-55 15,-6-1-179-15,7 2-356 0,-8 0 158 0</inkml:trace>
  <inkml:trace contextRef="#ctx0" brushRef="#br0" timeOffset="-155893.43">9275 12783 61 0,'-10'6'133'0,"4"-3"-14"0,1 1-11 0,-1 0 3 16,5 0-4-16,-2-3 7 0,3-1 8 0,10 5-6 15,2-4-15-15,10 1-7 16,9-2-13-16,2 1-30 0,7-2-57 0,12-4-69 16,0-3-132-16,3 0-223 0,-1 0 100 0</inkml:trace>
  <inkml:trace contextRef="#ctx0" brushRef="#br0" timeOffset="-155176.65">9923 12248 174 0,'0'0'224'0,"-4"-3"-19"0,4 3-20 0,0 0-26 0,0 0-13 16,-4-4-17-16,4 4-20 0,0 0-6 0,0 0-11 16,0 0-15-16,0 0-11 0,-5 11 0 15,5-6-8-15,0 2-3 0,0-1-6 0,4 0-7 16,0 5-2-16,1-1-6 0,0 3 2 0,8-1-8 0,1 1-2 0,0-1-1 15,4-3-1-15,4 0 0 0,4 2-1 0,0-5-6 16,1-2 1-16,-5 0-1 0,-1-1-2 0,7-2 1 16,-7-1-6-16,2-1 0 0,-4 0 1 0,-1-4-1 15,-4 3 5-15,-1-1 10 0,0-1 12 0,-3 1 18 16,0-1 1-16,0 1 9 0,-5 0 8 0,-1-1-5 16,1 2-1-16,-1-1-8 15,0 2-5-15,1-1-7 0,-5 2-12 0,5-2-10 16,-5 2-11-16,0 0-4 0,0 0 0 0,-5 10 0 15,-2-3-1-15,-2 7-2 0,-4 1-4 0,-6 10-1 0,-2 2 0 16,-7 13 5-16,0 3-8 0,-4 3 1 16,0-2 0-16,0 0 0 0,-1-1-1 0,5-2 2 15,8-11-3-15,0 1-1 0,1 0 1 0,1-3 0 16,3-2-3-16,3-7 3 0,2-5 8 0,5-2-4 0,1-3-1 0,-1 0 0 16,1-4 5-16,0 2 13 0,0-3 39 0,3-2 38 15,-3 1 35-15,4-3 28 0,0 0 12 0,0 0-11 0,0 0-21 16,0 0-15-16,0 0-15 0,13-20-11 0,-9 10-12 0,2 1-9 15,2-2-17-15,-2 3-9 0,2-2-6 0,0 2-12 16,-3 0-6-16,4 3-1 0,-8 0-14 0,4 1-6 16,-1 1-1-16,1 2-17 0,2-1-7 15,-1 2 0-15,2 2 2 0,-2-1 6 0,3 2 2 0,4 2 3 16,-2 1-8-16,4 1 1 0,2 1 4 0,4 0-1 16,-5-2 4-1,6 2-1-15,-6-1-12 0,5-3-3 0,-3-1-10 0,-5-1-9 16,2-1-4-16,2 1 1 0,-5-2 3 0,0-3 3 15,1-1-10-15,-3 4 1 0,-1-5-6 0,0 0-2 16,-2-2-9-16,-1-1-12 0,0-1-21 16,-1 4-27-16,0-5-30 0,0 0-45 0,-1-1-55 15,-1 1-274-15,0-2-571 0,1 1 253 0</inkml:trace>
  <inkml:trace contextRef="#ctx0" brushRef="#br0" timeOffset="-154791.19">9905 12690 104 0,'0'0'270'0,"0"0"0"0,-7 2 0 0,7-2-8 16,0 0-20-16,0 0-22 0,0 0-20 0,0 0-23 15,0 0-18-15,20-7-17 0,-1 4-14 0,12-2-13 16,6 0-11-16,1 1-17 0,17-3-5 0,5 1-8 0,3-2-12 16,2 3 5-16,1 0 0 0,0-3 1 0,-4 4-5 15,-5 1-7-15,-18 1-3 0,-3-5-8 0,-7 6 1 16,-8-2 3-16,-3 2-1 0,-6 1 8 0,0-3-1 15,-4 3 9-15,-2 0-2 0,0-2-8 0,0 0-4 16,-6 2-4-16,10-1-13 0,-10 1-27 0,5 0-35 16,-5 0-38-16,0 0-52 0,0 0-61 0,-17 9-71 0,7-6-301 0,0 2-598 15,-2-1 265-15</inkml:trace>
  <inkml:trace contextRef="#ctx0" brushRef="#br0" timeOffset="-149882.51">12172 12639 183 0,'0'0'242'0,"0"0"-8"0,0 0-9 0,0 0-6 16,0 0-8 0,0 0-6-16,0 0-7 0,0 0-12 0,-4-2-3 0,4 2-17 0,0 0-16 0,0 0-10 15,0 0-13-15,0 0-17 0,0 0-12 0,21-8-16 16,-10 6-21-16,8 0-18 16,1-1-40-16,8 1-32 0,-7-2-44 15,6 1-35-15,1 0-44 0,-6 2-46 0,-1 0-220 16,-5-2-452-16,-1 3 199 0</inkml:trace>
  <inkml:trace contextRef="#ctx0" brushRef="#br0" timeOffset="-149728.12">12196 12792 78 0,'0'0'124'0,"0"0"11"15,11 4-5-15,1-6-17 0,1 1-12 0,8 0-19 16,-1-2-44-16,8-2-48 0,-5-2-123 0,-1 2-142 15,-7-2 63-15</inkml:trace>
  <inkml:trace contextRef="#ctx0" brushRef="#br0" timeOffset="-149274.8">12435 12419 14 0,'-2'-5'295'16,"-1"1"-23"-16,2 1-30 15,1 3-22-15,-2-5-27 0,2 5-23 0,0 0-21 16,-4-2-18-16,4 2-15 0,0 0-18 16,0 0-8-16,0 0-13 0,10 12-3 0,-6-7-8 15,3 4-9-15,6 2-4 0,4 2-2 0,-1-1-6 0,3-2-6 16,3 2 0-16,5-3-4 0,-4 4-3 0,-1-4 1 16,-1-2-8-16,0-1-3 0,-3 1-4 0,1-4-1 0,-7 2-1 15,1-3 0-15,-1 0 1 0,-3-1-3 0,-1 1 0 16,-1 0 0-16,-2-1 1 0,-1 0-2 0,1 0-4 15,-5-1 4-15,7 0-6 0,-7 0-2 0,6 4-5 16,-6-4-10-16,1 2-9 0,-1-2-6 0,3 8 6 16,-7 2-1-16,-6 4 0 0,1 2 1 0,-6 9 0 15,-5 1 3-15,4 3-2 0,-2-2-1 0,-1 3 4 0,-2-1 3 16,2 1-2 0,0-2 1-16,5 1 4 0,-1-2-4 0,2 1 2 15,0-4 1-15,3-1 3 0,2-5-1 0,3-3 3 16,-2 0 0-16,3-4 5 0,1-2 12 0,-1-3 7 15,4 0 12-15,-2-1 11 0,-1 0 14 0,2-1 15 16,-1-1 16-16,2-3 13 0,0 5 8 0,0-5 5 16,0 0-5-16,-1 4-1 0,1-4-9 0,0 0-3 15,0 0-13-15,0 0-15 0,0 0-31 0,0 0-31 0,0 0-43 0,0 0-111 16,0 0-150-16,0-16-244 0,7 8-586 0,-1-1 259 16</inkml:trace>
  <inkml:trace contextRef="#ctx0" brushRef="#br0" timeOffset="-148579.8">13464 12651 56 0,'-6'0'143'0,"-1"0"-6"0,7 0-4 0,-5 3 3 15,5-3 7-15,0 0-11 0,-8 0-5 0,8 0-2 16,0 0-2-16,0 0 1 0,-5 1 6 0,5-1 2 15,0 0-2-15,0 0 3 0,0 0 1 0,0 0-7 16,0 0-3-16,0 0-9 0,0 0-10 0,0 0-5 16,0 0-12-16,0 0-6 0,0 0-10 0,0 0-9 15,0 0-4-15,0 0-6 0,0 0-3 0,0 0-7 0,0 0-7 16,0 0-4-16,0 0 0 0,0 0-2 0,0 0-5 16,0 0-2-16,0 0-1 15,0 0-4-15,0 0-2 0,0 0 8 0,0 0-14 0,0 0-2 16,0 0-2-16,0 0-1 0,0 0 0 0,0 0 10 15,0 0-8-15,0 0-1 0,0 0-2 0,0 0 0 16,25 1 0-16,-6-3 0 0,10-1 4 16,3 1-3-16,3 0 2 0,17-2 3 0,4 2 10 0,3 0 7 15,0-4-1-15,-3 0 6 0,-2 4-5 16,-17-1 4-16,-2 1-1 0,-4-2-1 0,-9 1-5 16,-3 3 6-16,-9-3 7 0,3 1 5 0,-3 2 5 15,-2 0-4-15,-3 0-3 0,4-3-6 0,-9 3-13 0,5 0-18 16,-5 0-11-16,7 0-25 0,-7 0-38 0,0 0-38 15,0 0-58-15,-16 3-57 0,6 1-68 0,-3-3-229 0,3 1-565 16,1-1 251-16</inkml:trace>
  <inkml:trace contextRef="#ctx0" brushRef="#br0" timeOffset="-147145.75">14789 12232 154 0,'0'0'147'0,"0"0"-7"0,0 0-9 16,-2-4 1-16,2 4-7 0,0 0-10 0,0 0-4 15,0 0-4-15,0 0-14 0,0 0-11 0,0 0 7 0,0 0-1 16,0 0-4-16,-3-3-2 0,3 3-11 16,0 0-1-16,0 0-6 0,0 0-7 0,0 0-7 15,0 0-1-15,0 0-10 0,13-2 4 0,-2 0-6 16,3-1-2-16,7 0-3 0,0-1-5 0,10-1-4 16,-3 2 0-16,0-2 0 0,1 3 0 0,-1-3-2 15,-8 3-6-15,0 0-1 0,-3 0-4 0,-3-1 1 16,-4 2 4-16,1 0-3 0,-4 0-2 0,0 1-14 15,-1-3-11-15,-6 3-10 0,0 0-4 0,0 0 0 0,0 0-9 0,-29 8-2 16,7-5-3-16,3 2 1 0,-12 1 4 0,2 0 1 16,-2 0 3-16,4-1 3 0,-1 1 9 0,0-1 3 15,5-1 0-15,2-2-2 0,2 1 2 0,-1 0 4 16,7 0 6-16,3 1-6 0,-3-2 0 0,7-2 6 16,-2 1 4-16,4 1 5 0,-2-1 8 0,1 0 6 0,5-1 2 15,-8 1 4-15,6 0-2 0,2-1 5 0,0 0 1 0,-7 1 3 16,7-1-3-16,0 0-7 0,0 0 5 0,-6 3 4 15,6-3-7-15,0 0 0 0,0 0 1 0,0 0-5 16,0 0-3-16,0 0-2 0,0 0 7 0,-7 1-5 16,7-1 1-16,0 0 1 0,3 7-3 0,-3-7-3 15,0 6-1-15,4-2 1 0,-3 0 3 0,4 2-1 16,-1-3-2-16,1 4 3 16,4 2-2-16,1-1 0 0,3 4 1 0,1 0 1 15,3-2 1-15,0 2 0 0,0 0-6 0,7 3 3 16,1 0-1-16,-3 0-10 0,1 1 6 0,-1 1 4 15,4 0-3-15,-8 2-2 0,1-3 3 0,-6 1-3 16,2-2 2-16,1 6-1 0,-1 1 0 0,-6-5-6 16,-3-1 6-16,1 2-5 0,-6-1 3 0,-1 0-2 15,-4 2-5-15,-5-2 6 0,-2-2 0 0,-8 4-2 0,-3-2 1 0,-5-3 5 16,-4-1-4-16,-1-1 3 0,-3-2-5 0,1-2 5 31,-1-2 2-31,0-2 4 0,2-1 6 0,0 0 15 0,4-3 24 16,6 0 21-16,5-3 22 0,6 3 26 0,0-5 16 15,2 3 42-15,1-3-18 0,4 3-17 0,1-5-16 16,3 1-18-16,2-2-13 0,7 0-8 0,2 0-12 16,7-1-11-16,9-3-5 0,6 3-19 0,4 0 10 15,4 1-10-15,-1 3-13 0,1 1-38 0,-2 2-40 16,-2 2-44-16,1-2-48 0,-6 6-64 0,-2-1-81 0,-12-2-317 16,1 1-648-16,-7-2 288 0</inkml:trace>
  <inkml:trace contextRef="#ctx0" brushRef="#br0" timeOffset="-146043.75">15856 12608 11 0,'-5'1'184'0,"5"-1"-11"0,0 0-11 0,0 0-22 0,0 0-12 16,0 0-14-16,0 0-9 0,24-8-14 0,-13 6-8 31,2-1-7-31,0-2-7 0,5 0-12 0,-1 0-4 0,10-5 1 0,-2 3-11 16,-3 0-3-16,2-3-2 0,2-2-2 15,-6 4 4-15,4-6 5 0,-7 5 3 0,1-4 1 16,0-2 3-16,-3 5 5 0,-1-2-4 0,-4-1 7 16,-2 3 4-16,0-1 8 0,-2 2-1 0,-6-1-4 15,1 2-8-15,-2-2-9 0,-1 5-11 0,-6 0 0 0,-1-2-5 16,-4 4-3-16,-10 1-6 0,-5 2-5 0,-3 4 1 16,2 4-7-16,1 1-1 0,-3 2-4 15,5 3-2-15,-3 3 0 0,5 0-5 0,1 4 0 16,3-1-1-16,-2 2-3 0,9 0 2 0,-1 2 2 0,5 0-3 15,8-7 4-15,2 2-1 0,8 1 3 0,10 4 1 0,5-7 5 16,7 0-2-16,15-1 1 0,4-3-20 0,5-4-32 16,0-4-61-16,3-6-64 0,-1-3-239 0,3-3-438 15,-4-1 194-15</inkml:trace>
  <inkml:trace contextRef="#ctx0" brushRef="#br0" timeOffset="-145489.08">16187 12083 124 0,'-6'0'145'0,"6"0"-13"0,0 0-11 0,-7 2-10 16,7-2-6-16,0 0-12 0,0 0-7 0,0 0-2 16,0 0-9-16,-6 0 0 0,6 0-5 0,0 0-8 15,0 0-8-15,0 0-8 0,0 0 4 0,0 0 1 16,0 0 8-16,0 0 4 0,19 2-3 0,-8-2-2 0,2 1 0 15,6-1-11-15,3 0-4 0,8 0-4 0,5-1-3 0,-1-1-1 16,0 0-8-16,1 1 4 0,-1-1-5 0,-2 2 0 16,-5-3-5-16,-5 0 3 0,-4 2-6 0,-5 0 1 15,-1 0-3-15,-4-1 6 0,-1 2 2 0,0 0 5 16,-2-1-6-16,-5 1-2 0,8 0-1 0,-8 0-4 16,0 0-6-1,0 0-2-15,0 0-15 0,0 0-18 0,0 0-23 0,-15 6-28 16,9-3-42-16,0-2-64 0,-2 1-137 0,3 0-343 15,5-2 152-15</inkml:trace>
  <inkml:trace contextRef="#ctx0" brushRef="#br0" timeOffset="-143300.15">13906 12458 135 0,'-5'-3'135'0,"1"1"-16"16,2-2-4-16,-6 1-14 0,3 3-14 0,-3 0-13 0,-1 0-1 0,-2 3-5 15,-5 3-10-15,-1 3-10 0,-5 4 11 0,-1 3-13 16,1 4-11-16,-1-1 0 0,4 2 0 0,-2 1-5 15,1-1-4-15,6 3-3 0,-4-2 5 0,9-4-13 16,0 4-3-16,0-4 7 0,8-1 5 0,1 0 10 16,6-1 2-16,3-1 3 0,5-4 3 0,16 4-1 15,3-6-3-15,19-1 1 16,7-5-6-16,0-3-9 0,-2-3 0 0,3-4-1 16,-5-2-2-16,-3-1 1 0,-16 0-2 0,-1 0-4 15,-4-2-1-15,-3-2-2 0,-6 0-2 0,-6 1 1 0,-7-2-1 0,0-2-2 16,-8-1-7-16,-2 0-4 0,-8-1 4 0,-5-2-6 15,-9 2 5-15,-5 2-8 0,-8 2 9 16,-12 0-3-16,-5 5-1 0,-4 3 0 0,-2 5-8 16,-2 2 7-16,-2 2 1 0,-1 5-3 0,-24 3 2 15,27 2 4-15,-6 1 7 0,-17 8-6 0,22-6 4 0,1 1 3 16,1 2 5-16,0 3-2 0,1-4-2 0,7 0-1 16,16-4-1-16,3 1-2 0,6 0-1 0,9-7-7 15,4 3 3-15,4-4-3 0,6-1 4 16,4-1 2-16,6-2-2 0,7 1 3 0,6-4 0 0,12-2 0 15,-2-2 0-15,1 0-2 16,-5-3-1-16,-3-1 2 0,-3 1 2 16,-2-2 1-16,-2-2-5 0,-3-1-4 0,-6-3-3 15,3-1 1-15,-8 2-3 0,-1-1-2 0,-5-1 2 16,-5 2 5-16,-3 2-8 0,-5 0 5 0,-6 3-1 0,-5 1-2 16,-3 6 5-16,-1 1-4 0,-6 4 7 0,-12 5-6 15,1 2 0-15,0 6-5 0,1 2 7 0,-4 2 1 0,-2 3-3 16,4 0 6-16,5 0-3 0,-1 0 3 0,16-3-8 15,-1-1 8-15,7 0-5 0,2-1 0 0,9-2 3 16,2 2 0-16,5-3 0 0,7-2 1 0,7-2 4 16,8 2 5-16,15-2-8 0,8-5 8 0,21 0 0 15,32-8-11-15,-25-2 5 0,35-6-3 0,-6-4 2 16,-2-5-5-16,-4-4 2 0,-29 9-2 0,26-16 6 16,-33 9 4-16,0-4 5 0,-2-1 5 0,-6-2-14 0,-14 7 7 0,-6-2 1 15,-4 1 0-15,-6-2 1 0,-8 8 1 0,-4 0-6 16,-8 0 1-16,-4 5-1 0,-5-3-3 0,-13 6 0 15,-1 1 2-15,-5 7-7 0,-3 2 2 0,-3 2 5 16,-11 7-4-16,-1 1 1 0,1 8-1 0,2 1-2 16,4 0-1-16,12-1-2 0,0 3 6 0,1 0-6 15,9 2 3-15,-2 2-4 16,5-1-1-16,10-1 12 0,2-5-9 0,10 1 3 16,10 4 5-16,10-3 4 0,22 4 1 0,10-7 2 0,7-7 1 0,34-2-2 15,9-6-4-15,1-3 2 0,10-11-6 0,8-3-6 16,1-3 5-16,2-2 0 0,-2-7-5 0,-7 4 6 15,-1-8 5-15,-3-1 10 0,-3-5 7 0,-7 0 5 16,-11 3 6-16,-36 8-1 0,-3-2 2 0,-10 5-8 16,-15 6 8-16,-10 3 10 0,-4 5 7 0,-6-1 0 15,-2 4-7-15,-7 1-11 0,-4-1-3 16,-8 2-3-16,-7 4-2 0,-11 3-2 0,-5 7-4 16,-17 5-6-16,3 1-1 0,3 5 0 0,0-1-5 15,14-1-1-15,2 0-4 0,2-1-1 0,3 2 1 0,2 2-22 16,8-2-12-16,3-4-13 0,8-2 3 0,4 4 5 15,8-2 3 1,15 2 12-16,9-2-6 0,24-3 8 0,9-2-1 16,34-4-13-16,-5-6-10 0,1-3 1 0,5-5 1 15,-2-5 8-15,-3-3 3 0,-5-2 4 0,-27 2 5 16,1-2 5-16,-3-3 5 0,-6-1 1 0,-9-2 11 16,-15 4 8-16,-7 1 7 0,-9 2 16 0,-2 1 8 15,-3 1-1-15,-10 1-4 0,-5 1-6 0,-8 3-9 0,-12-4-1 0,-10 5-2 16,-3 4-2-16,-17 3-6 0,0 2 2 0,0 6-6 15,4 1 0-15,1 2 5 0,16 0-7 0,-2 3-1 16,4 2-4-16,3-4 0 0,3 2-1 0,7-3-31 16,9 0-5-16,3 1 1 0,7 3 11 0,4-4-1 15,14 1 8-15,12-1 7 0,9-1-1 0,22-1-1 16,3-5 3-16,30-3-5 0,-31-4-2 0,1-4-1 16,27-7-2-16,-33 4 7 0,-1-5 12 0,2 1 10 0,-9-5 0 0,-2-1 13 15,-16 6 10-15,-5 0 15 0,-8 6 25 0,-3-2 23 16,-6 3 3-16,-1-2-10 0,-7 3-16 0,-2-1-14 15,-5 2-13-15,-14-2-14 0,-8 2-11 0,-7 5-16 16,-5 1-23-16,-16 5-29 0,-2 2-42 0,-6 6-43 16,1 3-75-16,-30 7-210 0,30-7-451 0,1-2 200 15</inkml:trace>
  <inkml:trace contextRef="#ctx0" brushRef="#br0" timeOffset="-142135.97">6076 15165 7 0,'0'0'34'0,"-7"-2"-3"0,7 2 4 0,0 0-10 0,-2-2-1 0,2 2 3 16,-4-3 2-16,4 3 9 0,0 0-4 0,-4-3 22 0,4 3 15 0,-5-2 4 15,5 2 18-15,0 0-7 0,-4-2 12 0,4 2 4 16,0 0 1-16,0 0-5 0,-5-4-2 0,5 4-10 15,0 0 1-15,0 0-5 0,0 0 1 0,0 0-10 16,0 0-9-16,0 0-9 0,0 0-2 16,0 0-11-16,8-3-7 0,-8 3-1 0,16-1-2 15,-3-1-3-15,9 2-4 0,5-3-13 0,-6 3-24 0,10 0-37 16,0 0-37-16,-1 0-41 0,-2-1-153 0,2-2-304 16,-11 2 135-16</inkml:trace>
  <inkml:trace contextRef="#ctx0" brushRef="#br0" timeOffset="-141966.86">6105 15398 129 0,'18'0'138'0,"1"0"-16"0,11 0-12 15,0-3-18-15,2 1-44 0,-1 0-54 0,-2-3-100 0,-7-1-115 16,5 2 52-16</inkml:trace>
  <inkml:trace contextRef="#ctx0" brushRef="#br0" timeOffset="-141450.54">6289 15057 95 0,'-4'-3'280'0,"0"-1"-23"0,3 1-25 0,1 3-28 15,-4-5-19-15,4 5-22 0,-1-2-22 0,1 2-18 16,0 0-13-16,0 0-11 0,0 0-11 0,5 10-10 0,0-3-8 16,4 2-5-16,0 1-6 0,4 2-7 0,1 0-5 0,0 0-5 0,1 1-8 0,2-3-12 15,2 1-12-15,4 1-13 0,-5-4-12 0,2 1 0 16,1-3-9-16,-2 0 1 0,0-1-3 0,0-4-3 15,2-1 3-15,-8 1 3 0,1-2 1 16,-2 1 11-16,1-1 10 0,-6-1 17 0,0-2 15 16,0-2 10-16,0 2 7 0,-3 0 13 0,1-3 6 15,-1 3 10-15,-3-2 4 0,2 2 7 0,-2-1-1 16,1 2 0-16,0-2-15 0,-1 4-14 0,-1 1-8 16,0-5-13-16,0 5-19 0,0 0-7 0,0 0 4 15,-14 13-8-15,2 3-3 0,-5 5 3 0,0 6-4 16,-8 16-1-16,-1 2 2 0,-2 6-1 0,1 1 1 15,-1-3-2-15,-1 4 0 16,1-1-2-16,1-1-2 0,0-6-1 0,5 3 4 16,-1-8 26-16,8-8 0 0,2-5-7 0,-1 0-8 15,6-8 5-15,2-1 2 0,-1-4-7 0,2-3 1 16,-1-2-1-16,4-3 9 0,-1 1 12 0,0-2 18 16,2 0 13-16,-3-1 23 0,4-1 20 0,0-3 25 0,-2 2 6 15,2-2-4-15,0 0-1 0,0 0-14 0,0 0-8 16,0 0-22-16,0 0-7 0,0 0-34 0,0 0-40 0,0 0-51 15,0 0-66-15,4-14-95 0,-2 9-147 16,2-2-320-16,2 0-728 0,3 0 323 0</inkml:trace>
  <inkml:trace contextRef="#ctx0" brushRef="#br0" timeOffset="-140510.46">8009 15272 98 0,'0'0'104'0,"-8"3"-17"16,8-3-4-16,0 0 1 0,-9 1-5 0,9-1 11 15,0 0-3-15,-2 3 6 0,2-3-3 16,0 0-3-16,0 0-8 0,-4 1-1 0,4-1-3 0,0 0 3 16,0 0 20-16,15 6 1 0,-3-8 0 0,8 0-9 0,12-1-9 15,5 0-6-15,4 1-10 0,18-3-3 0,0 1-7 16,-1 1-27-16,0 3-55 0,2-4-67 0,-5 1-227 16,-4-2-347-16,-11-2 153 0</inkml:trace>
  <inkml:trace contextRef="#ctx0" brushRef="#br0" timeOffset="-139632.04">9081 15005 60 0,'0'0'204'0,"0"0"-1"0,0 0-24 16,0 0-16-16,0 0-12 0,0 0-15 0,0 0-11 0,0 0-15 15,0 0-11-15,22-4-10 0,-7 1-6 0,9 1-9 16,5-3-8-16,0 2-4 0,4 0-9 16,-1-2-5-16,4 1-10 0,-4 0-5 0,1 0-16 0,-6-1-8 0,0 1-7 15,-7 2-5-15,-1-3-3 0,-10 3 0 0,2-1-7 16,-5 1-3-16,-2 2-22 0,-4 0 16 0,0 0 2 16,0 0 1-16,0 0 5 0,-40 5-3 0,18-2 3 0,-5 1 3 0,1-2-4 15,-5 4 1-15,4-1 3 0,4-1-4 0,-7 1 1 16,9-1 8-16,-6 1 10 0,7-2 4 0,-1 1 7 15,5 1-1-15,2-2 5 0,1-1-5 16,0 1-2-16,3 1 5 0,-2-1-3 0,2 2 2 0,5-2-5 16,-3 0 2-16,3 0-2 0,0 2-1 0,0-3-7 15,0 2 10-15,1-3-9 0,2 0 4 0,-1 4 2 16,0-1 1-16,3-4 5 0,-3 6-2 0,3-5 0 16,0-1 2-16,-2 7 7 0,2-7-8 15,0 5 4-15,4-1 1 0,-4 1 6 16,5-1-1-16,0-1 5 0,4 3 4 0,1-1 3 15,2 1 0-15,6 3-1 0,1-4-2 16,8 7 1-16,1-3 1 0,1 4-3 0,3-1 2 16,3 1-5-16,-3 1-8 0,2 0-2 0,-2 1 0 15,-2-1-3-15,-1 3-3 0,-6 0 0 0,0 3-2 16,-4 1-4-16,-6 2 4 0,1 3-5 0,-9-3-9 0,-5-3-6 16,-1-3 2-16,-9 2-1 0,-7 0 2 0,-5 1 3 0,-4-2-4 15,-3-1 1 1,-2-6 2-16,-4 0 2 0,3-3 5 0,-3 0-1 0,4-8 13 0,-1 2 23 15,2-4 22-15,11 2 24 0,2-5 34 0,3 3 26 16,3-3 17-16,1-1 2 0,2 0 0 0,3-2-17 16,1 4-18-16,7-6-16 0,-1 1-23 0,10-4-3 15,6 1-16-15,6-2-29 0,4 1-27 16,6 1-27-16,0 2-28 0,3 4-31 0,2 1-36 16,-2 2-51-16,-1 1-62 0,1 1-79 0,-3 1-263 15,-5-2-610-15,-10 2 270 0</inkml:trace>
  <inkml:trace contextRef="#ctx0" brushRef="#br0" timeOffset="-138599.28">10327 15023 14 0,'-3'-10'263'0,"3"2"-6"0,-1 0-7 0,-1 2-15 16,0 0-16-16,2 0-13 0,-1 3-20 0,1-2-23 0,0 5-17 16,0-6-17-16,0 6-16 0,0-6-19 0,0 6-16 0,0 0-7 15,0 0-9-15,0 0-3 0,9 16-7 0,-4-9-5 0,3 4-6 16,1 1-5-16,-2 3-2 0,6-1-6 0,-3-1-11 16,3 2-5-16,4-3-6 0,-3 0-2 15,1-3-5-15,2 1-2 0,-1 0-2 0,2-3 0 0,-5-3-1 16,2 0-2-16,-1-1-1 0,3-2 5 0,-3-2 1 15,0 0 1-15,-1-5-4 0,-3 0 5 0,3-2-2 0,0-2 6 16,-4 1 17-16,-2-1-2 0,2-7 10 0,-1 5 6 16,-3-5 4-16,-1 3 4 0,1-1 11 0,-1-2-6 15,0 6 5-15,-2 1 3 0,-1-1-2 0,1 5-5 16,-1 0-11-16,0 0 2 0,-1 1-6 0,2-1-19 16,-2 6-27-16,0 0-20 0,0 0-1 0,0 0 5 15,0 0 4-15,1 15 0 16,-2-1 5-16,-1 12-1 0,1 1 3 15,-2 3 4-15,0 7-1 0,-3 10 0 0,0 4 0 16,1-3 2-16,1 3 8 0,-1 3-3 0,4-1 3 0,-4-2 1 16,2-1-1-16,-1-1 2 0,1-3-2 0,0-12 2 15,-1 1-2-15,3-3 1 0,-3-3 3 0,0 0-3 16,0-4 2-16,-1-6-9 0,0-2-1 16,-3-1 1-16,3-4 4 0,0-3 7 0,0 0 8 0,-4-4 12 0,1-1 18 15,2 0 25-15,-3-3 17 0,-2-1 13 0,0-2 12 16,0-5 9-16,-4 1 18 0,0-5 0 0,1-2 14 15,-5-5-7-15,4-4-23 0,1-2-2 0,1-5-22 16,4-3-8-16,-1-2-19 0,10-2-8 0,5-12-10 16,-4 13-5-16,6 0-7 0,3-11-8 0,5 14-4 15,1 1-2-15,3-1-6 16,2 7 2-16,5-2-11 0,2 4-5 16,3 2-2-16,1 1-2 0,0 2-6 0,3 2-38 0,-4 2-18 15,-3 2-18-15,-2 3-23 0,-6 4-23 0,-2 1-29 16,-5 0-32-16,-4 2-37 0,6 1-44 0,-8 0-49 15,-7 1-217-15,5-1-581 0,-5 1 257 0</inkml:trace>
  <inkml:trace contextRef="#ctx0" brushRef="#br0" timeOffset="-137844.84">10718 14766 18 0,'-9'-2'181'15,"9"2"-15"-15,0 0-6 16,-8 2-12-16,8-2-14 0,0 0-10 0,0 0-12 16,-6 0-10-16,6 0 1 0,0 0-7 0,0 0 2 15,0 0 3-15,0 0-3 0,0 0 1 16,0 0-9-16,0 0-9 0,0 0-5 0,0 0-10 15,0 0-2-15,-8 0-11 0,8 0-4 0,0 0-5 0,0 0-4 16,0 0-6-16,0 0-1 0,0 0-4 0,0 0-6 16,0 0 1-16,0 0-7 0,0 0 2 0,0 0-7 0,0 0 2 15,0 0-2-15,0 0-4 0,0 0 1 0,0 0 4 16,0 0-11-16,0 0 2 0,0 0 0 0,0 0 1 0,-1 4-2 16,1-4-1-16,0 0 2 0,0 0-2 15,0 0 0-15,0 0 1 0,0 0-4 0,0 0 5 16,0 0-1-16,0 0-1 0,0 0-1 0,0 0 2 15,0 0 0-15,0 0-1 16,31-4 1-16,-16 2 2 0,4 0-4 0,4-1 10 16,4 1-7-16,6-4-2 0,-1 2 1 0,3-1 0 15,-2 0-1-15,0 2-1 0,-1 0 0 0,-1-3 2 16,-3 3-2-16,-9 0-2 0,-4 1 3 0,-2-2-6 16,-3 3 10-16,-3 0 0 0,2-2 7 0,-6 3-5 15,-3 0 1-15,9 0-6 0,-9 0-7 0,0 0-18 16,0 0-19-16,0 0-13 0,0 0-31 0,-20 4-23 0,12-1-27 0,2 0-42 15,-2-1-166-15,-2 0-371 0,1-1 165 0</inkml:trace>
  <inkml:trace contextRef="#ctx0" brushRef="#br0" timeOffset="-137276.43">11610 14427 83 0,'0'0'219'0,"0"0"-19"0,0 0-14 0,2-4-13 16,-2 4-18-16,0 0-15 0,0 0-18 0,0 0-13 16,0 0-9-1,-11-1-13-15,11 1-8 0,-14 5-10 0,1 0-10 0,-2 2-5 16,-3 3 0-16,-5 3-7 0,1 4 0 0,-5 1-4 15,0 8 4-15,-6 9-1 0,9-6 0 0,-8 13-4 16,4-3-3-16,9-7-2 0,2 0 0 0,7-2-9 16,0 0 3-16,3 2-10 0,6-3 1 0,5 0-1 15,1-3-2-15,5-1 3 0,3-1 7 0,9-5 19 16,0-1 9-16,6-3-3 0,2-4 5 0,5-2-3 16,-2-2-1-16,0-6 3 0,-1 3-4 0,-4-5 13 15,-7-2 12-15,0 0 10 0,-3-2 10 0,-2-1 9 16,-4-2 8-16,-3 1-2 0,-1-1-12 0,-3-4-12 0,-1 0-14 0,-8 1-13 15,0-1-3-15,-5-1-9 0,-5-1-6 0,0 3-3 16,-7 0-25-16,-8 3-17 0,0 2-2 0,-3 3-42 16,0 2-29-16,0 1-33 0,0 4-45 0,0 0-40 15,4 3-64-15,3 4-304 0,7-3-605 0,1 1 268 16</inkml:trace>
  <inkml:trace contextRef="#ctx0" brushRef="#br0" timeOffset="-135926.93">12549 15170 30 0,'0'-4'231'16,"4"1"-1"-16,-3-1-17 0,-1 0-18 0,-1-3-23 0,-4 3-16 15,-3-2-17-15,3 2-15 0,-7-1-31 0,1 2-7 16,-7 1-11-16,-2-2-6 16,-2 1-10-16,0 3-6 0,-6-1-4 0,1 2-7 0,-1 2-3 0,5 1-10 15,-5 1 7-15,1-1-8 0,8 4-3 0,-3-3 0 16,5 4-5-16,-2 0 0 0,3 2-8 0,3 0 4 16,-1-2 2-16,5 3-6 15,3-3-5-15,-2 3 4 0,8-2-3 0,-1 2 1 16,2 0-2-16,7-2 6 0,1 0-4 0,5 1-1 15,1-3 0-15,5 0-2 0,5 1 2 0,3-2 1 16,-6-5-2-16,7 2 0 0,-1-6-3 0,-1-2-2 16,-5 4 6-16,-4-7 1 0,1 1-5 0,-2-1 2 15,-2-4 7-15,-2 0 11 0,-1-2 10 0,0-2 11 16,-3-2 8-16,0-2 7 0,-2-5 4 0,1-1 0 0,-3-1-4 16,-3-2 2-16,0-2 0 0,-2-4-3 0,0-2 0 15,0 0 3-15,-2-11 2 0,0 12 7 0,0-11 8 0,0 11 3 16,1 4 22-16,-2-1-21 0,2 5 12 0,1 7-2 15,-2 3-6-15,-1 1 2 0,2 4-17 16,1 1-5-16,-2 5-16 0,2-2-6 0,0 4-18 16,0 4-49-16,0 0-16 0,0 0 5 0,0 0 6 0,-1 17 0 0,1 0 13 15,0 9-12-15,-2 4 3 0,-1 5 7 0,2 2-3 16,-3 11 4-16,2 1 0 0,0-3 4 0,2-12 3 16,0-1-2-1,0-1 2-15,2 0 2 0,-1-1 4 0,0-5-4 0,0 0 1 16,-1-8-17-16,4 2-13 0,-3-6-10 0,-1-2-11 15,2-2-12-15,0 0-11 0,-2 1-14 16,1-1-15-16,-1-5-14 0,0 3-15 0,-1-2-16 0,2-3-7 16,1 1-18-16,0-1-40 0,-2-3-195 0,0 0-445 15,11-7 198-15</inkml:trace>
  <inkml:trace contextRef="#ctx0" brushRef="#br0" timeOffset="-135276.16">12697 14988 10 0,'2'-4'246'0,"-1"0"-13"0,-1 0-21 16,0 4-22-16,1-4-29 0,-1 4-12 0,2-4-19 16,-2 4-13-16,0 0-14 0,0 0-4 0,0 0-16 15,3 12-9-15,-2-4-13 0,2 1-6 0,0 2 1 16,0 1-5-16,0-1-4 0,2 0-4 0,-1 4-4 16,4-2 2-16,-2 0-8 15,-1-4-8-15,3 2-3 0,-3-2-3 0,2 0-4 16,1-1-4-16,1-2 1 0,-1 0-5 0,-2-3 6 15,3-1-2-15,-1-1-1 0,-3-2 0 0,5-1 1 16,-2-4-3-16,1 1 5 0,-3-3 7 0,3-1 4 16,-2 0 6-16,-2-3 6 0,1-4 7 0,-1-1 8 15,-2 2 4-15,3-3 2 0,-2 0 5 0,2 2 0 16,-2 0 6-16,-1 4 2 0,-1 0 2 0,3 2 3 0,-5 1-5 16,0 2-6-16,2 1-12 0,-1-1-4 0,1 6-9 15,0-3-22-15,-2 4-27 0,2-4-5 0,-2 4 1 16,0 0 8-16,2 12-6 0,-4-1 2 0,0 6 0 15,-2 10-1-15,1 2 2 0,-5 5 0 0,-4 12-1 16,4 4 9-16,-6-1 3 0,3 6-6 0,-3 4-1 16,3-1 0-16,1 0 0 0,0-2 2 0,1-1 0 0,0-3 0 0,-1-2 1 15,5-2 0-15,1-13 0 0,0 0 1 0,-1-3 1 16,1-1 0-16,-2-4 0 0,2 2-1 0,-5-7-1 16,5-3 0-1,2-9-5-15,-4 2 2 0,0-3-1 0,2 0 7 16,-1 0 2-16,1-5 5 0,0 1 15 0,-2-3 13 0,1 1 15 15,-4-3 18-15,1-3 8 0,-2 1 15 0,1-5 20 16,2-3 17-16,-1 0-3 0,0-7 8 0,1-2-6 16,5-9-21-16,2-6-15 0,5-14-28 15,11-2-15-15,4 0-25 0,3-6-17 0,19-17-14 16,3 4-11-16,-9 20 4 0,5 1 1 0,-2 3 1 16,2 2-5-16,1 7 6 0,1 0 1 0,-6 5 3 0,-9 8 16 15,-1 3 12-15,-2 2 3 0,-8 6 6 0,-2 2 16 16,-6 0 13-16,1 3-3 0,-6 2-5 0,1 1-6 0,0 1-5 15,-1-1-12-15,1 1-32 0,-2 2-29 0,2-2-31 16,-5 3-13-16,0 0-5 0,0 0-18 0,0 0-16 16,-14 12-27-16,6-6-25 0,-1 4-27 0,0-2-15 15,4 1-40-15,0-1-45 0,1 1-232 0,0-3-570 16,4 0 253-16</inkml:trace>
  <inkml:trace contextRef="#ctx0" brushRef="#br0" timeOffset="-134956.09">13785 15187 242 0,'0'0'270'0,"0"0"-28"0,0 0-23 0,0 0-16 0,11-12-21 0,-1 9-17 16,2 1-26-16,7-2-10 0,-1 1-26 0,5 1-35 15,5-4-29-15,3 4-41 0,0-1-47 16,-3 0-55-16,2 1-61 0,-12-2-116 0,1 1-303 16,-1 2 135-16</inkml:trace>
  <inkml:trace contextRef="#ctx0" brushRef="#br0" timeOffset="-134808.99">13869 15300 49 0,'-5'4'178'0,"-3"0"-5"15,7 0 12-15,1-1 5 0,0-3-8 0,14 4-16 16,4 0-13-16,10-2-19 0,4-2-2 0,5 0-39 16,0 0-57-16,2 0-59 0,14-7-97 0,-14 2-135 15,-4 3-276-15,2-4 122 0</inkml:trace>
  <inkml:trace contextRef="#ctx0" brushRef="#br0" timeOffset="-133669.3">15562 15080 81 0,'-4'-7'202'0,"-2"0"-22"0,2 2-14 0,-5-2-21 15,0-1-15-15,-3 2-15 0,0 2-11 0,-6-1-8 16,1 3-16-16,0 2-4 0,-2 1-9 0,-1 1-10 15,1 3-5-15,-8 2-2 0,9 1-11 0,-7 2-5 16,4 2-4-16,-2 1-3 0,3 2-3 0,-2 0-2 16,8 0-4-16,0 0-4 15,1 1 4-15,3 0-5 0,1 0 0 16,0 2 0-16,5-1-5 0,-2 0-2 0,6-2 6 16,0 2 1-16,6-2-6 0,2-4 1 0,1-2 0 0,1 0 3 15,6-2 0-15,0-1 1 0,1 0 0 0,2-4 5 0,-2-2 1 16,2-1 8-16,0 0 5 0,0-7 5 0,0 1 8 15,-2-4 12-15,-1 0 9 0,1 0 2 0,-3-4 11 16,4-6 2-16,-7 4 1 0,4-5 1 0,-4-3-3 16,-1 1-4-16,1-1-2 0,-1-4-7 0,-3-1-7 15,1-5-1-15,0-1-1 0,1-12-5 0,-3 1 0 16,-1 13-1-16,0-15 1 0,0 16 0 0,-3-2 15 16,0 3-14-16,-2 6 7 0,0 6 2 0,0 3 1 15,0 1 0-15,0 3-4 0,0 2-11 0,0 5-6 16,0-1-10-16,0 2-50 0,0 1-23 0,0 4 5 0,0 0 2 0,-2 16 2 15,0-1 2-15,-4 4 2 0,3 8 2 0,0 7 8 16,0 12 1-16,-1 1 2 0,0 0-2 0,0 1 3 16,2-2 2-16,-2-12 3 0,4 0-1 0,0-1 1 15,0-3 4-15,4-2-4 0,-3-3 1 0,2-5 6 16,-3-5-4-16,1-1 0 0,0-5 2 16,-1 1-2-1,2-3 7-15,0 0 2 0,-2-1-2 0,0-2 16 0,1-1 21 0,-1 1 19 16,0-4 16-16,2 5 9 0,-2-5 10 15,0 5 0-15,0-5-3 0,0 0-2 0,0 0-10 16,0 0-15-16,0 0-26 0,0 0-22 0,0 0-30 16,0 0-39-16,0 0-43 0,10-12-50 0,-7 10-56 15,2-1-53-15,2-1-58 0,-3-1-226 0,5 0-587 0,1-6 260 16</inkml:trace>
  <inkml:trace contextRef="#ctx0" brushRef="#br0" timeOffset="-133068.25">15976 14749 84 0,'0'0'203'0,"0"0"-23"0,0 0-14 0,0 0-22 15,0 0-17-15,0 0-9 0,0 0-14 0,0 0-6 0,2 13-7 0,0-6-8 16,3 2-8-16,0-1-11 0,-1 1-4 0,1 1-4 15,4 1-6-15,-3-1-5 0,7 5 0 0,0-2-3 16,1-3 0-16,2-1-4 0,0 2-4 0,-2-3 5 16,3 0 0-16,1-4-3 0,-8 0 2 0,3 0 3 15,-1-4 11-15,1 3 6 0,-4-2 6 0,1-1 10 16,-1-3 7-16,-1 2 4 0,2-2 5 0,-5 1-2 16,3-3-5-16,-3 3 0 0,-1 0-6 0,2-2-4 15,-3 2-9-15,-3 2-7 0,6-1-4 0,-2 0-14 16,-4 1-4-16,0 0-22 0,5-3-13 0,-5 3 3 0,0 0-3 0,-6 13-1 15,-2-5 3-15,-2 5-3 0,-3 3 3 0,-2 5-2 16,-6 0 0-16,2 5 0 0,-2-1-2 0,1 2 0 16,-1-1 0-16,2 3 3 0,-7 10-4 15,8-15 0-15,-1-1 3 0,3 3-3 0,3-3 1 0,4-7 2 16,2-4-2-16,1 1 1 0,-1-4 3 0,4-1 1 16,-1-2 7-1,1-2 25-15,3 0 12 0,-2 2 19 0,2-6 8 0,0 1-7 16,0-1-5-16,0 0-9 0,17-7 1 0,-6 2-7 15,0-1-1-15,-1 2-10 0,2-4-2 0,-2 3-6 16,8-3 0-16,-6 4-14 0,2-1 3 0,-2 0 0 16,6-1-14-16,-8 5-6 0,10-2-2 0,-8 3-1 15,9 0-2-15,-8 0 11 0,1 0-13 0,2 3-1 16,2 2 6-16,-1 0-3 0,-6-1-4 0,2 0 8 0,0 2-13 16,-3-4-1-16,0 3-4 0,-1-3 3 0,-4 0 0 15,0 1-1-15,1-1 4 0,-3 0-3 0,-3-2-4 16,11-2-14-16,-11 2-9 0,6-5-24 0,-3 2-22 15,-1 0-29-15,-1-2-23 0,1-1-23 0,2 1-37 16,-2-3-11-16,-1 3-31 0,-1-3-164 0,2-1-443 16,-1 1 196-1</inkml:trace>
  <inkml:trace contextRef="#ctx0" brushRef="#br0" timeOffset="-132704.4">15933 15151 138 0,'-5'0'291'0,"5"0"-7"15,-10 0-10-15,10 0-7 0,0 0-15 16,-8 0-24-16,8 0-28 0,0 0-17 0,16-5-19 16,2 2-18-16,10-2-14 0,3 2-15 0,6 1-11 0,3-2-8 15,11-1-14-15,5-2-4 0,0 2-10 0,6 0-3 16,2-2-8-16,-6 2-1 0,0-2-3 0,-20 5-4 16,-1-2-2-16,-6 0-5 0,-11 1 4 15,-2-1 8-15,-8 3 5 0,3 0 4 0,-6 1-2 0,0-3-2 0,-2 3-9 0,-1-1-7 16,0-2-5-16,-4 3-11 0,0 0-20 0,0 0-34 15,0 0-34-15,0 0-35 0,0 0-50 16,-10 9-53-16,2-5-66 0,-1 1-278 0,4-2-586 16,0 1 260-16</inkml:trace>
  <inkml:trace contextRef="#ctx0" brushRef="#br0" timeOffset="-132050.56">18145 14988 61 0,'-4'-2'270'0,"4"2"-13"0,0 0-14 0,0 0-16 15,0 0-21-15,0 0-20 0,-4-2-15 0,4 2-19 16,0 0-16-16,0 0-15 0,15-5-12 0,-2 5-10 15,5-3-10-15,5 2-9 0,-1-2-15 0,6 1-35 16,0 2-40-16,-6 1-38 0,-1-1-49 0,7-1-45 16,-7 2-39-1,-7 0-157-15,-1-1-365 0,-2-1 161 0</inkml:trace>
  <inkml:trace contextRef="#ctx0" brushRef="#br0" timeOffset="-131903.4">18179 15161 11 0,'-9'8'130'0,"2"-1"-25"0,2 0-10 16,1 0 3-16,2-3 15 0,1 1 2 0,4 0 3 16,3-2-1-16,4 2-12 0,0-4-12 0,11 2-5 15,-2 0-13-15,4-3-9 0,6 0-38 0,0-3-40 16,1-1-46-16,-2 0-49 0,-10 0-90 0,1-3-214 16,-1 2 96-16</inkml:trace>
  <inkml:trace contextRef="#ctx0" brushRef="#br0" timeOffset="-131387.07">18481 14882 50 0,'-3'-12'265'0,"2"5"-18"16,0 1-17-16,-1 1-20 0,1-1-21 0,-4 3-22 0,5-3-23 16,-1 3-15-16,1 3-18 0,0-5-12 15,0 5-10-15,0 0-12 0,0 0-3 0,0 0-13 0,0 17-5 0,0-10-5 16,1 4-6-16,4 0-3 0,0 4-5 0,0-3-3 15,0 2 0-15,3 0-6 0,5-1 2 0,-5-3-8 16,-1-1 9-16,5-1-12 0,-2-2-1 0,2 2 2 16,5-1-5-16,-4-3 3 0,1-1-3 0,-4-3 0 15,7 2-1-15,-7-2 0 0,3-2 16 0,0-1 8 16,-4 1 15-16,0-5 0 0,1 1 10 0,-2 1 5 0,-2-3-1 16,3 3 9-16,-4-2 2 0,-1 2 4 0,1 0-4 15,-2 1-5-15,0 0 4 0,-3 4-23 0,6-4-14 16,-6 4-3-16,1-4-35 0,-1 4-9 0,0 0-3 0,0 0 3 15,-10 16-3-15,-3 1 1 0,-8 5 1 0,2 6-2 16,0 2 4-16,-16 14-4 0,1-4 2 16,-2 9 3-16,-1-5-2 15,3 8-1-15,-20 18 5 0,18-25 0 0,4 1-2 16,0-3 5-16,0-3-5 0,5 0-1 0,7-11 6 16,2-1-3-16,3-2 1 0,-1-3 34 0,5-6-6 0,2-4-1 0,3-4 0 15,0 0 14-15,0-2 15 0,2-2 20 0,3 0 23 16,-1-2 20-16,0 0 24 0,-2-1 15 0,4-2 12 15,-4 4 1-15,4-4-2 0,0 0-14 0,-3 0-12 16,3 0-13-16,0 0-13 0,0 0-11 0,0 0-13 16,0 0-14-16,0 0-7 0,0 0-29 15,0-9-30-15,0 9-25 0,0 0-37 0,6-4-38 16,-5 0-66-16,3 2-71 0,0-2-81 0,3-3-108 0,1-1-336 16,0 2-812-16,1-5 359 0</inkml:trace>
  <inkml:trace contextRef="#ctx0" brushRef="#br0" timeOffset="-129729.65">20068 14737 173 0,'-3'-4'257'0,"3"1"-15"0,-1-2-22 0,1 5-22 15,0-5-23-15,0 5-19 0,-1-5-18 0,1 5-20 16,0 0-10-16,0 0-10 0,0 0-11 16,0 0-10-16,0 0-9 0,5 21-7 0,-3-12-6 0,2 3-4 15,-1 2-8-15,3 2-5 0,-1 0 0 0,0 0-24 16,3 1 4 0,-3-1-4-16,3-6-6 0,2 5 5 0,-1-5-4 15,1 1 3-15,-2-2 0 0,-2-3 1 0,6 0-2 16,-1-1 0-16,2-3-1 0,0 0 3 0,-3-4-5 15,4-1 3-15,5-4-3 0,-1-1-2 0,-1-2 6 16,-1-1 8-16,0-3 5 0,-2 0 2 0,1-2 2 16,-3 2 5-16,0 0 1 0,1-1 6 0,-3 1 15 15,1-2-5-15,-2 3 3 0,-2 3-2 0,-2-1 7 0,0 0-3 0,1 6-3 16,-3-3-7-16,0 3-4 0,0 1-13 0,-1 1-32 16,-2 3-23-16,0 0 2 15,0 0 0-15,0 0 2 0,-4 20 4 0,-1-3 3 0,-1 8-2 16,-1 4 6-16,-2 5-6 0,-6 11 3 0,2 5 4 15,2 0 0-15,-5 0 2 0,1-1 0 0,-3-2-1 16,6 1 3-16,1 0 1 0,-1-2 10 16,4 1-11-16,1-11 2 0,-4 9-2 15,3-12 4-15,1-4 1 0,3 0-3 0,-3-4 4 0,3-7-2 16,3-1 8-16,-5-2-9 0,2-5 2 0,1-3 2 16,1-1 8-16,-3-1 17 0,1 1 5 0,-1-4 14 15,-3 1 11-15,2-3 13 0,6 0 4 0,-18-8 4 16,1 1 8-16,8-2 22 0,-2-4 0 15,-2-1-5-15,5-3 0 0,-4-7-11 0,5-5-10 0,-1 3-1 0,7-5-12 0,1-2-6 16,3 1-7-16,5-2-6 0,5-10-16 16,0 14 9-16,6 1-14 0,1-3-8 0,4 4 0 15,-2 1-1-15,4 0-6 0,5 4-4 0,-2 1-5 16,0 2-22-16,-4 4-2 0,1 4-14 0,-7 1-21 16,-1 2-21-16,-2 1-21 0,-1 0-26 0,-1 5-32 0,-3-3-36 0,-1 4-51 15,1-2-40-15,-5 1-272 0,0 0-599 0,1-1 266 16</inkml:trace>
  <inkml:trace contextRef="#ctx0" brushRef="#br0" timeOffset="-129213.53">20467 14514 165 0,'-9'0'173'0,"9"0"-16"0,0 0-13 16,-9 0-15-16,9 0-13 0,-7 0-10 0,7 0-14 16,0 0-10-16,-5 2-7 0,5-2-5 0,0 0-10 15,0 0-2-15,0 0-1 0,-5 2 8 0,5-2-4 16,0 0-2-16,0 0 7 0,0 0-7 0,0 0-2 16,0 0-4-16,0 0-2 0,0 0-7 0,0 0 4 15,0 0-9-15,0 0-3 0,0 0-1 0,0 0 7 16,0 0-6-16,0 0-2 0,0 0 1 0,0 0 0 15,0 0 2-15,0 0-3 0,0 0 3 0,0 0 11 0,0 0 6 0,27-2-1 16,-6 0-1-16,0 0-8 0,8-1-6 0,6 3 1 16,3-1-6-16,2-3-2 0,0 1-1 0,0-1-4 15,-3 2-2-15,-1-1-2 0,-4-1-1 0,-4 3-3 16,-10-2 0-16,-4 2-3 0,-1 1 1 0,-5-3 0 16,-1 3 1-16,0 0-6 15,-1 0 1-15,-6 0-4 0,9-1-11 0,-9 1-13 0,5 0-12 0,-5 0-29 0,0 0-23 16,0 0-20-16,0 0-30 0,-27 1-24 0,17-1-23 0,3 3-32 15,-4-2-148-15,3 0-386 0,2 2 170 0</inkml:trace>
  <inkml:trace contextRef="#ctx0" brushRef="#br0" timeOffset="-128728.05">21388 14212 73 0,'2'-3'222'0,"-2"3"-25"0,0 0-20 0,0 0-18 0,0 0-23 15,0 0-9-15,0 0-19 0,0 0-8 0,-20 9-14 16,11-3-10-16,-5 6-6 0,2 0-7 16,-3 2 4-16,-4 6-3 0,-3 2 1 15,-1-1 0-15,0 4 6 0,4-1-12 0,-3 4-2 16,6-2-6-16,-1 0-5 0,3-1-3 0,4 1-5 0,1 3 0 16,5-6-4-16,3 3 2 0,2-5 5 0,2-2 11 15,3-2 8-15,2-2 7 0,3-1 11 16,3-1 5-16,1-4 6 0,2 0 5 0,6-4-1 15,-4-2 3-15,-1-3-2 0,4 3 3 0,-8-6 12 0,3 0 6 0,-6 2 6 16,2-6-10-16,-3 3 5 0,-2-3-7 0,-1 1-8 16,-3-2-13-16,-1-2-13 0,-2-1-13 0,-2 1-4 15,-4-2-3-15,-3 1-29 0,-1 1-6 0,-4-1-25 16,-2 3-16-16,0 1-21 0,-7 0-23 0,-5 4-25 16,-4 3-23-16,3 1-21 15,0 7-33-15,1-2-37 0,1 3-38 0,9 2-56 0,-2-2-212 0,5 0-552 0,4-1 245 0</inkml:trace>
  <inkml:trace contextRef="#ctx0" brushRef="#br0" timeOffset="-127972.78">21996 15008 75 0,'5'-7'278'0,"0"-3"-12"0,-1 2-15 0,-1 1-23 16,-2 1-20-16,-2-2-20 0,-1 1-21 0,0-1-18 15,-5 1-15-15,1 0-12 0,-5 0-16 0,-1 2-12 0,-7 0-9 0,1 5-5 16,-4 0-8-16,-6-1-10 0,0 2-6 0,-1 2-6 16,1-1-6-16,0 5-3 0,1 1-9 15,6 1 1-15,2-2-9 0,1 3-4 0,1 0-2 0,2 1 2 16,2 1-6-16,3 1-2 0,1-1 3 0,4-2 3 16,1 1-7-16,2 2-3 15,4-2 6-15,0-1-2 0,5 1 1 16,7 0 6-16,-1 0-9 0,5-3-2 0,0-2 0 15,4-2 3-15,-2 0 0 0,-1-1 0 0,8-3 0 16,-7-3-1-16,1-1-3 0,-2-1 3 0,0-4 2 16,-1 0 18-16,-3-2 6 0,2-5 1 0,-7-1-5 15,3-5 7-15,1-3-5 0,-5-3-4 0,-1-1 2 16,-1-2-1-16,-2-2-12 0,-1-13 2 0,3 1-2 16,-6-3-2-16,3 0-3 0,-3-1 3 0,-1 13 10 0,0-10 2 0,0 14 13 15,0 0 4-15,-1 3 2 0,0 3 8 0,-1 8 3 16,1 0 3-16,1 4 9 0,0 1-7 0,0 6-3 15,-1-1-13-15,1 3-12 0,0 5-32 0,0-7-39 16,0 7 0-16,0 0-6 0,0 0 8 0,-7 15 4 16,2 2 0-16,3 2 5 0,-2 11-2 0,-2 0 3 15,2 16 2-15,-1 3 3 0,2-3 2 0,3 0 3 0,1 0 5 16,-1 3-1-16,3-15 3 0,1 1 3 0,0 1-17 16,2-4-24-1,-1 0-14-15,1-3-28 0,-3-5-19 0,2-3-23 0,-4-5-22 16,3 0-19-16,0-4-31 0,0 1-30 0,0-5-212 15,-2-4-478-15,2 0 211 0</inkml:trace>
  <inkml:trace contextRef="#ctx0" brushRef="#br0" timeOffset="-127356.61">22204 14703 163 0,'0'-7'264'0,"0"2"-24"0,0 5-26 0,0-5-23 15,0 5-27-15,0-6-18 0,0 6-12 0,0 0-17 0,0 0-10 16,0 0-12-16,4 22-7 0,-3-12-12 0,1 1-4 16,-1 2-9-16,2 1-3 0,-1 2-8 0,2-3-8 15,4 3-6-15,-3-2-12 0,4 2-3 0,-4-5-10 0,1-2 4 16,1 0-9-16,0-2 4 0,0 0-4 0,0-5 3 16,1 1-2-1,-3-3 3-15,5 0-3 0,-2-3-1 0,1 1 0 16,1-7 3-16,-1 3 8 0,0-4 6 0,1 0 6 15,-1-4 6-15,3 0 1 0,-1 0 8 0,1-1 8 16,-3 1 3-16,1 1 4 0,-1-2 8 0,-3 1 5 16,1 2 2-16,-1 6 6 0,-2-1-1 0,-2 1-1 15,3 2-12-15,-3-2-5 0,0 3-12 0,-2 3-33 16,6-4-17-16,-6 4-1 0,0 0-2 0,8 10-1 16,-8 1 0-16,2 4-4 0,0 7-5 0,-1 6 3 0,-1 5-1 0,0 13 2 15,-5 4-4-15,-2-1 4 0,-1-2-2 16,-2 1 3-16,-3 3 0 0,3-4 2 0,-3-1 0 15,-2 0 8-15,1 2-9 0,1-15 2 0,-1 12 2 0,1-13-1 16,0-2 1-16,4 2 5 0,-5-5-6 0,4-2 0 16,-4-2 1-16,6-7 4 0,-3-3-1 0,3-1 4 15,1-3 2-15,-1-1 9 0,1-3 3 0,-4-1 13 0,3-1 16 16,1-5 5-16,-4 1 7 0,0-5 8 0,-1 0 10 31,0-6 2-31,-4 1 15 0,6-7 8 0,4 3 0 0,-3-9-2 0,2-4-5 16,6-1-8-16,2 0-9 0,3-2-6 0,8-2-22 15,8-13-16-15,4 3-18 0,3-1-10 0,6 2-12 16,-1 5-9-16,5 0 1 0,-1 2-2 0,-9 9 6 16,1 3 7-16,-1 1-7 0,-2 4 6 0,2 0-6 15,-5 4-4-15,-4 3 10 0,-4 2 6 0,-5 1-11 16,1 2-1-16,-5 2-6 0,2 0 7 0,-3 1-23 16,-1 2-29-16,1-2-38 0,-4 3-40 0,5-1-33 15,-5 1 2-15,0 0-8 0,0 0-10 0,0 0-24 16,0 0-31-16,-10 13-65 0,4-11-161 0,6-2-505 15,-8 6 225-15</inkml:trace>
  <inkml:trace contextRef="#ctx0" brushRef="#br0" timeOffset="-126925.15">23027 14925 147 0,'0'0'268'16,"0"0"1"-16,0 0 1 0,-6 1-17 0,6-1-15 15,0 0-20-15,0 0-19 0,0 0-21 0,0 0-22 16,27-8-12-16,-7 6-19 0,7 2-29 16,2-5-40-16,3 3-41 0,3 0-46 0,1 2-51 15,-2-3-54-15,1 0-55 0,0 0-175 0,-3-3-396 16,-1 4 176-16</inkml:trace>
  <inkml:trace contextRef="#ctx0" brushRef="#br0" timeOffset="-126762.34">23206 15023 110 0,'-9'6'148'0,"0"1"-7"0,0-3 5 0,3 0-2 16,2 1 10-16,2 0 15 0,2-5 3 0,11 7-10 15,-1-2-16-15,12-2-18 0,6 2-6 0,5-3-23 16,2 2-44-16,3-1-52 0,-1-3-68 0,3 0-73 16,-4-3-145-16,-1 1-306 0,-1-6 135 0</inkml:trace>
  <inkml:trace contextRef="#ctx0" brushRef="#br0" timeOffset="-126123.08">24185 14954 61 0,'-9'0'160'0,"3"0"-7"0,6 0-11 0,-12 0-9 16,7 1-4-16,5-1 4 0,-10 0-11 0,10 0 7 16,-7 2 2-16,7-2 8 0,0 0 6 0,-6 0 10 15,6 0 0-15,0 0 1 0,0 0-3 0,0 0 4 16,0 0-14-16,0 0-14 0,37-3-13 0,-6-1-13 16,9-1-8-16,16 2-10 0,0-1-6 0,1-1-29 0,-2-2-39 0,-1 2-54 15,-18 0-68-15,0 0-98 0,-7-4-259 0,0 3-505 16,-10 0 225-16</inkml:trace>
  <inkml:trace contextRef="#ctx0" brushRef="#br0" timeOffset="-124851.35">25711 14636 164 0,'-4'-6'167'0,"1"0"-14"16,-1 2-17-16,1 0-16 0,-4-1-10 0,-2 1-14 16,-1 1-11-16,-1 1-7 0,-2 0-10 0,0 1-8 15,-1-1-5-15,-4 2-9 0,-1 3-1 0,1-1-8 16,1 3-2-16,-4 0-4 0,4 1-2 0,6-1-4 16,-6 5-3-16,4-2 1 0,3-2-6 0,-1 5-3 15,0-1-3-15,4 5-3 0,-1-5-2 0,5 2 3 0,0 1-1 0,0 2 0 16,4 1-2-16,1-4 3 0,4 2 5 0,2-1-6 15,2 0 3-15,5-2 0 0,2-1 1 0,-1-2-1 16,0-1-6-16,0-1 8 0,2-2-4 0,-4-1 1 16,-1-3 3-16,2-2 15 0,-2 0-2 0,1-3 11 15,-2 0 9-15,2-5 9 0,-1-1 13 0,-3-3 2 16,-1 0 2-16,0-3 5 0,-4 1-2 0,0-5 3 16,0-5 18-16,-1-2-10 0,-3-4 1 0,4 1 4 0,-5 2-5 15,3-3 3-15,1 2 2 0,-3-3-7 0,1 0 1 16,0 1 4-16,0 1 1 0,-2 1 0 0,3-1 0 0,-2 5-2 15,-1 7-6-15,1 2 9 0,1 1-9 0,-2 6-7 16,2-1-6-16,-2 5-15 0,0-1-2 16,0 1-17-16,0 1-4 0,0 2-36 0,0-1-39 15,0 4-3-15,0 0-1 16,0 0 4-16,-2 17 4 0,-1-4 5 0,2 6-1 16,-4 9 8-16,1 3 3 0,-3 1 0 0,0 14-1 0,0-14 3 0,1 16 4 0,1 2-1 15,0-1 3-15,-1-3 1 0,4-15 9 0,1 7-6 16,0-6 4-16,-1-2 1 0,2-3-1 0,2-4 1 15,-4-5 1-15,4-3 3 0,-2-2-5 0,0-2 4 16,1-3 3-16,-1-1-2 0,0-3 6 16,0 0 2-16,0 2 1 0,0-2 15 0,0-4 21 15,0 4 16-15,0-4 14 0,0 3 6 0,0-3 0 16,0 5-5-16,0-5 0 0,0 0-8 0,0 0-12 16,0 0-44-16,0 0-38 0,0 0-33 0,0 0-35 15,4-15-45-15,-1 10-45 0,0-2-65 0,2-3-71 16,7-5-207-16,-2 0-574 0,5-8 253 0</inkml:trace>
  <inkml:trace contextRef="#ctx0" brushRef="#br0" timeOffset="-124303.25">26015 14345 67 0,'-10'0'167'15,"3"0"-21"-15,7 0-8 0,-7 5-17 0,4-3-4 16,-3 4-20-16,4 2-4 0,-3-1-4 0,5 2-9 16,-2 0-3-16,0 3-5 0,4-1-13 0,1 0-1 15,1 1-5-15,4 0-5 0,-2 1-2 0,7 0-3 16,0-1-1-16,1-2 0 0,-1 1-4 0,2-1 3 16,-3-5 2-16,1 1-4 0,-1-2 6 0,-2-1 6 0,1-1 1 0,0 0 11 15,-1-1 4-15,2 1 4 0,-6-2 8 0,3-3 1 16,-4 2 0-16,3-2 4 0,-2 1-6 0,1-2-4 15,-1 3-6-15,-2-2-3 0,-1 2 0 0,0-2-12 16,-3 3-5-16,5-4-9 0,-5 4-8 0,4-2-20 16,-4 2-2-16,0 0-7 0,0 0 2 0,-9 10-4 15,3-1 2 1,-7 2 1-16,1 4-2 0,-1 2-1 0,-6 6 7 16,-1 2-9-16,0 3 7 0,-3 0-8 0,1-2-4 0,-1 3 4 0,-1 0 1 0,2 0-2 15,2-3 3-15,1-2-1 0,6 0-1 16,1-7 1-16,3-2 0 0,4-5 0 0,0-2 2 15,0 1 4-15,1-4 2 0,2 0 19 0,0-2 26 16,1 1 18-16,1-4 9 0,6 0-6 0,-6 0 1 16,22-5-5-16,-5-2-1 0,1 2-15 0,3-4-7 15,4-1-3-15,1-1-5 0,0 0 5 0,4 1-17 16,-1 1 0-16,0-2-6 0,-3 4-1 0,1 0 0 16,-7 1 0-16,-2 3-6 0,0-1 0 0,-4 3-5 15,-1-2-2-15,-3 3-6 0,0 0 8 0,-2 0-4 16,-8 0-2-16,14 0-3 0,-14 0-2 0,10 3-14 15,-10-3-19 1,9 0-15-16,-4 1-15 0,-5-1-15 0,5 3-17 16,-5-3-28-16,3 3-34 0,-3-3-30 0,0 0-32 0,5 5-53 15,-5-5-155-15,0 0-466 0,0 0 207 0</inkml:trace>
  <inkml:trace contextRef="#ctx0" brushRef="#br0" timeOffset="-123971.3">25955 14708 127 0,'-7'0'286'0,"7"0"-4"0,-10 0-2 16,10 0-16-16,-6-3-28 0,6 3-16 0,0 0-23 15,18-4-28-15,3 3-19 0,5-6-13 0,8 1-9 16,2 2-11-16,15-5-19 0,0 2-10 0,3 2-7 16,-3-5-9-16,-1 3-10 0,-11 0-3 15,1 2-9-15,-4-2-4 16,-4 4 8-16,-4-2-16 0,-6 3-7 0,-11-1 1 0,1 1-2 16,-2-2-5-16,-2 1-2 0,-2 3-2 15,-1 0-23-15,-5 0-15 0,0 0-10 0,8 3-14 16,-8-3-20-16,0 0-24 0,-15 7-27 0,6-1-38 15,-3-1-29-15,2 0-43 0,-2 1-197 0,-2 1-451 16,4-3 199-16</inkml:trace>
  <inkml:trace contextRef="#ctx0" brushRef="#br0" timeOffset="-123347.77">25120 15224 46 0,'-9'0'184'0,"9"0"-12"16,-9 0-19-16,9 0-16 15,0 0-17-15,-7 0-2 0,7 0-7 0,0 0 5 16,0 0-3-16,0 0 4 0,0 0-6 0,0 0 3 15,-8-1-6-15,8 1-9 0,0 0-4 0,0 0-9 16,0 0-8-16,0 0-3 0,0 0-6 0,0 0-4 16,0 0-8-16,0 0-5 0,0 0-2 0,0 0 1 15,-6-2-4-15,6 2-3 0,0 0-5 0,0 0 0 16,0 0-5-16,0 0-2 0,0 0 1 0,0 0-4 0,0 0 0 16,0 0-2-16,0 0 0 0,0 0 0 0,0 0-3 0,0 0 0 0,25-1-2 15,-2 0-1-15,12-2-2 0,20-2 0 0,10 1 0 0,32-1-2 16,3 4 2-16,7-6 10 0,12 5 13 15,10-4 6-15,10-1 10 0,-2 3 6 0,-4-3 19 16,-4 1-3-16,-1-5 0 0,-7 6-5 0,-14-3-7 16,-11 0-8-16,-36 4 13 0,-8 0-22 0,-16-1-6 15,-5 0 16-15,-12 2 25 0,0 1 19 0,-6-2 9 16,-1 1 5-16,-6 0-11 0,-1 1-26 0,-1-2-24 16,-4 0-32-16,0 0-34 0,0 4-56 0,-9-7-40 15,-2 6-47-15,-7 0-44 0,-1 1-60 0,-1 0-70 16,-9 1-276-16,7 2-649 0,1-2 287 0</inkml:trace>
  <inkml:trace contextRef="#ctx0" brushRef="#br0" timeOffset="-121165.26">25643 15557 179 0,'-4'-3'201'0,"-1"1"-8"0,5 2-6 0,-4-2-10 16,4 2-12-16,-5-2-20 0,5 2-12 0,-4-3-15 16,4 3-4-16,0 0-9 0,0 0-9 0,0 0-7 15,0 0-10-15,0 0-8 0,0 0-6 0,18-4-11 16,-4 4-1-16,7-1-7 0,-1 1-3 0,12 0-10 16,2-2 1-1,2 1-4-15,-4 0-2 0,1-2-2 0,-2 2-6 16,-3-1 2-16,-10 1-3 0,0 0-2 0,-3 1-1 15,-6-2 1-15,0 2 0 0,-5 0-3 0,5-2-4 16,-9 2-7-16,5-3-8 0,-5 3-12 0,0 0-6 0,-23-5 4 16,4 5-6-16,-8-1 0 0,-1 1-2 15,-3 1 9-15,1-1-7 0,0 0 7 0,0 0 2 16,1 3 2-16,1-1-3 0,4 0 6 0,2-1 0 0,-4 1 2 0,8-2-1 16,1 1-2-1,2 2 1-15,1-3 5 0,2 2 6 0,4-2 0 0,2 1 0 16,6-1 1-16,-9 3 0 0,4-3 1 0,5 0-3 15,-6 1 2-15,6-1-4 0,-7 1 3 0,4 2 0 16,3-3 0-16,0 0 2 0,-2 4-4 0,2-4 7 16,-5 5-3-16,5-5-1 0,0 4 2 15,-2-1 1-15,2-3 0 0,2 5 1 0,-2-1 1 16,0 1 0-16,3-1-1 0,-1 0 2 0,3 1 5 16,4 2 5-16,2 3-2 0,5 1-1 0,3 6 2 0,4 1-1 15,2 1 27-15,-1-2-5 0,0 5-3 0,0-1-6 16,1 2 1-16,0-2-7 0,-2 0 3 0,-5 1-7 15,1 5-2-15,2-5 0 0,-9 0-4 16,-2-3-2-16,-5-2-3 0,0 0-11 0,-4 1-9 0,-4-2-7 0,-3-4 11 16,-2 0-2-16,-3-2 2 0,-6 1 3 0,-1-2 4 15,-1-3-2-15,1 1 3 0,0-4 3 0,-1-1 14 16,0-2 21-16,2-2 29 0,0-2 31 0,4 0 30 16,1-2 29-16,1 0 19 15,1 0 3-15,3-4-12 0,1 0-3 0,1-2-20 0,2 2-3 16,2 0-12-16,2 2-18 0,-1 0-12 0,5-2-18 0,5 3-13 0,2-1-13 15,3-1-11-15,2 2-18 0,3 1-29 0,1 1-32 16,1 3-30-16,7 0-30 0,-9-1-35 0,10 6-40 16,-2 0-54-16,0-1-68 0,-10 1-325 0,0-2-669 0,-5-1 296 15</inkml:trace>
  <inkml:trace contextRef="#ctx0" brushRef="#br0" timeOffset="-120778.79">25722 15600 78 0,'0'0'307'0,"-6"0"3"0,6 0-1 0,0 0-4 15,-9 0-24-15,9 0-26 0,0 0-30 0,13-6-26 16,6 3-22-16,8-2-20 0,7 1-11 0,6-1-14 16,16-1-18-16,3 0-9 0,2 0-15 0,2-1-8 15,2 0-1-15,0 4-6 0,-6-3-19 0,0 0-3 16,-6 3-6-16,-17-1-4 0,-4 0-4 0,-10 1 2 15,-3 0 2-15,-6 2 4 0,-2 0-7 0,1 0-2 16,-5 0-2-16,-1 0-3 0,0 1 7 0,-6 0-28 0,9 1-16 16,-9-1-11-16,0 0-29 0,0 0-32 0,0 0-39 15,-22 4-40-15,9-1-62 0,-6 2-73 0,3 1-224 16,-4-3-556-16,5-1 247 0</inkml:trace>
  <inkml:trace contextRef="#ctx0" brushRef="#br0" timeOffset="-119539.28">19273 14246 17 0,'0'-10'209'0,"1"0"4"0,3 2-8 15,-3-1-5-15,3 0-7 0,-1 2-9 0,-3 2-21 16,1 0-13-16,-1 1-19 0,3-1-16 0,-3 5-25 31,0-6-34-31,2 4-40 0,-2 2-6 0,0 0-4 0,-2 14-4 16,2 1 1-16,0 11-4 0,-4 5 1 0,-4 16-1 15,-1 5 0-15,-1 8 0 0,-8 31 6 0,5 2-1 16,2-3 1-16,-2-4-5 0,0 0-8 0,4-27 3 16,-6 23 0-16,9-26-13 0,-1 2 6 0,2-2 4 15,2 2-6-15,0 2 5 0,0-2 1 0,-1 1 2 16,3-4 1-16,-1 0-6 0,-1-2 6 0,-1-4 0 16,4-1-5-16,-2-2-1 0,0-10 8 0,2-4-2 15,-1 2-7-15,2-4 9 0,-2-1 3 0,1-3-2 0,-4 0 2 0,4-7 1 16,0-3 2-16,0 0 1 0,3-3-2 0,-6 3-3 15,3-3 6-15,0-4-6 0,0 0 4 0,0-4 0 16,3 2 4-16,-3-1 1 0,1-1-1 0,0 0 7 16,-1-5-12-16,0 6 2 0,0-3-8 0,0-3-9 15,0 0-6-15,3 3-52 0,-3-3-65 0,0 0-135 16,20-15-295-16,-8 0 131 16</inkml:trace>
  <inkml:trace contextRef="#ctx0" brushRef="#br0" timeOffset="-118174.63">19379 13936 39 0,'0'0'107'0,"-5"-2"-9"16,5 2 3-16,0 0-13 0,0 0-9 0,0 0-4 0,0 0-23 15,-6-3 9-15,6 3-4 0,0 0-20 16,0 0-1-16,0 0-3 0,0 0-3 0,0 0 9 15,0 0-25-15,0 0 12 0,0 0 6 0,20 0-3 16,-12-2-4-16,3 4 5 0,2-2-16 0,6 0 12 0,8 0-3 0,-3 2 5 16,8-2-2-16,1 1 5 0,5-1 2 0,15-3-4 15,2 1 4-15,3-1 2 0,3-5-4 0,0 7 0 16,2 0 3-16,1-1-10 0,2-3-1 0,0-2-5 31,0 5-3-31,26-1 5 0,-31 3 7 0,32-4-5 0,-29-1 2 0,3 2-8 16,25-2 1-16,-26 3-1 0,25-5-1 0,-27 4 4 15,2-2-2-15,26 0-4 0,0 1 5 0,-28 1 1 16,29-4-5-16,-27 7 0 0,28-7-9 0,-3 4 15 16,-26 3-9-16,30-4 1 0,-30 6-3 0,29-4-5 15,-4-3 4-15,-28 3-4 0,29 0-1 0,-24 2 2 16,27 0-2-16,-30-3 3 0,29 2 6 0,-29 1-7 16,4 0 0-16,-2-6-1 0,0 8-1 0,24-3 5 15,-27-1-7-15,-2 2 2 0,3-2 1 0,0-1-1 0,27-1-1 0,-30 2 0 16,2 2 1-16,-1 0 7 0,2 0-5 0,-1-3 5 15,-2 0 3-15,1-1-5 0,-1 1 3 0,0 1-1 16,-2-3-3-16,-3 2 4 0,-1-1 1 16,-1-1-6-16,-2 5 0 0,3-3 2 0,-4 0-1 0,4-2 0 15,-4 4 1-15,2 0 1 0,-1-1-1 0,2 0 5 16,-2-1-1 0,3 2 0-16,5-1-1 0,0 1-3 0,3 1 1 15,2-3 0-15,4 1 3 0,26 1-1 0,-29-1 4 0,31 1-3 0,-7 0-1 16,-25 1 0-16,-1 0-2 0,30-3-1 0,-29 3 6 15,0 0-7-15,1 0 3 0,0 0-3 0,1 0-3 16,-2 0 4-16,2 0-4 0,0 0 2 0,-3 0 0 16,-3 0 7-16,-1 0 1 0,3 0 1 0,-6 0 2 15,-2 3 1-15,0-3-2 0,-4 0-1 0,0 4 0 16,3-4-1-16,-17 0-2 0,17 0 4 0,-15-2-5 16,0 1 1-16,13 0-3 0,-11 1 1 0,11-3-1 15,0 2 0-15,-15 1-3 0,2 0-1 0,1 0 4 16,-3 0-3-16,-3 1 1 0,-2-1 1 0,0 0-1 15,-5 0-2-15,-4 0 3 0,-5 0-1 0,1 0 0 16,2 0 6-16,-10 0 1 16,1 0 1-16,0 0 5 0,-3 0 0 0,2 0-3 0,0 0 0 0,-1 0 0 0,-3 0-3 15,2 0 0-15,-2 0 0 0,0 0 3 0,-1 0 0 16,1 0-3-16,1 0-5 0,0-1 3 0,-1 1-1 16,0 0-2-1,3 0 6-15,-1 0-9 0,-1 0 1 0,5 1-2 0,-7-1 0 16,3 0-2-16,0 0-5 0,-1 3 4 0,-2-3 3 15,1 0-2-15,-7 0 0 0,10 0-3 0,-5 1-6 0,-5-1-11 16,6 1-5-16,-6-1-15 0,7 0-6 0,-7 0-15 16,5 2-15-16,-5-2-12 0,0 0-24 0,7 2-11 15,-7-2-35-15,5 4-38 0,-5-4-148 0,0 0-368 16,0 0 163-16</inkml:trace>
  <inkml:trace contextRef="#ctx0" brushRef="#br0" timeOffset="-117088.41">27603 13711 127 0,'0'0'167'0,"0"0"-19"16,0 0-13-16,0 0-15 0,0 0-18 0,0 0-9 16,4-3-9-16,-4 3-8 0,0 0-7 0,0 0-8 15,9 5-7-15,-7-2-7 0,2-1-3 0,0 3-6 16,0 2-4-16,0 2-6 0,0 2-3 0,1 0-10 15,0 4 2-15,0 3 7 0,3 6-9 0,-4 3-1 16,-1 0-2-16,2 1 1 16,-2 1 8-16,1 2-1 0,0 1-4 0,-2 2-1 15,0-1-2-15,-1 1-1 0,-1 0 0 0,1-2-5 16,0 0-11-16,-1-4 2 0,-1 3-6 0,0-6 5 16,1 4-5-16,-1-3 4 0,1-1 4 0,0 2 7 15,-2-4-7-15,-2 2-8 0,4 2 0 0,-1-4 3 0,0-3 1 0,-2 5 2 16,2 3 4-16,1-3 1 0,0-6-4 15,-1 7 9-15,1-8-11 0,0 3 3 0,0-4-2 16,-2 4 3-16,2-3-2 0,0 0-2 0,0 0 0 0,0-1 2 16,0 2-1-16,0-2 5 0,0 1-4 0,0-2 9 15,0 2-1-15,2-2-5 0,-2 1-4 0,0-2 4 16,0 1-6-16,0-1 8 0,-2 2-5 16,2-4 3-16,2 3-5 0,-1 0 0 0,-2-1 4 15,1-1-4-15,0-2 2 0,0 4 1 0,0 0 0 0,0-3 0 0,-2-2 2 16,2 4 5-16,0-3-12 0,0-1 6 0,-2 5-1 15,-1-3 2-15,2-1-3 0,-1 2 1 0,0-2-1 16,-2 2-1-16,3-2 2 0,0 0 1 0,-2-2-7 16,1 2-6-16,0 0 13 0,0 0-1 0,-1-2-6 15,1-1 5-15,-1 4-4 0,0-4-5 0,-1 5 8 16,1-6 3 0,2 5-1-16,-2-4 1 0,1 0-1 0,-1 4 3 0,0-2-4 15,2 0 2-15,-1 0 3 0,0 4 1 0,0-3-4 0,-1 0-1 16,2 0-6-16,-1 4 3 0,-2-2-3 0,2 0 5 15,1 2 4-15,-1 1-3 0,-1-1 0 0,2 0 1 16,-2-1-2-16,1 2 6 0,0-5 19 0,0 3 2 16,0 2-6-16,1-1-1 0,0-3-2 0,-3-1-5 15,3 4 2-15,-2-3-1 0,2-1 2 0,0 0-7 16,-2 2-4-16,2-3 3 0,-2 5-1 0,3-3 2 16,-2 0-2-16,2 0-3 0,-3 4 0 0,-1-4 0 15,4 0-3-15,-1-1 12 0,-4 1-10 0,1 3-2 16,4-4 2-16,-4 3 2 0,-1-2-4 0,4-2 6 15,-2 1-4-15,-1 3 1 0,3-3-1 0,0-1 1 16,-2 1-2-16,2-1 1 16,-3 0 4-16,3 0-3 0,1-1-2 15,-4 1 0-15,4 0-1 0,-4-3 3 0,3 5-4 0,1-1-1 16,0-3 5-16,-4 1-4 0,4 2 1 0,-2 1 2 16,0-4-6-16,1 2 4 0,-3 0 0 0,4 0 0 15,0-1 2-15,-4 0-3 0,4 1 3 0,-3-2-2 0,0 3 2 16,3 0-1-16,-2-4 3 0,0 3-2 0,2 0-2 15,-2-3 0-15,0 2-1 0,2-2 2 0,0-1-4 16,0 2 8-16,0 0-15 0,0-1 15 0,0-1 6 16,0 1 8-16,2-1-4 0,-2 1-3 0,0-3 5 15,0 2-4-15,2 0 1 0,-2 0-1 0,0-2-1 16,0 3-3-16,0-2 1 0,2-1 0 0,0 2 0 16,-2 3 0-16,0-6 1 0,0 4-4 0,1-1 3 15,-1-2-2-15,0 2-3 0,0-2 0 0,0 0 7 0,0 3-17 0,0 0-37 16,0 0-47-16,0-3-49 0,-1 2-168 15,1 0-331-15,0-3 146 0</inkml:trace>
  <inkml:trace contextRef="#ctx0" brushRef="#br0" timeOffset="-115977.58">19152 16005 64 0,'-4'-5'170'0,"4"5"-12"0,0-5-10 16,0 5-20-16,0 0-17 0,-2-2-7 0,2 2-19 16,0 0-12-16,0 0-7 0,0 0-8 0,3 14-7 15,-2-2-5-15,1 7-6 16,-1 13 1-16,-1 2-5 0,0 12 0 0,0 7-5 15,-1-1 28-15,-1 5-6 0,5-2-7 0,-2 2-3 16,2 2-31-16,-1-5-1 0,1 2 2 0,1-4-10 16,2-1 6-16,-1-4-4 0,-1 0 9 0,0 0-9 15,0-18 3-15,-2 0-1 0,2-2 1 0,-3-8-2 16,2-2 5-16,-1 0-12 0,1-5 12 0,-3-2-3 16,1-3 6-16,-1 0-8 0,1-2 8 0,-1 0-3 0,0 0 6 15,2 0-4-15,-2-5-27 16,0 0-31-16,0 0-42 0,0 0-30 0,0 0-31 0,6-10-93 15,-6 10-259-15,5-9 115 0</inkml:trace>
  <inkml:trace contextRef="#ctx0" brushRef="#br0" timeOffset="-114313.25">19306 17033 31 0,'0'0'132'0,"0"0"-15"0,0 0-11 0,0 0-5 15,0 0-12-15,22 3-7 0,-11-3-8 0,9 2-6 0,-2-2 4 16,5-2-13-16,7 0-5 0,2 2 5 0,0-3-12 0,4 3 5 15,2-1-11-15,0-2 5 0,1 3-18 0,15-3 6 16,-1 2-6-16,0 0-3 0,0 1-2 0,2-4-1 16,0 4-6-16,0-2-5 0,1-1 5 0,2 2-6 15,1-2 5-15,-3 0 2 0,0 1-8 16,4-1-2-16,-5 3-3 0,1-4 7 0,2 3-9 16,-2-4 2-16,2 2 7 0,-2-2 4 0,-1 2 0 15,-3 1 5-15,-2-1 3 16,-11-2 2-16,17 3 2 0,-16-3-3 0,10 0 3 15,-9 3-3-15,-1 2 3 0,11-3-6 0,-13 1 1 16,2-1-4-16,-1 3 1 0,1-4-3 0,12 6-1 16,-12-2-3-16,11-5 7 0,-13 4-13 0,15 0-1 15,-15-1 6-15,1 2-4 0,0 0 0 0,1-1-6 16,-1 2 12-16,1-4-10 0,2 3 8 0,8-1-5 16,1 0 7-16,-14-2-3 0,0 3 3 0,1-2-3 0,17 2 4 15,-15-3-6-15,14 3 0 0,0-5 1 16,-1 5 1-16,2 1-3 0,-1 1 4 0,-4-2-9 15,3 1 4-15,1 0 5 0,-2-1-4 0,-13 3-6 16,14-3 0-16,-16 2-6 0,18-4 0 0,-3-1 0 16,-3 6 0-16,-9-6 5 0,11 3-2 15,-13-1-4-15,13 2 8 0,0-3-7 0,-11 2 2 0,-3-3 0 0,17 3 5 0,-17 0-5 0,1 1 1 16,1-1 1-16,0 2-1 0,1-4 0 0,1 2 6 16,9 2-6-16,3 0 5 0,-12-2-4 0,0 3 7 15,11-3-13-15,2 0 12 0,-3 0-8 0,1 2 8 16,-12-4-8-16,12 2 2 0,1 5-1 0,-2-5 6 15,-11-3-9-15,11 7 5 0,-13-5-5 0,13 3 7 16,-10 0-3-16,-1 1 3 16,-1-3-7-16,11 2 5 0,0 1-3 0,-10-1 3 15,-5 0-2-15,2-4 4 0,1 4-2 16,2-6-1-16,-1 4 6 0,-1 0 2 0,16 0-9 0,-17 0 0 16,1-3 2-16,4 1-1 0,10 0 0 0,-14 1 3 0,1-1-2 0,1 0-3 15,1 2 6-15,9-3-3 0,-11 3 1 0,-2-2 3 16,4 4-9-16,0-4 8 0,-1 2 6 15,12-7-7-15,-14 7 2 0,0-3 2 0,1 1 2 16,1-1 5-16,-2 2-2 0,0-2-2 0,0 1-2 16,15-2 2-16,-16 2 0 0,4-3 2 0,-4 5-3 15,2-1 1-15,1 1 0 0,-4-1 2 0,4-1-3 16,-4 2 1-16,-1 0 5 0,0-1-9 0,-1 1 12 16,2 0-5-16,-3 0 9 0,4 0 0 0,-3 0 2 15,-2 1-4-15,2-1 6 16,-1 2 0-16,-6 0-3 0,6-2 1 0,-2 0 1 15,-3 0-2-15,0 3 0 0,-1-6-3 0,-4 3 3 16,5 0-7-16,-6-2 3 0,-3 2 0 16,4-4-5-16,-3-1-4 0,-3 4 6 0,2-3-1 15,0-1-1-15,-2 2-5 0,-2 0 9 0,2-2-7 16,0 1 0-16,-1-1-4 0,2 2 2 0,0-1 0 0,0 1-5 16,0 1 5-16,0-2-6 0,0 3 3 0,-6-1-2 0,6 0-1 15,-5 2 3-15,2-3-6 0,-4 2 10 0,-4-1-8 16,5 0 0-16,-1 2 2 0,-7-1 0 0,-4 1-3 15,14-1 4-15,-9 0-3 0,-5 1-2 0,9-2 0 16,-9 2-1-16,0 0 2 0,14 0 1 0,-14 0 5 16,9 0-8-16,-9 0 0 0,0 0 3 0,9 0-4 15,-9 0 0 1,8 0 2-16,-8 0-2 0,9 2 3 0,-9-2 0 16,9 1 0-16,-9-1-1 0,7 1 0 0,-7-1 2 15,11 1-1-15,-11-1 1 0,9 2-1 0,-9-2 3 16,9 1-3-16,-9-1 6 0,11 0-5 0,-11 0 0 15,8 1-1-15,-8-1 3 0,0 0-3 0,13 0-2 16,-13 0-1-16,10 1 4 0,-10-1-2 0,7 0 1 16,-7 0 2-16,9 2-4 0,-9-2 5 0,0 0-4 0,11 0 11 0,-11 0 11 15,8-4 8-15,-8 4 7 0,0 0 5 0,0 0 4 16,13 0-5-16,-13 0-5 0,8-1 0 0,-8 1-5 16,7-2-4-16,-7 2-1 0,11-1-4 0,-11 1-4 0,10 0-1 15,-10 0-1-15,9-1-1 0,-9 1-4 0,10-3-1 16,-10 3 1-16,9 0-2 0,-9 0 2 0,0 0-1 15,12 0-3-15,-12 0 0 0,0 0 0 0,6-2 1 16,-6 2-1-16,0 0-1 0,8-2-2 0,-8 2 0 16,0 0 1-16,10-3-3 0,-10 3 3 0,11 0-1 15,-5-1-3-15,-6 1 2 0,10 0-1 0,-3 0 0 16,0-1 0-16,-1 1-2 0,-6 0-1 0,11 0 4 16,-5 0 3-16,-1-3-2 0,-5 3 1 0,6-2-1 15,-6 2-2-15,9-1 5 16,-9 1-6-16,5-2 1 0,0 0 0 15,-5 2-2-15,0 0 5 0,0 0 2 0,6-2-5 16,-6 2 9-16,0 0-11 0,3-1 8 0,-3 1-5 16,0 0-4-16,0 0 2 0,0 0 0 0,0 0 1 15,0 0 6-15,0 0-7 0,6-4 6 0,-6 4-1 16,0 0-8-16,0 0 0 0,0 0 2 0,0 0-1 16,0 0-2-16,0 0 1 0,0 0-3 0,0 0 2 0,0 0 0 0,0 0 0 15,0 0 0 1,0 0 1-16,0 0-1 0,0 0-2 0,0 0 1 0,0 0 2 15,0 0-2-15,0 0 1 0,0 0 1 16,0 0 2-16,0 0 0 0,0 0-2 0,0 0 1 16,0 0 2-16,0 0-1 0,0 0 4 0,0 0 1 15,0 0 4-15,0 0 5 0,0 0 2 0,0 0 2 16,0 0 3-16,0 0 5 0,0 0 11 0,0 0 7 16,0 0 6-16,0 0 14 0,0 0 21 0,0 0-10 15,6-5-13-15,-6 5-9 0,1-10-4 0,-1 3-3 16,2-5-6-16,0 0-16 0,-2-3-13 0,0-4-18 15,5 1-18-15,-4-8-26 0,-1 2-19 0,4-3-34 16,0-1-35-16,1-1-36 0,0 1-41 0,3-1-90 16,7 1-189-16,2 0-536 0,-3 2 237 0</inkml:trace>
  <inkml:trace contextRef="#ctx0" brushRef="#br0" timeOffset="-108261.61">17897 9457 37 0,'0'0'224'0,"-5"-2"-17"0,5 2-3 16,0 0-8-16,-4-3-9 15,4 3-7-15,0 0-10 0,0 0-10 0,-5-2-11 16,5 2-14-16,0 0-10 0,0 0-7 0,0 0-16 15,0 0-10-15,0 0-8 0,0 0-6 0,0 0-12 16,0 0-6-16,0 0-6 0,0 0-8 0,0 0-6 0,0 0-4 0,0 0-2 0,0 0-5 0,0 0-7 16,0 0-2-16,0 0 3 0,0 0-4 0,0 0 1 15,0 0-3-15,0 0-1 0,0 0 9 0,0 0 3 16,0 0 3-16,19 3 1 0,0-4 1 0,13-4-2 16,5 1-4-16,14-4-3 0,8 1-2 0,6 2-4 15,-2-3 4-15,2 2-2 0,-4-1 0 0,-2 2 1 16,-5-3-4-16,-15 4 1 15,11-3 0-15,-18 2-4 0,-4 2-1 0,-6 1-1 16,-9-1 0-16,-2 2-5 0,1 0 5 0,-4-1-3 16,0 1-3-16,-1 0 0 0,-2 1-13 0,-5 0-8 15,8-3-8-15,-8 3-6 0,0 0-9 0,0 0-10 16,0 0-19-16,0 0-19 0,-25 4-27 0,14-3-12 16,-1 2-20-16,2-2-34 0,0-1-20 0,-2 0-197 0,3-1-429 0,4-2 190 15</inkml:trace>
  <inkml:trace contextRef="#ctx0" brushRef="#br0" timeOffset="-107898.39">18662 9135 299 0,'-1'-4'295'0,"-2"1"-18"0,3 3-13 0,-6-5-25 16,6 2-20-16,0 3-31 0,0 0-18 0,0 0-22 15,-4-5-17-15,4 5-14 0,0 0-16 0,0 0-11 16,0 0-9-16,0 0-3 0,10 17-14 0,-6-7 6 16,5 0-14-16,5 2-7 0,2 0 1 0,4 5-6 15,2 0-8-15,3-1 1 0,0 0-7 0,0-2-1 0,2 0-4 0,-3 1-6 16,-2-1-1-16,-3-3-4 0,-1 0 2 0,-4 1-4 16,-1-1 0-16,0 1-3 0,-7-3 4 15,0 2-17-15,-2 1-7 0,-2 1-3 0,-4 0 0 0,-4 4 2 16,-3 1 5-16,-6 2-1 0,-2 0 4 0,-3-1 2 15,-3-1 2-15,1 0-4 0,-4-1 1 0,5-2 2 16,-2-1-2 0,1 1 2-16,4-3-2 0,-1 0 3 0,1-2 2 0,1-1 1 15,3-1-1-15,2-1-13 0,0-2-35 16,4-1-39-16,-2 1-46 0,5-1-49 0,2-2-18 16,3-2-230-16,0 0-463 0,0 0 205 0</inkml:trace>
  <inkml:trace contextRef="#ctx0" brushRef="#br0" timeOffset="-107281">19748 9073 75 0,'0'0'261'0,"0"0"-24"0,0-5-22 0,0 5-23 16,7-3-19-16,-7 3-18 0,11 0-17 0,2 0-16 15,0 0-10-15,5 3-16 0,2-2-6 0,2 5-13 0,5 1-4 0,-2 1-8 16,-7-1-6-16,1 3-9 0,-2-2-5 0,-2 1-4 16,-2 2-7-1,-3-2-5-15,-3-1-6 0,-2 2-6 0,-3-1-4 0,-3 3-4 0,-3 2-1 16,-5-1-4-16,-3-1-1 0,-4 1 2 0,-7 4-5 15,4-4 8-15,-3-2-1 0,3-1 0 0,1-2-3 16,3 1 0-16,2-2 3 0,2-1-8 16,3-3 0-16,0 0-3 0,4 1 7 0,-2 1-5 15,2-2 1-15,0-1 1 0,4 3 1 0,2 0 2 16,0-1 3-16,5 0-4 0,4 0 3 0,2 2 2 16,5-2-7-16,-2 3 4 0,2-1-2 0,1 2 1 15,-2 0-4-15,2 0 0 0,-1-2 2 0,-1 3-3 16,-3 2 0-16,-3-4 2 0,0 2-5 0,-2-3 5 15,-2 2-2-15,-1 0 4 0,-2-1 3 0,-2 0 5 0,-4-1 1 0,-2 4-4 16,-2-3 5-16,-4 0-1 0,-4 1-3 0,-3-2 3 16,-1-1-4-16,-5 1-16 0,-4-1-22 0,7-1-30 15,-2-4-41-15,-1 0-56 0,2 0-208 0,-1-4-397 16,0-4 175-16</inkml:trace>
  <inkml:trace contextRef="#ctx0" brushRef="#br0" timeOffset="-106842.42">19936 8790 98 0,'-10'-8'215'0,"-2"2"-16"0,2 0-14 16,-2 1-15-16,1 0-18 0,-3 4-17 0,0 0-9 16,-5 4-17-16,-2 4-8 0,-4 5-15 0,-3 5-8 15,0 2-7-15,-3 7-6 0,-9 9-8 0,-2 3-3 0,1 8-5 16,-1 0-3-16,-13 19-4 0,23-16 8 0,-1 5 15 0,-8 18 6 31,17-24-7-31,6-2 4 0,4-2 0 0,5-9 2 0,4 0 1 16,1-1 0-16,7-1 4 0,2-3 0 0,4 0 6 15,5-7 2-15,4 1 8 0,5-3 11 0,10-3-10 16,2-4 13-16,19 1-14 0,9-5 0 0,26-2-9 16,-22-4-4-16,27-9 7 0,-27 0 8 0,25-7 11 15,-32 3-7-15,2-4 3 0,-3-4 1 0,-4-4-5 16,-2-6 3-16,-9-1-5 0,-4-7-2 0,-4-3-5 0,-7-4-15 16,-6-5-16-16,-11-3-16 0,-5-1-14 15,-10-3-8-15,-9 2-7 0,-8 1-4 0,-6 3-1 16,-14 5-6-16,-2 3-6 0,-13 7-21 0,-28-7-41 15,-9 12-61-15,-9 12-43 0,-2 12-53 0,-8 5-66 0,-3 7-384 0,-1 4-731 16,5-3 323-16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8:30:18.97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3437 3117 63 0,'10'-7'263'16,"-5"3"-5"-16,0-1-3 0,-1 0-6 0,0 1-16 0,0 0-13 16,0 3-16-16,-3-2-12 0,-1 3-26 0,5-5-14 15,-5 5-20-15,3-3-22 0,-3 3-23 0,0 0-22 0,0 0-11 16,0 0-2-16,-13 15-7 0,4-7-4 0,-8 6 1 15,-5 3-8-15,-2 2-6 0,0 1 2 16,2-1-5-16,-1 1-1 0,-4 2-5 0,3 1 0 16,1-3-2-16,4 1-1 15,0-1-3-15,2-4-2 0,7-1-4 0,0-1 5 16,1-1-8-16,2-1 5 0,2-1-19 0,4-1-9 16,1 2 5-16,1-2 3 0,7 0 0 0,3 1 5 15,6 0 0-15,7 1 3 0,7-2 2 0,1 1-2 0,0-4 1 0,5 1 0 16,0 1-1-16,0-1 3 0,-5-1 0 0,0 1-2 15,-1 1 2-15,-11-2-3 0,-3 1 1 16,-1-4-2-16,-7 4 1 0,-2-3-1 0,-1-2 3 16,-5 3 1-16,-2 0 2 0,-4 3 5 0,-5-1-5 15,-9 1 6-15,-12 3-1 0,-2 1-3 0,-2-2 2 16,-5-1 3-16,6 0-1 0,-2 0 0 0,3-2-1 16,-4-3 2-16,5 3 2 0,0-4-4 0,4 0 2 15,5 1 0-15,6-1-3 0,5-4 4 0,1 2-10 16,5-2-14-16,1 3-22 15,5-3-20-15,0 0-61 0,0 0-50 0,0 0-47 16,22-20-214-16,-3 10-464 0,8-2 206 0</inkml:trace>
  <inkml:trace contextRef="#ctx0" brushRef="#br0" timeOffset="416.47">3935 3425 177 0,'-7'0'238'0,"-1"2"-20"0,1 1-18 0,-3-1-20 16,0 3-17-16,1-3-16 0,0 2-15 0,-1 2-16 0,2 1-9 0,-1-1-12 16,-1 3-10-16,1 0-7 0,1 0-10 15,2 1-7-15,-3 1-7 0,4 0-3 0,0 0-6 16,2 2-2-16,0-3-4 0,1 1-1 0,2 0-2 15,2-1 0-15,-1-1-1 0,3 0 0 0,0 0 2 16,1-2-3-16,3-2 4 0,4 0-5 0,-2-2 4 0,8-3-6 16,-1 1 2-1,2-3-3-15,3 0-3 0,-3-2-2 0,3-2 6 16,-3 0 10-16,-1-3 12 0,-1 2 9 0,-2-3 11 0,-3 1 7 16,1-5 0-16,-4 6 4 0,-4-4-6 0,2-4-7 0,-5 3-1 15,-1 2-5-15,-1 0 3 0,-1-1-12 0,-1 2-3 16,-1-3 2-16,-3 2-23 0,-1 4-8 0,-2-2-6 15,2 3-11-15,-2 1-14 0,-4 3-19 16,0 0-24-16,-1 2-26 0,1 3-28 0,-3 1-31 0,-1 1-30 16,3 0-39-16,2 2-63 0,2-2-212 0,-1 2-518 15,6-2 230-15</inkml:trace>
  <inkml:trace contextRef="#ctx0" brushRef="#br0" timeOffset="635.5">4430 3521 267 0,'2'3'329'0,"-2"-3"-27"15,5 3-26-15,-5-3-24 0,3 2-25 0,-3-2-30 0,-1 5-19 0,-3 2-17 16,-3-2-14-16,0 7-14 0,-6-3-12 0,1 7-12 15,-3-2-22-15,-4 4-40 0,1 0-48 0,4-3-47 16,-1-2-48-16,3-1-66 0,-2-1-259 0,4 1-457 16,0-7 202-16</inkml:trace>
  <inkml:trace contextRef="#ctx0" brushRef="#br0" timeOffset="1418.41">5709 3033 67 0,'10'0'141'0,"4"0"-13"0,3 0-11 0,3 2-13 16,3 1-1-16,0 0-12 0,3 4-1 0,-2 0-12 16,-2 0-6-16,-2 1 1 0,-3 1-11 0,-2 1-12 15,-3 1 1-15,-5-1-7 0,2 5-6 0,-6 2-9 16,-6-3 3-16,-4 5-3 0,-6 4-7 0,-5-1-16 0,-3 0 19 0,-3-1-9 16,0-4-5-16,0 0 5 0,-2-1-1 15,3-2-1-15,4-4-4 0,3 1-4 0,4-4 5 16,3 0-7-16,1-2 3 0,-1 3-4 0,4-4 5 15,1-1-2-15,3 2 0 0,2 0 5 0,3-2 1 16,6-2-2-16,3 3-4 0,4 1 8 0,5-2-5 0,4 2-3 16,5-5 4-1,-3 5 4-15,3-1-8 0,-10-1-2 0,6 4 4 16,-7-4 25-16,1 1-1 0,-5 2-4 0,-4 0 0 16,1-1-6-16,-3 1 2 0,-2-1 3 0,-3 1 6 0,-1 1 11 0,-4 1 0 15,-4-2 5-15,-4 3-3 0,-2-1-2 0,-4 1-3 16,-5 0-4-16,-8-1-3 0,-3 1-4 15,3 1-1-15,-6-3-4 0,2 2 1 0,-4-4-6 0,5 1 0 16,-1-1-8-16,10-1-12 0,-2-4-20 0,4 0-30 16,5 0-39-16,3-3-81 0,2-1-179 0,1-1-379 15,7 0 168-15</inkml:trace>
  <inkml:trace contextRef="#ctx0" brushRef="#br0" timeOffset="1903.6">5785 2989 31 0,'-32'10'168'16,"2"0"-14"-16,-2 2-12 0,1 2-5 0,-3 1-10 15,2 5-12-15,-13 4-7 0,4 7-7 0,2 3-10 0,3 1-8 16,1 1-8 0,2 6-5-16,0 0-4 0,3-1 11 0,10-12-5 15,4 4 3-15,3-3-8 0,4-1 9 0,3 0 9 16,-1-3 5-16,7-1 0 0,4-6-3 15,3-1 11-15,6 3-4 0,1-7 2 0,9 6 0 16,7-7-3-16,7-3-5 0,1-2-2 0,18-3-13 16,-1-2-7-16,4 1-7 0,1-8-9 0,3-1 2 0,4 0-9 15,24-8 0-15,-27 1 10 0,24-6 12 0,-24 5 11 0,-4-2 15 16,-2-3-15-16,-6-4 2 0,-6 1-19 0,-14-3 20 16,6-8-9-16,-6-2-5 0,-10 4-8 15,-2-15-10-15,-5 2-10 0,-8-5-15 16,-8 3-8-16,-9 0-3 0,-2 14-2 0,-6 0 6 15,-11-10-1-15,6 16 8 0,-18-8-7 0,-6 9-6 16,-2 4 0-16,-6 6-2 0,-2 1 3 0,-2 9-9 0,-4 1 5 0,2 6-6 0,4 2-45 0,-1 7-52 16,3 0-68-16,4 5-97 0,15-5-350 0,4 5-663 15,9-5 293-15</inkml:trace>
  <inkml:trace contextRef="#ctx0" brushRef="#br0" timeOffset="2767.37">7356 3575 170 0,'0'0'170'0,"0"0"-3"16,-5 2 3-16,5-2 3 0,-4 0 4 0,4 0 6 0,0 0-6 16,0 0-10-16,0 0-10 0,9-11-13 0,1 4-9 15,2-6-8-15,1 1-8 0,7-6-7 0,0 0 3 16,0-5-1-1,0 2-2-15,0-6-3 0,0-1-4 0,-4 3-1 16,-2-5-5-16,4-1-2 0,-5-1-10 0,1-1 1 16,0-13-18-16,-3 13-6 0,-3-2-3 0,-3 1-8 15,-2 0 1-15,-3 1-6 0,0 4-6 0,0 5 3 16,0 4 0-16,-1 9 3 0,-1-1 6 0,0 1-22 16,0 4-4-16,1 0-11 0,1 2-18 0,-1 0-34 0,0 2-28 0,1 3 0 15,0 0 3-15,-14 13 7 0,5 2 5 0,0 9 4 16,-4 10 5-16,0 9 7 0,4 5 4 15,-3 1 5-15,5 2 3 0,-1-5 10 0,7 2-5 16,2-14 7-16,1-5 3 0,4-1 2 0,-1-2 2 0,4-7 1 16,0-3 0-16,0-1 5 0,-4-6-1 0,4-3 8 15,-1 2 6-15,-2-2 13 0,2-1 6 0,-2-1 18 16,0-3 11 0,0-1 16-16,0 0 9 0,-6 0 7 0,9-5-5 15,-4 0-9-15,-2 1-8 0,-1-2-11 0,1-4 3 16,-2 3-18-16,0 0-11 0,-1 0-25 0,-1-5-30 15,0 5-27-15,-2-3-20 0,1 3-31 0,-1-1-30 16,2 4-9-16,-4-3-41 0,4 1-56 0,-2 3-71 16,2-1-249-16,1-3-595 0,1 4 262 0</inkml:trace>
  <inkml:trace contextRef="#ctx0" brushRef="#br0" timeOffset="3236.75">7811 3396 173 0,'0'0'249'0,"-4"2"-24"15,4-2-20-15,0 0-22 0,0 0-18 0,0 0-14 16,27-7-18-16,-8 0-13 0,-1 2-12 0,9-4-12 16,0 0-10-16,2-2-6 0,-1 2-7 0,-1-4-9 15,-3 0-7-15,1 0-6 0,-1 0 10 0,-8 4 7 16,0-3 7-16,-1 2 13 15,-7-2 5-15,2 4 4 0,-2-1 6 0,-3 0 3 16,-1 2 13-16,-2 1-12 0,-1-1-10 0,-1 4-12 16,0 3-32-16,-9-9 14 0,-1 8-8 0,-1 2-11 15,-7 4-2-15,-1 2-8 0,-7 4 0 16,-2 4-10-16,-1 2-15 0,-2 3 10 0,4 1-2 16,0 1 0-16,4 2 6 0,0 1-15 15,3 0-18-15,2 0 21 0,5 0 0 0,3-1-4 0,5-5-1 0,1-3 0 0,4 0 1 16,5-4 7-16,4 2-1 0,3 0 0 0,5-4 2 15,4-5-5-15,6 1 6 0,2-5-6 0,5 3 4 16,0-4-5-16,-2-5-9 0,-3 5-13 0,-1-4 18 16,-2-2 1-16,-7 0 13 0,-2 2 16 0,-6 3 15 15,2-3 15-15,-3 0 4 0,-5 1 8 0,3 3 9 16,-8 0-3 0,6-3-10-16,2 1-7 0,-8 2-9 0,0 0-20 15,0 0-9-15,9-2-23 0,-9 2-62 0,0 0-71 0,0 0-50 16,-3-7-37-16,3 7-42 0,0 0-59 0,0 0-309 15,-10-7-671-15,10 7 297 0</inkml:trace>
  <inkml:trace contextRef="#ctx0" brushRef="#br0" timeOffset="3976.19">8557 3271 74 0,'0'0'238'0,"0"0"-14"0,0 0-26 16,0 0-17-16,0 0-27 0,0 0-7 0,0 0-7 16,0 0-11-16,0 0-15 0,0 0-15 0,0 0-5 15,0 0-8-15,17-3-11 0,-6 1-6 0,0-1-10 16,2 3-2-16,3-3-6 0,0-2-3 0,1 0-7 15,2-1-5-15,-2 4-3 0,2-3-4 0,-1-3-2 0,-4 0-4 0,-2 1 1 16,0 0 3-16,-3 0 16 0,0 2 19 0,0-2 16 16,-4 3 10-16,-1 0 7 0,-1 1-4 0,-1-1-6 15,0 0-5-15,-2 0-10 0,0 4-14 0,-7-6-10 16,1 6-10-16,-2-3-4 0,-6 6-1 0,-3-2 0 16,-2 4-7-16,-3 0-3 0,-3 3-4 0,-1 1 2 0,-2 4-6 15,0 0-2-15,2 3 0 0,1-1-4 0,2 4 2 16,4-2 0-16,0 4-4 0,6-1 0 0,0-2-3 15,4 0-9-15,4 2-4 0,1-2-6 0,4 0 5 16,5-1 2-16,7-2 4 0,11 2 1 0,2-3 2 16,6-3 3-16,6-4 1 0,19 2 1 0,2-7 0 15,4-5-2-15,-3-3 3 0,1 1-4 0,7-4-1 16,-10 0 2-16,-7-1-1 16,0-2-6-16,-13 3 8 0,-2-3 1 0,-5 2 10 15,-4-2-10-15,-8 0 17 0,-3 0 10 16,-4 0 2-16,1-3 1 0,-7 2 3 0,-1 1 3 15,-4 0 3-15,-3 1-2 0,1-2-5 0,-5 4-3 16,-2-3-9-16,-1 5-2 0,-4-1 0 0,0 3-4 0,-6 0-6 16,-1 1 3-16,-7 4-7 0,0 5 1 0,1-1 2 15,8 1-6-15,-3 2-1 0,3 1 5 0,1 1-9 0,2 1 1 16,1 2-22-16,5-5-10 0,3 3-8 0,1-1-6 16,4 1 6-1,2-2 3-15,2 2 6 0,6-3 7 0,2 0 1 0,3-4 3 16,6 1 4-16,1-1 3 0,9-5-2 0,-10 1 6 15,4-1-10-15,-1 0 11 0,3-8 0 0,-6 5-2 16,0 0-5-16,-2-3 7 0,-4 1 5 16,-1-1 0-16,-3 1-2 0,-2-1 3 0,2-1 0 0,-4 1-1 15,-1 0 2-15,-4 1-14 0,1 0 10 0,-1-1 1 16,-1-1 2-16,-2 5-6 0,1-2-6 0,-2-1-4 16,-5 5-15-16,4 0-9 0,-1-2-12 15,-1 3-12-15,7 1-21 0,-19-3-8 0,10 1-46 16,1 2-37-16,8 0-63 0,-14 0-168 0,14 0-444 15,-11-1 197-15</inkml:trace>
  <inkml:trace contextRef="#ctx0" brushRef="#br0" timeOffset="4508.75">9434 3151 122 0,'2'-3'304'0,"-2"3"-24"0,5-2-29 0,-5 2-21 15,4-2-26-15,-4 2-23 0,0 0-20 0,0 0-15 16,0 0-16-16,8 10-9 0,-8-5-11 0,1 1-13 16,-1 2-10-16,0 3-5 0,-1 5-9 0,0 1-3 15,-2 0-7-15,3 2-5 0,-5 0-10 0,1-2-1 16,2 3-2-16,0-8-7 16,0 1 2-16,-1-3-5 0,0-1-3 0,2-2-1 15,1 0-2-15,-1-4 6 0,1 4 20 0,0-7 40 16,0 0 40-16,1 3-20 0,-1-3-9 0,0 0-13 15,12-10-7-15,-4 2 1 0,-1-1-11 0,1 0 0 16,2-3-6-16,3-3 3 0,-2 3-16 0,1-1-1 16,3-2-7-16,-3 4 2 0,2-1-11 15,-5 2-5-15,0 3-7 0,-2-1-6 0,1 4 1 0,-3 0-1 0,0 0-11 16,-1 0-2-16,-4 4-1 0,6-2-2 0,-6 2 0 16,12 0-10-16,-12 0 5 0,8 6-3 0,-5 2-2 15,1-1 4-15,0 4-4 0,2 0-7 0,-3-2 6 16,1 8 1-16,-2-3-4 0,0-2 3 0,0 1 1 15,1-4-5-15,-2 1-2 0,2-3-1 0,-2-2 1 16,0 2 2-16,-1-2 4 16,0-5 23-16,4 5 23 0,-3-2 29 0,-1-3-5 15,0 0-2-15,12-7 4 0,-6 4 10 16,1-5 1-16,-1 1 1 0,2 0 4 0,-1-1-10 0,2-1 1 16,4-3-9-16,-3-1-4 0,3 1-7 0,0-1-8 15,-3 2-2-15,3 2-9 0,-3-3-3 0,0 3-7 16,2 4-9-16,-3-4-28 0,5 0-27 0,-2 2-39 15,1 1-42-15,1 0-54 0,-1 3-54 0,1 0-57 0,4 2-67 16,-7-2-74-16,2 1-239 0,-1 2-719 0,1 0 319 16</inkml:trace>
  <inkml:trace contextRef="#ctx0" brushRef="#br0" timeOffset="5009.66">10052 3243 137 0,'0'0'277'0,"-5"1"-7"16,5-1-25-16,0 0-23 0,0 0-21 0,0 0-22 16,0 0-17-16,0 0-20 0,26-7-13 15,-12 2-12-15,6 1-14 0,0 1-8 0,10-5-11 16,-11 4-6-16,12-2-9 0,-4-2-6 0,1 0-7 16,-1-1-6-16,-3 0-4 0,-5 0-2 0,0 1-9 0,-5-2 2 0,3 2-2 15,-7 0 8-15,0 1 5 0,-2 0 20 0,-3 0 15 16,-1 1-6-16,-1-1-3 0,-2 4-21 0,-1 3 7 15,0-6-6-15,0 6 6 0,-9-8-17 0,1 5-10 16,-3 3-2-16,11 0-4 0,-21 4-6 0,9 0-10 16,1 0 6-16,-5 4 1 0,4 0-7 0,-1 1-1 15,-2 3 0-15,2 1-7 0,1-2 4 0,1 4-3 0,2 1 7 16,0-1-5-16,3 0 3 0,1 0-10 0,4-2 1 0,1-1 0 16,0 1-1-1,2-1 2-15,2 0-1 0,0-2 4 0,3-1-10 16,1 0 14-16,1-1 4 0,1-3-2 0,4 0 10 15,2-1 0-15,4-2 0 0,-3-3 2 0,2 1 4 16,0-4 10-16,1 1 3 0,1-3 12 0,-2-3 10 16,8-2 0-16,-3-2 10 0,-1 1 1 0,0-1-5 15,1-4 2-15,-2-1 11 0,1 2-9 0,-1-3 13 16,-3 0-5-16,2 1-1 0,-7 4 2 0,0-1 3 16,-2 5 1-16,-4 2 3 0,0-1-4 0,-3 5-14 15,0-2-2-15,-1 4-11 0,1-2-10 0,-5 4-9 16,6-4-33-16,-6 4-36 0,0 0 0 0,0 0 2 15,16 8-11-15,-13-4-16 0,1 6-39 0,1 0-41 0,1 1-54 16,-3 1-66-16,1-2-107 0,0-3-350 0,-3 0-773 16,-1-7 343-16</inkml:trace>
  <inkml:trace contextRef="#ctx0" brushRef="#br0" timeOffset="8384.54">11670 3759 131 0,'-5'-3'186'0,"5"3"1"0,-8 0-5 15,8 0-2-15,-9 0-2 0,9 0-9 0,0 0-3 16,-9 0-12-16,9 0-9 0,0 0-10 0,0 0-8 16,0 0-7-16,-9 0-12 0,9 0-1 0,0 0-9 15,0 0-6-15,0 0-3 0,0 0 0 0,0 0-10 0,0 0-2 0,0 0-6 16,0 0 5-16,0 0-10 0,0 0-7 0,0 0-4 15,-5-1-8-15,5 1-2 0,0 0 1 0,0 0-5 16,0 0 3-16,0 0-3 0,0 0 9 0,0 0-11 16,0 0-4-16,0 5 7 0,0-5-14 0,0 0-2 15,0 0 9-15,0 0-12 0,0 0 3 0,0 0 2 16,0 0-3-16,0 0 0 0,0 0-4 0,0 0 4 16,0 0-8-16,0 0 5 0,0 0 1 0,0 0-9 0,0 0-3 15,0 0 0-15,0 0-5 0,0 0 6 0,0 0-5 16,0 0 5-16,17-1-7 0,-6 1 7 0,11-3-4 0,7 2 3 15,10-4 10-15,17 1-16 0,1 0 3 0,6-1-25 16,0-2-5-16,2 2 7 0,-3 2 3 0,0-2-4 16,-6 1 2-16,0 0 3 0,-20-1 3 15,-4 1-1-15,-1 3 1 16,-11-2 1-16,-7 3 3 0,0-1-2 0,-2 1 0 16,-3 0 4-16,-2 0-3 0,1-2-13 0,-7 2-18 15,7-1-7-15,-7 1-30 0,0 0-20 0,0 0-17 0,0 0-18 0,0 0-21 16,-23-1-24-16,16 1-15 0,-2-3-26 0,9 3-43 15,-17-1-140-15,11-2-430 0,-1 0 191 0</inkml:trace>
  <inkml:trace contextRef="#ctx0" brushRef="#br0" timeOffset="8678.54">12925 3251 283 0,'0'-9'364'0,"1"1"-13"16,-1 0-21-16,1 3-28 0,-1 1-13 0,0-1-44 15,-1 0-30-15,2 1-31 0,-1 4-25 0,2-3-43 0,-2 3-35 16,0 0-5-16,2 10-11 0,1 1-8 0,-3 5-1 15,2 7-9-15,2 5-3 0,0 0-8 0,0 5 4 0,2-2-5 16,-1 2-5-16,-1 0-9 0,3-3 13 0,-1 0 0 16,4-2-14-16,-2 0 11 0,-2-3-34 0,2-2-27 15,-6-3-34-15,2-4-36 0,-1 0-49 0,-2-5-67 16,-1 3-282-16,0-6-538 0,3-3 238 16</inkml:trace>
  <inkml:trace contextRef="#ctx0" brushRef="#br0" timeOffset="9068.09">12747 3938 2082 0,'-19'6'169'0,"1"2"-95"0,5-4-26 15,2 1-3-15,2-2-3 0,-3 0-2 0,6 0-5 16,1-2-3-16,1 1-3 0,-1-1-3 0,5-1 4 15,-6 4-4-15,2-3-5 0,4-1 2 0,0 0-7 16,-5 2-1-16,5-2-1 0,-3 3 0 16,3-3-5-16,0 0-1 0,-4 3 1 0,4-3 0 15,0 0 21-15,0 0 12 0,0 0 2 0,0 0 8 16,0 0 10-16,0 0 13 0,0 0 3 0,19 0 9 16,-1-3-14-16,3-2-3 0,13 1-8 0,-1-1 3 15,21-2 5-15,2-1 2 0,4 1 5 0,0 0 1 16,4 0 7-16,-4-1-6 0,-1 0 0 0,-1 3 3 15,-19 1-16-15,-2 1 3 16,-2 1-9-16,-6-3-7 0,-8 1-8 0,-6 1 1 16,-1 3-8-16,-5-3-13 0,-1 3-16 0,-1-1-44 15,-3 1-50-15,-4 0-19 0,0 0-24 0,0 0-45 16,-15 8-50-16,2-4-59 0,-9 1-312 0,2 2-642 16,-1-2 284-16</inkml:trace>
  <inkml:trace contextRef="#ctx0" brushRef="#br0" timeOffset="9664.78">13050 4243 213 0,'-4'2'293'0,"2"1"-17"15,2-3-20-15,-4 4 7 0,4-4-20 0,-5 3-15 16,5-3-23-16,0 0-15 0,0 0-13 16,15 0-23-16,-2 0-20 0,5-3-16 0,3 1-8 15,9-2-13-15,-1 2-4 16,-2-1-13-16,-5 0-12 0,-2 3-4 0,-2-3-16 16,1 1-9-16,-7 0-2 0,-1 1-10 0,-4-1-2 0,-2 1-18 0,1 0-14 15,-6 1-6-15,6 0 0 0,-6 0-2 0,0 0-7 16,0 0 1-16,-24 4 1 0,6 1 4 0,-1-2-1 15,-9 2 5-15,0 2-1 0,1-2-1 0,-1-3 4 16,1 3 0-16,2 3 6 0,4-4 5 0,1 1 1 16,2-2 2-16,1 1 6 0,3 0-2 0,1-1-4 15,2 0 0-15,3 2-3 0,1-2-2 0,1 1 3 16,1-1-5-16,0-1 2 0,1 2 3 0,3 0 3 16,1 0 4-16,0 3 3 0,1-2 2 0,3 3 6 15,5-3-2-15,1 1 1 0,7 5 5 16,-3-2 0-16,5 0-5 0,9 4 1 0,0 0 12 15,2 1 3-15,-2 1-5 16,5 1-3-16,-6 1 1 0,4 5 3 0,-4-3-4 16,-2 1-5-16,-3 1-3 0,-3-1 0 0,-2 1-3 15,-8-4 4-15,-3 3-4 0,-2 4-3 0,-6-6 3 16,-4 3-4-16,-2-3-1 0,-6 2 2 0,-2-5 3 16,-8-1-1-16,-1-2 6 0,-3 0 5 0,1-4 12 15,-1-2 10-15,5-3 23 0,3-3 27 0,2 0 15 0,0-3 22 0,5 2 16 16,2-4 9-16,0 2 7 0,1-2-1 0,8 0-17 15,-2-2-21-15,0 2-17 0,4-2-29 0,8 0-34 16,1 0-16-16,7-2-32 0,9-3-28 0,3 4-35 16,4 3-53-16,2 0-66 0,2 0-80 0,-7 0-109 15,2-4-396-15,-5 4-828 0,-5-1 366 0</inkml:trace>
  <inkml:trace contextRef="#ctx0" brushRef="#br0" timeOffset="12206.88">14937 3582 175 0,'-1'-7'217'0,"-7"3"-7"0,4-1-11 15,-2 1-13-15,-3-2 7 0,2 0-15 0,-3 2-19 16,-1 1-20-16,0 1-11 0,-3 2-13 0,1 0-11 16,-6 0-13-16,2 2-6 0,-6 1-12 0,4 5-7 15,-7 1-7-15,-1 0-6 0,3 2-6 0,1 2-4 16,6 0-7-16,-4 1-5 0,4-2-2 0,4 1-2 0,0-1-5 16,3 1 0-16,1 1-1 15,6 2-2-15,0-3 0 0,2 1-2 0,2-1-1 16,3 0-2-16,1-2 1 0,4-2 4 0,5 3-4 15,1-6-2-15,3 0-1 0,0-1 1 0,5-1-4 16,-4-6 4-16,2 2-1 0,-1-2 2 0,-2-4 9 16,3-4 13-16,-5-1 12 0,1 1 8 0,5-8 13 15,-7 2 14-15,0-5 11 0,-1 1 3 0,-4-6-3 16,-1 2 8-16,0-1-10 0,-2-6 4 0,-1-1-12 16,-1-3-4-16,-1-14-4 0,0 1-15 0,-4 2-2 15,1-3 9-15,-1 3-5 0,3 12 3 0,-7-1-18 16,1 4 18-16,2 1 2 0,-3 3 7 0,-1 6 2 15,3 4 1-15,-2 5 2 0,2 0-4 16,1 4-2-16,-2 1-13 0,2 0-23 0,1 4-36 0,-3-2-27 0,3 5-50 16,0 0 6-16,0 0 8 0,-9 16-4 0,5 1-3 15,-3 11 27-15,2 5 0 0,-5 15 3 0,-2 3 10 16,3 0-14-16,1 2 18 0,3-5 7 0,2-1-5 16,2-13 8-16,2 0 5 0,3 0 1 15,-2-1 6-15,6-4 0 0,0-2-3 0,-5-2 11 16,3-7 5-16,-2-6-5 0,-1-2-19 0,1 1 22 0,-1-7 1 0,-1 3 7 15,1-1 6-15,-3-6 27 0,1 7 23 0,2-5 23 16,-3-2 19-16,1 7 15 0,-1-7 8 0,0 0 0 0,0 0-8 16,0 0-18-16,0 0-27 0,0 0-23 0,0 0-23 15,0 0-40-15,5-16-54 0,-5 16-28 0,3-10-69 16,-3 6-30-16,0-4-51 0,2 1-43 16,-1 0-57-16,3 0-74 15,2-4-257-15,2 0-717 0,3-2 318 0</inkml:trace>
  <inkml:trace contextRef="#ctx0" brushRef="#br0" timeOffset="12770.42">15176 3244 275 0,'-1'-3'268'0,"1"3"-23"0,-1-4-28 15,1 4-26-15,0 0-22 0,0 0-17 0,0 0-17 16,0 0-15-16,0 0-10 0,-7 13-10 0,7-4-6 15,0 0-12-15,4 3-2 0,0 0-12 0,1 2-7 16,-1 3 1-16,1-6-8 0,5 5-3 0,1-3-4 16,0 3-5-16,0-2-2 15,4-1-3-15,-1-2-3 0,-2-1-3 0,0-2-3 16,-1 0 0-16,-3-2-1 0,1 0 1 0,-3-2 12 16,-1-1 9-16,1 0 22 0,-2-1 21 0,-4-2 25 15,7 4 5-15,-7-4 13 0,10 0 12 0,-10 0-2 16,0 0-13-16,9-5 2 0,-9 5-15 0,0 0-1 15,8-2-11-15,-8 2-7 0,0 0-10 0,4-4-9 16,-4 4-15-16,0 0-17 0,0 0-23 0,0 0-47 0,0 0-1 16,0 0 4-16,-4 13 5 0,0-5 1 0,-5 6-2 15,-5 2 2-15,-3 7-4 0,-2 2 7 0,0 3-1 16,-4-1-2-16,-5 15 9 0,0-3-3 0,6-9 3 16,7-1-5-16,-3-3 13 0,5-1-8 0,1-2 3 0,5-6 4 0,-1-2-14 15,3-8 2-15,1 4 6 0,1-6 2 0,0 1 6 16,1-2 11-16,2-4 25 0,0 0 13 0,0 0-6 15,10 6-5-15,-10-6-6 0,25-14-1 0,-6 7-5 16,7-8-7-16,1 1 2 0,-3-1 1 0,1 1-6 16,3 0-8-16,-4 2 4 0,1 0-4 0,-7 5-3 15,-1 0-2-15,-7 2 1 0,3-2-1 0,-4 5-2 16,0-1-6-16,-3 1-3 0,-6 2-6 0,14-3 4 16,-14 3-6-1,0 0 3-15,18 5-2 0,-12-1 1 0,0 0 3 16,0 0-4-16,-1 1-3 0,0 4 2 0,2-1 1 15,0 1-1-15,0-3-8 0,-2 0-20 0,2 0-22 16,-2-1-26-16,3 1-23 0,-1-4-38 0,3 1-53 16,-10-3-65-16,19-3-80 0,-19 3-284 0,15-8-679 15,-7-2 301-15</inkml:trace>
  <inkml:trace contextRef="#ctx0" brushRef="#br0" timeOffset="13155.58">15068 3652 92 0,'0'0'320'15,"-11"0"-9"-15,11 0-12 0,-9 0-18 0,9 0-8 16,0 0-25-16,0 0-17 0,0 0-17 0,0 0-17 0,0 0-20 0,0 0-15 16,0 0-17-16,32-7-10 0,-1 3-13 15,1 1-19-15,19-5-9 0,4 1 5 0,0-2-21 0,5 1-11 16,4-2-9-16,1 1-3 0,2-1 17 0,-5 3-3 16,-2 0 0-16,-6-1-12 15,-18 1 4-15,-7 4-9 0,-10-1-7 16,-1 0 12-16,-5 1-4 0,-4 1 2 0,1 1-5 0,-3 0 3 0,-7 1-5 0,10-1-5 0,-10 1-19 15,0 0 4-15,0 0-34 0,0 0-41 0,0 0-29 16,-31 8-36-16,16 0-38 0,-3-4-38 0,0 5-44 16,0-4-61-16,-9 7-290 0,9-5-630 0,-3-1 279 15</inkml:trace>
  <inkml:trace contextRef="#ctx0" brushRef="#br0" timeOffset="13579.19">14346 4178 132 0,'-12'2'221'0,"3"0"-9"0,4-1 0 16,-4 0-24-16,7 0-8 0,2-1-8 0,-8 4-11 16,8-4-9-16,-4 0-17 0,4 0 1 15,-5 3-10-15,5-3-14 0,0 0 0 0,0 0-7 16,19-3-7-16,3 2-4 0,6-2-10 0,7-2-8 16,18-4 9-16,11 1 3 0,33-5-5 0,8 2 13 15,1-4 0-15,6 1 2 0,1-3 1 0,11 0 16 16,-4 0-5-16,4 0-7 0,-5 0-1 0,-8 2-10 15,-5 4 4-15,-11-4-2 0,-35 8-9 0,-3 0-6 16,-7-3-9-16,-12 3-3 0,-4-1-2 0,-13 4 20 0,-5 2-7 0,-2-2-6 16,-4 4 6-16,0-4-10 0,-5 1-3 0,3 3-27 15,-4-1-26-15,-4 1-43 0,0 0-58 0,0 0-40 16,-19 7-32-16,1 0-39 0,-9 1-49 16,1-1-56-16,-6 4-323 15,4 0-679-15,0-2 301 0</inkml:trace>
  <inkml:trace contextRef="#ctx0" brushRef="#br0" timeOffset="14157.57">15279 4668 155 0,'-9'-14'227'0,"-2"2"-19"0,-5 0-14 0,-2 3-15 16,-8 1-7-16,-3 3-10 0,-4 1-17 0,1 3-5 15,-3 2-9-15,0 3-9 0,-4 1-9 0,2 3-9 16,-11 6-12-16,13 1-6 0,0-2-8 0,4 2-9 16,0 3-26-16,4-3-4 0,4 5-4 0,0 0-3 15,9-1 3-15,2-1 2 0,4-1 0 0,5-1 0 16,3 1 2-16,5 0 3 0,7-1 0 0,3-2 0 16,8 0-7-16,5-4 5 0,4-1-6 0,4-3-1 15,2-5-2-15,0-1-3 0,2-5-3 0,-3-2-2 16,-1-4-5-16,-3-2 9 0,-5-3 11 0,2-4 10 15,-7-2 6-15,-2-2 5 0,-4-3 6 0,-3-3 3 16,-5-3-1-16,-1-1-10 0,-3-14-3 0,-3-1 7 0,-2 1-2 16,0-1-3-16,-2 3-7 0,-6 0 4 0,2 0 3 15,-2 12 4-15,0 3 27 0,2 1 20 0,-3 7 17 16,4 6 18-16,1 5-7 0,0 3-22 0,2-1-9 16,0 7-21-16,1-1-41 15,-3 0-45-15,4 4-2 0,-7 8-1 0,2 2-4 16,-2 9 6-16,-1 5-17 0,2 5-9 0,1 3-16 15,2 5 1-15,2 13-10 0,5-3-12 0,-3 5-18 16,3-3-13-16,-4-2-26 0,4 3-22 0,2-17-21 16,-2-1-30-16,1 0-40 0,2-3-48 0,-1-3-273 15,-1-9-603-15,0-2 268 0</inkml:trace>
  <inkml:trace contextRef="#ctx0" brushRef="#br0" timeOffset="14595.63">15341 4467 84 0,'2'-6'323'0,"1"1"-32"16,2-1-32-16,-3 2-28 0,4 3-23 0,-1-1-27 15,0 0-15-15,5 6-21 0,-2 0-14 0,4 1-12 16,-1 4-10-16,1 6-14 0,-1 2-4 0,2 5-13 0,-4 4-10 31,-3 1-4-31,2-1-4 0,-8 3-8 0,0-2-2 0,-6 2-6 0,-1 0-5 16,-2 0 0-16,-3-2-5 0,0-5-2 0,-1 2-3 15,2-5 4-15,-1-4 6 0,3-4 5 0,3 0 3 16,-2-2 6-16,3-2 10 0,1-2 31 0,0-2 13 16,3 1 43-16,-2-2 19 0,3-2-21 0,0 0-14 15,3-14-20-15,2 4-9 0,4-7-11 0,4 1-11 16,2-6-4-16,3-5-13 0,3 4-13 0,3-5-10 16,9-7-10-16,-1 0-14 0,0-1-5 0,-5 10-9 15,-2 1-2-15,0 3-1 0,-4 2 2 0,-8 8-7 16,-1 0 4-16,-2 6-5 0,-5-2 1 0,0 5-14 15,0-1-18-15,-1 3 2 0,-4 1-14 0,0 0 9 16,-2 10 7-16,-2 2 6 0,-3 6 1 0,1-1 2 0,-6 7 10 16,6 0-10-16,-4 3 8 0,2-1 2 0,-1 0 1 0,4-1 3 15,1 4 3-15,4-5-2 0,7 0 7 16,2-1 0-16,6-7 9 0,8 1-1 0,6-3-21 16,6-3-32-16,17-3-52 15,2-8-75-15,2-4-86 0,5-3-95 0,2-6-236 16,24-13-636-16,-30 9 282 0</inkml:trace>
  <inkml:trace contextRef="#ctx0" brushRef="#br0" timeOffset="16277.84">17340 3606 118 0,'-4'0'172'0,"-3"3"-4"16,7-3-5-16,-6 0-15 0,6 0 0 0,-9 0-14 16,9 0-9-16,-5 3-4 0,5-3-1 0,0 0 0 15,0 0-3-15,0 0 2 0,-4 2 0 0,4-2 13 16,0 0 4-16,14 2 3 0,4 0-8 0,10-4-10 16,3 2-16-16,5 0-5 0,4-2-10 0,18 0 0 15,0 3-21-15,-1-4-3 0,1-1-10 0,-1 2-3 0,-2-1-5 0,-1 1-7 16,-15 0-16-16,-5 0-16 0,0-1-18 0,-6 0-7 15,-9 2-24-15,-6 0-14 0,0-2-35 0,-7 2-54 16,-3-2-42-16,-3 3-21 0,0 0-46 0,-22-8-134 16,8 2-416-16,-8 3 185 0</inkml:trace>
  <inkml:trace contextRef="#ctx0" brushRef="#br0" timeOffset="16476.57">17685 3471 233 0,'0'-5'358'0,"-2"1"10"0,2-2 25 0,0 6-5 16,-5-7-21-16,5 5-24 0,0 2-34 15,0-4-36-15,0 4-36 0,0 0-25 0,0 0-35 16,0 0-36-16,0 0-20 0,0 16-10 0,2 2-9 0,-4 5-9 16,4 9-9-16,1 3-1 0,1 13-9 0,1-1-71 15,-2 4-64-15,1 0-60 0,-3 1-102 0,2-5-117 16,-6-13-282-16,0-7-672 0,1-9 298 0</inkml:trace>
  <inkml:trace contextRef="#ctx0" brushRef="#br0" timeOffset="17447.28">18938 3113 56 0,'1'10'124'0,"1"-1"-7"0,4 3-5 0,3 3-14 16,6-1-3-16,6 4 6 0,6-2-8 0,1-2-4 16,0 2-3-16,8-7-2 0,-7 3 3 0,-1-4-11 15,0 1 0-15,-6-4 1 0,-2-1-6 0,-1 0 4 16,-2-3 2-16,-5 2 10 0,-5-1 35 0,1-2 9 16,-3 2 8-16,2-2 5 0,-2 1-2 0,-5-1-2 15,9 0-17-15,-9 0-11 0,0 0-13 0,0 0-10 0,-13 9-10 0,-1 0-6 16,-3 1-14-16,-7 4-1 0,2 0-7 0,-7 3-10 15,2 2-1-15,-2 1 2 0,1 1-11 0,-2 1-2 16,6 1-5-16,-3-3-5 0,5 2-2 0,-1 0 0 16,4 2 2-16,1-5-3 0,7-2 1 0,2-3-8 15,-2 1 4-15,7-4 0 0,-2 3 2 0,5-3-1 16,1-1 0 0,0-2 9-16,4-2 5 0,3 1 2 0,5-3-4 15,7-3-2-15,7 3 6 0,6-5-9 0,0 1-17 0,6 0 15 0,-2-3-2 0,15-2 0 16,-15 2-6-16,-4-1 3 0,2 3 1 0,-3-2-6 15,-12 1 7-15,-2 1-14 0,-5 0 6 0,-1-1-1 16,-4 1 3-16,1 1-6 0,-8 0 4 0,10 0-1 16,-10 0-12-16,7-3-3 0,-7 3-14 15,0 0-31-15,0 0-37 0,0 0-38 0,0 0-30 16,-31 3-57-16,21-3-76 0,-4-3-211 0,2-1-545 16,4 1 241-16</inkml:trace>
  <inkml:trace contextRef="#ctx0" brushRef="#br0" timeOffset="17779">18846 3526 314 0,'-8'0'329'0,"2"0"-3"0,1 1-15 16,1-1-26-16,4 0-21 0,0 0-26 0,0 0-28 16,0 0-17-16,31-10-20 0,0 5-19 0,7 0-18 15,17 0-18-15,4-1-3 0,5 2-15 0,-2-4-15 16,2-1 2-16,1 1-11 0,-1 1-9 0,-5 1-9 16,-5-3-8-16,-15 3 0 0,-6 4-6 0,-6-2-3 15,-10 1 5-15,-5 3-14 0,0-3 2 0,-5 3-9 0,-1-2 8 16,1 2-10-16,-7 0-20 0,4-2-15 0,-4 2-36 15,0 0-31-15,-25 4-29 0,7 1-27 0,-1 0-37 16,-3 0-31-16,2-1-89 0,-7 2-204 0,6-2-536 16,2 2 237-16</inkml:trace>
  <inkml:trace contextRef="#ctx0" brushRef="#br0" timeOffset="18132.5">18559 4077 222 0,'-11'4'248'15,"2"-1"-14"-15,3-2-1 0,0 2-9 0,1-3-10 16,5 0-13-16,-3 3-13 0,3-3-11 0,0 0-16 0,29-3-17 15,2-2-13-15,6-1-14 0,18 0-12 0,12-5-11 16,23 0-8 0,5-4-8-16,1-2-9 0,1 3-11 0,-4 1 10 15,2-2 11-15,-2 2 10 0,0 0 18 0,-3-1-9 16,-30 6-3-16,1-1-5 0,-5 0 1 0,-19 4-14 16,-2 0-2-16,-13 1-1 0,-1 1-4 0,-8 0 15 15,-3-1-4-15,0 2 5 0,-2 2-13 0,-4 0-26 0,-4 0-35 0,0 0-62 16,0 0-22-16,-17-3-33 0,-2 6-29 0,-2 2-29 15,-6 0-45-15,-1 2-33 0,2 2-53 0,-5-4-225 16,4 5-563-16,-2-3 249 0</inkml:trace>
  <inkml:trace contextRef="#ctx0" brushRef="#br0" timeOffset="18595.58">19140 4258 281 0,'0'0'330'0,"-4"5"-32"0,4-5-33 0,7 4-26 0,-4-1-26 16,5 0-20-16,2 1-22 0,2 1-16 0,3 3-20 0,0 1-10 0,-2 3-15 15,1-3-11-15,-3 5-9 0,-2 2-10 0,-3 0-6 16,-1 1-8-16,-4 2-4 0,-2-1-5 0,-6-1-6 15,0 7 0-15,-5-7-5 0,-1 6-2 0,-3-3 0 16,2-6-4-16,0 1 0 0,-1-3 3 0,1 1 4 16,3-4-1-16,1-3 6 0,4-1 13 0,1-1 22 15,1 0 18-15,0 0 48 0,-1-3 12 0,5-1-17 16,0 0-21-16,10-18-14 0,4 5-10 0,8-8-18 0,1 3-6 16,4-3-7-16,3-4-7 0,7-4-6 15,-6 7-11-15,10-9-12 0,1 0-11 0,-11 8-11 16,-5 2-5-16,-1 2 2 0,-5 2 0 0,-7 8-1 15,0 1-3-15,-4 3 3 0,-4-1-1 0,4 2-6 16,-5 1-6-16,0 2-12 16,-4 1 0-16,0 0-8 0,0 0 15 0,-7 15-7 15,-3-5 4-15,0 2 0 0,-4 4-4 0,2-2 2 16,2 3 4-16,-3 0-3 0,8 0 6 0,-1 2-1 16,6-2 3-16,4 0 2 0,2 1 1 0,9 3-9 15,7-5-12-15,11 0-63 0,3-3-74 0,13-5-83 16,8-4-113-16,2 0-333 0,2-7-744 0,1-7 329 15</inkml:trace>
  <inkml:trace contextRef="#ctx0" brushRef="#br0" timeOffset="19366.4">21176 3682 60 0,'-7'-1'246'0,"7"1"-1"0,0 0-6 16,0 0-2-16,0 0-6 0,0 0-10 0,0 0-8 16,0 0-14-16,0 0-11 0,0 0-17 0,0 0-11 0,0 0-17 15,0 0-15-15,0 0-10 0,0 0-12 0,22-3-10 0,-3 2-20 16,-1-5-36-16,5 5-39 0,5-2-42 0,0 0-50 15,-6 0-53-15,7 1-68 0,-9-2-227 0,1-1-475 16,0 0 211-16</inkml:trace>
  <inkml:trace contextRef="#ctx0" brushRef="#br0" timeOffset="19534.71">21183 3837 23 0,'-12'8'188'0,"5"-4"-14"16,1 0 3-16,1 1-2 0,2-1 13 0,3-3 11 15,3 4-6-15,6-3-15 0,12 1-20 0,6-3-12 0,9 2-29 16,1-7-44-16,17-2-43 0,1 2-50 0,2-7-75 16,3 3-59-1,-6 0-138-15,2-2-316 0,-1 1 140 0</inkml:trace>
  <inkml:trace contextRef="#ctx0" brushRef="#br0" timeOffset="20013.45">21990 3493 105 0,'5'-5'225'0,"-1"4"-21"16,-4 1-20-16,9 0-17 0,-9 0-9 0,17 2-15 0,-4 2-13 15,-4 1-15-15,3 0-8 0,-1 3-3 0,2 2-6 16,-5 0-9-1,-1 2-9-15,1 3-4 0,-7 2-2 0,3 0-9 16,-4 0-4-16,-5 8-3 0,0-7-1 0,-5 8-10 16,-2 2-1-16,-1-4-4 0,-4-3-1 0,-1 1-4 15,5-7-1-15,1-1-2 0,1 0 7 0,-2-2 1 16,5-3 8-16,1-1 11 0,0-3 13 0,1 0 18 16,1 0 31-16,0-2 23 0,2-3 29 0,3 0 24 15,0 0-7-15,0 0-23 0,0 0-17 0,13-17-21 0,0 5-14 0,6-5-7 16,0-5-15-16,5 1-7 0,4-1-10 0,-2 0-6 15,2-2-13-15,0-1-1 0,12-6-7 16,-12 9-9-16,-1 0-1 0,-2 0 0 0,0 1 4 0,-4 4 2 16,-9 5 9-16,-3 6-3 0,-2-1 5 0,0 3-10 15,-2-1-13-15,0 2-13 0,-2 0-23 0,-1 0-28 16,-2 3 1-16,0 0 0 0,0 0-15 0,-1 17 14 0,-3-6 6 16,-5 4-5-16,5 2 11 0,-2 2-2 0,-3 5 4 15,4-7 8-15,-2 2-13 0,6 6-23 0,1 1-33 16,0 2-17-16,5-10-20 0,3-1-29 0,1-2-36 15,0-1-55-15,1-6-54 0,3-2-108 0,0-3-206 16,3-3-649-16,1-3 288 0</inkml:trace>
  <inkml:trace contextRef="#ctx0" brushRef="#br0" timeOffset="20436.36">22656 3163 225 0,'-2'-4'362'0,"2"1"-26"0,0 3-28 0,-1-5-33 15,1 5-32-15,-1-4-22 0,1 4-26 0,0 0-25 16,0 0-19-16,0 0-15 0,0 0-21 0,0 0-7 16,7 12-18-16,-3-2-7 0,-1 2-4 0,-2 2-8 15,-1 3-4-15,0 1-1 0,-1 0-2 0,-6 2-8 16,4 0-3-16,-3-2 5 15,1 1-17-15,-1-2 1 0,-2-2-4 0,2 0-3 16,-1-3 10-16,2-1-11 0,0-3-7 0,3-2 4 16,-2-2-3-16,0 1 0 0,3-1 6 0,-2-1 47 15,2 2 29-15,1-5 20 0,-3 3 26 0,3-3 14 16,7 2 2-16,4-2-7 0,8-3-14 0,16-2-15 16,2-1-14-16,14-2-6 0,3-2-10 0,-2 0-5 15,2-4-7-15,-2 2-5 0,3 2-5 0,-3 1-9 0,3 0-3 0,-6 1-6 16,-11 4-5-16,-3 0 4 0,-5 1-3 0,-10 0-3 15,-2 1-1-15,-7 1 2 0,0 1 2 0,-3-1-3 16,-1 1-9-16,-2-1-5 0,2-1-6 0,-7 2 0 16,7 0-2-16,-7 0-22 0,0 0-21 0,7 0-38 15,-7 0-59-15,0 0-61 0,0 0-34 0,4 5-30 16,-4 0-51-16,-4 1-59 0,1 1-92 0,-1-2-409 0,1 0-909 16,-1-1 403-16</inkml:trace>
  <inkml:trace contextRef="#ctx0" brushRef="#br0" timeOffset="22059.28">6970 8111 29 0,'0'0'304'15,"0"0"-15"-15,0 0-18 0,0 0-19 0,0 0-20 16,0 0-22-16,0 0-26 0,0 0-17 0,0 0-17 16,22-9-14-16,-8 5-15 0,4 1-11 0,10-2-18 15,1 1-21-15,2-1-36 0,2-1-43 0,-1 4-47 0,-1-2-59 0,0 0-59 16,-10 3-212-16,2-2-415 0,-4 3 184 0</inkml:trace>
  <inkml:trace contextRef="#ctx0" brushRef="#br0" timeOffset="22224.1">7025 8392 89 0,'-11'13'205'0,"3"-6"-16"0,0 1-19 0,3-1-18 0,0-3 4 15,1 1 2-15,-1-2 6 0,5 1 2 0,0-4-8 16,8 3-18-16,3-3-12 0,3-2-14 16,7 0-21-16,5-4-37 0,1-4-46 0,4 2-47 15,-4 0-49-15,1-2-53 0,-9 0-176 0,5-4-341 0,-6 3 152 16</inkml:trace>
  <inkml:trace contextRef="#ctx0" brushRef="#br0" timeOffset="22703.1">7224 8028 247 0,'-9'-8'306'0,"1"-1"0"0,1 1 4 16,2 3-15-16,1 0-22 0,-1 2-21 15,4-1-39-15,-2 3-19 0,3 1-13 0,-5-4-33 0,5 4-10 16,0 0-21-16,-2 9-8 0,3-1-14 0,1 2-6 15,2 2-11-15,3 4-5 0,-1 1-5 0,6 1-10 16,1 4-11-16,3-2-10 0,2-1-11 0,1 0-9 16,1 2-9-16,2-6-8 0,-3-1-3 0,-2-4-8 15,2 0 3-15,-1-3-8 0,4-1-2 0,-2 0 2 16,-1-3 1-16,0-1 2 16,0-4-2-16,-6 1 8 0,1-1-1 0,-1-4 5 15,-4 1 24-15,4 0-12 0,-7-3 15 0,2 0 13 16,-3 1 0-16,0-3 3 0,0 1 13 0,-1 4-3 15,-4-2 8-15,3 1-1 0,-2 0 11 0,-1 4-2 16,0-3-15-16,0 5-4 0,0-5-16 0,0 5-5 16,0 0-7-16,-15 17-8 0,3-2 3 0,-7 10 3 15,-2 1-14-15,-8 14 2 0,1 4 7 0,-1 4 1 0,-2 3-1 0,3-2-4 16,-3 3 4-16,3-4 2 0,5 2-3 16,0 0 23-16,3-7-13 15,3-9 5-15,3-2-2 0,1-3 1 0,3 0-6 16,1-12 1-16,5 0-5 0,-1-4 8 0,0-2-3 15,4-3 15-15,-3-1 9 0,3-2 15 0,-2 0 23 16,3-1 26-16,-1-1 27 0,-2-1 20 0,3-2 15 0,-1 5-5 16,1-5-18-16,0 0-15 0,0 0-15 15,0 0-5-15,1-14-16 0,-1 11-10 0,3-2-24 16,-2 0-40-16,2-1-48 0,-1 0-41 0,1-1-53 16,1 0-63-16,-1-1-58 0,5 1-52 0,-2-2-62 0,3 1-75 15,3-4-340-15,1-1-834 0,0 1 369 0</inkml:trace>
  <inkml:trace contextRef="#ctx0" brushRef="#br0" timeOffset="27297.01">9508 8208 56 0,'4'-2'295'0,"2"-5"-15"16,-2 4-8-16,-3-2-11 0,0 0-18 15,2 0-8-15,-3 1-21 0,0 0-26 0,-4-1-18 16,3 0-23-16,-8 0-20 0,0 4-16 0,-6-3-17 0,-2 2-11 31,-6 2-7-31,-6 2-14 0,1 1-6 0,-3-1-4 0,-1 5-9 16,1 0-3-16,2 0-9 0,-3 4 3 0,1 0-6 15,3-1-4-15,4 3-6 0,0 1 0 0,3-4-3 16,7 4-3-16,-1-2-2 0,3-1-2 0,0 2-11 16,5-3-12-16,2 4-2 0,1-4-1 0,4 3 2 15,0 0 6-15,4-2-3 0,1-1 2 0,4 1 13 16,5-3-6-16,4 1 0 0,1-3 3 0,4-1-2 16,5-1 3-16,-1-4 0 0,1-2 5 0,-1-3 7 0,-8 0 11 0,0-4 16 15,2-2 14-15,-3 0 12 0,-2 0 35 0,4-8-1 16,-7 2 9-16,2-5 7 0,-4-2 3 0,-1 0-5 15,-2-1-3-15,0-4-10 0,0-4-8 0,-4-3-8 16,0-13-4-16,0 1-5 0,-3-3 7 0,-1 17 6 16,-1-15 15-16,1 15 9 0,-1-1 7 0,-2 0-5 15,5 6-4-15,-5 0-3 16,2 11-8-16,-3 1 2 0,2 8-8 0,2-3-11 16,0 2-11-16,0 4-20 0,-1 2-36 0,0-1-47 15,1 5-60-15,-2-3-39 0,2 3 13 0,-2 12 11 0,0 4 11 0,-1 12 11 16,1 4 7-16,-5 17 13 0,1 5 3 0,-2 0 3 15,4 1 6-15,1-2-7 0,-3 2 23 0,4-6-2 16,-1-3 7-16,2-10 2 0,2-3 2 0,2 1 7 16,-1-4-2-16,0 3 8 0,2-3 14 0,-2-5-9 15,2-7-7-15,0-2 8 0,-3-4-7 0,0-2 4 16,0-1 7-16,1-1-2 0,-1-3 11 0,0-1-1 16,-1-2 33-16,2 3 18 0,-2-2 13 0,0-3 10 15,0 0 7-15,2 7 3 0,-2-7 3 0,0 0-6 16,0 1-4-16,0-1-8 0,0 0-9 0,0 0-2 15,0 0-9 1,0 0-20-16,0 0-25 0,0 0-13 0,0 0-47 0,0 0-55 16,0 0-45-16,0 0-37 0,3-16-41 0,-1 10-47 15,1-2-46-15,2-4-59 0,0 1-254 0,0 0-688 16,3-4 305-16</inkml:trace>
  <inkml:trace contextRef="#ctx0" brushRef="#br0" timeOffset="27820.35">9747 7954 175 0,'0'0'289'16,"0"-3"-17"-16,0 3-15 0,-3-5-23 0,3 5-21 16,0 0-21-16,3-4-22 0,-3 4-16 0,0 0-21 0,0 0-17 0,0 0-10 15,0 0-16-15,0 0-7 0,0 0-8 0,0 0-7 16,0 0-11-16,10 7-1 0,-5-4-6 0,-1 1-5 15,1 0-1-15,4 1-8 0,0 2-5 0,5-2 2 16,-2 1-1-16,4 1-4 0,0 0 2 0,1-1-6 0,-1-1 0 16,-2-1-3-16,2 2-1 0,-2-2 0 15,-1 1-4-15,1-3 1 16,-5 1-2-16,-1 0-1 0,-2-1-6 0,2 1 5 16,-3-1-3-16,0 0-6 0,-1 0 1 0,0 1-2 0,0 2-1 0,-2-1 1 0,-2 4-4 15,0 1 2-15,0 1 0 0,-5 2-1 0,0 5 2 16,-1 0-8-16,-6 1 4 0,-2 6 2 0,-3-1 0 15,-2 1 9-15,0-1-10 0,1 1-2 0,-1-2 6 16,1 2-6-16,0-2 1 0,0 0 2 16,7-5-1-16,-2-3 0 0,3-1-1 0,3-2-1 15,1-3 3-15,2-1 3 0,-1 2-1 0,0-3 2 16,4-2 6-16,-3 1 6 0,4-3 6 0,-1 1 8 16,1-3 8-16,2 5 10 0,6-5 4 0,-2 2 1 15,6-2-4-15,3 0-6 0,3-3-6 0,4 2-7 16,-1-2 1-16,9-4-2 0,-5 5-8 0,5-2 0 15,-10 3-1-15,3 0 2 16,-5-1-5-16,0 2-3 0,-5 0-2 0,-4-3 5 16,-3 3-7-16,1 0 0 0,0 0-2 15,-1-3 4-15,-6 3-5 0,8 0-11 0,-8 0-16 0,7-1-21 16,-7 1-15-16,0 0-12 0,0 0-28 0,0 0-59 16,0 0-56-16,0 0-73 0,0 0-222 0,-21-6-547 15,14 5 242-15</inkml:trace>
  <inkml:trace contextRef="#ctx0" brushRef="#br0" timeOffset="28167.34">9774 8245 215 0,'-7'0'283'0,"2"1"-4"0,5-1-8 16,-10 0-5-16,6 1 8 0,4-1-4 0,0 0 11 16,-9 0-21-16,9 0-24 0,0 0-19 0,0 0-28 15,0 0-21-15,0 0-9 16,26-7-15-16,2 1-17 0,1 3-16 0,6-3-20 16,2 2 3-16,15-2-11 0,-15 2-14 0,18-3-6 0,-5 0-1 0,-11 4-12 15,0-2-2-15,-3-2-7 0,-3 3 1 0,-4 3-3 16,-10-2-6-16,-2 2 5 0,-4 0-15 0,-3-3 5 15,-3 4-2-15,-2 0-1 0,-5 0-3 0,11 0-3 16,-6 0-5-16,-5 0-24 0,0 0-34 0,9-3-29 16,-9 3-44-16,0 0-37 0,0 0-14 0,-1 7-2 15,1-7-43-15,-13 7-69 0,0 0-290 0,3-3-619 16,1 1 274-16</inkml:trace>
  <inkml:trace contextRef="#ctx0" brushRef="#br0" timeOffset="28652.88">8703 8824 9 0,'-9'0'176'0,"0"1"-3"15,4-1-8-15,-3 1-2 0,4 1-2 0,4-2-14 16,-7 0-7-16,7 0-9 0,-8 3-11 0,8-3-8 16,0 0-9-16,-5 0-5 0,5 0-6 0,0 0-6 0,0 0-6 15,-7 1-1-15,7-1-6 0,0 0-2 0,0 0-1 0,0 0-5 16,0 0-6-16,0 0-9 0,-2 3-3 0,2-3 8 15,0 0 4-15,0 0-2 0,0 0 4 0,0 0 5 16,0 0 14-16,22 0 0 0,7-4 0 0,23-1-4 16,8-2-6-16,38-4-5 0,9 0-2 0,2-1 5 15,6-3 15-15,10 4-14 16,6-1 1-16,2 1-2 0,0 0 8 16,-1 1-4-16,-8-1 11 0,-10 0 4 0,-5 3-8 15,-9 1-1-15,-31 2-2 0,-5-2-7 0,-12 5-4 16,-13-3-6-16,-9 3 6 0,-3-3 16 0,-9 4-9 0,-8-1 2 15,2 2 8-15,-6-2-10 0,1 2-6 0,-2 0-18 16,-5 0-22-16,6 0-42 0,-6 0-48 0,0 0-51 16,0 0-49-16,-23 0-50 0,3 4-66 0,-1-1-76 0,-7 2-272 0,6-3-678 15,2-2 300-15</inkml:trace>
  <inkml:trace contextRef="#ctx0" brushRef="#br0" timeOffset="29539.01">9900 9343 95 0,'-9'-7'265'0,"1"-4"-15"0,-2 5-27 0,-5-3-19 15,-2 2-18-15,-1 1-15 0,-2-1-14 0,0 7-21 16,-1-3-14-16,-7 2-14 0,1 3-11 0,-2 2-7 16,7 2-12-16,-3 4-11 0,-5 1-6 0,5 3-8 15,-1 1-6-15,3 2-4 0,-3 0-5 0,6 4-6 16,2 0-3-16,2 3-5 0,3-3-2 0,3-2 0 15,2-1-3-15,4-1 5 16,0 2 0-16,2-1 0 0,3-2 0 16,1 1 1-16,4-5 3 0,0 2-1 0,3-4 7 0,2 0-1 15,7-1 4-15,-4-3 2 0,5-2 4 0,2-1-1 16,-2-3 2-16,11-1 12 0,-9-3 2 0,-2 1 31 16,1-6 3-16,-3 1 15 0,0-3 15 15,0 1 0-15,-2-5 12 0,0-7 5 0,-1 1 4 0,-1-4-1 0,0 1-2 16,-5-1-4-16,-2-5-12 0,-1-3-4 0,0 0-12 15,2-15-12-15,-4 1-9 0,0-1-1 0,-3 2-4 16,0 1-5-16,0-2 5 0,0 14 10 0,0 2 15 0,-1 2 23 16,1 4 9-16,-3 7 9 0,3 1-11 0,-2 7-12 15,2-1-13-15,-3 5-16 0,3-1-16 16,0 3-42-16,-1-1-44 0,1 1-61 0,0 4-67 16,0 0-42-16,0 0 10 15,-4 12 20-15,3 0 16 0,-2 5 12 0,-3 11 14 16,2 4 8-16,3 2 9 0,-3 14 15 0,0 0 13 15,1-1 2-15,3 1-6 0,3-14-10 0,-2 14 4 16,6-15 2-16,-5 1-7 0,7-4-13 0,-4-1-16 16,2 0-14-16,-1-4-19 0,1-6-30 0,0-2-41 15,-2-3-26-15,2-3-57 0,-2-5-299 0,0-1-637 16,0-3 282-16</inkml:trace>
  <inkml:trace contextRef="#ctx0" brushRef="#br0" timeOffset="29986.56">9894 9208 116 0,'1'-10'334'0,"-1"4"-20"0,0 0-27 0,1 1-29 0,1 0-29 0,0 3-20 15,2-1-25-15,1 1-21 0,-5 2-15 0,19 5-14 16,-6 1-19-16,1 2-5 0,5 1-17 0,-2 3-11 16,2 6-10-16,3-1-4 0,-4 5-11 0,-4-1-4 15,-2 4-5-15,-1 1-5 0,-4 0-10 0,-3-1 5 16,-1 1-6-16,-5 2 2 0,0-2-11 0,-6-1 0 15,3 1-2-15,0-8 2 16,-3-1-3-16,1-3-6 0,-1 2 5 16,2-7 3-16,-1 1-1 0,3-4 5 0,2 0 0 15,-3-3 15-15,2 0 38 0,1 3 37 0,0-2 52 0,2-4 36 16,-3 2 26-16,3-2-5 0,0 0-18 0,0 0-25 16,5-12-17-16,0 4-18 0,6-7-17 0,1-2-15 0,4-4-12 15,0 0-9-15,4-2-20 0,0-3-12 0,1-1-20 0,2-1-14 16,-1 1-9-16,-3 0-12 0,1-1-5 0,-2 6 1 15,-4 0 6-15,-5 9-4 0,-1 2 9 16,-3 6 2-16,-2-5-1 0,-1 5-4 0,2 0-10 16,-1 3-14-16,-2-1-21 0,-1 3-31 0,0 0-1 0,0 0-1 15,0 0 4-15,-4 17 7 0,-1-5 9 0,-2 6-4 16,-3 4 3-16,4-3 5 0,1 5 9 0,0 2 9 16,5 0-3-1,0 2 8-15,2-4 1 0,6 0 2 0,5-2 7 16,5 2-2-16,5-5 4 0,7-2-7 0,5-2-41 0,16-3-67 15,1-1-95-15,1-6-114 0,0-7-424 16,2-3-819-16,-3-5 362 0</inkml:trace>
  <inkml:trace contextRef="#ctx0" brushRef="#br0" timeOffset="31320.69">11730 8554 31 0,'-18'0'213'0,"4"1"-1"0,4-2-4 15,-2 1-4-15,3-1-18 0,4 1-9 0,5 0-11 0,-13 0-14 16,8 0-15-16,5 0-10 0,0 0-16 0,-10 0-10 0,10 0-8 16,0 0-7-1,-6 1-11-15,6-1-6 0,0 0-1 0,0 0-4 16,0 0 5-16,0 0-10 0,0 0-1 0,0 0 0 0,0 0 1 15,0 0-1-15,0 0 2 0,0 0-2 0,0 0 4 16,-5-2-9-16,5 2-1 0,0 0-2 0,0 0-5 16,0 0 4-16,0 0-10 0,0 0 2 15,0 0-7-15,0 0 3 0,0 0-5 0,0 0-4 0,0 0-2 16,0 0-3-16,0 0-3 0,0 0-2 0,0 0 0 16,0 0-6-16,0 0 1 0,0 0 6 0,0 0-9 15,0 0 2-15,29-4-5 0,-11 3 5 0,13-1-5 16,3-1 11-16,3-1-11 0,13-3 0 0,5 4-1 15,0 0 0-15,1-2-6 0,0 0 7 0,3 1 0 16,-6 1-8-16,-14 1 0 0,-1-2 6 0,-2 1-5 0,-4 1 0 0,-9 2 1 16,-9 0 1-16,0 0-3 0,-1 0 2 0,-3 0-4 15,-2 0 6-15,-3 0-22 0,-5 0-16 0,9 0-3 16,-9 0-24-16,0 0-24 0,0 0-49 0,-15 4-45 16,6-3-44-16,-4 3-271 0,3-3-534 0,-3 0 236 15</inkml:trace>
  <inkml:trace contextRef="#ctx0" brushRef="#br0" timeOffset="32708.29">13303 7978 111 0,'0'0'151'15,"0"0"-6"-15,-3-6-6 0,3 6-8 0,0 0-4 0,0-3-10 0,0 3-6 16,0 0-14-16,0 0-4 0,-2-4-10 0,2 4-4 15,0 0-8-15,0 0-2 0,0 0 0 0,0 0-12 16,-3-3 2-16,3 3-2 0,0 0-5 0,0 0-2 16,0 0-2-16,0 0-5 0,0 0 2 15,0 0 3-15,0 0 0 0,0 0 4 0,0 0 1 16,0 0-9-16,0 0 3 0,0 0-4 0,0 0-4 16,11-4-4-16,0 2-2 0,2-1-4 0,3 1-3 15,5-2-5-15,1 2-3 0,12-3 1 0,-2 3 0 16,4-2-4-16,2 1 0 0,-3-3-4 0,-1 5 0 15,-2-4-1-15,0 2 2 0,-3 1-2 0,-9 1-5 16,-2-1 0-16,-6 2-5 0,0 0-12 0,-6-3-3 0,-1 3-16 0,-5 0-6 16,0 0 5-16,4 3 4 0,-4-3-9 0,-19 5-8 15,0 0 3-15,-8 2-3 0,8-3 5 0,-11 2 5 16,2-1 0-16,0 1 4 0,5-3 2 0,-4 1 7 16,1 0-4-16,5-1 7 0,1 1 5 0,1-3 1 15,-1 1-2-15,6 0 8 0,1-2 6 0,3 2 11 16,0-2 13-16,2 0 6 15,3 0 13-15,5 0 8 0,-9 3 4 0,9-3 5 16,-10 0 8-16,10 0 0 0,-6 1 6 0,6-1-4 16,0 0-1-16,-4 1-7 0,4-1-9 0,0 0-2 15,0 0-7-15,0 0-1 0,-7 2-7 0,7-2-5 16,0 0-1-16,0 0-6 0,0 0-3 0,0 0-1 16,0 0-6-16,0 0 0 0,0 0-4 0,0 0-4 15,0 0-1-15,0 0-2 0,0 0-2 0,0 0 0 0,4 8 3 0,-1-6-3 16,1 4 4-16,2 3 0 0,4-4 1 15,4 4 4-15,-1 0-4 0,1 4 2 0,5-1 0 16,3 4 1-16,1-2-1 0,-1 2 2 0,-7-2-1 0,6 3-1 16,-1 1 0-16,-6-3-1 0,1 0-1 0,-4 3-3 15,0-2 1-15,-2-1-1 0,-4 2-3 0,-1-1-2 16,-4-1-4-16,-3 2 0 0,-2 0-4 0,-5 1 1 0,-3-4 5 31,-1 2-2-31,-2-4 4 0,-6 3 1 0,3-5-2 0,0-1 6 0,1-5 10 0,1 2 8 16,-1-1 10-16,5-2 21 0,2-1 14 15,-2-6 23-15,4 2 29 0,-1-2 11 0,2-2 13 16,3 0-1-16,1-1-15 0,0-2-16 0,4-1-16 16,3-1-13-16,2 2-4 0,2-1-13 0,7-4-14 15,1 6-6-15,0-1-7 0,2 1-8 0,2 2-18 16,3-2-16-16,5 4-27 0,1 1-30 0,1 3-30 16,-2 3-32-16,-4 0-41 0,-5 3-54 0,4-3-85 15,-6 4-307-15,-4-1-661 0,-3-2 294 0</inkml:trace>
  <inkml:trace contextRef="#ctx0" brushRef="#br0" timeOffset="33146.71">12941 8676 64 0,'-5'2'206'0,"0"-2"-15"0,0 1-6 0,5-1-13 16,-8 3-11-16,3-2-7 0,5-1-8 0,0 0-9 15,-6 2-2-15,6-2-3 0,-3 2 3 0,3-2 5 0,0 0 1 0,-2 3-5 16,2-3-4-16,0 0-2 0,0 0-9 0,0 0-9 15,0 0-10-15,29-7-11 0,-1 2-7 0,8-4-5 16,18 4-12-16,7-7-11 0,4 5-3 0,32-10-5 16,-3 4 4-16,-1-1 15 0,5 2 9 0,3-1 11 15,-9 2 9-15,4 3 0 0,-32 1-9 0,-1 2-9 16,-6-3 0-16,-6 2-7 16,-15 4-5-16,-4-2-13 0,-5 2-2 0,-8-1-6 15,-6 1 0-15,-2 0-1 0,1 2-15 0,-6-1 0 0,-1 1-4 0,0-2-20 16,-5 2-32-16,0 0-15 0,0 0-15 0,0 0-27 0,0 0-32 15,-30 11-32-15,3-6-36 0,0 3-36 16,-1 0-45-16,-3-1-294 0,-1-1-603 0,1 0 267 16</inkml:trace>
  <inkml:trace contextRef="#ctx0" brushRef="#br0" timeOffset="33694.94">13373 8843 34 0,'0'0'328'0,"-5"2"-34"15,5-2-32-15,0 0-30 0,0 0-14 0,0 0-32 0,24-3-20 0,-11 4-17 0,5 0-14 16,4 0-15-1,-2 2-9-15,2 1-15 0,7-1-7 0,-3 4-13 0,-1 3-9 16,-5-2-8-16,-5 3-5 0,0 1-15 0,-2 0-8 16,-4 4-7-16,-5 0-4 0,1 2 2 15,-9 7-5-15,-2 1 0 0,-6-3-3 0,-3 3-1 16,-3-2 2-16,-4 1-2 0,1-3-1 0,1 2-1 0,-1-7 1 16,0 2 6-16,6-6 6 0,0-4 0 0,3 0 1 15,2-1 5-15,0 0 2 0,-1-4 7 0,6 0 13 0,0-2 25 16,0 1 36-16,0 0 28 0,2-2 6 0,3-1-19 15,0 0-13-15,3-11-13 0,2 1-14 0,9-4-7 16,3-5-9-16,3-4 0 0,4 0-1 0,2-2-26 16,3-3-1-16,7-6-4 0,3 2-16 0,-1-1-5 15,0 0-17-15,-11 7 4 0,0 0-4 0,-3 4 8 16,-2 1-5-16,-9 5-3 16,-1 4 16-16,-3 3 11 0,-1 1 4 0,-3 4-2 15,0-2 1-15,-1 1-9 0,0 1-11 0,-3 3-9 16,-1 1-15-16,0 0 5 0,0 0-9 0,-10 13 6 15,1-5-9-15,0 6 6 0,-4 1 0 0,-1 1 0 16,3 9 2-16,3-8 0 0,-2 7 2 0,5-5 3 16,2 1-2-16,5-3 12 0,4 7-6 0,8-2 6 15,7-2 5-15,5-2-3 0,23 1-25 0,-12-7-49 0,20 2-74 0,2-9-104 16,5-4-144-16,3-4-240 0,-5-4-681 0,-3-3 301 16</inkml:trace>
  <inkml:trace contextRef="#ctx0" brushRef="#br0" timeOffset="34649.6">14861 8095 85 0,'0'0'171'0,"-10"0"-13"0,10 0-21 0,0 0-16 31,-6 2-6-31,6-2-21 0,2 6 2 0,-2-6-13 0,6 9-9 16,2-4 0-16,1 0-23 0,7 2 3 0,3 0-2 15,8 0-3-15,0 1 0 0,1-2-5 0,3-3-12 0,-1 1 11 0,0-3 2 16,-1 2 6-16,-1-1-5 0,-6 0 1 15,-4-2-4-15,-4 0-2 0,-1 1-3 0,-3-1 0 16,-3 0 5-16,0 0-1 0,1 0-4 0,-3 1 0 16,-5-1-4-16,8 1-4 0,-7 2-5 0,-1-3-1 15,-3 11-2-15,-2-4-3 0,-6 5 1 0,-10 8-4 16,-2-1-1-16,0 3-4 0,0 1 1 0,0 3-4 16,-2 2 1-16,3-1-1 0,-1 1 0 0,0 0-3 15,0 2 0-15,5-2-1 0,-1 0-1 0,1-1 3 0,1-4 0 0,6 2 2 16,2-9-5-16,1 0-2 0,3-6 3 15,1 2 14-15,-1-4 5 0,4-1 4 0,0-1 8 0,1 0 10 16,-2-1 9-16,6-3 12 0,2 2 0 0,2-3 0 16,1 1-5-16,5-5-5 0,7 0-9 0,-1 3-2 15,10-5-3-15,-2 0-5 0,0 1-5 0,1 0-1 16,3 2-6-16,-4 0-1 16,0-2-3-16,-1 3-2 0,-5 1-3 0,-2 1 0 15,-3-2-3-15,-3 1-2 0,-4-1 11 0,2 1-15 0,-6 0-2 16,-1 0 1-16,3 0 3 0,-8 0-2 0,0 0-1 15,10 0 2-15,-5 1-9 0,-5-1-12 0,0 0-18 0,5-3-14 16,-5 3-45-16,0 0-78 0,-1-5-55 0,1 5-243 16,-4-12-505-16,2 7 225 0</inkml:trace>
  <inkml:trace contextRef="#ctx0" brushRef="#br0" timeOffset="35028.21">14787 8447 28 0,'-12'4'264'0,"6"-4"-10"0,-3 2-7 16,1-2-9-16,4 3-4 0,-1-3-5 0,5 0-23 15,-9 0-16-15,9 0-16 0,0 0-14 0,0 0-19 16,27 3-16-16,1-6-8 0,7-2-15 0,4 3-7 16,15-6-10-16,9 2-10 0,-1 0-7 0,1-3-6 15,26-4-5-15,-28 7-1 0,2 0 3 0,2 1 6 16,-6-4 5-16,-3 4-5 0,-17 3-5 0,-7-2-5 16,-3-1-10-16,-11 5 10 0,-4-1-3 0,-2 0 6 15,-4-1 8-15,-1 2 10 0,-1 0-8 0,-6 0 2 0,9-3-14 0,-4 3-2 16,-5 0-16-16,0 0-20 0,9 0-23 0,-9 0-32 15,0 0-42-15,0 0-42 0,0 0-43 0,0 0-50 16,-25 3-58-16,14-3-286 0,3 2-604 0,1-2 268 16</inkml:trace>
  <inkml:trace contextRef="#ctx0" brushRef="#br0" timeOffset="35729.43">16302 8393 270 0,'0'0'262'0,"0"0"-19"16,0 0-20-16,0 0-18 0,-6 0-20 0,6 0-15 15,0 0-17-15,0 0-16 0,0 0-4 0,0 0-7 0,0 0-7 16,0 0-12-16,0 0-12 0,0 0-6 16,0 0-13-16,21 2-17 0,-1-4-23 0,6 2-36 15,6-1-43-15,4-1-45 0,-1 2-48 0,2-3-55 0,-4 2-181 16,-4-3-403-16,-2 3 178 0</inkml:trace>
  <inkml:trace contextRef="#ctx0" brushRef="#br0" timeOffset="35883.11">16417 8565 107 0,'-16'9'178'0,"5"-1"-10"0,0 0-10 0,1-5-15 15,2 2-10-15,3-2 6 0,0 2 0 0,0-1-1 0,3-1-1 0,2-3 2 0,8 2-8 16,5-2-14-16,15-1-13 0,10-2-7 0,3 0-35 15,18-4-41-15,-2 3-43 0,2-2-60 16,1-3-61-16,3 1-168 0,-6-4-337 0,0 3 150 16</inkml:trace>
  <inkml:trace contextRef="#ctx0" brushRef="#br0" timeOffset="36352.87">17742 8349 213 0,'-7'0'208'0,"0"0"-4"15,1 0-6-15,6 0-11 0,-7 0-10 0,7 0-7 16,-9 0-8-16,9 0-7 0,0 0-9 15,0 0-4-15,-7 0 1 0,7 0-1 0,0 0 3 0,0 0 6 16,0 0 3-16,0 0 1 0,0 0 9 0,0 0-5 16,0 0-9-1,0 0 2-15,0 0-9 0,0 0-13 0,30-7-14 16,6 2-10-16,5 0-13 0,20 1-10 0,30-2-8 0,1-1-11 16,-1 0-1-16,1 2-10 0,-27 5-9 0,27-5-37 15,-36 4-43-15,-2 0-45 0,-17-2-50 0,-1 3-55 0,-7-1-56 16,-11 1-76-16,-4-2-259 0,-6 1-625 0,-6-2 277 0</inkml:trace>
  <inkml:trace contextRef="#ctx0" brushRef="#br0" timeOffset="37574.75">18983 7990 209 0,'0'0'242'0,"-6"-1"-17"0,6 1-10 0,0 0-17 16,0 0-7-16,-7-3-13 0,7 3-17 0,0 0-18 0,0 0-11 16,0 0-16-16,0 0-9 0,24-4-14 0,-9 2-7 15,6-1-9-15,7 0-7 0,4-2-12 0,4 0-4 0,1-1 5 16,16-2-15-16,-19 3-3 0,3 0-1 0,0-1-6 15,-6 1-6-15,-1 1 0 0,-4-2-2 0,-7 4-4 16,-5 1-1-16,-4-2-8 0,-2 3-9 0,-1-2-7 16,-4 2-8-16,-3 0-4 0,0 0-15 0,0 0-6 15,0 0-1-15,-42 3-3 0,9 0 2 0,1 4 0 16,-1-3 5-16,-2 0 2 0,5-1 4 0,0 2 4 0,-1 0 0 0,5 0 1 16,4-2 2-16,4 1 4 0,0-1 4 0,-1 0-6 15,9-1 0-15,-2 2 1 0,1-1 5 0,-1 2 7 16,3-2-9-16,3 0-1 0,-2 3 5 0,3-5-1 15,0 2 7-15,-1 1-7 0,-1-1 2 0,2 3-2 16,1-5 1-16,1 3 1 0,-1 0 2 0,0 1 2 16,-1-2 0-16,2 2-3 15,1-4 2-15,-1 5 0 0,2-1 0 0,0-1 3 16,-1-1 1-16,1 2-1 0,0-1-1 0,-2-2 2 16,4 4 2-16,-1-1-2 0,2-1 2 0,0 1 3 0,2 0 5 0,3 2 6 15,3 3 12-15,5 0 0 0,2 0 6 0,4 5 4 16,1 1-4-16,6-3 1 0,-2 4-3 0,1-1 0 15,1 2-5-15,-2-4 3 0,-1 3-5 16,-3 1-3-16,-1 3-2 0,-3-3 1 0,-1 4-4 0,-3 0-5 16,-4-5 6-16,-5 9-2 0,-2-3-1 0,-5 3-3 15,-8-1-5-15,-1-3 1 0,-6 3-1 0,-6-5 0 16,-5 1 0-16,-3-5 0 0,1 1-1 16,-4-3 2-16,1 0 10 0,1-5 3 0,3-3 14 0,2-2 9 15,4 1 13-15,4-3 29 0,1 0 35 0,5-2 52 16,4-2 25-1,0 0 31-15,3 0 4 0,-1-2-15 0,3 0-20 16,0-5-28-16,4-3-22 0,2 0-21 0,6-3-18 16,2 1-16-16,4 1-20 0,9-3-8 0,3 0-13 0,3 3-9 15,-1 1-15-15,4 2-23 0,-1-1-23 16,-1 2-29-16,1 3-38 0,0 0-47 0,-1 2-40 16,-3-1-53-16,3 5-59 0,-5 2-94 0,-5 0-268 15,-3-2-702-15,2-2 310 0</inkml:trace>
  <inkml:trace contextRef="#ctx0" brushRef="#br0" timeOffset="38087.32">19764 8158 245 0,'5'-7'286'0,"0"3"-29"0,5-2-25 0,3 5-25 0,6-3-25 16,-2 3-11-16,3 2-25 0,1-1-17 0,-1 4-12 16,0 2-12-1,1 1-12-15,-3 3-11 0,-3 0-10 0,2-1-12 16,-3 6-6-16,-4-4-6 0,-2 6-9 0,-3-2-2 16,-3 2-3-16,-3 0-6 0,-4-1 3 0,-1 2-3 0,-7 6 0 0,-2 2 3 15,-2-3-4-15,-1-3-3 0,0-1-3 0,0 0 1 16,4-5 0-16,0-2 5 0,3 0-6 0,0-7 7 15,4 4 0-15,0-3 8 0,2-2 15 0,0-1 25 16,1 1 23-16,1-1 41 0,0 0 47 0,3-3 26 16,0 0 22-16,-7 1 5 0,7-1-19 0,0 0-24 15,8-16-19-15,-1 8-18 0,4-5-22 0,1-4-9 16,7-3-16-16,2-1-7 0,0-2-18 0,2 0-4 16,-3-2-10-16,1 4-10 0,-1 1-4 0,-1 1-6 15,-7 6-5-15,-3 5-2 0,-2 1-7 0,0-1-5 16,-1 3-4-16,-2 2-6 15,1 0-13-15,-2 1-20 0,2-1-22 0,-5 3-31 16,0 0-24-16,6-2-2 0,-6 2-3 0,0 8 2 16,1-3-4-16,1 4 11 0,-1-1 9 0,-1 2 6 15,0 1 3-15,3 1 13 0,1 14 1 0,1-8 10 16,3-2-24-16,0 4-24 0,1-5-27 0,0 0-24 16,5-1-34-16,0-4-53 0,0 0-72 0,3-3-109 15,-4-3-208-15,-1-4-665 0,1 0 295 0</inkml:trace>
  <inkml:trace contextRef="#ctx0" brushRef="#br0" timeOffset="38534.5">20325 7810 194 0,'0'-6'367'0,"0"1"-44"15,0 1-33-15,0 1-18 0,0 3-45 0,0-4-27 16,0 4-19-16,0 0-24 0,0 0-15 0,0 0-17 16,15 11-12-16,-10-4-13 0,0 2-13 0,2 0-10 0,-1 7-5 15,-5-3-1-15,3 2-8 0,0 2-5 0,-3 1-7 0,2-2-5 16,-3 1-2-16,-3-1-5 0,3-3-1 0,-4 0 0 0,2 2-4 16,-2-2 2-16,0-4 0 0,0 3 2 0,-1-4 1 15,4-1 1-15,-3 0-6 0,0-3 16 0,4 1-8 16,-4 0-4-16,3-2 3 0,-1 1 0 0,0 0 9 15,2-4 3-15,-2 4 28 0,0-3 6 0,2-1 21 16,0 0 19-16,0 0 6 0,0 0 13 0,0 5 6 0,0-5-3 16,0 0-13-16,17-5-10 0,6 1-15 0,12-4-10 15,17-1-12-15,9-2-7 0,34-4-12 0,1 3-7 16,5-1-6-16,5 4-7 0,-4 0-7 0,0 0 0 16,-1 1-7-16,4 3 4 0,-7 1 8 0,-4 3-8 15,-32 0 2-15,-4 0-4 0,-19-1 1 0,-3 1-2 16,-6 2-2-16,-11-2 19 15,-8 1 12-15,1-1 9 0,-1-1 2 0,-4 2-3 16,-2-1-5-16,-5 1-8 0,10-1-17 0,-10 1-37 16,6 1-61-16,-6-1-75 0,0 0-89 0,0 0-89 15,0 0-58-15,-15 7-97 0,0-4-413 0,-3 1-948 16,0-6 420-16</inkml:trace>
  <inkml:trace contextRef="#ctx0" brushRef="#br0" timeOffset="44246.75">6798 12150 276 0,'0'-7'281'16,"0"2"-13"-16,0 1-16 16,0-1-23-16,0 1-26 0,0 4-18 0,0-6-24 15,0 6-19-15,-2-4-31 0,2 4-35 0,0 0-39 0,0 0-19 0,0 0-5 16,0 0-3-16,-5 21-2 0,1-3-1 0,-3 7-2 15,0 5-1-15,2 2 2 0,-4 2-4 0,-3 12 4 16,5-13 0-16,1 0 1 0,-1 2-1 0,0-2 2 16,-1 3 1-16,4-5 1 0,-1-3-4 0,1 1 5 15,-1-3-3-15,0-9 3 0,1 0 0 16,3 2-6-16,-3-6 3 0,1-2-1 0,2 0 4 0,1-4-3 16,-1 2 0-16,-2-4 4 0,3-2-4 0,-1 4 2 15,1-3-6-15,-3-1-6 0,3 0-4 0,0-3 0 16,-1 4 1-16,1-4-29 0,-9 0-45 15,9 0-33-15,-7-7-35 0,4 2-22 0,-6-4-150 0,0-1-347 16,0-4 154-16</inkml:trace>
  <inkml:trace contextRef="#ctx0" brushRef="#br0" timeOffset="44409.28">6477 12117 136 0,'6'-15'246'0,"-2"-1"-20"0,-3 4-22 16,7 1-20-16,0-4-20 15,3 3-14-15,5-2-18 0,3 5-13 0,5-3-15 16,3 2-11-16,2 5-8 0,2 0-17 0,2 3-23 16,-2 2-22-16,-3 7-35 0,5 0-32 0,-6 4-30 15,0 0-23-15,-3 5-57 0,-10-3-113 0,-2 3-289 16,-6 2 129-16</inkml:trace>
  <inkml:trace contextRef="#ctx0" brushRef="#br0" timeOffset="44569.27">6510 12741 66 0,'-5'5'220'0,"1"0"-3"16,4-2-9-16,0-2-7 0,0-1-12 0,13 4-15 15,-3-5-17-15,12 1-16 0,7-3-11 0,4 2-16 16,4-4-24-16,16 2-43 16,-14-2-48-16,11-2-59 0,0 2-79 0,-13-2-154 15,0-1-316-15,-5 3 140 0</inkml:trace>
  <inkml:trace contextRef="#ctx0" brushRef="#br0" timeOffset="44747.62">7020 12741 44 0,'0'0'234'15,"0"0"-51"-15,0 0-59 0,0 0-49 0,18-7-70 16,-11 4-117-16,4 1-119 0,3-1 53 0</inkml:trace>
  <inkml:trace contextRef="#ctx0" brushRef="#br0" timeOffset="45280.01">7586 12305 247 0,'0'-9'329'0,"0"2"-13"0,1 0-11 0,2 1-18 16,-3 2-17-16,1-1-33 0,-1 2-8 0,3-1-39 15,-3 4-24-15,0-5-20 0,0 5-32 0,0 0-23 16,0 0-10-16,0 0-12 0,4 16-7 0,-2-5-8 16,-2 6-4-16,3 2-6 0,-3 9-4 0,2-1-6 15,-2 1 2-15,-2 1-7 0,4 1-1 0,-2 1-2 16,0-3-6-16,0 0-2 16,0 1-3-16,-2-4 3 0,-1-4 0 0,3-2-7 15,-1-1 1-15,0-6-1 0,-2 0-1 0,2-1-3 0,-2-3 4 0,2-1 1 16,-2-1-1-16,2-1 5 0,1-1 12 0,0 0 35 15,0-4 50-15,-1 4 44 0,1-4 27 0,0 0-11 16,0 0-22-16,-7-11-10 0,6-1-4 0,-4 1-3 16,4-5-8-16,-3-5-8 0,1-6-9 0,2-2-10 15,1-5-7-15,-3-1-14 0,6-14-8 0,-3 0-7 16,5-2-4-16,0 1-8 0,0-1-5 0,3-3-1 16,-3 3-11-16,4 0-3 0,2 6-3 0,-4 14 0 15,2-1-6-15,1 3-2 0,-2 6-3 0,-1 5-3 16,1 2-8-16,2 2 2 0,-1 1-10 0,0 2-2 15,6 4-10-15,4 1-9 0,2 2-13 0,6 4-16 16,4 3-15-16,1 2-20 0,0 4-24 0,0 3-38 0,-2 2-43 0,2 2-33 16,-4 3-32-16,-2 3-44 0,-2 1-50 0,-6-2-357 15,-4 1-766-15,-6-5 339 0</inkml:trace>
  <inkml:trace contextRef="#ctx0" brushRef="#br0" timeOffset="45712.02">7567 12441 109 0,'-12'0'278'0,"8"0"-6"0,4 0-8 0,0 0-13 0,-6 2-17 15,6-2-12-15,0 0-14 0,0 0-13 0,0 0-10 16,0 0-8 0,-10 0-7-16,10 0-15 0,0 0-15 0,0 0-16 15,0 0-8-15,0 0-12 0,0 0-7 0,0 0-10 0,37-5-8 0,-9-1-5 16,5 0-9-16,8 1-2 0,14-2-6 0,5-3 6 15,1 3 2-15,1 0 0 0,-4 0-7 0,-5 2-14 16,-12 0 5-16,-4 0-3 0,-5 1-5 0,-3 0-7 16,-11 0 0-16,-4 4-4 0,-1-2-1 0,0 1-6 15,-7-1 3-15,2 2-9 0,-3-3-27 0,-5 3-36 16,10 3-37-16,-10-3-37 0,0 0-41 0,0 0-64 16,-20 10-71-16,8-5-273 0,1-3-615 0,1 1 273 15</inkml:trace>
  <inkml:trace contextRef="#ctx0" brushRef="#br0" timeOffset="46529.06">9038 12347 92 0,'-4'-1'190'0,"4"1"1"16,0 0 5-16,0 0-1 0,-4-4-7 0,4 4 0 15,0 0-6-15,0 0 6 0,0 0-21 0,0 0-4 0,0 0-16 0,0 0-13 16,0 0-14-16,0 0-14 0,14-7-8 0,-5 3-14 15,10-1-6-15,3 1-10 0,7 0-27 0,2 1-36 16,-3 0-50-16,5 1-47 0,-1 0-47 0,0-1-56 16,-4 2-197-16,0 1-425 0,-11-1 189 0</inkml:trace>
  <inkml:trace contextRef="#ctx0" brushRef="#br0" timeOffset="46682.38">9172 12487 108 0,'-5'5'167'0,"-1"-3"-22"16,1 3-17-16,3 0-9 0,-1-3-3 0,3 3 9 16,4 0 15-16,6 0-4 0,2-1-10 15,11-1-9-15,10-1-13 0,3 0-11 0,15-4-35 0,4-1-55 16,1-2-57-16,4 1-86 0,-6-4-109 16,2-1-269-16,-5-1 119 0</inkml:trace>
  <inkml:trace contextRef="#ctx0" brushRef="#br0" timeOffset="47230.49">10621 12421 150 0,'-7'0'207'0,"7"0"-5"0,0 0-4 15,-6 1-7-15,6-1-12 0,0 0-6 0,0 0-15 16,0 0-17-16,0 0-12 0,14-7-16 0,-1 4-12 16,6-4-6-16,3 0-12 0,7-3-11 0,4 0-7 15,4-2-7-15,13-6 0 0,-14 7-10 0,13-5-6 16,0-6 1-16,-1 5-1 16,-14 2 0-16,-2-1-2 0,1 0 5 0,-1-1 8 15,-6 0 2-15,-3-2 1 0,-4 1 10 0,-5 4 2 0,-4 0-10 16,-4 0 4-16,-3 2 1 0,0 0-5 0,-6 0-11 15,-2 3-5-15,-3 0-5 0,-3 2-6 0,-6 1-7 16,-2 2 0-16,-9 1-4 0,0 6-5 0,-3 5-6 16,1 1 0-16,-1 8-6 0,3-1 1 0,-4 5-3 15,5 3-4-15,3 2 0 0,2 6 0 0,8 0 1 16,4 3 3-16,2-1 2 0,8 2 5 0,10-4-6 0,7 0 2 16,12 6 0-16,8-6 4 0,13-2 1 0,3-9-15 15,4-4-47-15,8-7-62 0,31 2-92 0,-31-11-315 16,26-5-564-16,-31-1 249 0</inkml:trace>
  <inkml:trace contextRef="#ctx0" brushRef="#br0" timeOffset="48185.5">11505 11792 149 0,'-19'4'186'0,"6"-2"-6"0,0 0-6 0,3 0-12 16,1-1-14-16,4 0-6 0,-4 0-10 0,9-1-6 15,-7 2-10-15,7-2-4 0,-7 0-3 0,7 0-9 16,-6 2 1-16,6-2-4 0,0 0 1 0,-4 1 1 16,4-1-1-16,0 0 2 0,0 0 11 0,0 0-6 15,0 0-3-15,0 0-6 0,0 0-5 0,0 0-2 16,0 0-8-16,0 0-6 0,0 0-5 0,0 0-11 16,0 0-2-16,0 0-3 0,0 0-10 0,0 0-5 15,0 0-1-15,0 0-4 16,0 0-4-16,0 0-1 0,0 0 7 0,0 0-19 15,0 0-2-15,0 0 2 0,0 0-6 0,0 0 1 16,0 0 4-16,0 0-6 0,0 0-2 0,0 0-1 16,0 0 0-16,0 0 5 0,0 0-3 0,0 0-4 15,0 0 13-15,0 0-9 0,0 0-4 0,0 0 1 16,0 0-2-16,0 0-4 0,0 0 16 0,0 0-7 16,0 0-4-16,24-1 1 0,-1-1-3 0,9-2-2 0,4 2-4 0,19-5 9 15,2 3-4-15,6-6 4 0,1 4-4 0,27 0 0 0,-2-1 0 0,-22-1-1 16,22 1 3-16,-33 1-7 0,2 3 8 15,-6 0-3-15,-19-2 3 0,-1 3 1 0,-10 1-5 0,-9 0 17 16,1 1-12-16,-4-3-4 0,-5 3-2 0,3 0-4 16,-2 0-20-16,-6 0-13 0,0 0-24 15,0 0-26-15,0 0-29 0,0 0-43 0,-27 7-34 16,8-5-44-16,0 2-271 0,2-2-549 0,3 0 243 16</inkml:trace>
  <inkml:trace contextRef="#ctx0" brushRef="#br0" timeOffset="49372.33">13010 11131 118 0,'0'0'160'0,"0"0"-7"16,-7 0-7-16,7 0-5 0,0 0-10 0,-7-1-14 16,7 1-8-16,0 0-3 0,0 0-10 0,0 0-8 15,0 0-6-15,0 0-4 0,0 0-1 0,0 0 4 16,0 0-1-16,0 0-5 0,34 1-7 0,-14-2-6 16,7-1-6-16,5 0-8 0,0 1 1 0,2-2-9 15,-2 3-6-15,0-3-1 16,3 2-5-16,-3-2-1 0,-3 1-21 0,-7 1-9 15,-5-1-12-15,-4 2-18 0,0 0-23 0,-4 0-12 16,-3 0-2-16,-2 3 13 0,-4-3-2 0,0 0 4 16,-10 6 0-16,-8 1 9 0,0-1-3 0,-10 1 6 15,0-1 8-15,-1 0-4 0,-2 0 18 0,3 0-12 16,-3-1 9-16,3 1 2 0,6-1 0 0,2-2 13 0,-1 2 5 16,4-2 10-16,2-1 4 15,3 0 9-15,3-2 5 0,1 2 11 0,2-1 13 0,-2-1 9 16,8 0 10-16,-6 3 6 0,6-3 11 0,-8 0 3 15,8 0 0-15,0 0-3 0,-8 0-1 0,8 0-7 16,0 0-7-16,0 0-9 0,-6 0-5 0,6 0 1 0,0 0-14 16,0 0-3-16,0 0-9 0,0 0-10 0,0 0-4 15,0 6-2-15,0-6-1 16,6 5-3-16,-2 1 2 0,5-4-1 0,-1 8-3 16,3-4 3-16,3 5-4 0,0-2-1 0,0 5 0 15,2-2 6-15,-2 2-8 0,-3 1 1 0,2 1-3 0,-1-1 0 16,-5 3 7-16,3-1-8 0,-2 0-3 0,-4 2-3 15,-4-1 1-15,0-2-6 0,0 2 0 0,-8-2-1 0,3 1 1 0,-7-3 2 0,1-3-6 16,0 0 6-16,-1-5 2 16,2 2 4-16,0-2 8 0,-2-1 12 0,6-3 14 15,-2 2 21-15,1-3 33 0,-1 1 21 0,8-2 15 16,-8-2 13-16,3 0 3 0,4-1-6 0,0-2-22 16,2-2-12-16,3 1-13 0,3-2-21 0,7-4-16 15,0 7-27-15,4-4-32 0,2 1-27 0,8 1-35 16,-1 4-38-16,3-1-42 0,-3 3-49 0,1 2-61 15,-6 0-262-15,-4 3-567 0,1-2 251 0</inkml:trace>
  <inkml:trace contextRef="#ctx0" brushRef="#br0" timeOffset="49757.62">12802 11852 73 0,'-4'2'222'0,"-2"-1"-28"0,6-1-10 16,-8 0-7-16,8 0-8 0,-5 3 0 0,5-3-13 16,-4 0-8-16,4 0-8 0,0 0-12 0,0 0-3 0,0 0-2 0,0 0-2 15,-8 0-1 1,8 0 4-16,0 0 3 0,0 0 5 0,0 0-12 0,0 0 5 15,0 0-25-15,12-7-9 0,1 3-13 0,6-4-4 16,12 0-11-16,6-1 12 0,19-3-25 0,5-1-2 16,33-4-5-16,-1 2 14 0,-1 1-1 0,0 2 9 15,-1-1 7-15,-24 6-17 0,25-2-5 0,-35 4-2 16,-4-2-14-16,-12 5 5 0,-4-2-3 0,-8 2-7 16,-8 0 0-16,-2 1-9 0,-6 1-13 0,0 1-16 15,-7-2-15-15,3 1-32 0,-4 1 5 16,-5-1-11-16,0 0-5 0,-11 8-13 0,-5-3-21 15,-9 4-23-15,-6-1-28 0,4 0-23 0,-2 3-22 0,1-2-63 16,0-2-197-16,0 1-494 0,2 0 219 0</inkml:trace>
  <inkml:trace contextRef="#ctx0" brushRef="#br0" timeOffset="50373.68">13327 11935 109 0,'0'0'279'0,"-4"2"-29"15,4-2-26-15,0 0-23 0,6 7-22 0,-1-4-17 16,1 1-17-16,6 0-16 0,-1 3-14 0,3 1-13 16,-2-2-18-16,-5 4 0 0,3 0-12 0,-2-1-11 15,0 1-5-15,-4 4-5 16,-2-2-7-16,-3 0-4 0,0 3-3 0,-2-3-2 15,-2-1-5-15,-3 0-3 0,-2 4-4 0,2-6 0 16,-2 4-2-16,1-2 0 0,-1-3-3 0,0-2 1 16,2 2 0-16,-1-4-3 0,3 1 5 0,1 0-4 15,0-2 3-15,1 0 15 0,0-1 17 0,2 1 26 16,2-3 19-16,-4 1 21 0,4-1 1 0,0 0-13 16,0 0-7-16,11-11-19 0,-1 3-8 0,5-3 1 0,2-2-13 0,4-4-9 15,2 0-2-15,1-2-3 0,3 0-7 0,0 0-2 16,-2-1-4-16,1 1-2 0,-3 2-2 0,-7 5-5 15,-2 0-2-15,-1 4-1 0,-4 2-1 0,0 0-1 16,-4 1 3-16,0 1-6 0,-1 2 7 0,0 0-9 16,-3-1-8-16,-1 3-4 0,8-1-6 0,-8 1-3 15,0 0 8 1,-3 8-6-16,2-1-4 0,-3 3 1 0,-1 4-2 16,1-3 4-16,-1 4 1 0,1 0 10 0,-1 1-14 0,4 0 5 0,2-1-5 0,4 2 5 15,3 0 3-15,2-2 5 0,9 3 2 0,6-1-3 16,-1-3 3-16,8-2 7 0,2-4-2 0,2 1-3 15,1-2 1 1,2-6 8-16,0 0 14 0,1 2 9 0,-3-6 10 16,-3 1 4-16,-3-1 7 0,-8-1 14 0,-5 4 8 0,-8-3 14 0,-1 3 13 15,-1 0 4-15,1 0-1 0,-3-1-6 0,-6 1 1 0,9-1-4 16,-4 1-10-16,-5 0-9 0,6-2-9 0,-6 2-15 16,6-2-17-1,-6 2-33-15,0 0-26 0,0 0-37 0,5 0-54 0,-5 0-42 16,0 0-30-16,0 0-37 0,0 0-37 0,0 0-43 15,0 0-53-15,-19 5-342 0,8-5-747 0,11 0 330 0</inkml:trace>
  <inkml:trace contextRef="#ctx0" brushRef="#br0" timeOffset="52223.14">14976 11451 188 0,'-3'-4'198'0,"3"0"-17"0,0 4-14 0,-2-7-19 0,-2 5-13 16,1-1-19-1,-3 1-12-15,-1 0-10 0,-4 0-8 0,-2 3-12 16,-1-1-9-16,-4 0-8 0,0 3 0 0,-2 2-11 15,1-3-3-15,-8 6-9 0,5-1 0 0,3 0-6 16,-8 4-2-16,4 0-6 0,0 6 2 0,8-5-3 16,-1 2-5-16,2-1-4 0,2 3 1 0,1 0-1 15,2 0 2-15,1-3-7 0,2-2-1 0,3 2 1 16,0-2 3-16,3-1-3 0,1 1 0 0,4 0 5 16,1-3 15-16,4 1 7 0,1-2 9 0,7 1 0 15,-1-4 1-15,1-2 5 0,2 1 5 0,-1-5-6 16,4 0 14-16,-1-3 17 0,-3-2 0 0,2-2 9 0,3-3 6 0,-7-1 3 15,5-2 10-15,-3-3 2 0,-2-3 0 0,-3 1-8 16,-1-3 7-16,-4 4-4 16,1-3-10-16,-5 2 19 0,6-6-17 0,-9 1-1 0,2-2-6 15,2 1-4-15,-6 0-4 0,4-2-9 0,-5 1 2 16,1 4 4-16,-3 2-10 0,0 4-7 0,0-1 6 16,-1 2 2-16,4 1-5 0,-2 6-2 0,-1-2-7 0,3 7-8 0,-1-2-8 0,-2 2-18 31,3-1-46-31,0 5-38 0,0 0-1 0,0 0 0 0,0 0 11 0,-9 16 4 15,8-1 4-15,-4 2 1 0,1 2 5 0,0 6 13 16,4 1 0-16,0 1-2 0,0 1 2 0,3-2-3 16,-2 1 12-16,5-2-1 0,-2 0 7 0,0-2 2 15,1-5 0-15,2-1 5 0,-1 0 18 16,-1-8-18-16,-1 3-5 0,-3 0-17 0,4-4-21 0,-3 1-13 16,-1-1-17-16,0-4-13 0,-1 1-13 0,0-1-16 15,0-4-12-15,0 5-20 0,0-1-16 0,0-4 1 16,0 0-51-16,-1 4-248 0,1-4-505 0,0 0 223 15</inkml:trace>
  <inkml:trace contextRef="#ctx0" brushRef="#br0" timeOffset="52793.27">15084 11355 129 0,'5'-2'213'0,"1"-1"-18"0,0 0-13 16,5 0-9-16,-2 1-17 0,5 1-12 0,4 2-9 15,0 1-13-15,0 1-14 0,1 3-7 16,-1 0-12-16,-3 2-10 0,1 4-6 0,-2 1-9 16,-3-2-9-16,1 3-3 0,-3 1-2 0,-1 1-10 15,-5 1 1-15,2 1-4 0,-5-1-4 0,-1 1-2 16,-4 2 0-16,0 0-4 0,-1-6-1 0,-2 3-4 16,0-2-1-16,1-4 0 0,-1-1 8 0,1 0 0 15,2-3 4-15,1 1 3 0,-2-5 5 0,2 3 13 0,2-1 13 16,-1-2 12-16,1-1 23 0,2-2 21 0,-3 3 29 0,3-3 17 15,0 0 2-15,0 0-25 0,0 0-9 0,4-12-16 16,0 4-8-16,2-3-12 0,6-4-10 0,-1 0-13 16,4-7-16-16,2 1 11 0,2-4-15 0,-3 5-6 15,1-2-2-15,0-1-7 0,-2 1-5 0,-3 6-3 16,-2 2 1-16,-2 3-2 0,-2 1-5 0,1 1 8 16,-3 2 6-16,-1 1-5 0,0 2-13 0,-2 0-2 0,2-2-7 0,-1 4-19 15,-2 2-31-15,0 0 1 0,0 0 7 0,0 0-2 16,-9 14 1-16,2-2-2 0,-2 3 6 0,-3 2 1 15,2 6 0-15,-2 2-5 0,6 3 9 0,-3-3 1 16,5 4 6-16,4-3-5 0,4 0 1 0,6 0 10 16,-1-4 1-16,4-5 10 0,5 3-3 0,6-2 2 15,4-3 3-15,2-3 0 16,4-3-1-16,-2-2 3 0,5-3 5 0,-2-2-13 16,-1-2 5-16,-1 0-7 0,-6 0 23 0,-8 0 2 15,-1 2 17-15,-5-2 4 0,-6-2 12 0,1 2 3 16,0 0 2-16,-8 0 3 0,9-1-2 0,-4 1 2 15,-5 0-15-15,9-1-13 0,-9 1-17 0,0 0-30 16,0 0-35-16,0 0-63 0,0 0-65 0,-26-3-46 16,6 3-50-16,-9 1-57 0,-2 0-87 0,2-2-221 0,-2 0-685 0,2-2 303 15</inkml:trace>
  <inkml:trace contextRef="#ctx0" brushRef="#br0" timeOffset="53525.46">12801 10930 101 0,'-3'-9'192'0,"3"-1"-10"0,0 4-7 0,0-2-18 15,-1 5-16-15,-3-1-18 0,4-1-20 0,0 5-24 16,0 0-9-16,0 0-7 0,-5 11-11 0,1 4-6 31,-1 10-6-31,-3 6-5 0,3 19 8 0,-5 1 5 0,5 8 0 0,-4 24 5 16,3-24-2-16,-1 31-6 0,2 2 8 0,5 0-5 15,0-3-7-15,0-6-9 0,0-24 2 16,1 1-5-16,2-5-3 0,-3-1-2 0,3-4 2 16,-1-2-2-16,-4-17-5 0,0-2-1 0,1-1 0 15,-3-3 8-15,-1-7 16 0,1-1 13 0,-2-5 12 0,-2 3 11 16,1-5 8-16,-1-1 12 0,-3-1 10 0,0-4 3 16,2 1 5-16,-4-3 3 0,2-1-9 0,1 1-3 15,-4-2 5-15,2-2 2 0,-2 1 7 16,5-1 7-16,1 1-3 0,3-2-10 0,0 2-12 0,5 1-15 0,-10 0 0 15,10 0-46-15,-9-2-42 0,9 2-42 0,-4-1-51 16,4 1-53-16,0 0-63 0,-10 3-33 0,10-3-37 16,-4 4-286-16,2-1-612 0,2-3 272 0</inkml:trace>
  <inkml:trace contextRef="#ctx0" brushRef="#br0" timeOffset="56355.75">20045 9380 111 0,'0'0'188'15,"0"-5"-10"-15,0 5-8 0,0 0-5 0,0 0-14 16,0 0-5-16,0-5-9 0,0 5-9 0,0 0-12 16,0 0-13-16,0-5-8 0,0 5-10 0,0 0-14 15,0 0-11-15,0 0-8 0,0 0-19 0,0 0-10 16,0 0-19-16,0 0-4 0,-4 20-4 0,0-4-1 0,-1 9 3 0,0 6 1 16,-5 1 0-16,-2 14-5 0,1 0 0 15,-3-2 2-15,2 2 4 0,2-11 0 0,1-1 1 16,0 12 2-16,1-12 5 0,0-2 4 0,2 2 2 0,1-1 6 15,0-4 1-15,2-5-6 0,0-4 3 0,1-2 0 16,-4-2-4-16,6-4 0 0,0-5 0 0,-4 3 3 16,4-5 1-1,0 1 10-15,0 0 6 0,0-4 15 0,-2 2 11 0,2 0 7 16,0-4 15-16,0 7-6 0,0-7-3 0,0 0-8 16,0 2-1-16,0-2-4 0,0 0-8 0,0 0-11 15,0 0-10-15,0 0-9 0,0 0-15 0,0 0-174 0,-7-12-106 0,2 4-155 16,3-6-463-16,0 0 205 0</inkml:trace>
  <inkml:trace contextRef="#ctx0" brushRef="#br0" timeOffset="56699.05">19881 9203 109 0,'-2'-9'282'0,"-1"4"-23"0,1-1-31 0,0 2-24 0,-3-1-24 15,5 2-23-15,-1-1-26 0,1 4-16 0,0 0-13 16,0 0-15-16,0 0-2 0,20 12-10 0,-4-2-6 16,0 2-7-16,10 2-11 0,-2 6-8 0,3-1-5 15,-3 3-1-15,1 4-10 0,-4-2-4 0,2 3 0 16,-5 0-4-16,0-1-1 0,-5 0-4 0,-2-1-3 31,-2 2-2-31,-1-3-1 0,-7-5 7 0,-2 1 1 0,-3-2 8 0,-1 2 4 16,-8 2 4-16,-3 0 0 0,-5-2 0 0,-1-1-3 15,-4 0-5-15,0-4 0 0,-2 2 1 0,1-5-3 16,0 1 0-16,3-2-2 0,6 0 0 0,2-5-4 16,3 4-3-16,1-6 0 0,2 1-2 0,1-1-1 15,3 0-8-15,1-2-10 0,1 0-11 0,0 1-12 0,4-3-23 16,-4 2-10-16,4-2-15 0,0 0-28 0,9 2-46 0,-9-2-245 16,23-7-429-16,-6 2 191 0</inkml:trace>
  <inkml:trace contextRef="#ctx0" brushRef="#br0" timeOffset="57134.4">20616 9499 284 0,'5'-1'274'0,"-5"1"-44"16,0 0-39-16,0 0-24 0,12 5-17 0,-10 0-13 0,1 4-13 15,-1 1-19-15,1 2-9 0,-2 4-7 0,-1 1-10 16,0-1-11-16,-1 1-7 0,-2 2-6 0,-2-2-6 0,0 3-5 16,-4-1-5-16,4-2-4 0,-3 0-3 0,2-3-2 15,-3 1-3-15,1-4 1 0,3-3-4 0,1-1-1 0,0 0 11 16,2-2 2-16,-3-2 12 0,2 0 20 0,2 1 16 16,-1-3 26-16,2-1 17 0,-2 6 10 15,2-6 12-15,0 0 9 0,0 0-12 0,0 0-18 16,5-12-19-16,4 0-8 15,0-1-11-15,4 0-11 0,6-4-11 0,2-5 0 16,-2 2-7-16,3-1-21 0,-2 3 7 0,-2 0-3 16,-3 5-15-16,-1 1 4 0,-5 4-2 0,0-1-1 15,-4 4-1-15,-1 2-4 0,1-1-7 0,-3 0-5 0,1 2-18 16,-3 2-30-16,9-3-11 0,-9 3-10 16,0 0 0-16,4 7 2 0,-3-2 1 0,-1 1 5 15,0 5 8-15,3-2 2 0,-2 5 2 0,-1-2 5 0,4 4-1 0,0-2-7 0,-3 3-17 16,5-3-17-16,2 1-15 0,-3-5-24 0,2 2-29 15,3-3-31-15,-1-1-49 0,1-1-51 0,3-2-208 16,-2-4-519-16,1 0 229 0</inkml:trace>
  <inkml:trace contextRef="#ctx0" brushRef="#br0" timeOffset="57368.94">20980 9365 271 0,'0'-2'297'16,"0"2"-33"-16,4-5-29 0,-4 5-22 0,10 2-26 16,-1 3-13-16,0 2-26 15,5 3-10-15,3 5-13 0,2 3-6 0,-5 5-15 16,5 5-14-16,-5-1-11 0,2 2-5 0,-7 1-3 16,1 3-12-16,-5-1-4 0,-4 4-8 0,-2-4-2 15,-2-1-9-15,-3 1-11 0,-4-3-4 0,-4 0-8 0,-6-2-17 0,-2-1-20 16,-8-3-25-16,-1-1-32 0,-11 3-43 0,9-9-39 15,0-3-245-15,-3-6-441 0,-1-4 195 0</inkml:trace>
  <inkml:trace contextRef="#ctx0" brushRef="#br0" timeOffset="57647.67">20607 9322 175 0,'-9'-5'224'0,"-4"0"-18"0,3 3-26 16,0 2-20-16,-3 2-13 0,4 5-15 0,-5 3-18 0,-5 8-17 16,1 5-10-16,0 4-7 0,3 4-7 0,-7 15-8 15,3 1 15-15,0 0 0 0,2-1-9 0,8-11-4 0,5-2-2 16,3 1 0-16,6 0-1 0,-1-2-5 0,6-3-5 15,7-2-5-15,1-1-1 0,6-4-10 0,2-1-14 16,4-6-29-16,7-3-37 0,13-5-64 0,6 0-98 16,-3-12-155-16,-1-1-386 0,-11 2 170 0</inkml:trace>
  <inkml:trace contextRef="#ctx0" brushRef="#br0" timeOffset="57869.96">21656 9540 303 0,'0'0'333'0,"0"0"-31"15,0 0-33-15,0 0-26 0,0 0-31 0,18-8-27 0,1 6-33 0,-1-2-34 16,12-1-53-16,-2 1-53 0,-7 1-69 0,9-1-73 15,-10 2-205-15,2-2-362 0,-6 1 160 0</inkml:trace>
  <inkml:trace contextRef="#ctx0" brushRef="#br0" timeOffset="58017.1">21807 9675 137 0,'-3'5'271'0,"1"-3"-21"16,1 1-13-16,1-3-20 15,0 3-20-15,0-3-14 0,14 1-24 0,-2-2-16 16,10-2-27-16,7 0-37 0,5-1-51 0,0-1-64 16,5-1-51-16,14-5-38 0,2 3-171 0,-5-3-318 15,0-2 140-15</inkml:trace>
  <inkml:trace contextRef="#ctx0" brushRef="#br0" timeOffset="58305.97">22594 9532 128 0,'0'0'283'15,"-5"3"-24"-15,5-3-12 0,0 0-15 0,-4 3-16 16,4-3-22-16,0 0-14 0,0 0-19 0,0 0-14 16,13 2-14-16,4-3-10 15,3 0-26-15,7-5-31 0,7 2-50 0,-2-3-60 16,8 1-63-16,15-3-58 0,-4-1-196 0,-13 2-392 0,-1-3 174 16</inkml:trace>
  <inkml:trace contextRef="#ctx0" brushRef="#br0" timeOffset="58887.03">23316 9199 14 0,'-5'-1'342'0,"5"1"-25"0,-5-1-25 0,5 1-31 16,0 0-26-16,0 0-25 0,0 0-23 0,19-6-21 16,-4 4-11-16,3 2-18 0,5-3-18 0,4-2-15 15,-5 4-12-15,-3 1-12 0,4-1-16 0,-3-3-18 16,-3 5-15-16,-6-2-16 0,0 0-13 0,-5 1-11 16,2 0-10-16,-2 0-16 0,-6 0 4 0,0 0 1 15,0 0 9-15,0 0-5 0,-21 6 2 0,1 0 4 0,2-3 4 0,-2 1-1 16,1 1 3-16,-4 0 3 0,-3 1 3 0,3 0 5 15,3 1 4-15,-1-1 9 0,2-2-3 0,2 3-3 16,4-2-1-16,0 0-3 0,4-1-3 0,-1 0 9 16,1 3-13-16,2-3 4 0,3-1-3 0,-2 2 3 15,2 1-3-15,2-1-6 0,-1 2 3 0,3-1-2 16,0 1 15-16,4 0 7 0,0 1 19 0,5 2 7 0,0-1 2 0,2 3 6 16,4 0-2-16,2 0-1 0,5 5-7 0,-2 0 0 15,1 0-5-15,-1 3-5 0,-1-2 1 0,-6-3-3 16,2 2-6-16,-6-4 2 0,2 4 0 0,-5-1-4 15,0 1 0-15,-3 0-1 0,-3-2-3 0,-3 2 0 16,-4-5 1-16,-2 3-2 0,-4-3 0 0,-1-2 3 16,-3-1 2-16,2-1-2 15,2-3 10-15,-1-1 34 0,3-1 3 0,0-2 26 16,1-1 25-16,3-1 23 0,0 1 16 0,1-3 21 16,1 0 10-16,1 1-11 0,1-3-15 0,2 0-20 0,1 0-26 0,4-1-22 15,3-2-13-15,2-2-23 0,2 5-18 0,6-6-22 16,0 5-26-16,4-2-38 0,5 1-42 0,-4 2-33 15,-4 0-41-15,1 4-47 0,3 1-59 0,-4 0-64 16,-4-3-276-16,-3 3-664 0,-3 0 294 0</inkml:trace>
  <inkml:trace contextRef="#ctx0" brushRef="#br0" timeOffset="59219.15">22981 9854 297 0,'-9'2'301'0,"4"1"-9"0,-1-3-22 0,-2 1-9 0,4 0-12 0,4-1-18 0,-5 3-14 16,5-3-21-1,0 0-16-15,0 0-8 0,21 0-25 0,7-4-17 0,6 1-14 0,6 2-12 16,17-6-10-16,3 1-12 0,7-2-2 0,26-4-11 15,-30 7-8-15,2-5-9 0,26-3-4 0,-29 4-4 16,5 0 10-16,-5 3 8 0,0-4-3 0,-10 3 2 16,-12 3-4-16,-8-1-11 0,-7 3-6 0,-6-1-2 15,-5 2-4-15,-3-1-8 0,-5 0-12 0,1 2-34 16,1 0-12-16,-4-3-27 16,-4 3-23-16,0 0-29 0,-18 5-36 0,5-3-32 15,-7 3-33-15,-2-1-33 0,2 1-56 0,-1-3-165 16,1 3-506-16,-7 1 224 0</inkml:trace>
  <inkml:trace contextRef="#ctx0" brushRef="#br0" timeOffset="59688.71">23478 9997 71 0,'-5'4'296'15,"5"-4"-31"-15,0 0-28 0,-1 3-28 0,1-3-21 16,1 7-24-16,2-1-11 0,3 3-18 0,-1-2-12 16,-1 4-10-16,0 2-16 0,2 2-10 0,-3 4-8 15,-2 0-10-15,-2 0-3 0,0-1-3 0,-3 1-12 16,-3 0-3-16,-2 6-6 0,1-8-5 0,-3 1-4 16,1-2 1-16,-1-2 5 0,0-1 6 0,2-4 4 15,2 0 1-15,-1-1 7 0,3-3-1 0,-1 0 8 16,3-1 4-16,0 1 20 15,-3-2 20-15,4 0 29 0,2-3 10 0,0 0-9 16,0 0-12-16,0 0-11 0,17-15-19 0,-1 5-20 16,7-5-1-16,-5 3-6 0,7-7-5 0,1 0-12 15,1-3 0-15,1 2-9 0,-1-3 0 0,-1 3-7 16,1-2-4-16,-5 1-1 0,-4 3-2 0,-4 4-4 16,-1 2 7-16,-6 6-13 0,2-3-1 0,-4 4 2 0,-1 4 2 0,1-3 3 15,-1 1-7-15,0-2-1 0,-4 5-4 16,4-1-9-16,-4 1 1 0,0 0-9 0,0 0-1 15,-9 14-2-15,1-6 0 0,0 1 4 0,0 8-3 0,1-7-2 16,2 4 4-16,0 2 2 0,0 0 1 0,2-4 2 16,6 3 4-16,1 4 7 0,5-5-1 0,6 1 3 15,12 0-8-15,10-4-41 0,14 1-65 16,8-9-77-16,-2-3-99 0,3-5-438 16,4-4-772-16,-2-3 343 0</inkml:trace>
  <inkml:trace contextRef="#ctx0" brushRef="#br0" timeOffset="60809.12">26168 9211 53 0,'-4'-3'225'0,"2"-2"-19"0,0 0-14 0,0 1-21 15,2 4-15-15,-10-3-13 0,3 4-15 0,-3 1-13 16,-4 2-15-16,0 2-10 0,-5 3-9 16,1 1-8-16,-6 6-7 0,-1 1-9 0,1 3-6 15,2 2-10-15,3-1-9 0,-1 2 1 0,2 0 0 16,1 2-4-16,6-1-7 0,-1-1 1 0,5-3-3 16,3-1-2-16,2-2 12 0,2 1 0 0,3-2 5 15,4 0 8-15,-1-5 3 0,4-1 0 0,4-1 1 16,5 0-2-16,3-4-4 0,7-2 0 0,2-3-5 15,1 0-2-15,0-5-3 0,-1-2 3 0,-2-2 0 0,0-1 0 0,-5-5 11 16,1 1 7-16,-10 1 0 0,6-5-2 0,-5-4-4 16,-8 3 4-16,6-4-7 0,-9-1 2 0,2-2-5 15,-5-1-2-15,-3 1 3 0,2-1-5 0,-3 3 3 16,-2-3 9-16,-1 4 8 0,-4 5 2 0,1 2 2 16,0 2-5-16,2 3 3 15,-4 1-9-15,-2 3-12 0,3 2-6 0,-1 3-8 0,1 1 13 0,-4 3-18 0,-3 3-6 0,0 8-7 16,-1-1 22-16,-5 8-17 0,3 2-2 15,1 6-3-15,2 4-1 0,1-1 2 0,2 15 0 0,3-2-1 16,5 2 0-16,5 0-5 0,0-12 0 0,4 2 3 16,1 2 0-16,4-4-4 0,1 1 0 0,2-1 3 15,-1 0-2-15,2-1 3 0,2-2 1 0,-3 1-3 16,3 14 7-16,-6-17-6 16,0 0-6-16,-4-3 9 0,-1-6-1 0,-2-1-8 15,0 0 2-15,-4-2 4 0,2-1 4 16,-6-6 0-16,0 2 1 0,1-1 2 0,-2 0-1 15,-2-3-3-15,0-1 5 0,-1 0-2 0,0-2-2 0,-2-1 12 16,3-2-9-16,-1 2-3 0,1-4-11 0,-1 0-18 16,1-4-27-16,0 2-24 0,0-3-32 0,4 1-32 15,-3-3-28-15,3 2-42 0,1-6-40 0,3 1-264 0,1-3-554 16,4-2 245-16</inkml:trace>
  <inkml:trace contextRef="#ctx0" brushRef="#br0" timeOffset="61454.65">26762 9307 95 0,'2'-4'272'16,"-2"4"-23"-16,2-5-21 0,1 1-23 0,-2 0-25 15,-1 4-16-15,4-2-20 0,-4 2-17 0,0 0-13 16,0 0-15-16,6 11-6 0,-4-6-12 0,-1 5-5 16,-1 0-4-16,0 2-9 0,-1 0-5 0,-3 5-5 15,0 0-5-15,-1 0-4 0,-2 3-7 0,0-2-5 0,0-1 2 0,2 0-4 16,0-2-4-16,1-3-1 0,0-4-3 0,1 1-2 16,-1-2-2-16,3-2 9 0,-2 0 31 0,3-2 24 15,-1 0 26-15,1-3 24 0,0 0-1 0,9 1-2 16,-9-1-10-16,20-7 7 0,-3-2-12 0,-1 1-7 15,1 1-15-15,1-2-10 0,-2-1 3 0,2 0-18 16,0 0-4 0,0 3-4-16,-4-1-10 0,-1 3-1 0,-2-1-9 0,-3 1-7 15,1 2-2-15,2 1-18 0,-3 1-14 0,-1 0-18 16,0-2-24-16,0 3-22 0,-7 0-28 0,12 3-36 16,-5-1-30-16,0 0-42 0,0 0-46 0,1 1-59 15,-1-3-232-15,1 3-581 0,-2-3 257 0</inkml:trace>
  <inkml:trace contextRef="#ctx0" brushRef="#br0" timeOffset="61692.68">27187 9264 116 0,'2'-5'292'15,"2"0"-25"-15,0 2-25 0,0-1-28 0,1 1-25 0,0 3-20 0,-5 0-20 0,14 5-18 0,-6 2-9 16,-1 3-6-16,5 5-12 0,-3 1-4 0,0 1-5 15,0 5-10-15,-6 5-7 0,1-1-4 0,-4 3-6 16,-4 3-7-16,-1-1-4 0,-7-2-4 0,-5 0-3 16,-2 0-8-16,-2-3-16 0,2-1-18 0,-5-3-25 0,1-2-26 15,-4-3-29-15,0-1-32 0,2-4-30 0,4-4-45 16,-2-6-215 0,3 0-425-16,1-4 188 0</inkml:trace>
  <inkml:trace contextRef="#ctx0" brushRef="#br0" timeOffset="61971.25">26822 9123 42 0,'-12'-4'273'0,"1"0"-25"0,2 4-26 0,-6 0-20 0,2 3-21 15,-6 4-23-15,1 5-12 0,-6 9-12 0,-2 5-12 16,-6 10-15-16,2 4-5 0,2 3-8 0,2 0 3 16,3 0-14-16,10-8-9 0,-1 10-6 0,4-11 8 15,8-2 3-15,2 2 2 0,2-1-4 0,10-2 4 16,4-4 0-16,7 0-5 0,5-5-7 0,17 0-8 16,6-3-13-16,2-3-42 0,3-8-49 0,0 1-68 15,4-8-73-15,-2 1-275 0,-3-4-497 0,-1-5 221 16</inkml:trace>
  <inkml:trace contextRef="#ctx0" brushRef="#br0" timeOffset="62193.65">27688 9438 97 0,'0'0'378'0,"-8"2"-23"0,8-2-29 15,0 0-28-15,0 0-18 0,0 0-38 0,0 0-35 16,0 0-32-16,29-7-25 0,-11 5-50 0,5 2-53 0,-4-3-63 16,12 3-70-16,-3-2-78 0,-9 2-235 0,2-5-431 0,0 2 192 15</inkml:trace>
  <inkml:trace contextRef="#ctx0" brushRef="#br0" timeOffset="62346.66">27797 9586 56 0,'-5'4'239'0,"0"-1"0"16,0-1-1-16,1 2-6 0,4-4-6 0,0 0-26 0,0 0-17 31,18 5-25-31,-4-5-12 0,7 0-45 0,9 0-54 0,1 0-68 16,2-2-69-16,0-1-95 0,2-2-111 15,0-1-318-15,-1 3 140 0</inkml:trace>
  <inkml:trace contextRef="#ctx0" brushRef="#br0" timeOffset="62564.21">28567 9474 26 0,'0'0'385'16,"-7"0"-11"-16,7 0-20 0,0 0-21 0,0 0-26 16,0 0-32-16,0 0-23 0,0 0-49 0,18-3-30 15,4 1-23-15,7 2-40 0,2-2-47 0,5 1-39 16,2 1-49-16,0-1-59 0,2-2-64 0,14 3-99 16,-19-7-175-1,1 5-455-15,-4-4 202 0</inkml:trace>
  <inkml:trace contextRef="#ctx0" brushRef="#br0" timeOffset="63157.84">29343 9208 73 0,'-6'-2'338'16,"6"2"-22"-16,0 0-11 0,0 0-17 0,-5-2-29 0,5 2-20 16,0 0-25-16,0 0-22 0,21-3-23 0,-10 0-20 15,4 3-14-15,3-1-11 0,5 1-15 0,5-1-14 0,-5-1-25 16,-1 1-14-16,-3-1-23 0,0 0-11 0,-2 2-12 16,-4 0 0-1,-4 0-9-15,-1 0-6 0,-2-3-10 0,-6 3-10 0,6-3-14 16,-6 3-5-16,0 0 0 0,-14-7 6 0,3 6 4 15,-7 0 5-15,0 1 2 0,-4 0 2 0,-1 1 0 16,-5 1 3-16,1 1 2 0,5 1 3 0,1 0 2 16,-2-1 1-16,2 3 1 0,2 1 5 0,0-1-1 15,2 2 2-15,1 1-3 0,0-1 3 0,5 0-1 16,-2 1 4-16,5 0-4 0,0-2 6 0,1 1-3 16,3-1 2-16,-1 0 3 0,4 2 12 0,1-4 16 15,1 6 5-15,2-2 12 0,3 0 1 0,4 0-1 16,3 3-1-16,1-1-3 0,8 5 1 0,2 0 7 15,-8-3-4-15,7 3 0 0,-2 1-3 0,-5-5-5 0,-1 4 1 0,-2-3 0 16,1 2-6-16,-3-4-3 0,-2 4-4 0,-2-5-8 16,-4 2 0-16,-3-2-9 0,-2 1 1 0,-3-1 0 15,-3-1-2-15,-1-1 2 0,-4 2-3 0,-3 0 0 16,3-6 0-16,-5-1 1 0,0 4-1 0,4-4 2 16,4-1 3-1,0 0 1-15,1-2 14 0,2 0 27 0,2 0-2 0,5 0 9 16,-10-3 9-16,6-1-10 0,4-1-11 0,0 5-6 15,4-9-25-15,6 1-23 0,-2 3-23 0,2-4-28 16,9 1-34-16,2 1-44 0,-1 1-58 0,10-5-60 16,-4 5-281-16,3-5-578 0,-3 2 256 0</inkml:trace>
  <inkml:trace contextRef="#ctx0" brushRef="#br0" timeOffset="63527.61">29980 9333 48 0,'0'0'367'0,"1"-6"-27"0,-1 6-20 0,0 0-42 15,3-3-31-15,-3 3-28 0,0 0-25 0,0 0-24 0,0 0-18 16,0 0-23-16,5 12-9 0,-3-2-15 0,0 0-12 16,-2-1-5-1,-2 4-13-15,0 3-5 0,-2 4-10 0,0-2-2 0,-5 0-5 16,3-1-7-16,-7 4-1 0,2-3-6 0,-1-4-2 15,3 1-6-15,-1-3-3 0,2-2-7 0,3-2 12 16,1-1-8-16,-1-3 0 0,0 2-2 0,1-3 24 16,1-1 39-16,1 1 34 0,2-3 36 0,-4 4 24 15,4-4 22-15,0 0 7 0,0 0-10 0,0 0-21 16,0 0-20-16,18-11-18 0,-8 6-13 0,3-3-14 16,4-1-13-16,-2 2-9 0,-1 0-11 0,0 3-8 15,-1-2-7-15,2 0-11 0,-3 2-6 0,-1 2-11 16,-2-1-2-16,0 2-8 0,-2 0-6 0,0-1-12 15,0 4-28-15,0-2-19 0,0 2-18 0,-1 1-26 0,3 2-27 0,1 0-34 16,-1 0-49-16,0 4-46 0,1-1-51 0,2-1-74 16,-6-1-398-16,7 0-825 0,-8-4 366 0</inkml:trace>
  <inkml:trace contextRef="#ctx0" brushRef="#br0" timeOffset="63912.51">30350 9135 281 0,'4'-11'419'0,"0"2"-19"0,1 3-32 0,-5-1-29 16,3 2-35-16,-2 2-33 0,2-1-35 0,-1 0-25 16,-2 4-29-16,0 0-23 0,4-4-18 0,-4 4-9 0,0 0-25 0,5 12-9 15,-2-5-4-15,-2 2-14 0,-1 2-6 16,-1 4-20-16,-3 3 12 0,-4 2-12 0,2-5-8 0,-2 2-9 15,3-3 2-15,-3 1-8 0,0-6-5 0,2 4 5 16,1-5-4-16,1 1-4 0,-1-1-3 0,1-4-3 16,4 0 4-16,-5 0-1 0,4 1 18 0,1-1 20 15,0-4 30 1,6 7 24-16,3-3 9 0,13 1-2 0,10 1-9 0,6-2-6 16,17 1-11-16,-3-1-6 0,1 0 0 0,5-2-3 15,-2 0-7-15,1-1-3 0,3-1 22 0,2-3-8 0,-4 6-6 16,-3-4-11-16,-16 1-11 0,-6-2 5 0,-4 1-6 15,-11 1-3-15,-4-1 6 0,-2 0-2 0,-2 1-5 16,-2-2-4-16,-2 2-9 0,-1 0-9 0,-5 0-18 16,8 2-33-16,-8-2-49 0,0 0-60 0,8 0-54 15,-8 0-66-15,0 0-63 0,-18 9-87 0,7-5-471 16,2 0-941-16,3-3 416 0</inkml:trace>
  <inkml:trace contextRef="#ctx0" brushRef="#br0" timeOffset="66748.28">7026 14861 121 0,'4'-13'311'0,"-3"2"-13"16,1 0-10-16,-1 2-11 0,0 1-13 0,0 2-21 16,2 0-15-16,-3 1-24 0,4 0-27 0,-4 1-17 15,0 1-26-15,0 3-16 0,2-4-33 0,-2 4-14 0,0 0-8 0,3 15-7 16,-3-2-7-16,1 5-5 0,-2 10-3 0,0 4-30 15,-2 2 0-15,-3 9-2 0,3-8-2 0,-1 1-1 16,3 0 1-16,-3 0-1 0,1 9-4 16,-1-12 4-16,0-1 2 0,1 3-5 0,1-2-2 0,0-1 1 15,0-1 3-15,-1-8-1 0,1-3 4 0,0-4 0 16,2-5-6-16,-5 1 5 0,4-3 1 0,-1-2-1 16,2-2 2-16,-2 2 4 0,2-5 0 0,-1 2 1 15,1 0 3-15,0-4-17 0,0 0-44 0,0 0-36 0,-13-5-34 16,7-5-23-16,-4 3-17 0,-2-8-26 0,3 1-20 15,-9-7-14-15,3-1-171 0,2-4-415 0,-1-3 184 16</inkml:trace>
  <inkml:trace contextRef="#ctx0" brushRef="#br0" timeOffset="66901.58">6716 14877 153 0,'-8'-24'233'16,"3"4"7"-16,5 2-2 0,-3 3 1 0,2-2-7 15,1 5-13-15,1 0-17 0,2 1-23 0,-2 0-17 0,6-1-20 0,-1 7-8 16,4-7-17-16,6 7-17 0,1-3 1 0,3 3-18 15,9 2-21-15,1 2-34 0,1 2-37 0,0 5-37 16,1 3-39-16,-5 2-49 0,2 7-45 0,-3 0-47 16,-7 2-139-16,-5 2-394 0,-3 3 175 15</inkml:trace>
  <inkml:trace contextRef="#ctx0" brushRef="#br0" timeOffset="67067.63">6766 15473 178 0,'-4'6'314'0,"0"-3"-10"16,3-2-15-16,1-1-27 16,0 0-29-16,10 1-24 0,0-2-20 0,4-1-21 15,7-2-14-15,8 2-19 0,3-3-22 0,5 1-46 16,0 0-46-16,12-4-60 0,-11 2-74 0,0 2-87 16,2-3-181-16,-2-1-413 0,-3-1 183 0</inkml:trace>
  <inkml:trace contextRef="#ctx0" brushRef="#br0" timeOffset="67233.25">7457 15334 287 0,'-8'0'269'0,"8"0"-28"0,0 0-21 15,0 0-31-15,0 0-33 0,0 0-40 0,0 0-57 0,0 0-61 16,25 2-105-16,-13-5-131 0,1 2-259 0,0 0 115 15</inkml:trace>
  <inkml:trace contextRef="#ctx0" brushRef="#br0" timeOffset="67703.1">7930 15034 196 0,'0'0'326'0,"2"-4"-24"15,-2 4-40-15,0 0-30 0,0 0-27 0,0 0-28 0,0 0-18 0,0 0-17 0,0 0-15 16,4 12-13-16,-1 0-10 0,-1 3-9 0,-2-1-12 0,0 6-3 16,0 3-8-16,-5-2-8 0,4 4-2 0,-4 0-11 15,2 1-4-15,-1-7-2 0,0 1-7 0,2-2-6 16,-2 0-2-16,1 9 3 0,-1-11-5 15,1-5-3-15,0 0-6 0,1 1 1 0,-1-4 0 16,1-3-3-16,-1 2 5 0,3-2 5 16,1-1 38-16,-1-4 31 0,-1 5 57 15,1-5-18-15,0 0-17 0,-6-11-2 0,3 0-1 16,0-6 1-16,0 1-4 0,2-2-5 0,-1-7-13 16,2-2-3-16,0 0-6 0,4-4-11 0,2-2-7 0,0-2-8 0,4-14-5 0,5-2-8 15,-1 1-4-15,3 0-4 0,-4-1-4 0,3 3 2 16,1 4-8-16,-6 12-1 0,1 3 1 15,-2 0-3-15,4 6-6 0,-5 6-1 0,0-1-6 16,2 3 8-16,0 3-14 0,-2 2 2 0,1 1-6 16,0 4 0-16,8-2-7 0,-1 5 1 0,3 2-8 15,-1 5-20-15,13 4-8 0,-6 3-36 0,3 0-32 16,-3 5-21-16,-2-3-33 0,0 5-30 0,-5 4-32 16,-1-4-38-16,0 3-44 0,-9 2-320 0,-4-7-677 15,-1-1 299-15</inkml:trace>
  <inkml:trace contextRef="#ctx0" brushRef="#br0" timeOffset="67873.67">8018 15065 174 0,'-8'1'218'0,"3"2"-11"0,1-1-7 0,-1 1-7 0,1-2-7 15,4-1-4-15,0 0 2 0,0 0-6 0,13 5-13 0,0-3-17 0,11-2-14 16,9-2-13-16,5 2-17 0,2-1-45 0,13-2-47 15,-2 2-56-15,-11-1-74 0,11-2-82 0,-14-3-151 16,-3 2-379-16,3-2 167 0</inkml:trace>
  <inkml:trace contextRef="#ctx0" brushRef="#br0" timeOffset="68181.57">8971 15079 144 0,'-5'3'300'16,"5"-3"-6"-16,0 0-8 0,0 0-28 0,0 0-24 16,0 0-27-16,19-8-17 0,0 7-24 0,-1-3-19 15,13 1-42-15,-3-1-51 0,3 1-60 0,-2 1-59 16,1-3-73-16,-4 3-70 0,-5-2-120 0,-5 0-356 16,-2 2 158-16</inkml:trace>
  <inkml:trace contextRef="#ctx0" brushRef="#br0" timeOffset="68321.66">8984 15170 128 0,'-12'6'149'15,"2"-1"-23"-15,4 0-7 0,2-1 5 0,1-1 17 16,6 1 6-16,2 0-15 0,7 2-12 0,9-4-24 0,10 1-68 16,6-3-89-16,0-1-148 0,4-3-225 0,-1-1 100 0</inkml:trace>
  <inkml:trace contextRef="#ctx0" brushRef="#br0" timeOffset="69252.53">10713 15113 123 0,'0'0'167'0,"0"0"-11"0,0 0-3 15,0 0-9-15,0 0-14 0,0 0 5 0,0 0-12 16,0 0-1 0,0 0 3-16,0 0 2 0,-7-1 7 0,7 1 3 15,0 0-13-15,0 0 0 0,13-4-13 0,0-1-15 16,2-1-13-16,12-4-7 0,0 2-8 0,1-2-6 0,4-2-4 0,0-1-7 0,0 1 2 31,1-1-12-31,-1-2 3 0,-2-1 1 0,0 0 16 0,-3-1 0 16,1 0-11-16,-4 0 9 0,-4 0 6 0,-5 4-3 15,-4-3-6-15,-3 3-1 0,-2 3-2 0,-2-6-5 0,-4 4-7 0,-2 0-4 16,-2 0-6-16,-6 4-6 0,-1 2-1 0,-2 0-6 16,-6 4-6-16,-2 0 0 0,-10 5 7 0,2 5-9 15,-4 2-9-15,1 5 2 0,0 2-5 0,4 2 1 16,-1 5-1-16,6-2-2 0,3 4 1 0,1 1-1 16,2 1 1-16,7-2 0 0,2 3 2 0,7-2 0 15,6 2 3-15,4-6 4 16,13 1 1-16,2-2 4 0,11-2-1 0,14-5-15 15,3-1-42-15,4-6-55 0,1-1-85 0,7-7-82 16,-5-6-235-16,1 2-544 0,-3-3 242 16</inkml:trace>
  <inkml:trace contextRef="#ctx0" brushRef="#br0" timeOffset="69684.06">11207 14539 20 0,'-6'-1'240'0,"6"1"-13"16,-10 2-9-16,10-2-12 0,-8-1-17 0,8 1-15 0,0 0-14 16,0 0-5-16,0 0-11 15,0 0-8-15,42 0-14 0,-7 0-3 0,3 1-22 16,20-3-4-16,-4 0-11 0,4 1-10 0,1-4 1 15,1 4-16-15,-4-3-1 0,-2 1-8 0,-16 0-5 0,-3 2-4 0,-6-3-5 0,-10 4-4 16,-4-2-2-16,-3 2-1 0,1-3-4 0,-3 3-5 16,-5 0-6-16,-5 0-16 0,0 0-25 0,0 0-28 15,0 0-30-15,-28 3-39 0,10 1-47 0,-2-1-49 16,-2 0-152-16,3 1-406 0,1-1 180 0</inkml:trace>
  <inkml:trace contextRef="#ctx0" brushRef="#br0" timeOffset="72743.1">12333 14139 55 0,'0'0'143'16,"0"0"-6"-16,0 0-9 0,0 0 0 0,0 0 1 0,0 0-10 31,0 0-1-31,0 0-3 0,0 0-5 0,0 0 0 16,0 0 0-16,0 0-2 0,0 0-8 0,0 0-9 0,0 0-9 0,14-6-8 0,0 3-5 0,8 0-8 15,1 1-6-15,6-4-6 0,2 0-9 16,2 3-2-16,3-2-1 0,1 2-6 0,-2-3-4 0,-3 3-8 15,-2-2-8-15,-8 3-19 0,-2-1-11 0,-3 1-6 16,-3 1-13-16,-5-2-8 0,-4 3-6 0,-1-2-10 16,-4 2 5-16,0 0 14 0,0 0-9 0,-22 2 10 15,4 0 5-15,-3-1-2 16,-10 3 2-16,0-3 9 0,3 2 5 0,-1-1 16 16,3-1 1-16,-2 2 8 0,1-1 10 15,4 0 4-15,3 1 9 0,2-1 4 0,-3 0 2 16,9-2 3-16,-1 3-2 0,0-1-3 0,7-1-7 15,-3 1-2-15,4-2-1 0,-2 2-5 0,2 0-2 0,5-2-1 16,-9 1-2-16,9-1 0 0,-5 2-1 0,5-2 9 16,-1 5 5-16,1-2 4 0,0-3 3 0,4 6 11 0,-2-1 3 15,10 2 7-15,-3-2 1 0,6 5 1 0,2-1 10 16,3 0 2-16,8 3 0 0,1-1-3 0,2 4-6 16,2 1 4-1,-2-1-6-15,0 0-7 0,-2 2-8 0,-2 0-1 0,-4 0-3 16,0-1-4-16,-8 1-7 0,-2-5-2 0,-4 3-5 15,1 1-5-15,-6 1-5 0,-4-1 0 0,-4-2-5 16,-3 0 1-16,-5 1 2 0,-1-3-1 0,-3-2 0 16,-7 4-1-16,-2-4 2 0,5-1 1 0,-8-4 0 15,6-1 20-15,3 0 3 0,-3-2 16 0,9-2 19 16,-2 0 22-16,6-1 29 0,-3 0 28 0,4 0-1 16,1-3 5-16,2 1-4 0,-2 0-14 0,4-1-13 15,2-1-20-15,1 5-16 0,7-7-24 0,1 0-18 16,4 0-29-16,4 1-40 0,2-2-43 0,0 0-48 0,11 1-50 0,-2 1-76 15,3-1-82-15,-2 1-255 0,-2-2-636 0,-5 5 282 16</inkml:trace>
  <inkml:trace contextRef="#ctx0" brushRef="#br0" timeOffset="73206.42">13014 14480 67 0,'0'0'287'0,"-4"3"-9"16,4-3-9-16,0 0-29 0,0 0-24 0,0 0-21 0,0 0-17 16,17-8-16-16,-8 3-16 0,6 1-14 0,3-4-11 15,0 1-10-15,1-3-2 0,7-1 1 0,-2 0 2 16,0-3 5-16,2 0 6 0,-3-1 8 0,-4-2-3 15,0-1 5-15,0-2-10 0,-3 1-3 0,2-4-9 16,-3-1 1-16,-2-1-15 0,0-4-10 0,-1 2-3 16,-3-5-6-16,-2 3-11 0,-1 0-17 0,-1-1 6 0,-5 1-6 0,0 4-4 15,-4 0-8-15,3 8-3 0,-3 0-1 0,0 5-5 16,3 0-4-16,-3 2-6 0,2 4-14 0,-1 2-26 31,0-3-2-31,-1 5-6 0,-2 1-2 0,6 1-1 0,-14 6 6 0,0 6-3 16,1 2 6-16,-6 8 2 0,1 5-3 0,1 0-1 15,0 4 7-15,-5 12 0 0,7-9-1 16,3 0 13-16,3-3 0 0,1 1-6 0,6-1 0 16,4-4 2-16,1 1 1 0,6-3 9 0,4-3-2 15,5-3 3-15,1 0 3 0,8-4 4 0,-2-1-10 0,6-6-27 16,1 2-41-16,1-6-52 0,4-1-69 0,-1-1-73 16,2-1-82-16,-2-6-192 0,-1 1-582 0,-6-2 258 15</inkml:trace>
  <inkml:trace contextRef="#ctx0" brushRef="#br0" timeOffset="73645.05">13603 14201 137 0,'0'0'316'16,"0"0"-9"-16,4-6-8 0,-4 6-12 0,0 0-22 15,0-3-21-15,0 3-27 0,0 0-22 0,0 0-25 16,1-4-17-16,-1 4-24 0,0 0-17 0,0 0-12 0,0 0-12 0,0 0-12 16,3 12-6-16,-3-6-8 0,0 2-4 0,-3 1 1 15,2 4-14-15,-4 2-5 16,1 1-5-16,0-1-2 0,-1 2-2 0,-4-2-4 15,7 1 1-15,-6-1-3 0,2-1-7 0,2-4-2 16,1 0 1-16,2-3-2 0,0-2 2 0,-3 1 1 16,3-1 1-16,1-2 15 0,0-3 33 0,-3 3 11 0,3-3 3 0,0 0 2 0,0 0 1 15,19-7-6-15,-10-1-4 0,3 1-5 0,-1 0-2 16,2-4-5-16,2 1-9 0,-3 2-5 0,3-1-5 0,-1 1-3 31,-2 0-2-31,-1 3-9 0,-2 1-6 0,1-3-1 0,-2 5-11 16,2-3 3-16,-2 4-2 0,-1 0-7 0,1 0-19 15,0-1-12-15,3 2-27 0,-3 2-29 0,1 1-27 16,0 2-27-16,1-1-28 0,-1 1-38 0,0 0-33 16,1 0-59-16,-1-1-294 0,-1 1-637 0,-3-2 281 15</inkml:trace>
  <inkml:trace contextRef="#ctx0" brushRef="#br0" timeOffset="74084.23">13973 14176 57 0,'5'-3'225'0,"2"0"-20"0,0 1-17 15,3 0-21-15,1 2-17 0,-2 2-11 16,3 1-12-16,-2 2-17 0,0 2-8 0,2 1-14 0,-5 1-8 16,5 3-3-1,-7-1-6-15,3 1-5 0,-7 0-1 0,4 3-6 0,-5-2-1 16,-1 3-3-16,-4 0-1 0,-3 1-1 0,2-1-3 15,-6-1-1-15,2 2-2 0,-3-4-3 0,1 0-1 16,3-4 6-16,0-1 2 0,-2-1 7 0,5-1 3 16,1 0 10-16,1-3 20 0,0 0 20 0,0-1 25 15,2 1 26-15,2-3 12 0,-5 2 31 0,5-2 17 16,0 0-22-16,0 0-22 0,7-10-18 0,0 3-12 0,2-3-20 16,3-2-12-16,3 1-12 0,1-2-11 0,6-5-10 15,-2-3-2-15,3 1-14 0,1 2-8 0,-5-2-2 16,-4 6-7-16,-2 2-9 0,-4 4 1 0,-1-1-10 15,-1 1 8-15,-2 5-6 0,0-1-8 0,-1-1-7 16,2 2-19-16,-5 1-9 0,2 0-8 0,-3 2-3 16,0 0-2-16,0 0 1 0,-3 18 5 0,-1-9 0 0,1 1 3 0,0 3-3 15,2 4 0-15,1-1 5 0,1 0 4 0,3 2-1 16,6 0 2-16,5 4-27 0,6-5-48 0,6 0-64 31,4-2-84-31,2-1-108 0,4-6-423 0,15-1-822 0,2-2 364 16</inkml:trace>
  <inkml:trace contextRef="#ctx0" brushRef="#br0" timeOffset="75718.03">15324 14725 98 0,'0'0'183'0,"0"0"-3"0,0 0-6 16,0 0-3-16,-5-2-8 0,5 2-3 0,0 0-6 16,0 0-6-16,0 0-5 0,0 0-8 0,0 0 1 15,0 0-5-15,0 0-10 0,0 0-9 0,0 0-14 16,28-5-7-16,-6 2-12 0,13-4-2 0,16 1-10 16,5-3-5-16,4 3-24 0,0 1-34 0,-1-2-45 15,0 3-59-15,-6-1-71 0,-13 3-232 0,-4 0-435 16,-5-2 193-16</inkml:trace>
  <inkml:trace contextRef="#ctx0" brushRef="#br0" timeOffset="75883.75">15531 14954 172 0,'-6'3'206'0,"4"-1"-14"0,2-2-16 0,8 4-16 15,5-2-11-15,15-4-18 0,8 2-14 0,20-4-30 16,1-1-48-16,4 1-83 0,3-3-91 0,-1-3-74 16,0-2-225-16,-4 0 99 0</inkml:trace>
  <inkml:trace contextRef="#ctx0" brushRef="#br0" timeOffset="77036.06">17292 14354 15 0,'0'-4'218'0,"2"-1"-13"0,0 0-26 0,2-1-11 16,-1 2-21-16,3 2-15 0,1-3-14 16,5 0-17-16,1 1-5 0,5 1-11 0,1 0-10 15,3 3-12-15,-1 1-4 0,2 2-3 0,4 3-11 16,-2 2-5-16,1 3-3 15,0 2-1-15,-7 3-8 0,-5-3-1 0,7 8-3 16,-11-3-6-16,1 6 0 0,-2 3-1 0,-6-1 0 16,-2 5-6-16,-5 0 3 0,-1 2 0 0,-5-4 0 15,0 2 1-15,-7-2-5 0,-1-3-1 0,-2 1 0 16,0-5 1-16,0 0 8 0,1-3-4 0,0-2 14 16,5-7 7-16,5-2 6 0,-2-1 7 0,3 1 12 15,3-3 17-15,-1-1 25 0,1-1 21 0,1-2 22 0,2 2 20 0,2-3 12 16,0 0-25-16,0 0-13 0,4-16-17 0,5 4-18 15,2-4-10-15,7-8-2 0,4 1-10 0,2 0-15 16,0-4-6-16,17-10-10 0,-9-1-1 0,5 2 5 16,0 0-19-16,-1 3-13 0,-4-2-12 0,-9 10 0 15,0 4 4-15,-6 1-1 0,-6 6 2 0,-3 6 7 16,0-4 0-16,-2 7-2 0,0-4-6 0,-1 7-16 0,-2-2-18 16,0 3-8-16,-3 1-4 0,0 0 4 0,0 0-2 15,-12 16 9-15,1-2-3 0,2 0-4 0,-2 4 6 16,1-1 2-16,1 5 2 0,3 5 1 0,-6 0 3 15,10-1 4-15,3-1 1 0,4-4 1 0,4 1 5 16,4 0-16-16,2-1-18 0,7-6-35 0,7-2-45 16,0-5-59-16,2-1-76 15,6-6-326-15,-1-2-623 0,0-7 276 0</inkml:trace>
  <inkml:trace contextRef="#ctx0" brushRef="#br0" timeOffset="77483.56">17927 14033 211 0,'-6'1'184'0,"-2"0"-15"15,3 1-15-15,5-2-18 0,-6 1-8 0,6-1-15 0,-4 2 9 16,4-2 5-16,0 0-2 0,0 0-2 0,13 5-18 0,0-7-4 16,16 1-10-16,3-1-11 0,6 1-22 0,15-3-38 15,-1-1-49-15,3 0-59 0,1-2-83 0,-3-2-123 16,-15 1-317-16,-2 2 140 0</inkml:trace>
  <inkml:trace contextRef="#ctx0" brushRef="#br0" timeOffset="78237.88">18644 13774 15 0,'-5'-3'235'0,"5"3"-12"0,0 0-21 15,-9 0-13-15,9 0-15 0,0 0-14 0,0 0-15 0,0 0-17 0,0 0-13 16,12-5-12-16,-2 3-9 0,3 0-11 0,0-1-10 15,7 0 1-15,0 1-12 0,2-1-7 0,5 2-4 16,1-2-8-16,-7 3-4 0,0-4-2 0,-3 5-3 16,-4-2-3-16,-5-2-7 0,0 2-19 0,-1 1-6 15,-2 0-10-15,-6 0-2 0,8 1 3 0,-8-1-4 16,0 0 4 0,-18 7 1-16,5-3 4 0,-7 1-2 0,-1 3-1 15,2-1-1-15,-3-1 1 0,-3 2 2 0,0 1 0 16,5-2 4-16,-2 0-1 0,3 1 8 0,0-1-6 15,1 0 11-15,4 2-2 0,0-4-8 0,5 0 11 16,0-3 1-16,1 4-4 0,2-4-3 0,0 1 8 16,3 1 1-16,-1-2 2 0,2 2 4 0,2 0 11 0,0-4 3 0,2 8 11 15,2-4 5-15,5 1 5 0,3 2-1 0,4-1-1 16,2 4 10-16,0-3-9 0,12 5-6 0,-1-1 2 16,0 3 21-16,2-2-5 0,-3 3-6 0,0 2-9 0,-1-3-4 0,-4 5-6 15,-4 0-5-15,-1 0-5 0,-8-1 0 0,-1 0-5 16,-4 0-4-16,-4 0-4 0,-2 1 1 0,-5-1-5 15,-8 4 1-15,-3-3 1 0,-6 0 2 16,0-5-2-16,-1-2-5 0,-3 0 1 0,8-7 1 16,-9 2-1-16,7-4 24 0,3-1 27 0,3-2 15 0,4 0 33 15,-1-2 1-15,3-1 32 0,0 0 11 0,3-1-12 16,-2-1-11-16,8-2-20 0,0 2-16 16,8-3-11-16,1 1-13 0,1 0-42 0,9-1-9 15,-1 3-31-15,9-5-47 0,5 4-67 0,3 4-62 16,1 1-71-16,5-1-102 15,-5 4-304-15,-1-1-717 0,-3-2 318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2T08:31:45.664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4621 3597 35 0,'-2'-4'278'0,"2"4"-12"0,-3-4-25 15,3 4-19-15,-4-2 10 0,4 2-24 0,0 0-23 0,-3-3-23 16,3 3-23-16,0 0-13 0,0 0-20 16,-8 5-14-1,3 1-11-15,2-2-7 0,0 3-5 0,-3 1-9 0,2 3-7 16,1 2-6-16,0 2-3 0,0 2-6 0,3 1-2 15,2 0-3-15,3-1-5 0,1 2 3 0,3-2-1 16,5-2-6-16,0-4 1 0,11 3 2 0,-1-3-7 16,5-4 0-16,2-1 1 0,1-4 3 15,2 1-2-15,-2-3 4 0,3 0-1 0,-4-4 5 16,1 2-1-16,-6-3 2 0,-4 4 3 0,-6-2 4 0,-4 2 3 16,-3 0 1-16,-2 0-1 0,1 1-5 0,-2-1-11 0,-6 1-5 15,7 0-19-15,-7 0-5 0,4 8 1 0,-5 3 0 16,-3 6-3-16,-6 5 1 0,-3 7 3 0,-2 1 2 15,-12 11-1-15,-4 4-1 0,-3-3 2 0,2 3 2 16,-3-2 2-16,1 2 1 0,1-4-3 0,-2 2 1 16,3-3-2-16,-1-2 0 0,10-9 0 0,-5 10 1 15,7-13-1-15,1 2 7 0,2 1-2 0,1-6-3 0,3 0 5 0,4-9-8 16,5-4 6-16,-2-1 13 0,5-3 11 0,-3-1 11 31,1 0 19-31,0-1 31 0,4-2 19 0,-1 0 20 0,1-2 8 0,0 0-11 16,0 0-17-16,0 0-8 0,15-10-13 15,-6 4-11-15,8-4-6 0,2 0-8 0,6-4-10 0,5-1-13 16,1 6 5-16,-1-2-9 0,2 4-4 0,0 0-7 16,3 2 1-16,-2-2-1 0,0 4-7 15,-1 3-4-15,0 2-10 0,-4-4-7 0,0 2-15 16,-6 2-34-16,0-1-26 0,-4-1-26 0,-2 3-52 16,-4-1-47-16,-5 0-52 0,1-2-64 0,-8 0-342 15,0 0-714-15,4-7 316 0</inkml:trace>
  <inkml:trace contextRef="#ctx0" brushRef="#br0" timeOffset="423.31">4293 4311 189 0,'-21'2'320'0,"10"1"-14"0,0-1-18 0,4 1-14 0,-2-1-7 16,4-1-19-16,5-1-12 0,-6 0-19 0,6 0-24 0,0 0-14 15,29-7-18-15,7 1-35 0,23-4 5 0,31-2-9 16,5-3-12-16,6-2-9 0,2 3-19 0,1-3 3 15,3 4-16-15,6-3 9 0,-6 4 13 0,-5 5-2 16,-9-5-17-16,-35 5 2 0,-4 1-7 0,-17 3 4 16,-7 2-10-16,-10-2-10 0,-4 3 6 0,-3 0-3 15,-4 0-5-15,1 0-12 16,-2-1 1-16,-3 1-8 0,-5 0 1 0,10-2 3 16,-10 2-6-16,0 0-15 0,0 0 15 0,0 0-37 15,0 0-19-15,0 0-41 0,-23 6-34 0,13-4-42 0,-3 1-46 0,5-1-46 16,2-2-70-16,-3 1-305 0,9-1-662 0,-10-3 293 15</inkml:trace>
  <inkml:trace contextRef="#ctx0" brushRef="#br0" timeOffset="1240.54">6298 3482 202 0,'0'-4'220'0,"-1"1"-11"16,1 3 21-16,-3-7-14 0,3 7-18 0,-2-4-21 15,2 4-19-15,0 0-18 0,-3-2-18 0,3 2-23 16,0 0-15-16,-4 9-12 0,-5 7-6 0,-2 9-9 0,-6 8-6 15,-6 18-1-15,-14 27 0 0,5 7-2 0,-3-4 1 0,1 5-5 16,6 0 14-16,-3-5 7 0,16-25 7 0,6-1 3 16,1 1 1-16,10-5 0 0,0 0 1 0,7-3 1 15,5-2 7-15,3-14 7 0,3-2-12 0,11 7 7 16,-8-13-4-16,6-4 0 0,3-2 3 0,0-2-3 31,5-4 1-31,-2 0-6 0,-2-5-3 0,3-3-5 0,-6-1-6 16,-8 0-1-16,-4-2 7 0,-4 3 9 0,-4-3 0 0,3 0 8 15,-13-1 10-15,13 0 1 0,-13 0 5 0,9 2-1 16,-9-2 0-16,0 0-6 0,10 1-1 16,-10-1-11-16,0 0-6 0,0 0-13 0,0 0-8 15,0 0-22-15,13 0-31 0,-13 0-37 0,0 0-51 16,0 0-46-16,0 0-66 0,0 0-61 0,0 0-76 16,0 0-422-16,0 0-819 0,0 0 363 0</inkml:trace>
  <inkml:trace contextRef="#ctx0" brushRef="#br0" timeOffset="2365.17">5122 1676 30 0,'4'-3'251'15,"-1"0"-9"-15,1 1-13 0,-4 2-16 0,6-4-22 16,-6 4-16-16,3-2-20 0,-3 2-18 0,0 0-22 16,0 0-13-16,0 0-10 0,-16 8-14 0,0 2-8 15,-6 6-5-15,-6 1-7 0,-17 6-4 0,3 5-5 0,9-8-5 16,-7 8-2-16,7-6-10 0,2-1 0 0,4-1-8 15,4-1-2-15,-1 2-3 0,5-1-4 0,2 1 2 16,7-4-3-16,1 0 2 0,3 1 3 0,3-1-8 16,4 2 3-16,3 0 0 0,4-1-2 0,8 4 1 15,5-1-1-15,1 5 1 0,4-6 1 0,3 1-3 16,0-2 5-16,0-2-5 0,2 2 2 0,-5-4-2 16,-1 3-2-16,-3-7 2 0,-7 2-4 0,-3-4-3 0,-5-1 4 0,1-1-4 15,-5 0-1-15,-2-2 0 0,-5 2 4 16,-4-1-1-16,-4 5-2 0,-6-5 1 0,-8 2 4 15,-7-1-1-15,1-2-4 0,-2 2 3 0,3-6 2 16,-1 3 6-16,4-4-8 0,0 0 0 0,7-3 5 16,2 2-3-16,-1-2-1 0,6 3-16 0,3-3-26 15,1-1-19-15,5 2-43 16,1-3-63-16,5 0-48 0,6-3-189 0,4 1-429 16,6-5 189-16</inkml:trace>
  <inkml:trace contextRef="#ctx0" brushRef="#br0" timeOffset="2743.03">5485 2060 197 0,'-10'-2'215'15,"-4"4"-12"-15,0 5-19 0,-1-2-21 0,-3 3-15 16,1 1-15-16,-1 3-15 0,1-1-12 0,1 1-11 15,-2 11-7 1,1 1-10-16,5 1-4 0,0-8 2 0,6 1 0 16,2 2-1-16,3-3-4 0,2-2 5 0,5 0 1 15,5 0 3-15,3-2-1 0,2-4 1 0,9 2-2 0,1-5-5 16,5 0-3-16,-3-4-4 0,4-3-9 0,-4-2-1 16,-1-5 2-16,-5 4 10 0,-4-4 17 15,-1-1 7-15,-1 1 20 0,-1-2 6 0,-6 1-8 0,-4-3-4 0,4-5-9 16,-5 2-17-16,-4-2 0 0,0-2-6 0,-1 1-19 15,-7 0-17-15,-1-2-5 0,-1-1-13 0,1 4-11 16,-3 0-6-16,0 5-24 0,-5-3-20 0,5 5-10 16,-3 1-22-16,2 3-23 0,-1 0-22 15,3 6-22-15,-1-3-27 0,0 3-19 0,4 0-36 16,1 0-52-16,7 0-184 0,0 0-494 0,0 0 219 0</inkml:trace>
  <inkml:trace contextRef="#ctx0" brushRef="#br0" timeOffset="3090.42">5870 1707 2306 0,'-1'-10'267'16,"1"-2"-24"-16,-3 3-35 0,3 6-56 0,0-4-49 15,0 7-29-15,0-8-26 0,0 8-16 0,-1-8-16 16,2 7-11-16,-1 1-9 0,0 0 4 0,-5 18-4 16,4-1 1-16,-3 12-1 0,0 4-3 0,-4 16 5 0,2-1 1 0,-3 5 1 0,4-4 0 15,1 1 7-15,-4-2-6 0,8-2 3 0,-1-12 4 16,6 1-1-16,-5-4-1 0,0 0 2 0,0-12-2 16,4 7 1-16,-4-11-1 0,6 0 0 15,-3-5 0-15,-3-2 3 0,0-2 1 0,1 0 1 0,-1-6 8 16,3 9 4-16,-3-9 2 0,0 5 4 0,0-5-5 15,0 0-1-15,0 0 0 16,0 7-7-16,0-7-21 0,0 0-25 16,0 5-27-16,0-5-42 0,0 0-64 0,0 0-75 15,0 0-283-15,0 0-563 0,0 0 250 0</inkml:trace>
  <inkml:trace contextRef="#ctx0" brushRef="#br0" timeOffset="3660.55">6073 2118 36 0,'0'0'267'0,"0"0"-31"15,0 0-18-15,0 0-13 0,0 0-23 0,-13 12-17 16,8-4-14-16,3 1-21 0,-5 3-9 0,2 3-8 0,0 4-14 16,1 1-6-1,0-3-11-15,-2 4-4 0,3-4-8 0,2 2-5 16,-1-3-4-16,-1-5 6 0,3 0-3 0,0-5-2 15,0 2 3-15,0-1 3 0,-3-2 15 0,3-5 33 16,0 0 20-16,0 0-2 0,0 0-3 0,0 0 3 16,26-7-5-16,-17-1-1 0,6-2 3 0,-2-2-4 15,1-2-6-15,7-6-8 0,-10 5-12 0,11-4-5 16,-3 0-13-16,-5 5-7 0,1 3-2 0,-2 2-10 0,-4 1-6 16,0 2-13-16,-3 2-1 0,2 1-15 0,-3 1-7 0,1-1-10 0,-6 3-12 15,0 0-5-15,27 8-7 0,-14-4 4 0,-1 1-4 16,6 4 7-16,-2 1-6 0,2 1 13 0,6 2-16 15,-6-4-14-15,0-3-2 0,1 4-10 0,-2-5-14 16,-1 3-3-16,1-4-4 0,1-3-6 0,1-1 5 16,-7-2 3-16,-2-1 0 0,8-6 11 0,-8 2-1 15,3-6 6-15,-4 0 5 0,-2-1 12 0,0-2 12 16,0-2 18-16,-3 1 12 0,0-3 15 0,-1 2 9 16,-1-8 14-16,1 0 2 0,-3 1 3 0,2-1-6 15,-3-3 13-15,1 2 14 0,0 0 23 0,0 7 14 16,1 2 18-16,-2 3 8 0,1 5-7 0,1 2-15 15,-1 0-15 1,0 3-15-16,0 1-14 0,0 4-44 0,2-8-45 16,-2 8-56-16,0 0-8 0,0 0 4 0,0 0 20 15,-3 24-3-15,1-6 12 0,-1 5 10 0,-1 4-3 16,-4 0-14-16,1 3-26 0,0 0-27 0,1-1-35 0,1-1-14 16,4 0-21-16,-1 5-17 0,1-8-21 0,-2-4-39 0,2-4-51 0,0-2-286 15,0-9-633-15,2 2 280 0</inkml:trace>
  <inkml:trace contextRef="#ctx0" brushRef="#br0" timeOffset="3992.38">6496 2097 194 0,'-4'-5'267'16,"4"5"-7"-16,-9-3-9 15,9 3-12-15,-6-3-13 0,6 3-8 0,-4-4-22 16,4 4-20-16,0 0-13 0,14-5-24 0,4 0-10 15,0 2-15-15,15-2-13 0,0-1-8 0,4 1-8 16,4 0-8-16,-1 1-11 0,13-5-5 0,-15 5-1 16,-3-2 6-16,-3 0 7 0,-4 1 8 0,-6 3 8 15,-9-1 29-15,1-1 17 0,-4 2 15 0,2 0 11 16,-6 1 1-16,2-2 7 0,-4 2-10 0,-4 1-4 0,9-1-10 16,-9 1-12-16,5 0-13 0,-5 0-11 15,0 0-18-15,8 0-20 0,-8 0-16 0,0 0-19 16,0 0-26-16,6 6-3 0,-6-6-5 0,1 8-2 15,0 0-1-15,-1-1 0 0,2 3-1 0,1 2 4 16,-1 2 3-16,0-2 3 0,1 3-3 16,-1 1 1-16,1-1-19 0,-2-4-20 0,2 0-41 0,-2 1-31 0,1 0-30 0,1 0-21 0,-2-4-35 15,2 1-33-15,-2-1-32 0,0-4-16 0,2 0-43 16,-3-4-295-16,0 0-662 0,0 0 293 0</inkml:trace>
  <inkml:trace contextRef="#ctx0" brushRef="#br0" timeOffset="4145.92">7014 1867 29 0,'-3'-12'306'0,"3"2"-14"15,-1-1-16-15,-1 3-14 0,2 1-24 0,-1 1-23 16,0 2-24-16,2-1-18 0,-2 2-35 0,1 3-47 16,2-4-39-16,-2 4-35 0,0 0-49 0,13 4-57 0,-1-3-71 0,-1 3-174 15,2-1-360-15,0 0 159 0</inkml:trace>
  <inkml:trace contextRef="#ctx0" brushRef="#br0" timeOffset="4493.42">7303 1956 161 0,'-17'8'205'0,"-2"1"-6"0,2 1-13 0,-6 5-15 15,5-4-14-15,4-1-14 0,0 5-14 0,1-3-14 16,3 2-5-16,5-4-2 0,0 2 3 0,2-2-4 16,8 1 4-16,-1 1-6 0,4-4 1 0,1 0-6 15,9 1-5-15,10-1-11 0,-9-3 2 0,9-1-18 16,1-3-5-16,0-2-8 0,1-1-3 0,0-5-5 0,-2 4-2 16,-11-4 1-16,1 2-7 15,-2-5 11-15,-5 6 5 0,1-6 3 0,-3 2 0 16,-3-4-3-16,-3 0-9 0,-2 0-2 0,0 0-8 15,-3 0-4-15,-3-3-7 0,-1-1-3 0,-1 3-5 16,-7 3-1-16,-2-1-15 0,1 3-1 0,0-1-11 16,-4 4-1-16,1 2-7 0,-3 0-26 0,2 1-16 0,1 2-16 0,1 2-30 0,0 1-27 0,5-1-31 15,1 1-27-15,-1 0-41 0,2 1-178 0,5-1-444 16,5-3 196-16</inkml:trace>
  <inkml:trace contextRef="#ctx0" brushRef="#br0" timeOffset="4847.39">7531 1931 93 0,'0'0'306'0,"0"0"-29"0,0 0-31 0,0 0-28 0,0 0-27 15,4 6-17-15,-4-6-14 0,0 8-18 0,0-2-15 16,0-1-9-16,-3 3-8 0,2 4-14 0,1 0-9 15,0 1-6-15,0 3-5 0,-4-4-13 0,0 5-3 16,3-6-3-16,-3 0-5 0,2-2-2 0,0-1-3 16,2-2-4-16,-2 0 0 0,1-2 4 0,1-4 19 15,0 0 41-15,0 0 16 0,0 0 0 16,0 0-1-16,16 1 7 0,-8-6-25 0,6-3-4 16,-4 1 6-16,3-3-1 15,2 1 9-15,1-1-2 0,-5 3-9 0,2-3-5 16,-3 4-10-16,2 0 6 0,-3-1-10 0,1 3-14 15,-4 0-5-15,1 0-11 0,-1 4-4 0,0-3-10 16,3 1-2-16,0 0 0 0,2 4-34 0,1-2-8 16,-2 1-32-16,4 3-39 0,3-1-51 0,2 1-55 15,-2 1-64-15,2-3-84 0,1 1-356 0,-2-1-740 16,3-1 327-16</inkml:trace>
  <inkml:trace contextRef="#ctx0" brushRef="#br0" timeOffset="5009.96">8148 2014 2063 0,'-4'0'244'0,"1"3"-40"16,3-3-14-16,0 0 9 0,-15 0-10 0,15 0-18 15,0 0-19-15,-8 0-17 0,8 0-40 0,0 0-7 16,0 0-9-16,0 0-26 0,0 0-30 0,0 0-47 16,0 0-58-16,-5 0-59 0,5 0-64 0,0 0-83 15,0 0-237-15,0 0-567 0,0 0 251 0</inkml:trace>
  <inkml:trace contextRef="#ctx0" brushRef="#br0" timeOffset="5582.52">4379 2752 38 0,'0'0'192'0,"-9"0"-21"0,4 1-15 0,5-1-21 15,-7 2-9-15,7-2-12 0,0 0-13 0,0 0-3 16,-10 0-8-16,10 0-3 0,0 0-7 0,0 0-4 0,0 0 3 16,-4 2-6-16,4-2-3 15,0 0 12-15,0 0 13 0,0 0 5 0,22 0 6 16,-7 0-2-16,16 1-5 0,7-4-6 0,26-2-6 15,36 0 0-15,7-2-4 0,9-3 3 0,12 0-1 16,15-1-2-16,13 0 0 0,14 0-6 0,1-4 2 16,12 4-7-16,7-5-6 0,10 3-11 0,-3-1-7 15,-10 0 0-15,3 0-6 0,-9-3-8 0,-14 3 1 16,-15-1 3-16,-16 0 16 0,-13 1 5 0,-11-1 14 16,-15 3 6-16,-33 1 5 0,-5 3 7 15,-7-1 14-15,-20 6 20 0,-5-3 18 0,-12 0 25 16,-2 4 31-16,-4-1 13 0,1 3-1 0,-5-1-7 15,2-1-25-15,-3 0-34 0,-4 2-40 0,1-7-42 0,-1 7-40 16,-5-5-45-16,-3 5-51 0,-1-1-76 0,0 1-73 0,-4 0-60 16,-4 0-84-16,4 1-91 0,-4-1-261 0,3 0-777 15,3-1 344-15</inkml:trace>
  <inkml:trace contextRef="#ctx0" brushRef="#br0" timeOffset="6399.77">6753 3944 19 0,'0'0'245'0,"0"0"-8"0,6-10 0 0,-5 7-8 15,-1 3-3-15,0-5-6 0,0 5-4 0,0 0-10 16,6-5-9-16,-6 5-16 0,0 0-12 0,0-3-17 16,0 3-17-16,0 0-14 0,0 0-23 0,0 0-19 0,0 0-9 15,0 0-9-15,0 0-9 0,3 17-1 0,-3-4-9 0,0 3-1 16,0 4-3-16,-2 4-4 0,1 1-2 0,-2 4-3 15,3-3-1-15,-1-1-4 0,-1 1 9 0,1-2-11 16,0-4 7-16,1-2-7 0,-5-1-10 0,5 0 5 16,0 0-2-16,0-2-3 0,-1-3-1 0,1-1 2 15,-3-5-3-15,3 2-15 0,0 1-12 0,0-5-14 16,-1 2-15-16,0-4-10 0,1-2-9 0,-3 7-13 0,3-7-23 0,-5 1-34 31,5-1-37-31,-12-3-37 0,10-2-27 0,-10 0-183 16,3-2-455-16,4-3 202 0</inkml:trace>
  <inkml:trace contextRef="#ctx0" brushRef="#br0" timeOffset="6550.95">6551 3812 150 0,'1'-10'275'16,"-1"4"-21"-16,4-2-24 0,-3 1-21 0,2 2-21 15,2 0-22-15,0 1-22 0,7-1-14 0,-2 2-11 16,5 6-12-16,4 1-9 0,12 4-10 0,-3 0-36 15,0-1-38-15,3 9-43 0,-4-4-58 0,1 5-51 16,-4 3-191-16,-1 1-355 0,-5-1 157 0</inkml:trace>
  <inkml:trace contextRef="#ctx0" brushRef="#br0" timeOffset="6713.74">6725 4407 275 0,'-4'5'273'0,"3"-3"-6"0,-2 1-8 0,3-3-14 16,0 4-21-16,0-4-25 0,9 1-18 0,-1 0-15 16,5-2-20-16,7 1-11 0,8-1-35 0,0 0-39 0,3 1-58 15,-2-3-71-15,3-2-103 0,-4 0-212 0,2 3-414 16,-2-5 183-16</inkml:trace>
  <inkml:trace contextRef="#ctx0" brushRef="#br0" timeOffset="6905.63">7236 4325 284 0,'-6'0'320'0,"6"0"-32"0,0 0-27 0,0 0-29 0,0 0-32 31,-8 3-38-31,8-3-49 0,0 0-41 0,0 4-42 0,0-4-46 0,6 3-73 16,-6-3-221-16,11 2-336 0,-4-2 150 0</inkml:trace>
  <inkml:trace contextRef="#ctx0" brushRef="#br0" timeOffset="7382.33">7545 4111 120 0,'-4'-4'417'0,"4"4"-34"0,0 0-36 16,4-4-42-16,-4 4-30 0,0 0-34 0,0 0-31 15,0 0-24-15,0 0-24 0,0 0-18 0,0 0-18 16,0 0-11-16,0 14-13 0,1-4-3 0,-1 2-12 16,3 5-8-1,-3 1 0-15,1 0-14 0,-1 2-4 0,0 6 2 0,1-3-9 16,-2-4 1-16,1 0-10 0,0-1 1 0,0 2-6 15,0-3-2-15,0 0-1 0,0-4-2 0,-1-3-1 16,-2 1-4-16,2-5-6 0,1 0 13 0,0-1-5 16,0 0 7-16,0-2 28 0,-4 1 36 15,4-4 30-15,0 0-10 0,0 0-13 0,-6-13-13 16,2 2-9-16,0-1-9 0,-1-6-9 0,-3-7-5 0,2 0-8 16,0-4 1-16,2 1-4 0,1-4-6 0,1-5-2 15,0-10-6-15,0-1-3 0,2 2-4 0,2-4-3 0,2 3 0 16,0-1 1-16,1 13 0 0,-1 2 18 0,0 5 11 15,2 4 8-15,-2 4-2 0,-3 5-2 0,3 4-5 16,-3 1-7-16,2 1-8 16,2 1-7-16,-1 0-8 0,5 4-5 0,0-1-5 0,1 0-7 15,4 2-18-15,3 2-23 0,2 2-26 0,3 2-25 16,4 6-27-16,1-3-33 0,4 9-32 0,-3 1-41 0,3-2-41 0,-4 1-44 0,-3 3-61 31,-1-1-68-31,-9-2-255 0,1-3-737 0,-6 1 327 0</inkml:trace>
  <inkml:trace contextRef="#ctx0" brushRef="#br0" timeOffset="7568.8">7568 4188 293 0,'-5'4'286'0,"0"0"-20"15,1 0-12-15,0-3-8 0,-1 0-7 0,5-1-4 16,-5 3-10-16,5-3-19 0,0 0-17 15,10 4-15-15,3-6-15 0,10 0-18 0,14-2-31 16,14-2-43-16,0-2-60 0,3 1-66 0,0-1-85 0,-3-1-96 0,-14-1-203 16,-1-2-479-16,-2-1 212 0</inkml:trace>
  <inkml:trace contextRef="#ctx0" brushRef="#br0" timeOffset="7969.64">7973 3473 282 0,'-7'-7'393'0,"4"4"-49"0,0-1-37 15,2 0-33-15,-3 1-36 0,4 3-25 0,0 0-16 0,0 0-25 0,22 19-13 16,-7 2-14-16,11 4-15 0,11 14-32 0,2 5 5 15,0 2-9-15,21 29-5 0,-14-1 1 0,-15-20-20 16,13 28-7-16,-10-6-2 0,-13-21-4 0,-8 0-4 16,-4 2-2-16,-1-1-1 0,-15-1-1 0,2-3-4 15,-8 0-4-15,-2 0 0 0,-12-6 3 0,0 1 9 16,-3-6 22-16,-6 0 8 16,-4-7 13-16,10-11 13 0,-11 7 16 0,6-11 13 15,2-1 7-15,-4-1 5 0,4-5-1 0,0-1-2 0,3-1 5 0,10-5-6 16,3 0-12-16,2-3 4 0,5 1-7 0,-2-1-6 15,7-2-5-15,5 0-5 0,-10 0-23 0,10 0-42 16,0 0-49-16,1-10-43 0,8 4-45 16,5-3-52-16,5 0-49 0,7-7-79 0,3-1-82 15,4-1-135-15,7-11-329 0,-9 7-879 0,-6 2 390 16</inkml:trace>
  <inkml:trace contextRef="#ctx0" brushRef="#br0" timeOffset="8533.33">9142 4042 247 0,'-7'0'317'0,"7"0"-16"0,0 0-15 16,0 0-20-16,0 0-25 0,0 0-25 0,0 0-24 15,0 0-21-15,23-9-37 0,-5 6-39 0,8-5-47 16,5 3-54-16,1 1-67 0,1-2-72 0,2 2-237 15,-4 0-413-15,-2 1 182 0</inkml:trace>
  <inkml:trace contextRef="#ctx0" brushRef="#br0" timeOffset="8671.34">9231 4239 85 0,'-8'6'217'0,"3"-1"-18"0,2 0-11 16,3-3-13-16,5 2-11 0,6-2-15 0,10-1-21 15,11-1-45-15,8 0-72 0,19-8-116 0,2 0-111 16,4-2-234-16,0-4 104 0</inkml:trace>
  <inkml:trace contextRef="#ctx0" brushRef="#br0" timeOffset="9657.2">10931 3004 76 0,'-1'-15'181'0,"-1"3"-2"0,-2-5-4 16,1 8 11-16,0 0-10 16,1-1 1-16,1 4-11 0,-4 0-11 0,2 0-22 15,2 0-10-15,-2 5-29 0,-2-1-12 0,5 2-15 0,-16 9-10 0,0 4-14 16,-3 16 2-16,-4 12-3 0,-3 6-5 0,-7 34-3 0,-2-1-4 15,7 4 29-15,-1 5-8 0,0 6-5 16,3-1-3-16,2 6-3 0,8 4 5 0,6-4-5 16,1 0-2-16,12-9-1 0,2-8-5 15,4-1 7-15,1-25 10 0,2 4 1 0,4 17-3 16,-4-23-1-16,1 5-3 0,-3-6-4 0,-2 1-1 16,-2-5-4-16,-6-2 0 0,0-2-1 0,-4-12-7 15,-1-2 5-15,-5-2-5 0,-7 1 0 0,-2-4 24 16,-4-3 14-16,-4-5 12 0,-5-1 7 0,-2-4 7 15,-4 0 9-15,-14-2-13 0,14-7 21 0,-2-2-1 16,-12 0-1-16,14-2-6 16,2-2-8-16,0 0-9 0,4-3 6 0,4 2 5 15,8 0 3-15,5-1-8 0,3 0-8 0,3 2-10 16,1 0-4-16,-1-2-10 0,9 3-25 0,-10-3-37 16,10 0-62-16,0 3-52 0,3-13-48 0,6 4-48 15,6-2-47-15,9-8-78 0,0 2-305 0,2 0-699 0,2-3 308 0</inkml:trace>
  <inkml:trace contextRef="#ctx0" brushRef="#br0" timeOffset="10705.79">11764 3520 62 0,'2'-4'185'0,"0"-1"-10"0,0 1 2 0,-1 2-9 15,-1-3-6-15,0 5-10 0,-1-7-11 0,-1 5-9 16,2 2-14-16,-6-6-11 0,2 5-15 0,-2-1-12 16,6 2-4-16,-22 3-11 0,4 3-7 0,0-1-3 15,-9 6-11-15,2 6 0 0,-2-2-7 0,-3 8-4 0,0-1 0 0,-8 12-1 16,-1 1-16-16,7 7 5 0,2 5 0 0,0-4 0 15,5 1-4-15,3 2-2 0,7-3 1 16,6-13-2-16,1 0 1 0,6 0 0 0,-1-3-2 16,8 1 1-16,0-3-2 0,5-2 13 0,1-5 12 0,3-2 2 15,4 2 6-15,-1-6 3 0,2-3 0 0,2-1-3 16,7 0 0 0,-1-4-4-16,1-4-3 0,0-3-5 0,0-1-3 15,-1-4 4-15,-9 2 6 0,8-6 0 16,-5-2 0-16,2-2 5 0,-10 0 11 0,6-4 1 15,-6-2-2-15,0-4-1 0,-4-1-3 0,-3-4-9 16,1-2 4-16,-5-2-14 0,-1 0-6 16,-1-15 5-16,-6 4 0 0,2 14 4 0,-1-3 4 0,-4 3 2 15,-2 4 6-15,3 3 14 0,0 5 10 0,3 4 7 0,-4 1 4 0,4 5 3 0,1 0 6 16,0 4-9-16,1 1-14 0,1-1-20 0,-3 1-31 16,1 1-23-16,4 4-3 0,0 0 2 15,-15 12-5-15,9-2 17 0,-2 6-19 0,-4 8 4 16,3 5 1-16,1 6-1 0,-1 15 6 0,5-2 5 0,1 1 3 15,3 0-4-15,0 1 2 0,3-6 2 0,1-7-1 16,0 1 2 0,1 5-10-16,1-7 6 0,-2-7 4 0,-2 3 6 15,2-3-3-15,-3-2-8 0,-1-2-2 0,0-6 7 16,-1-2-5-16,-3 0 0 0,0-3-4 0,1-3 3 16,-4-1 4-16,4 2-3 0,-1-4 0 0,-3 4-2 0,2-3 1 0,0-1 2 0,0-3 2 15,0 1 1-15,2 0 3 0,-1-5 0 0,2 3-11 16,2-4-2-16,-5 6-17 0,3-5-20 15,2-1-16-15,0 0-54 0,0 0-53 0,0 0-49 16,0 0-68-16,0 0-302 0,7-19-634 0,-1 9 281 16</inkml:trace>
  <inkml:trace contextRef="#ctx0" brushRef="#br0" timeOffset="11160.07">12595 3263 233 0,'0'-3'217'0,"0"-1"-20"15,0 4-23-15,-5-1-19 0,5 1-14 0,-18 15-18 16,4 4-15-16,-8 8-13 0,-5 12-18 0,-3 5 6 16,0 6-3-16,-13 28 6 0,1-3 5 0,1 7 8 15,2 2 0-15,6-6 0 0,13-19 2 16,5-2-7-16,3 1-1 0,7-2-2 0,6-4-3 16,6-6-3-16,2-11 2 0,7-2-2 0,2-4-4 15,5-1 4-15,1-6-2 0,4 2 2 0,2-7-5 16,-1-1-2-16,-1-5-9 0,-1 0-4 0,-8-4-6 0,2 0-2 15,-3 0-5-15,-7-5 11 0,-4 2 3 0,1-3 21 16,0 1 15 0,-4 0 13-16,-4-2 9 0,10 3 5 0,-10-3 0 15,9 1-4-15,-9-1-5 0,0 0-11 0,0 0-12 16,0 0-31-16,0 0-31 0,5-7-26 0,-5 7-29 16,3-5-40-16,-3 5-40 0,0-10-36 0,-3 6-46 15,6-1-52-15,-3 5-56 0,2-17-68 0,2 5-255 0,0 0-662 0,4-2 293 16</inkml:trace>
  <inkml:trace contextRef="#ctx0" brushRef="#br0" timeOffset="11444.83">13022 3662 237 0,'0'-5'308'16,"-1"1"-23"-16,1 0-31 0,0 4-28 0,0-5-26 15,0 5-24-15,0 0-22 0,0 0-18 0,0 0-13 16,-4 12-12-16,1-1-15 0,2 9-11 0,-2 6-4 16,1 3-11-16,-3 2-5 0,1 1-7 0,0 0-3 0,0 1-5 0,-1 2-7 15,2-2 0-15,-2 1 1 0,-1-2-7 0,2-2 1 0,-1-1-4 16,1-4-3-16,0-8 0 0,0 0-2 0,1-1-20 15,-1-5-26-15,0-1-34 0,0-2-19 0,3 0-22 16,-2-1-26-16,2-5-46 0,-3-1-51 0,4-1-182 16,0 0-431-16,-12-7 191 0</inkml:trace>
  <inkml:trace contextRef="#ctx0" brushRef="#br0" timeOffset="11631.84">12806 3657 90 0,'0'-5'298'16,"0"-1"-24"0,0 2-21-16,0 0-26 0,1-2-28 0,2 2-20 15,2 1-18-15,3 1-15 0,3 0-13 0,8 2-20 0,3 0-38 16,0 2-33-16,6 2-41 0,1 1-48 0,-1 2-52 16,0-1-59-16,-11-1-157 0,5 4-340 0,-7-1 150 0</inkml:trace>
  <inkml:trace contextRef="#ctx0" brushRef="#br0" timeOffset="11792.52">12775 4309 188 0,'-4'4'279'0,"3"-1"-12"0,1-3-19 0,9 4-27 16,-9-4-19-16,23-3-22 0,-2 2-23 0,8-4-10 15,0 0-40 1,8-2-42-16,-1 0-57 0,1-1-66 0,2-2-70 15,-4 0-187-15,4-1-339 0,-6-1 150 0</inkml:trace>
  <inkml:trace contextRef="#ctx0" brushRef="#br0" timeOffset="12255.26">13611 3679 2 0,'-3'-2'301'0,"3"-4"-38"0,-1 2-31 0,1 4-26 0,0 0-22 16,-2-1-21-16,2 1-19 0,0 0-15 0,-7 18-13 15,2-3-9-15,-1 3-11 0,-1 8-8 16,0 4-10-16,3 2-5 0,-5 0-10 0,1 1-3 16,2 3-8-16,1-4-1 0,0 1-7 0,1-4-5 15,1 1-4-15,-3-4-4 0,2-1-1 0,1-7-3 16,1-1-3-16,1-5-1 0,1-1 0 0,-2-1-3 0,1-1 2 15,0-4 17-15,-1 0 27 0,1 1 29 16,1-6 45-16,-1 6 15 16,1-6 48-16,0 3 28 0,0-3-7 0,0 0-28 15,0 0-17-15,-4-13-16 0,4 6-17 0,0-6-2 16,-3-3-11-16,3-1-10 0,2-4-11 0,-1-4-8 16,-1-8-9-16,3 2-7 0,-1-3-13 0,6-14-4 0,1 1-8 0,2-1-8 15,2 1-5-15,-4 14-1 0,-1-4 0 0,1 5-3 16,-2 1 4-16,2 4 4 0,0 1-1 15,-4 9 0-15,0 0-7 0,4 3-2 0,-5 6-5 16,0-3-5-16,1 2-8 0,-1 4-3 0,1-4-6 16,5 2-14-16,-1 3-22 0,4 0-17 0,5 1-28 15,2 1-45-15,1 3-29 0,-1 0-37 0,2 3-47 0,-1 2-37 16,0 1-40-16,-2 3-39 0,-2-2-42 0,1 0-325 16,-4 2-762-16,-4-4 338 0</inkml:trace>
  <inkml:trace contextRef="#ctx0" brushRef="#br0" timeOffset="12447.37">13501 3953 211 0,'-5'3'272'0,"-1"1"-1"0,3-2-6 15,3-2-20-15,0 0-21 0,0 0-23 0,14 1-19 16,4-4-18-16,10-1-29 0,4-2-54 0,6-1-58 16,-2-1-66-16,18-3-80 0,-6-3-229 0,-10 4-380 15,13-7 168-15</inkml:trace>
  <inkml:trace contextRef="#ctx0" brushRef="#br0" timeOffset="12863.44">13993 3118 118 0,'-1'-4'274'0,"-3"3"-31"0,3-3-23 16,1 4-28-16,0 0-20 0,0 0-20 0,0 0-17 16,15 16-14-16,-5 1-14 0,6 9 18 0,0 6-11 15,6 14-13-15,-3 7-7 0,0 5-10 0,-1 23-7 16,-7-23 2-16,1 26-5 0,-7 3-5 0,-2-4 0 16,-6-1-6-16,-3-22-2 0,-2 0-3 0,-2-2-5 15,-3-4 0 1,-6-2 8-16,1-6 13 0,-5-4 4 0,4-12 3 15,0-3 9-15,-3 0 3 0,0-4 9 0,3-1-5 16,-1-4-3-16,4-5-11 0,4-2 3 0,3-1-11 0,-3-3-8 16,6-1-5-16,-2-2 0 0,4-1-5 0,-1 0-7 15,0 1-29-15,5-4-31 0,-5 5-33 16,5-5-59-16,0 0-124 0,0 0-418 0,0 0-696 16,15-17 308-16</inkml:trace>
  <inkml:trace contextRef="#ctx0" brushRef="#br0" timeOffset="14666.98">15319 3723 5 0,'-10'-10'185'0,"1"5"-15"0,-2-4-12 16,-7 3-12-16,-2 0-14 0,1 0-14 0,-7 4-10 0,-4 0-10 15,2-2-5-15,0 4-16 0,-1 5-1 0,1-2-3 0,1 4-8 16,6 0-7-16,-7-1-4 0,4 6-8 0,5-4-3 15,2 1-6-15,3 0 3 0,1 4-8 0,1-1-2 16,5-1-1-16,1 2-6 0,3-2-2 0,2 1 0 16,5 1-1-16,0-3 2 0,8 5-3 0,-5-4 3 15,8-4 1-15,4 4-1 0,0-5 1 0,7 3-4 16,2-5-2-16,2-1 0 0,-2-3-3 0,0-1 0 16,1-6-1-16,-5-3-6 15,3-1 13-15,-9 3 9 0,4-10 15 0,-4 0 19 16,-2-3 12-16,0-2 17 0,-5 0-4 0,-1 1 5 0,1-3 3 15,-4-4 2-15,-3 4 3 0,1-4-5 0,-1 0-2 16,-3-1 0-16,3-4 1 0,-1 2 9 0,-3-2-3 16,0-2 2-16,-2 4 25 0,4-1 8 0,-6 2 16 15,4 6 1-15,0 7 7 0,0 2-4 0,-3 4-8 16,2 3-14-16,1 1-18 0,0 1-16 0,0 2-19 0,0 3-38 16,0 2-44-16,-2-7-53 0,2 7-30 0,0 0 1 15,0 0 12-15,-4 26 10 0,1-7 8 16,1 11 4-16,-2 2 9 0,-1 12 5 0,1-7 3 15,-3 12 1-15,1-4 6 0,2-11 5 0,2 3 0 16,0-2 2-16,4-1 3 0,-2 2 3 0,2-2 1 16,-1-5 5-16,1-3 13 0,0-1-11 0,0-10-2 0,-1 2-1 0,0-6 3 15,0-2 1-15,-1 0 4 0,3-5-5 0,-2 4 8 16,-1-5-1-16,0 1 5 0,0-4-1 0,1 6 8 16,-1-6 2-16,0 0-5 0,0 0-5 0,0 5-14 15,0-5-20-15,0 0-28 0,0 0-72 0,0 0-62 16,0 0-49-16,0 0-68 0,-10-18-289 0,10 9-644 15,2-4 286-15</inkml:trace>
  <inkml:trace contextRef="#ctx0" brushRef="#br0" timeOffset="15245.57">15598 3447 125 0,'6'0'243'0,"2"-1"-18"0,5 1-15 0,-3 2-8 16,2 2-18-16,-1 3-16 0,3 0-8 0,-3 3-8 16,1 3-13-16,-2 1-9 0,0 3-8 0,-3 2-9 15,-3 1-9-15,-3 5-9 0,-1 3-7 0,-4-2-9 16,-4 0-3-16,-3 3-2 0,0-1-7 0,-6-2-6 16,2 1-2-16,-6-5-6 15,3 2 1-15,3-4-2 0,-2 0-4 0,3-9-3 0,5 1 3 16,0-3 0-16,0 0 2 0,4-4 5 0,1-1 11 15,-2-1 25-15,2 2 25 0,2-5 27 0,-1 3 20 16,3-3 24-16,-6 3 18 0,6-3 10 0,0 0-22 16,0 0-20-16,6-14-17 0,-1 5-18 0,5-7-18 15,3 1-7-15,6-5-14 0,3-1-12 0,1-3-10 16,2-3-4-16,3 1-10 0,-4-1-7 0,0-3-6 16,2 2-8-16,-5 2-6 0,-3 3-2 0,-5 9 6 15,1-1 8-15,-6 6 8 0,-2 0 4 0,-2 1-6 16,2 5-6-16,-3-2-5 0,-2-1-17 0,3 3-10 15,0 2-17-15,-4 1-15 0,0 0-3 0,0 0 5 16,-4 13 0-16,-1-5 0 0,-4 9 0 0,0-1 4 16,-3 6 0-16,6 2 2 0,-3 1 4 0,4 1-4 0,1 3 8 0,6 1 0 15,4-3-3-15,0 0-2 0,7-2 0 0,1-1-1 16,4-2 4-16,4-5 3 0,0-1 2 0,2-4-1 16,5-2 3-1,3-1-2-15,1-1 1 0,3-4-1 0,-4 0 3 16,-1-3 6-16,-3-1 15 0,-6 0 13 0,-3 0 12 15,-6 0 17-15,-1 0 10 0,-5-1 22 0,-7 1 2 16,11-1 2-16,-3 1 2 0,-8 0-11 0,0 0-1 16,11-3-7-16,-11 3-9 0,0 0-13 0,8 0-3 15,-8 0-15-15,0 0-34 0,5-1-30 0,-5 1-46 16,0 0-60-16,0 0-61 0,4 0-84 0,-4 0-141 16,0 0-133-16,9-9-449 0,-5 6-1071 0,-2-2 474 15</inkml:trace>
  <inkml:trace contextRef="#ctx0" brushRef="#br0" timeOffset="29135.34">17765 3795 53 0,'-10'0'186'0,"-3"0"-5"0,4 1-19 16,4 1-14-16,-3-2-13 0,3 1-11 0,5-1-10 0,-10 0-12 0,10 0-4 15,-8 0-7-15,8 0 2 0,0 0-15 16,0 0-6-16,-9 0 1 0,9 0-7 0,0 0-3 16,0 0-1-16,0 0-1 0,0 0 1 0,0 0 0 0,0 0-3 15,0 0 6-15,0 0-2 0,-5 0-6 0,5 0 3 16,0 0-1-16,0 0-1 0,0 0 1 0,0 0 2 16,0 0 1-16,0 0-1 15,0 0-4-15,0 0 5 0,0 0-9 0,0 0 4 16,0 0-6-16,0 0-1 0,0 0-4 0,0 0-3 15,0 0-8-15,0 0 1 0,0 0-2 0,0 0-6 16,0 0-3-16,0 0-3 0,0 0-4 0,0 0 0 16,0 0-2-16,0 0-4 0,0 0 1 0,0 0-2 15,0 0-1-15,0 0-4 0,0 0 3 0,0 0-2 16,0 0-1-16,0 0 0 0,0 0-1 0,0 0 1 0,0 0-2 16,0 0-5-16,0 0 7 0,0 0-1 0,0 0 1 15,0 0-4-15,0 0 7 0,0 0 4 0,0 0 4 16,0 0-1-16,0 0 2 0,36 0-7 0,-17-3 7 15,12 1-5-15,1 0 0 0,7-1-1 0,13-1 0 16,0 2-30-16,3-1 2 0,-1-1 1 0,-3 1 2 16,1-2 2-16,-15 4 5 0,0-2-4 0,-4 3-11 0,-12-2-16 0,-1 0-18 15,-5 2-14-15,-4 0-23 0,-5-1-29 0,-2-2-43 16,-2 2-36-16,-2 1-34 0,-15-6-197 0,-4 2-467 16,-2 1 207-1</inkml:trace>
  <inkml:trace contextRef="#ctx0" brushRef="#br0" timeOffset="29345.59">17971 3678 119 0,'0'-8'272'16,"1"1"-5"-16,-1 0-5 0,0 0-6 0,0 0-6 15,0 3-8-15,0-3-22 0,0 3-12 0,1 1-24 16,-1 3-22-16,0-6-20 0,0 6-23 0,0 0-26 0,0 0-15 0,0 0-5 15,-5 20-10-15,1-3-9 0,-2 8-2 0,1 8 1 16,0 1-10-16,-5 11 0 0,4 3-4 0,3-13-6 16,3 11 4-16,0-12-9 0,6-2-21 0,-1 2-34 15,8-3-51-15,-2 1-77 0,6-6-118 0,2-7-205 16,4-5-517-16,-3-11 228 0</inkml:trace>
  <inkml:trace contextRef="#ctx0" brushRef="#br0" timeOffset="30069.56">19134 3520 153 0,'0'0'324'0,"0"0"-19"16,0 0-20-16,0 0-28 0,0 0-7 0,-4-3-25 15,4 3-19-15,0 0-15 0,0 0-18 16,0 0-14-16,0 0-13 0,0 0-10 0,0 0-8 0,0 0-28 16,0 0 12-16,0 0-16 0,13-3-9 0,-2 1-12 15,6-1-6-15,2-1-7 0,9-3-3 0,0 1-9 16,-1-2-4-16,0 0-6 0,0-2 0 0,-8 3-7 0,5-4-14 15,2 1 15-15,-10 2-5 0,0-1-5 0,-5 1 1 16,-1 1 6-16,-3-1 6 0,-3 3-9 0,-2-4-6 16,-2 3-3-16,-4 0-15 0,-5 1-9 0,-10 1 6 15,-2 4-8-15,-9 1-6 0,-4 7 7 0,-5 1-6 16,-12 10-2-16,1 4 7 0,0 2-8 0,2 2 3 16,3 3-4-16,2-1 1 15,2 8 8-15,6-2-4 0,6 8 0 0,6 3 5 0,6 1 17 16,12-13 3-16,4 2 11 0,7-2 7 0,11 12 6 15,5-17-1-15,12 5 2 0,11-5-7 16,2-1 12-16,4-10-13 0,7-2-2 0,-1-3-4 0,3-6 1 16,0-2-9-16,-1-3 10 0,-4-2-2 0,-14-2-2 15,-4-1-4-15,-5 3 9 0,-4-1 31 0,-9-2 29 16,-6 2 20-16,-3-2 23 0,-1 2 13 0,-2 1 1 16,-1-2 0-16,-2-1-13 0,0 0-19 0,-2 1-20 15,0-2-25-15,-2 4-20 0,0-8-28 0,-2 4-36 16,2 4-45-16,-5-5-43 0,3-2-45 0,-2 3-49 0,-1 0-41 15,1 3-40-15,-4-6-48 0,6 3-66 0,-2 2-270 16,-1-2-717-16,1-1 318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8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5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3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8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2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0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46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0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4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CE15-328D-451D-BF22-31F2D9AEE792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4839E-4DD7-4870-A723-9F06B37D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08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96440" y="383760"/>
              <a:ext cx="4583880" cy="7758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7080" y="374400"/>
                <a:ext cx="4602600" cy="7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926640" y="1320120"/>
              <a:ext cx="10934640" cy="465048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280" y="1310760"/>
                <a:ext cx="10953360" cy="466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4834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72320" y="607680"/>
              <a:ext cx="11423520" cy="5364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960" y="598320"/>
                <a:ext cx="11442240" cy="538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067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33400" y="658800"/>
              <a:ext cx="8926560" cy="21834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4040" y="649440"/>
                <a:ext cx="8945280" cy="220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085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79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610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02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4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716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143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47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344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042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847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86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909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691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181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033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898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062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75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374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726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402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29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884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314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828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555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59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988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89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201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984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899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3998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164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862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7342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177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98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1166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5837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433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385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7864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96322" y="783016"/>
              <a:ext cx="10796760" cy="43804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6962" y="773656"/>
                <a:ext cx="10815480" cy="439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13302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8000" y="300240"/>
              <a:ext cx="10782720" cy="62568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8640" y="290880"/>
                <a:ext cx="10801440" cy="627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42093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10240" y="941040"/>
              <a:ext cx="7893000" cy="45306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0880" y="931680"/>
                <a:ext cx="7911720" cy="45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52663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12880" y="949320"/>
              <a:ext cx="10891080" cy="42631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3520" y="939960"/>
                <a:ext cx="10909800" cy="428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67773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67960" y="601200"/>
              <a:ext cx="10711800" cy="48564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8600" y="591840"/>
                <a:ext cx="10730520" cy="48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51834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028960" y="786240"/>
              <a:ext cx="7882200" cy="36979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9600" y="776880"/>
                <a:ext cx="7900920" cy="371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58139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47240" y="1216080"/>
              <a:ext cx="5404680" cy="35593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880" y="1206720"/>
                <a:ext cx="5423400" cy="357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93570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08680" y="916920"/>
              <a:ext cx="9666360" cy="51991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320" y="907560"/>
                <a:ext cx="9685080" cy="521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23901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43237" y="908926"/>
              <a:ext cx="9491760" cy="49024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3877" y="899566"/>
                <a:ext cx="9510480" cy="49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30141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5400" y="631800"/>
              <a:ext cx="11140560" cy="4104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040" y="622440"/>
                <a:ext cx="11159280" cy="412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61216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76720" y="975966"/>
              <a:ext cx="8296920" cy="22183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7360" y="966606"/>
                <a:ext cx="8315640" cy="223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25893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92280" y="821520"/>
              <a:ext cx="8067600" cy="57081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920" y="812160"/>
                <a:ext cx="8086320" cy="572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9786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98720" y="701640"/>
              <a:ext cx="10368360" cy="4979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9360" y="692280"/>
                <a:ext cx="10387080" cy="499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44143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00920" y="640080"/>
              <a:ext cx="9268200" cy="54939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560" y="630720"/>
                <a:ext cx="9286920" cy="551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15605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1400" y="1043640"/>
              <a:ext cx="10100160" cy="45309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2040" y="1034280"/>
                <a:ext cx="10118880" cy="454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80509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520280" y="593640"/>
              <a:ext cx="5555160" cy="12276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0920" y="584280"/>
                <a:ext cx="5573880" cy="12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81697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335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7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454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51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09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081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6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480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572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66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57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488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475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4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284549-3b77-42f0-9bd8-21963f31e472">
      <Terms xmlns="http://schemas.microsoft.com/office/infopath/2007/PartnerControls"/>
    </lcf76f155ced4ddcb4097134ff3c332f>
    <TaxCatchAll xmlns="96e9f518-c301-41c8-a9ae-26c5061bc2d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560C3516471F44810DD24F0C42148E" ma:contentTypeVersion="11" ma:contentTypeDescription="Create a new document." ma:contentTypeScope="" ma:versionID="a8e7aab3381df189fe4e247d562d02a3">
  <xsd:schema xmlns:xsd="http://www.w3.org/2001/XMLSchema" xmlns:xs="http://www.w3.org/2001/XMLSchema" xmlns:p="http://schemas.microsoft.com/office/2006/metadata/properties" xmlns:ns2="b4284549-3b77-42f0-9bd8-21963f31e472" xmlns:ns3="96e9f518-c301-41c8-a9ae-26c5061bc2d5" targetNamespace="http://schemas.microsoft.com/office/2006/metadata/properties" ma:root="true" ma:fieldsID="893f4986d678e99243d564b991aab52b" ns2:_="" ns3:_="">
    <xsd:import namespace="b4284549-3b77-42f0-9bd8-21963f31e472"/>
    <xsd:import namespace="96e9f518-c301-41c8-a9ae-26c5061bc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84549-3b77-42f0-9bd8-21963f31e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1fbd3b0-4808-4b13-b9b2-3f13c0616f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9f518-c301-41c8-a9ae-26c5061bc2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b87279-130b-4b80-93b2-bcb79ced8e85}" ma:internalName="TaxCatchAll" ma:showField="CatchAllData" ma:web="96e9f518-c301-41c8-a9ae-26c5061bc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D84C22-3070-4EBD-B881-A6470C148FD9}">
  <ds:schemaRefs>
    <ds:schemaRef ds:uri="96e9f518-c301-41c8-a9ae-26c5061bc2d5"/>
    <ds:schemaRef ds:uri="b4284549-3b77-42f0-9bd8-21963f31e47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DB9EEA8-934C-42A2-A94C-23E6FC3021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489DB0-C057-433D-B8FE-B819213339E5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pritha</dc:creator>
  <cp:revision>1</cp:revision>
  <dcterms:created xsi:type="dcterms:W3CDTF">2022-05-02T06:58:29Z</dcterms:created>
  <dcterms:modified xsi:type="dcterms:W3CDTF">2022-07-16T17:48:12Z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0x01010099560C3516471F44810DD24F0C42148E</vt:lpwstr>
  </property>
  <property fmtid="{D5CDD505-2E9C-101B-9397-08002B2CF9AE}" pid="3" name="MediaServiceImageTags">
    <vt:lpwstr/>
  </property>
</Properties>
</file>