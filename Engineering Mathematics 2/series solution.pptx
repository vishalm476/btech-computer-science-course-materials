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D16F4-85C2-4E57-B4AF-D059667D5423}" v="3" dt="2022-05-13T19:25:40.545"/>
    <p1510:client id="{82D5597D-FE13-47B6-9587-7CF4CCF8F48E}" v="9" dt="2022-07-18T03:01:45.378"/>
    <p1510:client id="{D0FAD821-EAC2-4D39-8393-913684FB9D39}" v="4" dt="2022-05-23T10:03:2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RAJ(BTECH10087.21@bitmesra.ac.in)" userId="S::btech10087.21@bitmesra.ac.in::1f93d754-2fbc-4193-89e9-fa5346f46968" providerId="AD" clId="Web-{1CBD16F4-85C2-4E57-B4AF-D059667D5423}"/>
    <pc:docChg chg="modSld">
      <pc:chgData name="RISHAV RAJ(BTECH10087.21@bitmesra.ac.in)" userId="S::btech10087.21@bitmesra.ac.in::1f93d754-2fbc-4193-89e9-fa5346f46968" providerId="AD" clId="Web-{1CBD16F4-85C2-4E57-B4AF-D059667D5423}" dt="2022-05-13T19:25:40.545" v="2" actId="1076"/>
      <pc:docMkLst>
        <pc:docMk/>
      </pc:docMkLst>
      <pc:sldChg chg="modSp">
        <pc:chgData name="RISHAV RAJ(BTECH10087.21@bitmesra.ac.in)" userId="S::btech10087.21@bitmesra.ac.in::1f93d754-2fbc-4193-89e9-fa5346f46968" providerId="AD" clId="Web-{1CBD16F4-85C2-4E57-B4AF-D059667D5423}" dt="2022-05-13T19:13:51.907" v="0" actId="1076"/>
        <pc:sldMkLst>
          <pc:docMk/>
          <pc:sldMk cId="3811806425" sldId="261"/>
        </pc:sldMkLst>
        <pc:inkChg chg="mod">
          <ac:chgData name="RISHAV RAJ(BTECH10087.21@bitmesra.ac.in)" userId="S::btech10087.21@bitmesra.ac.in::1f93d754-2fbc-4193-89e9-fa5346f46968" providerId="AD" clId="Web-{1CBD16F4-85C2-4E57-B4AF-D059667D5423}" dt="2022-05-13T19:13:51.907" v="0" actId="1076"/>
          <ac:inkMkLst>
            <pc:docMk/>
            <pc:sldMk cId="3811806425" sldId="261"/>
            <ac:inkMk id="4" creationId="{00000000-0000-0000-0000-000000000000}"/>
          </ac:inkMkLst>
        </pc:inkChg>
      </pc:sldChg>
      <pc:sldChg chg="modSp">
        <pc:chgData name="RISHAV RAJ(BTECH10087.21@bitmesra.ac.in)" userId="S::btech10087.21@bitmesra.ac.in::1f93d754-2fbc-4193-89e9-fa5346f46968" providerId="AD" clId="Web-{1CBD16F4-85C2-4E57-B4AF-D059667D5423}" dt="2022-05-13T19:16:41.084" v="1" actId="1076"/>
        <pc:sldMkLst>
          <pc:docMk/>
          <pc:sldMk cId="2820497579" sldId="262"/>
        </pc:sldMkLst>
        <pc:inkChg chg="mod">
          <ac:chgData name="RISHAV RAJ(BTECH10087.21@bitmesra.ac.in)" userId="S::btech10087.21@bitmesra.ac.in::1f93d754-2fbc-4193-89e9-fa5346f46968" providerId="AD" clId="Web-{1CBD16F4-85C2-4E57-B4AF-D059667D5423}" dt="2022-05-13T19:16:41.084" v="1" actId="1076"/>
          <ac:inkMkLst>
            <pc:docMk/>
            <pc:sldMk cId="2820497579" sldId="262"/>
            <ac:inkMk id="4" creationId="{00000000-0000-0000-0000-000000000000}"/>
          </ac:inkMkLst>
        </pc:inkChg>
      </pc:sldChg>
      <pc:sldChg chg="modSp">
        <pc:chgData name="RISHAV RAJ(BTECH10087.21@bitmesra.ac.in)" userId="S::btech10087.21@bitmesra.ac.in::1f93d754-2fbc-4193-89e9-fa5346f46968" providerId="AD" clId="Web-{1CBD16F4-85C2-4E57-B4AF-D059667D5423}" dt="2022-05-13T19:25:40.545" v="2" actId="1076"/>
        <pc:sldMkLst>
          <pc:docMk/>
          <pc:sldMk cId="3302800075" sldId="264"/>
        </pc:sldMkLst>
        <pc:inkChg chg="mod">
          <ac:chgData name="RISHAV RAJ(BTECH10087.21@bitmesra.ac.in)" userId="S::btech10087.21@bitmesra.ac.in::1f93d754-2fbc-4193-89e9-fa5346f46968" providerId="AD" clId="Web-{1CBD16F4-85C2-4E57-B4AF-D059667D5423}" dt="2022-05-13T19:25:40.545" v="2" actId="1076"/>
          <ac:inkMkLst>
            <pc:docMk/>
            <pc:sldMk cId="3302800075" sldId="264"/>
            <ac:inkMk id="5" creationId="{00000000-0000-0000-0000-000000000000}"/>
          </ac:inkMkLst>
        </pc:inkChg>
      </pc:sldChg>
    </pc:docChg>
  </pc:docChgLst>
  <pc:docChgLst>
    <pc:chgData name="AMRIT YASHASVI LAL(BTECH10110.21@bitmesra.ac.in)" userId="S::btech10110.21@bitmesra.ac.in::a7ecd7d4-55b4-41e3-87ae-c02b513c7cfc" providerId="AD" clId="Web-{D0FAD821-EAC2-4D39-8393-913684FB9D39}"/>
    <pc:docChg chg="modSld">
      <pc:chgData name="AMRIT YASHASVI LAL(BTECH10110.21@bitmesra.ac.in)" userId="S::btech10110.21@bitmesra.ac.in::a7ecd7d4-55b4-41e3-87ae-c02b513c7cfc" providerId="AD" clId="Web-{D0FAD821-EAC2-4D39-8393-913684FB9D39}" dt="2022-05-23T10:03:21.935" v="3" actId="14100"/>
      <pc:docMkLst>
        <pc:docMk/>
      </pc:docMkLst>
      <pc:sldChg chg="modSp">
        <pc:chgData name="AMRIT YASHASVI LAL(BTECH10110.21@bitmesra.ac.in)" userId="S::btech10110.21@bitmesra.ac.in::a7ecd7d4-55b4-41e3-87ae-c02b513c7cfc" providerId="AD" clId="Web-{D0FAD821-EAC2-4D39-8393-913684FB9D39}" dt="2022-05-23T10:03:21.935" v="3" actId="14100"/>
        <pc:sldMkLst>
          <pc:docMk/>
          <pc:sldMk cId="978883310" sldId="274"/>
        </pc:sldMkLst>
        <pc:spChg chg="mod">
          <ac:chgData name="AMRIT YASHASVI LAL(BTECH10110.21@bitmesra.ac.in)" userId="S::btech10110.21@bitmesra.ac.in::a7ecd7d4-55b4-41e3-87ae-c02b513c7cfc" providerId="AD" clId="Web-{D0FAD821-EAC2-4D39-8393-913684FB9D39}" dt="2022-05-23T10:03:21.935" v="3" actId="14100"/>
          <ac:spMkLst>
            <pc:docMk/>
            <pc:sldMk cId="978883310" sldId="274"/>
            <ac:spMk id="2" creationId="{00000000-0000-0000-0000-000000000000}"/>
          </ac:spMkLst>
        </pc:spChg>
        <pc:spChg chg="mod">
          <ac:chgData name="AMRIT YASHASVI LAL(BTECH10110.21@bitmesra.ac.in)" userId="S::btech10110.21@bitmesra.ac.in::a7ecd7d4-55b4-41e3-87ae-c02b513c7cfc" providerId="AD" clId="Web-{D0FAD821-EAC2-4D39-8393-913684FB9D39}" dt="2022-05-23T10:03:13.497" v="1" actId="14100"/>
          <ac:spMkLst>
            <pc:docMk/>
            <pc:sldMk cId="978883310" sldId="274"/>
            <ac:spMk id="3" creationId="{00000000-0000-0000-0000-000000000000}"/>
          </ac:spMkLst>
        </pc:spChg>
      </pc:sldChg>
    </pc:docChg>
  </pc:docChgLst>
  <pc:docChgLst>
    <pc:chgData name="MANISH KUMAR KHIRWAL(BTECH10595.21@bitmesra.ac.in)" userId="S::btech10595.21@bitmesra.ac.in::d3b53ce4-26d8-438c-9b63-16ba1c628a6a" providerId="AD" clId="Web-{82D5597D-FE13-47B6-9587-7CF4CCF8F48E}"/>
    <pc:docChg chg="modSld">
      <pc:chgData name="MANISH KUMAR KHIRWAL(BTECH10595.21@bitmesra.ac.in)" userId="S::btech10595.21@bitmesra.ac.in::d3b53ce4-26d8-438c-9b63-16ba1c628a6a" providerId="AD" clId="Web-{82D5597D-FE13-47B6-9587-7CF4CCF8F48E}" dt="2022-07-18T03:01:45.378" v="8"/>
      <pc:docMkLst>
        <pc:docMk/>
      </pc:docMkLst>
      <pc:sldChg chg="delSp">
        <pc:chgData name="MANISH KUMAR KHIRWAL(BTECH10595.21@bitmesra.ac.in)" userId="S::btech10595.21@bitmesra.ac.in::d3b53ce4-26d8-438c-9b63-16ba1c628a6a" providerId="AD" clId="Web-{82D5597D-FE13-47B6-9587-7CF4CCF8F48E}" dt="2022-07-18T03:00:28.610" v="1"/>
        <pc:sldMkLst>
          <pc:docMk/>
          <pc:sldMk cId="2497277208" sldId="258"/>
        </pc:sldMkLst>
        <pc:spChg chg="del">
          <ac:chgData name="MANISH KUMAR KHIRWAL(BTECH10595.21@bitmesra.ac.in)" userId="S::btech10595.21@bitmesra.ac.in::d3b53ce4-26d8-438c-9b63-16ba1c628a6a" providerId="AD" clId="Web-{82D5597D-FE13-47B6-9587-7CF4CCF8F48E}" dt="2022-07-18T03:00:24.829" v="0"/>
          <ac:spMkLst>
            <pc:docMk/>
            <pc:sldMk cId="2497277208" sldId="258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82D5597D-FE13-47B6-9587-7CF4CCF8F48E}" dt="2022-07-18T03:00:28.610" v="1"/>
          <ac:spMkLst>
            <pc:docMk/>
            <pc:sldMk cId="2497277208" sldId="258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82D5597D-FE13-47B6-9587-7CF4CCF8F48E}" dt="2022-07-18T03:01:01.345" v="3"/>
        <pc:sldMkLst>
          <pc:docMk/>
          <pc:sldMk cId="2820497579" sldId="262"/>
        </pc:sldMkLst>
        <pc:spChg chg="del">
          <ac:chgData name="MANISH KUMAR KHIRWAL(BTECH10595.21@bitmesra.ac.in)" userId="S::btech10595.21@bitmesra.ac.in::d3b53ce4-26d8-438c-9b63-16ba1c628a6a" providerId="AD" clId="Web-{82D5597D-FE13-47B6-9587-7CF4CCF8F48E}" dt="2022-07-18T03:01:01.345" v="3"/>
          <ac:spMkLst>
            <pc:docMk/>
            <pc:sldMk cId="2820497579" sldId="262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82D5597D-FE13-47B6-9587-7CF4CCF8F48E}" dt="2022-07-18T03:00:59.502" v="2"/>
          <ac:spMkLst>
            <pc:docMk/>
            <pc:sldMk cId="2820497579" sldId="262"/>
            <ac:spMk id="3" creationId="{00000000-0000-0000-0000-000000000000}"/>
          </ac:spMkLst>
        </pc:spChg>
      </pc:sldChg>
      <pc:sldChg chg="addSp delSp modSp">
        <pc:chgData name="MANISH KUMAR KHIRWAL(BTECH10595.21@bitmesra.ac.in)" userId="S::btech10595.21@bitmesra.ac.in::d3b53ce4-26d8-438c-9b63-16ba1c628a6a" providerId="AD" clId="Web-{82D5597D-FE13-47B6-9587-7CF4CCF8F48E}" dt="2022-07-18T03:01:45.378" v="8"/>
        <pc:sldMkLst>
          <pc:docMk/>
          <pc:sldMk cId="978883310" sldId="274"/>
        </pc:sldMkLst>
        <pc:spChg chg="del">
          <ac:chgData name="MANISH KUMAR KHIRWAL(BTECH10595.21@bitmesra.ac.in)" userId="S::btech10595.21@bitmesra.ac.in::d3b53ce4-26d8-438c-9b63-16ba1c628a6a" providerId="AD" clId="Web-{82D5597D-FE13-47B6-9587-7CF4CCF8F48E}" dt="2022-07-18T03:01:37.299" v="6"/>
          <ac:spMkLst>
            <pc:docMk/>
            <pc:sldMk cId="978883310" sldId="274"/>
            <ac:spMk id="2" creationId="{00000000-0000-0000-0000-000000000000}"/>
          </ac:spMkLst>
        </pc:spChg>
        <pc:spChg chg="del mod">
          <ac:chgData name="MANISH KUMAR KHIRWAL(BTECH10595.21@bitmesra.ac.in)" userId="S::btech10595.21@bitmesra.ac.in::d3b53ce4-26d8-438c-9b63-16ba1c628a6a" providerId="AD" clId="Web-{82D5597D-FE13-47B6-9587-7CF4CCF8F48E}" dt="2022-07-18T03:01:35.127" v="5"/>
          <ac:spMkLst>
            <pc:docMk/>
            <pc:sldMk cId="978883310" sldId="274"/>
            <ac:spMk id="3" creationId="{00000000-0000-0000-0000-000000000000}"/>
          </ac:spMkLst>
        </pc:spChg>
        <pc:picChg chg="add del">
          <ac:chgData name="MANISH KUMAR KHIRWAL(BTECH10595.21@bitmesra.ac.in)" userId="S::btech10595.21@bitmesra.ac.in::d3b53ce4-26d8-438c-9b63-16ba1c628a6a" providerId="AD" clId="Web-{82D5597D-FE13-47B6-9587-7CF4CCF8F48E}" dt="2022-07-18T03:01:45.378" v="8"/>
          <ac:picMkLst>
            <pc:docMk/>
            <pc:sldMk cId="978883310" sldId="274"/>
            <ac:picMk id="4" creationId="{00000000-0000-0000-0000-00000000000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05:51.65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4126 1364 36 0,'0'0'33'0,"1"-3"-1"0,-1 3-1 15,0 0 6-15,0 0 2 0,0 0 3 0,5-2-12 16,-5 2 12-16,3-1 4 0,-3 1 5 0,0 0 3 16,3-2 5-16,-3 2-6 0,0 0 9 0,7-6 3 0,-7 6 0 0,1-1-6 15,-1 1-6-15,3-4 6 0,-3 4 2 0,3-3 5 16,-3 3-7-16,0 0-5 0,3-3-1 0,-3 3 5 16,0-6-7-16,0 6 6 0,4-3-4 0,-4 3-6 15,2-3 3-15,-2 3 5 0,3-3 4 16,-2-1 4-16,-1 4-1 0,2-4 0 0,-2 4-8 15,2-3-2-15,-2 3 25 0,6-3 0 0,-6 3-1 16,3-5-7-16,-3 5 0 16,0 0-5-16,0 0-11 0,0 0-3 0,1-7-3 15,-1 7-6-15,0 0-2 0,0 0-8 0,0 0-5 16,0 0-1-16,0 0-3 0,0 0-2 0,0 0 0 16,-24 10-5-16,14-4 2 0,-7 4-6 0,-2-4 1 15,2 6 2-15,-7 2-7 0,1 4 6 0,-1 1-1 16,2 1-11-16,-2 2 11 0,0-4-5 0,2 4 4 15,0-1-4-15,-1 0 0 0,4 0 2 0,2-3-1 0,3-1-6 16,0 4 4-16,5-7 1 0,-2 0-15 0,7 1 15 16,0-3-4-16,4-2-3 15,3 4 6-15,2 1-3 0,6-2 0 0,7 5 0 16,6-3-1-16,3 2-1 0,4-4 7 0,5 4-2 16,-2-6-6-16,2 3 8 0,2 0-4 0,10 4-3 15,-15-4 3-15,0 1-4 0,0-1 4 16,-4 3-1-16,-5-2 0 0,-3-1-3 0,-5 1-2 15,-1-1 5-15,-6 1-2 0,-1 2-2 0,-7-5 5 16,-5 1 0-16,-2 0-1 0,-6 2 1 0,-11 2-2 16,-1-1 2-16,-5-3 2 0,-3 2 6 0,-3-2 5 0,-3-5 13 15,-16 6 0-15,16-9 6 0,-13 1 10 16,0 4 2-16,11-4 10 0,0-3 13 0,3 0 11 16,-1-1 4-16,3-2 5 0,4 0-8 0,8 0-4 0,3-2-7 0,2-1-11 15,8 3 5-15,-4 0-5 0,7-3-8 0,7 3 14 16,0 0-11-16,-16-2-5 0,11-2-2 0,5 4-5 15,0 0-9-15,-4-6-2 0,4 6-5 0,0 0-11 16,0 0 6-16,2-9-20 0,-2 9-19 0,0 0-14 16,8-5-23-16,-4 4-22 15,-4 1-16-15,9-2-32 0,-1 0-29 0,-8 2-36 0,14-2-47 0,-3 0-69 0,-3-1-239 16,6 0-589-16,2 0 260 0</inkml:trace>
  <inkml:trace contextRef="#ctx0" brushRef="#br0" timeOffset="547.94">4498 2026 61 0,'0'0'198'0,"0"0"-14"16,0 0-14-16,0 0-16 0,0 0-12 0,0 0-13 16,0 0-9-16,0 0-6 0,0 0-9 0,12 3-10 15,-12-3-7-15,13-2-9 0,-4 0-7 0,5 1-7 16,4-2-5-16,1 1-7 0,-1 0-5 0,1-3-6 15,3 2-4-15,-1-1-11 0,8 0 3 0,-9 0-2 16,3-1-7-16,4-3-3 0,1 0-5 0,-2-2 6 16,2 0 0-16,-3-2-7 0,0-2 3 0,-5 2-5 15,-5 0 1-15,8-4-2 0,-9 3 0 0,2-1 8 16,-6-2 0-16,0 0 7 0,-2 1 11 0,-4-2-2 16,-3 0 9-16,-1 0 0 0,-3 3-6 0,0 3 3 0,-5-3-5 15,-3 2-1-15,-1 3 0 0,-1-1-7 0,-5 3-1 16,-1-1 2-16,1 6-7 0,-5-2-1 0,-5 3-3 15,0 4 0-15,0 5 10 0,-1 0-1 0,-1 7 10 16,2-1 4-16,-3 6 3 0,7 6 9 0,-2 1-5 16,-4 10 8-16,7-9-6 15,5 2-5-15,4 3-1 0,0-4-5 0,9 3-4 0,2-1 4 0,7 1-5 0,0-4-2 0,6-1-4 16,4-4-8-16,8 5 9 0,1-5-2 0,0-2-3 16,4-4-4-16,2-3 2 0,3-4-22 0,0-3-39 15,0 1-42-15,0-7-52 0,-4 0-34 16,3-4-72-16,-11-6-243 0,0 2-522 0,6-6 231 15</inkml:trace>
  <inkml:trace contextRef="#ctx0" brushRef="#br0" timeOffset="1033.33">5242 1743 189 0,'0'0'220'0,"2"-5"-21"0,-2 5-20 0,0 0-15 16,0 0-13-16,22 0-15 0,-11 3-14 0,1 0-18 16,0 4 0-16,4 0-15 0,0 3-7 0,0 3-7 0,0-2-10 15,3 6-2-15,-2 0-6 0,-3 4-2 0,0-1-9 16,-1 3 5-16,-3-5-6 0,-4 5 0 0,-3-2-3 16,1-2-7-16,-4 6 2 0,0-7-10 0,-4 2 6 0,1-3-4 15,-2-1 10-15,-2-2 8 0,-1 3 7 0,-1-3 11 16,-2-3 4-16,-2 1 8 0,1-7-7 0,2 1 18 15,1-4 14-15,-3 0-9 0,12-2 3 0,-20-5-4 16,14-2 0-16,-1 0-14 0,1-4-3 0,3-2 3 16,2-2-15-1,2-5-2-15,8-6-7 0,0-1-9 0,4 0-3 0,1-3-4 0,4 2-11 0,0 0-5 0,-1 3 4 16,3 1-17-16,-2 4-15 0,0-1-24 0,-3 7-41 16,0 1-44-16,1 4-40 0,-2-1-53 0,2 3-71 15,-8 0-252-15,1 3-575 0,2 3 256 0</inkml:trace>
  <inkml:trace contextRef="#ctx0" brushRef="#br0" timeOffset="1402.97">5803 1835 260 0,'0'-7'294'0,"3"2"-13"0,-3 2-9 0,0 3-9 0,0-8-22 15,1 5-14-15,2 2-24 0,-3 1-20 0,0-6-24 16,0 6-20-16,0 0-12 0,0 0-14 0,0 0-15 16,0 0-10-16,0 0-5 0,6 17-16 0,-5-7-2 15,-1 2-7-15,3 4-2 16,-3-1-12-16,0 6 8 0,0-1-7 0,0 3-9 0,-3-3 2 15,6 0-7-15,-6-1-12 0,3-1 7 0,-5-1 1 16,3-1-10-16,2-5 8 0,0-1-5 0,-3 0 4 16,2-2-7-16,1-4-2 0,0 1 2 15,-3 0 3-15,3-5-6 0,0 0 2 0,0 0-1 16,0 0-18-16,0 0-22 0,0 0-21 0,-6-15-31 16,6 4-36-16,1 1-49 0,-1-7-45 0,3 1-61 0,-3-5-215 0,1-3-523 15,-1-4 233-15</inkml:trace>
  <inkml:trace contextRef="#ctx0" brushRef="#br0" timeOffset="1550.02">5761 1541 237 0,'-5'-10'309'0,"2"2"-16"0,0-1-20 16,0 4-18-16,2-4-29 0,0 5-12 0,1-1-19 15,0 5-20-15,5-11-21 0,0 6-12 0,2 2-17 16,0 1-13-16,-7 2-41 0,19 7-48 0,-9-6-54 15,-1 4-82-15,4 1-56 0,-7 0-247 0,5-2-450 16,-1 1 200-16</inkml:trace>
  <inkml:trace contextRef="#ctx0" brushRef="#br0" timeOffset="2066.77">6045 1987 140 0,'0'0'202'0,"0"0"-6"0,0 0-14 15,0 4-8-15,0-4-11 0,0 0-13 0,0 0-18 16,9 0-7-16,0-3-19 0,4-2-6 0,-2 1-11 16,7-2-13-16,1 3-1 0,0-5-13 0,3 0-6 15,-2 0-5-15,6-3-7 0,-2-1-2 0,2-1-3 16,-2 1-7-16,-6 0-5 0,5-3 2 0,-5 3-7 16,4-5-11-16,-8 4 9 0,0 0-2 0,-4-2-6 0,-1 0 3 0,-4 3 0 15,0 1 1-15,-4 0 6 0,-3 0 1 0,-2 1 0 16,-4 1 4-16,1 1-6 0,-10 2-2 0,0 0 5 15,-4 4 3-15,-1-1 9 0,-10 4 11 0,4 3 1 16,-4 3-2-16,0 3 11 0,3 5 4 0,-2 2 0 16,4 0 7-16,2 2-6 0,2 5 2 0,1-1-7 15,5 2-4 1,2 0-4-16,6 1-15 0,3-6 7 0,8 4-2 16,2-5 2-16,1-1-13 0,8 4 11 0,2-8-7 15,8 3-4-15,7-4 0 0,-1-3-1 0,4-2-23 16,2-2-29-16,3-5-45 0,-2-2-56 0,-3-3-50 15,-1 1-18-15,-1-3-82 0,-4-4-189 0,2-2-504 16,-3 0 223-16</inkml:trace>
  <inkml:trace contextRef="#ctx0" brushRef="#br0" timeOffset="2574.04">6757 1746 234 0,'0'0'279'0,"0"0"-9"0,-4-6-12 16,4 6-21-16,0 0-15 0,0 0-20 0,-4-4-16 0,4 4-17 0,0 0-19 15,0 0-12-15,0 0-17 0,0 0-11 16,0 0-15-16,-12 2-5 0,12-2-13 0,0 0-4 16,-12 6-10-16,8-2-8 0,0-1-8 0,0 2-1 15,3 2-4-15,-3-2-8 0,4 4-1 0,0-2-9 0,0 3 1 16,4-2 0-16,1 3 0 0,5-1-4 0,0 1-3 15,2 2-3-15,5-2 1 0,-1 2-7 16,6 1 4-16,-4-1 2 0,2 3-5 0,-2-3 0 16,-4-1 1-1,0 0-3-15,-1 0 0 0,-4-4-4 0,-4 2-8 0,3 0 9 16,-7-4 1-16,-1 2 1 0,-1 0 0 0,-7-2-1 16,0 1-2-16,-7 1 2 0,1-1-3 0,-4-2 9 15,-2 0-17-15,-1-3 15 0,1 1 4 16,-1-1-5-16,1-2 7 0,-2 0-4 0,3 2 1 0,5 1-6 15,-5-3 1-15,2 0 1 0,-2 2-7 0,6-2-33 16,1 0-54-16,1-1-70 0,11 1-127 0,-12-1-232 16,12 1-556-16,-6-8 245 0</inkml:trace>
  <inkml:trace contextRef="#ctx0" brushRef="#br0" timeOffset="4038.94">8362 1298 90 0,'3'-4'174'16,"1"3"-1"-16,-4-4-14 0,0 5 3 0,1-4-13 0,-1 4-9 0,3-3-14 0,-3 3-2 15,0 0-14-15,0 0-8 0,-1-5-12 0,1 5-6 16,0 0-10-16,0 0-8 0,-8-2-6 0,1 2-9 16,-5 3 0-16,-6 1-6 0,-1 1-1 15,-1 2-12-15,-7 1 1 0,1 1-7 16,-1 0 4-16,2 2-10 0,-1 4 4 0,-1-1-8 15,4 1 1-15,7-1 3 0,-3 4-6 0,2-3-4 0,2 4 1 16,2-4 0-16,4 2 0 0,1-3 0 0,4-1-3 16,3-3-3-16,1 4 2 0,0-4-2 0,5 2 3 15,3 2-2-15,1 0 3 0,6-3 4 16,9 6-6-16,1-1 1 0,2-3 2 0,-1 2-4 16,3-4 1-16,0 1 2 0,2 0-5 0,-6 1 4 0,2-4-3 0,0 6 2 15,-12-6-5-15,2 0 3 0,-4 2-1 0,-1-1 1 16,-7-2-5-16,-1 2 3 0,0-3-3 0,-8 3 4 15,0 0 1-15,-8 2 2 0,-6-2 2 0,-8 2-3 16,-7 0-1-16,1-2 1 0,-4-3-5 0,-1 1 3 31,0-3-3-31,-3 2 3 0,-11-5-4 0,13 1 6 0,1-1-4 0,1 0 3 16,5-2-3-16,2-3-1 0,9 4 2 16,2-1-1-16,5 0 2 0,4 0 4 0,-1-1-6 15,10 1-1-15,-8-1-4 0,8 1-33 0,0 0-37 0,13-5-33 16,1 1-48-16,2 0-218 0,4 0-402 0,-2-1 179 15</inkml:trace>
  <inkml:trace contextRef="#ctx0" brushRef="#br0" timeOffset="4477.18">8726 1666 214 0,'0'0'221'16,"0"0"-24"-16,0 0-16 0,-5-4-25 0,5 4-10 16,0 0-17-16,-12 8-12 0,6-2-11 0,-4 1-13 15,1 2-7-15,-3 1-9 0,2 5-9 0,-2-1-3 16,2 3-5-16,0-2-8 0,1 3 3 0,3-2-6 15,-1 3 1-15,0-4-9 0,4 1 5 0,1-1-8 16,4 2 0-16,-1-6-2 0,2 0 0 0,4 1 3 16,1-5 8-16,1 0 6 0,5 1 12 0,0-4-5 15,7 1-3-15,-2-7-7 0,3-1-2 0,-3 1-7 16,-1-3-2-16,2 0 3 0,-2-4-8 16,-1 1 0-16,-1-1-4 0,-3-4-2 0,-4 1-7 0,2-2 1 0,-3-3-1 15,-3 2-1-15,-1-3-6 0,-1 2 1 0,-6 0-5 16,-1 1-4-16,-1 5 0 0,-4-5 3 0,-4 2-4 15,1 3 1-15,-2-2-4 0,3 8-2 0,0-4-5 16,-2 5-15 0,2-2-20-16,-1 4-24 0,1-2-33 0,3 2-29 0,1-1-36 15,0 0-30-15,7 2-221 0,0 0-447 0,0 0 198 16</inkml:trace>
  <inkml:trace contextRef="#ctx0" brushRef="#br0" timeOffset="4878.35">9109 1354 104 0,'0'-7'263'0,"3"1"-12"0,-2-2-10 0,-1 3-18 16,0 1-16-16,0-1-29 0,0 1-16 0,0 4-22 15,0-3-15 1,0 3-15-16,0 0-8 0,0 0-17 0,3 16-6 16,-6-2-6-16,3 10-7 0,-5 6-3 0,1 5-6 0,-1 14 4 15,-4 0-14-15,0 2-1 0,4-4-7 0,-3 4-1 16,3-5-5-16,0-10 1 0,5-4-1 16,0 0-5-16,0-4 0 0,1 1 0 0,3-12-5 15,-3 2 16-15,2-4-13 0,-2-2 5 0,-1-2 13 16,4-4-13-16,-4 0 9 0,0-1 15 0,4-2 27 0,-4-4 26 0,1 7-12 15,-1-7-17-15,0 0-2 0,0 0-10 0,0 0-4 16,22-9-9-16,-18 7-2 0,0-3-15 0,-2 2-17 16,2-3-22-16,1 1-30 0,0 0-39 0,-1 2-31 15,1-1-39-15,-1-2-41 0,0 2-48 0,0 0-56 16,0-3-201-16,-2 1-529 0,-1 1 234 0</inkml:trace>
  <inkml:trace contextRef="#ctx0" brushRef="#br0" timeOffset="5594.92">9385 1701 210 0,'0'-4'260'0,"0"4"-24"15,0 0-30-15,0 0-22 0,0 0-19 0,0 0-19 16,0 0-13-16,-2 20-12 0,0-11-10 16,0 3-9-16,-3 3-11 0,2 2-6 0,0 2-2 0,1 0-13 0,-3 1-4 15,4 4-8-15,-1-5-2 0,1 0-7 0,1 1-5 16,-1-5-6-16,2 1 0 0,-1-5-3 0,1-1 1 16,1-2-1-16,-2-2 15 0,1-2 13 0,-1-4 9 15,11 3-2-15,-11-3-7 0,18-5-4 0,-5-2-8 16,2-2 3-16,1-2-13 0,-1-1 2 0,2 0-6 15,2-5-4 1,0-3-7-16,-4 6-1 0,2-7-3 0,-2 4 0 16,1-2-7-16,-1 4 0 0,-5 0 1 0,-2 7-5 15,-2-1-5-15,2 1 4 0,-2 0-4 0,-2 4-3 0,0 0-8 16,0 2 3-16,-2-1 0 0,-2 3 3 0,10 3-5 16,-4 2 2-16,-2 0 3 0,-2 4-1 15,3 0 0-15,0-1 2 0,2 5-2 0,-1-4 3 16,3 7-1-16,0-3-1 0,2 1 1 0,1-1-1 0,2-2 1 0,-5-1 3 15,0-2-4-15,4-1 2 0,-4 0 0 0,1-3-1 16,4-1 1-16,-3 0-3 0,1-3 6 0,-1-5-6 16,0 0 0-16,1 0 1 0,-1-4-2 0,0-1 0 15,3-5 6-15,-5 1-5 0,0-5-1 0,3-3 0 16,-1-3 1-16,-2-3-1 0,1-1 0 0,-2 0 1 16,0-3-5-16,2-15 1 15,-5 12-1-15,0 2 1 0,4-14 11 0,-6 13-13 16,-1 8 3-16,3-1-1 0,-2 8 5 15,-3 1 5-15,-3 6 11 0,6 3 0 0,-6 0 5 16,3 3-3-16,0 1-5 0,0-4-7 0,0 9-3 16,0 0 2-16,0 0-1 0,0 0-1 0,-7 19 1 0,4-6-4 0,-1 6 2 15,-1 13 0-15,1-1-1 0,2 5 2 0,-2 0 6 16,1 0-5-16,-3 10-1 0,6-12 2 0,-4 2 0 16,0-3-1-16,3-3 1 0,-2-1 2 0,3-4-5 15,0-6 6-15,-1-2 5 0,1-1-12 0,0-5 5 16,0-1 0-16,-1-4-6 0,1 1 2 0,0-3-4 15,0-4-4-15,-3 6-25 0,3-6-50 0,0 0-31 16,0 0-36-16,0 0-35 0,0 0-41 0,-5-18-61 16,2 7-157-16,3-1-477 0,-2 0 211 0</inkml:trace>
  <inkml:trace contextRef="#ctx0" brushRef="#br0" timeOffset="5779.22">9845 1647 148 0,'0'0'207'0,"-5"3"-8"0,5-3-13 15,0 0-15-15,0 0-12 0,13 3-7 0,-2-4-15 16,8 2-13-16,12-1-18 0,1 1-6 16,5-1-10-16,-1-1-13 0,1 2-38 0,-2-3-54 15,-3 0-61-15,-2 1-70 0,-7-3-131 0,-1 0-299 16,-2-1 133-16</inkml:trace>
  <inkml:trace contextRef="#ctx0" brushRef="#br0" timeOffset="6111.08">10419 1607 119 0,'0'-5'282'0,"0"1"-9"0,3 2-13 15,-3 2-12-15,0-6-17 0,0 6-24 16,1-4-20-16,-1 4-27 0,0 0-19 0,0 0-13 16,0 0-15-16,0 0-13 0,1 12-6 0,-1-2-12 15,0 1-5-15,0 0-9 0,0 8-7 0,0-1-8 16,0 0-1-16,0 2-4 0,-1-2-3 0,1 0-5 15,-1 1-4-15,1-1-2 0,0-1-4 0,-3-3-2 16,3-4-5-16,0 0 0 0,-1-2-15 0,1-2-19 16,0-1-17-16,-3 2-6 0,3-5-31 0,0-2-36 0,0 0-39 15,0 0-37-15,0 0-16 0,-4-19-34 0,3 10-153 16,1-4-411-16,0-2 183 0</inkml:trace>
  <inkml:trace contextRef="#ctx0" brushRef="#br0" timeOffset="6252.56">10418 1438 230 0,'0'-12'240'0,"0"0"-19"16,1 3-8-16,-1 2-22 15,3 0-19-15,-2 0-18 0,0 1-16 0,4-1-14 16,-2 3-16-16,0 0-16 0,-3 4-35 0,10-4-39 16,-4 3-50-16,-6 1-64 0,18 1-65 0,-18-1-118 15,13 3-301-15,-5 1 134 0</inkml:trace>
  <inkml:trace contextRef="#ctx0" brushRef="#br0" timeOffset="6701.53">10860 1557 139 0,'0'0'177'0,"0"0"-15"0,-17-1-19 0,17 1-16 16,-9 7-13-16,4-6-11 0,0 4-11 0,-4-1-9 0,1 4 4 15,-1 0-14-15,-1 1-4 0,-3 5-5 0,4-3 0 16,-3 5-5-16,3-2-4 0,1 3 9 0,-1-3-5 16,2 3-4-16,0-4-6 0,1 4 1 0,3 0-8 15,0-7-11-15,5 6 9 0,0-5-3 0,2 0 3 16,3-1-3-16,3 3-1 0,1-6-5 0,5 2 2 15,2-4-4-15,3 0-3 0,0-3-3 0,-1-1-2 16,3-3-2-16,-4-1-1 0,1 0 1 0,-5-3 1 16,2-2 10-16,-1-2 2 0,-2-2 3 0,-2 0 2 0,-1 0 1 15,-2-3-6-15,-4-2-5 0,-1 0-2 0,0 3-6 16,-8-3 0 0,2-2-4-16,-4 4 2 0,1-2 1 0,-4 0-5 0,-1 3-4 15,-3 2 1-15,6 2-1 0,-6 2-5 0,3 1 1 16,-3 2-8-16,1 0-9 0,3 1-34 0,-2 1-23 15,1 1-38-15,2 0-33 0,8 2-33 16,-10 0-50-16,10 0-113 0,0 0-363 0,-13-1 162 16</inkml:trace>
  <inkml:trace contextRef="#ctx0" brushRef="#br0" timeOffset="7144.04">11160 1508 199 0,'3'-2'228'16,"-3"2"-27"-16,0 0-15 15,0 0-24-15,0 0-23 0,0 0-7 0,7 6-17 0,-4-1-12 16,-2 2-9-16,2 2-5 0,-1 1-8 15,0 2-9-15,0 5-4 0,-4 0-6 0,0 1-2 16,-2 2-9-16,2-2-4 0,-2 1-5 0,1 1 0 16,1-3-6-16,-1-1-5 0,1-2 0 0,0-6-7 15,0 1 2-15,1-4 15 0,1 2 24 0,-1-4 25 16,1-3 25-16,0 0-8 0,0 0-11 0,0 0-9 0,20-12-13 0,-12 4-5 16,6-4-7-16,-2-2-8 0,6-3-6 0,3 0-3 15,-1-2-7-15,2 0-4 0,-1 1-4 0,-1-2-3 16,-4 6-4-16,0 2-3 0,-2 2-3 0,-5 1-2 15,0 2 2-15,1 2-7 0,-4 1-4 0,-1 1-3 16,3 2 2-16,-8 1 4 0,11 6-6 0,-3 2-2 16,-3 0-1-1,4 9 2-15,-1-7 3 0,-2 9-1 0,-2-2-3 16,5 6 5-16,-4-3-3 0,4 6-30 0,-5-8-68 16,-3-1-82-16,3 0-123 0,-4-7-193 0,0 0-533 15,3-6 236-15</inkml:trace>
  <inkml:trace contextRef="#ctx0" brushRef="#br0" timeOffset="10434.07">13096 1574 115 0,'-2'-5'186'0,"-2"0"-17"0,-4-3-14 16,1 7-14-16,-5-2-16 0,0 2-13 0,-8 0-3 15,2 3-8-15,-12 3-4 0,2 5 0 0,0-1-9 16,1 5 0-16,-1 2-12 0,-1 5 5 0,1-4-6 16,4 3-7-16,3 1-1 0,2-1-12 0,1 1-2 15,7-6-5-15,2 1-9 0,1-1 5 0,3-3-6 16,4 0-7-16,2-2 1 0,2 0 5 0,0-6-7 16,2 2 0-16,3-3-1 0,4-1 1 0,4-3-7 15,1-1-1-15,2-3-3 0,0-2-1 16,-2-3-3-16,7-2 3 0,-2-4-6 0,-7 5 3 0,3-3-4 0,-3 2 0 15,-1-2-2-15,3 1-1 0,-3 0-3 0,-2 3 4 16,0 2-5-16,-3 1 0 0,-1-1-1 0,-3 4 0 16,1-1 0-16,-2 2-5 0,0-1-2 0,0 4 2 0,-4 0-2 0,0 0 3 15,10 7-1-15,-7-3 0 0,-2 1-1 0,5 3 1 16,-2 1 4-16,0-1-4 0,0 1 4 0,0 2 1 16,2-2-2-16,0 0 1 0,1 1 0 0,-1-3-1 15,2 2 4-15,1-3-4 0,-2-1 4 0,2 0-4 16,3-1 5-16,-2-1-2 0,2-6 4 0,0-1-2 15,1-2-3-15,0-1 0 0,1-5 4 0,-4-2 0 16,4-1 4-16,-1-7-1 0,-4 5 6 0,5-9-8 16,-1 2 3-1,-2-3 3-15,-2-2-11 0,0 0 2 0,0-5 3 16,1 1 0-16,-3 1-7 0,-1 3 5 0,3 0-2 16,-4 4 15-16,-1 7 9 0,1 1 3 0,-5 2 0 15,0 3 8-15,2 4-7 0,0-1 2 0,-2 1-4 0,0 3-2 16,0 1-7-16,1 0-3 0,-1 4-5 0,0 0 0 15,0 0-4-15,0 0 7 0,-3 18-8 16,1-3-3-16,-3 12-1 0,1-1 2 0,-1 5 5 0,0 1-5 0,3 4 4 16,-5-4-4-1,7 5 1-15,1-3 2 0,2-1-1 0,1-2 1 0,2-1-2 16,1-2 2-16,0-3 2 0,2-2-3 16,0-8-2-16,1 0 2 0,3-3-2 0,2-1 4 15,3-4-2-15,3-1 0 0,0-2-3 0,5-1 3 0,-4-6-5 16,1-2 5-16,4-3-5 0,-2-2 4 0,-6-1-4 15,-1 0 4-15,5-4-13 0,-7 3 4 0,-2 0-10 16,-2-3 7-16,-3 1-7 0,-4 3-1 16,-2 0-2-16,-3 0-2 0,-3 0-1 0,0 4-1 15,-6-2 4-15,-3 3-1 0,-7-3 3 0,1 7 0 16,-4-3 5-16,2 5-2 0,-1 0 1 0,0 0-1 16,-7 2 1-16,9 1-3 0,-2 1 0 0,11 1-18 0,1-1-18 15,0 2-15-15,4 1-14 0,2-2-8 0,3 2-11 0,4 0-11 16,2-3-26-16,5 4-27 0,7-2-40 0,8 3-157 15,6-6-386-15,2-1 170 0</inkml:trace>
  <inkml:trace contextRef="#ctx0" brushRef="#br0" timeOffset="10773.34">14233 1564 109 0,'4'-9'165'0,"-3"2"-3"0,-2 1-7 0,1-1-12 16,-8 0 3-16,3 0-11 0,-4 3-11 15,0-2-10-15,0 4-10 0,-2 1-11 0,1-1-11 16,-2 4 0-16,-2-1-16 0,0 7-4 0,-2 1-8 16,0 0-1-16,2 2-5 0,0 2 0 0,0 0-8 15,-3 9 4-15,6-6-10 0,1 2-6 0,1 0 1 0,1 2 2 0,2-2-6 16,1 6-3-16,2-9 3 0,0 2-7 0,5-5 1 16,-1 0 2-16,2-2-5 0,2-2 2 0,1-1 1 15,4 0-2-15,3-2-3 0,1-5 1 0,2 0-4 16,5-2-1-16,-4-2 4 0,1-2-8 0,-1-2 2 15,-1-3 1-15,-2 1-3 0,-1-2-4 0,0-1 8 16,-5-3-13-16,1 4 7 0,-2-7-7 0,-1 4 0 0,-1-4-5 16,-2 2 2-1,-5 4-6-15,1 2-3 0,-5-6 1 0,1 6-9 0,-3 2-1 16,-1 0 0-16,-2 4-5 0,-1-1-5 0,-2 2-12 16,1 2-9-16,0-1-20 0,1 3-20 0,0 0-38 15,0 0-39-15,0 0-109 0,3 1-305 0,9-1 134 16</inkml:trace>
  <inkml:trace contextRef="#ctx0" brushRef="#br0" timeOffset="11388.76">14494 1571 19 0,'0'0'295'0,"5"-4"-29"15,-5 4-27-15,0 0-30 0,0 0-21 0,0 0-21 16,0 0-13-16,0 0-18 0,5 13-10 0,-6-7-14 16,-2 6-10-16,3 0-12 15,0 2-9-15,0 4-6 0,-1-7-10 0,-4 9-2 16,5-5-8-16,-3 2 0 0,3-1-9 16,0-6-6-16,0 0-3 0,0 0-3 0,3-4-2 15,-3 0-1-15,5-2 2 0,-4-3-2 0,4 0-3 16,-5-1-2-16,17-6 0 0,-4-1-7 0,-3-1 3 0,7-5-5 15,-3 1-1-15,1 2-3 0,-1-5 0 0,0 1-1 16,2 0 1-16,3-4-4 0,-5 5-2 16,2-2-1-16,-3 4-2 0,1-1 3 0,-5 4-3 15,1-1-3-15,2 5 1 0,-3 0-2 0,-3-1 0 0,3 5-2 0,3-2-3 16,-6 5 5-16,3-1-4 0,0 3 3 0,0 0-1 16,-1 2-1-16,1 0 3 0,1 3 1 0,1 1 0 15,1 0 0-15,0 3-1 0,0-2 0 0,1-2 0 16,0 0 3-16,-3-2-6 0,1-2 4 0,1 0-2 15,-2-1 4-15,0-4-3 0,-3-1 3 0,-1 0-6 0,3-2 6 16,0-5 0-16,-4-1-3 0,4-1-2 0,-2-3 5 16,0-3-4-1,-1-4 1-15,0 2 2 0,-4-2 1 0,3-2 9 0,-2-5 2 16,-1-3 13-16,3-3 1 0,0 2 1 0,-2 0-7 16,1-1-1-16,0 0-7 0,2 6 1 0,-1-1 3 15,-2 7 13-15,-1 6 2 0,2 3 8 0,-3-1-13 16,2 3-4-16,-2 2 22 0,-1 3-7 0,0 3-6 15,0 0-4-15,0 0-1 0,0 19-2 0,-1-4 3 16,-2 3 1-16,0 7-7 0,1 5-4 0,-3 5 7 16,0-3-7-16,0 4 1 0,1 0-3 0,2-1-4 15,-2-4 2-15,1 0-23 0,2-4-16 0,-4 1-27 16,5-10-22-16,-2 1-29 0,0-9-31 0,2 2-45 16,-3-5-58-16,-2-4-263 0,5-3-540 15,0 0 240-15</inkml:trace>
  <inkml:trace contextRef="#ctx0" brushRef="#br0" timeOffset="11682.6">14954 1478 11 0,'-9'2'290'0,"9"-2"-15"15,-5 0-15-15,5 0-23 0,0 0-21 0,0 0-30 16,0 0-8-16,32-2-21 0,-1 2-13 0,4-4-15 0,19 2-12 16,3-2-12-16,4 0-9 0,-1 2-15 0,2 0-1 15,-2-3-10-15,-4 5-8 0,-5-4-6 0,-15-1-10 0,0 3-1 16,-8-2-7-16,-10 4 0 0,0 0-4 0,-4-1-15 16,-6 0 9-16,-2-1-8 0,-2 1 2 0,-4 1-6 15,0 0 2-15,0 0-15 0,0 0-21 0,-17-1-31 16,2 3-33-16,2 1-39 0,-1-2-59 0,-3-1-259 15,5 0-473-15,-1-1 210 0</inkml:trace>
  <inkml:trace contextRef="#ctx0" brushRef="#br0" timeOffset="14280.76">16799 1478 48 0,'2'-6'135'0,"1"1"-1"0,-2 0-6 0,2-1-2 16,0 1-7-16,0-2-7 0,1 2-7 16,-1 0-4-16,2 0-9 0,4-2-7 0,-3 4-12 15,3-3 2-15,0 0-16 0,4 4-2 0,-3-1-9 16,4 6-6-16,-2-3-2 0,1 2-3 0,3 5-9 15,2 5 4-15,0 6 3 0,1 2-6 0,-3 1-2 16,1 3-1-16,-3 2-1 0,2 3 0 0,-5-2-9 16,-3 4 11-16,-1-3-5 0,1 1 4 0,-7-1-4 15,2-4-5-15,-3-3 2 0,-4-1 1 0,2-3 3 0,-1-2 7 16,-1-2 6-16,-2-2 10 0,0-2 4 0,0-3 11 16,1-1 15-16,0-1 17 0,1-1 2 0,4-3 10 15,0 0-10-15,-21-10 3 0,14 2-4 0,2-5-10 16,1-2 1-16,3-7-13 0,1-2-7 0,9-5-4 15,-4-3-5-15,5 0-6 0,2 1-6 0,-1-2-5 16,3 1-4-16,2 1-4 16,-1 1-2-16,-1 4-3 0,-1 2-5 0,-2 7-2 15,-3 2-8-15,0 6 9 0,-2 1-8 0,2 0 0 0,-5 4-11 0,3-2-19 16,-1 1-38-16,0 2-22 0,0 0-34 0,3 3-34 16,-8 0-46-16,11 4-38 0,-7 0-247 0,0 3-515 15,1-5 229-15</inkml:trace>
  <inkml:trace contextRef="#ctx0" brushRef="#br0" timeOffset="15396.88">17342 1627 47 0,'0'3'181'0,"0"-3"-16"0,0 0-11 0,0 0-16 15,0 0-10-15,0 0-13 0,0 0-9 0,0 0-9 16,9 0-6-16,-9 0-6 0,9 0-8 0,-9 0-15 15,17-2 0-15,-6-2-4 0,1 0-6 0,2 1-7 16,-1-1-3-16,4-3-9 0,0 2 1 0,2-3-1 16,-1 0-6-16,0-1-4 0,-2-3 8 15,5-2 1-15,-3-1 1 0,-4 6-1 0,0-6 2 0,0 4 1 0,0-2 9 0,-4 0 6 16,-4 2-3-16,0-1 3 0,0 1-5 16,-2 5 8-16,-3-5-8 0,1 5 5 0,-5 2-9 15,0-3-4-15,0 6-7 0,-4-4 2 0,0 5-4 16,-4 0-5-16,-3 1-4 0,-5 3 1 0,0 5-2 15,-5 8-3-15,2-2 0 0,0 4 2 0,1 2-5 16,2 1 1-16,3-4-3 16,2 6-3-16,5-1 4 0,3-3-3 0,4 5 1 15,2-6-3-15,6 7 6 0,5-4-4 0,7 0-2 0,6-7 1 0,4-1 0 16,4-2-5-16,4 0-8 0,16-8-16 0,3 1-12 16,-1-6-14-16,1-3 3 0,3 0-4 0,-2-5 7 15,1-4 2-15,-3-1 2 0,-4-3 6 0,-14 5 2 16,12-13 2-16,-16 8 7 0,-4-6-3 15,0 6 9-15,-6-2-6 0,-4-2 15 0,-4-2 2 16,-6 6 8-16,-5 5 13 0,0-3 7 0,-3-5 0 0,-4 11 10 16,-4-6-6-16,0 4 0 0,-7 1-6 15,-1 4 3-15,-1 1-7 0,-2 2 1 0,-4 2-2 16,5 1 1-16,-5 1-5 0,2 6 2 0,3 3-5 16,0-3 5-16,4 5-1 0,0 0-9 0,3 0 1 15,5 0-3-15,-2 2 2 16,6-1-10-16,2-1-7 0,2 0-8 0,2-3-1 15,4 1-11-15,1-2-14 0,3-1-13 0,0-3 2 16,1-1-6-16,5 0-8 0,-1-3-4 0,4-3-13 16,-2 0 15-16,-1-4 3 0,1 3 8 0,-1-6 4 15,-2 0 3-15,-1-1 14 0,-5-1 4 0,2-1 1 16,-1 0 11-16,-2-1 12 0,-1-3 18 0,-2 5 12 16,-1 0 0-16,0 4 8 0,-1-3 4 0,-1 4 10 0,-1-1-2 15,1 6-1-15,-2-3-10 0,-1 0-1 0,0 5-6 16,5-1-3-16,-5 1-1 0,0 0 0 0,-2 21-1 15,0-4 0-15,1 3-1 0,0 8 2 0,0 1-6 16,-1 5 2-16,2 12-1 0,0 2 2 0,0-13 0 16,0 15 2-16,3-3-6 0,-3 1 3 0,0-14-5 15,2 13 6-15,-2-15-5 0,-1 2 2 0,-3 15-2 0,0-14 2 0,2-1-1 32,-3 0-1-32,-2-3 3 0,-2-6-1 0,2 0-3 15,-2-10-1-15,-1-2 2 0,-1-6 6 0,-2 3-9 0,0-5 7 0,-4-3-4 0,-2-2 1 0,-3-2 8 16,1-3 8-16,-8-7 7 0,4-3 4 15,-4 1 9-15,3-3 8 0,0-2 4 0,3 0 3 0,5-1 3 32,0 0-9-32,5-6 1 0,3 2-9 0,9-3-3 0,1-6-7 0,6 4-3 15,6-2-6-15,-2-2-5 0,16-8-2 0,-6 10 0 16,13-4-10-16,3 1 1 0,5 6 7 0,1-1-11 16,3 7-2-16,-12 5-1 0,4 3 4 0,-4 0-6 15,1 5 7-15,-2-2-6 0,-6 1 0 0,-6 3-1 16,7 0 3-16,-11 2 6 0,-6 2-9 0,2 1 4 15,-5-1-4-15,-1 1-1 0,0-1 0 0,-6 3-1 0,6-2-7 16,-6 2 6-16,4-2-2 0,-4 2-5 0,0 0-10 16,0 0-6-16,0 0-9 0,0 0-15 0,-24 5-16 15,16-1-14-15,3-3-20 0,-1 3-29 0,-1-1-13 16,1 1-41-16,2-2-36 0,-2 1-125 0,6-3-369 16,-8 3 164-16</inkml:trace>
  <inkml:trace contextRef="#ctx0" brushRef="#br0" timeOffset="16414.49">18625 1538 230 0,'0'-4'262'0,"5"1"-20"0,-5-2-14 16,0 5-25-16,4-5-17 0,-4 5-25 0,5-3-20 16,-5 3-12-16,0 0-16 0,0 0-9 0,13 12-10 0,-8-2-8 15,-4 1-7 1,-1 1-8-16,4 6-4 0,-4-1-5 0,3 2-5 16,-6 0-8-16,2 8-2 0,1-7-5 0,-3-1-2 15,3-2-5-15,-1-1-3 0,1-3-2 0,0-1-2 16,0-2-3-16,1-2-2 0,-1-2 3 0,0-1 16 15,3-2 22-15,-3-3-4 0,0 0-5 0,0 0-8 16,22-12-4-16,-12 1 1 0,1-1 0 0,5-4-2 16,-3 1-1-16,3-9-6 0,-2 5-1 0,3-5-11 0,1 4 3 0,-2-4-7 15,2 5 3-15,-8 3-6 0,3 3-1 0,-4-2 0 16,0 8-3-16,-1-3-1 0,-3 6-8 0,0-1 1 16,-1 2-5-16,-1 3-3 0,-3 0 4 15,0 0 0-15,12 1-3 0,-5 4 3 0,-1-1-3 16,1 4 3-16,2-1 0 0,1 2 3 0,1 3-3 15,0 3 5-15,1-3-2 0,1 4 3 0,0-5-6 0,-1 2 5 0,2-2 0 16,0 1-2-16,0-4-5 0,-2-1 1 0,1-2-2 16,-3 1-4-16,-1-3 2 0,0-1 3 0,-1-4 2 15,-1 2 3-15,2-5-10 0,-1-2 4 0,-2-2-3 16,1-2 2-16,3-4-1 0,-5-2 1 0,1-1 4 16,3-7-1-16,-2-1-2 0,-1-3-1 0,-1-2 0 15,3-1 2 1,-2 0-2-16,-1 1 0 0,2-3 28 0,-2 2-4 15,1 5-2-15,-1-1-1 0,1 1 0 0,-4 4-4 16,-1 6-3-16,4-1 2 0,-1 4-1 0,-3 1 3 16,2 6-1-16,-2-2 1 0,-1 2-1 0,0 1-1 0,0 2-2 0,3-1 1 0,-3 5-8 15,0-7-2-15,0 7 0 0,0 0-6 0,0 0 5 16,0 0 1-16,-8 22 5 0,8-6-2 16,-5 2-4-16,0 1 2 0,-1 10 5 0,-1 0-10 15,2 0 6-15,1 0 0 0,-2 4-1 0,2 0 4 16,0-2-3-16,0 0 5 0,2 3-2 0,2-3 0 15,1-3-4-15,4-2-3 0,-1-2 8 16,2-5-7-16,1 0-3 0,3-5-5 0,0 0 2 16,8-2-5-16,10-1-3 0,-2-3-17 0,4-4-11 0,4 2-7 15,0-5-5 1,5-2 2-16,0-5-10 0,11 1 8 0,2-5-3 16,-16-1 8-16,15-4 6 0,-16 1 2 0,1 3 8 15,-3-3-3-15,-1-1 2 0,-4-3 6 0,-3 3-1 16,-2 0 6-16,-6 2 2 0,-6-2 7 0,-3 1 5 15,-3 5 4-15,-1-2 11 0,0-1-9 0,-8 4 11 16,-1-1 0-16,1 2-3 0,-5-1 2 0,-1 3 0 16,-3 1-2-16,0 0 0 0,-6 2-8 0,1 4 6 0,0 1-10 15,-1 5 11-15,1 2 1 0,-1-1 2 0,-4 10-10 16,3-4 8-16,-1 4 2 0,4 1 0 0,6-4-5 16,-8 6 5-16,10-5-5 0,1 0 2 0,3-1-9 0,0-2 9 15,4 2-1-15,1-6 3 0,0 2 3 0,6-2 0 16,-3-6 2-16,3 1 5 0,3-2-4 15,0 0 3-15,7-3-3 0,4-3 1 0,-1 0-11 0,3-3 12 0,-2 0-2 16,6-4 7-16,-7 3 3 0,1-2 0 0,-2 1-7 16,0-1 5-16,-4 2-14 0,-1 1 17 0,0 1 2 15,-2-4-6-15,-2 7 0 0,-1-3 1 0,0 2-3 16,-2 0-4-16,-1 1-4 0,-5 2-2 0,7-4-4 16,-7 4-10-16,5-3-21 0,-5 3-29 15,0 0-44-15,0 0-48 16,0 0-55-16,0 0-293 0,0 0-537 0,5 12 238 0</inkml:trace>
  <inkml:trace contextRef="#ctx0" brushRef="#br0" timeOffset="16716.84">20161 1483 104 0,'8'-3'247'0,"-8"3"-10"0,15 0-18 0,-15 0-17 15,17 9-10-15,-7-4-20 0,4 7-2 0,-1-2-13 16,-4 4-12-16,1 1-22 0,-3 0-5 0,-3 2-7 16,-1 0-11-16,-2 2-21 0,-2-2 3 0,0 0-18 15,-3 2 7-15,-1-5-7 16,0-1-6-16,0-4-3 0,-1 1-2 0,3-3 11 16,-3-3 15-16,3 0 31 0,3-4 14 0,0 0-10 15,0 0 4-15,0 0-14 0,-12-17 1 0,13 5 1 16,2-6-10-16,6 0-14 0,1-5-14 0,0-3-7 15,6 2-1-15,-1-1-24 0,5-1 10 0,2 4-30 16,0-2-26-16,1 4-51 0,0-1-60 0,0 1-65 16,0 3-97-16,-6 5-310 0,-2-2-640 0,2 4 284 0</inkml:trace>
  <inkml:trace contextRef="#ctx0" brushRef="#br0" timeOffset="17646.88">22028 1256 175 0,'5'-1'185'0,"0"1"-7"0,-5 0 0 16,9-4-2-16,-7 3-19 0,-2 1-13 0,0 0-15 15,0 0-11-15,3-3-13 0,-3 3-11 0,0 0-16 16,0 0-4-16,0 0-10 0,0 0-3 0,-18 12-9 16,2-4-1-16,-1-3-4 0,-3 4-7 0,-11 4-5 15,3-2-1-15,0 2-4 0,-3-1-3 0,3 3 3 16,0-1-11-16,6 1 4 0,-1 0-5 0,5-2 3 0,4-1-2 15,5-3 0-15,-1-1-3 0,4 0-3 0,2-1 4 16,0 2-2-16,3-2 0 0,3 1 5 0,5 0 1 16,3-1 0-16,8 3-1 0,9-1 0 0,2-2-6 0,2 5 0 0,3-6-1 15,-1 3 0-15,2-2-1 0,-4 0-3 0,3 0 0 16,-7 3 0-16,0-2-2 0,-7-1 2 0,-2 0-5 16,-3 3-2-16,-6-5 0 0,-1 2-1 0,-2-1 2 15,-6 2 0-15,-1-1 0 0,-5 0-1 0,-6-1 1 16,-7 1 5-16,-13 3-3 0,-1-1 1 0,0-6-1 15,-4 2 10-15,-2-1-5 0,-12-1 2 16,12-3 2-16,-2 0 2 0,4 0-1 0,-2-4-3 0,3 3 1 16,4-2-3-16,4-1-1 0,8 2 2 0,7 1 2 15,1-2-4 1,5 1-8-16,2-2-13 0,5 4-47 0,4-5-45 16,5-1-34-16,10 0-52 0,8-2-206 0,-1-1-428 15,5-1 190-15</inkml:trace>
  <inkml:trace contextRef="#ctx0" brushRef="#br0" timeOffset="17931.46">22424 1380 85 0,'3'-4'312'0,"-2"-4"-17"0,0 3-8 0,1 0-18 16,-2 5-17-16,2-8-27 0,-2 8-19 0,1-5-26 15,-1 5-23 1,0 0-17-16,0 0-17 0,0 0-5 0,0 0-19 16,7 14-7-16,-7-7-14 0,1 5-1 0,0-2-9 15,1 8-2-15,-1-1-10 0,-1-1-4 0,4 1-1 16,-3 2-8-16,1-2-4 0,-2-5-5 0,4 1 1 16,-4-2-6-16,2-1 1 0,-1-3-7 0,-1 0-3 15,0-2-20-15,0 2-15 0,0-4-1 0,0-3-14 16,-3 6-16-16,3-6-41 0,0 0-29 0,0 0-24 0,0 0-39 15,-17-18-32-15,11 6-58 0,-3-1-137 0,3-4-439 16,1-1 195-16</inkml:trace>
  <inkml:trace contextRef="#ctx0" brushRef="#br0" timeOffset="18078.29">22507 1112 277 0,'5'-6'283'0,"-4"1"-19"0,3-1-38 0,0 1-9 0,-2 0-23 16,-2 5-26-16,6-4-14 0,-2 2-17 0,-4 2-22 15,0 0-44-15,15 4-43 0,-11-2-55 0,2 5-74 16,1 1-234-16,-3-3-362 0,-2-1 160 16</inkml:trace>
  <inkml:trace contextRef="#ctx0" brushRef="#br0" timeOffset="19095.48">22773 1367 2562 0,'0'0'159'0,"0"0"-33"0,0 0 0 0,0 0-16 16,0 0-8-16,0 0-13 0,0 0-11 0,0 0-18 16,0 0-15-16,0 0-3 0,0 0-11 0,0 0 1 15,-8 4-18-15,8 5 12 0,-1 3-2 0,-3 1 2 16,4 6 1-16,-4 1-5 0,-1 3-1 0,2-4-3 15,1 1 1 1,-3-3-2-16,3 0-4 0,0-5 3 0,2-1-3 16,-1-2-3-16,1-2 2 0,0-2 2 0,-3 1-2 15,3-6 0-15,6 6-8 0,-6-6 5 0,0 0 11 16,0 0-6-16,26-15-1 0,-13 5-15 0,1-2 10 0,-2-2-1 16,7-7 0-16,-1 3 2 0,5-1-3 15,-2-1 1-15,-4 1 0 0,4-3 2 0,-5 6-1 16,2-2-7-16,-8 5 7 0,-1 2-3 0,-4 4 0 0,3-2-5 0,-3 3 9 15,0 2-10-15,-2-1 0 0,-1 0 0 0,-2 5 1 16,0 0-4-16,0 0 5 0,0 0-3 0,13 13 4 16,-9-4-8-16,2 0 8 0,4 6-27 0,2-1-36 0,7 4-97 15,2 6 22-15,0-6 14 0,6 2 15 0,5-1 11 16,0-4 11-16,3-3 4 0,0 1-2 0,1-1 4 16,1-3-7-16,-4-5 4 0,3 0-4 0,-4-2 13 15,0-4 9-15,-4-2 9 0,-1-2 15 0,-9-3 0 16,-1 1 25-16,-3-4 17 0,-3 0 8 0,-2-2 7 15,1-1 7-15,-6-2 9 0,-4 2-2 0,0 1-1 16,-3 1-1-16,-2-2-4 0,-1 4 3 0,-2 1-1 16,1-1-4-16,-2 3-2 0,-1 0-1 0,1 0-4 15,-2 3-4-15,4 2-1 16,-2-2 0-16,1 1-7 0,8 4-2 0,-10-1-17 16,4-1-9-16,6 2-2 0,-11 7-5 0,11-7 0 0,-7 9-17 15,3-5-3-15,1 5-16 0,-1-1-15 0,2 1 3 16,3 0-25-16,-1-2-15 0,5 3-11 0,-2-6 5 15,-1 4 18-15,3-5 5 0,1 1 11 0,-6-4 18 16,10 3 32-16,-10-3 24 0,0 0 28 0,18-5 18 16,-9 0 7-1,-1 0 18-15,-1-2 7 0,1-2 10 0,1 1 9 0,-1-1-4 16,-2-1 7-16,-1 2 6 0,2-3-4 0,1 3 0 16,-2-1 3-16,2 4 9 0,-3 0 3 0,-2-1-15 15,-1 2 4-15,-2 4-15 0,8-7-6 16,-8 7-7-16,1-2-12 0,-1 2-6 0,5-3-6 15,-5 3-6-15,0 0-5 0,4 12-1 0,0-2-1 16,-4 0-3-16,0 7-1 0,-4 9-4 0,3 3 5 16,-6 3-5-16,1 2-4 0,-3 14 7 0,-4-4-5 15,-2 6 9-15,2-4-12 0,-1-1 3 0,5 2 0 16,0-14-2-16,-1 3-1 0,-1-2 0 0,0 0 3 16,1-2 0-16,1-4 0 0,2-2-5 0,-4-7-1 15,2 5-13-15,3-7 16 0,0-5 0 0,-2 0-2 0,3-3-3 0,-3 1 5 16,3 0-4-16,-3-3 0 0,2 0 1 0,-2-2-12 15,2-2 11-15,-3 3-2 0,-4-3-1 0,2-2-8 16,11-1 7-16,-26-3-3 0,13-1 6 0,-6-1 0 16,3 2 3-16,-1-7-2 0,2 0 10 0,1-1 17 0,0-2 16 15,2-1 7-15,3-4 1 0,5 0-9 0,4-9-4 0,4-2-7 16,5-4 0-16,8-11-1 0,3 0-6 16,7 0-5-16,5 1-2 0,5 1-3 0,1 0-6 15,3 10-19-15,-2-1 13 0,-10 8 3 0,4 4-5 16,-3 3-7-16,0 1 11 0,-3 1-5 0,0 2-4 15,-8 8-30-15,-4-7-4 0,3 11-24 0,-9-3-25 16,6 4-36-16,-3-4-47 0,0 2-39 0,-1 1-59 16,-11 2-264-16,14-1-571 0,-14 1 253 0</inkml:trace>
  <inkml:trace contextRef="#ctx0" brushRef="#br0" timeOffset="20066.05">23982 1393 379 0,'0'0'361'0,"1"-5"-35"15,-1 5-34-15,0 0-29 0,0 0-29 0,0 0-25 16,0 0-30-16,0 0-15 0,0 0-23 0,0 0-8 31,0 0-21-31,5 17-2 0,-2-5-15 0,-2 5-8 16,-3 1-8-16,0 0-24 0,0 9 9 0,-2-7-3 0,1 5-10 15,-1-7-10-15,2-2-10 0,-1-1-10 0,2-4-11 16,-3 0 7-16,4-5-14 0,-1 2 17 0,-2-5-4 16,3-3 3-16,3 5 0 0,-3-5-1 0,0 0-2 15,19-7-2-15,-7 1 9 0,0-3 6 0,1-1 2 16,2-2-2-16,1 0 1 0,4-7 3 0,-1-1-8 0,-6 6 1 15,4 0-8-15,-3-1 3 0,-1 1-1 0,-1 5 0 16,-4 0 8-16,0 1-17 0,1 3 3 0,-4 1-3 16,0 1-10-16,-1-1 2 15,-4 4-4-15,10-2 0 0,-10 2-4 0,15 6 8 16,-7 0-15-16,2 0 13 0,0 1 1 0,-2 4 1 0,6 0-3 16,-5 3 4-16,4-2-5 0,-2 0-8 15,2-1-1-15,-4-1-14 0,1-3 10 0,-1 1-5 16,-2-1-13-16,-1-3 12 0,2-2 8 0,-2-1 3 15,-6-1-1-15,14-5-3 0,-5-1 8 0,-1-2 4 16,0-4-2-16,-3 2-4 0,3-7 0 0,-4-4 7 16,5-4 12-16,-5 6-3 0,1-6 11 0,0 1 5 15,-1-2 0-15,1-3 0 0,3 2 6 0,-5 1-3 16,0-4 1-16,5 1 10 0,-3 3 3 0,0-1 9 0,-1 8 8 16,0 2 2-16,-3-1 10 0,2 7 7 0,-2-1-7 15,0 4-20-15,-1 1 3 0,3 2-3 0,-1 0-17 16,-2 1-1-16,0 4-4 0,3-7-33 0,-3 7-34 15,0 0-2-15,0 0 12 0,0 0-8 0,0 0 13 16,-3 27 3-16,1-12 2 0,-2 5 6 0,0 6-8 16,0-3 5-16,2 7 6 0,-2-2-9 0,5 3-1 0,-2-2-1 0,1 0-3 15,1 0-14-15,4 0 2 0,-1 3-11 0,6-5 5 16,-2-8-17-16,4 3 20 0,-1-6 3 0,3-1-5 16,4-5 0-16,6 2-5 0,-3-4 3 0,11-6-1 15,2 0 7-15,2-5 5 0,0-1-3 0,-1-1 8 16,0-7 1-16,-2 2 3 0,-1-6 3 0,0 5 2 15,-4-9-1 1,-2 2-1-16,-3-2 10 0,-5-1-4 0,-6 6 8 16,-1-1 4-16,-2 0 15 0,-4 3 0 0,-2 2 0 15,1 0 3-15,-4-1-6 0,-4 4 0 0,1-2-5 16,0 6 1-16,-3-2-2 0,-3 2 2 0,-4 1-6 16,0 3-4-16,-4 3 6 0,-3-2-6 0,1 7 4 15,1-3-2-15,0 7 4 0,-1-4 2 0,5 4-14 16,0 0 10-16,1 2-2 0,0-1 6 0,2 1-5 0,2-1 4 0,4-3-1 15,0 3 1-15,3-3 0 0,-1 0 2 0,4-3-6 16,1 0 4-16,4 3 6 0,1-5-4 16,4 1 2-16,1-3-3 15,6 0 2-15,3 0-13 0,-4-3 10 0,5 3 2 0,-4-4-2 0,4 1 4 16,-5-3-6-16,0 1-3 0,-4-1 7 0,0 3-1 16,-3-2 0-16,-1-1-2 15,2 3 2-15,-4-3-4 0,-7 3 2 0,10-5-1 16,-6 3-16-16,-4 2-44 0,10-2-47 0,-10 2-56 15,5-5-70-15,-5 5-314 0,4-7-591 0,-4 7 262 16</inkml:trace>
  <inkml:trace contextRef="#ctx0" brushRef="#br0" timeOffset="20335.59">25345 1288 113 0,'8'5'230'0,"-3"-2"-10"16,8 6-18-16,-3 0-14 0,-1 5-6 0,5 2-26 16,-4-1-1-16,2 9-16 15,-7 0-7-15,-1 3-7 0,-3-1-13 0,-2-4-10 0,-3-3-7 16,0 1-5-16,-2-3-14 0,1-3 0 0,-2-4-11 16,6-1-3-16,-3-3-9 0,0 1 1 0,4-2 18 15,-4-1 34-15,4-4 25 0,0 0-15 0,0 0-12 16,0 0-2-16,7-20-16 0,-3 11-7 15,5-5-9-15,5-10-10 0,0 4-10 0,3-6-33 16,0 6-33-16,2-6-57 0,2 5-59 0,-1 0-86 0,-2 0-313 16,2 0-574-16,5 3 255 0</inkml:trace>
  <inkml:trace contextRef="#ctx0" brushRef="#br0" timeOffset="21353.34">27051 1027 194 0,'0'-12'268'0,"0"7"-21"0,0 0-15 0,1-2-23 31,2 3-17-31,-3 4-28 0,1-8-20 0,-1 8-18 0,0 0-11 16,0 0-14-16,-1 27-9 0,1-9-10 0,-4 13-13 16,0 4-6-16,-1 12-7 0,-1 3 0 0,-2-2-11 15,-1 4 0-15,3 8 2 0,-1-5-5 0,-1 0-8 16,0-1 3-16,3-3 0 0,0-5-4 0,-1-11-2 15,4-5-3-15,-3-2-3 0,4-2-1 0,-2-9-1 16,3-5 0-16,0-2-7 0,-1-2-1 0,-1-2 10 16,2-1-6-16,0 0 30 0,0-5 20 0,0 0-8 15,0 0-4-15,0 0-2 0,0 0-10 0,-1-22-18 16,5 7 7-16,-1-1-3 0,3-4-6 0,2-7-3 0,1 3-6 16,-3-8-2-16,7 3-4 0,-3-3-4 0,2 2-6 15,0 1 0-15,2 2 4 0,-2 1-2 0,1 4 1 16,4 3 2-16,-5 6-3 0,-2 1-7 0,7 3 5 15,1 1-4-15,0 2 2 0,1 1 1 0,4 2-5 0,4 5 2 16,-6-2-3-16,6 3-6 0,-7 1 11 0,1 1 3 16,-2 5-7-1,-1-4 2-15,-3 5 6 0,2-2-11 0,-5 1-2 16,-5-1-5-16,2 2-8 0,-4-2 3 0,-2-2 1 16,-5 3-5-16,0-2 5 0,-8 3 0 0,-4-3 4 15,-4 0 0-15,-8 1 0 0,-1-2 4 0,-2-4 3 16,0 0-10-16,-2-2 9 0,3 2 0 0,0-6-2 15,6 3 2-15,2-2 4 0,0-5 0 0,5 4 0 16,5-6-11-16,-1 4-18 0,5 2-23 0,2-3-28 0,4 6-25 16,10-18-16-16,6 10-31 0,4-3-34 0,7-1-13 15,9 0-152-15,2 2-387 0,15-2 171 0</inkml:trace>
  <inkml:trace contextRef="#ctx0" brushRef="#br0" timeOffset="21707.32">28013 1339 205 0,'0'0'213'0,"3"-9"-9"16,-3 9-22-16,-5-10-9 0,-4 8-10 0,1-2-13 16,-2 3-9-1,-3 0-15-15,-5-3-15 0,1 6-11 0,-2-2-8 0,-2 3-6 16,-6 2-12-16,1 4-6 0,0 1-8 0,1 0-6 16,-2 5-6-16,2-4-4 0,3 4-4 0,-1 2-6 15,9-3-1-15,1-2-4 0,2 2-3 0,1 1-1 16,4-5-2-16,2 2 2 0,1 0-3 0,3-2 5 15,3-3-7-15,4 1 3 0,3 1 2 0,3-3-1 16,8 0 0-16,9-1-8 0,-2-4 4 0,2-4-1 16,-9 2-3-16,6-3 0 0,-8-3-2 0,-1-1 15 15,-4-1 2-15,4 1 0 0,-4-6-3 16,0 0-6-16,-3-1 1 0,1 0 2 0,-4-3-12 0,-3 1 4 0,-1 0-5 16,0 0 5-16,-4 1-3 0,1 3-2 0,-1 2-4 15,-4 0 0-15,-1 1-12 0,1 2 5 0,-3-1-9 16,0 6-10-16,2-1-27 0,1 0-10 0,-3 3-27 15,7 1-16-15,0 0-37 0,-17 0-25 0,17 0-58 16,-8 9-160-16,8-9-408 0,4 9 180 0</inkml:trace>
  <inkml:trace contextRef="#ctx0" brushRef="#br0" timeOffset="21954.29">28254 1293 160 0,'0'-8'369'0,"0"4"-13"0,1-3-15 16,-1 7-35-16,1-7-25 0,-1 7-31 0,0-5-30 15,0 5-25-15,0 0-19 0,0-6-26 16,0 6-24-16,0 0-1 0,0 0-20 0,0 0-11 0,0 0-13 16,-1 18-14-16,-2-7 5 0,2-1-9 0,0 3-1 15,-2-1-7-15,0 5 0 0,1 2-5 0,1-4-15 16,0 2-24-16,-2 0-12 0,2-3-19 0,-2-2-23 0,3 2-16 15,-1-6-30-15,-2 3-16 0,1-1-24 0,2-7-18 16,0-3 15-16,-3 9-9 0,3-9-92 0,0 0-218 16,0 0-490-16,0 0 217 0</inkml:trace>
  <inkml:trace contextRef="#ctx0" brushRef="#br0" timeOffset="22108.01">28209 1088 21 0,'1'-10'311'0,"2"-1"-28"16,-2 5-21-16,-1-1-30 0,4 0-23 0,-2 4-34 16,-2-3-16-16,0 6-33 0,7-4-43 0,-7 4-37 15,0 0-46-15,14 7-44 0,-8-4-75 0,2 5-172 16,-4-2-315-16,1 2 139 0</inkml:trace>
  <inkml:trace contextRef="#ctx0" brushRef="#br0" timeOffset="22687.44">28528 1296 219 0,'0'5'225'16,"0"-5"-17"-16,-2 11-13 0,-3-4-18 0,-2 2-16 15,1 4-17-15,-3 2-9 0,0-2-20 0,0 3-5 16,0-3-12-16,3 1-7 0,2-4-18 0,0-3-3 15,0-2-3-15,2 0-4 0,-1 0-1 0,3-5 39 16,-4 7 29-16,4-7 25 0,0 0-9 0,0 0-22 16,0 0-12-16,0 0-15 0,21-21-2 0,-11 8-16 15,0 1 0-15,4-4-13 0,-2 3-6 0,3 0-7 16,-3 0-21-16,2 2 17 0,2-1-2 0,-4 0-1 16,3 4-5-16,-8-1-6 0,4 5-6 0,-5-1 4 15,3 1-11-15,-1 3-8 0,3 1 1 0,0 0-7 16,-1 2-4-16,4 5-2 15,-2-2 2-15,-1 4-7 0,3-1-8 16,0 5 6-16,1-2 4 0,2 4-6 0,-2-2-11 0,3 5-9 16,-4-3-7-16,0-1-2 0,4-4-11 0,-4 2-1 0,-5-2-2 0,0-4-1 15,1 2-3-15,-3-8 14 0,0 2 2 0,-7-2 4 16,0 0-8-16,23-11 20 0,-16 4-2 0,1-3 10 16,-1-1 9-16,0-6 5 0,-2-1 13 15,0 1 13-15,0-8-6 0,4 3 24 0,-4-7 4 16,-1 3 12-16,4-3 2 0,-1-1 3 0,1 0 2 15,2-4-8-15,-1 3 12 0,1 1-2 0,-3 3-12 16,0 2 12-16,-3 7 17 0,1 8-4 0,-1-1 3 16,-4 1-35-16,5 3 9 0,-4 1-3 0,-1 2-20 15,0 4-47-15,3-5-12 0,-3 5 3 0,0 0 2 16,-4 24 1-16,-1-5 4 0,0 7 2 0,-3 4 4 0,-2 1 5 0,-3 15 0 16,4-11-8-16,-4 9-18 0,1-10-14 0,7 0-9 15,-3 0-17-15,5-3-9 0,-4 0-16 16,2-7-19-16,0-5-18 0,1-4-29 0,0 2-17 15,1-8-41-15,1-4-57 0,-5 2-211 0,7-7-523 16,0 0 232-16</inkml:trace>
  <inkml:trace contextRef="#ctx0" brushRef="#br0" timeOffset="22910.15">28858 1197 288 0,'-6'-2'297'0,"6"2"-20"0,-7-3-22 0,7 3-25 16,0 0-28-16,0 0-14 0,18-5-19 0,0 3-18 0,16 2-18 16,-2 0-14-16,3 2-7 0,3-4-23 0,17 2 2 15,-18 2-28-15,2-2 10 0,-2 4-4 0,-3-4-10 16,-6 1-5-16,-7-1-10 0,-7-1 0 0,-3 2-19 16,3-2-22-16,-7 1-18 0,-7 0-41 0,6-2-58 15,-6 2-76-15,0 0-254 0,0 0-480 0,0 0 213 16</inkml:trace>
  <inkml:trace contextRef="#ctx0" brushRef="#br0" timeOffset="23743.34">30326 1163 174 0,'0'-3'256'15,"0"3"-30"-15,5-7-24 0,-5 7-27 0,8-5-12 16,1 5-16-16,-9 0-21 15,18 4-8-15,-7 2-18 0,2-1-8 0,2 6-9 16,-4-2-12-16,-1 7-7 0,1-1-2 0,-4 2-10 16,-1 3-4-16,-3-2-8 0,-1 11 2 0,-4 0-7 0,-3 0 0 15,-3-2-2-15,-3 2-4 0,-4 0-4 0,-1-2 1 16,2-1-1-16,-3-4 1 0,4 0-7 0,-1-9 5 0,5-4-5 16,2 2 11-16,-2-5 6 0,1 1 16 15,4-1 13-15,0-2 25 0,3-2 32 0,1-2 30 16,0 0 19-16,0 0-22 0,0 0-11 0,0 0-19 15,7-16-13-15,5 3-10 0,6-7-12 0,5 2-8 16,-4-3-9-16,7-7-9 0,-2 8-4 0,4-6-9 16,0-2 0-16,8-4-15 0,-9 8 1 0,-3-1-1 15,2 1-6-15,-3 4 2 0,-4 2-4 0,-6 7-3 16,-3 1-14 0,-2 3 9-16,1 0 1 0,-4 2-2 0,0 1-4 15,-1 1-12-15,1 0-19 0,-5 3-29 0,4-2 0 0,-4 2 1 16,0 0 6-16,-8 13 6 0,-1-4 1 0,3 0-2 15,-4 6 13-15,-1 2 7 0,-3 7 1 0,7-7-4 16,-4 7 8-16,2 0-5 0,3 2 6 16,2-6 3-16,4 0 1 0,-1-4 1 0,2 2-5 0,9-3-5 0,-1-1-18 15,7 0-54-15,0-3-68 0,10 0-83 0,0-1-340 16,5-7-628-16,1-1 278 0</inkml:trace>
  <inkml:trace contextRef="#ctx0" brushRef="#br0" timeOffset="23967.94">31132 1278 72 0,'0'0'351'0,"0"0"-25"0,-8 0-31 0,8 0-33 16,0 0-28-16,0 0-28 15,0 0-15-15,34-6-22 0,-11 3-24 16,5 1-33-16,-1-1-48 0,0 3-48 0,-5-1-58 16,-1 0-59-16,8-2-90 0,-13-1-161 0,3 4-381 0,-5-3 169 0</inkml:trace>
  <inkml:trace contextRef="#ctx0" brushRef="#br0" timeOffset="24128.58">31115 1431 118 0,'-4'4'180'0,"4"-4"7"0,0 0-5 0,4 10-12 16,7-7-14-16,10-3-19 0,9 5-15 0,2-3-14 15,8-1-11-15,11-4-25 0,0 2-47 0,-14 1-48 16,18-4-61 0,-15 4-158-16,-2-4-261 0,13-4 116 0</inkml:trace>
  <inkml:trace contextRef="#ctx0" brushRef="#br0" timeOffset="24468.72">31999 1141 149 0,'-12'3'177'0,"4"-2"-15"0,-3 3-12 15,1 4-19-15,-4-1-9 0,-3 4-9 0,1-1-10 16,-5 11-10-16,0-3-7 0,4 3-7 0,-2-3-8 0,5 3-4 0,3-4-5 16,2 1 3-16,1 2-8 0,4-1-4 15,3-1 6-15,-1-1-4 0,4 2 20 0,1-1 18 16,7-2 13-16,3 1 10 0,10-2 4 0,2 1 6 16,5-10-3-16,6 3-2 0,0-4 0 0,0-3-14 15,3-4-1-15,-2-3-1 0,0-4-2 0,-3-4-9 16,-4 1-10-16,-2 0-8 15,-6-3 0-15,1-3-8 0,-6-2-3 0,-10 3-16 16,1-2-2-16,-8-1-9 0,-4-6-15 0,-7 1-9 16,-6 3-35-16,-5 3-29 0,-8-1-46 0,-19-1-59 0,-2 6-74 0,-10 1-332 15,7 2-606-15,0 7 269 0</inkml:trace>
  <inkml:trace contextRef="#ctx0" brushRef="#br0" timeOffset="28640.12">32571 1195 126 0,'2'-4'300'0,"-2"4"-20"0,0 0-13 0,1-6-18 0,-1 6-25 16,0 0-26-16,0-5-13 0,0 5-22 0,0 0-23 15,0 0-15-15,0 0-24 0,0 0-55 0,0 0-27 16,0 0-23-16,0 0-35 0,0 0-28 0,9 12-37 16,-6-7-36-16,0 0-51 0,-2 3-122 0,1-1-340 15,-4 2 151-15</inkml:trace>
  <inkml:trace contextRef="#ctx0" brushRef="#br0" timeOffset="28793.35">32538 1516 222 0,'0'0'237'0,"0"0"-26"15,0 0-15-15,0 0-18 0,0 0-30 0,0 0-54 16,0 0-79-16,0 0-116 0,0 0-99 0,0 0-217 15,0 0 95-15</inkml:trace>
  <inkml:trace contextRef="#ctx0" brushRef="#br0" timeOffset="35838.93">4003 3420 73 0,'1'-7'155'0,"0"3"-6"0,1-2-2 0,-2-1 2 0,2 4-3 15,-2-3-4-15,0 0-5 0,2 2 36 0,-1-3-20 16,-1 1-1-16,0 2-8 0,0 1 0 0,0-4-13 16,-1 5-13-16,1 2-13 0,0-5-7 0,0 5-13 15,0 0-10-15,1-6-10 0,-1 6-24 16,0 0-20-16,0 0-3 0,0 0-10 0,1 13 5 15,-2-1-4-15,-2 7 2 16,-1 8-3-16,2 0 2 0,-1 3-6 0,-3 4 6 16,1-1-4-16,2 5 5 0,1-4-7 0,1 11 1 15,-2-10 3-15,3 2 0 0,-1-4 1 0,-2-4-3 16,3 0 1-16,0-4 1 0,1-7-4 0,-1-2-1 16,0-4 1-16,0-2 3 0,2 1-2 0,-4-5 4 15,2 0-1-15,0-1 38 0,-1-2 23 0,1 0 34 16,0-3 31-16,-1 4-4 0,1-4-16 0,0 0-22 0,0 0 0 15,-1-14-12-15,1 3-25 0,1 1-29 0,-1-4-39 0,1-2-42 16,0-1-49-16,1-3-53 0,-2 2-60 0,1-8-102 16,2-3-162-16,-1 3-520 0,3 0 231 0</inkml:trace>
  <inkml:trace contextRef="#ctx0" brushRef="#br0" timeOffset="36139.51">4036 3230 20 0,'0'0'244'0,"-5"-2"-19"0,5 2-10 16,0 0-21-16,-1-3-14 0,1 3-21 0,0 0-14 16,0 0-20-16,0 0-12 0,0 0-11 15,11-5-8-15,8 2-10 0,2 2-6 0,10-4-9 16,3 2-8-16,2-2-7 0,15 2 2 0,-9 1-13 15,13-2 0-15,-2 2-3 0,-14 1-2 0,-2-2-4 0,-4 3-4 16,-2-1-1-16,-9-1-2 0,-4 1-7 0,-4 1 5 16,-4-1-13-16,-1 2-2 0,-2-2-12 0,1 1-14 0,-8 0-10 15,7 1 4-15,-7-1 2 0,0 0 0 0,-17 9-16 16,-1-2-26-16,-2 0-31 0,-1 0-45 0,2 3-42 16,-9 0-146-16,8-2-353 0,0 0 156 0</inkml:trace>
  <inkml:trace contextRef="#ctx0" brushRef="#br0" timeOffset="36493.44">3974 3609 202 0,'-7'3'195'0,"7"-3"-15"0,0 0-20 0,0 0-13 0,0 0 3 16,0 0-8-16,0 0-13 0,36-3-7 0,-18 0-10 16,10-1-7-1,0 1 1-15,4-1-4 0,0 1-3 0,-1-1-15 16,-1 1-5-16,1 3-9 0,-2-2-8 0,-7 1-6 15,-3-1-5-15,-6-1-3 0,0 3-5 0,-3-2-4 16,-5 2-3-16,2 0-4 0,-1-2-4 0,-6 2-1 16,9-1-4-16,-9 1-3 0,5 0-23 0,-5 0-18 0,0 0-18 0,0 0-15 15,0 0-32-15,0 0-44 0,-10 10-85 0,10-10-136 16,-13 2-379-16,9 1 169 0</inkml:trace>
  <inkml:trace contextRef="#ctx0" brushRef="#br0" timeOffset="37237.41">4648 3537 157 0,'0'0'265'15,"7"-3"-29"-15,-1 1-23 0,-2 0-23 0,2 2-19 16,-6 0-21-16,13 1-15 0,1 2-16 0,-4 0-9 15,8 5-12 1,-1-3-11-16,-2 5-5 0,1 0-3 0,-1 2-10 16,-1 1-6-16,9 2-3 0,-13 1-5 0,2 0-4 0,-2 1-4 0,0 1-5 15,-2 0-4-15,-3-1-4 0,0 1 2 0,-4-2-3 0,-1-3-1 16,0-4 7-16,0 3-1 0,-2-3 5 0,0-2-3 16,0-1-3-16,-2 2-4 0,1-4-3 15,-2-1 12-15,3 2 22 0,2-5 21 0,0 0 13 16,-10 3 8-16,10-3 5 0,0 0-2 0,0 0-2 15,-9-14-8-15,9 3-6 0,1 2-8 0,1-5-10 16,5-1-7-16,4-9-6 0,3-1-14 0,1 4-11 16,4-1-8-16,1 0-9 0,3 2-15 0,0 4-10 15,3 1-15-15,-1 1 10 0,2 2-5 0,1 3-6 16,0-3 4-16,4 7-8 0,-4-6-15 0,-2 6 11 16,-2 3 9-16,-3-5-4 15,-1 4 5-15,-3-1 4 0,-3 3 1 16,-3 0 0-16,-2 0-2 0,0 1 5 0,-3-3 1 15,0 3 7-15,0-1-2 0,-6 1 0 0,9-1 0 16,-9 1-1-16,6-3 10 0,-6 3-9 0,0 0 6 16,0 0 1-16,8 0 2 0,-8 0 2 0,0 0-5 0,0 0 0 0,0 0 4 0,0 0-1 15,0 0-5-15,0 0 5 0,0 0-4 16,0 0-6-16,0 0-6 0,5 3-1 0,-5-3 2 16,0 0 1-16,-5 7 4 0,1-2-15 0,0 4 13 15,-5-4-1-15,0 6 5 0,-1 2-2 0,-3 2 4 16,2 0-20-16,-2 2 26 0,2-1-7 0,-4 8 4 15,4-7-1-15,0 3-3 0,1 2-2 0,3-6 6 16,3 1 3-16,-1-1 1 0,5-3 3 0,-1-1-5 16,1-2-2-16,1-1 7 0,4-1 2 0,3 1-4 0,2-4 6 0,3-1 3 15,6-1-3-15,9-6 11 0,0-1-10 0,4-3-4 16,-4-2 17-16,-1 1 2 0,0-3 2 16,-1-3 11-16,-10 2-2 0,-1-1 10 0,-1-2 7 15,-1 1-5-15,-5-4-5 0,1 1-4 0,-3-2-27 16,-2 2 22-16,-3-1 0 0,1 0-11 0,-5 4 1 15,-5-1-1-15,1 1-7 16,-3 5-2-16,-3-2-11 0,-3 2-18 0,-2 2-24 16,6 6-44-16,-9-4-48 0,2 4-50 15,-1 5-55-15,7-1-91 0,-5-1-269 0,5 1-641 16,8-1 284-16</inkml:trace>
  <inkml:trace contextRef="#ctx0" brushRef="#br0" timeOffset="38212.43">5641 3837 89 0,'9'-5'111'15,"5"1"18"-15,-2-1-8 0,-2-1-1 0,8-4-2 0,-4 2 0 16,4-2-1-16,-1 1 14 0,-1-4-4 16,0-2 5-16,-3 1 2 15,5-8 7-15,-1-2 0 0,-3-1-1 0,-4 1-13 16,3-4-15-16,0 1-8 0,-3-10 24 0,3 6-17 15,-2-16-14-15,-4 13-7 0,3-12-10 0,-5 10-1 16,0 2 2-16,-3 3 9 0,4 2 10 0,-5 3-3 16,-1-3 4-16,1 14 2 0,-1 3-11 0,0 1-23 0,0 1 16 0,0 5-12 15,-1-2-1-15,1 1-14 0,0 6-12 0,0-7-27 16,0 7-39-16,0 0-1 0,0 0-1 16,-7 16 3-16,1 1 2 0,-4 10-1 0,2 4 7 15,1 6 1-15,-6 10 2 0,3 3 0 0,3-2 2 16,1-4 2-16,3-9 2 0,3-1 2 0,0 3 2 15,4-6 0-15,0-2-3 0,1-1 3 0,0-4-1 16,-1-7 1-16,0-1 3 0,2-6-6 0,-2 2 10 0,-1-5-3 16,-2-1 11-1,1-2 26-15,-2-4 30 0,4 7 31 0,-4-7-3 16,0 0-1-16,11 0-8 0,-11 0-11 0,8-10-5 16,-4 4 9-16,0 0-12 0,1-5-3 0,-1 3-13 15,-1-4-5-15,-1 0-2 0,2 2-5 0,-4-2-6 16,0 0-9-16,2 4-2 0,-2-2-5 0,0 3-18 15,-1 0-6-15,0 2-26 0,0 1-23 0,1 4-48 16,-3-8-43-16,3 8-53 0,0-6-56 0,0 6-31 0,0 0-38 0,0 0-286 16,0 0-655-16,0 0 290 0</inkml:trace>
  <inkml:trace contextRef="#ctx0" brushRef="#br0" timeOffset="38628.81">6168 3709 151 0,'0'0'218'0,"0"0"2"16,0 0-16-16,0 0-20 0,0 0-17 0,21-10-15 0,-8 7-14 15,-1 0-15-15,4-6-13 0,3 3-8 0,2-2-7 16,6-2-3-16,-7 0-7 0,6-1-5 0,-7 0-2 16,-1 1 3-1,0-2-4-15,3-5-8 0,-4 5 2 0,-3-2 9 16,0 1 3-16,-5 4 5 0,1-2 14 0,-6 5 3 15,0-2-11-15,-3 1-9 0,-1 0-11 0,0 1-6 16,-1 2-13-16,-6 0 0 0,-3 1-9 0,0 3 3 16,-4 2-16-16,-7 2-5 0,-4 5 6 0,5 0-12 0,-2 3-2 0,-1 4-17 0,5-2 19 15,5 1-10-15,-1 3 10 0,8-1-13 16,-1 0 4-16,6 3-4 0,6-1 0 0,3 1 3 16,7 2-2-16,4 1 2 0,10-3 3 0,-3-3 0 15,8-5-1-15,0 2 0 0,7-6 9 0,-1-2-12 16,14-5-3-16,-4 4 1 0,-13-5 2 15,3 1 0-15,-5-2-8 0,-4 1 2 0,-9 0 1 16,-4 0 0-16,-5-3 4 0,-4 6-5 0,0-6 5 0,-9 3-2 16,11 0-2-1,-11 0-6-15,9-2-3 0,-9 2-54 0,0 0-70 16,0 0-63-16,0 0-96 0,0 0-261 0,-23-6-592 16,23 6 263-16</inkml:trace>
  <inkml:trace contextRef="#ctx0" brushRef="#br0" timeOffset="41616.97">7001 3485 112 0,'0'-3'245'0,"0"3"-16"16,1-5-4-16,-1 1 1 0,0 4-13 0,1-5-10 0,0 2-14 0,-1 3-8 16,0-6-8-1,0 6-18-15,2-3-20 0,-2 3-9 0,1-4-11 16,-1 4-18-16,0 0-10 0,0 0-14 0,0 0-8 0,0 0-8 16,0 0-10-16,4 14-2 0,-5-4-6 15,3 2-1-15,-3 3-8 0,1 3 1 0,-3 3-5 16,2 3 0-16,-2 2-5 0,3-6-3 0,-1 3 4 15,0-5-4-15,1 0 3 0,-1 2-4 0,1-3-6 16,0-2 4-16,0-4-2 0,-2 1-3 0,4-2 2 16,-2-4-1-16,-2 0-1 0,4-1 1 0,-2-5 6 15,1 5 34-15,-1-5 41 0,0 0 27 0,0 0 35 16,0 0-16-16,0 0-11 0,0 0-11 0,10-19-11 16,-3 7-8-16,0-2-20 0,3-1-1 0,3-7-6 15,1-1-13-15,0-2-7 0,2 1-8 0,-1-1-6 0,4 1-4 0,-2-3-8 16,2 6 5-16,-5-1-10 0,-1 8 1 0,-3 0 1 15,-1 4-3-15,0 2-6 0,-3 1-3 0,1 2 1 16,-3 0-4-16,0 2-9 0,2 1-1 16,-6 2 3-16,9 0-1 0,-9 0 1 0,10 6-8 0,-2 2-3 0,-2 0-3 0,0 4 8 15,0-2 1-15,6 5-1 0,-7 2-2 16,3 0-1-16,-4 2 9 0,5 7-4 0,-4 0-2 16,-4-6 5-16,0 0 0 0,2-1-2 0,-2-1 0 15,-1-1 4-15,4-3 6 0,-4-5-6 0,3 3 6 16,-2-3-9-16,-1-2 5 0,1-2 0 0,-1-5-5 15,3 9 9-15,-3-9-20 0,5 7 19 0,-5-7-16 16,15 1-15-16,-3-2-26 0,6-2-22 0,-3-2-23 16,5 0-31-16,6-7-27 15,-7 4-31-15,2 1-22 0,4-4-29 0,-3 1-33 16,-7 0-28-16,7 1-232 0,-5-1-573 0,-1 0 253 16</inkml:trace>
  <inkml:trace contextRef="#ctx0" brushRef="#br0" timeOffset="41917.53">7734 3583 2 0,'0'0'187'0,"1"-8"11"0,-1 5 9 16,0 3 12-16,0-9 4 0,0 8 7 0,3-3-6 0,-3 4 0 0,-4-10 2 16,4 10-5-1,0-6 0-15,-2 1-19 0,2 5-11 0,0 0-7 0,-2-6-10 16,2 6-19-16,0 0-20 0,0 0-8 0,0 0-14 16,4-4-20-16,-4 4-9 0,0 0-11 0,0 0-14 15,0 0-6-15,0 0-3 0,0 0-12 0,0 0-2 16,0 0-9-16,-5 19 6 0,4-9-11 15,1 0 0-15,-4 1 0 0,4 0-4 0,-4 1-8 16,2 3-8-16,-1-3 14 0,2 5-7 0,-2-2 8 16,2 0-5-16,-2-2 2 0,3-4-5 0,0 4 3 0,-1-5-5 15,-2 0 3-15,3-3-12 0,0-5 2 0,-2 12-3 16,2-12 2-16,1 5-3 0,-1-5 7 16,0 0-14-16,-1 7 14 0,1-7 2 0,0 0 0 15,0 0-35-15,0 0-27 0,0 0-29 0,0 0-34 0,-5-24-35 0,2 10-44 16,6-3-73-16,-6-1-310 0,2-1-629 0,1-9 278 15</inkml:trace>
  <inkml:trace contextRef="#ctx0" brushRef="#br0" timeOffset="42064.6">7683 3260 261 0,'-1'-6'293'0,"-2"0"-6"0,1 2-23 16,2 1-32-16,0 3-9 0,-3-4-26 0,2-1-20 15,1 5-19-15,0-4-16 0,0 4-25 0,0 0-40 16,0 0-11-16,0 0-39 0,0 0-34 0,0 0-47 15,13 15-55-15,-8-10-88 0,0 2-162 0,-1 1-390 16,1 1 173-16</inkml:trace>
  <inkml:trace contextRef="#ctx0" brushRef="#br0" timeOffset="44438.61">8000 3485 225 0,'1'-7'264'16,"-1"5"-1"-16,3-1-5 0,-3 3 7 0,0-7-14 15,0 7-18-15,1-4-9 0,-1 4-26 0,1-3-24 0,-1 3-14 0,0 0-16 16,0 0-18-16,0-4-14 0,0 4-28 0,0 0 12 16,0 0-25-16,0 0-18 0,0 0 4 0,3 11-3 15,-3-4-19-15,1 3 9 0,-2 2-4 0,2 4-8 16,-2 1 3-16,-2 1-8 0,7 2 1 0,-5-3-4 15,2 2-3-15,2 0 0 0,-2 1-12 0,2-4 9 16,-1 0 1 0,1-2-7-16,-2-2 6 0,3-1-3 0,2-4-4 0,-3 1 7 15,-2-3-12-15,2-1 5 0,-2 1 11 0,-1-5-5 0,5 7-3 0,-5-7 3 16,16-3 13-16,-4-1 3 0,0-3 4 0,3 0 24 16,0-5-2-16,2 2 0 0,-3-5-7 15,6-2-4-15,-4 2-13 0,0-6 3 0,5 1-9 16,-6 0-6-16,2-2 2 0,-3-1-6 0,-2 10 2 15,-2-4 3-15,-3 7-2 0,1-4 0 0,-3 5-3 16,-1 3 12-16,0 1-8 0,-2 0-1 0,1-1-5 16,-1 3-1-16,-2 3-15 0,3-6-9 0,-3 6-19 15,0 0-22-15,4-2 3 0,-4 2 4 0,0 0 8 16,0 0 1-16,-3 19 2 0,3-9 3 0,-2 0 10 16,2 2-1-16,-3 0 2 0,6 3-11 0,-1 1 19 15,1-1-4-15,-1-3 12 0,3 0-4 0,-1 0-18 0,1-2-12 16,3-1-23-16,0 0-31 0,0-2-39 0,2 2-49 15,-1-3-66-15,3-2-88 0,1-2-186 0,-2-2-560 0,2 1 248 16</inkml:trace>
  <inkml:trace contextRef="#ctx0" brushRef="#br0" timeOffset="44823.98">8612 3427 193 0,'0'0'230'0,"1"-2"-20"0,-1 2-18 0,0 0-21 0,0 0-19 16,0 0-14-16,0 0-16 0,0 0-13 0,0 0-8 16,0 0-3-16,0 0-6 0,0 0-7 0,-8 12-3 15,4-10-6-15,1 4-7 0,-2 0-8 0,-2 2-4 16,1-2-9-16,0 2-3 0,3 0-6 0,-2 2-2 15,1-1-5-15,2 1 0 0,0 0-4 0,1 0-4 16,2 2 0-16,2 0-4 16,2 0-3-16,3 2 9 0,-1 1-9 15,6-1-1-15,2 0 1 0,1-2-3 0,0 2-2 0,5 1 2 0,-7-2-3 0,0-2-2 16,0-3 3-16,-1 5-2 0,-4-6-2 0,0 0-2 16,-4-3-2-16,-1 2-2 0,0-1 1 0,-4-1-1 15,0-4 1-15,-4 10 1 0,-5-6 1 0,-1 0-1 16,-7-1 3-16,-2 0-4 0,-2-1-2 15,1-2 1-15,-10 5-12 0,10-4-46 0,-3 0-67 16,4-3-94-16,-8-3-182 0,8 4-432 0,7-4 193 16</inkml:trace>
  <inkml:trace contextRef="#ctx0" brushRef="#br0" timeOffset="46229.9">9685 3237 141 0,'0'-6'250'0,"0"1"-10"16,0 3-4-16,0 2-15 0,-1-7-16 0,1 7-19 16,0-5-17-16,0 5-22 0,0 0-14 0,0 0-20 15,1-4-12-15,-1 4-14 0,0 0-12 0,0 0-9 16,-1 18-3-16,-1-6-7 0,-1 8-6 0,-1-1-7 15,0 9 2-15,-1-1-6 0,0 1-7 0,1-1-1 16,1-1-1-16,-4 0-1 16,4-6-3-16,-2 3-5 0,3-5-1 0,-1-2-1 15,2-4 0-15,0 1-4 0,0-4-2 0,-1 1 2 0,2-4-3 0,-1 0 2 16,1-1 0-16,0-5 2 0,-1 8 19 0,-1-4 29 16,2-4 35-16,0 0 34 0,-1 6 27 15,1-6-20-15,0 0-16 0,0 0-11 0,0-20-15 16,-1 11-7-16,2-1-12 0,0-1-4 0,2-7-7 0,1 0-9 15,3-8 0-15,0 2-19 0,2-5-4 16,-1-2-18-16,2 2 17 0,-1 2-13 0,-2 0 4 16,-1 8-1-16,1 3-2 0,-2 1-11 0,-1 4 2 15,-3 0-6-15,3 6 5 0,-3-3-6 0,2 3 1 16,-3 0 1-16,1 1-24 0,-1 4 7 0,4-5-28 16,-4 3-26-16,0 2 15 0,0 0-5 0,10 10 13 15,-6-4 1-15,0 2 9 16,0 2-17-16,1 2-2 0,0 3 9 15,3 1-2-15,-2-2-9 0,2 1 3 0,0-1 5 0,2-1-7 16,-4-3 5-16,3 0-3 0,1-1 1 0,-2-3 3 16,1 0 9-16,-3-2 1 0,6 0 5 0,-5-3 3 0,2-2 5 0,4-3-3 15,-3-2 9-15,1 1-3 0,5-6 2 16,-7-2 2-16,5 1 1 0,-4-3 1 0,8-5 2 16,-6 3-1-16,1-5 2 0,1-1 3 0,-2 1-5 15,-2 3 8-15,-2 1-1 0,-3 4 19 0,2-1 10 16,-2 5 11-16,0 2-4 0,-3 0 14 0,2 3-3 15,-1-2-6-15,-2 3-9 0,2 0-8 0,-3 4 0 16,2-5-21-16,-2 5-28 0,0 0 10 0,0 0 0 16,0 0 3-16,-1 25-2 0,-3-8 6 0,0 9 1 15,-2 1 0-15,-2 1 5 0,2 3 2 0,1-1 5 0,-3 2-6 0,1-3 1 16,4 2 2-16,-2-2 0 0,1-1 0 0,4-3 0 16,0-6 1-16,-1-2 2 0,-2-5-3 15,3 1 4-15,1-5 2 0,-2-1-12 0,1-1 14 16,-1-1 1-16,2 1-4 0,-1-6-1 0,0 7 7 0,0-7 7 15,0 7-3-15,0-7-3 0,3 3 0 0,-3-3 1 32,0 0-12-32,0 0-37 0,0 0-32 0,0 0-40 0,0 0-45 0,20-7-68 15,-11 3-78-15,1-3-184 0,-1 0-524 0,-1 2 232 16</inkml:trace>
  <inkml:trace contextRef="#ctx0" brushRef="#br0" timeOffset="46889.97">10232 3534 196 0,'0'0'201'16,"0"0"-21"-16,0 0-11 0,0 0-8 0,0 0-19 15,0 0-14-15,0 0-17 16,0 0-6-16,27-7-13 0,-15 1-7 0,0 1-11 15,4 0-7-15,2-3-6 0,0 0-3 0,2 0-8 16,-1-2-5-16,3-4-5 0,1-1-7 0,-5 2-1 16,5-1-6-16,-8 1-2 0,-1 0 4 0,-4-1 2 0,-1 5 5 0,-1 0 4 15,0 1 4-15,-3 1 3 0,-1 0-5 0,-2 1-1 16,-2 1-7-16,0 1-5 0,-5-1-4 16,1 3 0-16,-5 2-4 0,-1 0-3 0,-3 2-2 15,-3 2 0-15,-1 3-3 0,-2 0-1 0,1 4-4 16,0-1 2-16,-2 7-2 0,-4-2-1 0,9-2-3 15,0 3 2-15,6-2 3 0,-2 3-3 0,2-2 1 16,4 1-2-16,3-4-2 0,0 5 0 0,3-3 6 16,2-3-3-16,2 0 3 0,4 0 0 0,3 0-2 15,6-1 2-15,5-1 0 0,7-5-1 0,-1 0-3 0,4-2 0 0,3-4-4 16,-2 0 3-16,-3-4 1 0,1-3-1 0,0 0-2 16,-1 0 5-16,-7-7-5 0,4 2 2 0,-6-4 2 15,2-1 6-15,-5-1 0 0,-1-4 8 0,-2-5-3 16,-4-1 3-16,2-5 0 0,-2 1 4 0,3-12 4 15,-7 12 12-15,0-2 20 0,-3 5 8 0,-4-1 10 32,5 2 2-32,-1 3 12 0,-5 7 0 0,3 2 5 0,-3 7-21 0,0-2 22 15,0 3-12-15,-3 1-9 0,3 4-10 0,0 5-9 16,0-9-10-16,0 6-40 0,0 3-11 0,0 0 1 16,0 0 3-16,0 17-2 0,-1 0 1 15,0 9 4-15,-2 4-5 0,-3 4 4 0,0 0 4 16,2 1-9-16,-4 12 5 0,7-1-15 0,-2-15 18 0,1 4-1 15,-2-4 1-15,3 0 0 0,-2-4 6 0,7-1-5 0,-4-6 6 16,-1-3-11-16,2-1 4 0,-1-5-2 0,-1 0-15 16,2-1-16-16,-2-5-15 0,1 3-11 0,1-3-5 15,-1-1 1-15,0-4 0 0,-1 7 0 0,1-7-9 16,0 0-69-16,0 0-51 0,0 0-84 16,0 0-230-16,-25-10-542 0,19 4 240 0</inkml:trace>
  <inkml:trace contextRef="#ctx0" brushRef="#br0" timeOffset="47059.05">10724 3388 28 0,'-5'-4'240'0,"5"4"-10"0,0 0-13 16,0-3-19-16,0 3-16 0,0 0-19 0,0 0-12 16,7-3-18-16,1 2-10 0,5-1-16 15,8-1-10-15,8 1-11 0,-1-2-4 0,3 0-13 16,-3 1-6-16,3 1-25 0,1-2-53 0,-2 1-57 15,-2 0-71-15,-7-1-187 0,-2-4-357 0,-1 4 159 0</inkml:trace>
  <inkml:trace contextRef="#ctx0" brushRef="#br0" timeOffset="47544.74">11242 3033 228 0,'1'-5'312'16,"4"0"-13"-16,-1 1-20 0,-4 0-29 0,0 4-22 16,4-6-29-16,-4 6-22 0,1-5-19 0,-1 5-20 15,0 0-16-15,0 0-15 0,4 17-11 0,-4 0-9 16,-1 0-8-16,-2 8-7 0,2 5-9 0,-7-1-5 15,2 5-3-15,-6 13-6 0,5-1 0 0,-1-11-4 0,0-2-6 16,2 0-1-16,2-2-1 0,0-2-7 0,0-2-3 16,2-8-5-16,-2-4 5 0,4-3-7 0,0-1 2 15,0-5-3-15,0 4-1 0,0-7 5 0,-2 4 17 16,0-3 47-16,2-4 37 0,0 0 30 0,0 5 29 16,0-5-7-16,0 0-15 0,0 0-17 0,18-12-17 15,-9 5-12 1,0-3-11-16,5-2-12 0,-1 0-17 0,2-3-3 15,-1 1-12-15,3 1-3 0,-4 1-13 0,-2 0-1 16,-1 5-4-16,-2 0-8 0,-1 3-6 0,-3 0-1 0,2-1-17 16,-3 1-23-16,-3 4-28 0,7-1-7 0,-7 1 10 0,0 0-17 15,15 9 12-15,-7-4-15 0,-3-1-7 0,3 6-27 16,2-1-12-16,1 2-18 0,2 2-24 0,2-1-20 16,3 1-22-16,4 0-26 0,-3-2-36 0,8 0-35 15,-9-3-41-15,1-4-196 0,-1-1-569 0,1 0 252 16</inkml:trace>
  <inkml:trace contextRef="#ctx0" brushRef="#br0" timeOffset="47892.25">11830 3449 153 0,'3'-10'213'0,"1"1"-19"15,-2-3-6 1,-2 4-10-16,-3-3-14 0,2 3-13 0,-2-2-8 16,1 6-14-16,0-3-13 0,-3 1-8 0,2 3-12 15,-4 1-13-15,7 2-6 0,-13-2-11 0,13 2-2 16,-19 4-9-16,9 1-3 0,-2 3-7 0,0-1-6 15,-1 5-2-15,-1 0-2 0,2 1-4 0,1 1-2 16,-1-1-4-16,3 1 0 0,3-2-4 0,1-1-2 16,2 0-3-16,2-1 1 0,-2 3-1 0,3-2 0 0,3-1 1 0,-3-2-1 15,5-2 1-15,-1 1 4 0,4-2 3 0,3-2 1 16,8-2-2-16,-6 2-2 0,5-3 0 0,-1-4-1 16,-2 4-1-16,2-4 3 0,-1-2 10 0,-6-1 0 15,7 0-2-15,-4-4 6 0,1 1-1 0,-4-2-6 16,-1-3-4-16,-3-1-1 0,3 1-3 0,-5-2-5 15,0 1-1-15,-7-1-4 0,2 3-3 0,1 3-3 0,-3 0-1 16,1-2-1-16,-7 6-2 0,1-2-8 0,2 3-1 16,-6 1-8-16,0 1-15 0,3 3-19 0,-3 1-21 15,12 0-24-15,-16 5-19 0,7 1-20 0,1 0-39 16,3 0-51-16,1 0-152 0,4 0-406 0,4 2 180 16</inkml:trace>
  <inkml:trace contextRef="#ctx0" brushRef="#br0" timeOffset="48499.95">12504 3389 42 0,'-2'-7'198'0,"-1"2"-14"0,-6-2-22 15,2-1-12-15,-2 3-16 0,0 1-8 0,-4 0-13 16,1 2-10-16,-5-1-12 0,-4 3-8 0,2 3-4 15,0-1-7-15,-2-1-8 0,-2 6-7 0,4-1-6 16,-1 1-3-16,-1 2-6 0,3 3-5 0,3-4-4 16,-3 6-3-16,5-4-2 0,1 2-3 0,-1 0-1 15,5 1-1-15,1-2-1 16,4-1 1-16,2 1-4 0,1-1 1 0,4 0-6 16,-1-1 3-16,6 0-1 0,2 0-3 15,4-2-1-15,2 1-2 0,-4-6 1 0,5 0-2 16,0-2-3-16,3-3 2 0,-3-2 2 0,-1 0 4 15,0-3 8-15,1-1 11 0,-4-2 15 0,0-3 0 16,-2 0 10-16,-1-2 1 0,1-1 3 0,-1-9 2 0,1 0-1 16,-2-3-6-16,-1-2 0 0,0-1-7 0,-2-3 3 0,0-13 12 15,-2 13-2-15,-1-12 20 0,1 16 7 0,-3-1 6 16,2 3 2-16,-4 2 7 0,0 3-13 0,0 8 7 16,0-1 8-16,1 6-6 0,-1 5-12 0,0 0-11 15,0 0-5-15,0 1-13 0,0 5-8 0,-1-10-14 16,1 10-6-16,0 0-26 0,0-3-22 0,0 3-4 15,0 0 7 1,-4 17 3-16,2-5 6 0,-3 6-10 0,0 8 7 0,-2 3 1 16,-2 0 1-16,4 3-1 0,-2-2 3 0,1 4 0 15,3-1-11-15,-1 0 11 0,0 0 2 16,1-3-22-16,-2 0 29 0,3-2-7 0,2-3 8 16,-1-7-1-16,1 1-5 0,-2-2 8 0,2 0 7 15,0-6-13-15,-1-1 2 0,1-3-7 0,1-1 7 16,-1 1-6-16,-1-2-1 0,2-1 8 0,-1-4-6 0,0 8-5 0,0-8 8 15,0 4 0-15,0-4 2 0,0 0-3 0,-1 6-1 16,1-6 1-16,0 0-1 0,0 0 4 0,0 7 3 16,0-7 6-16,0 0-12 0,0 0 8 0,0 0 4 0,0 0 1 0,0 0-24 15,19-3 17-15,1-1-33 0,7-2-66 16,4-1-91-16,2-4-128 0,17-5-308 0,-3-4-669 16,1-4 297-16</inkml:trace>
  <inkml:trace contextRef="#ctx0" brushRef="#br0" timeOffset="48878.85">12963 3038 22 0,'0'0'298'16,"0"-5"-15"-16,0 5-38 0,0-7-21 0,4 2-21 15,-4 3-24-15,0 2-14 0,0 0-19 0,0-5-14 16,0 5-28-16,5-5-47 0,-5 5-62 0,0 0-59 16,11 6-87-16,-8-1-156 0,2 1-332 0,-1 3 148 15</inkml:trace>
  <inkml:trace contextRef="#ctx0" brushRef="#br0" timeOffset="49032.1">12885 3502 112 0,'0'0'261'0,"-2"4"20"16,2-4-18-16,-2 3-25 0,2-3-26 0,0 0-23 16,0 0-18-16,4 3-32 0,-4-3-67 0,0 0-70 15,14-3-96-15,-7 1-214 0,-1-2-334 0,4 0 149 16</inkml:trace>
  <inkml:trace contextRef="#ctx0" brushRef="#br0" timeOffset="49232.45">13180 3338 194 0,'0'0'281'16,"0"0"-28"-16,22-1-26 0,-8-2-23 0,13 2-18 16,4 1-19-16,2 0-15 0,0-1-20 0,1 3-35 0,1-2-79 15,-2 0-91-15,0 0-234 0,-2-3-332 0,-9 2 148 16</inkml:trace>
  <inkml:trace contextRef="#ctx0" brushRef="#br0" timeOffset="51725.4">4136 4345 65 0,'0'0'143'0,"0"0"-2"0,-1-6-7 0,1 6-9 0,0 0 5 0,-3-4-1 16,3 4-6-16,0 0-7 0,0 0-6 0,0 0-11 15,0 0-12-15,0 0-9 0,0 0-11 0,9-3-4 16,-4 1-6-16,0 0-4 0,3-1-8 0,2 1-6 15,3-3-2-15,1 3-6 0,5-3 0 16,-1 2-7-16,5-2-2 0,5 2-6 0,4-1 4 16,0 0-5-16,3 2 0 0,1 0-3 15,3-1-4-15,13 0 5 0,-2-1-4 0,4 0 0 16,1 1 0-16,1 2-1 0,-2 1 0 0,3-3-3 16,2 0 0-16,1 1-2 0,3 1 1 0,2 1-1 15,27-3 2-15,-29 2-2 0,3-1-3 0,26 3 4 16,-32-2-4-16,4 1 2 0,-2-2-2 0,4-1 6 15,-3 3 0-15,28 0-4 0,-29 0 1 0,-1-2-3 16,4 2-2-16,-1 0 3 0,1 2 1 0,3-4 0 0,-3 2-2 16,-1-2 2-16,0 4-3 0,-3 0-1 0,-1-2 1 15,3 2 3-15,-2-1-2 0,3-1 0 0,-4 0 3 16,1-1-3-16,-2-1 2 0,0 4 0 0,1-4 1 16,-1 2-4-16,-3-2 4 0,-4 2-6 0,2 0 3 15,-2 2 2-15,-11-4-5 0,12 2 6 0,-13 2-4 16,12-7 2-16,0 3-1 0,0 0 4 0,2 2-4 0,-16-2-1 0,15 1 2 15,-2-2 0-15,4 3 0 0,-4-2-3 16,0 3 4-16,2-2-3 0,-1 1 4 0,-15-2-7 16,17 1-2-1,1 4-6-15,-4-3 6 0,1-2-2 0,3 2 0 0,-1 2 2 16,-3-2-4-16,3 0 3 0,-2 1-1 0,1-1-8 0,0 1 4 16,1-1 6-16,1 0-1 0,-4 3-5 15,0-3-2-15,-14 0 2 0,5 0-4 0,-4 1 3 16,16 1 0-16,-17-1 3 0,4-1-5 0,-1 1 2 15,10 0 3-15,-11 1-2 0,1-2-7 0,-1 2 3 16,14 0 1-16,-15-2 1 0,14 0-3 0,-1 0 0 16,2 2 3-16,-15-1 3 0,-1 1 0 0,2-2 2 15,-1 0 0-15,3 1 1 0,-5 0 2 0,1 0 6 16,-3 1-11-16,1-1 7 0,3 0-2 0,-5 0 3 0,3 0 7 0,-1-1-14 16,-3 2 2-16,-1-1 0 0,0-2 7 0,1-1-1 15,0 2-1-15,-4-2 1 0,2 1 0 16,-2-3 2-16,0 3 0 0,1-2-1 0,-9 0 6 15,1 1-9-15,2-2 4 0,-1 1-4 0,-2 0 5 0,2 0-4 16,0 2-2-16,-1-3 5 0,-1 1 0 0,1 1 3 16,0 0-3-1,-1-3-2-15,3 5-2 0,5-4 9 0,-6 3-7 0,6 1 5 16,1 0-3-16,-1 0-3 0,-7 0 3 0,7 0-1 16,-1-1 0-16,1 1 4 0,-5 0-4 15,6 0 0-15,-1 1-1 0,1-1-4 0,1 0 9 0,-2 0-6 16,-1 1 9-16,4-2-9 0,-2 1 3 0,2-1 0 15,0 1 7-15,2 0-9 0,0-1-2 0,0 1 3 16,2 0-2-16,-1 1 2 0,0-2-6 0,0-1 2 0,2 2-9 16,-2-2 2-16,2-1 0 0,-4 0 2 0,0 1 1 15,-1-2-4-15,-3-2 4 0,1 4 12 0,1-2-9 16,-1 1 0-16,-8 1 2 0,7-5-5 0,-2 3 2 16,-4 0 1-16,-3 3-3 0,2-4 6 0,0-1 3 15,1 1-4-15,-3 1 1 0,6 1-4 0,0-4 0 16,-2 3 4-16,5-1 3 0,2 2 5 0,-5-3-10 0,6 3 5 15,-3-1 0-15,0 2 0 0,2-1-5 0,-1 1 15 16,3-2-18-16,-3 2 8 0,1 1-2 0,0-1 1 16,2 2-4-1,-1-2 2-15,0 1 6 0,-1 1-14 0,0 0 13 0,2 0 0 16,-3 0-8-16,-1-3 13 0,0 3-9 0,2 0 2 16,-1 0-3-16,-1 0 5 0,0 0-4 0,0 0-9 15,-5-1 13-15,3 1 1 0,-4-1-1 0,6-1 3 16,-7 0 5-16,0 2-7 0,6-1 1 0,-6 0 3 15,2 1-9-15,-5-1 5 0,3 1 11 0,-1-1-20 16,-4 0 18-16,-2 0-2 0,-2 1 4 0,-1 0 2 16,0-2 1-16,-3 2 0 0,-2 0 1 0,-6 0 0 15,10-3 3-15,-5 3-2 0,-5 0 0 0,7 0 2 16,-7 0-1-16,6 0-3 0,-6 0 5 0,0 0 7 0,0 0 4 16,0 0 3-16,10 0 5 0,-10 0 7 0,0 0-2 15,0 0 0-15,0 0-4 0,0 0 0 0,0 0-7 16,0 0-3-16,0 0-2 0,0 0-2 0,0 0-2 0,7 0-5 15,-7 0 2-15,0 0-4 0,0 0-3 0,0 0-3 16,0 0 2-16,0 0-2 0,0 0-10 16,0 0-27-16,0 0-43 15,0 0-62-15,0 0-86 0,0 0-115 0,0 0-357 0,0 0 158 16</inkml:trace>
  <inkml:trace contextRef="#ctx0" brushRef="#br0" timeOffset="72751.48">3268 5603 25 0,'0'0'208'0,"0"0"-2"0,0-6-9 0,0 6-8 16,0 0-13-16,0 0-11 15,0 0-9-15,0 0-10 0,3-2-9 0,-3 2-7 16,0 0-10-16,0 0-10 0,0 0-9 0,0 0-5 16,0 0-6-16,0 0-6 0,0 0-13 15,0 0 0-15,0 0-7 0,0 0-8 0,0 0-6 0,0 0-11 16,0 0-2-16,0 0-6 0,-13 5-6 0,4 2-4 15,-9-4-4-15,5 1 0 0,-6 4 4 0,1-1-10 16,-6 5 1-16,4-5-5 0,-7 5-1 0,2-1 2 0,1 1-1 16,-1 2-1-1,-1-2-3-15,-1 3 4 0,3-1-3 0,2 1-5 0,-2-1 7 16,7-2-5-16,5 0 0 0,-4-1-8 0,3 0-6 16,6-3-4-16,-1 1-6 0,2 1 3 0,2-2 1 15,0 1 4-15,4 0-4 0,0 0 8 0,4 0-6 16,1 2 7-16,6-3-2 0,4 4 7 0,2 0-3 15,10-1 1-15,1 0 1 0,3 1 1 0,1-2 1 16,0 0 0-16,-4 2 3 0,1-2-6 0,-1 3-7 0,-4-3-4 0,-7 5-5 16,0-3-2-16,-3-2-10 0,-5-1-1 15,-1 1-6-15,-5 2 3 16,0-3 2-16,-3-1 4 0,-9 4-1 0,-1-2 12 0,-8 2-3 16,0-3 4-16,-10 3 6 0,-3-1 3 15,-1-2 8-15,-1 0 9 0,0-1 1 0,-4-3 2 0,1 0 12 0,-2-1 7 16,2 1 2-16,0-2 13 0,3-3 7 0,6 0 1 0,8-1-4 15,1 1 4-15,7-2-11 0,0 1 1 16,5 1 10-16,-2-1 2 0,3 1 1 0,1-3-2 16,4 3-3-16,-6-1-7 0,5-3-24 15,1 4-26-15,7-5-16 0,0 1-27 0,4 0-25 16,1-2-46-16,6-1-52 0,0 2-70 0,-2-2-136 0,1-1-413 0,-1 4 182 0</inkml:trace>
  <inkml:trace contextRef="#ctx0" brushRef="#br0" timeOffset="73267.98">3767 5982 51 0,'0'0'219'0,"0"0"-21"0,0 0-25 0,-7-7-15 16,7 7-14-16,-9-2-18 0,3 2-11 0,-3 0-10 16,0 2-7-16,-2-2-15 0,-2 3-8 0,0-1-7 15,-1 0-10-15,-3 3-1 0,2 1-9 0,2 0-3 16,-1 2-8-16,-3 1-6 0,3 1 3 0,0 0-7 15,0 2 2-15,1-1-9 0,2 5-1 0,-1-4-1 16,3 2-5-16,3 1-1 0,-4 1 0 0,5-1-2 16,1-3-3-16,0-1-3 0,3 1 6 0,1-3-4 15,0 3 1-15,1-3 1 0,3 0-1 0,0-1 7 16,1 0-7-16,3-1 2 0,2-2 2 0,0-1 0 16,3 1 4-16,1-3 4 0,5-3 4 0,0 0 5 15,0-3 6-15,3-3 4 0,4 2 8 0,-7-3 8 0,-1 1 2 16,-3-3 15-16,2 1 7 0,-3 0 7 0,-2-4-2 15,1-2-7-15,-5 1-2 0,1-1-3 0,0-2-5 0,-5 2-5 0,-2-4-4 16,0 3-5-16,-4-1-5 0,1 5-9 0,-3 0 1 31,2-1-12-31,-5 3-1 0,0 1-6 0,-1 0-4 0,-2 2-9 0,-4-1-15 16,2 5-15-16,-2-2-24 0,3 3-27 0,-1 0-36 0,-2 4-44 0,4-1-63 16,-4 1-260-16,1 2-516 0,5 1 229 0</inkml:trace>
  <inkml:trace contextRef="#ctx0" brushRef="#br0" timeOffset="73753.6">3994 6174 107 0,'0'0'135'0,"0"0"-2"0,0 0 9 0,0 0 8 16,0 0 11-16,0 0 16 0,0 0-5 0,0 0 1 16,0 0 3-16,14-10-5 0,-10 6 0 0,4-3-1 0,-1-1-4 15,2-4-5-15,0 1 2 0,1-2-4 0,1-4-16 16,0-5-5-16,2 2-6 0,1-2-11 15,0-2-14-15,-4 1-9 0,3 0-10 0,-2-6-12 16,0 3-6-16,-2-1-8 0,1 1 11 0,-4-1-18 16,-1 0-5-16,-1 2-3 0,0 7-6 0,0-2 6 15,-3 3-8-15,-1-1 4 0,-1 2-10 0,-2 4-4 16,2 2 18-16,1-1-33 0,-1 6-4 0,1-3 14 16,-3 3-8-16,3 1-5 0,-2 1-21 0,-1 0-20 15,3 3-3-15,0 0 2 0,-20 8 12 0,7 6-9 0,0 2 5 0,-2 6 0 16,-2 6 5-16,-2 4-4 0,-4 9 7 0,0 5 1 15,2-3-3-15,9-11 4 0,1 3 6 0,5-5 1 16,2 2-1-16,4-4-9 0,3 2 0 0,2-4 0 16,4 0 4-16,2-8 3 15,9-1 3-15,3-3-2 0,6-2-5 0,4-2-45 0,4-7-60 16,-1-1-66-16,4-5-82 0,-2-2-279 16,-2-2-588-16,-3 1 261 0</inkml:trace>
  <inkml:trace contextRef="#ctx0" brushRef="#br0" timeOffset="74207.36">4500 5959 127 0,'0'0'362'16,"0"0"-20"-16,0 0-25 0,0 0-18 15,0 0-26-15,0 0-25 0,0 0-29 0,0 0-20 16,0 0-24-16,0 0-19 0,0 0-23 0,0 0-4 0,0 0-31 0,0 0-10 16,0 0-12-1,14 12-1-15,-13-5-12 0,6 2 3 0,-2 1-3 0,-1 2-23 0,1 3 12 16,1 2-19-16,-1-4-3 0,2 4 8 0,-2-1-10 16,-1 0-2-16,0-1-3 0,-1-3-6 0,0-1 4 15,1-2-7-15,-3 0 0 0,1-2 4 0,0-2-9 16,-1 2 9-16,-1-3-6 0,1 0 3 15,-1-2 8-15,0-2 62 0,0 0 47 0,3 4 37 16,-3-4 44-16,0 0 32 0,0 0 17 0,0 0-31 16,6-9-20-16,1 0-24 0,-2-4-14 0,4-1-20 15,1-2-14-15,3-9-11 0,1 0-15 0,1 1-12 16,-1-1-15-16,0 2-1 0,-5 6-15 16,0 0-8-16,1 3-3 0,-5 2-5 0,3 5-9 0,-4-3-4 15,1 5-8-15,-1-2-5 0,-3 2-2 0,3 0-23 0,0 3-40 16,-3-1-45-16,-1 3-63 0,0 0-70 0,4-2-65 15,-4 2-29-15,0 0-36 0,12 6-54 0,-10-1-95 16,6 1-301-16,-5 1-860 0,3-3 380 0</inkml:trace>
  <inkml:trace contextRef="#ctx0" brushRef="#br0" timeOffset="74686.33">4991 6092 197 0,'0'4'191'0,"0"-4"-14"0,0 0-9 0,0 0-10 0,0 0-10 0,0 0-11 16,0 0-11-16,0 0-4 0,11 0-8 0,-11 0-8 16,17-9-10-16,-7 6-9 0,3-2-5 0,5 2-10 15,-3-6-4-15,3 0 9 0,-1 1-12 0,0-1-1 16,2-1-2-16,-3-2-1 0,3 2-1 0,-5-2 0 15,4-3-2-15,-4 3 2 0,0 0 5 0,-2-2 4 16,1 1 2-16,-5-1 7 0,-4 2 9 0,1 2-5 0,-2-1 0 0,-2 1-1 31,-1 0-6-31,0 0-3 0,-2 1-2 0,-1 2-12 0,-1 1-7 16,-2-1-3-16,-4 2-10 0,-1-1-1 0,0 5-7 16,-7 1-2-16,-1 0-7 0,-2 5-1 0,1 2-3 15,-6 3-9-15,2 4 5 0,2 4-8 0,3 1 0 16,1 3 0-16,0 2-2 0,2 5 1 0,3-3 2 15,7 2-3-15,-2 0 5 0,8 1-5 0,5-2 4 16,3 2 2-16,1-4 1 0,6-4 7 0,3-2 0 16,4-2-1-16,7-2-2 0,6-4 20 0,14 2-6 15,3-2-5-15,1-8 15 0,0 0 0 0,-1-3-15 16,-16 0 11-16,0 0 11 0,-5-2-14 0,-9 2 17 16,-3-3-6-16,-1 3 31 0,-5 0 5 0,1-1 1 15,-8 0 5-15,1 1-1 0,-7 0-9 0,10-1-4 0,-5-2-10 0,-5 3-10 16,4-2-25-16,-4 2-48 0,0 0-68 0,0 0-77 15,0 0-87-15,0 0-112 0,-19 8-318 0,10-6-740 16,1-1 327-16</inkml:trace>
  <inkml:trace contextRef="#ctx0" brushRef="#br0" timeOffset="76209.39">6060 5859 214 0,'4'-2'369'15,"-4"2"-15"-15,4-4-12 0,-4 4-29 0,1-4-22 0,-1 4-32 16,4-2-27-16,-4 2-19 0,0 0-21 0,0-4-32 0,0 4-47 15,0 0-61-15,0 0-70 0,0 0-84 0,0 0-103 16,4-2-259-16,-4 2-502 0,0 0 223 0</inkml:trace>
  <inkml:trace contextRef="#ctx0" brushRef="#br0" timeOffset="76358.23">6085 6116 2729 0,'-3'12'159'0,"3"-3"-83"0,-1-1-32 15,1-1 7-15,0-2 14 0,0-1 21 0,0 1 17 16,-3 0 8-16,3-5-15 0,0 6-14 0,3-4-10 16,-3-2-7-16,0 0-3 0,1 4-42 0,-1-4-56 15,0 0-55-15,5 5-81 0,0-2-110 0,3-2-258 0,-8-1-585 0,13 4 258 16</inkml:trace>
  <inkml:trace contextRef="#ctx0" brushRef="#br0" timeOffset="77385.36">8613 5621 51 0,'0'0'203'0,"0"-4"-16"0,0 4-23 0,2-7-9 15,1 5-17-15,1-1-14 0,0-2-13 0,4 1-14 16,-1-1-9-16,5 2-1 0,-2-1-17 15,4 0-5-15,3 0-7 0,5 2-4 0,-3 2-8 0,-1 0-7 16,2 0 0-16,-1 1-5 0,-1 5-5 0,3 1-4 16,-5 0 3-16,2 5-5 0,-5 1 2 0,2 2-2 15,-3 9 0-15,-2-1 0 0,-5 2 0 0,-2 4 0 16,-6 2 0-16,-1-2-1 0,-7 3-3 16,-1-1-1-16,-4 1-3 0,-9 8 1 0,-3-1-2 0,-4-2 2 15,3 2-5 1,5-14 3-16,-2 3-2 0,2-2 4 0,-12 6-6 15,9-7 8-15,-1-4 2 0,1-2-1 0,5 1 5 16,1-4-1-16,6-10-1 0,6 3 2 0,-1-4 3 16,4-1 26-16,-1 1 12 0,0-3 25 0,5 0 35 15,-5 2 35-15,7-4 26 0,0 0-23 0,0 0-20 16,-5-12-11-16,9 7-31 0,0-5-1 0,2 2-8 16,-2-3-10-16,6 1-6 0,0 2-19 0,-1-2-1 0,4-1-3 15,-3 4-4-15,1 3 1 0,3 0-25 0,-3 2 11 0,3 1-14 16,4 4 7-16,2 1-18 15,2 0-4-15,6 6 1 0,-3-2 9 0,1 5-1 0,0 0-4 0,-2 1-5 16,-1 2-8-16,-1-2 6 16,-7-3 4-16,2 1-6 0,-3-5 3 0,0 4-17 0,0-5-29 15,-5 1-28-15,0 1-31 0,-1-4-22 16,-2 1-21-16,-2-2-20 0,0-1-14 0,0 1-17 0,-4-3-98 16,0 0-239-16,0 0-575 0,0 0 255 0</inkml:trace>
  <inkml:trace contextRef="#ctx0" brushRef="#br0" timeOffset="78082.47">9252 5883 106 0,'4'-2'192'0,"1"-3"-16"16,0 3-17-16,4-1-16 0,0 1-7 0,4-1-17 0,0 1-11 0,-3 2-15 15,3 1-5-15,5 1-13 0,-1 2-1 0,-2 4-4 16,0 1-2-16,-2-1 8 0,0 4-8 0,-2 5-4 16,-3-3-8-16,-1 5-3 0,-3 0-6 0,1-1-2 15,-5 11 4-15,-2-3-5 0,-6 1-5 0,2 1 0 16,-6-5-6-16,-1 2 0 0,4-7-2 0,-1-1-1 15,-1-1-4-15,-1 0 4 0,0-2 5 0,0-2 4 16,3-3 4-16,1-1 4 0,2-3 7 0,-2 2 12 16,3-4 22-16,0 0 22 0,4-1 34 0,-2 0 38 15,3-2 24-15,0 0-22 0,0 0-20 0,-1-10-20 16,6-1-16-16,0 1-9 16,7-6-16-16,-1-2-11 0,8-3-9 0,3-4-10 15,0 0-10-15,2-1-3 0,0-1-6 0,1 2-6 16,0 2-5-16,-1-4-4 0,-3 6-12 0,1-1 5 15,-2 4-10-15,-6 4 6 0,-1 0-7 0,-4 7-7 16,-1-3 5-16,-2 4-3 0,0 1-3 0,-2 4 0 16,1-3-4-16,-2 1-7 0,-1-1-18 15,-2 4-28-15,4-1-5 0,-4 1 5 0,0 0 0 0,-2 17 19 0,-2-8-7 16,1 6-1-16,-3 2 2 0,-1 3 7 0,0 4 6 0,3 2 7 16,-1-7-8-16,4 1 2 0,1 4 13 0,1-1-7 15,1-5 4-15,4 0 3 0,2-2-2 0,3-2 6 16,3 1 3-16,10-1-8 0,-5-5-36 0,8-2-54 15,1-3-65-15,-1 0-78 0,6-7-96 16,-6-2-281-16,0-4-666 16,-7 2 295-16</inkml:trace>
  <inkml:trace contextRef="#ctx0" brushRef="#br0" timeOffset="78636.61">9813 5496 160 0,'2'-4'290'16,"-2"4"-22"0,1-5-24-16,-1 5-24 0,0 0-24 0,5-3-18 15,-5 3-21-15,5-3-15 0,-5 3-18 0,9 3-12 0,-3-2-15 16,1 1-9-16,0 3-8 0,0 1-7 0,-1-2-12 15,1 5-5-15,-2 0-5 0,1 2-2 16,-3 0-6-16,-1 6-1 0,-1 2-4 0,1 0-2 16,-5-1-3-16,3-1-3 0,-4 3 1 0,-1-3-2 0,-1-1 0 0,0-2 2 15,2-4-4-15,0 2-4 0,1-4-6 0,-1-1 3 16,3-1-3-16,-2 0-1 0,1-1 0 0,1 0 0 16,0-3 2-16,1-2 5 0,2 5 5 0,-2-5 20 15,6 6 18-15,2-5 10 0,6-1-17 0,3 0-3 16,4-2-3-16,5-3-6 0,-3 4-4 0,5-3-4 15,-6 2-2-15,6 1-4 0,-6-3 0 0,-4 1-6 16,-6 3-4-16,1-2-2 16,-3 2 3-16,-1 0-7 0,-4-1-1 0,3 0 4 15,-4 0-3-15,-4 1-7 0,0 0-6 0,9 0-9 16,-9 0-18-16,0 0-34 0,0 0-41 0,0 0-57 16,-13 8-60-16,7-7-92 0,-4 3-213 0,3-2-563 0,-1 1 249 0</inkml:trace>
  <inkml:trace contextRef="#ctx0" brushRef="#br0" timeOffset="79431.57">10333 5857 219 0,'0'0'354'0,"2"-7"-15"0,-4 2-3 15,4 2-18-15,-2 3-13 0,2-5-23 0,-2 5-28 0,1-5-21 16,-1 5-25-16,0 0-17 0,2-4-22 0,-2 4-24 0,0 0-15 15,0 0-38-15,0 0-9 0,0 0 16 0,11 5-10 16,-6 0-11-16,3 2-10 0,2-2-26 0,-1 4-22 31,0-2-14-31,4 1-17 0,1 2-12 0,-1-3-11 0,1 1-7 0,4-2-4 0,-7 1-7 0,4 1 2 16,-2-4-5-16,0-1 8 0,1-3 3 0,-2 0 5 16,2 0 5-16,-3-2 5 0,3-3 4 0,-5-1 2 15,-1 0 13-15,-2-2 21 0,4-1 13 0,-3-1 7 16,-1-1 12-16,1 0 16 0,0-3 11 15,-3 1 16-15,1 1-17 0,2 1-7 0,-5-2 6 0,2 5 24 16,-1-3-3-16,-1 6-8 16,1-2-7-16,-2 4-14 0,1-1-9 15,1-1-10-15,-3 2-34 0,0 3-35 0,0 0 2 16,0 0 6-16,6 12 5 0,-3 0-6 0,1 3 1 16,-2 10 6-16,1 4-6 0,0 3 8 0,-3 3 0 0,4 14 1 15,-4-1 7-15,3 0-1 0,-2 3 4 0,1-3 9 16,-2 1-9-16,0-1 1 0,-2 1 2 15,0 0-3-15,-1-14 4 0,-2-3-1 0,1 0 0 0,-2-2 3 0,0-5-1 16,-1-6 1-16,0 0-8 0,0-5 10 0,-1 1-3 16,1-5 0-16,-2-2 1 0,-1 1 0 0,-2-4-5 15,-1-3 6-15,-2 3 2 0,-3-5 4 0,-1-2-4 16,-2-1 8-16,1-2-2 0,0-1 16 0,2-4-8 16,0 4 35-16,5-7 13 0,-1 2 2 0,1-4-4 15,7-2-6-15,-4-8-1 16,7-4-8-16,6-3-9 0,4-2-13 0,10-14-13 15,9 2 0-15,3 2-3 0,3-2-1 0,5 6-1 16,2 5-3-16,1-2-3 0,4 4 2 0,-5 3-1 16,-11 9-2-16,4 2 5 0,-4 2-8 0,4-2 2 15,-6 4 2-15,-8 6-4 0,-2-2-2 0,-2 1 10 16,-2 4-13-16,-1 0 5 0,-3 1 3 0,-1 1-1 16,-4 1 1-16,2 1-5 0,-1-1-1 0,-4 3-1 0,5-1-18 0,-5 1-11 15,4-3-48-15,-4 3-30 0,0 0-22 0,0 0-18 16,0 0-26-16,0 0-37 0,-14 5-43 0,7-2-53 15,-1-2-312-15,1 2-670 0,1-3 297 0</inkml:trace>
  <inkml:trace contextRef="#ctx0" brushRef="#br0" timeOffset="79740.61">11178 5574 23 0,'0'0'368'0,"0"0"-25"0,3-4-23 16,-3 4-29-16,0 0-32 0,0 0-24 0,2-4-27 15,-2 4-27-15,0 0-20 0,0 0-15 0,0 0-12 0,-4 12-14 0,2-4-14 16,-5 1-11-16,3 3-8 0,-3 2-9 0,-2-1-13 16,0 2-22-1,0 2-26-15,0-1-24 0,0 0-30 0,0 0-34 0,0-1-32 16,3-1-34-16,-2-3-44 0,3-3-39 0,4 0-201 16,-2-3-456-16,3-3 202 0</inkml:trace>
  <inkml:trace contextRef="#ctx0" brushRef="#br0" timeOffset="79901.23">11220 5649 210 0,'6'-7'335'0,"-2"1"13"0,2 1-28 16,-4 1-3-16,2 1-48 0,0-1-15 15,-2 1-37-15,-2 3-29 0,0 0-16 0,0 0-20 16,4 8-14-16,-4-2-15 0,0 7-10 0,-3 4 6 16,0 7-29-16,-1 3-23 0,-2 2-43 0,-1 2-59 0,1 0-75 0,-4-2-96 15,3-4-312-15,-1 1-561 0,3-9 249 0</inkml:trace>
  <inkml:trace contextRef="#ctx0" brushRef="#br0" timeOffset="81205.82">11720 6133 139 0,'-5'0'161'16,"-2"3"-14"-16,7-3-12 0,-7 1 5 0,7-1-16 15,-4 1-9-15,4-1-4 0,0 0-1 0,-7 2-8 16,7-2-2-16,0 0 0 0,0 0-2 0,-5 1-5 16,5-1-11-16,0 0-1 0,0 0-10 0,0 0 5 0,0 0 2 0,39-3-6 15,-13-2-5-15,6 5-8 0,6-3-6 0,16 1-2 16,5-1-7-16,5-2-4 0,0-1 6 0,1 3-4 16,4 1-5-16,-6-4-2 0,-6 4-3 0,-4 0-1 15,-14 0-8-15,-8 1-1 0,-1 1-3 0,-10 0-7 16,-5 1-24-16,-5-2-44 0,3 1-13 0,-8 0-46 15,-5 0-37-15,0 0-50 0,0 0-155 0,-18-4-387 0,5 3 171 16</inkml:trace>
  <inkml:trace contextRef="#ctx0" brushRef="#br0" timeOffset="81403.92">12096 5964 229 0,'0'-6'328'0,"3"-3"8"16,-6 6-7-16,3-4-6 0,0 0-16 0,0 4-31 16,0 3-22-16,0-4-42 0,0 4-27 0,0-5-11 15,0 5-19-15,0 0-24 0,0 0-15 0,3 12-11 0,-8 2-12 16,4 4-9-16,-2 9-6 0,3 3 0 16,-1 7-13-16,5 10-29 0,2-11-39 0,2 9-49 0,-6 0-62 0,5-10-69 15,-2 2-119-15,-4-7-238 0,3-5-585 0,0-9 258 16</inkml:trace>
  <inkml:trace contextRef="#ctx0" brushRef="#br0" timeOffset="83703.48">12888 5809 105 0,'0'-5'204'0,"2"2"-11"0,1-2-24 0,1 3-12 0,-2-3-11 0,5-2-19 15,-1 4-11-15,2 1-10 0,3-1-10 0,-1-4-9 16,4 5-10-16,-1-1-8 0,6 0-5 0,-2 3-8 16,2 0-4-16,2 3-1 0,-6 0-8 0,5 4-2 15,-3 0-1-15,1 6-1 0,-2-1-2 0,-3 3-6 16,0 2 1-16,-2 4-3 0,-3 4 0 0,-3 1-4 15,-2-2 2-15,-7 5-3 0,-2 2-2 0,-3-2 2 16,-4-1-3-16,-2 0-2 0,-2-2 0 0,-1 1 2 16,-2-3-4-16,1-3 0 0,-1 0 0 0,1-2 2 15,5-5-1-15,-1-4 2 0,-1 0 0 0,5 0 0 16,3-5 1-16,0-3 1 0,2 3 14 0,1-1 18 16,1-2 31-16,2 1 32 0,2-3 35 0,-5 2 22 0,5-2-9 0,0 0-20 15,2-11-16-15,2 1-10 0,6-2-9 16,4-3-18-16,3-3-12 0,7-5-5 0,-2 0-8 15,2 1-3-15,3-1-13 0,-4 1 7 0,4 1-22 16,-3 2-5-16,-1-1 5 0,0 2-10 0,-6 7 0 16,2-8 4-16,-5 5-11 0,0 2 0 0,-1-1 0 0,-1 3-3 15,0-4 4 1,-7 6-6-16,3-3-4 0,-1 2 5 0,0 0 5 16,-1 0 5-16,-2 1-2 0,0 4 3 0,-1-4 4 15,-1 1 1-15,0 2 4 0,1 3-5 0,0-3-3 16,-1 1-3-16,-2 1-2 0,0 3-2 0,2-5-1 15,-2 5-5-15,2-5-1 0,-2 5 0 0,0 0-16 16,3-3 14-16,-3 3-2 0,0 0-2 0,2-2 2 16,-2 2-14-16,0 0-11 0,0 0-13 0,0 0-13 0,0 0 0 0,0 0 9 15,-7 20 4-15,3-11 3 0,0 8-5 0,-2 0 9 16,-1 3 7-16,-1 4-5 0,3 5 3 0,-3 0-4 16,4-3 9-16,0-1 1 0,2-6 3 0,1 0 8 15,1-1-9-15,3-1 4 0,1 0 1 0,2-5 4 16,3 2 1-16,5-4 5 0,10 2 7 0,6 0-10 15,4-10-47-15,7 1-84 16,-4-3-79-16,17-5-126 0,-17 0-334 0,-3-2-722 16,2-1 320-16</inkml:trace>
  <inkml:trace contextRef="#ctx0" brushRef="#br0" timeOffset="84125.67">14049 5615 199 0,'0'-5'296'0,"-2"0"-12"16,2 0-11-16,0 5-22 0,0-5-24 0,-2 1-27 15,2 4-24-15,0 0-23 0,0 0-19 0,0 0-14 16,-17 18-14-16,1 4-7 0,-7 8-13 0,-5 12-8 15,-3 2-10-15,2 5-9 0,2 0 1 0,3 2-10 16,3-1-3-16,4-1-3 0,6 1-3 0,9-2-1 16,2-1 0-16,6-13-4 0,7-1-1 0,3-2 1 0,18 8-3 0,4-7-16 15,7-7-31-15,0-2-45 0,6-10-72 0,1-4-137 16,3-6-202-16,0-6-508 0,-17-2 225 0</inkml:trace>
  <inkml:trace contextRef="#ctx0" brushRef="#br0" timeOffset="85966.46">14397 5719 43 0,'-1'-5'197'0,"1"5"-12"16,0-5-7-16,0 5-13 0,0-6-16 0,1 2-11 0,3 2-16 16,-2-3-10-16,3 1-11 0,2 1-9 0,-1-1-9 0,4-2-12 0,2 1-4 15,1 1-10-15,7-1-4 0,-2 4-3 0,1 0-5 16,0-1-8-16,2 4 3 0,-1-1 3 0,-1 2-4 16,-1 3-3-16,-1 0-5 0,-2 2-3 0,-1 4-1 15,-1-3 1-15,-3 7-4 0,-5 0-2 0,-1 1 1 16,-4 2-2-16,-4 0-4 0,-6 6-1 0,-4 0-1 15,-4 0 0-15,0 0-1 0,-5 1-2 0,-1-2 1 16,-3-2-1-16,3-2 0 0,-6 4-4 0,2-7 2 16,3 0-1-16,-1-1 0 0,-1-3 2 0,11-4 4 15,0-1 4-15,6-1-3 0,0-5 0 0,1 3 2 16,5-1 6-16,-1 0 11 0,0-2 11 0,0 1 11 16,5-3-4-1,-8 2 0-15,8-2-8 0,0 0-9 0,0 0 2 0,27 2-7 16,-7-2-1-16,2 0-5 0,6 0-2 0,3 2 0 15,2 3-4-15,4-3 1 0,2-1-2 0,-1 2-13 16,-2-1-41-16,2 2-60 0,-3 0-83 0,-1-3-294 16,-2 0-511-16,0 1 226 0</inkml:trace>
  <inkml:trace contextRef="#ctx0" brushRef="#br0" timeOffset="86499.5">14992 5779 180 0,'4'-4'214'0,"3"-1"-17"0,-1-1-18 16,5 1-20-16,1 3-10 0,6-2-14 0,-2 1-14 0,2 6-11 0,5-3-11 16,-3 5-9-16,1-1-6 15,-2 4-5-15,2 4-13 0,-3 2-4 0,-7 0-4 0,2 0-7 16,-3 3-5-16,-3 1 0 0,-5-1-3 0,0 4-2 16,-6 3-4-16,-3 1-3 0,-4 0 2 15,-6-1-4-15,3 1-1 0,-4-4 3 0,-1 2-6 16,2-10 0-16,-4 6-3 0,-1-4 8 0,5-3 9 15,1-3 0-15,0 0 7 0,2-3 5 0,5-3 12 0,0 1 14 0,3-1 29 16,-2 0 32-16,2-2 36 0,6-1 32 0,0 0-15 16,-5-7-18-16,5 1-19 0,4-4-19 0,1-1-9 15,7-5-18-15,1-7-12 0,5 2-11 0,0-4-6 16,5-2-12-16,3 2-8 0,9-9 3 0,-9 9-15 16,-3 2-9-16,-2 3-4 0,-6 6 1 15,-4 1-4-15,1 5-11 0,-6 0-1 0,2 1-4 0,-3 2-4 16,-2 3-14-16,-1-1-26 0,3 2-21 0,-5 1-4 15,0 0 9-15,3 10-1 0,-5 0 14 0,1 2-4 16,0 3 5-16,-2 2 6 0,2 0 10 16,0 2-5-16,1 0 5 0,1 6 2 0,0 2-14 0,7-4-12 0,-2-3-16 15,6 2-24-15,3-3-31 0,3 2-44 0,0-8-53 16,10-1-103-16,-1-4-330 0,4-2-688 0,3-3 305 16</inkml:trace>
  <inkml:trace contextRef="#ctx0" brushRef="#br0" timeOffset="86970.11">15846 5987 115 0,'-5'0'186'0,"5"0"-6"0,-8-1-9 0,8 1-13 16,0 0-13-16,-9 0-13 0,9 0-5 0,0 0-10 0,0 0-9 0,-6 2-6 16,6-2-4-1,0 0 3-15,0 0-6 0,0 0 1 0,0 0 3 0,0 0-6 16,-8-2-1-16,8 2-4 0,0 0-2 0,0 0-8 16,0 0-6-16,0 0-6 0,0 0-6 0,0 0-8 15,0 0-4-15,0 0-2 0,0 0-8 0,0 0-1 16,0 0 8-16,0 0-11 0,0 0 2 0,0 0-3 15,0 0 0-15,0 0 1 0,0 0-3 16,0 0-1-16,0 0 0 0,0 0-2 0,0 0-6 16,0 0 4-16,0 0-4 0,0 0 0 0,0 0-1 15,0 0-1-15,0 0 0 0,0 0-1 0,0 0 10 0,0 0-10 16,0 0-2-16,0 0 0 0,0 0 0 0,18-4 3 16,-4 3-7-16,4-2 3 0,11 2-3 15,3-1-5-15,7-2 0 0,-2 2 1 0,1 1-2 0,3-3 0 0,-2 1 0 16,0 3-2-16,-6-2 5 0,0-1-6 0,-3 0 3 15,-10-1-33-15,-1 4-26 0,-6-2-24 0,-3 1-46 16,-2 1-51-16,-4-3-64 0,-3 1-254 0,-1 2-529 16,0 0 234-16</inkml:trace>
  <inkml:trace contextRef="#ctx0" brushRef="#br0" timeOffset="87204.95">16001 5852 196 0,'-2'-9'328'0,"2"2"3"0,0-2-1 0,0 1-5 16,0 2-6-16,0 1 0 0,0-2-23 0,0 2-20 16,0 5-30-16,0-5-23 15,0 2-24-15,0 3-28 0,0-6-16 0,0 6-22 16,0 0-22-16,0 0-15 0,0 0-6 16,0 0-12-16,-2 24-5 0,2-6-9 0,-3 1-6 0,3 7-18 15,-4 1 14-15,2 2-32 0,0 1-26 0,6 0-34 16,-3 0-34-16,3 0-37 0,0-4-41 0,1 0-41 15,-1-7-51-15,2-2-102 0,2-1-221 0,0-5-610 16,-3-5 270-16</inkml:trace>
  <inkml:trace contextRef="#ctx0" brushRef="#br0" timeOffset="87585.86">16585 5866 2880 0,'-2'-9'184'0,"2"2"-15"0,-1-2-14 15,1 1 4-15,0 2 13 0,-1-2-13 0,2 2-9 16,-2 1-14-16,1-1-2 0,0 0-17 0,0 3-10 16,0 3-10-16,1-7-8 0,-1 3-12 0,0 4-8 15,0-3-16-15,0 3-13 0,0 0-29 0,0 0-7 0,0 0-1 0,0 0-1 16,-1 17 1-16,-2-4-3 0,-1 2 3 0,0 3-4 15,-1-1 10-15,0 10-10 0,-2 0 0 0,0-1 0 16,1 1 1-16,-1-1-3 0,1-1 6 0,4-6 0 16,0-2-3-16,0-3 2 0,-1 0 11 0,3-2-28 0,0-2 17 15,0-2 4-15,-1-3 8 0,-1 2-12 0,2-2 3 16,0-5 0-16,0 5 3 0,-1 0 6 0,0-2-17 0,1-3 15 16,0 0 9-16,0 0 5 0,0 6 0 0,0-6-12 15,0 0 1-15,0 0-30 0,0 0-20 0,0 0-43 16,0 0-41-16,2-14-44 0,-2 9-34 15,0-3-34-15,0 1-41 0,2-5-54 0,-4 3-293 16,2-6-670-16,0 0 296 0</inkml:trace>
  <inkml:trace contextRef="#ctx0" brushRef="#br0" timeOffset="87912.45">16602 5553 47 0,'2'-5'262'0,"0"-1"-22"0,2 4-22 16,1-2-27-1,5 3-15-15,1 1-12 0,1 1-12 0,10 4-3 0,5 6-14 16,1 3-3-16,5 4-10 0,10 11-7 0,-7 4-4 16,0 3-7-16,0 3-4 0,-8 2-6 0,-2 5-8 15,-8-1-7-15,-6 2-6 0,-5 4-4 0,-7 2-4 16,-7-2-1-16,-7 3-9 0,-1-3-1 15,-8-4-8-15,-4-3-1 0,-5-3-4 0,0-5-4 16,4-10 6-16,-2-3-2 0,-11 5 8 0,7-8 7 16,1-4 4-16,-4-3 4 0,5 0 1 0,-4-3-6 0,4-1 3 15,3-2 1-15,10-2 6 0,-2-3 1 0,9 2-7 16,4-3-3-16,0 2-3 0,3 0 1 16,1-3 8-16,-2 1-1 0,2 0-2 0,4-1-6 15,0 0-26-15,0 0-39 0,0 0-44 0,0 0-29 16,23-8-48-16,-5 6-72 0,0-6-93 0,-3 1-320 0,3 1-665 15,-1-2 294-15</inkml:trace>
  <inkml:trace contextRef="#ctx0" brushRef="#br0" timeOffset="89789.81">17345 5652 104 0,'-3'-6'268'0,"3"3"-11"16,0-3-16-16,3 1-14 0,-3 5-18 0,1-5-17 16,-1 3-15-16,0 2-19 0,4-5-13 0,-4 5-22 0,1-5-14 15,-1 5-11-15,0 0-10 0,0 0-12 0,0 0-7 16,9 10-7-16,-5-6-4 0,1 4-5 15,0 3-9-15,3 1-2 0,-2-2-6 0,3 5 0 16,0-2-5-16,4 1 0 0,-5-1-4 0,-1-2-1 16,2-2-2-16,-2 0-5 0,2-3 2 0,-4 1-4 15,2-3 0-15,2-1 0 0,-2-1-3 0,2-2-2 16,3-1-2-16,-1-3 4 0,0-3 2 0,-1 1-6 16,3-5-1-16,-3 2-3 0,3-4 2 0,-4 2 6 15,6-3 11-15,-4 1 4 0,-2-1 0 0,-1 1 4 0,-2 1 9 0,0 1 6 16,-1 1 12-16,0 4-3 0,0-1-5 0,-2 1 4 15,-2 3-8-15,3-2-14 0,-2 1-6 0,0 1-19 16,-2 3-24-16,0 0 8 0,0 0-6 0,5 10 0 16,-4-1 7-1,2 6-5-15,-2 4 2 0,2 10 3 0,0 0 8 0,-1 5-2 16,1 3-4-16,-3 12 1 0,2-2 13 0,-2-1-9 16,0 3-1-16,0 1 4 0,-3-3-3 0,4 1 6 15,-2-14-2-15,0-1 0 0,1 2 4 16,0-2-3-16,0-2-1 0,0-4-1 0,-3 0 1 15,-2-8-2-15,2-2 2 0,-4 0-1 0,2-6-2 16,-3 4 10-16,-1-5-10 0,0-2 3 0,0-1 1 0,-3 0-3 16,-5-4 2-16,-2 1 1 0,-3-4 5 0,4-4-5 15,-3 1 9-15,-6-6 1 0,7 3-2 0,1-5 23 0,0 1 8 16,5-1 12-16,0-2 11 0,3-3 9 0,3-2 0 16,3 1-19-16,1-10-4 0,4 0 5 0,9-4-8 15,1-2-12-15,13-10 8 0,-3 13-11 0,12-13-3 16,0 8-4-16,4-1 0 0,-5 14-4 0,6-9-5 15,-6 7-5-15,-1 4 9 0,1 3-14 0,-2 1 3 16,-2 2-4-16,-1 1 4 0,-11 3 7 0,2 0-24 0,-6 3 5 0,-3 1 26 31,2 1 4-31,-3 1-1 0,-1 0-3 0,-1 2-6 0,0-1 6 0,-1-1-8 16,0 3-15-16,-2-1 11 0,-2 2-24 0,0 0-21 16,4-3-28-16,-4 3-39 0,0 0-30 0,4-2-30 15,-4 2-49-15,0 0-44 0,0 0-61 0,0 0-316 16,-12-7-677-16,12 7 300 0</inkml:trace>
  <inkml:trace contextRef="#ctx0" brushRef="#br0" timeOffset="90213.43">18220 5245 171 0,'0'0'312'0,"4"-3"-11"0,-4 3-15 15,4-6-27-15,-4 6-23 0,2-1-20 0,-2 1-18 16,0 0-29-16,0 0-20 0,0 0-20 0,0 0-19 16,0 0-16-16,0 0-7 0,-6 14-11 0,1-4-10 15,-3 7-2-15,-2 2-7 0,-4 3-6 0,-3 4-6 0,-1-3-2 16,3 3-7-16,2-4-4 0,0 2-1 0,-1-3-3 16,3-3-1-16,1-3-3 0,3-1-2 0,1-4-2 0,1-1-1 15,1 1-4-15,0-4 2 0,3-2 0 0,-4 0-6 16,4 1 6-16,-2-2-1 0,2-1 0 0,-2 2 1 15,3-4-2-15,-1 4 0 0,1-4 3 16,0 0-5-16,0 0-3 16,0 4-16-16,0-4-41 0,0 0-59 0,0 0-72 15,6 4-84-15,-3-3-231 0,-3-1-534 0,11 3 237 0</inkml:trace>
  <inkml:trace contextRef="#ctx0" brushRef="#br0" timeOffset="90747.92">18283 5875 142 0,'-4'1'235'15,"4"-1"-3"-15,0 0-11 0,-8 0-12 0,8 0-13 16,0 0-11-16,0 0-15 0,0 0-15 0,-8 0-17 16,8 0-15-16,0 0-8 0,0 0-12 0,0 0-7 0,0 0-7 15,0 0-3-15,0 0-4 0,0 0-4 0,0 0-2 16,0 0-5 0,0 0 0-16,0 0-3 0,0 0-5 0,0 0-3 15,0 0-5-15,0 0-4 0,0 0-3 0,0 0-4 16,0 0-5-16,0 0 5 0,0 0-12 0,0 0-2 15,0 0-5-15,0 0 0 0,0 0-4 0,0 0 6 16,0 0-2-16,0 0 4 0,0 0 6 0,0 0 4 16,0 0 5-16,0 0 5 0,0 0 0 0,0 0 9 15,0 0 11-15,0 0-19 0,0 0-5 0,0 0-7 0,0 0-15 0,34-5 15 16,-15 5-11-16,8-2-6 16,6-1-1-16,5 1 6 0,2-1-15 0,11-1-1 15,2 0 5-15,4 1-4 0,-20 1 8 16,17-1-7-16,-18 1 1 0,2 0-3 0,-6 1 1 15,-2-1 0-15,-12 1 14 0,0 0-23 0,-5 1 6 16,1-1-3-16,-6 1 2 0,-2-2 4 0,-6 2-14 0,10 0 0 16,-6-1-1-16,-4 1 5 0,5-1-16 0,-5 1-16 0,0 0-23 0,0 0-33 15,0 0-34-15,0 0-33 0,0 0-32 0,0 0-54 16,-21 1-42-16,14 0-250 0,7-1-577 0,-10-1 255 16</inkml:trace>
  <inkml:trace contextRef="#ctx0" brushRef="#br0" timeOffset="91524.49">19315 5545 74 0,'0'-5'313'15,"3"1"-11"-15,-2 0-23 0,-1 0-23 0,0 4-23 16,4-7-29-16,-4 7-21 0,2-2-21 0,-2 2-23 31,0 0-12-31,0 0-16 0,0 0-6 0,0 0-14 0,11 9-7 0,-5 0-12 16,-2 1-6-16,3 0-4 0,1 0-6 16,1 4-8-16,1 1 2 0,3 1-10 0,0-1-3 15,1 1-3-15,-1-5-6 0,-1 1-6 0,1 0-5 0,-5-3-6 16,3-4-4-16,1 1-2 0,-3-2 1 0,2-2-3 15,-3-2 1-15,5 0-2 0,-2-2 2 0,0-3 1 16,-1 0-1-16,0-2 2 0,2-4 7 16,-2 0 5-16,0-4 10 0,-1 1 7 0,0 0 9 15,2-2 12-15,-4 3 6 0,0-4 0 0,2 2 11 0,-4 4 22 0,3 0-1 16,-5 2-7-16,3 1 6 0,-6 1-11 0,4 2-9 16,-1 0-8-16,0 1-5 0,-3 1-5 0,0 3-32 15,4-4 6-15,-3 1-25 0,-1 3-25 0,0 0 4 16,0 0 2-16,8 10 3 0,-8 1-4 0,-4 7 7 0,4 8-5 15,-1 6 8-15,-2-1 2 0,2 16-7 0,-2 1 2 16,3 0 14 0,-1 2-12-16,5-1 8 0,-3 0 2 0,3 3-3 15,4-2-5-15,-5 2 8 0,-1-4 4 0,3-13 0 0,-1 2 0 0,-3-4-5 16,-1-2 4-16,1-2-2 0,-2-6 1 0,0-5-7 16,-4 2 0-16,-1-6 13 0,-1 2-12 0,-1-6 3 15,3-2-2-15,-7 2 4 0,-4-4 0 0,1 0 3 16,1-2-3-16,-5-3-2 0,-3-1-12 0,1 0 6 15,0-3 10-15,-10-5 3 0,3 2 1 16,1-6-7-16,0 1 3 0,8 3 0 0,-5-2 24 0,6-1 13 16,5 1 12-16,-1-3 20 0,6 3 17 0,-2 0 7 15,5-6 2-15,-1-3-8 0,3 1-9 0,7-7-9 16,6-5-7-16,3 1-7 0,11-1-12 0,8-8-9 16,4 1-1-16,2 1-15 0,7 3-3 0,-4 1-3 15,5 1-5-15,-1 1-7 0,3 2-1 0,3 1 1 0,-1 0-1 0,-1 3-2 16,-4 2-1-16,-11 5-3 0,-3 1 7 15,-2 2-6-15,-5-2 0 0,-6 7 2 0,-4 0-1 32,-2 1 1-32,-2 3 3 0,0-2-4 0,-1 2 2 0,-4 1-1 0,-1 0 4 0,1 2-6 15,-1-3 1-15,-3 5 1 0,-1 0-15 0,6-3-33 16,-6 3-22-16,2-2-39 0,-2 2-53 16,0 0-49-16,0 0-4 0,0 0-10 0,2 7-25 15,-2-7-51-15,-4 11-90 0,2-7-199 0,2-1-636 16,0-3 282-16</inkml:trace>
  <inkml:trace contextRef="#ctx0" brushRef="#br0" timeOffset="91840.52">20544 5725 218 0,'0'0'335'0,"0"0"-5"16,0 0-13-16,0 0-8 0,-5 1-15 0,5-1-9 16,0 0-46-16,0 0-27 0,0 0-24 0,0 0-17 15,17-5-21-15,-11 3-13 0,7-1-14 0,1 1-13 16,5 0-13-16,3 1-11 0,-1 1-13 15,9-2-21-15,-3 2-34 0,1-2-39 0,2 2-40 16,-8-3-46-16,0 3-54 0,5 0-63 0,-4-2-89 16,-3 0-164-16,-7 0-515 0,1 1 228 0</inkml:trace>
  <inkml:trace contextRef="#ctx0" brushRef="#br0" timeOffset="92009.49">20576 5892 258 0,'-5'4'262'16,"5"-1"3"-16,0-3-13 0,0 4-14 0,0-4-17 0,14 0-24 0,7 1-16 0,-2-1-20 15,9 0-15-15,3 0-16 0,2 0-9 0,5 1-14 16,2 2-15-16,15-3-37 16,-4 2-57-16,-14 0-65 0,1-2-84 0,2 0-260 15,1-2-446-15,-2-3 197 0</inkml:trace>
  <inkml:trace contextRef="#ctx0" brushRef="#br0" timeOffset="92541.86">22022 5554 39 0,'2'-4'192'0,"-2"1"-10"0,1-2-9 16,2 3-8-16,-2-2-7 0,-1 4-17 0,-1-6-13 16,1 6-9-16,3-6-14 0,-3 6-8 0,-4-5-11 15,-3 2-9-15,2 0-6 0,-2 0-3 0,-2 1-8 0,-3 2 2 16,1-1-8-16,-1 1-2 0,-2 0-2 0,-3 0-4 15,-2 1-1-15,0 4-5 0,1-2-4 16,-1 4 0-16,1 1-7 0,-2 1-2 0,2 1-2 16,-8 5-1-16,4 1 2 0,-2 3-3 0,3 2-4 15,0 0-3-15,4 1 2 0,1 0-3 0,3 1 3 0,4-6-3 16,0 2-3-16,4 0 1 0,-1 8 0 16,4-9-2-16,1 1 0 0,1 1 18 0,5-1 4 15,4 5 2-15,1-6 12 16,7 4 22-16,6-2 16 0,1 0 5 0,6-3 10 15,0-2 7-15,2-2 6 0,5-4 14 0,1 2 0 0,2-6 10 0,0-3 4 16,11 1 9-16,-16-6 4 0,0-2 7 0,1-1-3 16,-4-5 2-16,0-3-7 15,-1 0-13-15,-3-2-11 0,-3-6-13 0,-2-4-14 16,-1 2-9-16,-3-2-4 0,-2-3-14 0,-7 0-13 16,-1 1-2-16,-4-2-11 0,-5 3-6 0,-1-2-11 0,-4 3-15 0,-7 4-32 15,-6-2-25-15,-6 2-50 0,-3 4-62 0,-8-1-77 16,-17 4-67-16,-4 7-111 0,-1-3-352 0,2 9-821 15,18-3 363-15</inkml:trace>
  <inkml:trace contextRef="#ctx0" brushRef="#br0" timeOffset="97172.59">23129 5845 137 0,'0'0'140'0,"0"0"-1"0,-7 0-8 16,7 0 0-16,0 0-7 0,0 0-3 0,0 0-11 16,0 0-1-16,-4-2-8 0,4 2-1 0,0 0-8 0,0 0 1 15,0 0-2-15,0 0-7 0,0 0-2 0,0 0-3 0,0 0-7 16,0 0-1-16,0 0-3 0,0 0-9 0,0 0-1 15,0 0-6-15,0 0-2 0,0 0-7 0,0 0-6 16,0 0 0-16,0 0-8 0,0 0 0 0,0 0-4 16,0 0-2-16,0 0 2 15,0 0 11-15,0 0-3 0,0 0-3 0,0 0 1 16,0 0-10-16,0 0-3 0,0 0 1 0,0 0-1 16,0 0-3-16,0 0-2 0,21 2-1 0,0-2 2 15,15 0-5-15,19 0 2 0,6 0-4 0,31-2 1 16,2 1-2-16,0 2 0 0,1-1 3 0,1 2-1 15,-1-2-2-15,-3 0-1 0,-28 3 2 0,1-1-3 16,-3 1-1-16,-2-2 0 0,-4-1 0 0,-18 3 0 16,-3 1 5-16,-3-6-8 0,-4 2 3 0,-8 2 0 15,-7-2-3-15,1 0 6 0,-7 0 4 0,0 0 2 16,-3-2 0-16,-4 2 1 0,5-2-3 0,-5 2-6 0,0 0 2 0,-7-8-2 16,1 6-2-16,1 0-4 0,-4 0-11 0,-1 1-13 15,0 0-12-15,0 0-27 0,-2-2-28 0,3 1-44 16,4-1-55-16,-4 1-213 0,3-1-438 0,2 0 193 15</inkml:trace>
  <inkml:trace contextRef="#ctx0" brushRef="#br0" timeOffset="97535.27">24398 5608 129 0,'-5'-3'239'16,"5"3"-19"-16,-5-2-25 0,5 2-24 0,0 0-16 15,0 0-16-15,0 0-10 0,0 0-15 0,21 5-14 16,-10-1-8-16,4 5-11 0,12-1-5 0,-4 5-7 16,5-1-5-16,1 2-7 0,0-1-3 0,-1 3 0 15,0 1-10-15,0 1-4 0,-5 0-4 0,-9-3-1 16,0-1-5-16,-2 3-5 0,-6-3-3 0,2 1-1 0,-7 1-2 0,-1-3-2 15,-5 2-3-15,-8-2-3 0,-1 0 3 0,-4 0-1 16,-6 0 2-16,-3-2-1 0,3 1 5 0,-2-3-2 16,7-2 4-1,-2-3-2-15,-8 3-4 0,10-1-2 0,-4-3 0 0,5 2 0 16,0-3-2-16,7 2 4 0,0-3-4 0,0 2-33 16,6-3-30-16,0 3-21 0,5-3-58 15,0 0-87-15,0 0-146 0,0 0-393 0,36-8 174 16</inkml:trace>
  <inkml:trace contextRef="#ctx0" brushRef="#br0" timeOffset="97898.54">25629 5499 382 0,'1'-5'372'0,"1"0"-10"0,-1 0-25 0,-1 0-19 16,1 2-28-16,1 1-31 0,-2 2-23 0,2-4-30 0,-2 4-24 0,2-5-17 15,-2 5-24-15,0 0-23 0,0 0-7 0,0 0-15 16,7 14-21-16,-6-6 5 0,3 4-11 0,-1 5-10 16,-1 0-1-16,3 9-9 0,-3-2 15 0,-2 2-28 15,0-6 1-15,1 5-12 0,-1 1 11 0,-1-8-7 16,1 0-7-16,-3 0 1 0,2-2 3 0,1-3-7 15,-2-1 1-15,2-5 15 16,0 3-21-16,0-5-12 0,0 1 17 16,0 0-4-16,0-2 4 0,0-4-2 0,-1 5 7 15,1-2-9-15,0-3-1 0,-1 4-4 0,1-4 1 0,0 0 12 16,0 0-10-16,0 0-43 0,0 0-42 0,0 0-43 16,0 0-32-16,-10-7-35 0,7 2-46 0,0-5-55 15,-1 3-297-15,2-7-627 0,0 6 277 0</inkml:trace>
  <inkml:trace contextRef="#ctx0" brushRef="#br0" timeOffset="98300.65">25681 5307 75 0,'-2'-7'203'15,"-2"-1"-14"-15,1 4-18 0,-2-3-19 0,0 4-10 16,0 1-12-16,-1 1-10 0,6 1-5 0,-18 3-12 15,4 5-7-15,-3 2-8 0,-1 2-5 0,-3 7-5 16,-2 3-6-16,1 2-5 0,-4 3-5 0,-2 14-5 16,6-12-5-16,-4 11-5 0,0 3 3 0,4 0-5 15,3-2 6-15,6-8-1 0,-3 0 3 0,4-2 4 16,3-1 14-16,4 2 9 0,3-5 4 0,4-1-1 0,0-1 2 16,6 0 4-16,1-7 6 0,4 6 2 0,5-5 11 0,1 1-4 15,7-5 5-15,3 0-6 0,4-1 8 0,6-5-8 16,9 1-15-16,-6-3 0 0,12-4-11 0,-2-3-2 15,1-3 10-15,-15-1 10 0,13-4-3 0,-14 1 8 16,-1-5-3-16,-3-3-7 0,-1-3-5 0,0-4-9 16,-1 1-6-1,5-18-5-15,-8 0-12 0,-4-5-7 0,-3-1 4 0,-10-5-16 16,-3 2-10-16,-8-3-3 0,-8 2-1 0,-1 16-9 16,-9-10 1-16,-6 3-7 0,-2 14 0 0,-15-3-27 15,-6 7-25-15,-6 3-50 0,-9 7-67 0,-6 9-77 16,-24 3-117-16,-1 8-354 0,2-4-769 0,27-4 341 15</inkml:trace>
  <inkml:trace contextRef="#ctx0" brushRef="#br0" timeOffset="102073.93">4798 8224 166 0,'1'-4'241'0,"-1"4"-14"0,0-5-14 0,3 1-10 16,-3 4-13 0,1-3-5-16,-1 3-11 0,0-5-16 0,0 5-15 0,3-4-13 15,-3 4-17-15,0 0-14 0,0 0-19 0,0 0-20 16,0 0-11-16,0 0-3 0,-16 12-1 0,1 1-14 16,-6 8-1-16,-3 4-4 0,-8 13-2 0,1 7-1 15,-1 0-3-15,-1 4-3 0,1 3 0 0,-1 1 0 16,10-4-2-16,-3 2 13 0,7-1 1 0,3-5-7 15,3-11 1-15,7-1-2 0,-2-2 0 0,4-4-4 16,3 0-1-16,3-3 0 0,0-4-1 0,0-5 2 0,2-3-5 16,1 1 3-16,2-3-2 0,0-1 0 0,3-4 2 0,2 2-4 15,2-2 2-15,4 0-3 0,0-4 3 0,-8-1-4 16,4 1 0-16,-1-2 3 0,-4 0 7 0,1 1 20 16,-2-2 8-16,-2-1 3 0,-2-3-1 15,2 3-5-15,-5-2-1 0,-1-2-5 0,-1 1-5 0,-5-5-7 16,1 0-3-16,-8-1 1 15,2 1-4-15,-5-4-1 0,-2 3-2 16,-4-2-2-16,6 2-1 0,-1 2-9 0,-3-2 3 16,2 0 1-16,1 2-3 0,1 0 3 0,3 2-1 0,2 2-3 0,2-1-3 15,1 2 5-15,3 2 0 0,-2-2 3 0,4 1 4 0,0 1-12 16,-1 1 0-16,4 2-10 0,8-7-5 0,2 2-8 16,7 1 3-16,4-2-4 0,10 1-9 15,2-2-6-15,3 2-5 0,0-2 2 0,14-3 3 16,-13 5 1-16,2-2 3 0,11 0 5 0,-14 0 3 15,-4 4 3-15,1-1 0 0,0 1 3 0,-3-4 2 16,-10 4 0-16,1 0 5 0,-10 1-2 0,1 0 6 16,-6 1 5-16,0-1 11 0,2 2 12 0,-8 0 11 15,10-2 2-15,-7 1-2 0,-3 1-8 0,1-4-4 16,-1 4-1-16,0 0 0 0,-14-3-7 0,6 2-1 0,-4 3 1 0,-2 0 1 16,2-2-2-16,-8 4 2 0,2 1-9 0,-3 3 0 15,3-1 0-15,0 2-3 0,-7 4 0 0,6-2 0 16,2 2-1-16,3-1-4 0,0 4 5 0,1-2-3 15,4 4 1-15,0-1 1 0,-1 0-4 0,5 1 2 16,3-1 2-16,2 2-2 0,2-2 4 0,1 2 5 31,5-2-3-31,4-2 2 0,-2-1 4 0,12 1-2 0,6-1 3 0,1-4-3 16,3-1 5-16,3-4-3 0,3 0-1 0,13-3 1 16,3-2-3-16,-16-2-3 0,1-5-6 0,0 2-3 15,-3-2-6-15,0 0 0 0,-3-1-4 0,-1-6 2 16,-4 7 2-16,-2-8-1 0,-7 7 5 0,-4-1 4 15,0-3 3-15,-3 1 20 0,1 0 25 0,-7 2 18 16,2 1 19-16,-3 0 8 0,-1 0-2 0,-3 2 2 0,3 1 5 16,-4-3-5-16,5 2-2 0,-5 3-3 0,0-2-3 15,0 0 0-15,0 1-7 0,0 0-3 0,0 4-5 16,0-4-8-16,0 4-4 0,1-4-7 0,-1 4-10 16,0 0 0-16,0 0-8 0,0-4-8 0,0 4-1 15,0 0-7-15,0 0-2 0,0 0-3 0,0 0-11 0,0 0-8 16,0 0 10-1,0 0 0-15,-3 18 1 0,0-10-3 0,2 2-13 16,-2 2 4-16,-1 0 12 0,2 2 4 0,-1 3-8 16,-2-1 12-16,1 0-11 0,3 1 6 0,-4-6-4 0,5 0 13 0,-3 1-10 15,2-3-1-15,1-2 2 0,0 1 5 0,0-3-8 16,-1 0 8-16,1 1-4 0,0-3 1 0,0-3 0 16,-3 6-12-16,3-6 21 0,0 6 5 0,0-6-3 15,0 0 5-15,0 0-8 0,0 0 4 0,0 0-28 16,0 0-17-16,-4-17-39 0,3 7-58 0,1-3-44 15,-5-2-57-15,2-2-68 0,2-10-73 0,-2 3-266 16,2-2-685-16,-4-2 303 0</inkml:trace>
  <inkml:trace contextRef="#ctx0" brushRef="#br0" timeOffset="102227.6">5405 8513 188 0,'0'-6'324'0,"1"0"-7"0,-2 2-3 0,2 2-17 0,-1 2-17 16,0-10-19-16,0 7-25 0,0 3-32 15,0 0-18-15,0-4-17 0,0 4-23 0,0 0-14 16,0 0-20-16,0 0-13 0,0 0-46 0,0 0-46 16,14 7-49-16,-9 0-45 15,2 2-58-15,-5-2-74 0,2 5-253 0,1 4-512 16,-2-6 227-16</inkml:trace>
  <inkml:trace contextRef="#ctx0" brushRef="#br0" timeOffset="102559.45">5622 8727 163 0,'0'0'222'0,"0"0"-20"0,1 4-22 0,2 1-18 16,-2-1-2-16,-1 2-16 0,5 1-12 0,-5 3-9 16,5 0-13-16,-2 2-5 0,1 0-9 0,0 5-7 15,-2-3-9-15,5 1-5 0,-5-4-9 0,2-1-6 16,0 1-6-16,-1 0-2 15,0-4-10-15,1-1-3 0,-4 1 0 0,4-2 19 0,-3-1 27 16,-1 0 22-16,1-1 33 0,-1-3 41 0,3 5 37 0,-3-5 23 16,4 3 26-1,-4-3 24-15,0 0-9 0,0 0-25 0,0 0-27 16,6-15-21-16,-2 6-21 0,1 0-20 0,-1-2-20 16,2-6-24-16,4 1-10 0,-1-2-9 0,0-2-9 15,3 2-17-15,-5 1-23 0,3 2-32 0,-3 1-41 0,2 4-40 0,-4-1-61 16,4 3-66-16,-1 0-60 0,-1 2-39 0,1 5-37 15,1-2-46-15,4 2-64 0,-7 1-244 0,5 4-731 16,-2 0 324-16</inkml:trace>
  <inkml:trace contextRef="#ctx0" brushRef="#br0" timeOffset="103192.01">5949 8908 95 0,'-1'2'255'0,"1"-2"-10"0,0 0-20 0,0 0-21 16,0 0-19-16,0 0-20 0,15-4-18 0,-6 2-16 16,3-1-12-16,2-1-10 0,2 0-15 0,3 0-5 0,1-3-7 0,0 0-13 15,6-3-6-15,-6 2-5 0,-1 0-5 16,0-1-3-16,-1-3 11 0,0 0 10 16,-1 4 8-16,-2-3 11 0,-5-1 6 0,3-1 14 0,-4 4-6 15,-4-1-2-15,3 0-4 0,-7 2-5 0,3-2-4 0,-4 5-12 0,-3-3-11 0,2 1-5 16,-5 2-5-16,-2 0-5 0,-5 0-9 15,-1 5-7-15,-2-2 0 0,-5 4-12 0,-7 3-1 16,0 0-2-16,2 3 0 0,2 4-3 0,4-2-4 0,-5 4-1 16,2 2 4-16,8-4-7 0,1 1-3 15,1 3-3-15,3 1 1 0,1 0-1 0,3 0 4 16,0-2-8-16,6-3-2 0,2 1 3 0,3-1 0 16,8-1-3-16,2 0 4 0,5-2-2 0,11-1 2 15,1-2 2-15,3-4 3 0,0-1-4 0,1-2-2 0,1-3-1 16,0-1 8-1,-1-2-10-15,-1-2 3 0,-6-2 0 0,2-1 3 16,-5-1 0-16,-1-1 11 0,-5-2 16 0,-5 2 23 16,1 1 12-16,-1-2 16 0,-3 0 26 0,-2 2 19 0,-5 4 24 0,0 0 15 15,-1 2 3-15,1 2-12 0,-1 1-18 0,0-1-11 16,1 1-17-16,-4 1-18 0,-1 3-10 0,3-4-13 16,-3 4-10-16,1-2-30 0,-1 2-31 0,0 0-25 15,0 0-1-15,0 0 1 0,4 10 3 0,-4-5-2 16,-2 6-2-16,1-2-4 0,1 3-6 0,-1-3-3 15,1 0-1-15,-1 2 2 0,1-1-1 0,-3-3 5 16,3-2 5-16,0 2-1 0,0-2 9 0,0-1 14 16,0-1-10-16,0-3 19 0,0 5 20 0,0-5 22 15,0 0 22-15,0 0 3 0,0 0-8 0,6 0-6 16,-6 0-8-16,0 0-3 16,12-6-2-16,-8 2-4 0,1 2-8 0,-5 2-4 15,8-2-6-15,-3 2-13 0,-5 0 3 0,11 3 2 16,-3 1-5-16,3 3-5 0,7 2-21 0,-4 3-34 15,-1 0-34-15,2 3-44 0,2-1-64 0,1 6-54 16,-5-1-71-16,-3-5-125 0,-5-1-282 0,3 2-788 16,-7-4 348-16</inkml:trace>
  <inkml:trace contextRef="#ctx0" brushRef="#br0" timeOffset="107300.2">7814 8508 20 0,'1'-11'273'16,"0"0"-7"-16,3 0-6 0,-3-4-7 0,2 4-8 16,-2 1 1-16,0-2-21 0,-1 7-17 0,1-5-4 15,1 5-19-15,-2-1-19 0,1 0-17 0,-1 1-17 16,0 2-12-16,0 3-23 0,0-6-29 0,0 6-27 16,0 0-26-16,0 0-1 0,0 0-5 0,0 26-1 0,0-8-3 0,-1 10 1 15,-1 5 1-15,0 14 6 0,-2-11-10 0,4 10 0 16,-5 0 2-16,5-11-1 0,-2-1 3 0,-1-3 1 15,3 2-4-15,0-8 2 0,0 2-4 0,0-9 2 0,0-1 0 32,-1-1-1-32,1-4 4 0,0-3-5 0,1 0 3 0,-2-1-3 0,1-3 2 0,0-1 9 15,0-1-3-15,0-3 2 16,0 6 1-16,0-6-6 0,0 5 6 0,0-5-1 16,0 6 0-16,0-6-2 0,0 0-1 0,0 0-5 15,-3 1-43-15,3-1-51 0,0 0-46 0,-13-11-42 16,8 4-68-16,-1-1-210 0,-1-1-494 0,1-2 219 15</inkml:trace>
  <inkml:trace contextRef="#ctx0" brushRef="#br0" timeOffset="107522.73">7508 8797 171 0,'-9'0'184'0,"-1"-3"-4"0,2 6-8 0,2-6-15 16,2 0-3-16,-1 2-7 0,5 1-13 0,-5-3-18 15,5 3-13-15,0 0-6 0,0 0-6 0,20-2-13 16,-2 2-7-16,5-3 1 0,9 2-6 0,5-2-1 15,-1-2 3-15,18 2-1 0,-17 3-5 0,2-5-3 0,-3 4-8 16,-4-3-3-16,-1 3-8 0,-9 0-2 0,-3-1-7 16,0 2 1-1,-7 0-3-15,1-3-2 0,-3 6-3 0,-2-3-5 0,-1 0-2 16,0 0 3-16,-7 0-13 0,9 0-12 0,-9 0-12 16,5 0-12-16,-5 0-6 0,0 0-16 0,0 0-18 15,0 0-29-15,0 0-41 0,0 0-57 0,-13 5-147 16,9-3-373-16,4-2 165 0</inkml:trace>
  <inkml:trace contextRef="#ctx0" brushRef="#br0" timeOffset="108524.56">8258 8478 104 0,'4'-8'341'15,"-4"2"-11"-15,4 1-13 0,-3-1-27 0,2 2-30 16,-2-2-30-16,-1 6-23 0,5-4-23 0,-4 1-23 16,-1 3-20-1,0 0-32-15,0 0-16 0,0 0-8 0,5 15-13 0,-3-5-6 16,-2 6-8-16,1 4-4 0,-1 3-7 0,-1 7-4 16,-2 0-7-16,0 3-1 0,2 1-4 15,-5 1-3-15,2-3-3 0,-1 1-3 0,1-2 1 0,3-6-2 16,0-4-2-16,-2-5-1 0,3-2-2 0,0-4 1 15,0 0-3-15,-1-3 3 0,1 0-1 0,0-2 4 16,-3 0 9-16,6-2 26 0,-2 0 33 0,-1-3 23 16,0 0 7-16,0 0 0 0,0 0-13 0,0 0-8 0,12-12-11 0,-9 2-9 15,7-3-15-15,0-4 0 0,0 0-5 16,1-3-7-16,-3 4-8 0,1-1-5 0,0 5-7 16,-3 2 2-16,-1 1 4 0,-1 4-12 0,0-1-5 15,-3 1-9-15,3 1-10 0,-3 0-38 0,3 2-33 0,-4 2-14 16,0 0 12-16,0 0 12 0,14 10-1 0,-6-3 5 15,2 2 9-15,0 4 3 0,6 1 4 0,3 5-10 0,1-2 5 16,6 0-4-16,-3-2-10 0,4 1-10 0,1-3-7 31,-1-2-4-31,-1 0-6 0,1-2 0 0,-4-2-3 0,3-2 5 0,-7-4 3 16,4 2 4-16,-4-5 10 0,-2 0 7 0,-4-1 7 16,-1-1 6-16,-1-3 7 0,-2-1 20 0,-2-2 15 15,-2-2 26-15,-1 1 10 0,-3-4-2 0,2-1 5 16,-7-1-8-16,-1 1 0 0,1 2-2 0,0 2 0 15,-1 2-1-15,0 0 3 0,-1 4-7 0,3 0-3 16,-2 0-3-16,0 2-3 0,-1 2-1 0,1 0-5 16,5 2-2-16,-19 7 0 0,9 0 1 0,1 3-4 15,-1 3 2-15,0 1 0 0,0 2-1 0,1-1 3 16,0 2 0-16,5-1 6 0,-1-1-9 0,4-3 1 16,-2-1 0-16,2 0 13 0,-2-1-11 0,3-5-4 0,0 2 7 0,3-2-4 15,-3-1 7-15,1 0 3 0,3-3 10 0,-4-1 10 16,13-1 13-16,-13 1-1 0,15-7 6 0,-5 2 0 15,2-1-3-15,-1-1-2 0,4-5 1 0,0-1 6 16,0-1-22-16,0 1-1 0,1-1-6 0,-1-1-8 16,0 1 6-16,-2 5-2 0,0-3-3 0,-3 5-1 15,-1-1-3 1,-5 3 4-16,5 3 2 0,-4-2-19 0,0 1-1 0,1 3-4 16,1 0-4-16,-1 0 4 0,3 4-5 0,-1 0 6 15,1 2-17-15,1 0-6 0,-1 0-3 0,1 2-6 16,0 1 0-16,1-2 2 0,-2 2 0 15,2-4 8-15,-2 6 0 0,1-7 3 0,-1 3 2 0,0-1 6 16,-4-2 1-16,-1-2 4 0,4 1 7 0,-2-2 11 16,-6-1 8-16,9-1 8 0,-4-3 0 0,2-1 7 0,-2-3 14 15,0 0 2-15,0-4 10 0,-1-2-7 0,1-5-11 16,-1 0 3-16,3-5-7 0,2-1-4 0,-4-4-16 0,3 0 8 16,0-2 0-16,1-3 2 0,-2 3-6 15,-2 6-1-15,1 6 15 0,-2 4-3 0,-2 3 4 16,-1 0-2-16,2 4-8 0,-2 2-6 0,2-1-6 15,-3 5-35-15,1-1-25 16,-1 3-7-16,0 0 7 0,0 0 2 0,-3 22 0 16,2-3 20-16,-2 8-10 0,-1 3 6 0,0 2 6 0,0 4 3 0,0 11 9 15,-1-12-6-15,-2 0-17 0,3-4-18 0,2 0-22 16,0-1-6-16,0-6-12 0,1-5-2 0,-2-7-20 16,2 0-27-16,-1-1-6 0,0-2-36 0,2-2-25 15,-1-1-17-15,1-2 5 0,0-4-140 0,0 0-392 16,0 0 174-16</inkml:trace>
  <inkml:trace contextRef="#ctx0" brushRef="#br0" timeOffset="108787.43">9103 8644 129 0,'-13'-2'197'0,"8"2"-17"0,-3 0-12 0,0 0-23 0,8 0-7 15,-11 0-11-15,11 0-15 0,0 0-4 0,-4 5-11 16,4-5 11-16,0 0 0 0,23 6-6 0,0-2 4 15,12-2-3-15,2-2-7 0,14 0-11 0,5-2-7 16,0-2-4-16,2 0-3 0,1 2-1 0,-6 0-6 31,1-4-2-31,-17 3-6 0,-5 2-8 0,-4-2-5 0,-8 2-3 0,-5 0-6 16,-3-1-2-16,0 2 3 0,-7 0-5 0,1 0-10 16,-6 0-3-16,9-1-7 0,-9 1-6 15,0 0-21-15,0 0-49 0,0 0-58 0,-19 3-66 16,1-2-227-16,0 0-452 0,1 2 200 0</inkml:trace>
  <inkml:trace contextRef="#ctx0" brushRef="#br0" timeOffset="110243.38">10918 8627 77 0,'-1'-7'313'0,"1"2"-23"0,0-1-19 0,0 0-12 0,0 4-22 0,0-3-20 15,0 5-20-15,0-6-20 0,1 2-23 0,-1 4-14 16,2-4-13-16,-2 4-23 0,0 0-20 0,0 0-18 15,0 0-15-15,0 0-7 0,0 0-2 0,10 8-18 16,-6-4-1 0,2 5-5-16,1 1 1 0,3 4-1 0,0 0-2 0,0-1-2 15,3 4-1-15,0-1 7 0,6 2-9 0,-5-3-5 16,0-1-15-16,-1-2 0 0,4-2 5 0,-7-2-5 16,1 0 1-16,0-2 2 0,-2-2 5 0,1-1-4 15,-3-1 2-15,4-3 1 0,0 0-1 0,-2-3 3 16,1-2 4-16,2-4 2 0,-5 1 8 0,5-3 9 15,-5 2 11-15,1 0 6 0,0-6 2 0,-3 1 9 16,0 5-9-16,1-7 9 0,-3 8 2 0,2-1 4 16,-5 2-4-16,4-1 2 0,-3 2-8 0,2 2-6 0,-2 1-6 0,2 0-5 15,-2 2-17-15,-1 2-19 0,0-5-20 0,0 5-28 16,4-2-8-16,-4 2 0 0,0 0 0 0,1 14 7 16,-1 2 3-16,0 4 5 0,0 8 5 0,0 5 5 15,-1 13 5-15,-2 0 5 0,2 4 2 0,-3-3 2 16,-1 1 5-16,4 3 5 0,-2-2-4 0,3 5 4 15,3-2 1-15,-2-3 2 16,3-4 4-16,0 3 0 0,-3-14-1 0,4 0 3 16,3 0 1-16,-6 0-4 0,2-2 6 0,-1-4 1 0,-2 1-3 15,-2-2 2-15,1-10 1 0,-3 2-1 0,2-1 3 0,-4-2 0 16,-3-2 3-16,3-4-1 0,-3 1 2 0,2 0 1 16,-7-5 3-16,3 1 0 0,-8 2 0 0,1-4 2 15,-2 0 3-15,0-3 0 0,-1-2 1 16,-3 0-5-16,2-2 1 0,1-2 1 0,-2-1 0 0,4-1 16 15,-4-3 7-15,5 1 10 0,-1-4 3 0,1-2 10 16,4-3 10-16,-3-3 3 0,3-6 0 0,4-3-12 16,4-3-6-16,6-2-12 0,4-16-3 15,8 0-3-15,4 2-5 0,0-2 0 0,9-5 0 0,2 3-5 16,8 1-3-16,-3 6-1 0,7 1 0 0,4 6 4 16,-6 1-16-1,0 4-1-15,-10 11 3 0,-2-2-2 0,-2 6 2 16,-3 2-6-16,-6 3 12 0,-4 2 0 0,-1 2 1 15,-1 5-2-15,-4-4 11 0,4 4-10 0,-6 2-5 0,1-1 2 16,-1-2-1-16,0 2-3 0,-3 3-11 0,5-4-14 16,-3 3-40-16,-2 1-25 0,0 0-23 0,3-3-29 0,-3 3-34 15,0 0-20-15,0 0 12 0,0 0 7 0,0 0-24 16,0 0-68-16,-7 11-190 0,3-10-483 0,4-1 214 16</inkml:trace>
  <inkml:trace contextRef="#ctx0" brushRef="#br0" timeOffset="110660.04">11817 8353 235 0,'1'-4'311'0,"-1"4"-18"0,2-2-18 0,-2 2-18 15,1-3-21-15,-1 3-23 0,0 0-19 0,0 0-23 16,0 0-16-16,2-3-16 0,-2 3-20 0,0 0-10 0,0 0-28 16,0 0-15-16,0 0-12 0,0 0-3 0,-7 12-5 15,4-7 3-15,-3 6-14 0,-2 6-7 0,-3-2 3 16,0 1-15-16,2-1-6 0,-2 1-20 16,3 0-6-16,-1 1-18 0,-1-3-25 15,1-1-18-15,0 2-27 0,0-2-36 0,0-4-32 16,4 1-76-16,1-4-138 0,0-3-418 15,3 1 185-15</inkml:trace>
  <inkml:trace contextRef="#ctx0" brushRef="#br0" timeOffset="110875.82">12030 8335 39 0,'4'-5'360'0,"1"2"-8"0,-1-2-24 16,-3 3-23-16,3 0-33 0,-4 2-23 0,4-4-27 15,-4 4-29-15,5-1-26 0,-5 1-21 0,0 0-29 16,0 0-21-16,0 0-7 0,0 14-13 0,-5-2-3 0,0 7-5 16,-3 5-7-16,-2 4-4 0,1 1-5 0,0 0-21 0,-1 0-17 15,0-2-21-15,1 1-37 0,-1-4-40 0,1 3-45 16,0 1-63-16,1-10-294 0,-1 2-525 0,5-4 232 16</inkml:trace>
  <inkml:trace contextRef="#ctx0" brushRef="#br0" timeOffset="111730.43">12337 9097 104 0,'0'0'194'16,"-5"0"-2"-16,5 0-18 0,-7-3-5 0,7 3-6 16,0 0-2-16,0 0-8 0,0 0 1 0,-6 0-3 0,6 0-4 0,0 0 2 15,0 0-12-15,0 0-7 0,0 0-7 0,0 0-6 16,0 0-10-16,0 0-7 0,0 0-1 0,0 0-7 16,0 0-5-16,-3-2 2 0,3 2-7 0,0 0-6 15,0 0 2-15,0 0-11 0,0 0-3 0,0 0-5 16,0 0-8-16,0 0-3 0,0 0-9 0,0 0-2 15,0 0-8-15,0 0 1 16,0 0-1-16,0 0-5 0,0 0-3 0,0 0 11 16,0 0-17-16,0 0-1 0,0 0-3 0,0 0-5 0,0 0 3 0,0 0-2 15,0 0-1-15,0 0 0 0,0 0-1 0,0 0 1 16,0 0 0-16,0 0 3 0,0 0-6 0,0 0 2 16,0 0 2-16,0 0 9 0,0 0-14 0,0 0 4 15,0 0-5-15,0 0-1 0,0 0 1 0,0 0-1 16,0 0-3-16,0 0 4 0,0 0 14 0,0 0-16 15,0 0-5-15,0 0 9 0,0 0-3 0,0 0 3 16,0 0-6-16,0 0 3 0,0 0-1 0,0 0-2 16,0 0 1-16,16-3 5 0,-6 0-4 0,8-1-3 15,1 3 6-15,14-4 1 0,2 0-6 0,1 2 2 16,17-5-1-16,0 4 0 0,0-3 0 0,4 1 6 16,1 2-4-1,5-1 1-15,-3-2-2 0,-4 5 0 0,-1-2-6 0,-19 0 11 16,-4 0-3-16,-1 1-4 0,-11 0-8 0,-3 3-3 15,-5 0-13-15,-4-2-5 0,-1 0-10 0,0 2-13 16,-7 0-21-16,5-3-35 0,-5 3-26 0,0 0-21 16,-19-2-22-16,6 2-16 0,-5-1-20 0,-1 2-224 0,-1-1-477 0,-8-1 212 15</inkml:trace>
  <inkml:trace contextRef="#ctx0" brushRef="#br0" timeOffset="111962.19">12653 8886 267 0,'-2'-7'299'0,"0"0"-1"0,-1 0 3 16,2 2 2-16,1 0-2 0,-3 0-12 0,2 1-21 15,1 4-26-15,-2-6-10 0,2 6-42 0,0-4-23 16,0 4-24-16,0 0-8 0,0 0-40 0,0 0-15 0,-4 14-5 15,1 3-18-15,1 8-2 0,-1 5 2 0,-1 4-8 16,-1 12-4-16,4 3-8 0,2 1-38 0,2-1-36 0,-2-2-49 16,1 0-59-16,4-1-74 0,-9-10-365 0,3-6-630 15,3-5 278-15</inkml:trace>
  <inkml:trace contextRef="#ctx0" brushRef="#br0" timeOffset="115742.02">14122 8427 154 0,'-2'-3'157'0,"-1"-2"-7"16,3 1-1-16,-1 1-19 0,-2-2 0 0,3 5-4 16,0-6 0-16,0 6-12 0,-1-4-2 0,-2 0-16 0,3 4-10 0,4-5-6 15,-1 2-12-15,-2 0-9 0,4-1 0 0,3 0-8 16,3 0-6-16,0-1-7 0,2 3 0 0,0-3-8 16,6 1-8-16,-2 1 5 0,2 1-1 0,2 2-4 15,1 0 5-15,-1 5-1 0,1-1-3 0,-4 2-2 16,1 0-6-16,-1 3-4 0,-5 4 12 0,-2 2-6 15,2 2-5-15,-5 7 1 16,-5 3 2-16,-5 2-4 0,-3 0 4 0,-4 2-5 16,-16 14 1-16,-4-3-2 0,-7-1 4 0,-2-2-7 15,0-5 4-15,1 0 2 0,8-9-9 0,0-3 4 16,1 1 0-16,-3-4 1 0,3-3-3 0,4-2 1 16,-2-1 2-16,11-7 0 0,2 1-1 0,2-4 22 15,4 1 26-15,1-2 24 0,1 1 38 0,0-1 9 16,5-2 2-16,-7 3-16 0,7-3-6 0,0 0-15 0,0 0-12 0,18-12-9 15,-5 10-8-15,4-5-5 0,1 2-10 0,3 0-1 16,0 1-6-16,-1 0-2 0,7 0 2 0,1 1-28 16,2 2-34-16,-1 0-42 15,0-1-37-15,-1 2-62 0,4-2-71 0,-1-1-300 0,-8 3-579 16,-1-3 256-16</inkml:trace>
  <inkml:trace contextRef="#ctx0" brushRef="#br0" timeOffset="116239.19">14748 8501 65 0,'4'-4'204'0,"-4"4"-20"0,5-2-20 0,-1-1-17 15,4 3-15-15,-8 0-15 0,14 3-11 0,-4-1-12 16,3 5-11-16,1 2-7 0,1 2-8 16,-2 3-11-16,0 1-1 0,-3 3-7 0,1 3-6 0,-2-3-7 0,-4 7 3 0,-1 1-3 15,-2 0-9-15,-4-2 6 0,-2-4-1 0,-6 5-5 16,0-3 6-16,-4-1-4 0,3-4-4 0,-2 0 3 16,-3-1-2-16,2-3 2 0,-2-1 3 0,2-2 4 15,0 0 6-15,2-3-1 0,4-2 4 0,-2-1 15 16,5 0 17-16,1 0 20 0,-1-4 22 0,1 2 31 15,4-2 26 1,0 0-24-16,0 0-13 0,-1-9-15 0,6 1-12 16,3-5-14-16,6-3-4 0,5-6-23 0,4-2-1 15,3-5-5-15,5-7-13 0,-5 11-6 0,2-1-1 16,-2 1-8-16,-2 3-5 0,-5 4-5 0,-3 3-1 16,-1 3-2-16,-6 5-6 0,1-3 15 0,-2 5-19 15,-3 0-3-15,-1 2-13 0,0-1-15 0,-1 2-17 16,-3 2-4-16,0 0 5 0,5 9 4 0,-2-1 3 0,-4 6 0 0,-2 3 7 15,-1 3 3-15,2 6 2 0,1 3 7 0,-1-4-7 16,2 2 3-16,2 0 1 0,3 1 5 0,1-6-4 16,0-3 0-1,3 0-7-15,8 0-18 0,2-1-31 0,2-3-50 0,5-2-67 16,5-3-101-16,-3-7-240 0,4-1-567 0,3-3 252 16</inkml:trace>
  <inkml:trace contextRef="#ctx0" brushRef="#br0" timeOffset="116653.36">15546 8744 114 0,'-7'0'205'16,"1"0"-2"-16,6 0-8 0,-12-1-6 0,9 0-14 15,3 1-12-15,0 0-18 0,-8 0-11 0,8 0-18 0,0 0-7 16,0 0-10-16,-7 1 1 0,7-1-6 0,0 0 1 16,0 0-4-16,0 0-7 0,0 0-3 0,0 0 7 0,0 0-14 0,0 0-4 15,0 0-8-15,0 0-3 0,0 0-4 0,-8 0-9 16,8 0-3-16,0 0-4 0,0 0 6 0,0 0-14 16,0 0 0-16,0 0-7 0,0 0 0 0,0 0-2 15,0 0-5-15,0 4-1 0,0-4 1 0,0 0 1 16,0 0-1-16,0 0 1 0,0 0 1 0,0 0-5 15,24-5-3 1,-10 3-1-16,6-2-1 0,11 0 0 0,0-1-4 16,3 2 3-16,-1-2-4 0,3-1 2 0,-1 1-4 15,-1 1 1-15,-2-2 1 0,-4 3-1 0,2-2-1 16,-11 2-7-16,-6 1-19 0,-3-2-11 0,1 1-19 16,-6 1-30-16,0-1-23 0,-1-1-34 0,-4 0-40 15,0 4 0-15,-4-4 2 0,-1 0-209 0,-4-1-420 16,-2 0 186-16</inkml:trace>
  <inkml:trace contextRef="#ctx0" brushRef="#br0" timeOffset="116869.54">15732 8591 179 0,'-5'-5'196'0,"-1"0"8"0,2 0 6 15,-1 3 3-15,0-3-1 0,2 1 8 0,-1 2-2 16,3-1-6-16,1 3-6 0,-4-6-4 0,3 4-15 16,1 2 0-16,-3-5-29 15,3 5-15-15,0 0-21 0,0 0 6 0,-2-2-37 16,2 2-10-16,0 0-11 0,0 0-8 0,0 0-13 15,0 0-4-15,-4 12-5 0,1-2-8 0,2 5 0 16,-3 4-1-16,3 0 7 0,-2 8-14 0,2 1-4 16,0 0-7-16,1-1 11 0,-4-1-3 0,7 3-3 15,-3-3-13-15,1-6-33 0,1-1-25 0,0 0-30 16,-1-2-37-16,0 0-45 0,2-1-33 0,-1-4-56 0,-1-3-245 0,3 0-540 16,-1-4 238-16</inkml:trace>
  <inkml:trace contextRef="#ctx0" brushRef="#br0" timeOffset="117148.21">16260 8478 166 0,'1'-10'363'0,"-1"3"-21"0,-1 2-10 15,1-3-28-15,0 2-25 0,0 0-38 0,0 2-23 16,0 4-28-16,0 0-32 0,0 0-6 0,0 0-11 16,0 0-21-16,1 24-12 0,2-5-13 0,-1 7-7 15,-2 6-9-15,4 2-3 0,-4 2-12 0,4 10 1 16,1-10-10-16,-1-1-17 0,1-2-18 0,0-1-48 0,0-2-36 16,-1 1-44-16,-1-3-50 0,1-3-67 0,-6-6-294 15,2-2-561-15,-1-3 248 0</inkml:trace>
  <inkml:trace contextRef="#ctx0" brushRef="#br0" timeOffset="117787.68">13946 9303 200 0,'0'0'227'0,"-8"0"-21"0,8 0-20 0,0 0-21 0,0 0-15 16,-10-1-16-16,10 1-14 0,0 0-12 0,-4-2-7 16,4 2-14-1,0 0-9-15,0 0-9 0,0 0-5 0,0 0-10 0,0 0-2 16,0 0-6-16,0 0-4 0,0 0 2 0,0 0-1 16,0 0-3-16,0 0-1 0,0 0-6 0,0 0-1 15,0 0-4-15,0 0-2 0,0 0-4 0,0 0-3 16,0 0-1-16,0 0-2 0,0 0-2 0,0 0 0 15,0 0-3-15,0 0 0 0,0 0 3 0,0 0 7 16,21 0-2-16,-8 0-1 0,4-1 0 0,6 1 6 0,9-1-3 16,5-3 9-16,18-2-1 0,9 3 2 0,34-8 7 15,3 2 7-15,14 1 7 0,9 2 3 0,12-1-6 16,0 1-3-16,16-5-3 0,3 7 2 0,6-4-6 16,4 4-5-16,-1 2-5 0,-10-3-2 0,-2 4 0 15,-4-8-5-15,-3 4 7 0,-11 0-8 0,-7-3-4 16,-10 6-4-16,-7-6 1 0,-13 2-1 0,-30 1-3 0,-6 2 1 15,-2 0-2-15,-6 1 2 0,-18-2 0 0,-2-1 13 0,-11 2 18 16,-4 1 32-16,-4 1 19 0,-3 0 27 0,-1-2 12 31,-3 0 12-31,-1 2-1 0,-2 0-8 0,-4 1-12 0,9-2-19 16,-5 1-10-16,-4 1-7 0,6-1-19 0,-6 1-23 0,0 0-26 16,4-1-31-16,-4 1-45 0,0 0-39 0,0 0-37 15,9 0-45-15,-9 0-49 0,0 0-67 16,0 0-77-16,0 0-215 0,0 0-635 0,0 0 282 15</inkml:trace>
  <inkml:trace contextRef="#ctx0" brushRef="#br0" timeOffset="119022.04">15183 9542 47 0,'0'0'216'16,"0"0"-10"-16,0-7-8 0,0 7-4 0,-3-3-13 15,3 3-12-15,-4-2-17 0,4 2-11 0,0 0-13 16,4-5-17-16,-4 5-10 0,4-5-10 0,1 3-8 15,4-2-13-15,-1 3-8 0,3-3-5 0,7 1-6 16,-1 3-8-16,2 2-2 0,1-1-7 0,2 3-3 16,-3 1-1-16,8 2 2 0,0 3-3 0,-9-1-5 15,0 3-4-15,-3 1 3 0,-1 3-6 0,-2 1 0 16,-5 2 3-16,-2-1-7 0,-6 2 0 0,-8 6 0 0,-2-2-8 0,-4-1 1 16,-2 2 6-16,-5 0-2 0,0-1-3 0,-1-3-4 15,2-1 4-15,-2-3 2 0,2-3-4 16,3-2 1-16,1 1-3 0,3-4 0 0,2 1-3 0,0-3 3 15,5 0-6-15,0-2 3 0,2-1 1 0,1 1 0 16,-1-1 2-16,0-2-3 0,5 1 6 0,0-3 2 16,10 6 1-1,2-4 2-15,1-2-1 0,6-2 0 0,4 2-2 16,5-6-2-16,0 3 1 0,1-2-2 0,2 3 1 0,-4-6-17 16,0 3-24-16,-6 2-31 0,0-4-57 0,-1 0-57 15,-3-2-222-15,-2 2-435 0,-5-1 192 16</inkml:trace>
  <inkml:trace contextRef="#ctx0" brushRef="#br0" timeOffset="119508.35">15801 9556 26 0,'6'-5'246'0,"2"1"-31"16,1-1-21-16,4 1-20 0,-5 3-19 0,2-1-18 0,1 2-14 16,0 2-14-16,-1 1-11 0,1 4-12 0,2 3-4 15,0 1-8-15,-4 3 0 0,-2 2-6 0,-1 1-9 16,-1 1-3-16,-3 2-6 0,-2-2-5 0,-5 1 0 16,-4 7-7-16,0-2-2 0,-3 1-1 15,-1-3-5-15,-3 1-1 0,4-7-2 0,0 1-3 0,-2-3 1 0,1 1 1 16,2-5 3-16,2-2 0 0,1-1 2 0,3 0 5 15,-3-4 17-15,3 0 18 0,1-1 26 0,3 3 45 16,1-5 16-16,-2 2-9 0,2-2-8 0,0 0-17 16,7-15-11-16,2 4-11 0,4-1-15 0,1-3-4 15,5-4-14-15,3-3-8 0,1-2-4 0,1-3-10 16,0 0-10-16,10-9 0 0,-9 10-6 0,-3 0 1 0,-3 1-8 16,-2 1-2-16,-3 4 4 0,-5 6-4 0,-4 4-6 0,1 1-1 15,-2 3 2-15,0 2-4 0,-1-1-15 0,0 1-7 16,0 1 2-16,-3 3-19 0,0 0 6 0,0 0 0 15,-14 17 3-15,4-4-1 0,-7 8 6 16,8-3 0-16,-1 7-2 0,-2-1-1 0,7 1 6 0,0 1-2 31,6-6 2-31,7 8-1 0,7-6-4 0,2 2 3 0,9-4-23 0,9-3-37 16,15 5-57-16,6-8-93 0,3-9-391 0,4-3-662 16,1-2 294-16</inkml:trace>
  <inkml:trace contextRef="#ctx0" brushRef="#br0" timeOffset="120540.43">18045 8642 242 0,'-1'-3'252'0,"1"3"-19"0,-1-4-22 15,1 4-23-15,-2-4-21 0,2 4-17 0,0 0-18 16,0 0-15-16,0 0-13 0,0 0-8 0,0 0-10 15,9 8-10-15,-5 0-10 0,1-1-4 0,2 4-4 16,-1-1-6-16,5 5-7 0,1-2-2 0,-1-2-5 0,2 2-2 0,1 0-4 16,1-2-4-16,0-3 0 0,1-2-3 0,-6 1-2 15,3-1-3-15,0-4-1 0,5-1 1 0,-5-1-4 16,1-3-4-16,-3-2 1 0,2 0 1 0,0-2-6 16,1-3 8-16,1 0-5 0,-5-1 3 0,3-2 5 15,-4 3 3-15,-3-1 10 0,2 2 2 0,-1 0 7 16,0-4 5-1,-2 7 1-15,-3-1 7 0,1 2-4 0,0 2-6 0,1-4-5 16,-3 5-15-16,3-1-11 0,-4 3-22 0,0-2-10 16,0 2-1-16,0 0 3 0,0 17 3 0,0-3 0 15,0 4 3-15,-4 13-2 0,3 0 3 0,-3 6 2 16,1 10-1-16,0 2 0 0,1-3 4 0,1 3 5 16,1 1 1-16,0 0 1 0,-4 1 3 0,4-2-2 15,-2-3-1-15,0-12-1 0,-1 3 2 0,0-4 3 0,1 2 2 16,-2-4-8-16,-2-1 1 0,1-2 1 0,0-2 5 0,-2-9-3 15,0 0-1-15,0-2 3 0,-1-6-3 0,-1 1 6 16,-1-3 0-16,-1 0 0 0,-1-2 3 0,-4 0 1 16,1-5 9-16,0 0 13 0,-6 0-3 15,7-4 9-15,0-1 10 0,-4-3 11 0,2-1 1 0,3-1 17 16,1 0 19-16,5-1-3 16,-1-4-12-16,0-2 7 0,6-2-11 15,2-8-5-15,7 0-9 0,2-7-5 0,8 5-13 16,7-17-4-16,7 3-2 0,1 2-4 0,6 1-11 15,-5 2-1-15,3 3-6 0,5 3-1 0,-14 10-2 0,0-1-12 16,-3 2 17-16,2 4-8 0,-1 0-2 0,-8 3-2 16,-2 3 1-16,-3 1-12 0,-3 2 2 0,-2 3 21 0,1 0-15 15,-2 0-2-15,-1 1 11 0,-1 1-13 0,0 0-1 16,0 1-15-16,0 0-16 0,-2-1-22 0,-2 3-22 16,2-4-20-16,-2 4-22 0,0 0-20 0,2-2-31 15,-2 2-21-15,0 0-21 0,0 0-31 0,0 0-42 16,0 0-224-16,-10-6-547 0,7 6 243 0</inkml:trace>
  <inkml:trace contextRef="#ctx0" brushRef="#br0" timeOffset="120925.69">19002 8303 156 0,'0'0'311'0,"0"-4"-21"0,0 4-22 15,0-3-24-15,0 3-23 0,0 0-23 0,0 0-22 0,1-4-20 16,-1 4-20-16,0 0-16 0,0 0-14 0,0 0-14 16,0 0-13-16,0 0-7 0,-11 15-11 0,3-7-5 15,1 8-4-15,-1 0-9 0,-6 6-1 0,2-1-7 16,5-1 3 0,-3-3-4-16,3 2-5 0,-2-2-5 0,5 1 6 0,-1 0-6 15,-2-2 0-15,3-3-5 0,0-3-15 0,1 0-33 16,1 0-26-16,-1 0-39 0,-1-1-25 15,3 0-20-15,0 1-18 0,1-3-38 0,-3-1-197 16,3 0-425-16,0-1 187 0</inkml:trace>
  <inkml:trace contextRef="#ctx0" brushRef="#br0" timeOffset="121700.69">19345 8999 89 0,'-6'1'209'15,"6"-1"-4"-15,0 0-5 0,0 0-6 0,-6 2-5 16,6-2-10-16,0 0-5 16,0 0-12-16,0 0-12 0,0 0-16 0,0 0-10 15,0 0-11-15,0 0-10 0,0 0-2 0,0 0-6 16,0 0-8-16,0 0 4 0,0 0 2 0,0 0-12 15,0 0-2-15,0 0-7 0,0 0-4 0,0 0-4 16,0 0-9-16,0 0-7 0,0 0-2 0,0 0-3 16,0 0-6-16,0 0-3 0,0 0-5 0,0 0-3 15,0 0 0-15,0 0-5 0,0 0-3 0,0 0 2 0,0 0-5 0,0 0-1 16,0 0 0-16,0 0-5 0,0 0-4 0,0 0 3 16,0 0 1-16,0 0 2 0,0 0-6 0,0 0 13 15,0 0-7-15,0 0-6 0,0 0 4 0,0 0-1 16,0 0-2-16,0 0-2 0,0 0-2 0,0 0 2 15,0 0-2-15,0 0 0 0,0 0 1 0,0 0 0 16,0 0-3-16,0 0 7 0,26-3-5 0,-10 1-2 0,12-1 5 0,8 1-2 16,5-3-3-16,9 3 2 0,4-1-1 0,2 2-1 15,1-5 2-15,2 1 1 0,-2 0-5 0,-4 4 17 16,-2-2-16-16,-15 0 6 0,-5 2-5 0,-3-2-1 16,-9 2-1-16,-5 1 6 0,-3-1 2 0,1 0 9 15,-6-1-5-15,2 2 3 0,-2 0-4 0,-6 0 1 16,9-2-17-16,-9 2-20 15,5 0-28-15,-5 0-32 0,0 0-69 0,4-3-89 16,-4 3-282-16,0 0-568 0,-18-2 251 16</inkml:trace>
  <inkml:trace contextRef="#ctx0" brushRef="#br0" timeOffset="123330.46">21166 8417 247 0,'2'-6'295'0,"-1"-1"-16"0,1-1-2 16,1 2-19-16,-1 2-16 15,-2-1-16-15,2 2-18 0,-2-1-22 0,0 4-15 16,1-5-19-16,-1 5-19 0,4-4-20 0,-4 4-22 16,0 0-30-16,0 0-30 0,0 0-5 0,0 0-7 15,2 16-4-15,-4-7 0 0,2 8 1 0,2 2-4 0,-2 6 3 0,2 4-1 0,-2-1 0 0,0 1 0 16,4 3-39-16,-4-3-22 0,0 1-20 0,0 3-34 15,-3-6-39-15,2-1-42 0,-3-6-246 0,0-1-464 16,3-7 205-16</inkml:trace>
  <inkml:trace contextRef="#ctx0" brushRef="#br0" timeOffset="123800.34">20755 9002 228 0,'0'0'219'0,"-6"1"-18"0,6-1-19 0,-4 2-12 15,4-2-17-15,0 0-20 0,-6 2-7 0,6-2-14 16,0 0-7-16,0 0-11 0,0 0-15 0,0 0-8 15,-5 0-4-15,5 0-11 0,0 0-5 0,0 0-4 16,0 0-7-16,0 0 4 16,0 0-1-16,0 0 8 0,0 0-7 0,0 0-4 15,0 0 5-15,0 0-3 0,0 0-4 0,0 0-1 16,0 0-3-16,0 0-4 0,0 0-5 0,0 0-5 16,0 0 1-16,-6 1-3 0,6-1-4 0,0 0-3 15,0 0 3-15,0 0-2 0,0 0-1 0,0 0-2 16,0 0 3-16,0 0 1 0,27 2 10 0,5-4 10 15,5-1 2-15,26 1-2 0,34-7 1 0,4 0 1 0,6 2 7 0,7-1 7 16,6-1 0-16,7 0 2 0,3 1 4 16,2 0 4-16,-6 2 6 15,-6-2-3-15,-4 1-2 0,-9 5-1 0,-9-2-8 0,-35 1-7 16,-2 0-2-16,-10 1-2 0,-16-1-7 0,-3-1 3 16,-12 3-4-16,-2 1-7 0,-7-1 1 0,0 0 12 15,-3 0-17-15,-2 1-8 0,-3-2-1 0,-3 2-9 16,8-4-22-16,-7 2-44 0,-1 2-58 0,0 0-86 15,-11-2-74-15,-3 1-258 0,0 2-583 16,-4-2 258-16</inkml:trace>
  <inkml:trace contextRef="#ctx0" brushRef="#br0" timeOffset="124417.07">21144 9339 130 0,'-5'-1'311'0,"1"-3"-25"0,3 1-20 16,1 3-17-16,-3-7-27 0,2 4-23 0,2-2-21 15,2-1-19-15,0 3-15 0,7-2-13 0,0 0-19 0,2-2-12 0,6 3-11 16,1 1-12-16,-5 2-6 0,8 1-5 0,-4 0-10 16,1 3-5-1,0 2-7-15,-2 2-9 0,0-1-10 0,-2 3-4 0,-1 4-14 16,-2 1-7-16,-2 3-3 0,-3 2-2 0,-2 7-1 0,-5 1 2 16,-1 6 0-16,-10 0 1 0,-3 0-3 15,-12 10 9-15,-1-2-5 0,3-11-4 0,-12 9-3 16,3-5 4-16,-5-4 7 0,10-8-5 0,-2-2 1 15,1 0 1-15,1-4-1 0,1-1-1 0,0-3 2 16,10-2 2-16,0-4-3 0,6 0 6 0,-1-1 4 16,5-3 17-16,1 2 14 0,1-1 26 0,2 0 11 15,-1-1-1-15,4-2-1 0,-5 3-7 0,5-3 2 16,0 0-19-16,0 0 0 0,30-4-8 0,-1 1-2 16,-9-1-7-16,12 3-2 0,3-2-4 0,-1-1 0 0,3 1-12 0,0 0-47 15,-5 0-53-15,0 2-56 0,0-2-75 0,-1-1-107 16,0-1-175-16,-9 3-540 0,-2-1 239 0</inkml:trace>
  <inkml:trace contextRef="#ctx0" brushRef="#br0" timeOffset="124956.54">21636 9521 119 0,'2'-4'286'15,"3"-3"-25"-15,3 3-29 0,2 1-24 0,-1-1-24 0,3-1-16 16,-1 4-22-16,3 1-16 0,0 1-12 0,-1 4-15 16,5 0-11-16,-4 4-10 0,1 1-4 0,-2 4-12 15,0 0-5-15,-2 3-8 0,-3 1-2 0,-3 1-9 16,-1 1-3-16,-4 6-2 0,0 0-3 15,-4-6-3-15,-2 5-4 0,-3-2-1 0,-4 1-4 0,0-2 2 0,-2-2-5 16,2-5 1-16,-1 1 1 0,3-4 0 0,-3 0 2 16,0 0 2-16,3-4-1 15,1-1 8-15,5-3 3 0,-3 1 15 0,4-3 15 16,2 0 22-16,-2-1 30 0,0 2 28 0,4-3 8 0,0 0-14 16,0 0-17-16,0-15-8 0,4 8-12 15,2-5-13-15,6-3-4 0,6-7-9 0,-1 1-10 16,3-5 4-16,0 3-17 0,1-3-9 0,2-1-5 15,-1 4-5-15,-1-2-9 0,-1 3 4 0,-3 1-1 16,-4 7-5-16,1 3 1 0,-6 1-2 0,0 2-5 16,-2 0 0-16,-1 3-10 0,0 0-3 0,-2 1-1 15,1 3-6-15,-2-3-11 0,-2 4-25 0,0 0-6 0,0 0 6 16,10 9 0-16,-7 0 2 0,-3 4 7 0,0 4 3 16,0 1 4-16,-3 0-3 0,2 8 10 0,2-6 1 0,2 4-1 15,-2-5-1-15,4 0 4 0,0 1 7 0,3 4-1 16,0-7-2-16,4 0-1 0,3-3-13 0,0-2-35 15,2-2-41-15,2-3-53 0,1-1-62 0,-1-4-87 16,-1 0-285-16,0-4-633 0,0-2 280 0</inkml:trace>
  <inkml:trace contextRef="#ctx0" brushRef="#br0" timeOffset="125371.65">22203 9327 256 0,'6'-5'279'0,"1"2"-24"0,1-4-21 0,2 2-22 15,2 1-19-15,1-1-17 0,5 2-18 0,-2 2-13 16,4 2-20-16,-1 2 1 0,-6-1-24 0,5 2-10 15,-4 6-6-15,1-2-7 0,-5 3-6 0,-1 2-7 0,1 0-3 0,-6 3-5 16,-2 1-8-16,-5 2-5 0,-4 5 0 0,-5-1-3 31,-1 3-3-31,-2-4-6 0,1-1-1 0,0-6-3 0,1-1-5 0,-1-2 1 16,1-2-3-16,4 0-1 0,2-3 3 0,1-2-6 16,1-1 3-16,1 2-2 0,1-5 21 0,1 4 16 15,-2-2 15-15,3-1 20 0,1-2 3 16,0 0-8-16,0 0-7 0,14-2-11 0,-1 0-11 15,6-1 0-15,0-1-10 0,2-1-2 0,1 2-7 0,-1-4 0 16,7 5-10-16,-7-1-6 0,1 1 3 16,-3-1 1-16,-3 3-3 0,-3-3-6 0,0 3-6 15,-2-4-31-15,-7 4-31 0,4-2-36 0,-8 2-35 16,5 0-48-16,-5 0-82 0,5-3-346 0,-5-1-647 0,0 4 287 16</inkml:trace>
  <inkml:trace contextRef="#ctx0" brushRef="#br0" timeOffset="126435.9">23181 8581 228 0,'2'-10'271'16,"2"-3"-7"-16,-3 5-7 0,3 1-9 0,-3-3-5 15,3 1-15-15,0 0-9 0,-1 5-17 0,-2 0-11 16,0-1-22-16,-1 0-15 0,4 5-12 16,-3-5-15-16,-1 0-22 0,0 5-10 0,3-2-12 0,-3 2-14 0,0 0-30 0,0 0-9 15,0 0-14-15,0 0-5 0,9 10-1 16,-4-3 3-16,0 4-4 0,3 0 3 0,-1 5-4 15,2 1 3-15,3 0 1 0,1 5-13 0,4 0-6 16,-1-1-3-16,-2-6-7 0,2 7-4 0,0-8-8 0,-1-1-1 16,-1-4 1-1,-4-1-4-15,3-3-1 0,0-1 3 0,-3-2 8 16,2-1-2-16,-1-3 13 0,-1-2-6 0,-1 0 7 16,0-4 9-16,0 1 15 0,-2-3 14 0,0 0 3 15,1-1 4-15,-3 0 10 0,3-5 8 0,-3 6 2 16,1-1-1-16,-1-2 4 0,-2 1 10 0,-1 2 3 15,2 2-5-15,-1 2-5 0,-2 1-10 0,0-1-7 16,3 2 4-16,-4 2-16 0,0 2-14 0,2-5-21 16,-2 5-21-16,2-3-18 0,-2 3-29 0,0 0-1 0,0 0 7 0,-2 11 6 15,0 1 4-15,-2 8-2 0,-1 11 5 0,-4 5 4 16,-2 14 14-16,-2 1 4 0,-3 3 11 0,3 1 3 16,4-3 1-16,-3 0 3 0,6-3 5 0,-2 2 2 15,7-1-2-15,0-4 0 0,-1-11 3 0,1 0 1 16,1-1 1-16,-1 0 4 0,1-4 0 0,-4-2-2 15,4-1 0-15,-1-9-1 0,-3 2 1 0,0-2 2 0,3-2 2 0,-6-4-4 16,5-2 2-16,-5 0 2 0,0-1-2 0,-1-1 1 31,-1-1 1-31,0-2 2 0,-4 0-2 0,3-2 3 0,-4-1 1 0,-3 0-1 16,0-5-5-16,0 1 2 0,0-3 1 0,5 1-2 16,-4-3 14-16,5 0 3 0,-6-1 15 0,7-5 8 15,1-1-7-15,-1 0 2 0,2-2 16 0,7-2-5 16,1-8-1-16,1-2 1 0,4-3-11 0,8 1-1 15,5-15-5-15,4 0-4 0,6 2 0 16,2 2-5-16,2 2 0 0,5 4-7 0,3-3 0 0,2 1-5 16,-1 1 3-16,-4 5-3 0,-7 8-1 0,-1-1-1 15,-5 3 1-15,-1 3 8 0,0-1 12 0,-9 9 6 16,-2-4 9-16,-3 4 8 0,0 4-3 0,-3-2 17 16,-2 3-24-16,2 0 6 0,-2 1-8 0,-1 1-1 0,-1 0-13 0,-2 3-17 15,7-4-30-15,-6 2-35 0,-1 2-42 0,0 0-23 16,0 0 11-16,0 0 0 0,0 0-17 15,-1 12-26-15,-2-7-22 0,0 1-41 0,1 2-76 0,-1-4-200 16,1 0-532-16,2 4 236 0</inkml:trace>
  <inkml:trace contextRef="#ctx0" brushRef="#br0" timeOffset="126773.56">24291 8804 97 0,'0'0'307'0,"0"0"-13"0,0 0-17 0,-4-3-19 16,4 3-23-16,0 0-26 0,4-4-22 0,0 1-20 31,0-1-13-31,3 3-17 0,4-2-14 0,0-1-13 0,4 4-13 0,6-4-12 16,5 2-19-16,2-1-26 0,0 0-34 0,-7 1-38 16,2 2-37-16,-6-3-48 0,5 2-53 0,-4-2-67 15,-7 0-134-15,-1 3-402 0,-2-2 179 0</inkml:trace>
  <inkml:trace contextRef="#ctx0" brushRef="#br0" timeOffset="126955.15">24267 8968 8 0,'-12'10'163'0,"3"-5"-4"0,4-2 2 16,-4 3 6-16,7-1 20 0,2-2 12 0,0-3 2 0,8 7-18 0,4-4-15 15,6-1-12-15,4-1-16 0,7 0-16 0,4-2-15 16,2 1-6-16,3-1-14 0,1-1-19 0,14-1-30 15,-14 1-32-15,12-1-48 0,-1 1-63 0,-10-1-70 16,0-2-181-16,0-1-382 0,9-2 169 0</inkml:trace>
  <inkml:trace contextRef="#ctx0" brushRef="#br0" timeOffset="127374.26">25657 8574 1 0,'-1'-3'210'0,"-2"-1"-16"16,3 4-17-16,-1-4-16 0,1 4-18 0,-4-3-14 0,4 3-11 15,-5-2-10-15,5 2-13 0,-11 2-10 16,3-1-3-16,-1 1-4 0,-5 3-11 0,2 1-4 15,-4 1-1-15,-1 3-6 0,-6 5-5 0,-4-1-3 0,1 3-2 0,2 5-3 16,0 1-5-16,1 0-5 0,3 1-3 0,3 0 0 16,-1 1-2-1,4-4-7-15,4 6 2 0,2-10-1 0,4 2-5 0,4 0 22 16,2 1 26-16,4-3 15 0,2 1 19 0,2 0 12 16,9 3 13-16,3-2 12 0,7-3 11 0,1-2 21 15,4-2-16-15,4-4-1 0,2-1 2 0,-3-5 4 16,3-2 4-16,-3 0 4 0,-4-5 9 0,2-2-2 15,-7 0-9-15,1-3-6 0,-5-2-10 0,-2-3-12 16,-7 0-16-16,1-6-15 0,-2-5-15 0,-7-1-8 16,-3-2-12-16,-4-6-21 0,-7 2-31 0,-4 0-36 15,-12-13-63-15,-6 6-54 0,-9 2-59 0,-6 4-37 16,-7 7-60-16,3 2-73 0,-6 4-356 0,2 5-779 16,3 1 345-16</inkml:trace>
  <inkml:trace contextRef="#ctx0" brushRef="#br0">3194 12008 220 0,'0'0'227'0,"0"0"-9"16,0 0-11-16,0-3-17 0,0 3-13 0,0 0-20 16,0 0-11-16,0 0-13 15,0 0-14-15,0 0-11 0,0 0-11 0,0 0-12 16,0 0-7-16,0 0-9 0,0 0 9 0,0 0-4 15,0 0-9-15,0 0-8 0,0 0 1 0,0 0-13 16,0 0-7-16,0 0 0 0,0 0-6 0,0 0-4 16,0 0 2-16,0 0-8 0,5-4 0 0,0 1-3 0,3 2-2 0,2-3-4 15,3 2-1-15,0 0-3 0,0-1 2 16,4-4-9-16,0 1-6 0,-4 2 0 0,2-3 2 0,0-1-1 16,-2 4 6-16,-3-3 3 0,1 1-1 0,-2 2 17 15,-3-1 13-15,0 1 13 0,-2 1 8 0,0 0 6 16,0-1-3-16,-4 1-8 0,0 3-3 0,0-6-13 15,-6 4-9-15,-1 0-5 0,-6 2-3 0,-3 4-6 16,-5 0-4-16,-5 3-4 0,-4 3-3 0,-3 4 1 16,-12 5-2-16,8-3 2 15,3 2-2-15,-11 8-1 0,3 2-2 16,1 1 1-16,11-8-2 0,4 1 0 0,1 2 1 16,6 3-2-16,1-1-1 0,4 0 1 0,4-1-4 0,5-7-3 15,5 3-4-15,4-2 3 0,6 2 1 0,1-4 5 16,11 1-1-16,6-2 6 0,4-6-2 0,4 0 2 15,1-5 0-15,21-3 3 0,-5 1 0 16,-2-8-1-16,-14 4 2 0,2-3 0 0,-7 2-1 0,-2-3 2 0,-9 1 0 16,-2 3 0-16,-5-2 3 15,-2 1 5-15,0-1 11 0</inkml:trace>
  <inkml:trace contextRef="#ctx0" brushRef="#br0" timeOffset="132661.44">3784 11867 118 0,'-1'-4'289'0,"1"4"-17"0,3-5-29 0,-3 5-21 15,0 0-25-15,0-6-28 0,0 6-16 16,0 0-24-16,0 0-15 0,0 0-13 0,0 0-15 16,0 23-9-16,-2-6-8 0,0 7-9 0,0 2-6 15,-2 4-8-15,-2 3-4 0,1 1-3 0,-1 13-2 16,-1 1-6-16,3-12-4 0,-2-1 2 0,0-2-6 15,5-1-3-15,-3-5-1 0,2-2 2 0,1-5-5 16,0-3 1-16,0-5-3 0,1-1-2 0,0-3 0 16,-3-1-1-16,6-1 1 15,-3-1 2-15,-3-1 4 0,3-1 23 0,-1 1 13 16,1-4 2-16,-2 6 0 0,2-6-5 0,-2 5-3 16,2-5-5-16,0 0-4 0,4 2-9 0,-4-2-25 15,0 0-24-15,0 0-31 0,0 0-58 0,0 0-137 16,0 0-224-16,0 0-509 0,10-11 225 0</inkml:trace>
  <inkml:trace contextRef="#ctx0" brushRef="#br0" timeOffset="133362.37">3857 12433 191 0,'0'0'259'16,"0"0"0"-16,0 0-5 0,0 0-13 15,0 0-12-15,0 0-15 16,0 0-20-16,0 0-19 0,0 0-18 0,0 0-14 0,0 0-13 0,0 0-16 0,0 0-11 0,18-8-7 16,-9 2-14-16,3 1-1 0,-1-2-16 0,-2 0-3 15,8-3-7-15,-1 0-6 0,-1-2-7 0,2 2-3 16,0 0-1-16,-2-1-5 0,-1-4-2 0,-1 3-3 16,-1 3 0-16,0-4-3 15,-3 4 8-15,-1 0 6 0,1-1 11 0,-4 3 17 16,-1 2 14-16,0 0-2 0,-3-1-8 0,0 1-8 15,2 0-8-15,-2 0-7 0,-2 1-5 0,1-1-7 16,0 5-8-16,-8-5-5 0,0 3-5 0,-3 0-7 16,-2 2 4-16,0 1-5 0,-6 3-4 0,-1 0-10 0,2 1 10 0,-3 0-5 15,1 4 2-15,5 0-4 0,-3 2-22 16,1 1-5-16,2 0-7 0,2 0-12 0,0 3-5 0,4-1-6 16,4 1-1-16,1-4 14 0,3 6 0 0,4-6 6 15,4 4 6-15,7-1 1 0,11 0 6 0,3-3 3 16,8-3 2-16,3-3-14 0,17-2-12 15,3-1-9-15,2-4-6 0,2-1-4 0,2-5-1 16,-2-2 0-16,-3 0 6 0,-3-3 4 0,-4 1 3 0,-2-2 4 16,-18 3 6-1,-3-2 3-15,-5 0 7 0,-2-1 14 0,-10 2 35 16,-3 3 28-16,-4-1 7 0,-3 2-3 0,1-3-6 16,-7 0-6-16,-2 3-2 0,0 0-3 0,-5 0-7 15,-3 3-2-15,-1 0-6 0,0 1 1 0,-6 2-3 0,0 1-5 16,0 2 0-16,0 3-3 0,1 1 1 15,-1 2-4-15,1 2 0 0,1 1 0 0,2 2 3 0,0 2-5 16,2-1 3-16,0 4-3 0,0-2 4 0,6-1-5 0,-1 2 2 16,1-2-2-1,2-3 1-15,4-3-3 0,1 2 2 0,-1-4 2 0,2 4-1 16,0-5 5-16,3 0-2 0,1-3 1 0,3-2 2 16,5 3-1-16,1-6 3 0,4 3 1 15,2-5 4-15,0 1 8 0,1 1-1 0,-2-3 2 16,1 0 1-16,0-1-3 0,-6 4 0 0,5-3-5 15,-7 0 2-15,1 3-4 0,1-3 2 0,-3 3-6 0,0 0-1 16,-2 1-2-16,-1-1-1 0,1 1 3 0,-4 0-4 16,3 1-2-16,-7 1-38 0,12-1-39 0,-8 1-53 15,-4 0-44-15,14 1-74 0,-12 0-241 0,-2-1-527 16,8 3 234-16</inkml:trace>
  <inkml:trace contextRef="#ctx0" brushRef="#br0" timeOffset="133932.78">4867 12176 77 0,'16'-5'215'0,"-4"-1"-16"16,3 1-18-16,-2 3-21 0,4 2-16 0,-1 2-14 0,6 0-13 0,-4 4-17 16,-4 1-10-16,2 3-8 0,-3 2-9 0,1-1-7 15,-4-3-7-15,1 14 3 0,-3-3-13 0,-4-3 0 16,0 4-4-16,-2 0-3 0,-4 6 2 0,-2-2-10 15,-2-5-3-15,-1-1-3 0,-3-2 2 0,3-1 0 16,-3 0 3-16,-1-3 1 0,4 0 0 0,-3-7 0 16,1 5 0-16,2-6 13 15,2 0 27-15,-2 1 24 0,3-2 26 0,0 0 11 16,4-3 2-16,0 0-3 0,-9-10-11 0,9 5-18 16,1-7-8-16,4 1-20 0,3-7-14 0,10-5-14 15,-2-1-21-15,5-4-24 0,2-2-13 0,7-8-13 16,-3 13-9-16,0-2-10 0,5-7-6 0,-5 9 4 15,-5 1 6-15,3-3 5 0,-2 5 2 0,-1-1 4 16,-3 1 2-16,-2 1 4 0,-2 0 9 0,-5 4 15 0,-1 1 6 0,-1-2 8 16,-3 1 10-1,4 3 8-15,-4-2 8 0,-4 4 12 0,3 2-3 0,-1-3 6 16,-2 4 10-16,-1-1-3 0,1 3 3 0,-1 1-3 16,3 1-4-16,-3 1-7 0,1-1-1 0,-1 4-9 15,0 1-7-15,0-6-5 0,0 6-8 0,3-7-10 16,-3 7-17-16,0 0-35 0,0 0 0 15,0 0 7-15,-3 17 1 0,-2 1-2 0,0 2 6 16,-3 8 2-16,-1 5 1 0,3-1 2 0,-6 4 1 16,2 10 1-16,0-1 1 0,6-8 8 0,-2-3-1 15,3-2-2-15,-2 0 5 0,3-2 0 0,-1-3-1 16,2-1 2-16,1-7 1 0,-2-3 0 0,2-3 0 16,0-2 8-16,0-2-6 0,0-1 1 0,2-3 3 15,-2 1 1-15,0-1 1 0,-2-1 2 0,2-1 4 0,0 1-1 0,0-4 4 16,0 0 0-16,0 6 1 0,0-6-18 0,0 0-18 15,-1 3-29-15,1-3-50 0,0 0-126 0,0 0-339 16,0 0-615-16,0-13 272 0</inkml:trace>
  <inkml:trace contextRef="#ctx0" brushRef="#br0" timeOffset="134533.18">5507 12204 86 0,'0'0'374'15,"4"-3"-29"-15,-2 0-38 0,-2 3-32 0,0 0-30 0,4-2-26 16,-4 2-21-16,0 0-25 0,0 0-19 0,0 0-19 16,0 0-9-1,12 5-13-15,-7 0-11 0,4 2-13 0,-2-2-34 16,1 4-17-16,-1-1-25 0,1 0-12 0,0-1-16 16,1 0-11-16,-1 0-17 0,-1 0-9 0,-2-3-8 0,3 1-3 15,-3 1 8-15,2-4 4 0,0-1 0 16,1-1 0-16,0 2 6 0,-3-6 7 0,-5 4 6 15,14-5 8-15,-9 2 11 0,0-4 10 0,2-1 7 16,-1 1 13-16,0-3 11 0,-2 1 14 0,0 1 12 0,0 1 7 0,-2 2 7 16,1 0 2-1,2 0-4-15,-3 2-11 0,1-1-7 0,-2 1-6 0,-1 3-9 16,4-2-15-16,-4 2-7 0,0 0 3 0,5 7-6 16,-3-2-1-16,0 5 1 0,1 7-5 0,-1 1 5 15,0 10-2-15,0 1-3 0,0 3-1 0,0 4-2 16,-1 10 0-16,-2 1 0 0,1-2-2 0,-4 3 3 15,-1-4-1-15,2-9-1 0,-6 14 1 0,3-15-1 16,-5 12 3-16,3-13-3 0,-1 0-1 0,0-1 2 16,-3-4 2-16,5-4-2 0,-2 0 0 0,-1-7 2 15,1-3 4-15,-3-1 0 0,2-6 7 0,1 0 5 16,0-2 4-16,-5-3 16 0,2-1 28 0,1-1 36 16,5-1 38-16,-3-3 14 0,1-5-9 0,0 0 4 15,3-2-8-15,0-6-6 0,5-2-20 0,3-7-12 0,6-6-13 16,5 0-18-16,12-12-5 0,6-6-23 0,3 1-15 0,21-18-27 15,-17 24 20-15,5 3-3 0,1 0-9 0,2 5 7 16,-1-3-4-16,-1 14 9 0,-12 6-6 0,-4 0-6 16,-4 3-18-16,-2 2 20 0,-5 3 10 0,-8 4-2 0,-1 1 4 15,1-1-2-15,-5 1-1 0,0 1-18 0,-1 4 14 16,0-1-1-16,-4 1-11 0,0 0-10 0,4-3-6 16,-4 3-46-16,0 0-18 0,0 0-42 0,-18 8-60 15,0 3-74-15,0-6-94 0,-1 4-323 0,5-2-722 16,1-2 319-16</inkml:trace>
  <inkml:trace contextRef="#ctx0" brushRef="#br0" timeOffset="135435.04">7347 12074 102 0,'4'-3'183'0,"0"0"-10"16,-2 0-31-16,6-1-22 0,-2 2 0 0,2 1-19 15,4-1-7-15,2 2-11 0,-2 3-8 0,6-2-10 0,1 5-8 16,-2 0-7-16,-1 2-9 0,0 2-5 0,-1 2-3 0,-2 2-5 16,-3 4 1-16,4 3-4 0,-6-1 0 15,1 6-5-15,-4 1 2 0,-5 3 1 0,-6-2-5 16,-1 3 0-16,-2-1-5 0,-5-2 2 0,1-2 9 15,1-1-5-15,-6-1 6 0,1-2 2 0,3-5 12 0,-2-2 9 0,1-3 4 16,0 0 4-16,1-3 1 0,2-1-1 0,1-3 5 16,2 2 13-1,4-3 20-15,1-1 32 0,-2-1 20 0,1-1 30 0,5-1-4 16,0 0-19-16,-4-6-14 0,5-2-13 0,3-2-20 16,6-3-8-16,-1-4-3 0,4-7-14 0,7-2-10 15,2 0-7-15,2-1-13 0,8-12-3 0,4 5-15 16,-13 5 1-16,-4 3 3 0,8 2-8 0,-4 1-2 15,0 2-8-15,-5 3-7 0,-4 4 5 0,-2 4-4 16,-3 0 3-16,-2 3 0 0,1 0-4 0,-3 2-5 16,-1 0-5-16,-2 3-3 0,1-2-7 0,-3 4-19 15,5-2-16-15,-5 2 7 0,0 0 6 0,4 13-3 16,-8-2 6-16,4 0 2 0,-4 6 9 0,0 2-4 16,2 10 2-16,-3-2 0 0,2 2 12 0,2-5 2 15,1 5-12-15,2-3 2 0,0-6 0 0,4 3 2 0,4 0 7 0,3-6-4 16,2 3 1-16,3-9-14 0,9 2-38 0,1-1-49 15,3-6-60-15,3-2-74 0,0-4-303 0,1 0-592 16,0 0 262-16</inkml:trace>
  <inkml:trace contextRef="#ctx0" brushRef="#br0" timeOffset="135742.29">8370 12265 126 0,'0'0'326'0,"-1"-5"-26"16,1 5-16-16,0 0-21 0,0 0-23 0,3-6-29 0,-2 4-24 15,3-2-14-15,2 3-14 0,2-2-23 0,2 0-15 16,3 0-11-16,5 0-15 0,1-2-11 0,3 2-4 0,-1-1-11 31,6 2-40-31,-6-1-32 0,2 3-42 0,-3-2-40 0,0 0-43 0,1 2-48 16,1-1-79-16,-7-1-129 0,3 2-415 0,-5 0 183 16</inkml:trace>
  <inkml:trace contextRef="#ctx0" brushRef="#br0" timeOffset="135916.79">8494 12397 36 0,'-6'4'141'0,"-1"-2"10"15,0 3-6-15,6-3-6 0,-3 0-10 0,4-2 0 16,0 4 18-16,0-4-7 0,9 3-9 0,4-2-10 16,3-2-14-16,6 1-13 0,10-2-9 0,5-1-10 15,0 3-7-15,16-4-11 0,-1-1-20 16,0 4-37-16,-1-3-46 0,6-2-46 0,-5 4-70 0,-14-4-110 0,16 0-295 15,-2 1 130-15</inkml:trace>
  <inkml:trace contextRef="#ctx0" brushRef="#br0" timeOffset="136352.31">9676 12082 21 0,'0'0'166'15,"0"0"-16"-15,-3-4-18 0,3 4-7 0,-7-1-16 0,7 1-8 0,0 0-13 16,-14 3 2-16,8-3-6 0,-6 2-4 0,3 2 1 16,-1-2-11-16,-4 4-4 0,3 1-1 0,-6 1-8 15,2 2-11-15,-2 0-1 0,0 0 0 0,2 4-8 16,-2-2-3-16,1 3-4 0,2-1-5 0,-3 6-4 15,6-4 7-15,-2 1-10 0,3 0-4 0,2-5 1 16,2 8 3-16,1-6-4 0,3 1-3 0,2-1 4 0,4-2 9 0,6 2 28 31,2 1 8-31,4-5 13 0,11 1 3 0,1 0-2 0,7-3-2 0,-2-3 3 16,2-4 4-16,2 3 12 0,-4-8 6 0,0 3 7 16,-1-5 9-16,-1-3 16 0,-4-1 4 0,-2-3-5 15,-6 2 0-15,-3-1-13 0,1-10-7 16,-5 5-12-16,-2 0-5 0,-1 0-9 0,-8-3-8 15,-1 2-16-15,-1 0-2 0,-3-2-11 0,-4 2-21 0,-4 1-30 16,-10-3-36-16,-6 6-40 0,-6 4-36 0,-5 0-32 16,-12 3-54-16,13 2-67 0,-2 3-277 0,3 2-593 15,4 0 263-15</inkml:trace>
  <inkml:trace contextRef="#ctx0" brushRef="#br0" timeOffset="137022.81">11822 12031 198 0,'0'0'283'15,"-1"-6"-23"-15,1 6-23 0,0-3-24 0,0 3-29 16,0 0-13-16,0 0-26 0,0 0-18 0,0 0-14 16,0 0-10-16,0 0-13 0,0 0-11 0,-3 20-9 0,3-9-9 15,-4 4-6-15,3 2-6 0,-1-1-4 0,-2 2-4 0,2 0-6 16,0 0 0-16,-1 2-7 0,2-1-1 0,-2 0-3 15,5-2-4-15,-4-2-1 0,1-3 3 0,-3-2-6 16,3 2 1-16,1-5-3 0,-1-2-2 0,1 3 0 16,-1-2 1-1,1-3 3-15,0-1 0 0,0-2 0 0,0 7-5 0,0-7 1 0,0 5 5 16,0-5 0-16,0 0 1 0,0 0-3 16,0 0-5-16,0 0-20 0,0 0-56 0,-6-17-73 15,5 3-92-15,-4-6-189 0,2-4-455 0,2 4 201 16</inkml:trace>
  <inkml:trace contextRef="#ctx0" brushRef="#br0" timeOffset="137154.34">11796 11936 106 0,'0'-18'248'16,"2"1"22"-16,-2 5 0 0,1-1-7 0,-1 2-20 15,1 1-12-15,-1 1-19 0,1 1-20 0,1 1-17 0,-1 2-16 0,0 0-20 16,1 2-15-16,-1-1-20 0,0 0-19 0,-1 4-35 16,5-2-37-16,-5 2-30 0,12 4-30 0,-3 4-41 15,-2-2-40-15,6 4-60 0,-6 0-215 0,2-1-436 16,0 0 192-16</inkml:trace>
  <inkml:trace contextRef="#ctx0" brushRef="#br0" timeOffset="137554.91">12488 11953 232 0,'0'0'218'0,"0"0"-13"0,-4-5-23 0,4 5-18 15,0 0-16-15,-5 0-14 0,5 0-17 0,0 0-10 0,-17 4-11 16,7-3-13-16,1 3-6 0,-4-1-9 16,4 2-7-16,-2 1-7 0,-1 2-5 0,2-1-10 15,1-2-1-15,3 4-5 0,-3-1-3 0,1 2-5 0,3-1-7 0,1 1 3 16,0 0-2-16,3 1-2 0,1 0 2 0,1 2-3 15,3 2-5-15,1 0 0 0,3-4 0 0,6 5-4 16,0 3 0-16,3-2 4 0,2 0-5 0,1 1-1 31,-6-6-1-31,0-1 1 0,1 0 0 0,-5-3-3 0,-1 0 0 0,-6-3-3 16,3 0 4-16,-2 0-1 0,0-1 2 0,0-2 10 16,-4 3 4-16,0-5 3 0,-8 7 0 0,-2-4-7 15,-5 2 4-15,-3-1-5 0,-5-1 1 0,-6-1-4 16,-3-2-31-16,1 2-41 0,3 1-57 0,-2-5-75 15,0 4-158-15,10-4-382 0,0 1 169 0</inkml:trace>
  <inkml:trace contextRef="#ctx0" brushRef="#br0" timeOffset="138467.01">14257 11921 8 0,'-1'-5'198'0,"-5"-1"-19"0,2 1-15 15,-2 1-19-15,-1 1-17 0,-5 2-11 0,-1 0-12 0,-5 3-12 16,-1 1-11-16,-3 2-6 0,-2 4-10 0,-2 1-4 16,3 5-10-16,-3-1-4 0,2 4-1 0,3 1-10 15,1 2-6-15,0-1-8 0,1-1 6 0,3 2-10 16,5-3 0-16,-2 4-2 0,4-5 3 0,4 0-6 15,0 1 2-15,1-2-3 0,4-4-8 0,0 0 6 16,3-1 6-16,-2-3 7 16,7 2 31-16,-2-2 22 0,-1-2 19 0,-1-3 14 15,5 0 10-15,-1-2 12 0,2-1 8 0,0 0 7 0,3-2 16 0,0-2 9 0,-2-1-13 16,3-3 14-16,-1 1-10 0,0-3-7 0,2-2-13 16,-4 0-4-16,2-2-8 0,0 4-8 15,0-5 8-15,-5 6-4 0,2 0-11 0,-4 1 7 0,-2 1-10 16,1 2-6-16,-1 2-13 0,0-3-9 15,-2 2-11-15,1 1-10 0,-3 3-12 0,5-3-8 16,-5 3-13-16,2-5-17 0,-2 5-22 0,0 0-14 16,0 0-6-16,0 0 2 0,7 9-7 0,-7-6 1 15,1 4 0-15,1-2 8 0,-2 4 1 0,0 4 1 16,1-1 5-16,-1-3 2 0,1 3 2 0,0-2-4 16,1 0 7-16,-1 2 6 0,3-2-2 0,-3-5-2 15,1 3 6 1,2-2 1-16,0-2 4 0,4 2-2 0,3-2 6 0,2-3 4 15,6-1-2-15,1-1 0 0,10-3-1 0,2-3-39 16,0-1-40-16,1-1-69 0,2-2-61 0,-6-1-83 16,4-4-91-16,-7 1-299 0,2 1-730 0,-1-1 323 0</inkml:trace>
  <inkml:trace contextRef="#ctx0" brushRef="#br0" timeOffset="139612.31">16512 11772 149 0,'-3'-7'169'15,"3"1"-12"-15,-4 1-10 0,3-1-14 0,-3 1-12 16,-1 1-15-16,1 2-5 0,3-1-18 0,-3 0-4 16,4 3-7-16,-1-4-9 0,1 4-8 0,0 0-3 15,-7-2-1-15,7 2-10 0,0 0-8 0,-5 0-4 0,5 0-4 0,0 0-6 16,0 0 3-16,0 0-1 0,0 0-4 0,0 0-2 16,0 0 1-16,0 0-1 0,0 0-2 0,0 0-4 15,0 0 4-15,0 0-3 0,0 0 3 0,0 0-1 16,0 0-1-16,0 0 6 0,0 0 3 0,0 0 2 31,0 0-3-31,0 0 3 0,0 0-4 0,0 0 6 0,0 0 1 16,0 0-4-16,0 0-1 0,0 0 2 0,0 0 7 0,-6-3 13 0,6 3-2 15,0 0 9-15,0 0 2 0,0 0 8 16,0 0 8-16,0 0-3 0,0 0-1 0,0 0 2 0,0 0-2 16,0 0 0-16,0 0-7 0,0 0-3 0,0 0-2 15,0 0-4-15,0 0-8 0,0 0-1 0,0 0-4 16,0 0-5-16,0 0-1 0,0 0-1 0,0 0-8 15,0 0 4-15,0 0-4 0,0 0-6 0,0 0-2 0,0 0-3 16,0 0 0-16,0 0-5 0,0 0 2 0,0 0-2 16,14 8 0-16,-9-4-4 0,3 4-3 0,2 1 1 15,3 4 3-15,3 6-4 0,0 1 1 0,0 2 2 16,0 3-2-16,0 0 3 0,-2 3-2 16,4-1 2-16,-8-2 0 0,-1 4-4 0,2-3 1 0,-5 3 3 15,-2-2-5 1,-3-3 3-16,-1 1-5 0,-4-6-3 0,-1 1 0 15,-3-6 5-15,0 2-4 0,-4-3 4 0,0-1 0 16,-4-2 5-16,-2-3-1 0,1 0 3 0,0-5 11 0,2-1 6 16,2-1 13-16,0-3 18 0,0 0 14 0,0-4 21 15,4 0 18-15,-1-3 2 0,1-5-2 16,5-1-10-16,3-4 6 0,2 2-14 0,7-9 1 16,3 2-9-16,5-4-12 0,4 0-11 0,-1 2-8 0,4-1-4 0,3 0 0 15,-1 2-3-15,2 1-7 0,-3 1-3 0,-2 6-9 16,1 1 0-16,-5 4-6 0,-3 2-3 0,1 2-2 15,-5 2 2-15,0 0 0 0,0 3-12 0,-1-1-43 16,-3 2-30-16,0 2-41 0,0 1-38 0,-7 0-40 0,10 6-38 16,-8-1-33-16,0 1-74 0,-2 0-202 15,-4 4-584-15,0-1 259 16</inkml:trace>
  <inkml:trace contextRef="#ctx0" brushRef="#br0" timeOffset="140613.17">17024 12082 93 0,'-5'3'285'0,"5"-3"-5"15,0 0-15-15,0 0-10 0,0 0-29 0,0 0-21 16,0 0-25-16,-1-9-14 0,1 9-15 0,11-11-16 16,-3 5-15-16,3-2-15 0,3-4-9 0,4 0-12 0,-1-1-8 15,6-3-7-15,1-1-6 0,2 0-7 0,-3 0-4 16,1 0-7-16,-1 0-3 0,-8 2-3 0,7-2-8 16,-9 4-1-16,0 0-3 0,-2-1 8 15,-2 6 3-15,-4-2 6 16,3 3-5-16,-7 1-2 0,3 0-4 0,-4 0-6 0,0 1-6 15,-1 2-9-15,-6 2 5 0,-2-2-9 16,-2 3-3-16,-5 1 0 0,-3 4-2 0,0 1 0 16,-6 5-4-16,-1 1 0 0,7 0 3 0,2-2-6 0,-3 5 2 0,6-1-3 15,0 0-1-15,2 1-6 0,2 2 1 0,2-2-3 16,4 0 5-16,3 1 2 0,5 1 2 0,5-1-3 16,6-5 3-16,12 3 0 0,8-1-4 0,14-2-5 15,5-4-11-15,4-2 4 0,0-3-4 0,5-3-2 16,1-3 5-16,-4-3 1 0,0 1 1 0,1-5 4 15,-7-1 2-15,-3-2 4 0,-16 0 0 0,-3-1 3 16,-2 1 5-16,-7-4 4 0,-1 0 10 0,-8 3 13 16,-5-2 10-16,-1 0 7 0,-1 2-2 0,-3-1-5 15,-4 3-6-15,-1 0 2 16,-3 2-9-16,-2 0-4 0,-2 3 1 0,-1 1-4 16,0 0-4-16,-4 4-1 0,0 3-4 0,2 0 0 15,-2 2-3-15,-1 5-4 0,-1 1-9 0,1 4-10 16,-1 2 0-16,3 0-6 0,-1 2-7 0,3 1-1 15,0 1 3-15,2-1 0 0,7 3 7 0,1-3-2 16,1 0 3-16,2-1 0 0,2-5 1 0,0 1-3 16,1-3 0-16,2-4-2 0,0 3-3 0,2-4 8 0,1-3 2 0,-3-1 0 15,3-1 3-15,-2-3 5 0,2-1 1 0,0 0 0 16,-1-5 6-16,-1 3 8 0,1-3 6 0,0-2 4 16,1-2 1-16,-3 2 6 0,-2 2 13 0,-1 0-6 15,3-1-1-15,-3 2 4 0,1 4 0 0,-3 1-5 16,1-3-4-16,-2 4-2 0,1-4-8 0,-3 7-24 0,0 0-8 15,0 0-1-15,0 0 8 0,5 8-6 0,-2 1 3 0,-2 3 1 16,0 6 4-16,-1 6-1 0,5 5-2 16,-5 2 4-16,0 0-4 0,-5 1 4 0,3 3-1 15,-5 0 5-15,-6 13-1 0,3-2 7 0,-4-1-7 0,5-10 4 16,-1-3 2-16,-3 2-1 0,2-5-1 0,-1-2 0 16,-2-1-1-16,0-4 1 0,2-6 4 0,1-3-4 15,2-4 3 1,-3-1 1-16,2-1 2 0,0-4 6 0,0-1 14 15,-3-3 18-15,3-1 13 0,-2-3 13 0,2-2 8 0,3-2 8 16,-4-4-7-16,2-3-2 0,4-3 7 16,0 1 12-16,5-8-12 0,4-1-8 0,1-3-23 0,5-1 3 0,3-2-10 15,10-8-12-15,5 0-13 0,1 4-10 0,-4 10-4 16,9-8 1-16,3 3-1 0,-6 12 1 0,1-1-2 16,-1-1-4-16,-3 7 5 0,0 1-2 0,-3 1-1 15,-8 1-1-15,0 5 8 0,-6 1 9 0,-2 1-16 16,1 0-1-16,-2 1 1 0,-3 1 3 0,-1 0-5 15,1 1 1-15,0 1-10 0,-5 1-14 0,5-2-27 16,-5 2-29-16,0 0-28 0,4-1-34 0,-4 1-3 16,0 0 12-16,0 0-4 0,0 0-8 0,-1 10-8 15,1-10-23-15,0 8-33 16,0-8-211-16,-3 4-455 0,6-1 202 0</inkml:trace>
  <inkml:trace contextRef="#ctx0" brushRef="#br0" timeOffset="141615.7">18481 11876 45 0,'1'-4'324'0,"2"1"-15"0,-1-1-39 15,-1-1-29-15,-1 5-26 0,4-2-24 0,-4 2-24 0,0 0-20 16,0 0-13-16,0 0-18 0,8 10-12 0,-8-6-13 15,1 8-6-15,2 0-12 0,-6-1-8 0,3 6-1 16,-1 2-8-16,-2 0-5 0,1 7-6 0,-3-6-6 16,1 1-4-16,1-4 11 0,1 0-16 0,-1-6-1 0,1 0-5 15,0-2-2-15,1-3 3 0,1-1 2 0,-2 0 7 16,2-1 40-16,0-4 30 0,0 0 4 16,5 1-18-16,-5-1-10 0,12-11-5 0,-3 4-8 15,4-5 3-15,-1-1-3 16,3-1-7-16,2-5-2 0,-2-2-9 0,-2 4-3 15,5-5 0-15,-2 1-16 0,-3 5 6 0,-3 0-7 16,2 3 1-16,-5 1-14 0,1 3 1 0,-3 2 3 16,-1 1 0-16,1 2-4 0,0-2-12 0,-2 2-1 0,-1 2-6 0,1-3-24 15,-3 5-2-15,0 0 1 0,0 0-1 0,11 10 4 16,-8-6 3-16,1 6 7 0,2 1 1 0,-1 1 0 16,0 4-11-16,3-1 7 0,0 1-2 0,1 1 2 15,1 0 2-15,0-3-2 0,3-1 1 0,-2-1 1 16,3-1-2-16,-2-3 1 0,0-1 2 0,0-4 10 15,1-1-10-15,1-2 4 0,-1-2 1 0,-1-4-1 16,0 2 4-16,2-5 2 0,-2-1 0 0,-2-3 0 16,0-1-1-16,2-3 1 0,-3 0 5 0,0-7 4 15,-1-1-5-15,0-1 3 16,-3-1 2-16,2-2 2 0,0-3 1 0,-3 3-2 16,1 0-1-16,-1-2 0 0,-3-1 3 0,3 2-3 15,-2 3-3-15,0 8 0 0,2 0 3 0,-4 1-1 16,2 6 4-16,-4-1-4 0,4 2 4 0,-2 0 2 15,0 5-7-15,0-1 1 0,0 2 0 0,0 0 5 16,0 0-15-16,0 5-22 0,0-5-20 0,0 5-26 16,0 0 5-16,0 0-1 0,0 0 7 0,0 0 4 0,-15 18 10 0,9-3 3 15,-1-1 2-15,0 5 7 0,-4 5 3 16,6 4 6-16,-4-1 1 0,2 1 7 0,2 0 2 0,-1 2 1 16,4-2 2-16,2-1 4 0,1 1 2 0,2-3 1 15,2 1 2-15,3-3-1 0,2-5 3 0,8 0 14 16,2 1-12-16,8-6 0 0,3 1 11 0,5-3 1 15,2-3-10-15,1 2-1 0,14-7 4 0,6 1-1 0,-4-4-1 0,-6-4 1 16,-9 3 1-16,0-4-2 0,-2-3 1 16,-1 1 0-16,-4-6 2 0,-2 0-3 0,-3-4-2 15,-5-1 14-15,-4 3 6 0,-5 2 27 0,-2-2 1 16,-7 1-1-16,4 0-3 0,-8 0-5 0,-1 2-4 0,0 0-4 16,-1 1-10-16,-5 0 4 0,-1 3-3 0,1 1-6 15,-2 1-3 1,-6 2-2-16,3 0-2 0,-3 1 1 0,1 5 0 15,-1 0-7-15,-4 1 2 0,0 3-4 0,4 1 2 16,-3 3-1-16,1 2-2 0,-6 6-1 0,0-1 1 16,4 3 9-16,4-3-15 0,0 4 4 0,1-4 1 0,4-2 2 0,2-1 2 15,2-2-1-15,3 1 1 0,0-4 2 0,0-2 5 16,4-1-3-16,0 1-1 0,2-2 7 0,3-1-6 16,2-1 4-16,3-1 8 0,1-2 2 0,5-2 5 15,-4 2 2-15,4-3-4 0,-4 1 5 0,6-5-4 16,-1 4-4-16,-6-1-2 0,4 0 1 0,-6 0-4 15,1 0 1-15,1 1 0 0,-4 0 8 0,-2 1-15 16,2 0-1-16,-1 0-2 0,-3 1 0 0,0-2-4 16,-5 3 11-16,9-1-16 0,-4 0-5 0,3 3-28 15,-8-2-28-15,10 3-36 16,0-2-39-16,-3 1-70 0,-1 0-89 0,3-1-209 16,0 0-549-16,-4 0 242 0</inkml:trace>
  <inkml:trace contextRef="#ctx0" brushRef="#br0" timeOffset="141932.06">20106 11693 216 0,'10'-1'201'0,"-1"2"-7"15,4 4-20-15,0 2-15 0,-3 1-10 0,4 4-12 16,4 7-13-16,-3 2-11 0,-3 1-9 0,-2 1-14 15,-1 3-4-15,-3-4-11 16,-3 6-4-16,-2-3-5 0,-5 0-5 16,2-6-9-16,-1 7-7 0,-3-7 4 0,-2-4-8 15,3 0-2-15,0-4-4 0,0-4-3 0,2 1 2 0,-2-3 20 16,2 0 36-16,1-2 46 0,-3-3-1 0,5 0 7 16,0 0-28-16,-1-11 4 0,-2 0 21 0,7-5-17 15,3-1-8-15,4-9-16 0,2 3-2 0,3-4-24 16,1 0 5-16,3 0-9 0,1-2-19 0,-2 0-33 0,1 5-42 15,0 2-47-15,-1 1-65 0,-5 8-90 0,-4 2-359 16,2 2-637-16,-2 2 282 0</inkml:trace>
  <inkml:trace contextRef="#ctx0" brushRef="#br0" timeOffset="146980.51">22133 11696 126 0,'5'-6'141'0,"0"4"-14"15,4-1 5-15,-4-1-8 0,2 2-2 0,-2-4-6 16,0 3-2-16,1 1-4 0,-2-2-7 15,2 2-6-15,-3-2-5 0,1 3-6 0,-2-3-5 16,-2 4-9-16,5-2-8 0,-5 2-4 0,4-4-12 0,-4 4-1 31,0 0-8-31,0 0-3 0,0 0-4 0,0 0-2 0,-22 7-6 0,7 1-2 16,-3 0 0-16,-1 1-7 0,-8 0 2 16,1 3-2-16,0 1-6 0,-1-1-1 0,-1 2-2 0,1-2 0 15,2 5 1-15,0-5-2 0,1-1-1 0,6 1-4 16,2-3 0-16,0 2 0 0,5-1-2 0,0-3 2 15,6 3 0-15,-4-2-1 0,3 1-8 0,3-1 7 16,2-1 3-16,1 0 2 0,4 5-3 0,5-6 0 0,1 3 0 16,7-1 0-16,2 3 1 0,0-4 0 0,5 3 0 15,-3 0-1-15,-1-4 1 0,1-1 0 0,-3 5-2 16,-1-4 3-16,-1 2-5 0,-2-2 2 0,-5-4-3 16,-3 1-2-16,2 2 7 0,-2-3-2 0,-1 1-3 15,-1 1 5-15,-6-1 1 0,2-3 3 0,-11 9 1 16,-3-4-4-16,-4 0 1 15,-2 2-1-15,-7-3 2 0,6 0 1 0,-9-2 1 16,2 3 0-16,1-3 1 0,4-2-5 0,-6 0 2 16,1 0-3-16,6 0 0 0,3 1-3 0,1-1-9 0,4-1-23 0,2-1-28 15,6 0-40-15,2-1-63 0,3 0-138 0,1 3-329 16,13-10 145-16</inkml:trace>
  <inkml:trace contextRef="#ctx0" brushRef="#br0" timeOffset="147273.03">22438 11807 97 0,'0'-6'308'0,"0"2"-15"0,0-3-14 0,0 3-23 15,0 4-22-15,2-4-25 0,-2 4-19 0,0-7-24 16,0 7-13-16,0 0-19 0,0 0-9 0,-2-3-21 0,2 3-14 31,0 0-13-31,0 0-5 0,0 0-10 0,0 0-8 16,3 13-1-16,-2-8-2 0,-1 2-15 0,0 1-2 0,1 3-4 15,-1-1-3-15,-1 1-5 0,1 2-1 0,0-3-5 16,0-1 2-16,-1 3-14 0,1-1-13 0,-1-2-16 16,-1 0-23-16,1-1-17 0,0-3-14 0,-1 2-13 15,0 1-14-15,-2-2-26 0,-1-2-51 0,-1-1-230 16,0-3-448-16,6 0 199 0</inkml:trace>
  <inkml:trace contextRef="#ctx0" brushRef="#br0" timeOffset="147449.4">22502 11511 92 0,'1'-7'275'0,"6"-1"-20"0,-5 1-27 15,-1 3-20-15,2-3-26 0,-3 2-21 0,1 3-39 16,-1 2-52-16,4-3-11 15,-4 3-28-15,0 0-30 0,0 0-33 0,8 11-37 16,-7-1-87-16,2-2-83 0,-3 7-256 0,0-4 113 16</inkml:trace>
  <inkml:trace contextRef="#ctx0" brushRef="#br0" timeOffset="148560.47">22796 11734 244 0,'3'-7'296'0,"-1"2"-9"0,2 0-6 0,-1 0-15 0,-1-2-18 0,2 4-27 15,-3 1-23-15,2-2-23 0,-3 4-19 0,1-4-22 16,-1 4-14-16,2-3-32 0,-2 3-12 0,0 0-7 16,3 12-11-16,-3-3 4 0,-3 3-11 0,1 5-8 15,-2 1-6-15,0 1-4 0,2 1 5 0,-3 0-12 16,1 0-1-16,0-1-2 0,0-2-3 0,3 0 3 15,-2-5-7-15,1-3 2 0,2-1-2 0,-3-3-4 16,3 2 3-16,0-4 2 0,0 0 1 0,0 1 24 0,0-4 30 0,4 2-1 16,-4-2-12-16,0 0-8 0,14-12 1 0,-6 4-7 15,2-1-7-15,2-6-10 0,-1 3 17 0,3-2-13 16,4-6-8-16,-1-1-6 0,-4 6 3 0,-1-1-3 16,0 1-2-16,0-1-4 0,-4 6 4 0,-3 4-7 15,0-3 3-15,2 4-6 0,-1 1 2 0,-2-2-7 16,-2 2 0-1,1 1-29-15,-3 3-19 0,5 0 1 0,-5 0 2 0,5 4 1 16,3 1 7-16,-7 3 5 0,7 1 3 0,-2 1 5 16,5 6 12-16,2-1-7 0,8 4 0 0,-1-1 2 0,7 2 2 0,7-2 2 15,1-3 0-15,15 2-8 0,0-4-9 0,-1-3-1 16,-9-5-2-16,13 1-6 0,-1-4 0 0,-13-2 5 16,-1-2 2-16,0-4 1 0,-5 0 1 15,-1-3 3-15,-2-2 2 0,-4 0 7 0,-1-4 2 16,-11 1 2-16,-1 2 4 0,-2-8 14 0,-3 4 9 0,-2-3-4 15,-1-4 1-15,-5 3 5 0,-3 3 7 0,1-2-9 16,-3 3-2-16,-3 0 1 0,-1 0-5 0,-3 3-2 16,-1 3-3-16,-2 2 3 0,-3 1-2 0,-3 6-3 15,1 4 1-15,-6 1-2 0,-2 1-1 16,-1 5-3-16,4 5 2 16,1 2-1-16,1 0 7 0,5 0-20 0,-1 5-3 15,0-1-5-15,6 3-3 0,3-2-5 0,-3 2 0 16,9-4 0-16,3-3-10 0,0-1 3 0,2-1 5 15,0-3 8-15,7-2-2 0,-2-3 9 0,3 0 1 16,2-4 4-16,1-1-1 0,0-2 3 0,-1 0 0 0,3-5 2 16,-2-1 2-16,4-2 2 0,-1-2 2 0,-1-2 4 0,-3-2 9 15,-1 1 5-15,3-2 4 0,-4-1 1 0,0-1 0 16,1-1 2-16,-1 0-3 0,0 3 2 0,-4-2 11 16,0 6-6-16,2 2 0 0,-5 0-3 0,2 2-3 15,0 2-6-15,-4 0-1 0,5 1-3 0,-1 0-6 16,-3 3-10-16,-1 1 4 0,9 7-3 0,-5 0 2 15,0 2 2-15,4 8-5 0,-1 2 4 0,1 8-2 16,0 3 1-16,2-1 2 0,-3 5-2 0,2 1-9 0,-4-1-1 0,2 1 2 16,-3 0 10-16,-2-1-14 0,-1 1 1 0,-1-2 0 15,0 1-5-15,-2-5-7 0,-3-2-1 0,1-3 3 16,-2-6-1-16,-1-1 7 0,1-1-2 0,-3-4 4 16,-1 3 4-16,1-6 2 0,-4-4-1 0,0-1 7 15,-1-1 1-15,1-3 7 0,-1 0-2 0,0-4 7 16,-3 1 11-16,6-1 12 15,-4-6 10-15,1-5-1 0,2 3 23 0,3-4 6 16,2-2-4-16,3-2-12 0,4-9 2 0,5 2-27 16,6-6-10-16,5 3-5 0,4-1 7 0,3 1-8 15,-1 2-1-15,5 2-5 0,-3 3-1 0,3 3 8 16,2 0-9-16,-3 5 1 0,0-2-5 0,0 6 0 16,-7 3 4-16,-1 1-5 0,-5 3 0 0,-3-1-25 15,2 4-29-15,-6-1-29 0,2 4-27 0,-3-1-31 0,0 3-30 0,-1-2-39 16,-4 1-232-16,0-3-481 0,-4 9 213 0</inkml:trace>
  <inkml:trace contextRef="#ctx0" brushRef="#br0" timeOffset="149500.59">24268 11755 239 0,'0'-2'300'0,"0"2"-31"0,0-5-30 0,0 5-28 15,0 0-27-15,0 0-19 0,0 0-18 0,0 0-20 16,0 0-9-16,-1 15-14 0,-2-5-8 0,3 4-12 16,0 3-7-16,0-1-8 0,-4 2 4 0,3 2-10 15,-1-2-10-15,0 0-8 0,1-6 0 0,-2 4-6 16,3-6-2-16,0-4-4 0,0 3 1 0,0-5-3 15,0 0-1-15,0 1 20 0,3-1 34 0,-3-4 20 16,0 0 1-16,0 0-5 0,0 0-6 0,14-6-7 0,-5-1-13 0,-3-2-4 16,2 0 0-16,6-2-14 0,-1-2-2 0,-3-2-6 15,2 1-7-15,0-2-3 0,0 0-5 0,-4 6-2 16,-1 1-4-16,2-1-1 0,-1 3-5 0,-4 2-3 16,-1 0-3-16,1 0-2 0,-1 1-6 0,0 1-1 15,-1 0-3-15,1 1-7 0,-3 2-1 0,0 0 0 16,0 0 3-16,15 5-2 15,-5 1 0-15,0 0 2 0,1 2 0 16,1 3-2-16,6 1-1 0,-1-2-11 0,7 2 5 0,-1 2-5 16,-3-3 5-16,7 0-11 0,-2-1-5 0,-4-7-2 0,8 3 1 0,-8-2-4 15,0-3-1-15,-1-1 3 0,2-2 1 0,-4-2 3 16,1-2 1-16,-5-3 0 0,1-1 8 16,-3-5 1-16,-2 0 5 0,0-2 1 0,-5 0 4 15,3-7 5-15,-2 0 8 0,-2-4 1 0,0 2 4 16,-1-7-1-16,-1 1-1 0,-2 2-2 0,0-4 2 15,0 0 3-15,0 0-6 0,0 3-3 0,-2 2 0 16,4 3 6-16,-2 6-5 0,0 3-3 0,0 4 0 0,-2 4 1 16,2 0 1-16,0 2 0 0,0 0-10 0,0 1-4 15,-2 3-18-15,2-1-39 0,0 4-25 16,0 0 3-16,0 0 12 16,0 0 6-16,-7 11 4 0,0 2 9 0,4 4 5 15,-4 7 14-15,1 5-3 0,1 1 4 0,-1 2 4 16,-1 1 4-16,2 1 1 0,1 1 8 0,0 0 3 15,3 0 2-15,1-1 1 0,2-4 1 0,3-1 7 0,3-4 2 16,2-2 3-16,2-6 1 0,4-3 1 0,5 1 1 16,3-1 0-16,7-4 3 0,5-3-4 0,2-2 4 15,14-3-4-15,2-3 2 0,-2-2-2 0,-3-6 3 0,3 1-3 16,-16-1 2-16,2-2-3 0,11-5 6 0,-16 0-4 16,1 0 1-16,-4-1 0 0,-6 3 4 0,-2-3-6 15,-5 3 6-15,-6 1 10 0,-2 2 9 0,-4-2-4 16,-1 4-6-16,-4-3-2 0,-1 1 0 0,-4 2-3 15,-3 0 0-15,-1 1-5 0,-5 3 4 0,-3 2-5 16,-4 1-1-16,0 4-1 16,-8 0 2-16,8 1-2 0,1 4-2 0,0 0-2 15,-6 5 3-15,9-3-3 0,2 2-1 0,-2 4 0 16,3-1-1-16,2 1 3 0,1-1-2 0,1 2 4 16,4-5-2-16,1 4 3 0,3-3-4 0,0-2 4 15,4 0 0-15,-2 1 2 0,5-3 2 0,3 1 2 16,2-4 2-16,-1 0 0 0,0-1 6 0,5 0 3 15,4-3 2-15,0 2 2 0,-4-3-3 0,4 0 2 0,-5 0 3 0,6 0 0 16,-1-3-6-16,-7 2 10 0,1 0-11 0,-2-3-2 16,0 1 4-16,-3 1-3 0,1-1-5 0,0 3 4 0,-1-1-7 15,-1-2-9-15,1 0-14 0,1 2-39 0,-3 0-44 0,2-4-54 16,-2 2-62-16,3 1-277 0,-2 0-530 0,-2-2 234 16</inkml:trace>
  <inkml:trace contextRef="#ctx0" brushRef="#br0" timeOffset="149816.43">25876 11614 161 0,'5'-1'224'0,"0"-1"-21"15,-5 2-23-15,13 4-9 0,-2 0-16 0,-2 3-13 16,4 4-6-16,-2 4-14 0,1 0-16 0,-2 3-6 15,1 2-8-15,-3 0-9 0,-3 6-7 0,-1-2-9 16,-4 3-2-16,0-8-7 0,-2 1-4 0,-1 1-5 16,-3-4-5-16,-1-2-2 0,3-4 0 0,-1-1-7 15,2-3-4-15,-1-1 3 0,1-1 22 0,1-1 30 0,0-1 33 0,2-3-3 16,0 0-3-16,0 0 8 0,-9-12-1 0,10 2-6 16,1-2-2-16,4-5-11 0,5-5-12 0,2-4 0 15,2 1-24-15,1 0-5 0,5-1-17 0,-1 0-28 16,4 0-35-16,-1 2-40 0,0 3-50 0,3 3-61 15,3-4-79-15,-6 9-297 0,-4 4-592 0,6-1 261 16</inkml:trace>
  <inkml:trace contextRef="#ctx0" brushRef="#br0" timeOffset="150780.41">27400 11182 205 0,'4'-10'217'0,"0"-2"2"0,0 0-2 15,1 3-8-15,-1 0-12 0,-1 1-9 0,1 1-11 16,-1-1-15-16,-2 4-17 0,1-1-20 16,0 3-9-16,0-1-25 0,-2 3-23 0,0 0-10 0,3 10-7 15,-3 4-7-15,0 9-4 0,-3 6-9 0,-1 4-1 16,2 20-4-16,-1-3-1 0,-4 6-3 0,3 25 0 15,0-26-4-15,0 3-1 0,2 1 2 0,-5-1 1 0,1 0-8 16,3-3 1-16,1-4-2 0,-1-5 2 0,2-12-2 0,0-3 1 16,-1-6 0-16,1-6-1 0,0-2-3 0,1-3-1 0,-3-4 1 15,3 0-3-15,0-4 7 0,0 1 3 0,-1-2 21 16,1 0 10-16,-1-2 19 0,1-3 11 0,0 0 4 16,0 0-7-16,0 0-11 0,0 0-4 0,0 0-28 15,-7-17-44-15,5 0-34 0,-1-3-33 0,3-8-26 16,3-4-23-16,1 0 1 0,-2-1 15 0,5-1 4 15,-1-1 10-15,-1 1 13 0,3 4 21 0,-2 0 21 16,2 5 32-16,-2-1 21 0,-1 5 20 0,2 4 5 16,-1-1 7-16,0 4 5 0,1-2 7 0,4 2-1 15,-4-1-2-15,0 6-9 0,7-6-3 0,-5 8-4 16,6-4-5-16,2 1 0 16,0 2 2-16,1 0-1 0,-8 3-1 0,9-2-4 15,-7 5-3-15,3 0-1 0,-5 0-6 0,4 1-1 16,-3 1-2-16,0 1-7 0,-1-1-2 0,-1 4-6 15,0 1 0-15,-3-1-8 0,0 5 2 0,0-2 0 16,-3 4 0-16,-1-3-3 0,-4 4-1 0,0 0 7 16,-5 2-4-16,-5 2-1 0,-1-2 2 0,-6 4 1 0,-6-2 1 0,-1-4-1 15,-2 2 1-15,-3-2 0 0,3-2 0 0,-2 1 1 16,1-4 2-16,1 1-1 0,7-3 1 0,3-3-3 16,-1 1-7-16,-2-1-19 0,8-2-13 0,1-2-37 15,4 2-24-15,0-3-28 0,7-1-44 0,-2-1-197 16,7-3-407-16,1-1 181 0</inkml:trace>
  <inkml:trace contextRef="#ctx0" brushRef="#br0" timeOffset="151334.22">28141 11490 161 0,'0'-3'204'16,"0"3"-5"-16,0-4-9 0,0 4-17 0,1-4-9 31,-1 4-16-31,3-4-12 0,-3 4-14 0,0 0-15 0,0 0-8 0,0-6-10 0,0 6-10 0,0 0-8 31,-8-1-6-31,8 1-9 0,0 0-2 0,-15 4-11 0,5 0-5 0,-1 0-2 0,-2 6-7 0,-3 0 0 16,2-1-3-16,1 3-7 16,-2 2 3-16,2-1-7 0,3 2-3 15,-3 1 1-15,0-1-2 0,7 0-6 0,-3 0 0 0,0 1 4 16,7-4-4-16,0 0 0 0,1-1 2 0,2 1 0 15,-1-2 0-15,4-2 0 0,1 4 6 0,4-7-2 16,1 2 19-16,7-2 3 0,2-2 6 0,2-3 3 16,-2 0 4-16,1-3 6 0,1-2 4 0,-3 1 3 0,1-7 0 15,-4 2-2-15,0 0-3 0,2-3-1 0,-7-2-8 16,3 1-2-16,-5-3-7 0,-1 0 4 0,0-1-7 16,-3-2-7-16,-2 2-2 0,-2 0-8 0,0-2 0 15,-1 5-3-15,-3 3-2 0,-1 0-4 0,-4 1-7 0,4 0-12 16,-3 5-12-16,-1-1-18 0,0 2-18 15,3 1-24-15,-2 3-21 0,8 0-29 0,-19 3-25 16,14 0-33-16,-1 0-237 16,0 1-463-16,3 1 205 0</inkml:trace>
  <inkml:trace contextRef="#ctx0" brushRef="#br0" timeOffset="151634.97">28505 11490 353 0,'2'-5'374'0,"0"-1"-15"0,0 0-17 0,-1 1-11 16,-1 2-38-16,1 0-29 0,0-1-27 0,-1 4-25 16,4-3-27-16,-4 3-21 0,4-2-17 0,-4 2-30 0,0 0-18 15,0 0-13-15,0 0-7 0,4 11-15 0,-3-4-3 16,0 1-5-16,-1 4-4 0,2 0-10 0,-1 3-7 15,-1 2-9-15,-1-1-15 0,1 1 4 16,-2 1-4-16,0-3-13 0,2 2-14 0,-2 0-14 0,2-8-12 16,-1 2-4-16,-1-2-7 0,-1-2-4 0,2 1-1 15,0-2-1-15,-2-2 2 0,1 3 1 0,0-5 2 16,0 1 1-16,2-3-21 0,-7 1-38 0,7-1-41 16,-10-6-49-16,2-5-48 0,2 5-191 0,-3-9-476 0,2 3 210 0</inkml:trace>
  <inkml:trace contextRef="#ctx0" brushRef="#br0" timeOffset="151766.35">28453 11294 226 0,'4'-14'258'16,"-1"2"-5"-16,1 1-10 0,0 1-15 0,-1 2-27 0,1-1-17 0,0 2-21 15,-2 1-14-15,1 3-19 0,-1-1-20 0,2 2-34 16,-2-2-34-16,-2 4-31 0,9 2-22 0,-9-2-34 16,7 6-28-16,-3-1-44 0,-2 3-221 0,0-3-367 0,-1 4 163 15</inkml:trace>
  <inkml:trace contextRef="#ctx0" brushRef="#br0" timeOffset="152383.31">28724 11468 275 0,'0'0'323'0,"6"0"-40"0,-6 0-30 0,0 0-26 15,5 1-25-15,-5-1-25 0,-1 5-17 0,1 1-15 0,0 3-18 0,-1 3-9 16,-6 4-12-16,5 1-9 0,-2 2-11 0,0 0-7 16,0-2-12-16,2 0-16 0,-3-2-12 0,3-4-2 15,1-3 1-15,1-1-3 0,-2-1-12 0,0-1 3 16,2 1 1-16,0-3 13 0,0-3 32 0,0 0 18 16,0 0-19-16,0 0-2 0,16-7-5 0,-7 0-8 15,5-5-9 1,0 0-3-16,0-2 4 0,0 0-4 0,6-5-8 15,-2-3 3-15,-4 9-6 0,4-4-7 0,-1 4-4 16,-6-2 16-16,1 6-3 0,-3 1 1 0,-2 1 1 0,0 1-7 16,-1 2-4-16,-2 0-7 0,-2 0-1 0,2 2-8 15,-1 0-20-15,-3 2-1 0,6-1-2 16,-6 1-1-16,10 7 3 0,-4-1-1 0,-3-1-4 16,4 5 1-16,2 4-5 0,0-6 7 0,2 5 2 0,0 3-17 0,1-3 0 15,-3 0-2-15,0 2-2 0,3-4-1 0,-5 0-3 16,2-4 1-16,-5-3 8 0,5 3 3 0,-1-4 3 15,-2-3 0-15,-1 0 2 0,5-3 1 0,-1-1 4 16,-1-3 6-16,1-1-4 0,0-6 4 0,0 0 8 16,-1-3 7-16,-1 0 2 15,0 0 11-15,-2-3 7 0,0-1 8 0,1-4 8 0,2 1 0 0,-3-2 15 0,1 1-9 0,-2-1-4 16,-4 6 2-16,1 3 13 0,3 1 9 0,-4 4 8 16,2-1-2-16,-2 4-12 0,3 3-10 0,-3-1-5 15,0 3-10-15,0 0-8 0,0-3-42 0,0 7-33 16,0 0 11-16,0 0-4 0,0 0 3 0,-7 18 4 15,4-2 6-15,-5 1-4 0,3 8 9 0,-5 1-3 16,4 4 5-16,-2-4 6 16,2 3 7-16,2 3-4 0,-5-6-19 0,3-3-9 15,2-3-24-15,-1 0-19 0,1-5-24 0,0 2-30 16,-2-6-34-16,2 1-38 0,1-2-41 0,-1 0-254 16,-1-4-543-16,4-1 240 0</inkml:trace>
  <inkml:trace contextRef="#ctx0" brushRef="#br0" timeOffset="152668.15">29051 11426 243 0,'0'0'287'0,"-8"-1"-2"16,8 1-9-16,-4-3-14 0,4 3-17 0,0 0-16 15,0 0-28-15,0 0-20 0,26-4-14 0,7 1-22 0,18-2-17 16,13 2-6-16,28-2-4 0,4 3-16 16,2-1-22-16,5 2 0 0,-5-2-11 0,0-1-8 15,-3 0-5-15,-4 2-11 0,-27-2 9 0,-2 1-12 16,-4 3-6-16,-19-4-4 0,-1 3-4 0,-9-1-1 0,-9 0-1 16,-6 2-1-16,0-3 5 0,-5 3-3 0,-1-3-3 0,-2 2-6 15,-2 1-2-15,-4 0-13 0,5-1-43 0,-5 1-42 16,0 0-62-16,-19 5-80 0,1-2-323 0,-1 1-592 15,2 0 261-15</inkml:trace>
  <inkml:trace contextRef="#ctx0" brushRef="#br0" timeOffset="161855.07">29687 11751 174 0,'3'-5'434'0,"-3"-1"-46"0,0 3-36 0,0-2-40 16,0 5-38-16,1-6-9 0,0 2-35 0,-1 4-33 16,0-4-50-16,0 4-63 0,0 0-69 0,-1-5-100 15,1 5-146-15,9 0-195 0,-9 0-462 0,18-1 204 0</inkml:trace>
  <inkml:trace contextRef="#ctx0" brushRef="#br0" timeOffset="164421.84">3340 14105 92 0,'0'0'96'0,"0"0"-3"15,0 0-19-15,0 0-7 0,0 0-10 0,0 0 0 16,0 0-2-16,0 0-10 0,0 0 5 0,0 0-1 16,1-7 10-16,-1 7 8 0,0 0 12 0,0 0 13 15,-1-7 10 1,1 7 12-16,0-5 7 0,-2 2-2 0,2-3 3 15,-1 2 19-15,1-1 10 0,0 1 5 0,1-1-5 0,-2 0-1 16,1 1-6-16,0 4-7 0,-1-10-12 16,2 7-10-16,-2-1-12 0,1 4-10 0,0-5-7 15,0 5-7-15,0-6-15 0,0 6-8 0,0 0-16 16,-1-4-28-16,1 4-28 0,0 0-28 0,0 0-6 16,0 0 6-16,-3 21 0 0,2-4 5 0,-2 11 8 0,2 3 0 0,-5 3 3 15,2 0 3-15,-1 13 3 0,2-12 0 0,-1-1 3 16,2 0 3-16,2-1 1 0,-2-6 4 0,2 2 1 15,2-1-2-15,-2-3 4 0,0-5 10 0,2-6-10 16,0 3 3-16,0-3-1 0,-2-2 8 0,1-1-6 16,1-2 0-16,-2-3-3 0,1 2 5 0,0-5-1 15,-1-3 0-15,2 6 4 0,-2-2-2 0,0-4 1 0,1 5 1 0,-1-5 3 16,0 0 0-16,0 5 0 0,0-5-2 0,0 3-8 16,0-3-17-16,0 0-26 0,0 0-31 0,0 0-30 15,0 0-38-15,0 0-22 0,0 0-50 16,0 0-130-16,0-23-379 0,1 14 168 0</inkml:trace>
  <inkml:trace contextRef="#ctx0" brushRef="#br0" timeOffset="165060.56">3722 14379 21 0,'-10'9'169'0,"1"-4"-16"0,-4 5-9 16,-5-2-6-16,0 4-20 0,-5 2-13 0,-3 3-15 16,1 0-7-16,-1-1-10 0,1 2-6 0,3-2-7 15,3-3-11-15,1-2-4 0,4-1-4 0,5-1-2 16,0-3-5-16,4-3 2 0,0-1 5 0,1 4 32 16,0-1 48-16,0-5 17 0,4 0-1 0,0 0-2 15,-8-13 3-15,8 7-9 16,0-6 7-16,2 0 3 0,-1-5-10 15,4 3-15-15,3-3-14 0,-3 1-12 0,0 0-11 16,2 5 0-16,-1-1-15 0,-1 2-6 0,0 3-9 16,2-1-8-16,-3 1-5 0,1 3-12 0,1 0-4 0,-1 2-11 0,3 1-4 15,3 1-6-15,2 1-3 0,3 3 1 0,3 1 1 16,1 2 2-16,4-1-6 0,2 6 0 0,-1-2 9 16,-3-2-9-16,-4 0-7 0,9 2-16 0,0 1-9 15,-7-6-16-15,0 2-12 0,0-3-17 0,-2 1-18 16,-3-4-16-16,-1 3 0 0,-4-4-4 0,2-1 3 15,-1-2 8-15,-2-1 8 0,-2-3 15 0,0-3 19 16,-3 1 14-16,0-3 7 0,-2-3 26 0,0-4 13 16,-2-1 10-16,1-6 9 0,2-2 12 0,-3-2 7 15,1-4 6-15,-1 0 20 0,3-14-4 0,-2 14 20 0,-1-1 15 16,0 4 12-16,1-2 11 0,3 8 5 0,-4 8 5 16,0 5 0-16,0 0-13 0,0 1-12 0,4 3-15 15,-4 3-12-15,0 0-30 0,0 3-17 0,0 2-3 0,0 0-6 16,2 19 1-16,-1-1-2 0,-1 9-4 0,3 5-2 15,-3 2 5-15,3 15-4 0,-2-2 7 16,0-12-9-16,0 13-2 16,1-14 3-16,3-1-3 0,-3 2 5 0,6-4-4 15,-4-6 6-15,-2-5-3 0,1-2 4 0,0-1-2 0,-2-2 0 0,0-4-2 16,0-5 3-16,-2 1-2 0,2 0 5 0,-1-4-2 16,2 3 3-16,-2-4 3 0,0-2-1 0,0 4-1 15,0-4 3-15,1 6 0 0,-1-6-4 0,0 0 0 16,0 0 5-16,0 4-26 0,0-4-41 0,0 0-66 15,0 0-57-15,-9-10-97 0,5 7-236 0,-1-1-549 16,-1-4 243-16</inkml:trace>
  <inkml:trace contextRef="#ctx0" brushRef="#br0" timeOffset="165527.81">4161 14534 14 0,'0'0'174'0,"2"4"-22"15,-2-4-5-15,0 0-18 0,0 0-8 0,0 0-11 16,7 2-11-16,0-2-9 0,-7 0-11 0,16 0-6 16,-2-1-6-16,3-2-5 0,2 2-8 0,-1-5-3 0,1 2 11 15,3-3 2-15,-4-2 4 0,1 2 4 16,0-2 8-16,-3-1-4 0,1 0 0 0,-1-1 7 0,-2 0 11 15,-1-1 14-15,-6 2 3 0,1 1-9 0,-2-3-7 16,-2 1 2-16,-1 0-12 0,-3 1-7 0,0 0-9 16,-3-2-8-16,-1 3-6 0,-2-1-7 0,-3 3-7 15,-1 2-6-15,-2 0-7 0,-6 3-3 0,-1 2-4 0,0 0-1 16,-4 7-7-16,-1 3-2 0,-7 0 1 0,4 5-10 0,7 1 5 16,6 0-2-16,-2 7-2 0,6 0 3 15,5-5-13-15,4 1-2 0,5 5-1 0,2-5 10 16,11 6 1-16,3 1-7 0,4-6 0 0,7 0 3 15,5-6 3-15,14 3-1 0,3-5 0 0,0-5 4 16,-1 0 1 0,2-5-4-16,-3-2 3 0,-15-2-3 0,-3 2 6 0,-1-2-2 0,-13-1 0 15,-1 3 0-15,-4-2 0 0,-2 2 0 0,-5-2 2 16,2 2-1-16,-9 0-1 0,10 0-5 0,-6 0-15 16,-4 0-27-16,0 0-50 0,0 0-66 0,0 0-118 15,0 0-166-15,-19-10-479 0,9 8 212 0</inkml:trace>
  <inkml:trace contextRef="#ctx0" brushRef="#br0" timeOffset="169252.01">5851 14367 137 0,'0'0'145'0,"0"0"-9"0,0 0-11 0,0 0-5 0,0 0-6 15,0 0-11-15,0 0-3 0,1-5-4 0,-1 5 0 16,0 0 4-16,0 0 0 0,0 0 2 0,0 0 10 15,0-4-4-15,0 4 5 0,0 0 2 16,0 0-2-16,-1-6 5 0,1 6-2 0,2-2 1 16,-2 2-1-16,0 0-6 0,0-5-3 0,0 5 3 0,3-4 2 15,-3 4-7 1,1-6-12-16,-1 6-1 0,0-5-6 0,3 4 0 16,-3 1-11-16,1-4-4 0,-1 4-8 0,0-5-8 15,0 5-3-15,0-4-10 0,0 4-11 0,0 0-2 16,0 0-1-16,0 0-9 0,0 0-13 0,0 0-29 15,0 0-15-15,0 0 1 0,0 0-6 0,4 12 4 16,-3-6 2-16,-1 5 3 0,3 0 3 0,-3 5 5 16,0 0 5-16,1 1 0 0,-1 0 2 0,0-2 2 0,0-1 1 0,0-3 2 15,3 0 4-15,-1-1 2 0,-1-3-2 0,-1-2 3 16,3 0-2-16,-3 2 10 0,1-2 0 0,-1-3 7 16,0 2 22-16,0-4 20 0,3 3 16 0,-3-3 3 15,0 0-6-15,0 0 2 0,9-12-20 0,-6 7-5 16,3-4-4-16,0-2-2 0,0 1-3 0,3-3-4 15,-2 1-1-15,0 0-4 16,0 2-6-16,-1 1 2 0,-1-1 0 0,0 4 8 16,2 1-19-16,-5-1-4 0,1 1-5 0,1 4-2 15,-1-2-7-15,-3 3 3 0,7 0 0 0,-7 0-1 16,9 4-1-16,-3-1 0 0,-2 1 0 16,2 5 0-16,2 0 0 0,-3-1 8 0,4 1-4 0,-1 0 4 15,1 0 0-15,-4 2-1 0,5-2 0 0,-2-1 0 16,-3-2 1-16,5 1 5 0,-5-2 2 0,3-2 0 0,-3 2-3 15,3-5 4-15,0 1 5 0,0-1-4 0,1-1 4 16,3-2-2-16,-2-1-4 0,2-2 4 0,-1-1 4 0,2-4 15 16,1 0 13-16,-1-2-29 0,-2-2 17 15,-1 0-23-15,2-2 8 0,-2-7 6 0,0 8-5 16,-5-4 0-16,3 3 0 0,-3 0-4 0,-1 2-1 16,1 5-3-16,-2 1 3 0,-1 1-6 0,-2 1 5 0,3 3-6 0,-3-1-3 15,1 0 5-15,-1 2-43 0,0 3-22 0,3-3-32 16,-3 3-18-16,0 0 14 0,0 0 10 0,5 12 8 15,0-4 10-15,1 2 3 0,6 2-3 0,-1 0-1 16,7 0 1-16,9 1-5 0,0 1-6 0,7-2-14 16,2-2-12-16,4-1-9 0,9 0-5 0,-11-5-2 15,0 0 9-15,1-1 13 16,1-3 5-16,-3 0 7 0,-2-3 11 0,-1-2 4 16,-6 1 12-16,-6-4 19 0,-4 0 32 0,-4 2 42 15,0-1 56-15,-5 2 27 0,-4-3 11 0,-1-1 0 16,0 4-5-16,-3-2-11 0,-2-1-14 0,-3 1-10 15,3 2-13-15,-6-4-6 0,-2 4-4 0,-1 0-4 16,0 0-13-16,-8 2-8 0,0 3 0 0,-5 0-9 16,3 4 0-16,-1 0-11 0,1 1 5 0,1 3-9 0,1 1-2 0,-1 1-3 15,2 2 1-15,-1-1-5 0,5-1-3 0,-2 2 6 16,3 0-33-16,5-4-12 0,0 3 0 0,1 0 0 16,2-4 3-16,1 3 0 0,2-6 6 0,-1 4 3 15,2-2 0-15,0-2 7 0,2 0 1 0,-2-4 8 16,0 3-1-16,4-1 8 0,-4-2 3 0,13-2 10 15,-6 0 13 1,2-3 14-16,3 1 5 0,2-2 6 0,-5-2-4 16,6-4-2-16,-2 3 3 0,0-6-10 0,1 2-6 15,-4 2-2-15,4 0-4 0,-6 2-3 0,0 2 1 16,-3 2-2-16,0 0-5 0,-2 1 0 0,0 0-5 16,1 1-5-16,-1 1-3 0,-3 2-4 0,3-4-34 15,-3 4-16-15,0 0-3 0,0 0 6 0,11 8 4 16,-8-3 6-16,2 0-3 0,1 4-10 0,0 1-5 0,3-1-6 0,2 4-3 15,1-1-4-15,3 0-9 0,-2 0-20 0,4-1-7 16,-2-3-2-16,-1 2-18 0,3-5-11 0,0 2 1 16,-4-4-1-16,6 1 5 0,-6-4 12 0,3-4 19 15,-5 2 38-15,3-3 66 0,-4 1 22 0,2-2 35 16,-2-2 46-16,-1 0 16 0,-1-1-1 0,-2-3 11 16,3 3 10-16,-4-3 18 0,4-2 7 0,-2 2 24 0,-4 1-23 0,4 0-6 15,-3 1 2-15,-1 2-18 0,0 3-14 16,0-2-7-16,-1 2-10 0,1 1-17 0,-2-1-13 15,0 3-14-15,1-2-17 0,-2 4-28 0,0 0-28 0,0 0-28 16,0 0-21-16,0 0 4 0,0 0-3 0,0 0-18 16,1 13 9-16,-1-4-4 0,-3 1 10 0,1 2 4 15,-1 3 2 1,1 2 7-16,-1 0 4 0,0-5 12 0,1-1-4 16,1 0 0-16,1-4 4 0,0 3 8 0,-3-6 0 15,3-1 0-15,0 4 4 0,0-3 22 16,0-4 31-16,0 0 11 0,3 1-1 0,-3-1-8 15,0 0-2-15,11-13 4 0,-4 6-1 0,1-4 8 16,3-2-10-16,-1-1-5 0,1-3-5 0,0 1 3 16,0 0-11-16,3 2 3 0,-4-1-8 0,0 4-3 0,-2 0-2 0,0 4-2 0,1 0-7 0,-4 0-1 15,0 4-14-15,4-1 2 0,-4 1-2 0,-1 2-18 16,5 1-11-16,-4 3-2 0,4 0-4 16,3 1-2-16,-1 3 2 0,-2 1 3 0,7 0 0 15,-1 2-2-15,2 1-8 0,-1 0-16 0,3-2-6 16,-1 0-4-16,1-2-7 0,0-1 3 0,-1-2-1 0,1 0 9 15,-1-1-3 1,0-6 7-16,-1-1 5 0,-1-1 5 0,-2-4 6 16,-1-3 6-16,0-1 7 0,-4 0 15 0,-1-3 34 15,-2 1 29-15,0-6 13 0,-1-3 3 16,0-2 12-16,-1 0 1 0,0-1 4 0,-4-5-7 16,1 5-1-16,2-4 0 0,-3 5-2 0,1 2 15 0,2 6-3 15,-2 6-5-15,-1 0 2 0,1 4-16 0,-1 2-10 16,0 0-12-16,0 2-35 0,4 1-28 0,-4 3-2 0,0 0 6 15,0 0 1-15,-5 19 2 0,1-8 2 0,0 14 2 0,3 0 3 0,-4 3 2 16,1 2 9-16,-1 3-6 0,-2 0-9 0,4-1-14 31,0-3-22-31,1-2-19 0,2 1-20 0,-3-8-14 0,2-2-19 0,0-3-13 16,-1-2-12-16,4-2-29 0,-2-2-36 0,1-1-201 16,-1-3-455-16,3-3 201 0</inkml:trace>
  <inkml:trace contextRef="#ctx0" brushRef="#br0" timeOffset="169500.1">7641 14113 114 0,'0'0'176'16,"-5"-2"-3"-16,5 2-15 0,0 0-2 0,0 0 1 0,22 2-7 15,4-2-16-15,9 0-8 0,21-1-9 0,2-3-14 16,4 1-8-16,29-2-9 0,-26 1-7 0,2-1-2 15,23-2-5-15,-27 4-7 0,1-1-5 16,-8-1-5-16,-1 1-6 0,-19 3-4 0,-1-2-6 16,-8-2-2-16,-7 3-4 0,-3 1-4 0,-6 0-1 0,-4 0-2 0,2-1-3 0,-4 1-8 15,-5 1-9-15,0 0-31 0,0 0-39 0,0 0-53 16,0 0-78-16,0 0-152 0,-30 3-377 16,21-2 167-16</inkml:trace>
  <inkml:trace contextRef="#ctx0" brushRef="#br0" timeOffset="170554">9996 13829 73 0,'0'-12'280'16,"4"-3"-17"-16,-3-2-24 0,4-1-12 0,-1 2-14 16,2 0-13-16,-3 4-9 0,1 2-14 0,-2 2-19 0,0 2-14 0,0 1-20 15,1 1-14-15,0 1-12 0,-1-1-25 0,-2 4-15 16,0 0-7-16,0 0-6 0,13 13-5 0,-7 2-11 16,-1 8-5-16,1 9 2 0,-4 3-6 0,2 11 0 15,-4 4 0-15,-2-1-4 0,2-1-2 0,0 1-3 16,0-12-3-16,2 8 23 0,-4-13-6 0,1-1-1 15,1-2-5 1,1-5-1-16,-1-3-1 0,0-3-1 0,0-6-1 16,-1 0-1-16,1 0 0 0,0-4-2 0,0-2 1 0,0 1 3 15,1-2 0-15,-1-2 1 0,0 2 19 16,-1-3 3-16,1-2 11 0,-1 6 0 0,1-6-5 16,0 0-3-16,-4 1-8 0,4-1 4 0,0 0-10 15,-15-4-8-15,7 0-1 0,-5 0-4 0,0 0-2 16,-7-2-5-16,1 2-1 0,-3-1-5 0,-6-2-9 0,-1 4 2 0,-3-2-2 15,4 0 0-15,-2 4 0 0,-1-2 2 0,5 0 1 16,5 2 2-16,-1 0-1 0,7-1-3 0,1 2 12 16,5-1-9-1,-1-1 0-15,2 2-5 0,4-2-15 0,4 2-1 0,-6-2-5 16,6 2-2-16,0 0-5 0,15-6-13 0,8 0-4 16,13-2-5-16,15-2 6 0,3 2-7 0,4-3 0 15,6 1-2-15,25-4-8 0,-27 3-7 0,2 2-9 16,3-3-1-16,-5 3 11 0,3-1 6 0,1 0 7 15,-9 0 2-15,-2 1 7 0,-17 2 5 0,-2 2 3 16,-5 0 8-16,-8 2 4 0,-4-2 3 0,-6 4 10 16,-2-5 12-16,-4 6 15 0,-1 0 6 0,-1 0 2 15,-1-2-7-15,-4 2 1 0,0 0-3 0,0 0-3 16,0 0 2-16,0 0 0 0,-19 12-3 0,7-7-2 0,2 4 2 0,-4 2-4 16,3 0 1-16,-1-1 2 0,5-1-3 0,0 1-2 15,1 1 7-15,-2-1-7 0,4-2 5 0,-1 2-4 16,4 1 2-16,1-3 4 0,1-2 1 15,4 1 3-15,4-1 1 0,-1-1 14 0,3 0-14 16,5-4 1-16,3 0 0 0,-1-3 2 0,1-4 7 0,1 0 13 16,-8 3 25-16,3-3 11 0,-3-1 21 0,-3-1 9 0,-2-2-7 0,6-4-7 15,-8 4-10-15,-1-4-5 0,1 1-5 0,-1-3-12 16,-4 4-3-16,0-1-15 0,0-4-15 16,-4 1-11-16,-1 6-27 0,1-3-31 0,-4 4-30 0,2-1-44 15,-3 6-59-15,-2-6-59 0,2 5-182 0,-3 3-459 16,3-1 204-16</inkml:trace>
  <inkml:trace contextRef="#ctx0" brushRef="#br0" timeOffset="171656.37">12117 13738 213 0,'3'-4'248'16,"-3"0"-20"-16,0 4-24 0,1-7-25 0,-1 5-15 0,0 2-22 16,0 0-23-16,0 0-17 0,0 0-10 0,0 0-12 15,0 18-12-15,0 2-5 0,-4 7-3 16,-1 3-10-16,1 4-4 0,-5 16-4 0,-1-6-4 0,2 3 10 16,-1 0-4-16,-2 0-5 0,3-12 1 0,4-1-6 15,-1-4-5-15,0 2-2 0,3-7-5 0,-3-5-2 16,2-2 1-16,3-7-3 0,-1-1 2 0,-1-1 2 0,2-2 12 15,0 0 18 1,0-2 32-16,0-3 44 0,0 2 31 0,0-4 15 0,0 0-13 16,0 0-5-16,0 0-5 0,13-10-25 0,-8 0-15 0,3 0-11 0,1-7-7 15,1 2-11-15,-1 0-5 0,4-7-11 0,-2 4-8 16,1 1-6-16,-3 0-7 0,1 4-2 0,-5 2-9 16,2 3-19-16,-5 1 14 15,2 2-16-15,0 0-23 0,-2 0-37 0,2 1-30 16,-1 4 4-16,-3 0 4 0,0 0 7 0,9 7 9 15,-4-2-1-15,4 4 10 0,-2 1 3 0,5 2 4 16,2 0 3-16,6 8 0 0,5-6-3 0,4 1-4 16,3-3-5-16,4 1-5 0,15 1-5 0,-13-7-11 15,15 2-4-15,3-3-3 0,-4-4 3 0,-2 0 3 16,1-6 4-16,1 0 5 0,-12 0 6 0,-1-5 6 0,-6 1 5 0,-1-2 2 16,-3-1 5-16,-5 0 3 0,-6-3 7 0,-4 2 5 15,-1-2 6-15,-4 1 16 0,-4-1 21 0,-1 2 8 16,-1-1 1-16,-3 1 1 0,-3 1-6 0,-1-2-6 15,-5 1-1-15,-1 4-4 0,-4-3-1 0,-4 5-1 16,-3 4-5-16,1 2-2 0,-11 1-1 0,3 3-1 16,-2 2 0-1,2 3-3-15,1 3 1 0,1 1-3 0,3 1 0 0,1 0-3 16,6-2 1-16,4 3 0 0,-3-1-3 0,2 1 5 16,2-1 1-16,3 1-2 0,2-3-2 0,1-1 4 15,2-3-2-15,3 4 4 0,0-7-3 16,5 2 4-16,-1-2 0 0,2-2 2 0,6 1 0 15,-1-3 1-15,5-2-1 0,0-1-3 0,5 0 3 16,-1-1-1-16,-1-3-1 0,3 0 1 0,0 2-2 0,-4-3 2 0,1 1 1 16,-2 1-7-16,0-1 4 0,-4 1-2 0,0 1-2 15,-1 0 1-15,-1-1-3 0,-3 3 4 0,-2 0 0 16,0-1-2-16,3 1-2 0,-5 2-7 0,-4 0-19 16,7-1-12-16,-7 1-11 0,9 1-24 0,-7 0-34 15,-2-1-43-15,10 4-67 0,-9-3-206 0,-1-1-461 16,8 2 204-16</inkml:trace>
  <inkml:trace contextRef="#ctx0" brushRef="#br0" timeOffset="172034.9">13243 14011 284 0,'3'-5'262'0,"-1"3"-29"0,2-1-30 0,-3 1-18 16,-1 2-17-16,9 0-22 0,-9 0-14 0,12 8-17 0,-6-1-10 16,2 1-12-16,-1 3-12 0,1 6-8 0,1-1-8 15,-4 2-6-15,3 1-5 0,-3 0-8 16,1 5-3-16,-2-4-5 0,0-2-2 0,-2 0-3 0,2-1-7 0,-1 0 0 16,-2-5-2-16,0-2-4 0,-1 0 3 0,2-3-1 15,0-2 15-15,-2 1 29 0,0-3 32 0,2 0 48 16,0 1 38-16,-2-4 27 0,0 0 22 0,0 4 9 15,0-4 3-15,0 0-13 0,0 0-26 0,0 0-22 16,10-16-16-16,-3 7-18 0,-1-3-17 0,3-3-14 16,1-2-14-16,4-7-10 15,4 2-15-15,-4 3-26 0,4-2-17 0,-6 5-26 16,2 2-36-16,-3 0-15 0,-1-1-39 0,-1 8-46 16,0-3-46-16,2 5-46 0,-1-3-41 0,1 4-40 15,-2 2-52-15,1-1-328 0,1 3-735 0,0 0 325 16</inkml:trace>
  <inkml:trace contextRef="#ctx0" brushRef="#br0" timeOffset="172458.9">13748 14200 202 0,'0'0'276'0,"-2"4"-8"15,2-4-11-15,0 0-14 0,0 0-20 0,0 0-21 16,0 0-24-16,22-4-14 0,-9-1-16 0,7-1-16 0,3-3-12 15,4 3-18-15,0-2-8 0,1-2-10 0,-1 0-10 16,2-2-5-16,-2-2-11 0,1 2-4 0,-4 0-1 16,-2-4-8-1,1 2-5-15,0-2-4 0,-10 0-6 0,1 3 1 0,-2-2-4 0,-3 1-2 16,-1 0-7-16,-4 5 3 0,-1-2 1 0,-2 5-7 16,-1-5-2-16,-2 6-1 0,-2-2-5 15,-1 4 0-15,-7-2-1 0,-2 5-1 0,-9 2-2 16,-4 6-3-16,-2 2 2 0,-4 1-4 0,2 2-1 15,3 4 3-15,-1 2-6 0,3 5 4 0,3 1-7 16,4-1 2-16,1 4 3 0,6-1 4 0,6 2 0 16,6-2-1-16,5 0 1 0,9-1 2 0,8-4 0 15,6-3 7-15,8-3-5 0,15 1-3 0,5-3 4 16,4-3 0-16,3-5-1 0,-1-2 4 0,5-1 4 0,-3-1 6 0,-2 0 3 16,-3-4 5-16,-9 0 2 0,-16 2-8 0,-4-3 5 15,-10 1 10-15,-2 0 15 0,-5 1 7 0,-2 0 13 16,-3 1-9-16,-1-3-12 0,-3 2-10 15,2-1-34-15,-4 0-56 0,-2 2-61 0,0 0-83 16,-8-8-139-16,-2 4-199 0,0 1-578 0,-1-3 257 0</inkml:trace>
  <inkml:trace contextRef="#ctx0" brushRef="#br0" timeOffset="176665.44">15901 13673 233 0,'0'-6'240'15,"0"0"-15"-15,0 2-20 0,0-2-22 0,1 3-20 0,-1 3-26 16,0-5-40-16,0 5-14 0,0 0-9 16,0 0-9-16,-3 15-11 0,2-3-6 0,-1 7-4 15,-1 0-6-15,-2 11-3 0,3 1-3 0,-2 2-10 16,0 2 4-16,0-1 2 0,-1 0-8 0,0-1 12 15,1 1-1-15,1-2 2 0,1-2-11 0,-2-2 0 0,4-4-2 16,-4-5-1 0,3-4 1-16,0-1-2 0,-2-4-1 0,2 0-4 15,-2-3 0-15,3-2 0 0,0 0 1 0,0-1-3 16,0 0 2-16,0 0 6 0,0-4 1 0,-1 4 0 16,1-4 2-16,-4 2 4 0,4-2-8 0,0 0-20 15,-9-9-13-15,5 0-24 0,2 0-46 0,-2-8-77 16,0-3-203-16,1-5-394 0,3-4 175 0</inkml:trace>
  <inkml:trace contextRef="#ctx0" brushRef="#br0" timeOffset="176912.89">15879 13602 53 0,'0'0'217'0,"0"0"-12"15,-2-2-14-15,2 2-11 0,0 0-14 0,-3-3-13 16,3 3-18-16,0 0-13 0,0 0-14 0,0 0-1 0,14 0-18 15,-1-3-8-15,6 1-9 0,17-3-4 0,-2 1-5 16,21 0-8-16,-4-4-3 0,2 1-2 16,0 5-5-16,-13-4-3 0,0 4-6 0,-2-1-1 15,-4 1-7-15,-4 0-2 0,-1 1-2 0,-11 0-9 0,-4 2-20 16,-1-2-28 0,-4 2-16-16,-3 2-2 0,-2-2 1 0,-4 3-10 15,0-4-13-15,-11 9-18 0,-1-4-38 0,1 0-29 16,-9 2-129-16,3 2-310 0,-3-1 137 0</inkml:trace>
  <inkml:trace contextRef="#ctx0" brushRef="#br0" timeOffset="177266.59">15870 14038 107 0,'0'0'213'0,"-6"1"-7"0,6-1-14 15,0 0-17-15,0 0-14 0,0 0-11 16,0 0-22-16,25-5-10 0,-2 1-16 0,5-1-10 15,7 1-9-15,2-1-8 0,0 0-2 0,-1 1-13 0,-2 1-6 0,-3 0-2 16,-3-1-7-16,-8 3-3 0,-1 0-6 0,-7 0-5 16,-2-1 1-16,2 2-6 0,-6 0-4 15,1-1-3-15,-7 1-11 0,9 0-5 0,-9 0-8 16,0 0-5-16,0 0-8 0,0 0-19 0,0 0-22 16,0 0-26-16,0 0-26 0,0 0-43 0,-22 6-151 15,13-4-329-15,1-2 145 0</inkml:trace>
  <inkml:trace contextRef="#ctx0" brushRef="#br0" timeOffset="177968.11">16598 13842 301 0,'2'-3'275'15,"-2"3"-25"-15,4-5-28 0,-3 3-26 0,-1 2-19 16,6-2-22-16,-6 2-17 0,10 4-18 0,-2-1-12 16,2 2-12-16,-1 2-8 0,5 2-11 0,-2 4-11 0,-1-1-5 15,2 2-2-15,-1 3-7 0,-2-4-5 0,-1 3-7 0,-4 2-1 16,0-1-8-16,0 0 0 0,2 0-7 0,-6-1 1 16,-1-5 0-16,-1 2-5 0,-1 1-3 15,1-5-2-15,-3 2-2 0,0-4 2 0,2 0 1 16,-2-2-2-16,1 0 5 0,2-2 10 0,-1 2 17 0,2-5 14 15,-3 2 20-15,3-2 23 0,0 0-8 0,0 0-9 16,-4-15-2 0,7 8-21-16,2-5 2 0,4-3-15 0,6-6-14 15,2-1-9-15,5 0-12 0,3 0-1 0,1 0-10 16,-1 1-5-16,2 3-2 0,2 1-2 0,3 3-2 16,-1 2 0-16,1 0-2 0,-2 1 7 0,2 3-6 15,-1-1 1-15,-3 3-2 0,2 1 3 0,-11 1-1 16,0 4 4-16,-2-4 0 0,-5 4 4 0,1-3-2 15,-4 2-6-15,-3 0 2 0,0 0-3 0,0-1 6 0,-6 2-2 0,7-1 4 16,-7 1 1-16,6-1-6 0,-6 1 4 0,0 0 1 16,0 0-5-16,0 0 1 15,0 0-3-15,0 0 2 0,0 0-4 0,0 0 7 16,-25 10-2-16,15-4 1 0,-1 1 0 0,1 0-5 16,-6 3 1-16,3 3-1 0,0 1 3 0,-3-2-1 15,2 4-4-15,0 0 3 0,-4 3 1 0,5-2 2 0,4-2-3 0,-2 1 0 0,3-1 1 0,0-1 2 16,3-3 1-16,-1 0 0 0,6 0 4 0,-2 0 1 15,4-1 0-15,-2 1 2 0,4-4-1 0,3 1 5 16,2-1 0-16,3-2 1 0,6 2 0 0,2-5 2 16,0-1-3-16,0-2 4 0,2-3 4 0,-4 1 11 15,-2-1 30-15,-2 1 15 0,-2-1 16 0,-1-3 1 16,3-1-5 0,-1-1-6-16,-4-2-12 0,1-5-7 0,-2 0-11 15,-3 0 3-15,-1-1-9 0,-3 6-8 16,-1-6-9-16,0 5 0 0,-4 1-5 0,0-3-16 0,3 5 11 15,-7-1-11-15,1 2-32 0,-1 1-32 16,-1 2-31-16,-1 0-37 0,-3 1-41 0,2 3-34 16,-1 2-55-16,2 0-70 0,1 2-200 0,3-2-571 0,4 3 253 0</inkml:trace>
  <inkml:trace contextRef="#ctx0" brushRef="#br0" timeOffset="178515.7">17575 14051 20 0,'0'0'152'0,"0"0"8"0,0 0 12 16,0 0 6-16,0 0 4 0,0 0-3 0,0 0-4 16,14-11 3-16,-9 5-9 15,4-2-11-15,-1-2-3 0,1-5-15 0,2 1-10 0,1-3-13 16,1-5-9-16,-1-3-3 0,3-1-7 0,-2 0-9 16,1-1-3-16,0-2-8 0,-1-2-10 0,1-3-9 15,-1 2 2-15,-2-2-10 0,-2 1-11 16,2 1-3-16,-5 5 5 0,0 1 3 0,-3 6 3 15,-2 4 2-15,2 6-4 0,-3-2-2 0,1 3-8 16,0 3-8-16,-1 1-18 0,0 0-24 0,0 5-4 16,0 0-1-16,0 0 2 0,-15 22-2 0,2-2 3 15,0 6 1-15,-2 6 0 0,-8 11 1 0,5 3 9 16,-2 0-5-16,6 4 3 0,0-3 1 0,10-11 1 16,2-2 5-16,1 0 0 0,5-1-4 0,3-5 3 0,1-4 1 0,1-6 2 15,0-2 3-15,2 0 0 0,-1-6 7 0,1-5 15 16,7 3 11-16,-5-4 21 0,-2-1 20 0,2-3 17 15,-4-3 14-15,5 1-3 0,-5-4 5 0,4 0-22 16,-3-2-5-16,-1 0-28 0,0-1 13 0,0-3-6 16,-1-2-13-16,-2-2-2 0,-2 5-3 0,0-5-17 0,1 4-12 0,-3 2 0 15,0-3-17-15,-1 4-17 0,0-1-28 0,-1 5-23 16,0-2-28-16,0 2-40 0,0 3-51 0,0 2-62 16,1-7-54-16,-1 7-270 0,0 0-620 0,0 0 274 15</inkml:trace>
  <inkml:trace contextRef="#ctx0" brushRef="#br0" timeOffset="178955.12">18055 14030 243 0,'0'0'243'0,"0"0"-15"0,0 0-21 0,0 0-25 0,14-8-16 15,-1 4-19-15,6-1-12 0,7-4-17 0,-1 0-8 0,2-2-13 16,1 0-11-16,-2 0-5 0,1-1-11 0,-3-3-6 16,0-3-10-1,1 2-5-15,-4-1-1 0,-3 1-4 0,-4 2-3 0,-1 2 6 16,-8 3 10-16,5-1 13 0,-6 2-4 0,0 0-7 16,-3 0-5-16,-2 0-8 0,-3 3-3 0,0-2-6 15,-6 4-3-15,-3-1-7 0,-6 4-6 0,-4 4-1 16,-5 3-2-16,-3 0-6 0,3 4-4 15,0 1 3-15,1 5-7 0,4 0-1 0,2 2-1 0,5 3 2 16,2 2-3-16,5 0 5 0,4 0 3 0,6 0-4 16,6 1 2-16,5-1 1 0,5-5 3 0,6 1-1 15,5-6 0-15,4 0 5 0,4-6-7 0,1 1 5 16,14-6 4-16,0 2 11 0,-11-3 8 0,-3-2 12 16,0-2-16-16,-4-1 4 0,-2 1 15 0,-11 1 13 0,-2-1 10 0,-5 0 21 15,0-1 7-15,-4 2-31 0,-3 0 19 0,-2-1-7 16,3 2-11-16,-1 0-8 0,-6 0-12 15,5-3-47-15,-5 3-49 0,0 0-71 0,0 0-87 16,0 0-122-16,0 0-259 0,0 0-631 0,-18-7 280 16</inkml:trace>
  <inkml:trace contextRef="#ctx0" brushRef="#br0" timeOffset="181305.61">18887 13781 177 0,'0'-5'215'0,"0"1"-13"0,0-1-15 0,0 0-16 16,0 2-12-16,3-4-13 0,-3 5-9 0,1-2-11 15,-1 4-11-15,0-7-12 0,3 5-10 0,-3 2-13 0,0 0-15 16,0 0-10-16,0 0-14 0,0 0-3 15,0 0-6-15,0 15-8 0,-3-3 0 0,2 7 0 16,-4 6-7-16,-2 1 4 0,-2 4-3 0,-1-1-3 16,-2 1 5-16,3 4 10 0,-2-4-7 0,2-1-2 0,0-2-2 0,0-2-2 15,4-5 0-15,-1-3-3 0,1-2-2 0,3-6 0 16,-2-1 0-16,3-3 1 0,0 2 7 0,-1-2 44 16,0-1 40-16,1 0 47 0,1-4 37 0,0 0 20 15,0 0-27-15,0 0-17 0,13-20-16 0,-4 7-18 16,2-1-11-16,4-8-28 0,7 0 7 0,-5-2-13 15,2-2-8-15,0 0-5 0,0 0-5 0,0 5-12 0,-2-1-7 0,-4 10-4 16,-3-2-2-16,-2 6-3 0,-1-1-8 0,-2 6-5 16,-1-4-12-16,0 2-3 0,1 3-8 0,-1 0-16 15,-4 2-9-15,10 2-5 0,-5 0-12 0,3 3-4 16,1 2 1-16,1 3-6 0,-1 4-4 0,0-1-14 16,1 3-13-16,2-3-22 0,1 2-25 0,2 1-29 15,0 3-32 1,-2-4-34-16,1-4-52 0,-1 2-275 0,-3-5-591 15,0 1 261-15</inkml:trace>
  <inkml:trace contextRef="#ctx0" brushRef="#br0" timeOffset="181606.33">19392 13828 230 0,'1'-7'300'0,"0"1"-10"0,1-1-12 15,0 4-14-15,-2-1-22 0,3-1-25 0,-3 5-22 16,0-5-21 0,1 0-19-16,-1 5-18 0,0-2-19 0,0 2-18 0,0 0-10 0,0 0-20 15,0 0-8-15,0 0-11 0,0 0-3 16,3 12-6-16,-3-5-3 0,-2 2-7 0,4 4-2 16,-2-1-3-16,-2 2-3 0,2 3 0 0,0-5-2 15,0 5-3-15,0-5-2 0,0 0 1 0,0 0-3 16,2-4 0-16,-1 3 1 0,-1-2-5 0,0-1-30 15,-1-2-20-15,2-1-20 0,-1-1-13 0,1 2-4 16,-1-2 6-16,-1-1 2 0,1-3 1 0,0 0-14 16,0 0-27-16,0 0-43 0,0 0-77 0,-10-14-161 0,5 3-422 0,-1-4 186 15</inkml:trace>
  <inkml:trace contextRef="#ctx0" brushRef="#br0" timeOffset="181729.6">19385 13609 228 0,'2'-9'273'0,"0"-3"-14"0,-3 4-16 0,1 0-21 15,-1 2-22 1,2 2-18-16,0 0-23 0,-1 0-18 0,0 4-31 16,0-5-26-16,0 5-26 0,0 0-27 0,0 0-38 0,0 0-33 0,12 13-46 15,-7-7-52-15,-1 5-183 0,-2-3-346 0,3 5 154 16</inkml:trace>
  <inkml:trace contextRef="#ctx0" brushRef="#br0" timeOffset="182176.11">19621 13734 28 0,'0'0'287'0,"0"0"-28"0,0-4-27 0,0 4-28 0,0 0-25 15,0 0-20-15,0 0-16 0,0 0-17 0,0 0-13 16,2 13-13-16,-2-6-13 0,0 2-5 15,0 0-10-15,4 4-4 0,-4-1-9 0,2 0-5 0,0 4-8 16,0 0-2-16,0 1-5 0,-1-5-5 0,3 0-5 31,-4-2 2-31,4 2-3 0,-3-3-6 0,1-1 1 0,0-2-2 16,2 0 0-16,-1-2 2 0,-1-1 10 0,1 0 24 16,3-3 10-16,1 0 12 0,2-4-5 0,4-2-2 0,1-4-5 15,1 2 0-15,1-3-4 0,3-6 3 16,1-2-16-16,0 1-3 0,1-3-5 0,0 3-4 15,-1-5 4-15,1 3-11 0,-2-1 8 0,-8 7 7 16,2-1 4-16,-4 5 9 0,-3 2 1 0,1 1-5 16,-2 1 0-16,0 1-14 0,0 2-12 0,-4 0-6 0,6-1-24 0,-7 4-8 15,0 0-3-15,0 0-1 0,9 5 3 0,-7 1-5 16,1 2 1-16,-2 2 4 0,3 1 3 0,0 2-1 16,-2 1-4-16,1 2-2 0,1 1-2 0,-2 1-7 15,2-3-10-15,0 2-26 0,0-5-26 0,-2 2-24 16,5 0-26-16,-4-1-29 0,3-4-45 0,1 0-40 15,-1-1-211-15,1-5-498 16,2 1 221-16</inkml:trace>
  <inkml:trace contextRef="#ctx0" brushRef="#br0" timeOffset="182508.13">20364 13607 188 0,'3'-6'336'0,"-3"5"-25"0,1-4-27 16,-1 5-32-16,1-6-26 0,-1 6-21 0,0-5-24 16,0 5-22-16,3-1-18 0,-3 1-18 0,0 0-13 15,0 0-12-15,-13 9-11 0,0-4-9 0,4-1 1 16,0 6-18-16,-2-4-5 0,3 3-9 16,-1 1-6-16,-1 3-5 0,1 0-3 0,2 0-3 0,0 2-4 0,2-4-2 15,1 6-2-15,3-2-1 0,2 2-3 0,2 0 1 16,6-1-1-16,-2-1-6 0,2 0 1 0,4-1-3 15,1-1 1-15,0-2-4 0,0 1 4 0,-6-3-4 16,3-1 0-16,-3-1-3 0,0-2-2 0,-4 0-3 0,2-2-10 16,-5 1-7-16,3-1-4 0,-4 4 2 15,-1-4 3-15,-3 2 6 16,-5 2-7-16,-9 0-3 0,-9 3-41 0,-5-1-54 16,-6 2-79-16,5 0-286 0,1-5-520 0,1 0 231 15</inkml:trace>
  <inkml:trace contextRef="#ctx0" brushRef="#br0" timeOffset="184466.13">22192 13687 90 0,'2'-3'210'16,"2"-1"4"-16,-1 1-5 0,-1 1-4 0,3-1-7 15,-2-1-10-15,-3 4-16 16,4-3-17-16,-4 3-13 0,2-4-10 0,-2 4-16 16,0 0-8-16,-1-6-16 0,1 6-9 0,0 0-10 15,-8 0-9-15,8 0-9 0,-18 2-5 0,1 2-8 16,-3 1-4-16,0 2-2 0,-6 0-3 0,0 3-6 16,6-1-1-16,1 0-5 0,-1-1-5 0,3 5 4 15,-1-5-7-15,4 2-17 0,1-3-8 0,3 3-12 16,1-3-3-16,3 1-9 0,-2 2-4 0,4 0 7 0,3-1 4 0,2 1 4 15,2-1 3-15,4 1 2 0,4-1 6 0,3-1-3 16,4 0 1-16,2 1 1 0,-1-2 5 0,4-2-8 16,1 2 11-16,-3 3-2 0,-3-6 3 0,-3 3 0 15,-2-1-2-15,-3-2 1 0,-1 1-3 0,-1 3-3 16,-4-6 6-16,0 3 1 0,-2-2-2 0,1 4 5 16,-6-3 0-16,1 1 1 15,-5 1 1-15,-1 0-1 0,-2-1-1 16,0 1 4-16,-8 0-1 0,0-1 0 0,-1 0-3 15,2-3 7-15,-2 3-3 0,-1-2-3 0,2 1 6 0,0-1-28 16,5-1-32-16,1 1-48 0,1-2-44 0,2-1-41 16,3 2-120-16,6-2-333 0,-6-3 147 0</inkml:trace>
  <inkml:trace contextRef="#ctx0" brushRef="#br0" timeOffset="184827.98">22349 13953 13 0,'0'0'234'0,"0"0"-21"0,0 0-23 16,0 0-20-16,0 0-21 0,4 2-11 0,3-2-20 16,2 0-10-16,3-2-14 0,7 0-7 0,1-1-14 15,7-2-10-15,6 1-9 0,-1-1-19 0,-4-2-19 16,4-2-1-16,-1 3-6 0,-3-2 1 0,0-6 4 15,-7 7-1-15,-2-4 2 0,0 3 2 0,-1-5-1 16,-6 3 7-16,1-3 15 0,-5 3 10 0,0 0 1 0,-2 0 10 0,-1 1 11 16,-1 3-3-16,0-5-5 0,-4 6-6 0,1-1-8 0,-3 0-3 15,-5 1-8-15,-3 1-3 0,0 1-6 0,-2 3-5 16,-7-3 1-16,0 6-7 0,-1 1-2 0,0-1-3 16,-1 3-1-16,-5 5-2 0,6-2-5 0,1 1 2 15,2 3-3-15,-2 3 1 0,3-3-1 0,5 1 0 16,3 2-2-16,0-1-6 0,7 1-3 0,2-1-4 15,6 0-17-15,2 2-24 0,6-2-40 0,7-3-70 16,5 0-221-16,0-3-415 0,1-2 184 0</inkml:trace>
  <inkml:trace contextRef="#ctx0" brushRef="#br0" timeOffset="185328.67">22999 13718 160 0,'0'-2'344'0,"3"-2"-37"0,-1 1-32 16,-2 3-31-16,4-5-30 0,-4 5-21 0,8 0-20 0,-8 0-21 15,15 8-12-15,-6-2-16 0,0 5-15 0,5 0-8 0,0 3-14 16,-2 1-23-16,-2 2-6 0,-4 0-15 0,1 1-7 16,-1 1-14-16,-4 0-13 0,2 0-7 0,-4 0-4 15,-2-2-15-15,0-4 0 0,0-2-1 16,-2 1 1-16,2-5 1 0,-2-1 4 0,1 1 1 0,1-2-1 15,-2 0 10-15,1-1 3 0,2-4 17 0,1 0 18 16,-5 3 11-16,5-3-7 0,-1-9-4 0,2 2-5 16,1-3-3-1,6-3-12-15,1-2-2 0,6-9-14 0,3 0-1 16,5 3 1-16,0-2 0 0,3 0-3 0,1 1 2 16,-3 5 3-16,4-1-6 0,-2 1 2 0,-1 3 2 15,-6 2 1-15,-2 3-3 0,0 0 0 0,-6 4 1 16,2 0 4-16,-4 2-5 0,-3-1 1 0,1 1-1 15,-1 2-4-15,-1-1 3 0,-1 0 0 0,-4 2-3 16,6 0-2-16,-6 0 1 0,5 3 0 0,-3 2 1 0,-1-1 1 0,0 3 3 16,-1 0-1-16,0 5 0 15,-1-2 0-15,1 2 3 0,-3 4-1 0,1 1 4 0,1 1 1 16,-2-2 0-16,-1 0 2 0,4 0-3 0,-2 1-2 16,-1-2 1-16,-2-1 0 0,5-6 1 0,-4 4 1 15,4-7 0-15,-1 4 0 0,0-6 1 0,1 2 4 16,-3 0-5-16,3-1 4 0,0 0 2 0,0-4-1 0,-1 4 2 0,1-4-2 0,-3 4-1 15,3-4-12-15,0 0-21 0,0 0-38 0,0 0-29 16,-9-14-116-16,3 4-233 0,-2-2-477 0,3-3 211 16</inkml:trace>
  <inkml:trace contextRef="#ctx0" brushRef="#br0" timeOffset="185482.14">23466 13498 160 0,'2'-4'301'0,"-1"1"-29"16,1 1-31-16,-2 2-22 0,4-6-26 0,2 5-21 16,-1 0-26-16,-5 1-46 0,13 1-53 0,-7 1-64 0,7 4-63 15,-4-2-213-15,0 0-316 0,2 3 140 0</inkml:trace>
  <inkml:trace contextRef="#ctx0" brushRef="#br0" timeOffset="186045.27">23747 13862 165 0,'0'0'259'0,"-2"4"-9"0,2-4-17 15,-2 2-25-15,2-2-20 0,0 0-18 0,0 0-17 16,11-7-18-16,-2 1-13 0,7 0-15 0,-2 2-18 15,2-4-15-15,6-2-11 0,1-4-12 0,0 2-12 0,-2-3-9 16,0 0-13-16,-5 3-4 0,0 0-3 0,-2-2-1 16,0 2 2-16,-5 3-3 0,1 1 3 0,-3 0 12 0,-3 2 3 0,-1 0 2 15,0 1-3-15,0 1-3 0,-1-1-6 0,-2 2-1 16,0 3-6-16,-5-6 3 0,1 3-4 0,-4 3-3 16,8 0 0-16,-20 4 0 0,10 0-4 0,-3 2-2 15,-2 0 2-15,-3 3-3 0,1-1 2 0,1 1-4 16,4 1 1-16,2 1 7 0,-3 1-10 0,8 1 3 15,0-4 0-15,-3 0 1 0,5 2-1 0,3 1 4 16,-2-1 1-16,6-1 1 0,2 3 1 0,-1-4 3 16,6 1 1-16,-1-3-4 0,5 3 2 0,2-3 0 15,2-2 3-15,0 0 3 0,-2-3 4 0,1 2 10 16,-5-3 17-16,0-1 21 0,-1 0 24 0,-3-1 29 16,1 1 19-16,-1-1 17 15,-1-2 3-15,-3-1-1 0,5 0-5 0,-2-2-10 16,-2-1-16-16,7-2-10 0,-3-4-14 0,3-2-9 15,2 1-10-15,3-5-9 0,-5 2-6 0,1 4-15 16,5-8-12-16,-6 8 13 0,-2 1-6 0,0 3-6 16,-3 1-15-16,0 2 5 0,-3 0-9 0,-1 4-5 0,0-2-16 0,1 3-19 15,-5 1-6-15,13 2-12 0,-8 3 6 0,4 1-5 16,1 3-2-16,-1 4 8 0,0 0-4 16,3 2-7-16,-3 0 0 0,1 1-9 0,-2-1-22 15,-2 2-37-15,0-2-50 0,-3-4-47 0,-2 1-57 0,-1 1-350 16,0-5-664-16,-1-2 294 0</inkml:trace>
  <inkml:trace contextRef="#ctx0" brushRef="#br0" timeOffset="188618.22">25954 13525 16 0,'5'-5'186'16,"1"0"-8"-16,0 0-4 0,-1 0-1 0,1 0-5 15,0 1-6-15,-3 1-7 0,0 0-5 0,1 1-14 16,0-3-10-16,-3 3-4 0,-1 2-15 0,2-4-12 16,-2 4-13-16,0 0-9 0,0 0-8 0,-25 5-5 15,2 2-5-15,-3 2-7 0,-4 1-5 0,0-1-3 0,0 3-8 0,2-2-1 16,-3 2-4-16,3 3 0 0,2-1-7 15,2-1-4-15,6-4 4 0,0 3-8 0,5 0 2 0,2-3-1 16,3 0-3-16,1 2 0 0,-1 2-4 0,7-2 1 16,1 0-1-1,3-1 1-15,3 1 1 0,4-1-5 0,4 2 0 0,4 2 2 0,9-2 0 16,-3 0-1-16,3 3-3 0,1-5 1 0,-5 1 1 0,-1-5 2 0,-7 2-5 0,-1-4 6 16,-2 1-13-16,-4-1-6 0,0 1-7 15,-3-3-1-15,-2 2 0 0,0 0 4 0,-5-2 0 16,-3 1 2-16,-5 0 5 0,-2-1-1 0,-5 1-1 15,-4-3 2-15,-7 0 4 0,-1 1-2 0,1-2-2 0,-1 1 0 16,-1-3-10-16,2-2-15 0,6 5-16 0,0-4 10 16,0 0-45-1,2 2-25-15,7-3-28 0,1 3-199 0,1-5-366 16,9 2 162-16</inkml:trace>
  <inkml:trace contextRef="#ctx0" brushRef="#br0" timeOffset="189003.09">26316 13612 167 0,'-6'0'222'0,"1"-3"-12"15,-4 3-25-15,1 0-15 0,-1 2-9 0,-3 1-27 16,-1 0-11-16,-4 3-14 0,1 3-14 15,0 0-5-15,0 1-11 0,0 1-11 0,2 2-6 0,0 1-7 16,7-4-5-16,-2-3-4 0,3 5-6 0,-1 0-2 16,3-3-2-16,3 2 0 0,1-2-4 15,2-1-2-15,3 1 2 0,4-1-4 0,3-2 2 16,-1-2 2-16,8 0-4 0,-1-1-1 0,2-2-4 0,1-2 0 16,-2-1-1-16,-2-1 17 0,-2 0 4 0,-2-1 7 15,4-4 12-15,-6 3 0 0,-2-3 0 0,1 1-7 0,-2-4-5 16,-1 1-3-16,-5 0-5 0,-1-2-7 0,1-2-5 15,-6 1-8-15,-1-3-7 0,-2 2-4 0,1 3-8 16,-4 1-3-16,1-1-8 0,-4 4-9 0,0-1-9 16,3 3-6-16,-3 0-13 15,0 2-13-15,2 2-23 0,-2 1-29 0,4 0-41 16,1 0-25-16,2 0-51 0,6 0-137 0,0 0-393 16,-4 1 173-16</inkml:trace>
  <inkml:trace contextRef="#ctx0" brushRef="#br0" timeOffset="189318.86">26587 13404 293 0,'3'-9'385'0,"-2"1"-16"16,0 1-31-16,-1 2-51 0,0 1-22 0,0 0-31 15,2 0-23-15,-2 4-45 0,0 0-31 16,0 0-15-16,0 0-15 0,2 12-11 0,-2 2-10 0,0 2-9 15,0 9-4-15,2 1-10 0,-4 1-7 0,2 0-4 16,0-3-7-16,0 4 0 0,0-3-7 0,0 0-1 0,0-5-5 16,2-1-2-1,-1 2 0-15,1-6-6 0,0 2-1 0,3-5-2 0,-3-2 2 16,-1 1-4-16,1-2-1 0,-2-5 1 0,2 2-3 16,-2-1-3-16,2-2 5 0,0 0-3 0,-2-3 7 15,0 5 1-15,0-5-8 0,0 4-8 0,0-4-2 16,0 3-15-16,0-3-15 0,0 0-20 0,0 0-25 15,0 0-37-15,0 0-53 0,0 0-91 0,0 0-282 16,0 0-579-16,-19-7 256 0</inkml:trace>
  <inkml:trace contextRef="#ctx0" brushRef="#br0" timeOffset="189889.22">26831 13635 196 0,'0'0'366'15,"4"-4"-34"-15,-4 4-35 0,2-2-33 0,-2 2-31 16,0 0-26-16,0 0-22 0,3-3-25 0,-3 3-13 16,0 0-17-1,-3 13-16-15,1-6-7 0,-2 4-12 0,-1-1-11 0,3 2-9 16,-5 3-14-16,5-4-28 0,-1 5-6 16,1-4-12-16,0-2-6 0,1-2-4 0,1 0-2 15,1 0 0-15,-1-6-1 0,0 5 4 0,0-4 2 0,4 1 2 16,-4-4 2-16,0 0 0 0,10-2 1 0,-3-2 5 15,3-4-1-15,-1 3 3 0,5-9 1 16,-1 3-3-16,2-2-2 0,-2 1-3 0,1-1-2 16,-2 1-2-16,-1 1-2 0,0 3 2 0,-2 0 0 15,-1 1-2-15,-2 1 3 0,0 1-2 0,-1 2-3 0,-1 0-7 0,1 0 1 16,-3 0-5-16,-2 3-8 0,9 0 0 0,-9 0 2 16,9 7 3-16,-4-5-2 0,0 3 3 0,2 4-3 15,2-1 2-15,0 1 2 0,5 2-2 0,-2 0 0 16,4-4-4-16,-1 4-6 0,-1-2-7 0,3 0-10 15,1-5-5-15,-6 0 0 0,6-2-9 0,-5-2 0 16,0 0 3-16,0-3 0 0,-2-1 3 0,-1 0 9 0,1-7-5 0,-4 1 6 16,2-3 7-1,0-4 15-15,-4 1 14 0,3-3 14 0,-3-6 14 0,5 1 14 0,-6-4 9 16,0-1 2-16,0 0 6 0,-2-3 0 0,5 1 0 16,-1 0 2-16,-5 4 4 0,6 0 20 0,-6 10 11 15,0 3-18-15,-1 4-4 0,4 0-12 0,-4 3-2 16,0 0-11-16,0 2-30 15,0 3-31-15,0 2-3 0,0 0 6 0,0 0-4 0,-1 19 0 16,-4-2 2-16,-2 2 2 0,4 8 1 0,-8 3-2 16,6 0 3-16,-4 4 7 0,3-2-14 0,-2 1-27 15,1 0-24-15,0-1-27 0,-2-3-28 0,5-1-27 16,-1-2-20-16,0 1-22 0,5-10-40 16,-4-8-214-16,0 5-478 0,2-7 211 0</inkml:trace>
  <inkml:trace contextRef="#ctx0" brushRef="#br0" timeOffset="190304.55">27218 13559 225 0,'-6'-4'279'0,"4"0"-14"16,-1 3-8-16,2-3-22 0,1 4-23 0,-1-4-21 15,1 4-24-15,16-5-13 0,5 2-19 0,9-2-11 16,8 1-15-16,19-3-8 0,-2 6-13 0,6-3-8 15,2 1-11-15,-3 1-4 0,1 1-6 0,-5-1-5 16,-3 2-9-16,-16-2-6 0,-1 0-2 0,-2 1-6 16,-3 0 0-16,-11-2-6 0,-1 3 0 0,-6 0 2 15,0-2-3-15,-7 1 16 0,2 1 17 0,-3-2 13 0,1 2 4 0,-6 0 12 16,9-2-5-16,-5 1 4 0,-4 1 4 0,7-4 9 16,-7 4-18-16,5-1-8 0,-5 1-10 0,0 0-5 15,1-2 3-15,-1 2-8 0,0 0-3 0,0 0-1 16,0 0-7-16,0 0-6 0,8-2-5 0,-8 2-1 15,0 0-9-15,0 0-6 0,0 0-13 0,0 0 8 16,0 0-3-16,0 0-2 0,6 4-37 0,-6-4 2 0,-1 6 2 16,3-1-5-1,-4 1 12-15,-1 5-4 0,2-1 1 0,-2 2 5 0,-3 4 7 16,5 1-4-16,0 0 8 0,-2 0-2 0,-2-1-30 16,2-1-14-16,2-3-15 0,-2 0-16 0,2 0-17 15,-3-1-25-15,2-2-29 0,0-1-28 0,-4 1-15 16,5-4-12-16,-2 0-25 0,-2-3-223 0,0-2-498 15,5 0 221-15</inkml:trace>
  <inkml:trace contextRef="#ctx0" brushRef="#br0" timeOffset="190451.69">28004 13289 160 0,'2'-13'344'15,"-1"1"-26"-15,0 2-32 0,-1 1-27 0,0 3-24 0,0 1-27 16,0 0-34-16,4 1-61 0,-4 4-32 0,0 0-41 15,0 0-39-15,0 0-40 0,14 9-58 0,-7 0-83 16,1 2-138-16,-1-2-343 0,2 4 152 0</inkml:trace>
  <inkml:trace contextRef="#ctx0" brushRef="#br0" timeOffset="190836.84">28454 13375 60 0,'-2'-3'253'0,"-1"-1"-19"15,3 4-27-15,-9-3-16 0,3 3-18 0,-6 2-17 0,1 3-15 16,-6 3-13-16,1 1-18 0,-2 6-4 0,-4 3-18 0,1 3-13 16,1 3-4-16,3-2-6 0,0 0-10 0,5 1 5 15,3-6-12-15,0 3-8 0,4-3-1 16,1 1-2-16,4 0-3 0,5-1-1 0,-1 0-6 15,4-3 0-15,3 1 1 0,3-5 1 0,3-2 6 0,1-1 5 16,2-3 4-16,1-4 7 0,-1 2 16 0,-1-2 14 0,0-4 20 31,1 1 17-31,-4-4 18 0,-3 3 11 0,-2-2-11 0,1-4-17 0,-3 3-14 16,2-7 12-16,1 0-34 0,-4 0-9 0,1-4-9 16,-4 1-11-16,-1-3-9 0,-3 2 3 0,-1 0-23 15,0-1-16-15,-3 1 4 0,-2 1-11 0,-1 3-21 16,0 2-26-16,-2 0-15 0,-1 5-12 0,-4-1-21 15,-2 1-16-15,1 4-18 0,-3 2-22 0,-1 1-34 16,0 1-42-16,6 2-51 0,-1-3-203 0,1 3-519 16,3 3 230-16</inkml:trace>
  <inkml:trace contextRef="#ctx0" brushRef="#br0" timeOffset="191229.17">28822 13452 242 0,'5'-2'453'0,"-3"-4"-34"0,0 4-36 0,-2-3-41 16,0 5-34-16,4-4-31 0,-4 4-38 16,1-3-30-16,-1 3-24 0,0 0-22 15,4 9-16-15,-5-3-15 0,-2 0-19 0,3 5-47 16,0 1-9-16,-5 4-8 0,0-1-3 0,0 2-15 15,0 0-17-15,-3 0-2 0,0 0-19 0,3-2-11 0,0-3-10 16,2-3-5-16,1 0-8 0,-2-1-3 0,2 0 4 16,1-3 9-16,-1-1 16 0,2-1 28 15,0-3 27-15,0 0-4 0,0 0-6 0,0 0-3 0,19-10-2 0,-8 1 2 0,4-1-2 16,3-3 0-16,2-3-1 0,2-1 0 16,-5 5 0-16,-2 2-7 0,2 0 10 0,-7 3 3 15,1 0 4-15,-2 0-7 0,-2 2-4 0,-3 2-9 16,4 1-1-16,-1 2-5 0,2 2-4 0,2 1-5 15,-2 4 4-15,0 1 1 0,6 1-21 0,-6 5-11 0,4 1-32 16,5 4-35 0,-6-2-40-16,3 5-51 0,-4 0-49 0,1-5-99 15,-3-2-177-15,0-2-553 0,-3-3 245 0</inkml:trace>
  <inkml:trace contextRef="#ctx0" brushRef="#br0" timeOffset="191353.53">29434 13649 121 0,'0'-5'509'0,"3"2"-50"0,-1 0-39 0,-2-3-43 16,0 6-36-16,0-6-28 0,0 6-63 0,0-3-93 15,0 3-119-15,0 0-137 0,0 0-382 0,0 0-522 16,-5-4 231-16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29:27.27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2671 2038 171 0,'0'0'206'0,"-2"-4"-8"0,2 4-13 0,0 0-10 0,0 0-9 0,0 0-14 15,0 0-8-15,0-5 20 0,0 5-14 0,0 0-7 16,0 0-13-16,0 0-11 0,0 0-12 0,0 0-10 16,0 0-17-16,0 0 2 0,0 0-8 0,0 0-6 15,0 0-2-15,0 0 7 0,0 0 1 0,0 0-1 16,0 0 0-16,-3-8 3 0,3 8-3 0,0 0 3 15,0 0 7-15,0 0-9 0,0 0 5 0,2-7-1 16,-2 7-13-16,0 0 5 0,0 0 5 0,0 0-6 16,-2-5 0-16,2 5-4 0,0 0-3 0,0 0-6 15,0-6-5-15,0 6-1 0,0 0-10 0,0 0 1 16,0 0-4-16,2-6-5 0,-2 6-2 0,0 0-7 16,0 0-1-1,0 0 1-15,0 0-12 0,0 0-12 0,0 0-24 16,0 0-30-16,0 0-27 0,0 0-6 0,0 0 4 15,0 22 1-15,0-7 6 0,0 11 4 0,-2 12 12 16,0 11 17-16,-2 7 8 0,-5-3 2 0,1 4 9 16,2-7 9-16,1 0-6 0,1-1 7 15,-1-2 8-15,1-17 8 0,3 2 7 0,-4 2-3 16,2-5 12-16,2-3-5 0,-3-6 5 0,3-3-2 0,-2 0 1 0,3-6 0 0,0 2 2 16,-1-6-2-16,-2 1-5 0,3-3-10 0,0 1 11 15,0-6-1-15,0 8 4 0,0-8-3 16,0 0 2-16,-1 9 12 0,1-9 2 0,0 0-3 15,0 7-1-15,0-7 5 0,0 0-6 0,0 0-1 16,0 0-7-16,0 0-3 0,0 0-21 0,-5 4-17 16,5-4-19-16,0 0-35 15,0 0-65-15,0 0-55 0,0 0-80 0,0 0-255 16,0 0-579-16,6-18 255 0</inkml:trace>
  <inkml:trace contextRef="#ctx0" brushRef="#br0" timeOffset="685.74">2569 2767 185 0,'-9'0'198'0,"9"0"-1"0,-10 2-3 0,10-2-13 15,-9 0-4-15,9 0-5 0,-9 1-12 16,9-1-8-16,0 0-14 0,0 0-11 0,0 0-12 16,-10 0-11-16,10 0-16 0,0 0-1 0,0 0-4 15,0 0-4-15,-8 1-6 0,8-1-4 0,0 0-4 16,0 0-14-16,0 0 7 0,0 0-4 0,0 0-5 15,0 0-3-15,0 0-7 0,0 0-2 0,0 0-4 0,0 0-8 16,0 0 1-16,0 0-13 0,0 0 5 16,0 0 0-16,0 0-2 15,0 0 2-15,0 0-7 0,0 0 2 0,0 0-1 16,0 0-3-16,0 0-1 0,0 0 1 0,0 0-1 16,0 0 0-16,0 0 3 0,0 0-13 0,31 1 14 15,-13-3 1-15,13-1-1 0,3 3-5 0,4-3-8 16,16-1 10-16,-3 2 5 0,2 1-10 0,-1-1 3 15,-14 2-11-15,1 0 12 0,0-3-6 16,1 1 6-16,-8 0-2 0,-2 1-8 0,-2-1 11 0,-7-1-5 0,-2 2 3 16,-5 1-1-1,-4-1-6-15,2 1 1 0,-12 0-12 0,14 0 20 0,-14 0 0 16,0 0 0-16,10-2-5 0,-10 2 3 0,0 0-2 16,0 0 1-16,0 0-6 0,0 0-9 0,0 0-10 15,0 0-15-15,0 0-13 0,0 0-27 0,0 0-27 16,-37 9-31-16,28-6-48 0,-1-1-80 0,10-2-163 15,-12 3-458-15,12-3 203 0</inkml:trace>
  <inkml:trace contextRef="#ctx0" brushRef="#br0" timeOffset="1487.33">3291 2789 180 0,'0'0'169'0,"0"0"-7"0,0 0-15 0,0 0-9 16,0 0-6-16,0 0-13 0,0 0-10 0,0 0-5 15,0 0-4-15,0 0-8 0,0 0-11 0,0 0-10 16,0 0-3-16,41-3-6 0,-23-1-9 15,1 2-3-15,0-2-15 0,1 2 7 0,1-3-3 16,2 2-7-16,-5-5 2 0,4 3-6 0,-4-3-10 0,1 1 21 16,-1 4 5-1,-7-7 8-15,6 5 13 0,-7-1 15 0,-1-1 10 16,1 1 4-16,-2-1 12 0,-3 5 6 0,-1-3-2 16,-3 0-7-16,3 0-3 0,-4 1-14 0,0 4-14 15,-4-9-5-15,0 5-16 0,-2 2-7 0,-3-1 0 16,-4-1-2-16,-3 4-11 0,-2 0-4 0,-3 3 4 15,2-2-7-15,-1 3 2 0,3 0-12 0,-1 1-4 16,4 2 4-16,0-2-7 0,0 1-6 0,1 2-3 0,4 0 2 16,1 0-4-1,1 2 2-15,3 0-1 0,0-2-2 0,4 4 3 0,2-3-2 16,1 2 3-16,6-1 2 0,5-1-4 0,4 0 3 16,0-2-11-16,13-2 0 0,1-1-6 0,0-3-9 15,1-1-1-15,4-2-3 0,-3-2 1 0,2-1 3 16,-1-5 3-16,1-2 1 0,-3 0 4 0,-2-3-1 15,-2-2 5-15,-1-3 6 0,-1-2 2 0,-3-1 8 16,-4-4 8-16,10-14 1 0,-17 9 5 0,8-11 0 16,-6-1-6-16,-3 13 21 0,-2-15 18 0,-6 13 4 15,0 1 20-15,0 0 16 0,2 0 24 0,-2 4 8 16,-4 8 5-16,-4 1 2 0,3 0-5 16,-3 6-9-16,3 2 3 0,-2 0-7 0,2 3-8 15,1 0-7-15,0 3-13 0,-4 0-6 0,4 5-18 16,0-9-21-16,0 9-40 0,0 0-29 0,0 0-7 0,0 0 6 15,0 0 0-15,-13 29-1 0,8 2 11 16,-2 3 0-16,-1 14 4 0,0 3 6 0,1-1 2 0,-1 2-1 16,3-4 5-16,-4-2 2 0,5-11 0 0,0 0 3 0,1-1 4 15,1-3-10-15,1 2 15 0,1-4-1 0,-1-1 1 16,2-8 9-16,-1-2-4 0,3 0 8 0,-3-2-15 0,0-4 11 16,-2-3-1-16,2-1-4 0,0-8 1 0,4 10 1 15,-4-10 10-15,0 10 6 0,0-10 0 0,0 0-2 16,2 9 0-16,-2-9 1 0,0 0 0 0,0 0-8 15,12 1 7-15,-12-1-18 0,0 0-32 0,31-9-20 16,-15 3-39-16,1-1-57 0,2-1-60 0,-1 0-69 16,8-5-92-16,-3 1-319 15,2-1-737-15,-1 1 326 0</inkml:trace>
  <inkml:trace contextRef="#ctx0" brushRef="#br0" timeOffset="2128.29">3804 2498 84 0,'-9'3'222'0,"9"-3"4"0,-7 1-13 0,7-1-1 16,0 0-15-1,-6 4-8-15,6-4-18 0,0 0-17 0,0 0-11 0,0 0-12 16,0 0-17-16,0 0-9 0,0 0-5 0,0 0-8 0,0 0-4 0,0 0-7 0,0 0-5 0,0 0-3 16,0 0-10-16,0 0-4 0,0 0-17 15,0 0 4-15,0 0-3 0,0 0-3 0,0 0-6 16,0 0-3-16,0 0-5 0,0 0-3 0,0 0-14 15,0 0 9-15,0 0 3 0,0 0-5 0,0 0-7 16,0 0 5-16,0 0 2 0,0 0-2 0,0 0-2 16,0 0 3-16,29 2-4 15,-11-2 1-15,13-2 0 0,2 1-1 0,3-3-2 16,20 4 6-16,0-3 7 0,6 1 5 16,-1 0 4-16,-2-1-2 0,-2 1 0 0,2-1 3 15,-4-2 4-15,-18 3 6 0,0-3 4 0,-5 3-1 16,-4 0 11-16,-5-1-4 0,-3 0 6 0,-7 3 6 15,-1-1 4-15,-3 0-2 0,-9 1 2 0,14-2-1 16,-8 0-3-16,-6 2-9 0,0 0 6 0,0 0-8 0,13-1-7 0,-13 1-22 16,0 0-26-1,0 0-37-15,0 0-37 0,0 0-34 0,0 0-55 0,0 0-62 16,-37 1-107-16,37-1-246 0,-18-1-629 0,18 1 278 16</inkml:trace>
  <inkml:trace contextRef="#ctx0" brushRef="#br0" timeOffset="7259.85">6523 2236 13 0,'0'-9'194'0,"1"5"0"15,-1-1-7-15,0 1 1 0,0 4 1 0,4-6 0 16,-5 1 2-16,2 3-5 0,2-3 6 0,-3 1-12 15,0 4-2-15,2-6-1 0,-2 6-8 0,0-5-22 16,0 5 7 0,1-4-13-16,-1 4-3 0,0-3-21 0,0 3-12 15,0 0-10-15,0 0-13 0,0-5-18 0,0 5-14 0,0 0-20 0,0 0-23 16,0 0-19-16,0 0-24 0,0 0-2 0,0 0 0 16,9 11 4-16,-6-6 5 0,1 2 2 0,-1 3 3 15,3 3 8-15,-3 2 1 0,4 1 7 0,2 2-1 16,-3 0 2-16,2-2-2 0,3 3 3 0,0-5 3 15,-1 3 0-15,1-5-1 0,2 3 5 0,0-6-3 16,-2-1 4-16,2-2-2 0,0 0 3 0,-3-3-3 16,3-3 1-16,2-1-2 0,-2-2 1 0,5-3 1 15,-3-5 4-15,1 1 1 0,-4-2 13 0,1-1 2 16,-3-3 8-16,1 2 9 0,0-2 4 0,-2-1 8 16,-3 2-1-16,2 1 6 0,-3-3 2 0,-1 7 3 15,-1 1 1 1,-1-1 3-16,2 5-7 0,-4-2-3 0,4 2-4 15,-3 1-8-15,0 0-3 0,2 0-19 0,-3 4-17 16,0-4-25-16,0 4-20 0,0 0-23 0,0 0 6 0,0 0 4 16,0 18 6-16,-4 1 3 0,3 6 7 0,-3 7 4 0,-5 15 11 15,0 0 4-15,4 3 3 0,1-1 0 0,-1 1 9 16,-1 2 0-16,4-4 8 0,0-2-3 16,0 2 5-16,1-1-4 0,2 3 2 0,1-5 8 0,-4 4-1 15,2-13-3-15,2 10 2 0,-4-11 4 0,1 1-2 16,-1 0-4-16,-1-2 2 0,-1-3 2 0,1 1-5 15,-1-3 5-15,-3-2-2 0,1-1 3 0,-2-8-4 16,2-1 3-16,-1-2-5 0,0-1 1 0,0-1 0 16,0-3 0-16,2-1-1 0,-3 0-2 0,1-2 2 15,-1 0-2-15,0 0 5 0,-2-3-3 0,-3 2 2 0,0-2-1 16,0-1-4 0,-2-3 3-16,0 3-3 0,1-3 2 0,1 0 1 0,-5-3 0 15,4 3 0-15,-4-3-3 0,4-1 0 0,-3-3 1 16,1 3 1-16,3-3-9 0,0-3 6 0,-2-1 5 15,2-1-17-15,-1-2 17 0,1-4 17 0,-2-3 8 16,6-4-7-16,1-6 3 0,2 2 3 0,0-4-3 16,4-13-1-16,6-4-3 0,4 0 5 0,5-1-5 0,-2-2-2 15,8 1-3-15,3 0 1 0,6 3-2 0,0-1 4 16,5 4-8-16,2 0-1 0,1 5-11 0,2-3 13 16,0 12 0-16,-13 8-3 0,1 1 3 0,1 3-4 0,-5 0 1 15,2 4-8-15,-11 1 11 0,2 5 0 16,-4 1 2-16,-1 1-3 0,-5 4-7 0,1 0 7 15,-1 0-9-15,-1 2-2 0,0-1-3 0,0-1 0 16,0 3-14-16,-4 1-16 0,5-4-17 0,-5 4 8 16,0 0 4-16,0 9 1 0,0-9-6 0,-8 16-12 15,3-8-29-15,0 2-25 0,-3-1-27 0,2 2-24 16,1-2-27-16,1 3-58 0,0-4-245 0,4 4-530 16,-2-7 235-16</inkml:trace>
  <inkml:trace contextRef="#ctx0" brushRef="#br0" timeOffset="7804.51">7443 2556 146 0,'0'0'187'0,"0"0"-4"0,0 0-7 0,0 0-11 15,-8 0-11-15,8 0-7 0,0 0-10 0,0 0-8 16,0 0-4-16,0 0-13 0,0 0-7 15,0 0-7-15,0 0-8 0,0 0-4 0,0 0-14 0,0 0-4 16,0 0-4-16,0 0-9 0,0 0 0 0,0 0-11 16,22 3-2-16,-9-3-5 0,4 1-3 0,4 2-1 15,6-2-6-15,1 4 7 0,3-4-15 0,-2 0-10 16,2 1-18-16,-2 1-11 0,1-1-17 0,-4 3-24 16,-3-5-25-16,-2 2-28 0,-1-2-36 0,2 0-41 15,-11 3-137 1,2-3-355-16,-3 0 157 0</inkml:trace>
  <inkml:trace contextRef="#ctx0" brushRef="#br0" timeOffset="8028.49">7509 2781 64 0,'-3'3'231'0,"3"-3"-14"0,0 0-8 16,0 0-13-16,-4 2-15 0,4-2-21 0,0 0-9 15,0 0-15 1,7 5-6-16,6-4-16 0,5 1-9 0,13 0-5 16,3 0-12-16,6 3-14 0,17-4-27 0,-2 4-46 15,-1-1-56-15,0-4-69 0,-20 2-214 0,2-3-366 16,-2 1 162-16</inkml:trace>
  <inkml:trace contextRef="#ctx0" brushRef="#br0" timeOffset="10134.61">8588 2164 87 0,'-8'-1'125'0,"8"1"4"0,0 0-12 16,0 0 5-16,0 0-7 0,0 0-2 0,0 0-2 0,-7-1-3 15,7 1 2-15,0 0-9 0,0 0 8 0,0 0-13 16,0 0 0-16,0 0-8 0,0 0-4 0,0 0-3 16,0 0-7-16,0 0-5 15,0 0 0-15,0 0-7 0,0 0-8 0,0 0 2 16,0 0-3-16,0 0-2 0,0 0-3 0,0 0 0 16,0 0 2-16,-2-5-6 0,2 5-3 0,0 0 2 0,0 0-6 0,0 0 7 0,0 0-10 15,0 0 1-15,0 0-1 0,0 0-10 0,0 0-2 0,0 0-1 16,0 0-2-16,0 0 1 0,0 0-3 0,0 0 6 15,0 0 0-15,0 0-3 0,0 0 1 0,0 0-2 16,0 0 0-16,0 0-7 0,0 0 3 16,0 0 1-16,0 0 0 0,0 0-3 0,0 0-5 15,15-2 2-15,-3 2-5 16,8 0 5-16,11 0-6 0,4 0 1 0,4 0-2 16,14 0 0-16,4 2-1 0,-2-2-1 0,1-2 3 15,-2 2-4-15,2 0 1 0,-1 0 0 0,-4 0 2 16,-11 0 0-16,-4 0-1 0,-2 2 0 0,-11-1-5 15,-1-2 10-15,-4-1-22 0,0 4-8 0,-8-2-10 16,0 0-3-16,-4 1-1 0,0 0 2 0,-6-1-7 16,0 0-9-16,0 0-13 0,0 0-7 0,0 0-18 0,-31-2-10 15,14 4-23-15,-2-1-12 0,-4-1-30 0,-1 0-24 16,-5 3-133-16,-3-4-348 0,1 1 154 0</inkml:trace>
  <inkml:trace contextRef="#ctx0" brushRef="#br0" timeOffset="10767.13">8608 2202 187 0,'0'0'235'0,"0"-4"-8"0,0 4-9 15,0 0-16-15,0-4-7 0,0 4-18 0,0 0-14 16,0 0-16-16,0 0-17 0,0 0-10 0,0 0-16 16,0 0-11-1,0-5-14-15,0 5-2 0,0 0-13 0,0 0 1 0,14 4-16 0,-5 1-2 16,1-1-7-16,6 4 1 0,-1 1-8 0,3 2-4 16,8 3-3-16,-1 1-4 0,5 5 0 15,-4-6-7-15,5 6 5 0,-3-4-9 0,0 3 0 16,3-4-5-16,-4 3-2 0,-2-1-3 15,2-2-2-15,-9-5-3 0,0 0 3 0,-4-2 0 16,-4 0-1-16,8-2 0 0,-10 1 2 0,-3-5-3 16,0 3 6-16,0-4 9 0,-1 1 17 0,-4-2 10 15,5 4 17-15,-5-4 8 0,5 0 1 0,-5 0 2 16,0 0-4-16,9-4 0 0,-9 1 5 0,0 3-1 0,5-6-3 0,-5 1 0 16,3 4 3-16,-3 1-10 0,1-5-2 0,-1 2-6 15,0 3-4-15,0 0-3 0,0-6-7 0,0 6-11 16,0 0-1-16,0 0-14 0,0 0-30 0,0 0-18 15,0 0 4-15,0 0-2 0,-9 24 5 0,4-5 6 16,-9 9-1-16,-13 13 9 0,2 6 1 0,-5 2 0 16,-6 1 4-16,3 2 3 0,-11 18-4 0,10-22 7 0,7 3 5 15,3-1-3-15,0-7 3 0,1 4-3 0,2-4 6 16,6-11-5-16,0-4 4 0,1-1 0 0,5-3 1 0,0-8 0 16,0 0-1-16,4-4 1 0,1-1-1 15,-1-5 3-15,1 1 0 0,0-2 0 0,4 0 1 16,-4-1 12-16,3-1 14 0,-3 1 6 0,4-4 8 15,-1 4 6-15,1-4-2 16,-3 3 1-16,3-3 0 0,0 0-1 0,0 0-8 16,0 0-2-16,0 0-4 0,0 0 1 0,0 0-8 15,-4 4-13-15,4-4-22 0,0 0-17 0,0 0-27 16,0 0-22-16,0 0-50 0,0 0-63 16,0 0-65-16,0 0-71 0,0 0-207 0,13-14-573 0,-6 9 254 15</inkml:trace>
  <inkml:trace contextRef="#ctx0" brushRef="#br0" timeOffset="11359.45">8556 3334 137 0,'-9'1'209'0,"0"1"-2"0,3-2-10 0,-1 1-8 16,7-1-6-16,-8 1-3 0,5 2-3 15,3-3-10-15,0 0-3 0,-8 0-6 0,8 0-10 16,0 0-10-16,0 0-9 0,-5 1-12 0,5-1-8 0,0 0-7 0,0 0-9 16,0 0-5-16,0 0-10 0,0 0-6 0,0 0-4 15,0 0-5-15,0 0-1 0,0 0-6 0,0 0-3 16,0 0-7-16,0 0-1 0,0 0-9 0,0 0 0 15,0 0-4-15,0 0 3 0,0 0-4 0,0 0-3 16,0 0-4-16,0 0-1 0,0 0 0 0,0 0 0 16,0 0-2-16,0 0-5 0,0 0 2 0,0 0-4 0,0 0 11 15,-7 1-12-15,7-1 1 0,0 0 3 0,0 0-5 16,0 0 0-16,0 0-2 0,0 0 11 0,0 0-14 16,0 0 6-16,0 0-2 0,0 0-3 0,0 0 3 15,0 0 0-15,0 0-2 0,0 0-3 0,0 0 5 16,0 0-3-16,0 0-2 0,0 0 3 0,0 0-4 15,22-2 1 1,-3 1 3-16,13-2-3 0,6 0-1 0,19 1 3 0,0-3-2 16,4 0 7-16,5-1-14 0,25-2 5 0,2-2-6 15,-28 5 2-15,27-5 2 0,-29 3-6 0,2 2 3 16,-4 0 0-16,-2-2 2 0,-9 3 5 0,-12 1 16 16,-6-2 13-16,-3 1 10 0,-11 3 6 15,-4 0 9-15,-3 0-4 0,-1-1 2 0,-1 2-1 16,-3-1-1-16,-1 1-4 0,-5 0-10 0,8-1 7 0,-3 1-7 0,-5 0-8 15,0 0-12-15,0 0-15 0,0 0-37 0,0 0-35 16,0 0-41-16,0 0-42 0,0 0-57 0,0 0-53 16,0 0-83-1,-29 2-264-15,19-3-654 0,10 1 289 0</inkml:trace>
  <inkml:trace contextRef="#ctx0" brushRef="#br0" timeOffset="13741.59">10558 2314 129 0,'0'-5'183'0,"0"1"-9"16,0-4-13-16,1-1-6 0,-2 4-6 0,1-4-13 15,0 5-4-15,0-1-14 0,-4-3-9 0,3 4-15 16,0 0-7-16,-3-1-5 0,-2 2-14 0,-1 1-10 16,-4 2-1-16,-2 0-9 0,-1 0-9 0,-4 10-2 15,-1-3-1-15,-7 5-2 0,-2 3-7 16,4 5-5-16,-3 1 2 15,2 3-6-15,0 3 1 0,3-1-2 0,1 4-2 16,2-3-4-16,5 2 5 0,-3-3-6 0,7 0-3 16,2-1 2-16,4-4 2 0,0-3 0 0,3 0-3 0,1 0 3 0,0-4 3 15,5 1-2-15,-1-6-4 0,1 3 12 0,3-4 10 16,1-1 8-16,2-1 7 0,1-2 5 0,2 0 6 16,3-2 12-16,-4-6 0 0,5 1 18 0,2-3-6 15,-1-2 6-15,0 1 2 0,-3-4 5 0,1 0 3 16,5-6-10-16,-7 2 6 0,1-4-1 15,-4 3 3-15,5-4-9 0,-4-3 12 0,-2 5-4 16,-3 2-2-16,0-1 5 0,-1-1-7 0,-2 2 0 0,-1 5 17 16,-1-2-8-16,-1 0-1 0,2 3-4 0,-3 2 2 15,2 1-5-15,-2 0-5 0,1 2-8 0,0 0-7 16,-2 1-7-16,0 1-10 0,0 3-1 0,2-7-7 0,0 5-8 16,-2 2-9-16,1-3 0 0,-1 3-11 0,0 0-20 15,0 0-18-15,0 0-34 0,0 0-17 0,0 0-15 16,0 0 6-16,0 0 20 0,0 12-6 0,-1-3 11 15,-1 2 7-15,0 4 6 0,0 1 4 0,-2 4 4 0,1 0 6 16,-1-2 1-16,0 9 0 0,2-8 5 16,-1 1 3-1,-1 1 9-15,-1 2-3 0,2-4-3 0,-1 0 6 0,0-2-1 16,1-3 5-16,1 1-1 0,-1-5 4 0,1 1 3 16,0 0-7-16,1-3 0 0,1-2 2 0,0-1-2 15,-1 2 11-15,-1-2-6 0,2-5 5 0,-1 5 1 16,1 1-1-16,0-6 1 0,0 4 9 0,0-4 19 15,0 4 11-15,0-4 15 0,0 0 8 16,0 0 5-16,0 0 2 0,8 0-8 0,5-5-8 0,15-5-15 0,6-2-30 16,16-10-63-16,5 1-83 0,0 1-85 0,-3-1-100 15,2-4-396-15,-4 4-773 0,-16 4 342 0</inkml:trace>
  <inkml:trace contextRef="#ctx0" brushRef="#br0" timeOffset="14975.18">11096 2457 239 0,'3'-2'248'0,"-3"2"-14"0,1-5-18 15,-1 5-20-15,1-4-21 0,-1 4-19 0,0 0-21 16,0 0-14-16,0 0-16 0,0 0-7 0,0 0-11 16,-2 18-9-16,-3-8-10 0,0 8-4 0,1 0-9 15,-4 4-5-15,3 3-2 0,-5 3-6 0,5-4-4 16,-2-3-3-16,-2 4-5 15,5-5-4-15,-2-1-1 0,2 0-4 0,-1-2 2 16,1 0-1-16,3-4-3 0,-3 1-4 0,1-4 0 16,2 0-4-16,-1-1 0 0,0-3 3 0,2-2 0 0,-2 1 1 0,2-2 28 15,0-3 20-15,0 6 27 0,0-6 26 0,0 0 18 16,0 0 29-16,0 5 16 0,0-5 9 16,0 0-27-16,0 0-13 0,11-9-17 0,-2 1-14 15,0 1-8-15,5-5-15 0,3-2-10 0,-3-1-8 16,5-2-9-16,-2 4-7 0,-2-3-9 0,0 1-1 15,1 3-5-15,-3-2-5 0,-1 2 0 0,-1 3-7 16,-2-2-1-16,-2 4 11 0,2 0 7 0,-4 2 8 16,-1 0 0-16,0 1 2 0,-1 0-6 0,0 1-4 15,1-2-7-15,-1 4-8 0,-3 1 2 0,6-4-5 16,-6 4-3-16,1-3-4 0,-1 3-4 0,0 0-9 0,0 0-6 0,4-2-10 16,-4 2-6-16,0 0-7 0,0 0-7 15,0-6-5-15,0 6-5 0,0 0 6 0,0 0-1 0,-15 10 2 16,11-7 6-16,-5 1-1 0,1 4 0 0,-2-3 6 15,1 2-2-15,0-2 4 0,0 0 1 0,3 0 6 16,0-1 1-16,0-1-2 0,0-1 2 0,1 1 1 31,1 0 0-31,2-2 2 0,2-1-5 0,-7 4 3 0,5-3 3 0,2-1 2 16,-3 4 1-16,3-4-2 0,0 0-1 0,0 0 10 16,-5 1-4-16,5-1 3 0,0 0 1 0,0 0 4 15,-4 3 4-15,4-3 7 0,0 0 0 0,0 0 5 16,0 0 4-16,0 0-5 0,0 0 6 0,0 0-4 15,0 0 5-15,0 0-7 0,0 0 2 0,0 0-3 16,0 0-4-16,0 0-2 0,0 0-3 0,0 0-2 0,0 0 1 16,0 0-5-16,0 0-6 0,0 0-2 0,0 0-1 15,0 0-1-15,0 0-7 0,0 0-2 16,5 4 3-16,-2 0 1 0,1 2-2 0,1 4 1 16,3-2 2-16,2 7 1 0,0 0 0 0,5-2-3 0,-2 3 3 15,6 4 1-15,-5-6 4 0,5 6-1 0,-6-6 0 16,5 1 1-1,-5-2-1-15,2-2 1 0,-5 5 5 0,-1-11-4 16,3 3-3-16,-5-1 3 0,-1-2-1 0,-3 0-1 16,3 0 2-16,-1-1 1 0,-3-1 1 0,-2-3 5 0,7 3-2 0,-7-3 8 15,2 2 21-15,-2-2 10 0,0 0 15 0,5 3 3 16,-5-3-5-16,2 2-3 0,-2-2-3 0,0 0-8 16,0 0-3-16,2 4-4 0,-2-4-8 0,0 0-2 15,0 0-2-15,0 0-5 0,0 0-4 0,0 0 1 16,0 0-4-16,0 0-15 0,0 0-17 0,0 0-20 15,0 0-28-15,0 0-24 0,0 0-37 0,0 0-44 16,0 0-39-16,0 0-44 0,0 0-57 16,0 0-73-16,0 0-427 0,0 0-875 0,-19-1 388 15</inkml:trace>
  <inkml:trace contextRef="#ctx0" brushRef="#br0" timeOffset="16358.95">11662 2300 184 0,'4'-7'170'0,"6"4"2"0,-1 0-29 16,3-1-10-16,-1 1-19 0,2-1-4 0,4 4-14 15,-6 4-5-15,8 1-10 0,-6-2-7 0,5 9-6 16,-3-2-7 0,2 4 0-16,2 5-5 0,-5 1 0 0,-4-2-5 15,3 5-3-15,-4 1-4 0,-1 3 7 0,-7-2-6 16,-1 0-1-16,-4 1 0 0,-1-1-1 0,-3-1 4 15,-3 1 1-15,2-3 2 0,-4-6-5 0,2 1 0 0,-2-2 0 16,-1-1-2-16,4-2 1 0,-6 1-1 16,6-6 2-16,0 2 0 0,-2-1 2 0,3-4-2 0,2 4 1 0,2-5 9 15,2-1 8-15,-3 1 22 0,2-1 20 0,0 0 24 16,4-2 30-16,0 0 23 0,-4 4 8 0,4-4-21 16,0 0-16-16,7-13-13 0,-2 3-20 0,7-1-24 15,0-3 9-15,6-6-17 0,1-3-13 16,4 1-2-16,-1-4-11 0,3 1-3 0,-2-3-7 0,4 3-11 15,0 1-4-15,-1-3-2 0,-1 6-1 0,-2-1-8 16,-4 0-6-16,-1 0 2 0,-5 12 0 0,2-5-8 0,-8 6 3 16,-1-1 0-16,-1 3-5 0,1 3 4 0,-2-1-16 15,0 2 10-15,-3-1-3 0,2 1-6 0,-3 3-12 16,0 0-17-16,0 0 5 0,0 0 2 0,0 0 3 16,-18 19 7-16,5-3-4 0,-6 4-9 0,-1 4 10 15,-1-1 5-15,4 5-2 0,1-1 3 0,1-2 6 16,2 0-2-16,4-2-4 15,5-4 0-15,-3-1 2 0,8 0 1 0,2-2 1 16,4 0 6-16,2-4-3 0,7 2 5 0,8 0-24 16,5-5-43-16,9 0-65 15,-1-4-69-15,12 1-91 0,-10-6-420 0,10-4-767 0,-13 1 339 16</inkml:trace>
  <inkml:trace contextRef="#ctx0" brushRef="#br0" timeOffset="18952.25">12379 1884 21 0,'3'-5'198'16,"-1"-2"-4"-16,2 2 4 0,0-2-4 0,0-1-3 16,2-1 1-16,-2 1 1 0,1-1-9 0,-1 4-1 15,-2 0-8-15,2-2-21 0,-1 4 2 0,-2-2-12 16,2 3-15-16,-1-2-14 0,2 1-13 0,-4 3-10 16,4-3-10-16,-4 3-10 0,1-3-16 0,-1 3-29 0,0 0-7 15,0 0-2-15,0 13-3 0,-1-6-1 0,-2 8-1 0,-2 4 2 16,-1 4-5-16,-2 2 2 0,0 1 1 15,1-1-2-15,-3 0 8 0,3-5-10 0,-2 5 2 16,3 0 0-16,1-7-3 0,1 0 1 0,0-2 0 16,0-4 2-16,3-4-6 0,-4 2 0 0,2-2-1 15,3-1 2-15,-5-1 2 0,4-3 0 0,1 3-3 0,0-6 16 0,0 0 18 16,0 7 17-16,0-7 26 0,0 0 27 0,0 0 14 16,-1 5 17-16,1-5 12 0,0 0-10 0,0 0-17 15,0 0-9-15,11-18-14 0,-2 9-7 16,3-1-13-16,-1-2-11 0,2-3-4 0,3 2-9 15,-1-3-3-15,-1 2-7 0,5-3-7 0,-4 2 4 0,1 3-12 16,-3-3 1 0,4 2-8-16,-3 3 0 0,-1-3-6 0,2 5-1 15,-6 1 1-15,0 1-6 0,-1 2 3 0,-3 0-3 16,-1 1-1-16,0 1-8 0,-4 2 0 0,5-4 1 16,-5 4-3-16,0 0-1 0,6-4-2 0,-6 4-10 15,0 0-8-15,0 0-8 0,0 0-10 0,0 0-1 16,0 0 10-16,0 0-8 0,0 0 2 0,-19 8 10 15,5-3-2-15,6 3 13 0,-1-2-12 0,-2 2 10 0,2-1-10 16,-1 1 7-16,2-1 2 0,-1 1-1 0,5-3 7 16,-1-1-8-1,1 1 8-15,0 0-10 0,-1-1 9 0,2 1-4 0,0 1 9 0,2-2-7 0,-1 0-3 16,2 2 8-16,3 1 4 0,0 0-3 16,3 0 4-16,1 1 9 0,2 1-3 0,3 3-4 15,7 0 1-15,4 5-6 0,0-3-38 16,-5-4-43-16,9 3-50 0,-3 4-56 0,0-3-62 15,-6-4-88-15,0-1-289 0,0 0-682 0,1-2 302 16</inkml:trace>
  <inkml:trace contextRef="#ctx0" brushRef="#br0" timeOffset="19869.21">12945 2069 118 0,'-5'0'163'0,"-3"1"3"15,3-1-12-15,5 0-7 0,-9 3-9 0,9-3 1 0,-8 0 0 0,8 0 3 16,-4 1 1-16,4-1-4 0,0 0-2 0,0 0-4 16,-8 0-1-1,8 0-5-15,0 0-2 0,0 0-5 0,0 0-3 0,0 0-7 16,0 0-2-16,0 0-4 0,0 0-2 0,0 0 12 16,-7 1-15-16,7-1-8 0,0 0-4 0,0 0-11 15,0 0-2-15,0 0-8 0,0 0-4 0,0 0-11 16,0 0-4-16,0 0-3 0,0 0-4 0,0 0-6 15,0 0-2-15,0 0-1 0,0 0-5 0,0 0-1 16,0 0-5-16,0 0-4 0,0 0 4 0,0 0-5 16,0 0 1-16,0 0-1 0,0 0-4 0,0 0 0 15,0 0-1-15,0 0-3 0,0 0 5 0,0 0-5 16,0 0-1-16,0 0 4 0,0 0 7 0,0 0 1 16,0 0-5-16,0 0 10 0,0 0-7 0,0 0 0 0,0 0-2 15,0 0-5-15,0 0 5 0,0 0-1 0,0 0 0 16,0 0-8-16,0 0 11 0,0 0-12 0,0 0 0 15,0 0 1-15,0 0-1 0,0 0 2 0,0 0-6 0,0 0 8 16,0 0-2-16,0 0 7 0,0 0-10 0,0 0-5 16,0 0 6-1,0 0-7-15,0 0 8 0,0 0-3 0,0 0-2 0,0 0 3 0,0 0 0 0,0 0-6 0,0 0 4 16,0 0-4-16,0 0 2 0,0 0 2 16,0 0 7-16,0 0-8 0,0 0-3 0,0 0 1 15,0 0-3-15,0 0 5 0,0 0-1 0,0 0-7 16,0 0 7-16,0 0-2 0,0 0 3 0,0 0-1 15,0 0 3-15,0 0 4 0,0 0-8 0,0 0 0 0,0 0-1 16,0 0 3 0,0 0-2-16,0 0 5 0,0 0-13 0,0 0 8 15,17-6 0-15,-4 5 4 0,2 3 0 0,7-3-2 16,-4 1 1-16,6-1-4 0,6 1 3 0,-2 0 0 16,2-3-1-16,1 3-2 0,-2-1-3 0,2 0-1 15,0 1-5-15,-8 0-7 0,-4 0-8 0,-2-3-8 16,-4 3-4-16,-1 0 0 0,-2-2-7 0,-2 2-8 15,-2 0-13-15,1 0-7 0,-7 0-15 0,7-1-25 0,-7 1-29 16,0 0-19-16,0 0-16 0,-18-4-13 0,7 3-9 16,-1 0-11-16,-4-2-8 0,3 3-176 0,-3-2-425 15,-1-1 188-15</inkml:trace>
  <inkml:trace contextRef="#ctx0" brushRef="#br0" timeOffset="20085.4">13062 1970 199 0,'-3'-4'230'0,"3"-1"2"16,0 0 2-16,0 0 3 0,0 0-6 0,0 5 3 16,0-7-3-16,0 4-6 0,0 3-13 0,0-5-32 15,0 5-12-15,-1-4-20 0,1 4-18 16,0 0-14-16,0 0-23 0,0 0-8 0,0 0-10 16,0 0-10-16,0 21-3 0,-3-12-11 0,2 10-3 0,-2 1-4 0,1 6 1 15,-1 3 5-15,2-3-15 0,1 3-29 0,1 0-20 16,-1 0-29-16,4-1-42 0,-1-2-54 0,-1-8-48 15,2-1-82-15,-1-4-220 0,2-3-528 0,2-1 233 16</inkml:trace>
  <inkml:trace contextRef="#ctx0" brushRef="#br0" timeOffset="20801.8">13721 1876 318 0,'0'-4'307'0,"0"4"-7"0,1-5-18 0,0 2-19 16,-1 3-21-16,2-4-28 0,-2 4-17 0,0 0-24 16,0 0-25-16,0 0-16 0,0 0-12 15,0 0-15-15,4 9-10 0,-4-1-12 0,1 1-8 16,-2 3-7-16,1 3-6 0,-2 2-10 0,0 2-1 15,2 1-8-15,-3-1 0 0,-2 0-2 0,5-2-7 16,-3 1-1-16,1-5-6 0,3-1 1 0,-3-2-7 16,0-2 2-16,1-1 1 0,1 0 4 0,-1-2-10 15,-3 0 11-15,4-5-10 0,0 9 22 0,0-9 8 16,0 0-4-16,0 0 1 0,0 0-3 16,0 0-11-16,26-17 1 0,-18 7 9 0,5-1-20 0,0-2-2 0,5-6-5 15,2 1 4-15,-2-3-1 0,1 4-10 0,-3 3 3 16,-1 0 0-16,-2 3 0 0,-2 3-1 0,-3 0-5 15,1 2 3-15,-5 2-6 0,1-1 1 0,0 1-3 16,-1 0-8-16,0 3 2 0,-3-2-15 0,-1 3 3 16,0 0 2-1,0 0-4-15,8 9 7 0,-7-3-1 0,0 1-5 0,-1 2 4 16,0 1-3-16,-2 2-3 0,-1 1-4 16,2-1-1-16,-2-2-1 0,2 2-10 0,-2-3 3 15,2-2 0-15,0 1 5 0,0-3 4 0,-1 0 3 16,2-5 8-16,0 8 16 0,0-8 14 0,0 0-7 15,0 0-1-15,0 0 2 0,22-10-1 0,-11 2-4 0,2-1 7 0,3-2 3 0,-1 0 2 16,2-2 12-16,-5 1-2 0,6 0 3 16,-7 0 8-16,1 6 3 0,-4-3-5 0,1 4 0 15,-1 1-3-15,-1-1-11 0,-2 3-5 16,3-1 10-16,4 5-18 0,-2 0-9 0,-1 5-11 0,5 3-9 16,-3 5-17-16,1-1-24 0,2 4-45 0,-4 4-67 15,-2-3-89-15,-4 0-323 0,2-2-634 0,-4 0 281 16</inkml:trace>
  <inkml:trace contextRef="#ctx0" brushRef="#br0" timeOffset="22333.16">8751 3725 82 0,'4'-7'212'0,"0"2"2"16,-2 1-1-16,1-4-5 0,0 3-1 0,1 0-12 15,-2 1-11-15,-1-3-8 16,2 4-18-16,0 0-14 0,-2-1-12 0,-1 4-16 16,2-4-13-16,-2 4-14 0,2-3-12 0,-2 3-23 0,0 0-13 15,0 0-3-15,0 0-5 0,-3 17-1 0,-1-4-4 16,-1 3 2-16,-3 8-6 0,-3 2-4 0,-1 4 0 16,3-2-5-16,-3 1 0 0,3 3 2 0,0-1-5 15,-4-2 0-15,7-4-1 0,-2 1 2 0,0-2 3 16,3-7-7-16,0 0-4 0,1-2 2 0,3-4-1 15,-3-1-1-15,4-4 3 0,-1 1 3 0,-2 2-2 16,3-7 2-16,-1 3 4 0,1-1 20 0,0-4 17 16,-3 5 25-16,3-5 30 0,-1 3 11 0,1-3 22 15,0 0 21-15,0 0-4 0,0 0-21 0,0 0-11 16,9-15-13-16,-5 5-12 0,5-4-10 0,1-3-8 16,7-6-12-16,-2-4-5 0,6 1-10 0,-1-2-8 0,3 3-6 0,0-1-1 15,0 1-8-15,-3 0 0 0,3 3-5 0,-2-2-7 16,-2 3 4-16,-2 7-3 0,-5 0-5 15,-1 2-2-15,-2 3 2 0,-3 4-1 0,-1 0-5 0,2 0-1 16,-4 0 1-16,1 1-5 0,0 2-3 0,-2-3 3 31,-2 5-10-31,6-3-6 0,-4 3-20 0,-2 0-19 0,0 0-21 16,0 0 6-16,0 0 6 0,0 0 9 0,-8 10-3 16,0 0 10-16,-1 3 10 0,-2 0 0 0,0 2 0 15,1-4 9-15,1 0-5 0,1-2 11 0,-2-1-1 0,2 2 4 16,3-3-1-16,1 0 5 0,-2-4-5 15,2 2 9-15,3-4 2 0,-3 3-1 0,1-3-2 16,3-1 5-16,-2 4 8 0,2-4-2 0,-3 5 9 16,3-5-2-16,0 0-1 0,-4 3 3 0,4-3 1 0,0 0-7 0,0 0 0 15,0 0-1-15,0 3 0 0,0-3-7 0,0 0 5 16,4 4 0-16,0-1-7 0,0 2 11 0,1 0-10 16,4 1 3-16,0 5 0 0,0-2 1 0,1 3 6 15,4 0-11-15,0-1-39 0,5 7-14 0,-5-5-36 16,2 1-35-16,2-3-35 0,-4 2-39 0,1 2-51 15,-1-5-76 1,0-2-206-16,-5-3-579 0,8 4 256 0</inkml:trace>
  <inkml:trace contextRef="#ctx0" brushRef="#br0" timeOffset="22558.88">9328 3849 68 0,'0'0'328'0,"0"-4"-28"16,0 4-22-16,0 0-26 0,0-5-31 0,0 5-15 16,5-6-24-16,0 2-14 0,0 2-22 0,3 1-18 0,2-2-14 0,3 1-19 15,0 0-31-15,6-1-35 0,-3 3-39 16,3-1-46-16,0-1-45 0,2 0-65 0,-2 3-209 0,-5-2-406 15,3 1 181-15</inkml:trace>
  <inkml:trace contextRef="#ctx0" brushRef="#br0" timeOffset="22743.9">9412 4051 152 0,'-1'3'211'15,"-1"2"-7"-15,2-5-11 0,0 0-17 0,0 0-22 16,0 0-14-16,18-2-14 0,-5-1-15 0,6 0-15 16,-2 1-32-16,6-2-36 0,0-2-50 0,4 0-53 0,-8 3-185 0,8-9-282 15,1 7 126-15</inkml:trace>
  <inkml:trace contextRef="#ctx0" brushRef="#br0" timeOffset="23113.38">10050 3727 175 0,'-3'-2'202'0,"0"-1"-8"0,0-1-14 16,0 2-14-16,3 2-13 0,-9-3-13 0,9 3-10 15,-10 0-13-15,0 0-9 0,1 8-5 0,-1-4-18 16,1 4-3-16,-4 6-9 0,-1 1-1 0,0-1-5 15,-3 8-6-15,1 0-1 0,5-4-8 0,1 6-3 16,0-6 2-16,4-3-5 0,0 0-5 0,2 2-2 16,2-2-7-16,2-2 8 0,0-2 12 0,2 0 24 15,1-1 4-15,2-1 15 0,3-4 3 0,3 2 4 16,2-2-6-16,8-5-6 0,-1 0-3 0,7 0-4 16,1-8-6-1,-8 2 4-15,1-3 2 0,-3-2-8 0,0-1-8 0,3-5-1 0,-10 2-4 0,0-2-6 0,-4 0-11 16,0-1-4-16,-2-6-4 0,-5-3-9 15,0 8-1-15,-5-1-8 0,1 2-4 0,-8-5-8 16,3 5-14-16,-5 6-26 0,-3 0-30 0,-2 1-44 0,-7 4-54 31,-3-1-60-31,-2 4-91 0,3 1-232 0,6 3-588 0,1-3 260 16</inkml:trace>
  <inkml:trace contextRef="#ctx0" brushRef="#br0" timeOffset="24531.39">9247 1769 38 0,'0'0'198'0,"0"0"-9"0,0 0-9 16,0 0-6-16,0 0-6 15,0 0-12-15,0 0-4 0,9-4-11 0,-9 4-4 16,0 0-9-16,0 0-12 0,0 0-12 0,0 0-12 15,1-5-7-15,1 3-12 0,-2 2-3 0,1-6-10 16,-1 6-1-16,0-6-8 0,1 1-4 0,1 0-1 16,-2-1-10-16,2-1 1 0,-2-2 3 0,0-3-7 0,4 2-1 15,-3-2-2-15,4 0-5 0,-4-4 5 0,2-1-3 16,-2 0 1-16,3 0 0 0,-3 0-3 0,3-3-3 16,-1 3 2-16,-2 1-1 0,-1 3 0 0,4-4-1 15,-4 7 3-15,0-3-5 0,0 0-1 0,0 4 0 16,0 1-3-16,0 4 3 0,0-2-4 0,0 2-3 15,0 4-6-15,0-8-9 0,-4 6-8 0,4 2-11 16,0 0 3-16,-24 7-1 0,-3 6 8 0,3-4-1 16,-7 10 1-16,-2 0 4 0,-12 6-2 0,0 2 4 0,-2-1 0 0,1 1 1 15,0-1-2-15,-1 1-4 0,2 0 9 0,-5-6-2 16,6 3 0-16,9-9 3 0,6-3-4 0,-2 0 1 16,4-2 5-16,6-5 0 0,4 0-1 15,0-1 7-15,6-3-4 0,-1 0 20 0,5-2 17 16,-1-2 21-16,0-1 26 0,-1-2 4 0,4-3 9 15,1-1-7-15,3-2-6 16,1 1-11-16,1-6-3 0,6 0-9 0,-2-1-12 16,6-1-3-16,-2 2-7 0,2 2-5 0,1-2-5 15,-1 3-6-15,0 2 1 0,2 1-13 0,-5 5 5 16,1-1-13-16,3 2 0 0,-2 2-1 0,3 2 0 16,5 2-3-16,1 3 0 0,2 4-2 0,2 4-1 15,0 2 2-15,0 3-3 0,-3 0 4 0,3 8 2 16,0-1-3-16,-3-2-6 0,1 2-1 0,1 3 0 0,-2-8 4 15,-2 1-5-15,-3-6 3 0,-2-1 6 0,-3-5-4 16,1 1-1-16,-1-3 3 0,1-1-1 0,-2-2 2 16,0-1 1-16,3-2 1 0,-2-3 0 0,2-1 3 15,0 0-1-15,-3-4-3 0,3 2-4 0,-2-5-1 16,-1 3-5-16,1-6-12 0,-1 7-33 0,6-9-36 16,-1 7-47-16,-1-3-62 15,2 3-80-15,0-1-264 0,-6 5-588 0,2 0 261 16</inkml:trace>
  <inkml:trace contextRef="#ctx0" brushRef="#br0" timeOffset="27090.31">15251 2699 71 0,'1'-7'233'15,"0"0"-8"-15,1 2-4 0,1-2-14 0,-3 1-7 16,3 2-20-16,-2 1-17 0,-1 3-13 0,0-5-21 16,0 5-19-16,1-4-23 0,-1 4-27 15,0 0-4-15,0 0-14 0,0 0-5 0,8 9-3 0,-6 0 0 0,1-1-7 16,0 7 6-16,-2-4-10 0,4 6 0 0,0 1-1 15,3-3-4-15,-1 1 8 0,2 1-11 0,1-2 0 16,-2-3-2-16,-1 0-3 0,1-5 1 0,0 0 0 16,0 0-2-16,-2-1 2 0,3-3 0 0,-1-2-1 15,1-1-2-15,1-2-1 0,3-1-1 0,-3-4-2 16,1-1 3-16,2-3 7 0,-1-1 9 0,-1-3 8 0,0 1 5 0,-2 1 8 16,2-1 4-16,-3-2 11 0,-3 2 0 15,1 3 11-15,0-1-4 0,0 4 8 0,-3-2-21 16,0 4 9-16,2 1-1 0,-4 0-9 0,2 0-5 0,-2 0-5 15,1 4-21-15,1-2-22 0,-3 3-27 0,0 0-25 16,0 0 5-16,0 0-27 0,4 14 14 0,-4-3 6 16,0 7 3-1,-4 8 4-15,-1 4-2 0,0 3 6 0,-4 14 0 16,3 5 14-16,-2 0 4 0,-1 3 4 0,3-1 10 16,1-1-2-16,-2 2 1 0,4-4 2 0,0-3 2 15,2 1 4-15,-1-15 0 0,-4 12 4 0,2-13 4 16,-1-2-4-16,0-2 3 0,-1-1-2 0,-2-3-3 15,-1-1 5-15,2-6-1 0,0-2 1 0,-1 0 0 16,-1-4-1-16,-1-2 2 0,1-2 0 0,0 1 2 0,-5-3 0 0,5 1-1 16,-4-2 3-1,-2-3-1-15,-3 1-2 0,0-2 3 0,-5-1 0 16,5-3 2-16,-2-1 6 0,2-1 2 0,0-2 3 16,-1 1-3-16,2-2 18 0,2 0 7 0,6 0 8 15,-5-4 9-15,5-2 0 0,0-1-4 0,3-3 9 16,-1-7-4-16,6-3-7 0,7-2-4 0,-2-4-5 15,5-12-2-15,9 0-12 0,5 2-2 0,0-2 0 16,9-1-7-16,-1 4 1 0,5 3-3 0,-2 3-5 16,8 1-3-16,-5 2 0 0,-6 12 2 0,0 1-5 15,1 1 1-15,-2 2-2 0,-4 0-3 0,-1 3 4 16,-1 3 0-16,-7 3-2 0,-3-1 2 0,-2 3 7 16,-3 2 2-16,-2 2-4 0,0-1 1 0,-2 0-2 15,0 2-2-15,-2 0-1 0,-3 2 0 0,6-4-5 0,-2 3-7 16,-4 1-1-16,0 0-13 0,0 0-15 0,5-2-21 15,-5 2-17-15,0 0-26 0,0 0-23 0,0 0-24 16,0 0-34-16,-23 0-42 0,23 0-50 0,-19 0-168 16,7 0-474-16,6-2 211 0</inkml:trace>
  <inkml:trace contextRef="#ctx0" brushRef="#br0" timeOffset="27591.69">16022 2274 183 0,'0'-3'247'0,"0"3"-8"0,4-3-17 15,-4-1-21-15,0 4-20 0,0 0-21 0,4-8-14 16,-4 8-19-16,0 0-13 0,0 0-17 15,0 0-29-15,0 0-12 0,0 0-5 0,0 0-9 16,-8 18 3-16,0-4-8 0,2 3 0 0,-7 7-4 16,-2 0-2-16,0 3 0 0,-2-1-9 0,3 1-1 15,0-5-1-15,5 3-2 0,-3-9 0 0,0 1-2 16,4 0-1-16,-1-5-1 0,4 0 0 0,-1-3-9 16,2-2 5-16,0-4 1 0,0 2 0 0,4 2 13 15,-1-4 21-15,1-3 24 0,-4 4 14 0,4-4 13 0,-1 6-3 16,1-6 7-16,-3 2 1 0,3-2-13 0,0 0-2 15,0 0-16-15,0 0-3 0,0 0-8 0,0 0-13 16,0 0-41-16,0 0-39 0,0 0-60 0,0 0-56 16,0 0-76-16,0 0-287 15,0 0-554-15,0 0 246 0</inkml:trace>
  <inkml:trace contextRef="#ctx0" brushRef="#br0" timeOffset="27892.47">16086 2907 246 0,'0'0'290'0,"0"0"-22"0,0 0-19 0,0 0-25 31,0 0-20-31,0 0-26 0,0 0-17 0,16-7-19 0,-5 6-17 16,0-1-24-16,3 0-6 0,6-1-44 0,0 1-43 16,2 0-58-16,-3 2-68 0,0 0-64 0,0 0-150 0,-1 0-360 15,-4 0 159-15</inkml:trace>
  <inkml:trace contextRef="#ctx0" brushRef="#br0" timeOffset="28043.05">16122 3087 15 0,'-7'2'171'16,"2"3"-7"-16,1-3-5 0,1 1-10 0,0 1-4 16,3-4 19-16,8 6-14 0,1-2-12 0,2 0-13 15,19 1-12-15,0 0-39 0,6 0-75 0,5-2-104 0,-1-3-139 0,11-3-264 0,-1 1 117 16</inkml:trace>
  <inkml:trace contextRef="#ctx0" brushRef="#br0" timeOffset="28670.93">17696 2568 132 0,'-4'-4'155'0,"4"4"-3"0,0 0-18 16,-5-3-12-16,5 3-7 0,-2-2-10 0,2 2-14 16,0 0-9-16,0 0-7 0,0 0-9 0,-8-2 8 15,8 2-5-15,0 0 5 0,0 0-1 0,0 0-1 16,0 0 7-16,-5-1-11 0,5 1 3 0,0 0-5 16,0 0 5-16,0 0 0 0,0 0 0 0,0 0-1 15,0 0-1-15,0 0 3 0,0 0-9 0,0 0 2 0,0 0-9 0,16-3-10 16,-4 1-4-16,7 0-2 0,9-1-8 0,4 3 0 15,4-2-3-15,16 0-3 0,2 4-2 0,-2-4-4 16,2-1-2-16,-2 5 4 0,-13-4-7 0,-3 4-1 16,-2-4-2-1,1 2 2-15,-15 2-1 0,4-4-5 0,-7 2 3 0,-4 0-1 0,-2 0-4 16,-4 0 2-16,0 0-1 16,-2-2-9-16,-5 2-12 0,0 0-19 0,0 0-17 15,0 0-11-15,-28-5-21 0,7 4-22 0,-6 1-22 16,-1 0-30-16,-2 3-31 0,8-1-167 0,-6-2-382 15,7 3 170-15</inkml:trace>
  <inkml:trace contextRef="#ctx0" brushRef="#br0" timeOffset="29203.76">17620 2570 135 0,'0'0'185'16,"0"0"-17"-16,-8 0-18 0,8 0-17 0,0 0-18 0,0 0-10 0,0 6-11 31,2 1-9-31,1 0-7 0,5 4-14 0,-2-3-2 0,2 8-6 16,1-2-3-16,3 3-4 0,6 4-6 0,4-1 2 0,0 1-7 16,3-1-4-16,3-1-2 0,-2-1-5 0,6 1-1 15,-3-3-3-15,3-1 4 0,1-3-2 0,-2-1-8 16,1 0 4-16,-4-4-3 0,-1 0-6 15,-4-3 2-15,-3 0-3 0,-2-3-1 0,0 0 0 16,-5-1 3-16,-2 0 19 0,1-1 13 0,-5 0 11 16,1-2 1-16,-4 2 7 0,0-2 18 0,1 0 8 15,-1 2 1-15,0-1-2 0,1 0-12 0,-5 2-10 16,0 0-3-16,2-2-10 0,-2 2-6 0,0 0-12 16,0 0-26-16,0 0 3 0,0 0-2 0,-7 18-2 15,-5-1 2-15,-2 10-5 0,-5 1 5 0,-8 15-3 0,-5 5 1 0,2 1-3 16,-2 1 2-16,2 1 0 0,1 0 0 0,0-3 2 15,0 1-2-15,5-3 0 0,0-2 1 0,-2-2-3 16,7-10 2-16,0-5 6 0,5 2-8 16,-4 0-1-1,1-5 1-15,3 2 0 0,2-5-2 0,3-5 0 0,-2 1 3 16,5-7-4-16,0 0 1 0,0 1-3 0,3-4 3 16,-2 1-1-16,2-3-1 0,2 0 2 0,1-5-1 15,-4 7 2-15,4-7 1 0,-4 7-1 0,4-7 0 16,0 0 2-16,-4 5-2 0,4-5-4 0,0 0 3 15,0 0-20-15,0 0-30 0,0 0-29 0,0 0-41 16,0 0-74-16,0 0-272 0,0 0-500 0,0 0 222 16</inkml:trace>
  <inkml:trace contextRef="#ctx0" brushRef="#br0" timeOffset="29613.86">17584 3878 10 0,'-3'2'242'16,"3"-2"-20"-16,-6 2-15 0,6-2-7 0,-8 1-14 16,8-1-10-16,0 0-15 0,-1 2-8 0,1-2-9 15,0 0-5-15,-4 4-14 0,4-4 2 0,0 0-12 16,0 0-7-16,0 3-2 0,0-3 1 15,0 0-11-15,0 0 0 0,0 0-1 0,0 0 0 0,0 0 4 16,0 0 3-16,0 0-4 0,0 0 1 16,0 0 0-16,0 0-7 0,0 0-9 0,0 0-8 15,0 0-11-15,31-9-4 0,-7 6-5 0,13-2 0 16,14-2-13-16,4 2-2 0,3 1-12 0,2-2 6 16,2 2-8-16,5 1-3 0,25 2 1 0,-30-3 6 15,1 6-17-15,-6-2 0 0,-4-2 1 0,-17 2 1 0,-2 0-2 0,-6-1 0 16,-10-1-3-16,-4 2-6 0,-1 0 6 0,-4-1 5 15,-1 1-8-15,-2-3 6 0,0 3-9 0,-6 0-1 16,8 0-32-16,-8 0-4 0,3-4-37 0,-3 4-46 16,0 0-46-1,-16-6-60-15,11 2-96 0,-4 0-239 0,4-1-601 0,-1-1 267 16</inkml:trace>
  <inkml:trace contextRef="#ctx0" brushRef="#br0" timeOffset="30929.08">19656 2859 171 0,'2'-5'192'0,"0"2"-12"15,-1-2-2-15,1 1-8 0,-2-2-8 0,2 2-8 16,-2-1-9-16,0 3-18 0,0-3-10 0,-4-1-11 16,2 2-10-16,-1-1-8 0,-3 1-9 0,1 1-12 15,-3 1-6-15,0-1-6 0,-4 1-4 0,-1 2-8 16,-1 1-4-16,-5 1-3 0,0 4-5 0,-11 4-1 16,6 2-2-16,2 1-5 0,-3 5-2 0,-1-1-3 15,3 4 2-15,0 2-2 16,3 5 1-16,-1-2-2 0,2 3-1 0,5-1-3 15,-1 0-2-15,7-2 3 0,-1 1-2 16,1-3 1-16,7-5-3 0,-3 2 8 0,9-4-8 16,-3-1 2-16,5 1 1 0,-2-3 23 0,8-2 2 0,0 0 8 0,-3-7 2 0,8 4 3 15,-1-6 9-15,1 2 3 0,-1-5 5 0,1-3 14 16,-1-2 5-16,-2 0-6 0,3-3 15 16,-2-5-7-16,-2 4-2 0,-2-4-2 0,2-3-5 15,3-5-4-15,-2-1-7 0,-2-1-3 0,0 1-3 16,-3-4-5-16,0 3 1 0,2 1-2 0,-6 4 10 15,1 1 7-15,-1-3 1 0,-1 8 5 0,0 2 2 16,0 1-19-16,-3 0 9 0,-1 3-5 0,3-1-3 16,-3 3-6-16,0-3-10 0,-1 7-1 0,2-6-5 15,-2 6-13-15,2-5 4 0,-2 5-11 0,1-5-13 0,-1 5-17 0,0 0-21 16,0 0-23-16,2-4-30 0,-2 4 2 0,0 0 8 16,0 0 17-16,-5 17 0 0,1-7-1 0,0 2 6 15,-3 2 10-15,1 0-1 0,0 3 9 16,1 1 9-16,-2-3-7 0,1 1 6 0,0-1 5 15,2 1-2-15,-1-1 4 0,-1-4 0 0,3-1 1 16,-1 1 7-16,0-2-5 16,0 0 8-16,2-2-1 0,-1 1 2 0,3-2-4 15,-1-1 7-15,1 1-6 0,0-1 14 0,0-5-3 0,-2 9-13 0,4-6 11 0,-1 3-3 16,3-1 7-16,1-1-2 0,3 1 8 0,3 0-3 16,7-1-21-16,11 1-62 0,3-2-95 0,8-3-167 15,11-8-282-15,-1-1-670 0,2-8 296 0</inkml:trace>
  <inkml:trace contextRef="#ctx0" brushRef="#br0" timeOffset="33064.65">19976 3014 211 0,'1'-5'253'0,"-1"0"-3"0,3-1-15 16,-1 2-2-16,1-1-13 0,-2 3-15 0,-1 2-25 16,0-7-10-16,4 4-22 0,-4 3-17 0,0 0-16 15,1-4-10-15,-1 4-16 0,0 0-13 0,0 0-10 16,0 14-7-16,-1-4-7 0,-3 7-4 0,2 0 25 16,-2 1-7-16,0 7-3 0,-4 2-19 0,2-3 9 0,-2-5-9 0,3 7-4 15,-3-8 0-15,3 1-7 0,1 2 1 0,-2-5-7 16,2 3-1-16,0-7 2 0,3 2-7 15,-3-4-3-15,4 0-9 0,-4-2 8 0,3-2 3 16,1-1-3-16,-3 0 1 0,2 0 1 0,1-2 10 16,0 0 34-16,0-3 25 0,-2 5 24 0,2-5 23 15,0 0 22-15,0 0 14 16,0 0-15-16,0 0-18 0,9-8-11 0,-2-1-11 16,6 0-12-16,-3-2-14 0,3-3-11 0,5 0-5 15,1-4-8-15,2-2-7 0,-1 0-7 0,0 4-7 16,-5 3-1-16,-4-1-5 0,3 2-7 0,0 0-1 15,-4 1-1-15,-2 5-6 0,1-4-2 0,-4 3-2 16,1 3 6-16,-2-1 2 0,0 2-5 0,1-1 2 16,-1 0-5-16,-1 2-4 0,-1-2 3 0,-2 4-4 0,3-3-4 0,-3 3-5 15,0 0-9-15,1-3-1 0,-1 3-15 0,0 0-12 16,0 0-13-16,0 0-9 0,0 0 10 0,0 0 0 16,0 0 5-16,-17 8 6 0,8-4 2 0,2 1 5 15,-1-1-1-15,0 0 3 0,3-1 0 0,-1 1 2 16,2-4 6-16,0 2-3 0,1 1-4 0,3-3 11 15,-4 5 3-15,4-5 1 0,-6 2 1 0,6-2-4 0,0 0 5 16,-1 2 2-16,1-2-1 0,0 0 3 0,-2 3-1 16,2-3-8-16,0 0-2 0,0 0 8 0,0 4-3 15,2 1 5-15,2 0-10 0,1 1 8 0,0 5 1 16,3 3 1-16,3 2-3 0,5 7 8 0,-1-3-6 16,-1 5-14-16,4-4-36 0,-1 2-51 0,-2-1-66 31,4 1-77-31,-3-4-111 0,-7-3-354 0,2-1-770 0,-2-5 340 15</inkml:trace>
  <inkml:trace contextRef="#ctx0" brushRef="#br0" timeOffset="33934.15">20995 2664 129 0,'3'-1'215'0,"-3"1"-10"0,1-5-17 0,-1 5-17 15,0 0-18-15,0 0-19 0,0-4-18 0,0 4-11 0,0 0-12 16,0 0-9-16,-5 19-8 0,-4-3-5 0,-4 8-6 16,-2 4-7-16,-3 5-2 0,-6 6-7 0,-3 7-1 15,3 0-5 1,2 0 0-16,3 1-6 0,1-2-5 0,9-11 4 16,1 2-8-16,7-3 2 0,1 1 0 0,4-1 17 15,3-2 12-15,0-2 3 0,7-3 12 0,-1-2-3 16,6 1 4-16,-1-7-2 0,-1-4-5 0,3 2-1 15,-6-2-10-15,3-4 6 0,-6-5-8 0,0 4 4 16,-1-4 6-16,-3-2 4 0,1 1 3 0,-3-1 0 16,0-1 12-16,-5-2 2 0,5 4-2 0,-5-4-5 0,5 1-9 0,-5-1-3 15,0 0-13-15,7 4 4 0,-7-4-11 0,0 0-11 16,0 0-3-16,0 0-4 0,0 0-11 0,0 0-15 16,5 2-13-16,-5-2-45 0,0 0-59 0,0 0-54 15,0 0-55-15,0 0-64 0,-8-16-262 0,7 9-595 16,-3 2 263-16</inkml:trace>
  <inkml:trace contextRef="#ctx0" brushRef="#br0" timeOffset="35198.6">21305 2784 165 0,'2'-8'232'15,"-2"7"-19"-15,0 1-9 0,3-5-5 0,-3 5-13 16,2-3-8-16,-2 3-12 0,0 0-14 0,4-3-12 15,-4 3-10 1,0 0-20-16,0-5-9 0,0 5-10 0,0 0-10 16,0 0-13-16,0 0-7 0,0 0-7 0,0 0-12 15,0 0-8-15,0 0 0 0,0 0-4 0,0 0-6 16,2 16 0-16,-4-11-2 0,2-1-3 0,0 1-3 16,-1 0 0-16,0-1-4 0,1-4-1 0,-2 6 1 15,1-2-1-15,1-4-3 0,-1 2 2 0,1-2-3 16,2 3 0-16,-2-3 2 0,0 0-1 0,0 0-3 0,0 5 3 0,0-5-2 15,0 0-1-15,0 0-1 0,0 0 0 0,0 0-4 16,-1 4 3-16,1-4-3 0,1 3 0 0,-2 2 7 16,0 1 1-16,0 4 0 0,-2 0 0 0,0 3 2 15,-3 6-2-15,0 0 3 0,1 0 1 16,-2 4-6-16,2 3 3 0,-3 0 1 0,1-2 0 16,2-6-1-16,1 1 2 0,0-1-5 0,1 1 5 0,-2-4-2 0,5 1-1 15,-1-4 0-15,-4-3-2 0,5 0 1 0,-3-1-2 16,3-3 0-16,-1 0 0 0,1-5 4 0,0 7-4 15,-1-4 6-15,1-3 1 0,-3 6 22 0,3-6 8 16,0 0 0-16,0 0-3 0,0 0 9 0,0 6-3 16,0-6-5-16,0 0-1 0,0 0-3 0,0 0-7 15,-1 5 3 1,1-5-6-16,0 0-8 0,0 0 5 0,0 0-6 16,0 0-1-16,0 0 1 0,0 0 1 0,0 0-7 15,0 0-4-15,0 0 5 0,0 0 0 0,0 0-4 0,0 0 3 16,0 0-8-16,0 0 3 0,0 0 0 0,0 0 0 15,0 0 2-15,0 0-1 0,0 0-1 0,0 0 0 16,0 0 11-16,0 0 11 0,0 0 14 16,0 0 9-16,0 0 12 0,0 0 17 0,0 0 3 0,0 0 6 0,0 0-8 15,0 0-15-15,15-20-5 0,-10 12-10 0,3-3-3 16,7-1-5-16,1-11-5 0,3 2-3 0,1-2-8 16,2-1-2-16,1 1-7 0,1 1 5 0,-4 0 1 15,1 1-7-15,2 2 9 0,-5 0-15 0,-1 7-1 16,-2-4-3-16,0 5 4 0,-2 1 1 0,-1 0 2 15,-3 3 11-15,-3 0 11 16,2 2 2-16,-3-1-10 0,-1 2 4 16,-1 2-2-16,0-1-7 0,0 1 3 0,-3 2-12 15,2-3-7-15,-2 3-27 0,0 0-5 0,4-3-14 16,-4 3 0-16,0 0 4 0,0 0-4 0,-17 12 16 16,1-5-3-16,2 2 2 0,-4 0 1 0,0 0 4 0,0-1 4 15,-1 1 0-15,2-1-3 0,2-1 4 16,2 0-17-16,-5-1 26 0,7 1 2 0,4-2-18 0,-1 0 16 0,2-3 5 15,6-2-3-15,-7 3 9 0,7-3-6 0,-7 4 0 16,7-4 1-16,-5 3-2 0,5-3 9 0,0 0-5 16,-5 4 0-16,5-4 5 0,0 0-13 0,0 0 2 0,-2 3 6 0,2-3-6 15,0 0-3-15,0 7 0 0,0-7 9 0,3 10-2 16,4-2-7-16,-1 0 6 0,1 2-3 0,2-2-3 16,1 1 11-16,1 6 0 0,0-3 0 0,1 2-14 15,1-2-15-15,-2 5-35 0,1-5-44 16,1 3-49-16,-2-3-51 0,-2 2-60 0,0-1-95 15,0-6-240-15,-1 0-648 0,-1 0 288 0</inkml:trace>
  <inkml:trace contextRef="#ctx0" brushRef="#br0" timeOffset="35574.21">21813 3031 24 0,'0'0'178'0,"0"0"-6"16,0 0-13-16,0 0-3 0,0 0-8 0,0 0-10 15,-3-4-4-15,3 4-3 0,0 0-2 0,0 0-2 16,0 0 1-16,0 0 7 0,0 0-1 0,0 0-5 15,0 0 10 1,0 0-6-16,0 0-6 0,0 0-6 0,0 0-11 16,0 0-11-16,21-1-9 0,-12 1-8 0,10 1-7 15,4-1-16-15,8 1 5 0,2-1-11 0,2-1-3 16,2 1-5-16,2 0-4 0,11 4-7 16,-14-3-3-16,1 0-2 0,-4 0-15 0,-1-1 11 15,-4 0-17-15,-11 1-18 0,2-2-13 0,-5 1-9 16,-4 0-20-16,-2 0-16 0,-3-3-43 0,2 0-39 0,-7 3-37 0,-3-7-29 15,3 7-39-15,-13-12-137 0,2 6-424 0,-6-1 188 0</inkml:trace>
  <inkml:trace contextRef="#ctx0" brushRef="#br0" timeOffset="35799.53">22093 2908 167 0,'0'-5'289'0,"0"5"-3"16,-2-5 0-16,2 5-20 0,0 0 7 0,0 0-14 0,2-7-23 15,-2 7-24-15,0 0-18 0,0 0-20 16,0 0-24-16,0 0-19 0,0 0-15 0,0 0-17 16,0 0-5-16,0 0-12 0,0 23-5 0,-2-11-11 15,0 6-20-15,2 3 13 16,-6 6-4-16,4 2 5 0,-4-1-11 0,5-1-9 16,1 1-34-16,3-2-31 0,-3-7-42 0,0 5-44 15,0 1-48-15,0-7-67 0,2-5-305 0,-2-3-575 16,6-1 254-16</inkml:trace>
  <inkml:trace contextRef="#ctx0" brushRef="#br0" timeOffset="36485.15">22496 2844 126 0,'2'-2'352'16,"0"-3"-16"-16,-2 5-13 0,3-6-8 0,0 5-14 16,-3 1-10-16,6-5-25 0,-6 3-25 15,0 2-22-15,0 0-27 0,0 0-20 0,4-2-13 16,-4 2-43-16,0 0 8 0,0 0-31 0,0 0-9 0,0 0-3 0,7 6-17 15,-7-1-14-15,2 2 0 0,-2 0-5 0,0 2-5 16,0 1-10-16,0 2-1 0,0 3-5 0,0 1 0 16,-2 1 0-16,0 2 11 15,-2-3-13-15,3-1-4 0,-2-3 0 0,2-2-2 16,1-1-1-16,-5-2 0 0,5-1-4 0,0-2 1 16,0 1 4-16,0-1-4 0,0-4 11 0,0 6 27 0,0-6 24 0,3 3 9 0,-3-3-17 15,0 0 7-15,11-8-9 0,-2 1-7 0,1-3-9 0,3-2 0 16,-1 0-6-16,3-3-6 0,3-2-8 0,2 0 1 15,1-1-5-15,-7 3-3 0,2 4-1 0,0 0-9 16,-2-1 3-16,-6 6 3 0,-1 2-4 16,2 0-2-16,-4 1-2 0,-1-2-7 0,1 2-3 15,-1 0-5-15,0 2-24 16,-4 1-2-16,0 0-2 0,6 5 3 0,-1-1 5 16,-5 3 1-16,0-1-8 0,0 2 8 0,0 3-6 15,-5 6 1-15,4-5-3 0,-3-2-4 0,-1 4-10 16,1-6 13-16,0 3 2 0,3-1 8 0,-3-3 4 15,2-3-17-15,0 3 25 0,2-3-6 0,-1 0 15 16,1-1 17-16,0-3 16 0,-4 7 30 0,4-7 5 16,0 0-12-16,0 0-5 0,17-10-10 0,-8 3 4 0,-3-2-3 0,11-3-5 15,-4 0-6-15,2 0 1 0,-2 5-5 0,2-5-2 16,1 4-7-16,-5-1 2 0,0 4-6 0,-1-1 3 16,0 1-3-16,0 1-19 0,-1 4 10 0,0-4-2 15,0 1 1-15,-2 2-6 0,6 1-21 0,-4-2 14 16,0 4-16-16,1 1-9 0,0 1-27 0,1-3-30 15,0 5-34 1,-2-1-44-16,0 1-47 0,1-3-52 0,-3-1-79 16,-4 2-285-16,3-1-687 0,-6-3 304 0</inkml:trace>
  <inkml:trace contextRef="#ctx0" brushRef="#br0" timeOffset="36739.04">23072 2518 225 0,'1'-4'254'15,"-1"0"-30"-15,0 4-21 0,0 0-23 0,0 0-15 0,0 0-15 0,19 12-10 16,-8 0-15-16,6 8-11 0,0 2-4 0,0 7-7 16,-1 3-5-16,7 13-10 15,-5 3 2-15,-5 2-6 0,-5 0-10 0,-4 2-3 16,-4 3-2-16,-7-4-4 0,-3-1-6 0,-5-4-5 15,2-14-5-15,-5 0-5 0,1-2 1 0,-2-1-11 16,-4-6 0-16,4 1 5 0,-3-5-7 0,2 0-5 16,-2-5-5-16,-1-1 0 0,-1-2-44 0,2-4-45 15,-5-2-58-15,-1-3-91 0,0-4-229 0,6 1-480 16,6-7 213-16</inkml:trace>
  <inkml:trace contextRef="#ctx0" brushRef="#br0" timeOffset="37772.04">23854 2619 163 0,'5'-3'197'15,"7"-3"-11"-15,-1 3-20 0,1 3-14 0,0-2-6 16,2 2-25-16,3 2-7 0,0-1-11 0,1 5-9 0,-2 0-4 16,3 3-11-16,-6 0-9 0,5 4-1 0,-8 1-4 15,-2 2-4-15,2 0-6 0,-5 2-4 0,-5 2-5 16,0 2-2-16,-4-3-6 0,-2 5-1 0,-4-4-5 16,-2 2 0-16,-5 2-1 0,2-8-3 0,-4 4 1 15,0-2-6-15,-3 1 0 0,-2-3 0 0,11-7-1 16,1-1 1-16,3 0-1 0,1-3 0 0,0 2 7 0,3-5 11 0,1 1 21 15,2 1 32 1,-5-1 38-16,7-3 34 0,0 0 29 0,0 0-19 16,0 0-15-16,0 0-19 0,13-23-10 0,4 10-23 0,1-5-8 15,5-2-10-15,1 2-7 0,4-4-13 0,1-2-4 16,12-6-8-16,-1 2-4 0,-1-3-10 0,0 1-14 16,-1-2-2-16,-11 11-4 0,-3 0-9 15,-2 3 2-15,-9 6 5 0,-2 0 0 0,-2 6-1 16,-1-2 5-16,-3 1-7 0,-1 5-12 0,0-1-14 15,-3 1-22-15,-1 2-18 0,0 0 26 0,0 0 0 16,-23 17-2-16,8-3 8 0,-6 3 7 0,-1 2-5 16,5 3-7-16,-1-1 6 0,4 3-6 0,2-2 10 15,2 5-2-15,5-3 7 0,6 1-3 0,8-1 2 16,4 1 2-16,8 0-5 0,8-5-43 0,19 7-60 0,2-8-96 16,5-5-152-16,1-7-250 0,0-5-661 0,-1-3 294 15</inkml:trace>
  <inkml:trace contextRef="#ctx0" brushRef="#br0" timeOffset="38741.87">24669 2129 272 0,'1'-8'257'0,"2"5"-16"0,0-2-19 0,-1-1-18 16,0 3-21-16,0 1-16 15,-1-1-21-15,-1 3-17 0,0 0-15 0,4-2-13 16,-4 2-10-16,0 0-9 0,0 12-11 0,0 0-4 0,-5 5-9 16,1 3-1-16,-1 6-8 0,1 0-4 0,-5 0-4 15,2 3-3-15,3-3-4 0,-8 2-2 0,2-3-2 16,2 0-5-16,3-5 0 0,1-3-6 15,1 0 0-15,0-2 0 0,-2-1-1 0,4-4-5 16,-2-1 6-16,1-3-5 0,0 1 8 0,1-3 38 0,1 0 21 16,-1 0 32-16,1-4 34 0,0 0 23 0,0 5 34 15,0-5 3-15,0 0-24 0,11-12-17 0,1 4-17 16,2-3-21-16,1-2-6 0,-1-1-10 0,9-5-22 16,0-3-3-16,-1 1-8 0,2 0-11 0,2-3-4 15,-3 1-9-15,-2-2-7 0,-3 6-2 0,2-1-9 16,-8 6-3-16,0 1-2 0,-5 4-4 0,1 1 0 0,-4 4-3 15,1-1 1-15,1 0-6 0,-3-1-4 0,-2 2-4 16,3 2-10-16,-4 2-4 0,4-3-10 0,-4 3-13 0,0 0-17 31,0 0 8-31,0 0-1 0,0 0 6 0,-27 5 6 0,14-2-18 0,-4 9 18 16,0-5 4-16,0 3 4 0,2 1-3 0,1 0-1 16,4 0 7-16,0-3 1 0,1 2-5 15,1-4 3-15,3 0-3 0,-3 0-2 0,6-1 0 16,-5-2-5-16,6 4 0 0,-2-2 1 0,3 0 12 15,0 2-2-15,3 1 0 0,-2-3 1 0,2 2 4 16,2 1 0-16,1 1-1 0,3 3 3 0,5 0 3 16,-1-1-4-16,1 0-2 0,4-1-44 0,-1 3-54 15,2-2-60-15,2 1-64 0,-3 0-97 0,0-3-355 16,0-2-737-16,1-2 327 0</inkml:trace>
  <inkml:trace contextRef="#ctx0" brushRef="#br0" timeOffset="39111.24">25264 2320 194 0,'-8'0'190'0,"8"0"-17"0,0 0-25 16,0 0-3-16,0 0-21 0,0 0-7 0,0 0-16 0,0 0-9 16,0 0-5-16,0 0-10 0,0 0 3 0,0 0 8 15,0 0-2-15,0 0 5 0,0 0-2 0,0 0 0 16,0 0 0-16,0 0-3 0,0 0-3 0,0 0-9 16,0 0-6-16,19-1-4 0,-6 1-10 0,8 0-1 15,8-2-8-15,4 5-3 0,0-4-8 0,3 1-1 16,2 1-1-16,2-4-5 0,11 3-3 0,-13-3-2 0,-5 3-8 0,2 0-19 15,-6-2-18-15,-9 0-15 0,-3-1-17 16,-4 1-11-16,1 0-23 0,-6 1-32 0,-3-3-39 16,-4-3-25-1,-2 4-161-15,1 3-375 0,-8-9 167 0</inkml:trace>
  <inkml:trace contextRef="#ctx0" brushRef="#br0" timeOffset="39320.83">25540 2181 261 0,'0'0'269'0,"0"0"-6"16,0-6-5-16,0 6-14 0,0 0-17 0,0 0-23 15,-2-6-23-15,2 6-18 0,0 0-21 0,0 0-19 16,0 0-14-16,0 0-13 0,0 0-10 0,0 0-7 0,0 24-10 16,0-8 0-16,-2 2-11 0,-1 8-4 0,1 0 0 15,0 2-4-15,0 0-5 0,2 0-5 0,-3 1-3 16,3-1-17-16,3 1-28 0,-1-4-34 0,0-6-38 15,0 1-40-15,-2-2-55 0,0-1-96 0,1-6-147 16,1-2-453-16,4-6 202 0</inkml:trace>
  <inkml:trace contextRef="#ctx0" brushRef="#br0" timeOffset="39922.74">26083 2109 292 0,'1'-2'352'16,"-1"-1"-30"-16,3 0-21 0,-3 3-37 0,1-4-24 15,-1 4-24-15,0 0-21 0,0-5-24 0,0 5-21 16,0 0-24-16,0 0-14 0,0 0-14 0,5 12-10 0,-5 0-12 15,0-4-2 1,-3 5-12-16,2 0-6 0,-1 6-3 0,0 0-7 16,-3 7-4-16,1-1-5 0,-1-8-4 0,1 10-1 15,-1-10-2-15,0 0-3 0,4-4 2 0,-2-2 0 16,2-1-7-16,0-3-5 0,-2-2 0 0,2 1 1 16,1 0-2-16,0-4 0 0,-3 2 12 0,3-4 24 15,0 0-6-15,0 0-5 0,0 0-3 0,21-8-8 0,-10 0 3 16,2-1-7-16,5-4 8 0,-2 1-16 0,5-2 6 15,3-6-8-15,0 5-1 0,-1-3-6 0,-1 0 13 16,-4 6-9-16,-4 1-4 0,0 2 3 0,-4 4 6 16,-1-1-7-16,-2 1-1 0,-3 3 1 0,-1 0-8 15,-3 2 0-15,6-5-6 0,-6 5-6 0,0 0-2 16,0 0-2-16,0 0 6 0,7 9-1 0,-7-9 0 0,-1 15-1 16,1-3 10-16,0 0-15 0,-3 2-6 0,1 1-2 15,2-5 2-15,-3 2-6 0,3-3 6 0,-1-3 1 16,1 1-1-16,-1-3 2 0,1 3 2 0,0-7 4 15,-3 8 14-15,3-8 19 0,3 5 32 0,-3-5 18 16,0 0-13-16,13-3 8 0,-13 3-16 0,17-7-4 16,-5 0-10-16,2 3-4 15,1-2-2-15,-1 0-3 0,4-2-6 0,-4 3-1 16,-1 2 0-16,1-3-4 0,-4 3-7 0,1 0 1 16,3 1-1-16,-3 1-28 0,3 1-18 15,-2 1-24-15,-1-1-31 0,2 2-47 0,-3 1-59 16,4 3-82-16,-5-3-333 0,5-1-665 0,-2-2 294 15</inkml:trace>
  <inkml:trace contextRef="#ctx0" brushRef="#br0" timeOffset="40364.94">26959 2219 146 0,'0'0'243'0,"-5"-2"-23"0,5 2-17 0,0 0-22 15,-3-4-14-15,3 4-18 0,0 0-17 0,0 0-12 16,0 0-9-16,0 0-13 0,0 0-12 16,0 0-6-16,0 0-11 0,-2 9-4 0,2-9-9 15,0 0 2-15,0 0-6 0,0 0-3 0,0 0-3 16,0 0 1-16,0 0-6 0,0 0 1 0,0 0-3 15,-3 3 0-15,3-3-2 0,0 0-3 0,0 0-1 16,0 0 0-16,0 0-1 0,0 0 0 0,0 0 1 16,0 0 3-16,0 0 4 0,0 0 2 0,0 0 5 15,0 0 9-15,0 0 16 0,0 0 6 0,0 0 4 16,0 0-3-16,0 0-4 0,18-1-12 0,-4 0-8 0,8 0-8 16,6-1 3-16,0 2-8 0,4-1 1 0,0 1-13 15,-2 1-1-15,2-1-1 0,1 3-3 0,-3-2-3 16,-3-3-2-16,-9-1-7 0,1 1 6 0,-5 0 11 0,-3 2-16 15,-4 2-2-15,2-4-22 0,0 2 14 16,-9 0-6-16,12-1-10 0,-10 0-44 0,-2 1-35 16,4-5-41-1,-4 0-36-15,0 5-29 0,-4-7-47 0,3 3-43 0,-2 0-168 0,-2 1-492 16,3-1 218-16</inkml:trace>
  <inkml:trace contextRef="#ctx0" brushRef="#br0" timeOffset="40599.18">27597 2046 24 0,'1'-5'340'16,"-1"5"-20"-16,3-3-24 0,-3 3-20 0,0 0-35 0,0 0-26 15,2-4-24-15,-2 4-28 0,0 0-17 16,0 0-25-16,0 0-13 15,4 12-13-15,-4-1-6 0,0 1-6 0,1 8-13 16,2 9-7-16,-3-1-11 0,0 18-31 0,0-11-50 16,-4 3-78-16,5 9-126 0,2-15-192 0,-1-6-459 0,1-9 204 15</inkml:trace>
  <inkml:trace contextRef="#ctx0" brushRef="#br0" timeOffset="42025.96">17998 4184 206 0,'2'-2'248'0,"1"-2"-13"0,-2 0-17 16,-1 4-21-16,3-6-20 0,-3 6-14 0,1-2-22 16,-1 2-16-16,0 0-14 0,0 0-13 0,0 0-13 15,0 0-10-15,5 12-9 0,-5-3-4 0,0 4-8 16,0 4-5-16,-1 1-4 0,-3 2-4 0,0 7-8 16,-1-3 4-16,0 2-6 0,-4-1-4 0,5 1-3 15,-1-2 1-15,-3 1-2 16,4-7-5-16,3 7 3 0,-4 1-6 0,0-9-1 0,5-4-1 0,-4-2-4 0,4-1 4 15,-1-4-1-15,-2 3-1 0,3-4 1 0,-1 1 15 16,1-2 27-16,0-4 22 0,0 0 23 0,0 7 22 0,0-7 33 16,0 0 21-16,0 0 22 0,0 0 14 15,0 0-21-15,0 0-18 0,5-15-18 0,4 6-24 16,0-4-9-16,1-1-10 16,4-6-12-16,3 2-10 0,2-4-8 0,-1 1-14 15,3 0-5-15,-2 2 0 0,-5 5-17 0,1-1 1 16,-1 2-6-16,-1 1-7 0,-2 0-3 0,-3 3-2 15,-1 2 1-15,-3 2-3 0,2 0-3 0,-3 1 0 16,0-1 4-16,2 2-15 0,-5 1 2 0,0 2-5 16,4-3-9-16,-4 3-16 0,4-4-18 0,-4 4-18 0,0 0-17 15,5-1-13-15,-5 1-4 0,0 0 8 0,0 0 12 16,-12 13 6-16,7-9 10 0,0 4-1 0,-3-2 7 0,2 5 6 16,-3-5 4-16,4 2 2 0,1-3 16 0,-2 2-14 15,2-3 0-15,0 0 10 0,0 1 1 0,2-3 17 16,-1 1-19-16,3-3 8 0,-2 4 1 0,2-4 2 15,-3 4 2-15,3-4-1 0,-2 3 2 16,2-3-2-16,0 5 5 0,0-5-1 0,0 0 1 0,1 3-4 0,0 1 6 16,4 1-4-16,-2-1 4 0,1 2 3 0,2 2-4 15,4 2-24-15,-1-1-21 0,-2 0-34 0,1 2-27 16,5 0-31-16,-1 5-32 0,-1-3-32 16,2 1-57-16,-5-4-78 0,3-3-188 0,0 1-570 15,1-3 252-15</inkml:trace>
  <inkml:trace contextRef="#ctx0" brushRef="#br0" timeOffset="42248.59">18579 4417 78 0,'0'0'370'0,"0"-4"-14"0,0 4-14 0,0 0-25 15,4-3-26-15,-4 3-27 0,0 0-33 16,0 0-11-16,3-4-29 0,0 3-32 0,6-2-36 16,-1 1-33-16,2 0-31 0,4-1-53 0,-1 3-51 15,6-1-50-15,-1 0-66 0,0 0-68 0,-5 0-200 16,1-1-463-16,-1 2 206 16</inkml:trace>
  <inkml:trace contextRef="#ctx0" brushRef="#br0" timeOffset="42426.66">18657 4517 100 0,'-5'1'162'0,"5"-1"3"0,-4 3-4 0,4 0-7 16,0-3-9-16,0 0-9 0,0 0-13 0,18-3-10 16,-9 3-15-16,11 0-8 0,1-3-29 15,-3 3-51-15,10-5-52 0,1 1-89 0,-10 0-94 16,3-1-242-16,0 1 107 0</inkml:trace>
  <inkml:trace contextRef="#ctx0" brushRef="#br0" timeOffset="42749.61">19250 4285 80 0,'-3'-3'245'0,"3"3"-19"0,-5-4-16 16,0 3-12-16,1-1-22 15,4 2-12-15,-17 3-13 0,6 1-14 0,-1 3-13 16,-3 3-12-16,0 2-14 0,-2 1-5 0,0 5-7 16,0 2-12-16,6-4-6 0,0-2-7 0,2 1-4 15,2 2-7-15,3-5-2 0,1 4 9 0,3-2 5 16,0-5 1-16,4 3 8 0,-1-2 16 16,4-3 9-16,6-2 6 0,0-1-5 0,6-3-4 0,9-2-16 15,-1-3 1-15,0-4 2 0,-8 2 0 0,0-5-3 0,4-2-14 16,-5 3-1-16,0-5-6 0,-5 4-1 0,-2-4-9 15,-3 0-6-15,-3-4-14 0,-1 4-5 0,-3-4-12 16,-6 2-18-16,0 2-20 0,-5 1-35 0,-7 0-33 16,-7 2-40-16,-5 5-38 0,-3 2-55 0,-3 1-91 15,0 3-162-15,0 2-523 0,0-1 233 0</inkml:trace>
  <inkml:trace contextRef="#ctx0" brushRef="#br0" timeOffset="44652.63">18250 2196 162 0,'0'0'211'0,"0"0"-18"0,0 0-10 0,0 0-14 0,0 0-11 0,0 0-14 16,0 0-7-16,0 0-9 0,0 0-3 0,0 0 0 15,0 0-5-15,2-3-4 0,-2 3 2 0,0 0-11 0,0 0-13 16,4-2-8-16,0-1-7 0,-4 3-8 0,2-4 1 16,-1 0-6-16,2 1-11 0,0-3 2 0,-2 2-9 15,3-1-29-15,-2-2-4 0,1 2 2 16,-1-5-3-16,2 1 1 16,-1-1-1-16,1 2 6 0,-3-1 0 0,3-1 3 15,-4 1-3-15,2 1 0 0,0-2-5 0,-1 3 1 16,-1 0 4-16,1 0 0 0,-1 3-4 0,0-2-3 15,-1 1 0-15,0 1-12 0,-5 2-5 0,-1-2-3 16,-3 2 3-16,-3 2-4 0,-9 5 7 0,-7 0-3 16,-5 5-5-16,-3-3 2 0,-11 10 2 0,11-6-1 0,-17 7 3 15,4-1-2-15,4 2 3 0,9-7 1 0,-10 8 3 16,11-4-4-16,0-3 0 0,4 3 3 0,4-3 0 16,3-4-5-16,3-1 3 0,5-1 1 0,3-3-1 15,3 1 5-15,3-3 0 0,1-1 2 0,0 1 14 16,2 1 36-16,5-3 38 0,0 0 9 0,0 0-10 15,-13-10-11-15,16 2-5 0,-2-2-2 0,4-2-19 16,-1 1-7-16,5-4-2 16,1 1-5-16,3-1-2 0,-4 3-9 15,2 2-6-15,0 3 0 0,-2-5-4 0,-1 8 6 0,0-6-19 16,-1 7 1-16,0-1 6 0,-7 4-12 0,16-1-4 16,-5 1 10-16,3 2-10 0,0 4-4 0,4 1 0 15,6 6-1-15,-7-4 5 0,5 8 0 0,-4 0-1 16,1 3-2-16,-4-6 8 0,2 5-6 0,3-2 5 15,-1 0 3-15,-1-5-3 0,-4 0-1 0,4-4 1 0,0 2 4 16,-1-4 1-16,-1-3-4 0,4 1 0 0,-1-1 1 16,-6-6 3-16,0 2-6 15,2-2 1-15,-1 0-2 0,-3-2 1 0,0-1-3 16,1-2-9-16,-3 3-12 0,-2-4-26 0,1 5-28 16,0-7-43-16,1 5-52 0,0-5-87 0,-3 3-312 15,2-1-617-15,-3 2 273 0</inkml:trace>
  <inkml:trace contextRef="#ctx0" brushRef="#br0" timeOffset="46935.25">4293 6602 211 0,'0'-5'225'0,"0"0"1"0,0-2-13 0,0 3-11 16,0 0-10-16,0-2-3 15,0 6-6-15,0-7-8 0,0 4-21 0,0 3-10 0,0-6-15 0,0 6-16 0,0 0-15 0,0-4-14 16,0 4-21-16,0 0-6 0,0 0-7 0,0 0-5 16,9 13-4-16,-5-4-5 0,-2 1-5 0,6 5 0 15,0-1-3-15,-1 2 0 0,4 1-3 0,-1-1-1 16,0-1-6-16,3 1-3 0,1 0-4 0,-1-2-4 15,-2-2 2-15,3 1-3 0,-2-6-1 0,3 1 1 16,-3-4-2-16,0 1 1 16,1-2-1-16,0-3-2 0,1-3 0 0,-1 1 7 15,-2-3-2-15,2-3-1 0,0-1 0 16,-1-4 13-16,-2 3 10 0,0-3 2 0,-1-2 6 16,-3 5 8-16,-1-1 13 0,0-1 0 0,0-1 12 0,-2 1 1 15,1 1-3-15,-2 3 6 0,1 0-9 0,-1 1-5 16,1 2-18-16,-2 1 3 0,2-1-10 0,-2 2-18 15,-1 3-32-15,1-4-36 0,-1 4 1 0,0 0 7 0,2 12 1 16,-4-3 4-16,0 9 5 0,-2 9 1 0,0 3 5 0,-2 16 2 31,-1 6 6-31,-2 3 0 0,2 1 4 0,2 0 2 0,-2 2 0 16,1 1 6-16,1 0-3 0,1-4 4 0,1 2-2 16,1-6 0-16,0-2 5 0,0-3 2 0,2-11 2 15,0 1-1-15,-1-3-2 0,-3-2 2 0,1 1 3 16,0-3 2-16,-4 0-1 0,2-4-2 0,-3-8 0 15,2-1-1-15,-4-3 1 0,-2 2-2 0,-2-1-1 16,0-7 2-16,-5 3 1 0,1-6 3 0,-2-1-1 16,-2-2 1-16,-6-2-1 0,1-3 1 0,-5 1 0 15,1-7 13-15,3 0 7 0,-1-1 14 0,1-4 18 16,2 3 10-16,4-4 30 0,6 4 8 0,-2-8 7 16,9 2-4-16,-4-6-5 0,8-5-6 0,0 0-8 0,9-3-14 0,1-13-5 15,8-2-11-15,2 0-5 0,8-1-6 0,5-1-4 16,4 3 5-16,5 0-15 0,-4 3-8 0,7 0 2 15,2 3-3-15,-1 6-6 0,0 3-2 0,-2 0 0 16,-5 9-17-16,-5 1 12 0,2 0 7 0,-3 2-5 16,-1 2-3-1,-5 2-3-15,-6 5 3 0,-3 1 2 0,-2 1 10 16,-3 2 0-16,-2 0 1 0,2-1-4 0,-3 5 4 0,-1-1-7 16,1-1-4-16,-1 3-5 0,-4 1-6 0,4-4-21 15,-4 4-28-15,4-3-35 0,-4 3-40 0,0 0-39 16,0 0-42-16,0 0-16 0,0 0-12 15,0 0-41-15,0 0-63 0,-12 11-256 0,7-10-641 16,5-1 283-16</inkml:trace>
  <inkml:trace contextRef="#ctx0" brushRef="#br0" timeOffset="47320.46">5101 6329 129 0,'2'-3'313'0,"-1"-2"-9"0,2 1-6 16,-2 1-13-16,2 0-13 0,-3 3-16 0,1-4-22 16,-1 4-28-16,2-5-18 0,-2 5-25 0,0 0-22 15,3-3-26-15,-3 3-29 0,0 0-19 0,0 0-7 16,-5 11-9-16,1-2-4 0,-1 0-2 0,-1 5-3 16,-2 2-7-16,-2 2-2 0,-2 3 1 0,-4 3-6 0,4 0-7 0,1-3-1 15,-2-3-4-15,4-2-17 0,0 1-17 16,-2 0-20-16,-1-2-21 0,4-1-26 0,2-4-23 15,-2 0-26-15,2 0-40 0,2-5-48 0,0-1-220 0,3 1-478 16,1-3 211-16</inkml:trace>
  <inkml:trace contextRef="#ctx0" brushRef="#br0" timeOffset="47536.63">5273 6338 129 0,'5'-5'371'16,"-2"-1"-6"-16,-1 0-14 0,2 4-8 0,-2-2-27 16,0 0-26-16,1 2-28 0,-3 2-26 0,5-5-32 0,-5 5-35 0,0 0-27 15,0 0 5-15,0 0-37 0,-3 17-15 0,2 0-9 16,-7 7-7-16,2 3-4 0,-3 0-22 0,-1 6-44 16,-2 0-44-16,2 0-49 0,0 1-63 0,-2-1-74 15,-3 0-337-15,6-4-604 0,5-10 268 0</inkml:trace>
  <inkml:trace contextRef="#ctx0" brushRef="#br0" timeOffset="48021.71">5502 7181 65 0,'0'0'314'0,"0"0"-12"0,0 0-14 16,-8 0-18-16,8 0-18 0,0 0-21 0,0 0-25 16,0 0-15-16,0 0-23 0,10-9-18 0,1 5-15 0,0-1-21 15,7 1-31-15,3 0-33 0,8-2-34 0,-1 1-36 16,4-1-42-16,-1 2-37 0,-2 2-47 0,0-2-65 0,-7 3-173 16,1-1-414-16,-8 4 184 0</inkml:trace>
  <inkml:trace contextRef="#ctx0" brushRef="#br0" timeOffset="48159.73">5657 7325 87 0,'-12'9'167'15,"4"-3"-3"-15,-2 1-6 0,5-2-2 0,1-4-7 16,-1 3-4-16,2-1-8 0,2-1-7 0,-3 3-12 16,4-5 4-16,4 4 0 0,1-4-13 0,13 1-10 15,13-1-14-15,2 2-48 0,3-2-77 0,16-3-103 16,-12 1-158-16,11-7-325 0,-13 5 144 0</inkml:trace>
  <inkml:trace contextRef="#ctx0" brushRef="#br0" timeOffset="49810.21">7306 6734 115 0,'-9'0'108'0,"2"0"-1"0,0 0-22 0,7 0 1 16,-14 0-2-16,9 1-11 0,5-1-1 0,-8-1-4 15,8 1-14-15,0 0-1 0,-7 1-4 0,7-1 3 16,0 0 0-16,-6 2 2 0,6-2 2 0,0 0 3 0,0 0 5 15,0 0-4 1,0 0 5-16,0 0-2 0,0 0 11 0,-7 0-9 16,7 0 1-16,0 0-6 0,0 0-4 0,0 0-1 15,0 0-7-15,0 0-2 0,0 0 1 0,0 0-4 16,0 0-6-16,0 0-2 0,0 0-3 0,0 0-2 16,0 0-2-16,0 0-5 0,0 0-1 0,0 0-2 15,0 0-1-15,0 0-2 0,0 0-1 0,0 0 2 16,0 0-5-16,0 0 1 0,0 0-4 0,0 0 1 0,0 0-3 0,0 0-3 15,0 0 3-15,0 0 0 0,0 0-2 0,0 0 0 16,0 0 1-16,0 0 0 0,0 0-2 0,20 0-1 16,-3 0-1-16,3 1 0 0,11-2 2 0,1-1-3 15,7 1 1-15,13-2 5 0,1 2-4 0,1-1-4 16,3-1 3-16,1 2 0 0,-3 2-1 0,-4-1 0 16,-15-1-2-16,-1 1-2 15,-5 0 2-15,-2-1-3 0,-7 2-12 0,-4 0-21 16,-2-1-24-16,-3 0-33 0,-3-1-35 0,-1 1-28 15,-8 0-177-15,0 0-359 0,0 0 159 0</inkml:trace>
  <inkml:trace contextRef="#ctx0" brushRef="#br0" timeOffset="50464.68">7246 6796 110 0,'0'0'226'15,"0"0"-2"-15,-4-3-10 0,4 3-10 0,0 0-18 16,0 0-13-16,-5-3-17 0,5 3-13 0,0 0-14 16,0 0-16-16,0 0-12 0,0 0-12 0,0 0-14 0,0 0-5 15,0 0-9-15,0 0-6 0,0 0-4 0,13 9-6 16,-8-5-7-16,3 4-4 0,2 2-4 15,3 3 1-15,4 6-5 16,4 2 1-16,1 2-7 0,2 0 1 0,3-2-3 16,0 3 6-16,-2 0-7 0,6 0-1 0,11 3-1 0,-10-3-2 0,-1-4-3 15,-2-1-1-15,3-2-7 0,-4-1-4 0,-1-3-2 16,1-1 3-16,-4-2-2 0,-2-3-1 0,0-1-5 16,-4 0 7-16,0-4-3 0,-5 1 3 0,-1-3-1 15,0 4 1-15,-4-4 9 0,0-4 14 0,-1 4 12 16,-1-2 7-16,-1-1 9 0,1 0 17 0,-2 0 8 15,-1-2-5-15,1 3 8 0,-2-3-10 0,0 1 5 16,0 1 0-16,-1-1 7 0,1 0-15 0,0 1-3 16,0 1-4-16,-2 2-11 0,1-3 3 0,-1 3-5 15,0 0-7-15,4-5-7 0,-4 5-3 0,0 0-10 16,0 0 16-16,0-6-18 0,0 6-19 0,0 0-24 16,0 0-3-16,0 0-2 15,-5 14 5-15,-2 0 4 0,-6 10 0 0,-2 5-1 16,-2 1 7-16,-8 13-3 0,-3 3 3 15,0 2 9-15,-3 3-3 0,-10 23 2 0,13-22 2 0,1-1 4 16,-1-1-1-16,4 4-1 0,1-6 6 0,1 0-2 16,-1-1 1-16,0 0 3 0,11-13-4 0,1-2 4 0,-2 1-3 0,2-3 4 15,-2-2-1-15,5-3-4 0,1-5 2 16,-1-4 4-16,2-1 8 0,0 0-9 0,1-6-4 0,3 0 2 16,-2-1-1-16,0-1 5 0,2-2-4 15,0-2-1-15,0 2 7 0,1-1 10 0,-2-2-11 16,3-2-1-16,-4 3 2 0,4-3-2 0,0 0-4 15,0 5-10-15,0-5-15 0,0 0-26 0,0 0-36 16,0 0-54-16,0 0-64 0,0 0-74 0,0 0-209 0,0 0-527 16,0 0 232-16</inkml:trace>
  <inkml:trace contextRef="#ctx0" brushRef="#br0" timeOffset="50836.99">7406 8235 158 0,'-8'2'194'0,"3"-1"-14"15,0 1 2-15,5-2-10 0,-9 2-3 0,9-2-1 16,-4 1-6-16,4-1 2 0,0 0-13 0,-5 2-12 0,5-2-12 0,0 0-16 15,0 0-7-15,32-7-11 0,-10 3-9 0,12-1-7 16,5 1-8-16,18-2-8 0,3-2-10 0,7 0-4 16,22-4-4-16,-23 7 3 0,25-4 6 0,-31 2 10 15,-1 1-8-15,-4 0 0 0,-4 4-5 0,-14-3 2 16,-5 3-2-16,-1 0 19 0,-12 1-7 0,0-1-5 16,-6 1-5-1,-3-1-5-15,-2 1-1 0,-2 1-5 0,2 0 0 16,-4-1-9-16,-4 1 0 0,9-3-10 0,-7 3-6 15,-2 0-9-15,0 0-20 0,0 0-31 0,0 0-29 0,0 0-43 16,-11-5-53-16,4 4-65 0,1-3-262 0,1 2-538 16,0 0 238-16</inkml:trace>
  <inkml:trace contextRef="#ctx0" brushRef="#br0" timeOffset="52462.12">8901 6977 77 0,'3'-12'271'16,"-1"-3"-6"-1,3 1-15-15,-2 5-17 0,-1-3-5 0,2 0-16 16,-4 7-13-16,4-3-10 0,-3 3-22 0,0 3-13 16,2-3-23-16,-3 1-13 0,0 4-12 0,0-4-16 15,0 4-26-15,0 0-9 0,0 0-4 0,5 10-9 0,-4 0-6 16,-1 7-3-16,-1 8 0 0,-4 3-2 0,4 1-6 15,-7 4-4-15,3 2 0 0,-4 1-1 16,0 8 3-16,3-10-8 0,-1-1-1 0,0-1-1 0,-1-1 0 0,4-3-3 16,0-3 1-16,0-5-3 15,3-3 1-15,-2 0 1 0,2-2-1 0,1-6-3 0,-1-1 2 16,1-3 7-16,0 1-7 0,0 0 6 0,0-2 25 16,0-2 24-16,0-2 26 0,0 7 33 0,0-7 17 15,0 0-7-15,0 0-12 0,0 0-17 0,13-11-6 16,-4 3-4-16,2-3-8 0,1-5-2 0,-2 0-7 0,4-1 3 0,3-2-8 0,-1-3-6 15,-2 0-4-15,4-2-7 0,0 3-4 0,-1-1-5 16,-1 2 2-16,-3 3 1 0,-4 4 4 0,0 2 9 16,-4 1-3-16,4 3-2 0,-4-1-3 0,-1 3-6 15,1 1-5-15,-4-1-6 0,3 1 0 0,-4-2-5 16,4 4-6-16,-4 2-2 0,4-3-16 0,-4 3-11 16,0-5-13-16,0 5-11 15,0 0-15-15,0 0-14 0,0 0 7 0,0 0 5 16,0 0 7-16,-13 14-11 0,7-6 18 0,-2 1 1 15,-1-1-2-15,0 3 8 0,-1-1 6 0,1-2-6 16,3 1 4-16,-2-3 1 0,4-1 5 0,-1 1 6 16,1-3-4-16,0 0 12 0,2 1-13 0,0 0 2 0,0 0-1 0,2-4 3 15,-1 2-2-15,1-2 0 0,-3 6-3 0,3-6 1 16,1 5 4-16,-2-1-1 0,4 0-5 0,-1 2 6 16,3 4 1-16,2-1-4 0,0 4 9 0,6 3 4 15,3-4 1-15,5 6-8 0,6 1 4 0,0 0-32 16,1-3-56-16,0 4-40 0,-3-5-57 0,0 1-59 15,3 0-84-15,-5-3-313 0,-5-3-694 0,0 0 307 16</inkml:trace>
  <inkml:trace contextRef="#ctx0" brushRef="#br0" timeOffset="52962.54">9611 7306 147 0,'-11'2'195'0,"3"-2"-7"0,0 0 2 0,0 0-13 16,0 3-10-1,8-3-19-15,-8 0-9 0,3 0-14 0,5 0-8 0,-5 2-8 16,5-2-7-16,0 0-9 0,-6 0-3 0,6 0-2 15,0 0-4-15,0 0-2 0,0 0 0 0,0 0-3 16,-8 0-1-16,8 0 1 0,0 0-4 16,0 0-4-16,0 0-6 0,0 0-5 0,0 0-4 0,0 0-6 0,0 0-6 0,0 0-5 15,0 0 0-15,24-2-3 0,-6 2-3 16,4-4-4-16,9 3-2 0,3 0-3 0,3-2-1 16,1 1 6-16,19 1-10 0,-3-2-3 0,-14 2-1 0,10-2 0 15,-10 2-5-15,-6 0 1 0,-2-2-3 16,-3 1-15-16,-8 2-23 0,-8-3-25 0,0 3-28 15,-1 0-24-15,-7-3-39 0,-1 3-33 0,-4 0-45 16,0 0-197-16,-9-7-455 0,0 5 202 0</inkml:trace>
  <inkml:trace contextRef="#ctx0" brushRef="#br0" timeOffset="53184.93">9794 7190 143 0,'0'-3'258'0,"-1"-2"-9"15,1 0 2-15,-4 0 2 0,4 1 1 0,0 4-6 16,0-7-7-16,0 7-20 0,0-4-22 0,0 4-22 16,0 0-13-1,0 0-23-15,0-3-19 0,0 3-17 0,0 0-11 0,0 0-9 16,0 16-10-16,5-7-4 0,-5 2-4 0,0 6-11 16,3 4-2-16,-1-1-2 0,-1 6-11 0,1 0 4 15,-1-5-35-15,2-2-36 0,0 8-33 0,0-8-41 16,-3 1-48-16,0 1-50 0,0-2-78 15,1-2-203-15,-1-7-518 0,0 1 230 0</inkml:trace>
  <inkml:trace contextRef="#ctx0" brushRef="#br0" timeOffset="53856.34">10346 7093 178 0,'0'-5'324'0,"1"1"-4"16,1 1-18-16,0-1-7 0,-2 4-18 0,0-6-8 0,0 6-21 15,0-3-22-15,0 3-24 0,0 0-24 0,4-4-19 16,-4 4-26-16,0 0-6 0,0 0-20 0,0 0-21 15,0 0-9-15,0 0-16 0,4 10 5 0,-4-2-19 16,0 3-4-16,0 2-6 0,-3-2-5 0,3 6 15 16,-1 1-17-16,-2 0-1 15,2 0-5-15,-3 0-2 0,3 0 2 16,-2-2-10-16,0 1 3 0,1-7-1 0,1 2 0 16,-1-3-8-16,2-2 7 0,-2 0-5 0,1-3 1 15,1 1 0-15,0-1 2 0,0-4 5 0,0 6 14 0,0-6 25 16,0 3 15-16,0-3 1 0,0 0-16 0,0 0-2 15,14-13-5-15,-8 5-4 0,2 0-7 16,2-5 1-16,3-2-6 0,-4 1 5 0,5 0-14 0,-1-3 1 0,3-2-7 16,-4 5-3-16,-2 0 1 15,0 5-2-15,-2 2 2 0,-3 2-6 0,-1 0-13 16,1 1 7-16,-1-2-2 0,-1 4-3 0,-1-1-6 16,1 1-21-16,-3 2-11 0,0 0-6 0,0 0 3 15,7 5 4-15,-5 0 5 0,0-1-3 0,0 3-2 16,-1 1-8-16,0-2 1 0,-1 4 0 0,0 1-2 15,0 0 2-15,0-3 1 0,-1 2 6 0,1-5-2 16,-1 2 3-16,1-1 6 0,0-3 7 0,0-1-4 16,0 3 11-16,0-5 4 0,0 5 20 0,0-5 29 15,0 0 2-15,0 0-2 0,0 0 0 0,13-10-3 16,-5 5 5-16,-1-3-4 0,1-1 1 0,4-5-3 16,1 0-6-16,-2 5 2 0,-2-1-5 0,3 0-6 15,-2 2 0-15,-1 1 0 0,-1 2-5 0,-1-2 3 0,1 5-12 0,0-2 7 16,-2 0-12-16,2 1-1 0,-2 2 3 0,0 1-6 15,2 0-12-15,3 1-3 0,-1 2 1 0,0 0-12 16,0-1-25-16,0 3-22 0,-1-1-23 0,-2-1-27 16,1 2-37-16,0-1-52 15,-3-1-68-15,0-1-294 0,3 2-626 0,-6-2 276 16</inkml:trace>
  <inkml:trace contextRef="#ctx0" brushRef="#br0" timeOffset="54109.88">10975 6783 174 0,'2'-4'234'0,"2"-1"-26"0,-4 2-25 0,4 2-19 16,-4 1-18-16,0 0-14 0,14 11-10 0,-10-2 0 0,6 9-8 16,-5 10-3-16,-1 4-5 0,4 16 2 0,-6 1-6 15,2 2 0-15,-3 3-3 0,-6 1-5 16,4-2-10-16,-8-2-5 0,-3-2-3 0,1-4-7 15,-2-11-5-15,-6 9-7 0,2-11-3 0,-5-3-7 0,-14 6-2 16,0-2-7-16,-6-4-16 0,-6-1-42 0,-3-7-50 0,-1 0-40 16,-4-9-68-1,-7-1-252-15,2-5-465 0,-3-3 205 0</inkml:trace>
  <inkml:trace contextRef="#ctx0" brushRef="#br0" timeOffset="54645.02">8786 6728 83 0,'0'-5'226'0,"0"5"-26"0,0 0-20 0,0 0-21 15,0 0-11-15,-6 11-15 0,0-2-7 0,-5 8-6 16,-6 9-6-16,1 8-5 0,-10 14-12 0,-1 4-2 15,4 2-5-15,3 4-10 0,1-4-4 0,2 6-7 16,7-5-4-16,3 0-3 0,11 0 0 0,5-6 0 0,10-1-5 0,8-1-6 16,8-6-1-1,11-2-5-15,2-6 2 0,7-2-21 0,5-5-40 0,0-6-60 0,30 5-97 16,-35-13-225-16,5 0-428 0,-5-6 189 16</inkml:trace>
  <inkml:trace contextRef="#ctx0" brushRef="#br0" timeOffset="55340.37">11689 6696 190 0,'0'-2'190'0,"0"2"-10"0,4-5-14 15,-4 5-15-15,0 0-20 0,0 0-14 0,0 0-11 0,0 0-6 16,-15 7-7-16,3 7-9 0,-5 7-4 0,-3 2-11 16,1 9-1-16,-7 16 2 0,-1 2-1 0,2 0-8 15,2 0-1-15,5 1-7 16,1 0-6-16,7-3-4 0,9-1 1 0,2-1-2 0,3-11-6 0,9-2 1 15,2 0-2-15,16 5-1 0,-3-14-3 0,4-1-22 16,15 4-39-16,3-6-64 0,1-7-104 0,0-3-148 16,-11-7-374-16,-1-2 165 0</inkml:trace>
  <inkml:trace contextRef="#ctx0" brushRef="#br0" timeOffset="56037.51">12144 6820 197 0,'3'-7'248'0,"-1"2"-12"0,-2 1-16 0,4 3-20 16,-1-2-20-16,-2-1-23 0,-1 4-19 0,5-2-11 16,-5 2-17-16,0 0-12 0,5 9-10 0,-5 1-8 15,3 6 0-15,-3 4-12 0,-3 8-9 0,-1 1 0 16,0 1-2-16,-2 1-10 0,-4 1-7 0,2 2-1 15,3-2-5-15,-4-1-4 0,1 0 4 0,3-5-11 16,-3 0 1-16,2-5-4 0,1-4-2 0,3-6 2 16,-1 1-4-16,0-2 0 0,2-4 0 0,1 1 2 15,0-3 16-15,-4 2 24 0,4-2 24 0,0-2 21 16,0-2 35-16,0 0 11 0,0 0-20 0,0 0-9 16,0 0-17-16,14-14-7 0,-1 2-12 0,0-2-11 15,2-1 3-15,2-6-16 0,3 2-7 0,-3-4-5 0,6 1-4 0,-3-2-6 16,2 3 0-16,-3-2-6 0,4 4-7 0,-4 1-9 15,-2 4 10-15,-7 3-2 0,2 2-5 16,-6 1-5-16,3 0 3 0,-1 3-1 0,-6 1-3 16,2-1 1-1,1 2-4-15,-1 1 6 0,-4 2-12 0,3-4-4 0,-3 4-8 0,4-3-12 16,-4 3-11-16,0 0-2 0,0 0 10 16,0 0 1-16,0 0 4 0,-16 14-1 0,10-7 2 15,-6 1 6-15,3 1-1 0,0-1-2 0,-1 1 3 16,1 0-1-16,0-3 3 0,-1 0 2 0,6-1-3 15,-1-2 3-15,-1 3 1 0,2-2-1 0,1-2-2 16,-2 1-3-16,5-3 13 0,-4 2-2 0,4-2-2 16,-3 5-4-16,3-5 4 0,0 0 0 0,-2 4-5 15,2-4 4-15,-1 3-3 0,1-3 3 0,5 7 0 0,-4-1-2 0,3 4-1 16,4-1 4-16,0 3 0 0,4 2 1 0,2 2 8 16,3 2 10-16,5 1-27 0,-2 0-35 0,3-2-47 15,-1 1-54-15,-2-1-62 0,-1-7-95 0,-3 1-263 16,2-2-613-16,-3-1 271 0</inkml:trace>
  <inkml:trace contextRef="#ctx0" brushRef="#br0" timeOffset="56576.18">12798 7163 132 0,'0'0'225'15,"-6"0"-7"-15,6 0-11 0,0 0-5 0,-8 0-11 0,8 0-12 0,0 0-11 16,0 0-7-16,0 0-20 0,-9 0-8 0,9 0-11 15,0 0-15-15,0 0 1 0,0 0-5 0,0 0-8 16,0 0-2-16,0 0-6 0,0 0-6 0,0 0-2 31,0 0-11-31,0 0-7 0,0 0-7 0,0 0-6 0,0 0-3 0,0 0-4 16,0 0-6-16,0 0-6 0,0 0 1 0,0 0-2 16,0 0-2-16,0 0-7 0,0 0 3 15,0 0-8-15,0 0-2 0,0 0 1 0,0 0-1 16,0 0 0-16,0 0-1 0,0 0-9 0,0 0 16 0,0 0-7 15,0 0-3-15,0 0 1 0,0 0-1 0,0 0 1 16,0 0 2-16,0 0 0 0,0 0 0 0,0 0-3 16,0 0 4-16,0 0-5 0,27-4 0 15,-14 4-2-15,6-3 1 0,2 1 8 0,9 1-10 0,3-3-4 0,4 1 4 16,2-1 0-16,-1 1 0 0,14-2 0 0,-13 3-3 16,-1-1 1-16,-2 1-2 0,-7 0-1 0,-7 0 0 15,-1 2-8-15,-8-2-11 0,-1 1-15 0,0-2-22 16,-5 3-17-16,-2-2-24 0,-5 2-28 0,3-2-33 0,-3 2-24 15,0 0-45-15,-22-3-206 0,11 0-470 16,-7 2 208-16</inkml:trace>
  <inkml:trace contextRef="#ctx0" brushRef="#br0" timeOffset="56792.04">13017 7020 40 0,'1'-7'259'16,"-1"2"-1"-16,3 0-1 0,-2-2 2 15,0 3 0-15,-1 0 2 0,0 0-20 0,0 4-20 16,3-6-21-16,-3 6-21 0,1-3-20 0,-1 3-21 16,0 0-17-16,0 0-7 0,0 0-20 0,0 0-9 15,4 13-12-15,-3-2-1 0,-1 1-17 0,3 5 1 16,-2 3-3-16,-1-2-7 0,4 7-4 0,-3 1-15 16,0-1-18-16,3-1-28 0,-4-6-35 0,0 2-28 15,0 0-32-15,0-4-45 0,0 1-58 0,-4-4-273 0,3-1-529 0,1-3 235 16</inkml:trace>
  <inkml:trace contextRef="#ctx0" brushRef="#br0" timeOffset="57439.88">13475 6957 239 0,'3'-4'320'0,"2"-1"-11"0,-1-2-15 0,-1 5-8 16,-1-4-7-16,2 4-5 0,0-1-15 0,-4 3-22 16,1-4-23-16,2 1-25 0,-3 3-16 0,0 0-24 0,3-2-21 15,-3 2 2-15,0 0-29 0,0 0-2 16,0 0-26-16,7 10-14 0,-6-3-5 0,0 3-3 15,1 1-2-15,-2 2-9 0,1 1-3 0,0 2-2 16,-2 2 0-16,1 2-9 16,0-2-1-16,-1 0-3 0,-1-1 4 0,2-1-7 15,-1-3-4-15,0-4 4 0,-2 1-7 0,2-3 6 0,0 0-15 0,1-3 2 16,0 2 0-16,-2-3 2 0,2 1 2 0,0-4 6 16,2 4 27-16,-2-4 14 0,0 0-5 0,0 0 0 0,0 0-2 15,13-11-15-15,-6 3-7 0,1-1 3 16,1-1-1-16,5-3-6 0,-3-2 1 0,3 0-4 15,-1 3 0-15,0-1-3 0,1 1-4 0,-8 4-4 16,3 0 0-16,-1 5-4 0,-3-1-2 0,0-1 0 16,-1 1-4-16,0 2-1 0,-3 0-6 0,-1 2 0 15,9-3 0-15,-9 3 0 0,5 5 2 0,-2 0 1 16,-2 2 2-16,2-2-9 0,-1 6-14 0,-1-4-9 16,1 5 3-16,-1 0-6 0,-1-2-4 0,0-1 4 15,-1 3-8-15,1-7-5 0,1 3 16 0,-2-1-7 0,-1-2 6 0,4-1-1 16,-2 1 10-16,0-5 17 0,1 3 11 0,-1-3 36 15,0 5 19-15,0-5 17 0,0 0-9 0,0 0-8 16,14-9-7-16,-8 2-4 0,3-2-4 0,3 0-6 31,-1 0-1-31,2-2-1 0,2 1-10 0,0 2-8 0,-3 0 4 0,1 4-5 16,-3-2-2-16,3-1-5 0,0 3-7 16,-3 2 1-16,3-2-18 0,-3 2-16 0,2 2-21 0,-1 0-3 15,-1 2-28-15,1-1-27 0,-1 3-41 0,-1-2-40 16,0 1-55-16,-3 5-78 0,-1-5-281 0,2 0-655 15,-2 0 290-15</inkml:trace>
  <inkml:trace contextRef="#ctx0" brushRef="#br0" timeOffset="57856.53">14288 7082 225 0,'-9'-1'223'0,"9"1"-16"0,0 0-19 15,-5-2-7-15,5 2-12 0,0 0-9 0,0 0-11 0,0 0-11 0,0 0-17 16,-5-1-7-16,5 1-12 0,0 0-10 0,0 0-8 16,0 0-10-16,0 0-8 0,0 0-6 0,0 0-3 0,0 0 4 15,0 0-9-15,0 0-1 0,0 0-1 16,0 0-5-16,0 0-2 0,0 0-4 0,0 0-1 15,0 0-4-15,0 0-2 0,0 0-3 0,0 0-4 16,0 0 2-16,0 0 5 0,0 0 3 0,0 0 0 16,0 0 7-16,0 0 2 0,0 0 2 0,0 0 2 15,0 0 0-15,0 0 5 0,0 0-1 0,0 0-2 16,0 0-5-16,0 0-9 0,27 0-1 0,-14-1 0 16,7-2-5-16,0 1-5 0,7 0 1 0,3 0-6 0,-3-1-2 15,2 2-4 1,-1-4 2-16,-1 3-4 0,-4 2-1 0,-4-3-2 15,-1 2 2-15,-4 1-4 0,-2-1 4 0,-3 1-1 16,-1-1-3-16,-1-2-2 0,-2 3-11 0,0-1-21 16,0-1-21-16,-5 2-47 0,2-5-50 0,-2 5-33 15,0 0-34-15,-9-5-44 0,2 4-218 0,2 0-512 16,-3 0 228-16</inkml:trace>
  <inkml:trace contextRef="#ctx0" brushRef="#br0" timeOffset="58226.63">14834 6953 284 0,'2'-4'340'0,"1"0"-11"0,-1-1-5 15,1 1-24-15,1 1-9 0,-1 1-4 16,-2-2-38-16,-1 4-20 0,4-5-22 0,-4 5-26 0,2-1-23 15,-2 1-16-15,3-4-23 0,-3 4-23 0,0 0-17 16,0 0-11 0,0 0-11-16,3 14-9 0,-1-5-5 0,-1 1-6 0,-1 2-3 15,1 4-6-15,-1 1-5 0,0-1-3 0,2 1 2 0,-2 3-2 16,0-4-1-16,1 1 4 0,-1 0 8 0,1-2-14 16,0-3-4-16,-1-3-3 0,0 3 6 0,0-1 10 15,2-3-13-15,-2-1-3 0,0 0-16 0,1-2-17 16,-1 0-12-16,0-1-14 0,-1 2-5 0,1-6 2 15,0 4 0-15,0-4 1 0,-2 4 4 0,2-4 0 16,0 0-29-16,0 0-41 0,0 0-41 0,0 0-47 16,-6-17-40-16,5 8-251 0,1-4-538 0,-2-2 238 15</inkml:trace>
  <inkml:trace contextRef="#ctx0" brushRef="#br0" timeOffset="58496.21">15022 6632 75 0,'0'-4'224'0,"0"4"-28"0,-2-4-19 15,2 4-18-15,0 0-16 0,0 0-4 0,22 10-8 16,-13 0-10-16,3 3-7 0,0 4-5 0,5 4-11 16,2 5-2-16,0 5-5 0,-1 1-4 0,4 16-2 15,-7 2-1-15,3-3-5 0,-9 3-3 0,0-1-2 16,-4 0-7-16,-9-2-6 0,-2-10-3 0,-2-6-4 15,-6-1-6-15,-5 1 1 0,-3-2 6 0,-4-5-7 16,-14 4-3-16,-5-5-2 0,-2-2-4 0,-3-1-9 16,-3-6-21-16,-1 2-53 0,-4-5-72 0,2-1-111 15,0-7-203-15,6-3-466 0,14-3 207 0</inkml:trace>
  <inkml:trace contextRef="#ctx0" brushRef="#br0" timeOffset="60484.15">16105 6839 28 0,'3'-7'234'0,"-1"2"-9"16,1-2-9-16,-1-1-5 0,0 1-13 0,0-2 1 15,0 2-20-15,-2 1-9 0,1 0-9 0,0 0-17 0,-1 1-13 16,-1 0-11-16,1 0-5 0,-1 1-21 0,-3 2-11 16,0 0-10-16,4 2-8 0,-17 0-3 0,1 4-9 15,-2 1-10-15,1 4 0 0,-10 3-7 0,4 1-2 16,2 4-6-16,0 2-3 0,2 0-2 0,1 2-1 0,4 0-2 16,1-5-1-16,4 1-4 0,-1 2 0 15,5-1-2-15,-1-1-1 16,2-1-2-16,4-5 2 0,0 0-3 0,0-2 8 15,1 1-6-15,3-5-2 0,0 0-2 0,1 1 3 16,3-3 3-16,2-3-5 0,4-1 5 0,3-4 4 16,0-1 1-16,-1-1 5 0,0-4 1 0,2 1 7 0,-2-2 1 0,0-3-4 15,1 1 6-15,-1-6-3 0,-4 3-4 0,3-9-6 16,1 7 7-16,-6 3 11 0,1 3 9 0,-4 3 5 16,-2 0 0-16,-1 5-5 0,2 0-1 0,-4-2-6 15,1 2 1-15,-2 3-15 0,2-2-9 0,-3 4-15 16,0 0-7-16,0 0 7 0,9 6-3 0,-7 1-7 15,2 5 4-15,0 5-3 0,2 0 3 0,3 8 18 16,2-1-10-16,5-3-6 0,2 4-32 0,0-4-27 16,4 1-40-16,1-2-57 0,1-3-78 0,-1-5-328 15,3 0-609-15,-6-7 270 16</inkml:trace>
  <inkml:trace contextRef="#ctx0" brushRef="#br0" timeOffset="61080.75">16587 6858 103 0,'0'-5'321'0,"-1"1"-13"0,1-1-18 0,0 5-14 15,0-8-17-15,0 4-29 0,1 1-21 0,-1 3-24 16,0 0-22-16,0 0-21 0,0 0-15 0,0 0-11 15,0 0-13-15,0 0-13 0,0 0-8 0,-1 17-13 0,0-3 1 0,-1 3-12 16,-2 1 3-16,2 2-17 0,-3 5 0 16,-3 0-3-16,4-1 3 0,-5 0-15 0,4 1 1 15,0-7-10-15,2 0 4 0,0-1-6 0,-1-1 4 16,0-3-9-16,2-4 0 0,0-2 1 0,1 1-5 16,0-3 4-16,1 0 1 0,-3 0 5 0,3-1 2 0,0-1 32 15,0-3 35 1,-1 5 40-16,1-5 23 0,0 0-1 0,0 0-21 15,11-8-16-15,-2 1-5 0,0-3-15 0,5-2-8 16,0 1-10-16,0-4-6 0,8-4-8 0,0-1-10 16,-2-4-3-16,2 2 1 0,-3 1-11 0,3 1-3 0,-9 3-5 0,3 5 16 15,-2-3 0-15,-2 1 6 0,-1 0 10 0,-4 6 2 16,-1 1 1-16,-2 1-9 0,1 1-3 0,-3 3-2 16,2-3-10-16,-1 1-6 0,-1 2-3 0,-2 2-11 15,4-3-8-15,-4 3-10 0,0 0-13 0,0 0-11 16,3-3-5-16,-3 3 1 0,0 0 3 0,-10 9 1 15,2 0 10-15,-2-2-3 0,-3 4 0 0,-2 2-1 16,1-3 5-16,1 2-1 0,0-2-1 0,0 2 6 16,6-3-1-16,-1 1-2 0,0-3-5 0,3-2-3 15,0 1 4-15,1-2-1 16,-1 0 1-16,5 1 5 0,0 0 0 0,-1 0-1 16,1 0 0-16,5 5 7 0,-1-3-3 0,2 4 2 15,8 0 8-15,0 1-5 0,7 8 0 0,-1-4-21 16,2 1-47-16,0 0-50 0,2 0-64 0,0 3-65 15,-8 1-72-15,0-6-137 0,-2 4-234 0,0-5-746 16,-6-4 331-16</inkml:trace>
  <inkml:trace contextRef="#ctx0" brushRef="#br0" timeOffset="62480.38">17796 6728 59 0,'0'-5'227'0,"0"2"-21"0,0 3-23 0,1-10-17 15,3 5-15-15,4 3-14 0,-2-2-18 0,3-1-10 16,4 3-11-16,0-1-8 0,4 3-12 0,1 2-7 16,-4 0-11-16,3 1-1 0,-1 4-10 0,1 0-3 15,-3 3-6-15,-1 1-7 0,1 3-4 0,-6 2 0 16,-2 1-2-16,3 8 2 0,-9 0-5 0,0 1 2 15,-5 0-3 1,1-2-2-16,-5 3 0 0,-5 0 0 0,1-1-2 16,-4-4 5-16,1 4 1 0,-2-6-4 0,2-2 1 15,-1-5 6-15,3 0-1 0,1-3 3 0,3-1 1 16,1-3 2-16,3 1 0 0,-3-3 8 0,5 0 15 16,0-1 14-16,0 0 26 0,0 1 38 0,4-4 24 15,-6 3 14-15,6-3-7 0,0 0-28 0,0 0-15 16,14-20-9-16,-2 11-13 0,3-5-7 0,9-4-16 0,-1 0-5 0,4-2-11 15,1-3-5-15,1 0-3 0,11-9-13 0,0 3-11 16,-3-3-1-16,-9 8 3 0,-1-2 1 0,-2 4-10 16,-3 3-5-16,0-1 1 15,-8 6-8-15,-3 2 5 0,-3 3-2 0,0 1 4 0,-2 1 0 16,-2 2-4-16,0 0-13 0,-2 4-8 16,-2 1-8-16,-1-4-4 0,1 4-3 0,0 0 10 0,-22 13-7 0,11-4 3 0,-6 4 4 0,4 1-5 15,-5 5 3-15,6 7 2 0,0-3 4 0,5 0 1 16,3 4 2-16,6-8 9 0,3 5-8 0,9-2-10 15,8-1-30-15,6-1-38 0,10-4-46 0,14 2-60 16,-1-3-88-16,6-6-334 0,5-4-661 0,-6-5 293 16</inkml:trace>
  <inkml:trace contextRef="#ctx0" brushRef="#br0" timeOffset="63488.59">18569 6237 59 0,'1'-5'220'0,"-1"0"0"0,3-1-7 0,-1 2 2 15,0 0-5-15,0 0-20 0,-2 0-12 0,0 4-16 16,3-5-11-16,-3 5-19 0,2-5-10 0,0 2-15 0,-2 3-11 0,2-1-11 0,-2 1-15 15,0 0-8-15,0 0-7 0,0 0-15 16,0 9-1 0,0-2-7-16,-2 3-4 0,-2 2-3 0,1 5 1 0,-3 8-4 0,-1-1-2 0,0 2-1 15,-1-2-2-15,0 1-1 0,1 0-1 0,-3-2-1 16,3-3-3-16,2-1 1 0,-3-2-2 0,1 0-1 16,3 0 0-16,0-5 0 0,0-3-2 0,0 3 2 15,0-4-1-15,3-3 1 0,-1 2 0 0,0-4-1 16,1 3 5-16,-1-3 32 0,-1 1 28 0,3-4 7 15,0 4 29-15,0-4 26 16,-1 2 23-16,1-2-10 0,0 0-9 0,0 0-17 16,12-9-14-16,-4 2-5 0,1-1-12 0,4-5-15 15,-2 1-4-15,3-2-9 0,8-6-7 0,-5-1-8 16,2 1 3-16,0-1-11 0,0 1-1 16,-7 6-1-16,2-1-7 0,-1 2 6 0,-3 0-1 0,-1 3 8 15,-3-1-1-15,1 3 4 0,-2 0 7 0,1 1 1 16,-1 3 0-16,-2-1-6 0,-1 2-4 0,1 0-9 0,-2 1-1 0,2-1-1 15,-3 3-9-15,4-4-8 0,-4 4-10 0,0 0-9 16,2-3-14-16,-2 3-8 0,0 0-18 0,0 0-2 16,0 0 1-1,0 0 8-15,0 0 0 0,-22 12 2 0,12-5 15 0,0-1-10 16,-3 1 3-16,3 2 2 0,-2-1-12 0,2 0 28 16,1 0-6-16,0 0-2 0,4-3-6 0,0 0-7 15,0-1 18-15,1 1-8 0,0-1-2 0,0-1-1 16,3 2 4-16,-1 0 15 0,0 0-14 0,2 3 2 15,4-4 6-15,-3 5-5 0,5-3 6 16,1 6 4-16,3-3-2 0,7 3 5 0,5 3 5 0,1 0-10 16,1 0-43-16,0-2-43 0,-3-5-43 0,6 5-58 15,-9-2-68-15,2-3-110 0,0-1-246 0,-2 0-666 16,0-3 295-16</inkml:trace>
  <inkml:trace contextRef="#ctx0" brushRef="#br0" timeOffset="63935.85">19237 6474 162 0,'0'0'204'0,"0"0"-15"0,0 0-15 0,0 0-11 16,0 0-19-16,0 0-12 0,0 0-16 0,0 0 7 15,0 0-11-15,-9 0-14 0,9 0-8 0,0 0-10 16,0 0-9-16,0 0-4 0,0 0-7 0,0 0-10 16,0 0 1-16,0 0-2 0,0 0-2 0,0 0-5 15,0 0-1-15,0 0-1 0,0 0-1 0,0 0 5 16,0 0 3-16,0 0 9 0,0 0 4 0,0 0 10 0,0 0 7 0,0 0 2 15,0 0 1-15,0 0-5 0,0 0-9 0,0 0-6 16,23-3-5-16,-1 3-7 0,-3-2-6 0,13 0-1 16,3 1-9-1,0 0 3-15,5 0-4 0,12-3-4 0,1 1-2 0,-14 3-5 16,0 0-1-16,0 0 1 0,-2-1-2 16,-5-3-4-16,-5 1-3 0,-8 1-7 0,1 0-13 15,-9 2-12-15,0-3-21 0,-4 2-26 0,-3 0-37 16,0-1-36-16,-4 2-33 0,0 0-29 0,-11-10-44 15,-3 7-168-15,2 0-451 0,-8-1 200 0</inkml:trace>
  <inkml:trace contextRef="#ctx0" brushRef="#br0" timeOffset="64138.45">19517 6379 143 0,'1'-4'283'0,"-1"-4"1"0,3 1 2 15,-3 0 21-15,1 2-1 0,-1-2 16 0,0 2-9 16,3 2-8-16,-3 3-21 0,1-7-28 0,-1 2-20 15,3 4-33-15,-3 1-23 0,0 0-21 0,2-6-29 16,-2 6-31-16,0 0-25 0,0 0-6 0,0 0-10 16,-1 27-9-16,1-8-5 0,-4 8-5 15,8 2 0-15,-8 4 1 0,3 1-10 16,1-2-44-16,1 2-60 0,-1-3-59 0,3 0-67 16,-3-1-73-16,0-4-368 0,1-9-694 0,4-7 307 15</inkml:trace>
  <inkml:trace contextRef="#ctx0" brushRef="#br0" timeOffset="65156.38">20144 6266 313 0,'3'-2'311'0,"-2"-1"-9"0,3 0-11 0,-4-2-22 15,0 5-15-15,4-6-25 0,-3 5-23 0,-1 1-22 0,0 0-23 16,0 0-2-16,4-2-34 0,-4 2-17 16,0 0-8-16,0 0-15 0,4 5-8 0,-3 4-8 15,-1-3-9-15,-1 5-11 0,0 3-6 0,-2 1-3 16,-2 2-7-16,0 3 1 0,-3 5-1 0,2-3-7 0,-1-2 2 0,-2 5-5 15,4-6-4-15,-5-2 0 0,5-2 12 0,1-3-19 16,-2-3 4-16,3 1-3 0,1-4 1 0,0-1 0 16,0 1 16-16,-1-4 32 0,2 1 44 0,1-3 17 15,0 0-6-15,0 0-17 0,13-8-5 0,-3 1-10 16,1-4-6-16,2-2-11 0,9-6-9 0,-3 2 1 16,4-2-13-16,-2 1-6 15,-1-1-4-15,1 1-6 0,-5 6-2 0,0 1 0 16,-3-1-6-16,-2 4-8 0,-2 1 5 0,-3 3 1 15,0-2-11-15,0 4-4 0,-3-3-10 0,1 4-15 16,0-2-15-16,-4 3-1 0,0 0 0 0,10 7 5 16,-8-3 6-16,0 1-3 0,-2 3 8 0,0 0-2 15,0 2 9-15,0 1-15 0,1 3-7 0,-2-3-10 16,1 0-5-16,1-1-1 0,-1 1-8 0,0-6 12 0,-1 1 0 0,1-1 1 16,0-1 8-16,1 1 3 0,-1-1 18 0,3-1 33 15,-3-3 39-15,0 0 15 0,4 1-4 0,-4-1-8 16,10-10-7-16,0 3-5 0,7-3 0 0,-2-1-2 15,2 0-2-15,2-1 0 0,-2 2-4 0,1 0-10 16,-1-2-2-16,-4 5 0 0,-1 1-10 0,0 2 3 16,-3-1-5-1,3 2-3-15,-6 2-1 0,2-2-5 0,-2 3-11 0,7 0-17 16,-4 3-18-16,3 1-24 0,-1 1-33 0,1 0-31 16,-2 3-41-16,0 0-32 0,-1 3-73 0,0-5-129 15,1 1-205-15,-1 1-657 0,0-1 290 0</inkml:trace>
  <inkml:trace contextRef="#ctx0" brushRef="#br0" timeOffset="65641.95">21025 6362 199 0,'0'0'268'0,"0"0"-17"0,0 0-12 0,0 0-13 0,0 0-9 15,0 0-11-15,0 0-12 0,0 0-8 0,0 0-11 16,0 0-10-16,0 0-14 0,-9-2-11 0,9 2-12 16,0 0-13-1,0 0-5-15,0 0-8 0,0 0-4 0,0 0-11 0,0 0-1 16,0 0-2-16,0 0-9 0,0 0-2 0,0 0-7 16,0 0 6-16,0 0-15 0,0 0-6 0,0 0 0 15,0 0-7-15,0 0-2 0,0 0-7 0,0 0 1 16,0 0-8-16,0 0-4 0,0 0-4 0,0 0-2 15,0 0 7-15,0 0-9 0,0 0-1 0,0 0 0 16,0 0 2-16,0 0-3 0,0 0 5 0,0 0-11 16,0 0 11-16,0 0-1 0,0 0 5 0,0 0 0 15,0 0 0-15,0 0-12 0,0 0 17 0,0 0 5 16,0 0 1-16,0 0-2 0,0 0-12 0,0 0 6 0,0 0-1 0,24-3-2 16,-6 0-11-16,0 2 10 0,5-2-5 0,6 1-3 15,2-2 4-15,1 2 4 0,0 1-11 0,4-2 0 16,-3 1 0-16,4 0-2 0,-4 4-1 0,-1-5-1 15,-6 2-3-15,-7 0 4 0,-5-1 0 0,-1 1 3 16,-4 1-7-16,-2-1-1 0,1 1-4 0,-3-1 5 16,-1-1-1-1,-4 2 1-15,0 0-19 0,10 0-18 0,-10 0-23 0,0 0-20 16,8 0-32-16,-8 0-36 0,0 0-39 0,0 0-28 16,0 0-59-16,-24 0-58 0,16-3-234 0,-1 3-610 15,9 0 270-15</inkml:trace>
  <inkml:trace contextRef="#ctx0" brushRef="#br0" timeOffset="66241.1">21807 6077 137 0,'10'-2'258'32,"0"-3"-15"-32,3 2-19 0,-1 1-19 0,1 0-14 0,4-1-18 0,-4 3-14 15,6 2-11-15,0 1-11 0,-3 2-11 0,2 2-12 16,-3 0-14-16,0 5-7 0,-3 0-5 0,-2 0-11 0,-2 4-8 16,-2 0-4-16,-1 1-6 0,-7 2-4 15,-2 3-4-15,-1 2-4 0,-11 2-3 0,0-3-2 16,-3 3-4-16,-4-1-1 0,-3-2-5 0,-1-1-1 15,0-1-4-15,0-3-5 0,1-1 0 0,3-2 5 16,4-4-9-16,3-2 0 0,5-2 0 0,-1-2-1 16,3-1 3-16,4-2 11 0,-2 1 19 0,0 0 35 15,5-1 30-15,2-2 46 0,-7 3 24 0,7-3 11 16,0 0-26-16,0 0-13 0,0 0-13 0,8-13-16 0,-4 8-13 16,5-2-10-16,1 0-13 0,0 0-10 0,3 1-6 0,-3 0-13 15,0 1-7-15,2 0-11 0,-1 2-3 0,-2 1-4 16,1 1-3-16,-2 1-8 0,2 1-3 0,3 4-8 15,0 0 4-15,2 4-9 0,-1 1-1 0,-1 2-1 16,0 0-11-16,0 0 11 0,-3-3 1 16,-2 1-18-1,1-1-6-15,1-1-8 0,-1 1-4 0,-2-3-10 0,-1-1 13 0,4 0 8 16,-1 0 4-16,3-4-2 0,0 1 6 0,-1-4 0 16,5 1 0-16,-1-4 1 0,5-3 1 0,-3 0 0 15,5-1 3-15,-3 0 2 0,2-5-4 16,-2 3 2-16,2-3-1 0,-4-1-2 0,-1 5 2 0,-3-2 3 15,1 3 1-15,-3 1-3 0,-2 1-1 0,-1 2-3 16,-2 1 4-16,-3 2-61 0,4-1-75 0,-5 3-85 0,-2 0-40 16,0 0-74-16,9 5-377 0,-9 1-772 0,3-1 343 15</inkml:trace>
  <inkml:trace contextRef="#ctx0" brushRef="#br0" timeOffset="67836.34">7642 8492 319 0,'-1'-6'297'0,"0"1"-14"0,1 5-20 16,0-7-23-16,0 3-25 0,-3 2-19 0,3 2-22 16,0-5-22-16,0 5-32 0,0 0-16 0,0 0-21 15,0 0-11-15,-4 19-6 0,2-2-8 0,-3 12-4 16,-1 0-5-16,-1 3-6 0,-1-1-2 0,-2 6-7 15,1-4 0-15,1 2-7 0,-2-1-1 0,1-3-3 16,0-1 0-16,4 0-4 0,-5-4-2 0,6-1 3 16,-2-7-9-16,0-1 3 0,3-4 0 0,-1-1-3 15,3-4 0-15,-1 1-2 0,1-5 2 0,-1 1 12 16,0 1 23-16,1-2 16 0,0-2 25 0,-1 2 26 0,2-4 27 0,0 4 23 16,0-4-8-16,0 0-14 0,8-10-16 0,2-1-18 15,0 0-7-15,7-3-13 0,1-7-6 0,5 0-9 16,0 0-5-1,0-1-8-15,1 0-6 0,3-4-6 0,-3 0-5 16,3 2-6-16,-3 2-6 0,-3 4 3 0,1 0-9 16,-8 3 0-16,1 2-7 0,-3 2 11 0,-1 4-11 0,-3-2 1 15,1 2-1-15,-4 1 8 0,1 1-2 0,-2 3-1 16,0-2-4-16,-2-1-1 0,1 4-1 0,1-3-3 16,-4 4-3-16,2-3-8 0,-2 3-8 0,0 0-10 15,3-5-13-15,-3 5 3 0,0 0-3 0,0 0-2 16,0 0 10-16,0 0-1 0,-9 12-1 0,4-10 1 15,-2 8 4-15,0-8 3 0,2 3 5 0,0 2-6 16,-2-3 9-16,2 2-2 0,2-2-5 0,-1-1 12 0,1 1-8 0,-1-1-4 16,1 0 5-16,3-3-3 0,-2 5-2 0,2-5 1 15,-4 3 1-15,4 1-2 0,0-4-2 0,0 7 1 16,0-2 5-16,4 2-3 0,-2-1 8 16,1 4-4-16,6-1-4 0,-4 0 5 0,1 3 4 0,3 1 6 15,4 0-1-15,0 2-3 0,2-1-12 0,3 6-20 16,0-7-31-1,3 3-30-15,-4-5-30 0,4 0-33 0,-2 4-38 16,7-1-29-16,-1-2-64 0,-8-2-309 0,1-3-647 16,2 2 285-16</inkml:trace>
  <inkml:trace contextRef="#ctx0" brushRef="#br0" timeOffset="68074.39">8377 8806 70 0,'-3'-4'384'16,"2"1"-30"-16,0 1-29 0,1 2-37 0,-2-8-24 15,2 8-29-15,3-8-26 0,1 5-20 0,1-5-17 16,4 3-21-16,5 1-16 0,3-1-6 0,2 0-58 0,9 1-50 0,-1 1-56 0,-4 1-64 0,7 0-98 15,-9 1-248-15,1 0-481 0,-2-1 213 0</inkml:trace>
  <inkml:trace contextRef="#ctx0" brushRef="#br0" timeOffset="68244.67">8530 9022 24 0,'-4'3'273'0,"1"1"-4"0,1-2-10 0,-2 1 0 16,4 1-18-16,0-4-24 0,0 0-19 0,0 0-24 0,0 0-16 0,16-6-29 16,-2 3-33-16,5-2-43 0,8-3-49 0,2 2-59 15,3-1-76-15,-1-1-231 0,-3-1-391 0,4 4 173 16</inkml:trace>
  <inkml:trace contextRef="#ctx0" brushRef="#br0" timeOffset="68614.35">9123 8710 168 0,'-2'-3'279'0,"-1"0"-11"0,3 3-23 0,-5-6-14 15,5 4-20-15,0 2-17 0,0 0-20 0,-6-3-18 0,6 3-12 16,-12 2-14-16,6-1-13 0,-3 6-9 15,-3 0-11-15,-2 4-9 0,0 2-4 0,0 2-14 16,-3 4-8-16,5-2-5 0,-1-3-9 0,3 2 0 16,1 1-6-16,2-3-6 0,2-2-5 0,4 4 7 15,0-4-7-15,1-2-3 0,2 0-1 0,3-1 1 0,4-1 6 16,4 0 11 0,5-4 0-16,11 1-5 0,2-6 0 0,1-2-4 15,5-1-7-15,-3-5 2 0,-2 0 0 0,-3-4-2 16,-4 1 6-16,-3-3 1 0,-7 1-5 0,-2-2 1 15,-3-2-1-15,-5 0 4 0,-1-8-10 0,-4 0-3 16,-5 0-4-16,-4 0-1 0,-1 3-6 0,-7 1-3 16,-6 2-13-16,-5 3-23 0,-3 3-34 0,-4 7-41 0,-19-1-33 0,3 7-51 15,11 2-72-15,-12 2-262 0,16 2-563 0,4-3 250 16</inkml:trace>
  <inkml:trace contextRef="#ctx0" brushRef="#br0" timeOffset="71018.92">7950 6133 4 0,'0'0'173'16,"-2"-2"-3"-16,2 2 2 0,0 0-4 0,0 0-10 15,0 0-8-15,-3-3-12 0,3 3-5 0,0 0-4 16,-1-3-8-16,1 3-6 0,-2-7-12 0,2 7-2 16,0-5-5-16,0 1-3 0,0-4 0 0,2 3-7 0,-2-3 0 15,1-1 4-15,-1 0-5 0,0-2-5 0,0 1-6 0,1-3-6 16,1 1-2-16,0-3-6 0,-1 1-3 0,-1-1 23 16,3-1-10-16,-3 1-3 0,0 5-5 0,0-3 2 15,0 1-6-15,0 1-1 0,1-1-3 0,-1 4 3 16,-1 1-4-16,1 1-4 0,-3 1-8 0,2 1-16 15,-4 0-5-15,-1 4-3 0,-6 0-5 0,-8 4-1 16,-6 6-1-16,-6 0-3 16,-3 6-2-16,-12 7 2 0,-1 1-3 0,2 1 2 15,-4 4-3-15,-1-2 0 0,2 2 3 0,2-1-1 16,2 1-2-16,-2-3 5 0,15-9-3 0,0-1 1 16,4 0 0-16,1-3-3 0,8-5-2 0,3 0 3 15,1-2 2-15,3 0-1 0,3-4 1 0,1 0 14 16,0-1 30-16,2-1 19 0,6 0 36 0,-9-3-3 15,8-2-8-15,-3-2-11 0,4-3-9 0,0-1-2 0,1-2-11 0,6-4-7 16,-1 0-6-16,8-4-1 0,-2 4-5 0,-2 2-5 16,4-4 1-1,0 5-15-15,0 1-3 0,-1 1 2 0,-1 2-6 0,-1 3-9 0,0 3 8 16,3 1-9-16,-1 1-20 0,1 2 13 16,0 3 1-16,4 3-6 0,0 4 2 0,9 2-2 15,-2 3 3-15,0 2 0 0,-1 2 3 0,-1 0-3 0,0 0-1 0,1-1 5 0,-1 2 8 16,0-2-6-16,-1 1 5 0,-6-6-6 0,1-2-21 0,-2 2-7 15,0-6-7-15,-3 1-15 0,0-3-3 0,-1-3 21 16,2 1 1-16,0-1 4 0,-2-4-3 16,2-1-1-16,1-2-13 0,3-2-4 0,-2-3-21 15,0 0-23-15,-1-2-26 0,1-1-27 0,-2 0-40 0,-1-1-52 16,2 1-86 0,0 1-229-16,-1 0-595 0,0-1 262 0</inkml:trace>
  <inkml:trace contextRef="#ctx0" brushRef="#br0" timeOffset="76314.39">2912 11354 164 0,'2'-7'182'0,"-2"6"6"16,3-4 2-16,-2 1 18 0,0-3-11 0,1 3 8 16,-1-1-2-16,0-3-11 0,2 1-7 0,-2-1-11 0,0 3-17 0,3-2 2 0,-3 2-9 15,3 0-9-15,-4 1-17 0,0 0-14 16,1 0-10-16,1 0-12 0,-2 4-15 0,1-5-20 16,-1 5-39-16,0 0-41 0,0 0-19 0,0 0 4 15,0 0 2-15,-1 20 1 0,-2-2 5 0,-2 7 5 16,-2 1-1-16,1 9 4 0,-4 9 7 0,2 5-2 15,-2-1 5-15,3 4 3 0,-1-6-1 0,-1 3 1 16,1-2 1-16,4-13 2 0,1-2 4 0,0 0-3 16,2-1 3-16,1-2 1 0,0-4 3 0,0-7 2 0,1-1-2 15,-1-6-1-15,-1 0 4 0,1-1 0 0,0-3-6 0,0-2 2 16,0 3 0-16,-2-4 6 0,4-1 8 0,-4 2 6 16,2-5-7-16,0 0-11 0,0 0-12 0,0 0-25 15,-7-10-25-15,2-1-21 0,1-2-36 0,0-6-35 16,2-6-55-16,-5-6-148 0,7-2-386 0,0-5 171 15</inkml:trace>
  <inkml:trace contextRef="#ctx0" brushRef="#br0" timeOffset="76599.75">2862 11042 35 0,'0'-7'173'16,"-1"4"-16"-16,-1 0-21 0,2 3-29 0,0 0-8 0,0 0-18 0,0 0-3 0,0 0-4 15,18 14-10-15,-9-6-5 0,6 8-4 0,5 0 11 16,0 3-17-16,3 1 2 0,-1 2-2 0,2 2-5 16,-1 0 1-16,-4 1 0 0,3 1 2 0,-5-2-14 15,-5 1 1-15,1-4-8 0,-7-4-3 0,-4 0-2 16,0 3 0-16,-3-3-2 0,-4-1 1 0,-5 1 3 16,-3-2 2-16,-9 4-2 15,-1-5-1-15,-1 0-2 0,-3 3 0 0,-1-6-3 16,1-1-2-16,-1 2-2 0,-1-2 6 0,1 2-6 15,1-3-3-15,0-1-1 0,6-1 4 16,2 0 0-16,3 0-7 0,2-2-2 0,3 2 7 16,0-3-21-16,5 0-34 0,0 2-25 0,3 1-24 0,3-3-51 0,1-1-128 0,3 1-294 15,5-1 131-15</inkml:trace>
  <inkml:trace contextRef="#ctx0" brushRef="#br0" timeOffset="77193.86">3268 11712 183 0,'4'-7'333'0,"-4"4"-9"0,0-2-5 0,3 1-26 16,-3 0-24-16,1 0-24 0,-1 4-24 0,1-4-38 15,-1 4-11-15,0 0-21 0,1-2-42 0,-1 2-31 16,0 0-9-16,0 0-8 0,0 11 2 0,0 0-14 16,0 6-7-16,-3 1 0 0,3 7-6 0,-4 0-1 15,1 1-7-15,1-5 0 0,-3 4-3 0,2-6 1 0,3 1-8 16,-4-4-1-16,4-5 2 0,0 0 0 16,-1-3-5-16,1-1-2 15,1-2-2-15,-1 0 8 0,0-1 1 0,0 0 34 16,0-4 25-16,4 1-14 0,-4-1 7 0,10-9-4 15,-1 3 7-15,-1-4 4 0,4 1 2 0,0-8-27 16,2-3 6-16,1-2 1 0,-2 0-11 0,1-3-4 16,0 1-8-16,-1 4 0 0,-4 6-3 0,-2 1-8 0,-1 6 1 0,0-2-7 15,-2 4 3-15,-3 2-9 0,2-2-5 0,1 1-11 16,-3 1-31-16,-1 3-12 0,8 0 0 16,-8 0 2-16,7 8 2 0,-3-2-11 0,1 4-1 0,3 0-12 15,1 2-21-15,1 5-17 0,-1-1-25 0,1-1-37 16,2 2-51-16,-1 0-100 0,2-4-217 0,-1-1-577 15,-2-6 256-15</inkml:trace>
  <inkml:trace contextRef="#ctx0" brushRef="#br0" timeOffset="77566.22">3848 11350 116 0,'2'-6'311'0,"-2"-2"-10"0,2 2-21 15,-2 1-18-15,0 2-20 0,1-1-24 0,-1-1-25 16,0 5-28-16,3-5-39 0,-3 5-40 0,0 0-21 16,0 0-12-16,0 0-5 0,1 16-7 0,-1-5-6 15,3 5-3-15,-3 5-1 0,-3 5 2 0,2 6-6 16,1 2-2-16,0-1-2 0,-4 0 0 0,4 0-3 16,-2-3-3-1,2 1 0-15,0-3-10 0,-2-1-11 0,1-9-15 0,1 2-25 16,0-3-23-16,-3-5-29 0,2 0-34 0,1-2-48 15,0-5-199-15,0-2-408 0,0 1 181 0</inkml:trace>
  <inkml:trace contextRef="#ctx0" brushRef="#br0" timeOffset="77840.39">4076 11364 57 0,'1'-5'324'0,"0"-1"-27"0,3 3-26 0,0 0-32 16,-4 0-22-16,4 0-32 0,-4 3-24 0,0 0-21 16,0 0-18-16,6 6-14 15,-3 2-13-15,1 4-11 0,-3 0-9 0,-1 6-8 16,4 7-8-16,-3 6-1 0,4 1-7 0,-1 0-3 16,-3-2-4-16,2-1-5 0,-3 0-3 0,1-2-3 15,-1-4 2-15,3-2-8 0,-6-1 4 0,6-4-3 16,-3-3-5-16,-3-2-2 0,3 1-7 0,0-4-16 15,-1 0-9-15,-2-1-21 0,3-2-9 0,-2 1-2 16,-1-3-21-16,-2 1-31 0,-1-1-41 0,-1-2-45 0,2-1-217 16,-5-1-430-16,-2-1 190 0</inkml:trace>
  <inkml:trace contextRef="#ctx0" brushRef="#br0" timeOffset="78212.23">3589 11529 180 0,'-5'0'214'0,"5"0"-13"0,-8-3-7 0,6 0-14 15,2 3-14-15,-8-1-12 0,8 1-13 0,0 0-13 16,0 0-12-16,-6-1-9 0,6 1-12 0,0 0-5 16,0 0-12-16,0 0-5 0,0 0-7 0,0 0-8 0,0 0-8 0,0 0-2 15,0 0-4-15,21 0-6 0,-8-3-5 0,5-1-2 16,5-1 0-16,5-1-7 0,4 0-2 0,-1 5-1 16,-2-2-5-16,3 2-1 0,-4 0 6 0,0 0-10 15,-9 1 1-15,2-1-10 0,-8 2-21 16,-2 0-21-16,2 0-29 0,-5-1-34 0,-1 1-8 0,-3 3-14 15,2-4-11-15,-4 4-63 0,-2-4-111 0,0 0-335 16,-8 8 147-16</inkml:trace>
  <inkml:trace contextRef="#ctx0" brushRef="#br0" timeOffset="78719.98">4109 11473 180 0,'0'0'174'16,"0"0"-10"-16,0 0-11 0,0 0-15 0,0 0-7 16,0 0-9-16,0 0-6 0,0 0-12 0,0 0-4 15,0 0-13-15,0 0-7 0,0 0-6 16,0 0 3-16,0 0 4 0,29 3-2 0,-15-4-3 0,2 0-12 0,4 0-3 16,2-1-5-16,0 0-5 0,-2 1-5 0,0 1-4 15,1-3-6-15,-2 3-3 0,-1 0-5 0,-4 0-1 16,0-1-4-16,-2 1-2 0,-3 0-2 0,-3 1 4 15,2-2-12-15,-8 1-9 0,9 0-12 0,-9 0-17 0,6-2-11 16,-5 5-17-16,-1-3-31 0,0 0-45 16,-10 7-73-16,5-6-118 15,-4 0-348-15,3 1 155 0</inkml:trace>
  <inkml:trace contextRef="#ctx0" brushRef="#br0" timeOffset="79120.35">4634 11560 343 0,'1'-5'359'0,"1"2"-2"0,0-1-22 16,0 2 0-16,-2 2-17 0,1-8-23 0,-1 8-19 16,0-4-26-16,1 0-26 0,-1 4-28 15,0 0-13-15,3-4-27 0,-3 4-15 0,0 0-21 16,0 0-9-16,0 0-37 0,0 0-11 0,0 0-21 0,0 0-17 16,0 0-5-16,5 9-2 0,-4-1-4 0,0 0 5 0,1 1-22 15,0 3 15-15,2-2 1 0,-3 2-1 0,2 1 2 16,-3-2-2-16,2 0-14 0,0 0-14 0,0 0-17 15,-2 0-21-15,0-3-13 0,0 3-9 0,0-4-26 16,-1 1-17-16,1-2-12 0,0 0-16 0,-3-1-13 16,3 0-9-16,-2-1-17 0,-1-1-28 0,3-3-37 0,-10 0-184 0,10 0-470 15,-13-6 207-15</inkml:trace>
  <inkml:trace contextRef="#ctx0" brushRef="#br0" timeOffset="79267.45">4564 11398 166 0,'0'-13'286'0,"3"3"0"15,-2-1-5-15,1 1-14 0,-1 3-13 0,1 0-28 16,-1 2-14-16,-1-1-25 0,3 1-22 0,-2 0-17 16,-1 1-25-16,5 3-31 15,-2-1-40-15,-3 2-27 0,0 0-39 0,10 7-39 16,-4-1-37-16,-2 4-44 0,-1-1-84 0,-2 1-160 16,0 3-408-16,-1-1 182 0</inkml:trace>
  <inkml:trace contextRef="#ctx0" brushRef="#br0" timeOffset="80200.89">4799 11598 48 0,'0'0'422'0,"3"-2"-35"0,-3 2-43 0,0 0-31 16,0 0-31-16,5-2-34 0,-5 2-25 15,0 0-24-15,0 0-27 0,0 0-26 0,0 0-11 16,5 7-11-16,-5-1-11 0,1 2-9 0,-1 1-17 16,0 3-6-16,0 5-7 0,-1-1-11 0,1-4-12 15,-3 3-11-15,2-6-16 0,0 3-14 0,1-4-8 16,0-1-14-16,0 0 5 0,1-2-1 0,-1-1 3 16,-1-1 3-16,1 1 3 0,0-4 22 0,0 4 8 15,0-4 1-15,0 0-3 0,14-8 3 0,-8 0 2 0,4-1 1 0,3-6 1 16,-1 4-7-16,3-5-3 0,3-3-8 0,-3 5 7 15,-2-1-3-15,1 0-4 0,-4 4-5 0,-1 1-6 16,1 3 6-16,-3 2-3 0,-3-1 4 0,1 2-12 16,-4 0-4-16,3 2-7 15,-4 2-7-15,10 0-7 0,-10 0 8 0,9 6-1 16,-1 4-13-16,-3-2-2 0,9 3-2 0,-3 3-7 0,2 0-7 0,1 2-10 0,1-2-9 16,3 5-11-16,4-1-10 0,-2-3-10 0,-3-3-8 15,6 2-9-15,-1-4-8 0,-3-3-5 0,2-4-5 0,-1 0 1 16,-3-4 0-16,-1 1 13 0,-3-4 17 0,-1-1 8 15,0-3 36-15,1-4 21 0,-8 2 27 16,4-2 29-16,-3-5 38 0,1 2 5 0,-2-2 5 16,-1 1 7-16,-2-1 10 15,2 1 9-15,-4 1 2 0,3 4 3 0,-2-1 6 16,-1 2 0-16,0 3-12 0,1 1-16 0,-2 1-7 16,2-1-4-16,-1 1-9 0,0 1-19 0,0 0-26 15,0 4-28-15,0 0-4 0,0 0-1 0,0 0 2 16,0 0-6-16,-5 12-3 0,5-5 0 0,-1 0-11 0,1 4-5 15,-3-1-8-15,1 2-5 0,4 3 2 16,-4-4-4-16,7 0-4 0,-4 0 0 0,-1 0 4 0,4-1 4 0,-3-2 7 16,3-2 3-16,0-2 5 0,1 1 6 0,-1-2 2 15,1 0 3-15,0-3 3 0,3 0 2 0,-8 0 5 16,11-3-1-16,-2 2 4 0,-2-2 8 0,-1 1-5 16,1 0-1-16,1 1 4 0,0 0 2 0,0-2 2 15,-3 3-2-15,4 1 1 0,1 2-1 0,-2 1 1 16,1 4 4-16,2 1-1 15,-2 5 1-15,1 2 3 0,0 7-4 0,2 2-1 16,-2 1 6-16,0 3-2 0,-2 1 1 0,-4 0 0 16,1 2 0-16,-5 0 0 0,0 4-2 0,-5 9 2 15,0-11 2-15,-3 11-4 0,-7 1 2 0,2-13 2 16,-9 10 0-16,4-12-2 0,1-1 2 0,-5-1 2 16,1-4-5-16,-2-4 3 0,-1-1 3 0,1-4 2 15,5-6 4-15,-1-2 9 0,-4-4 19 0,1-3 5 0,2-3 8 0,-7-9 2 16,2 0 21-16,8-1 16 0,-1-6 35 0,4-4 1 15,4-2-2-15,6-5-18 0,9-5-1 16,5 3-13-16,15-17-9 0,5 1-9 0,25-21-14 0,0 1 0 16,5 0-13-1,3 6-1-15,-1-1-4 0,5 6-6 0,-21 18 18 0,1 3 22 16,0-6 19-16,-3 11 14 0,-2 3-15 16,-14 9 25-16,-6 1 3 0,-3 6-8 0,-3 2-8 15,-5 1-5-15,-2 2-15 0,-3 3-3 0,3-5-13 0,-4 7-16 16,-1-2-43-16,-1-2-44 0,-3 5-62 15,0 0-40-15,0 0-19 0,-11 9-58 0,-5 3-62 16,-10 1-135-16,3 2-239 0,4-4-698 0,0-3 308 16</inkml:trace>
  <inkml:trace contextRef="#ctx0" brushRef="#br0" timeOffset="82105.38">7034 11321 219 0,'0'-11'259'16,"-1"2"-10"-16,2-2-8 0,-1 6-24 0,0-1-23 0,0 0-14 15,0 2-20-15,0 0-12 0,0 4-25 0,0-5-34 0,0 2-32 0,0 3-33 16,0 0-5-16,0 0-5 0,0 0-3 16,8 15 3-16,-6-6-6 0,2 2-3 0,1 0 5 15,3 4-2-15,-2 2-2 0,3-1 2 0,0 0 0 16,0 2-2-16,0-2 3 0,0-2 1 0,1 0-4 15,-5-4 0-15,3-1 6 0,-3 0-6 0,0-4-1 16,3 1 6-16,-2-3-6 0,2-2 7 0,0 0-2 16,-1-3 5-16,3-4 8 0,-1 1 8 0,1-1 17 15,-1-4 5-15,-2 2 2 0,2-2 10 0,-2-1 3 0,-1 1-2 0,-1-2 4 16,0-1 0-16,0 0-8 0,0 3-4 0,1 0 8 16,-3 0-8-16,0 2-6 0,-1 3-7 15,1 0-5-15,-1 0-13 0,0 2-23 0,-2 3-30 16,2-4-41-16,-2 4-12 0,0 0 4 0,3 11 7 0,-2 0 13 15,-2 4-3-15,1 3 8 0,0 13 4 0,-2 3 6 16,1 13 9 0,-1-1-2-16,-2 3 5 0,2-3 5 0,-1 3 3 15,-4-3 2-15,2-9 1 0,0 7 3 0,1-10 2 16,-1-1 1-16,0 0 4 0,0-5-4 0,-1-3-2 16,-1 0 4-16,2-8 0 0,-2-2 6 0,1-3-8 15,0-3 10-15,-2 0-1 0,0-4 0 0,-2 0 3 16,-4-4 0-16,1-4-2 0,-3-1 6 0,-1-6 10 15,-2 2 5-15,1-4 17 0,0-7 6 0,0-5 10 0,5 0 7 0,1-1 1 16,3-6-5-16,5 1 1 0,3-3-3 0,3-1-11 16,3-3-4-16,8-6-1 0,-1 7-7 0,1 3-3 15,6 3-2-15,0 0-1 0,0 7-2 0,1 3-6 16,2 1-1-16,0 2-3 0,1 0-2 0,-4 9 0 16,-4 0-3-16,1 0 0 0,-5 3-2 0,2 1-1 15,-3 1-7-15,-5-1 5 0,2 3-3 0,0-2-13 0,-3 2-18 0,1 0-13 16,-5 1-16-16,0 0-9 0,13 2-11 0,-12 2-1 15,2 3-6-15,-3 0-9 0,0 1-5 0,-3 3-28 16,2-1-41-16,-3 0-223 0,3 2-426 0,-3 0 189 16</inkml:trace>
  <inkml:trace contextRef="#ctx0" brushRef="#br0" timeOffset="82356.72">7741 11685 102 0,'2'-1'300'0,"-2"1"-24"0,1-4-22 16,-1 4-24-16,0 0-17 0,3-4-24 0,-3 4-21 0,0-4-24 15,0 4-24-15,0 0-19 0,0 0-15 0,0 0-7 16,0 15-10-16,-3-5-7 0,0 1-3 0,-3 6-8 15,1-2-8-15,-3 10-5 0,1-5-20 16,-1-3-19-16,-1 6-25 16,1-5-34-16,-3 1-32 0,2-4-38 0,-1-1-85 0,4-4-132 15,-1-4-375-15,6 1 166 0</inkml:trace>
  <inkml:trace contextRef="#ctx0" brushRef="#br0" timeOffset="83120.11">8123 11361 183 0,'3'-10'277'0,"-1"5"-5"0,0-6-8 0,1 5-10 0,1-2-13 16,-3 1-14-16,2 3-5 15,-1-2-17-15,-1 3-14 0,1-1-16 0,-1 0-23 16,-1 4-14-16,3-4-6 0,-3 4-30 0,3-4-22 16,-3 4-24-16,2-3-26 0,-2 3-12 0,0 0 4 0,0 0-14 0,7 11-2 15,0-3 1-15,-1-1-3 0,-2 3-3 0,6 2 1 16,-1 5 0-16,0-4-1 0,-3-2-7 15,3 3-8-15,4-1 0 0,-4-1-6 0,-1-4-1 16,-2 0 1-16,3 1-1 0,-1-2 4 0,-2-2-1 0,-2-1 5 16,5-2 3-16,-3-2 0 0,3-2-1 0,0-1 0 15,-1 2 5-15,2-6 0 0,-4 3 1 0,2-3 5 0,-1 0 8 16,-2-2 2-16,2-1 5 0,-2 3 5 0,-1-4 6 16,1 2 4-16,-2 2 6 0,0 5-5 0,0-5 4 15,1 1-6-15,-1 2-3 0,-1 1-3 0,-2 3-7 16,1-5-17-16,2 3-26 0,-3 2-15 0,0 0 3 15,0 0 0-15,5 10 7 0,-1 1 2 0,-4 7 0 16,4 0 6-16,-3 14 5 16,3 4 0-16,-5 8 2 0,-3 2 4 0,4 0-2 15,-4 0 7-15,0 3-4 0,0-13 2 0,-1 0 2 0,0-1 0 0,0-1 0 16,-3-2 1-16,2 0 3 0,-2-3-1 0,-2-4 0 16,0-1-4-16,-2-10 5 0,0 3-1 0,1-5 1 15,1 1 0-15,-3-6 1 0,3-1-2 0,-1-1 1 16,-2-3 2-16,0-2 1 0,-1-1 1 0,0-6 4 15,-4-1 20-15,5-2 10 0,-2-4 11 0,5-1 12 16,0-2 0-16,3-8 9 0,3 0 3 0,3-5-12 16,4-4-11-16,4 1-3 0,6-13-10 0,11 2 3 15,-6 1-3-15,1 11-2 0,3 2-7 0,9-8 3 16,-12 16-5-16,5-1-2 0,-1 1 1 0,1 4-5 16,2 3-1-16,-3-1 1 0,-5 5-5 0,-4 3 4 15,-4 2-1-15,-1 1 1 16,-1 2-4-16,-3 0-5 0,2 0 6 0,-1-1-4 15,-3 2-2-15,1-1-1 0,-1 0-8 0,-3 3-13 0,5-1-16 16,-5 1-21-16,3-1-24 0,-3 1-18 0,0 0-18 16,0 0-32-16,0 0 12 0,0 0 11 0,0 0-14 0,0 0-25 0,0 0-43 15,0 0-213-15,0 0-452 0,0 0 200 0</inkml:trace>
  <inkml:trace contextRef="#ctx0" brushRef="#br0" timeOffset="83429.77">8805 11078 127 0,'1'-2'320'0,"3"-2"-12"0,-4-1-13 15,0 5-17-15,0-5-32 0,0 5-21 0,4-2-21 0,-4 2-24 0,0 0-18 16,0-3-16-16,0 3-19 0,0 0-29 0,0 0-32 16,0 0-21-16,0 0-7 0,0 0 0 0,-8 14-7 15,3-5-12-15,-3 7-27 0,-4 1-26 0,-2 5-36 16,-5 1-45-16,-3-1-58 0,3 4-253 0,-3-3-461 15,5-1 205-15</inkml:trace>
  <inkml:trace contextRef="#ctx0" brushRef="#br0" timeOffset="83808.5">8943 11622 93 0,'3'-3'297'15,"-3"3"-35"-15,0 0-26 0,0 0-18 0,0 0-29 0,0 0-26 0,0 0-22 16,0 0-13-16,5 10-13 0,-5-4-12 0,-3 3-10 16,1 2-13-16,-5 5-3 0,1 1-10 0,-3 7-21 15,-1 0-37-15,-4-1-41 0,-2 1-57 0,2-2-116 16,1-6-128-16,2-1-359 0,6-5 160 0</inkml:trace>
  <inkml:trace contextRef="#ctx0" brushRef="#br0" timeOffset="85495.66">9408 11376 132 0,'3'-9'230'0,"-2"-3"-18"16,2 3 0-16,0-2-10 0,0 2-11 0,2 1-2 15,-3 1-15-15,1 1-11 0,0-1-10 0,-3 3-18 0,2 0-14 16,0 0-13-16,-1 2-14 0,-1 2-9 0,2-4-17 16,-2 4-15-16,4-1-9 0,-4 1-6 0,0 0-5 15,9 10-5-15,-3-4-1 0,2 4-5 0,-3-1 1 16,1 2-5-16,6 3-3 0,-3 2-5 0,4-2 2 16,-2 3-2-16,2-2 3 0,1 1-1 0,-1-4-1 15,-4-2-3-15,4 2 5 16,-4-7-6-16,1 3-2 0,0-1 4 0,-1-5-3 15,-1 0 6-15,3-2-5 0,-2-2-1 0,2-2 0 16,-1-1-1-16,-1-2 8 0,2-2 6 0,-2 0-1 16,0-4 5-16,-3-3 11 0,2 2 9 0,2-1-4 0,-5 1 2 0,2 1 3 15,-3 3 0-15,2-4 7 0,-1 5 4 0,-1 0 3 16,0 1-10-16,0 1-6 0,-3 0-2 0,1 3-8 16,0 2-27-16,-1-1-20 0,2 1-30 0,-3 2-8 15,0 0-4-15,5 7 3 0,-4 0 6 0,3 5 4 16,-3 5 3-16,-1 11 3 0,0 2 4 0,0 5 6 15,-5 15 5-15,0 5 4 0,0-3 2 0,-3 4 0 16,-1-3 3-16,-2 1-1 0,-1-4 3 0,3 1 2 16,-5-3-2-16,5-14 3 0,-3 1 2 0,1-2 1 15,-3 0 1 1,-1-4-1-16,1-1-4 0,-4-4 7 0,1-3-3 16,4-5 5-16,-2-2 0 0,0-3-1 0,-3-1 2 0,5-1 1 15,0-5 1-15,-2-2 1 0,2-2 3 0,-6-5 3 0,0-2-1 0,4 0 6 16,-3-6 4-16,2 1 14 0,2-2 8 0,1-1 3 15,0-9 12-15,5 7 4 0,3-8-8 0,5-4-6 16,1-2-2-16,7-2-7 0,3 0 1 16,10-10-5-16,2 0-2 0,3 4-5 0,-4 10-8 15,11-9 4-15,-6 13 0 16,0 5-3-16,1-1-2 0,3 1-4 0,-3 2-2 0,1 3 4 16,0 2-5-16,-4-1 2 0,2 2-4 0,-12 4 6 15,-2 2 2-15,-4 3 1 0,1-1-1 0,-1 0 2 16,-5 0-7-16,1 3-1 0,0-3 3 0,-1 1-5 15,0 3-3-15,-4 0 9 0,5-2-16 0,-5 2-5 0,4-3-11 0,-4 3-12 0,0 0-13 16,0 0-21-16,0 0-13 0,0 0-11 0,0 0-19 16,0 0-24-16,0 0-29 0,0 0-40 0,-13 13-68 15,7-10-163-15,6-3-467 0,-8 2 208 0</inkml:trace>
  <inkml:trace contextRef="#ctx0" brushRef="#br0" timeOffset="85796.1">10162 11168 129 0,'1'-4'299'0,"3"2"-12"0,-4 0-18 16,3-2-22-16,-3 4-23 0,2-3-24 16,-2 3-22-16,4-5-24 0,-4 5-8 0,0-3-21 15,0 3-32-15,0 0-26 16,0 0-27-16,0 0-4 0,0 0-4 0,0 0-5 16,-5 18-2-16,1-8-8 0,-5-1-25 0,-1 6-22 15,1-1-26-15,0 0-20 0,-5 1-25 0,3-2-36 16,0-1-74-16,1-1-119 0,2-1-357 0,1-2 158 15</inkml:trace>
  <inkml:trace contextRef="#ctx0" brushRef="#br0" timeOffset="85996.26">10327 11115 211 0,'3'-5'301'0,"-1"0"-28"16,1 3-28-16,-1-1-28 0,-2 3-28 0,5-2-29 15,-5 2-19-15,0 0-19 0,1 9-16 0,-1 2-13 0,0-1-6 0,-3 8-10 16,-4 8-5-16,-2-1-5 0,-1 4-8 0,-3 0-18 16,-2 2-54-16,-3 1-60 0,1-6-61 0,-2 6-240 15,-1 0-405-15,6-10 180 0</inkml:trace>
  <inkml:trace contextRef="#ctx0" brushRef="#br0" timeOffset="86713.27">11748 11489 292 0,'4'-10'303'16,"-3"2"-3"-16,4 1-13 0,-1-2-13 0,0 2-10 0,-2 2-11 15,1-2-8-15,-1 3-34 0,0-1-13 0,-1 1-22 0,0 0-26 16,2 3-12-16,-3 1-20 0,0 0-28 0,2-5-25 16,-2 5-7-16,0 0-17 0,6 10-12 15,-4-1-6-15,2 5 0 0,-3 1-4 0,0 4 8 16,-1 8-15-16,2 0 2 0,-1 2-1 0,-1-2-4 0,-1 2 2 16,-1-2 3-16,1-6-7 0,-3 2 3 0,1-3-4 0,0-4-6 15,2-3-6-15,-3-1-30 0,0 0-12 0,1-4-8 16,1-1-15-16,-1 0 0 0,2-2 10 0,-2-2 6 0,1 1-10 15,2-4-49-15,-9 0-36 0,9 0-68 0,-9-8-238 16,4 1-492-16,0-3 219 0</inkml:trace>
  <inkml:trace contextRef="#ctx0" brushRef="#br0" timeOffset="86867.59">11748 11326 242 0,'0'-15'246'16,"1"2"-11"-16,0 1-12 0,1 2-8 0,-1 1-13 0,-1 2-21 15,3-1-16-15,-1 3-15 0,-1 0-16 16,-1-2-16-16,0 5-11 0,3-2-43 0,-3 4-24 16,5-3-25-16,-5 3-28 0,0 0-25 0,0 0-31 0,9 7-37 0,-5-5-40 15,-3 5-182-15,-1-2-355 0,1 3 157 0</inkml:trace>
  <inkml:trace contextRef="#ctx0" brushRef="#br0" timeOffset="87937.5">12001 11443 119 0,'0'0'298'0,"9"-3"-32"15,-9 3-32-15,0 0-28 0,0 0-21 0,5 4-19 16,-4 0-14-16,2 1-17 0,-1-1-13 0,1 7-18 0,-2 0-6 0,0 7-10 15,1-1-6-15,-1 2-8 0,-2 0-7 0,-2 5-3 16,-1-4-7-16,3-1-11 0,-2-2-3 0,1-6 5 16,1 0-16-16,-2-1-1 0,3-3 0 0,-1 1-1 15,-1-3-1-15,2-1 4 0,-1 1 40 0,1-5 29 16,0 5 25-16,0-5 7 0,0 0-20 0,0 0-15 16,9-9-18-16,-2 1 5 0,0-3-13 0,6-4-13 0,1 0 0 0,5-4-8 15,-2-1-5-15,2-1-8 0,3 1-6 16,-7 6 1-16,-1-1-5 0,-1 2-2 0,-4 6-7 0,1 0 2 15,-2 3-13-15,-3 0-9 0,1-1-14 0,1 3-6 16,0 2-4-16,1 1-2 0,2 5-8 0,3 0-2 16,1 6-2-16,-1 0 4 0,-3 4 1 0,4 0 1 15,-1-2 0-15,1 0-13 16,-1 1-3-16,-2-1-12 0,3 0-11 0,-1-2-2 16,-4-2-8-16,5-1 5 0,-4-1 8 0,2-4 1 15,-2 0 6-15,0-1 6 0,2-3 2 16,-6-4 11-16,3-3 3 0,0-2-1 0,1 0 10 0,-1-5 5 15,0-1 13-15,-3-3 17 0,2 0 8 0,0-7 13 16,-3-2 11-16,4 2 9 0,-3-3 1 0,-1 2 12 16,6-1 5-16,-1 0 2 0,-1-4-6 0,0 3 4 0,-1-1-11 0,2 3 2 15,-4 9 8-15,-1 0 8 0,2 3-8 0,-4 5-14 16,1-2 7-16,-1 5-9 0,-1 2-9 0,0-3-21 16,-1 3-36-16,1 3-37 0,-2 1-1 0,0 0 4 15,6 6 6-15,-5 6 5 0,-1 3 0 0,-1 4 7 16,1 9 9-16,-6 0-4 0,3 3 3 0,-3 1 3 15,0 1 6 1,2-1 1-16,-1 1 2 0,0-1 5 0,1-3-2 16,-1-4 4-16,4-7-1 0,-4-1-2 0,4-5-3 15,-2-2 6-15,-1 0-2 0,4-3 0 0,-1-2 4 16,-2 0 3-16,2-3 2 0,1-2 2 0,-9-1-3 16,9 1 5-16,-14-10-3 0,6 2 0 0,-1-1-1 15,-6-2 2-15,3-2 1 0,1-3-1 0,-2 5 1 16,-1-5 0-16,-4-5-4 0,4 8 1 0,0 2 0 0,1-1-2 0,-1 1 3 15,5 5 5-15,2-2-6 0,-3 1-3 0,3 2 2 0,3 1 1 16,-1 0-3-16,1 3-11 0,4 1-8 0,-6-5-3 16,5 2 3-1,1 3 2-15,0 0 2 0,11-2-2 0,2 0 5 0,10 2 1 0,8 0 1 16,3 0 3-16,7 0 5 0,10-1-8 16,4 1-1-16,5-1-1 0,1-2-3 0,2 0 4 0,1 2-3 0,-1-2 1 0,-1 1-1 15,-6 1 6-15,-2-4-3 0,-17 3 8 0,0-1-6 16,-5-1 3-16,-5 2-1 0,-8-1 1 0,-6 0 15 15,0 2 13-15,-4-2 17 0,-2 2-1 0,-1-1-2 16,1 0-4-16,-3 0-2 0,-4 2-8 0,4-3 1 16,-4 3-3-16,0 0-1 0,0 0-3 0,-15-7 2 15,8 9-6 1,-3 2 1-16,-3 0-3 0,-2 0-2 0,-3 5 0 0,1-1-4 16,-2 2 0-16,2 2 7 0,-7 5-7 0,10-5-3 15,-6 10 1-15,4-8 0 0,5 2 6 0,-1 1-8 16,3-2 3-16,3 3-1 0,-1-2-1 0,5 0 3 15,1-4 0-15,1-2 3 0,1 1-1 0,1-4 2 16,4 3 4-16,1-6 7 0,6 0 10 0,5-1-3 16,2-3 1-16,2-2 7 0,5-5-2 0,0 0 2 0,-8 0 9 0,5-7 1 15,-7 3-2-15,3-6-8 0,-5 4 4 0,-2-2-4 16,-4 0-5-16,-1-1-1 0,-2-1-1 0,-2-1-9 16,-6 3-1-16,-1-1-14 0,-4-1-20 0,-2 3-28 15,-6 2-33-15,-2 1-27 0,-9 2-27 0,-3 5-51 16,-1 0-66-16,1 2-217 0,-2 3-508 0,9 0 225 15</inkml:trace>
  <inkml:trace contextRef="#ctx0" brushRef="#br0" timeOffset="88817.02">14362 11503 28 0,'0'0'129'0,"0"0"-12"15,0 0-9-15,0 0-10 0,0 0-4 0,0 0-4 16,0 0-17-16,0 0 5 0,0 0-11 0,0 0 22 0,0 0 9 15,0 0-6-15,25-1-6 0,-15-1 1 0,4-1-10 0,4-2-6 16,2-1-8-16,7 0-1 0,0-1-6 16,-2-1-2-16,1-3 5 15,1 1 1-15,-2-2-7 0,0 2 1 0,-6-2-1 0,5 0-2 16,-6 0-4-16,-4 2 1 0,0-2 0 0,-4 1-4 16,-1 4-3-16,0-4-7 0,-5 2-4 15,1 1-3-15,-2 0-2 0,-3 1-12 0,-3-1 3 16,-2 3-1-16,-4 0-4 0,-1 1 0 0,-7 0-3 0,-2 3 0 15,-4 4-1-15,3-2 0 0,-9 4 0 16,-1 2-2-16,3 2-4 0,-2 2 1 0,-1 2 0 16,6 2-6-16,1-1 5 0,6-1-5 0,2 0 1 15,2-1 0-15,2 1-3 0,3-1 1 0,3-2-3 16,0 2 5-16,5 3 1 0,2-4 5 0,7 3-1 0,7-1-2 0,9 0 7 16,5-1 0-16,5-3-4 0,19 0 2 0,6-8-1 15,5 2-2-15,-1-4 0 0,1-2 2 0,-2 1-24 16,-3 3-24-16,-5-6-36 0,-18-2-44 0,1 2-44 15,1-5-177-15,-5 3-374 0,-2-1 165 0</inkml:trace>
  <inkml:trace contextRef="#ctx0" brushRef="#br0" timeOffset="90573.45">15409 11305 261 0,'0'0'285'0,"1"-4"-18"0,2 1-16 16,-3 3-19-16,2-4-16 0,-2 4-23 0,0-4-15 15,0 4-20-15,4-1-17 0,-4 1-17 0,0 0-12 16,0 0-11-16,0 0-19 0,0 0-20 16,0 0-10-16,0 0-16 0,0 0-9 0,4 9-4 15,-3-2 1-15,-2 2-9 0,1 3-1 0,-1 8 2 0,-2-2 0 16,2 2-4-16,-2 6-2 0,3 3 1 0,-2-4 1 0,-1 1-3 15,2 1-1-15,-3-2 1 0,4-7-2 0,-1 1-2 16,1-2 1-16,-3-6-4 0,3 1 4 0,0-1-1 0,0-1 10 16,0-3-10-1,0-1-1-15,-1 0 5 0,2-1-1 0,-1-1 14 0,0-4 21 16,0 4 34-16,0-4 30 0,3 4 23 0,-3-4-5 16,0 0-8-16,0 0-17 0,-4-14-10 15,4 6-5-15,-1-3-11 0,1 0-9 0,-4-8-14 16,1-8-33-16,-2-1-24 0,1 0-13 0,-1-2-18 15,-4-1-8-15,0 1-6 0,0 1 1 0,-3 0 1 16,-1 2 5-16,-2 3 10 0,-1 4-6 0,1 5 6 16,-1 2 4-16,-7-1 2 0,7 3 9 0,-6 5-9 15,3 1 5-15,-4 2 2 0,1 3-2 0,1 3 4 16,0 1 0-16,1 1-5 0,2 4 5 0,2-1 1 0,1 5-3 0,5-1 11 16,-2 1-10-16,6 1-4 0,2-3 5 0,2 4-2 15,3 2-1-15,4 0 5 0,4-1 9 0,5-1-6 16,5 2 3-16,4-2 2 0,5-2 0 0,4-1 1 15,0-6-2-15,5 1-5 0,1-7-9 0,2 4-3 16,1-6 0-16,-1 0 8 0,-1-4-2 0,-3-1 4 16,1-4 0-16,0 1 2 15,-5-2 3-15,-3-4 3 0,-1-2 6 0,-3 3 15 0,-2-4 5 16,-1 2 7-16,-10 3 23 0,2-1 9 0,-2 1 7 16,-1 0 5-16,-3 3 13 0,0 4 20 15,-2-3-7-15,-2 5 7 0,2 1-16 0,-3-1-7 16,-1 2-5-16,2-1-16 0,0 2-2 0,-3-1-14 0,-1 3-8 15,4-3-30-15,-4 3-20 0,0 0-12 0,0 0 6 16,5 8 4-16,-5-1-5 0,3 0 7 0,-3 3 1 16,0 2 1-16,0 5 1 0,0 0 5 0,-3 1-3 15,3 0 6-15,0 0-1 0,0 0 4 0,3-1-3 0,-3-5 1 16,0 0 5-16,1-3 0 0,4-1 1 0,-5-1 2 16,0-1 4-16,2 1 2 0,-2-6 0 0,2 3 8 15,-2-4 24-15,5 3 8 0,-5-3 4 16,11-2-8-16,-3-3-4 0,1 0 8 0,3-2-15 0,2-3-5 0,0-2-1 0,1-1-7 15,-1-1 2-15,5-2-9 0,-2-5 3 0,-3 5 0 16,-2 2-9-16,-1-1-2 0,-2 7 5 0,0-3-5 31,-5 2-4-31,1 5-3 0,0-1 2 0,0 1-2 0,-4 0-10 0,2 0-27 16,-2 2-31-16,-1 2-26 0,0 0 1 0,0 0 11 16,0 0 7-16,9 7 10 0,-5-3 5 15,-2 4 11-15,2-1-3 0,4 4 4 0,-3-1 1 16,8 3 12-16,1-1-6 0,3-2-2 0,5 4-5 15,3-2-4-15,-5-5-4 0,8 4-11 0,3-5 0 16,-4-3 3-16,1 1-1 0,2-3 14 0,-1-3 4 16,-2-4 3-16,-7 2 6 0,-3-2 6 0,1-1 2 15,-5-3 12-15,-2 2 24 0,-2 0 31 0,-3-2 1 16,-2 0-3-16,1-2-2 0,-3 2 0 0,-2-2-7 0,-2 0-9 0,2 3 0 16,-6-1-3-16,2 0-1 0,0 5 1 0,-1-2-6 15,-4 3 1-15,-3 1-2 0,1 0-2 0,-4 3-3 16,3 3-1-16,-5 0 1 0,4 4 0 0,-1 0 0 15,-3 1-2-15,3 1 2 0,-1 2-2 0,3 1-1 16,-2 2 0-16,5 0 2 0,-2-2-2 0,3-2-2 16,4 0 8-16,-1 2-8 15,1-6 0-15,-1 5 2 0,4-6 3 0,-2-1-2 16,3 1 4-16,0-1 2 0,0-4-1 0,7 3 1 16,-1-3 1-16,-6 0 2 0,19-4 0 0,-9-1 9 15,3-2 3-15,5-1 2 0,-1-1-4 0,1 0-3 16,1-2-2-16,-1-2-2 0,0 3 2 0,-2-1-3 15,1 0 1-15,-1 3-4 0,-5 1 2 0,0 1 5 16,-1 0-7-16,-2 0-4 0,-3 5 0 0,0-3-4 0,3 2 3 0,-3-1-3 16,0 2-3-16,0-1-4 0,-5 2-3 0,17 4-4 15,-11-2 3-15,3 1-10 0,0 1 4 16,3 2-6-16,-1 0-4 0,1 0 3 0,2 0 2 16,1 2-5-16,2-2-5 0,-2-1-7 0,-1-2 1 15,0 0-5-15,0-1-7 0,-1 0-3 0,5-4 3 0,-5 1-1 16,-2-3 6-16,1 1 6 0,-1-4 4 0,1-2 3 0,-5 1 8 15,5-5 0-15,-2-2 8 0,-1 1 13 0,-1-3 12 16,-1 0 16-16,1-10 8 0,1 4 4 0,-1-3 5 0,2 0 8 31,-1-3-6-31,1-2 6 0,1 5 0 0,1-2-3 0,-2 1 9 0,-1 4 5 16,0 6 2-16,-4 1 7 0,-1 7-4 0,-1 2-9 16,0-2-9-16,1 4-3 0,-1 1-8 15,-1 0-16-15,1 2-37 0,-3 2-14 0,0 0 1 16,0 0 4-16,6 15 4 0,-6-1-1 0,2 6 1 15,-5 6 6-15,-1 5 0 0,2 2 8 0,-5-2-5 16,3 2 3-16,1-1 1 0,-4-2-1 0,2 1 0 16,-3-3-2-16,4-4 5 0,-2-5 0 0,5-3 1 15,-3-4-1-15,0-2 0 0,3 0 1 0,-3-3 1 16,4-1 0-16,-3-2 0 0,3 0 4 0,-1 0 8 0,-3-2-6 0,4-2 1 16,-5 0 1-16,5 0 1 0,-14-3 0 0,9-2-3 15,-5 0 3-15,1-1 5 0,-1 0-6 0,1 0-3 16,-3-2 1-16,2 1-1 0,1 1-2 0,0-1 4 15,3 3-2-15,-1-1 5 0,2 1 1 0,3 1-1 16,-2 1 9-16,0-2-6 0,4 4-4 0,-2-5 2 16,2 5-3-1,12-4-1-15,-1 1 1 0,9-1-3 0,1 0 3 0,7 2-5 16,1-2-3-16,3-2-4 0,2 4 2 0,-2 2 1 0,1-3-2 16,1-1 3-16,0 2 1 0,-2-4 1 15,0 4-2-15,-4-1 0 0,-5 0 0 0,-3-1 1 16,-7 1 11-16,0 2 13 0,-1-2 12 0,-3 0 13 15,-2 3 2-15,0-1 0 0,-1 1 0 0,-1-1-6 0,-5 1-6 16,5-3-1-16,-5 3-8 0,8 0-5 0,-8 0-6 0,0 0-4 16,5 4-1-16,-5-4-5 0,4 1 1 15,-4 4-4-15,1 0-2 0,2 1-2 0,-3-1 1 16,2 4 0-16,-2-2-3 0,2 2 10 0,-2 0-16 16,2 2-2-16,-2-2-6 0,0 1-6 0,0 0-23 0,0-3-26 15,0 3-23-15,0-4-30 0,0 1-23 16,-2 0-24-16,0-1-34 0,2-1-47 0,0 1-143 0,-5-5-430 0,2 1 191 15</inkml:trace>
  <inkml:trace contextRef="#ctx0" brushRef="#br0" timeOffset="90705.02">17305 11012 149 0,'0'-11'255'0,"4"2"-18"0,-4-1-17 0,0 4-20 16,1 2-23-16,-1-1-16 0,4-1-21 0,-4 5-32 15,0 1-25-15,5-3-21 0,-5 3-27 0,0 0-27 16,14 6-41-16,-7-2-61 0,-1 1-191 0,3 1-309 16,0 1 137-16</inkml:trace>
  <inkml:trace contextRef="#ctx0" brushRef="#br0" timeOffset="91092.46">17824 11035 152 0,'-6'-2'149'15,"-1"1"-15"-15,-3 2-7 0,0 1-5 0,-3 4-15 0,0 0-12 16,-4 5-5-16,1-2-6 0,-6 8-9 0,2 0-10 16,1 1-3-16,4-2-10 0,-2 2-2 0,5-3-2 15,1-1-8-15,3 1-2 0,0 0-9 0,2-1 13 16,1-1-13-16,5-2 3 0,-1 1-1 0,1-2-8 15,2 0 18-15,6-3 21 0,1-1 13 0,1 0 1 16,5-2-4-16,2-3-6 0,2 0 4 0,3-1 4 0,-3-2-1 16,1-2 1-16,-2 0 0 0,0-4 7 0,-4 1-11 15,2-3-4-15,-2 0-5 0,-3-2-7 0,-2-3-6 0,-5 5-3 16,3-5-8-16,-3-2-3 0,-1-2-7 16,-4 2-6-16,-1 2-4 0,-2-2-8 0,-3 2-15 15,1 5-7-15,-7-1-9 0,-4 1-12 0,3 3-8 16,-4 2-13-16,0 2-10 0,-1 0-20 0,-1 3-6 0,4 1-22 0,1 1-13 15,3 1-38-15,2 3-201 0,-1-1-395 0,4 1 175 16</inkml:trace>
  <inkml:trace contextRef="#ctx0" brushRef="#br0" timeOffset="91427.82">18056 11122 295 0,'4'-3'403'0,"0"2"-17"16,0-3-23-16,0 3-24 0,-1-2-37 0,-3 3-34 15,6-3-26-15,-6 3-24 0,5-2-28 0,-5 2-28 16,0 0-42-16,0 0-31 0,8 0-33 0,-8 0-15 0,0 7 1 0,-3-1-8 16,2 2-14-16,-3 2-10 0,1 1-1 0,-2 0 3 15,2-1-16-15,-1 0-13 0,1-5 1 0,2 4-3 16,0-4 10-16,-2-2-4 0,3 1 4 0,-1 1 11 15,1-5 12-15,0 0 9 0,6 2-3 0,-6-2 9 16,15-7 0-16,-3 3 3 0,2-2-1 0,1-1 3 16,3-1-9-1,-2 0 22-15,1 2-18 0,-3-1-1 0,-1 4 0 0,-1-1-9 16,-2-1 5-16,0 3-8 0,3 1-5 0,-3 0-1 16,2 1-1-16,-1 1-6 0,3 2-13 15,2 2-10-15,0 4-23 0,-2 0-42 0,0 1-50 0,-4 1-69 0,0-1-143 16,0-1-176-16,-3-1-565 0,1-2 250 0</inkml:trace>
  <inkml:trace contextRef="#ctx0" brushRef="#br0" timeOffset="92314.79">19581 10882 218 0,'0'-3'280'0,"0"3"-13"0,0 0-20 16,0 0-18-16,3-2-15 0,-3 2-17 0,0 0-12 16,0-6-14-16,0 6-10 0,0 0-8 0,0 0-10 15,0 0-4-15,2-4-6 0,-2 4-6 0,0 0-1 16,1-5-15-16,-1 5-5 15,0 0-4-15,2-4-4 0,-2 4-3 0,0 0-18 16,2-3-8-16,-2 3 0 0,0 0-11 0,3-4-7 16,-3 4-3-16,0 0-9 0,0 0-5 0,0 0 0 0,0 0-10 15,0 0-17-15,3-2-25 0,-3 2-28 0,0 0-6 0,0 0 5 16,-1 15-7-16,2-4 4 0,-2-1 5 0,-1 11 5 16,1-1 6-16,-1 6 1 0,1-1 4 15,0 1 1-15,-2 0 4 0,2 1 3 0,0-8 1 16,-1 6 4-16,2-7-4 0,-1-1 4 0,0-6 15 0,-1 1-13 15,2-2 7-15,0-3-2 0,-1 0-1 16,1 0 1-16,0-2 1 0,-1-2 3 0,2 2 5 16,-1-5 2-16,0 8-1 0,0-8 1 0,-1 4 9 15,1-4 7-15,0 0 2 0,0 3 0 0,0-3 3 0,0 0-5 16,0 0 2-16,0 5-2 0,0-5 0 0,0 0-5 0,0 0 0 16,0 0-4-16,0 0-4 0,0 0-8 0,0 0-18 15,0 0-15-15,0 0-16 0,0 0-27 16,0 0-40-16,0 0-41 15,0 0-40-15,0 0-51 0,0 0-190 0,0 0-478 0,0 0 211 16</inkml:trace>
  <inkml:trace contextRef="#ctx0" brushRef="#br0" timeOffset="92961.47">19586 10540 34 0,'-13'0'105'16,"-6"0"-8"-16,1 2-10 0,0 2-13 0,-2 6-4 15,-6 1-14-15,1 2 1 0,-1 7-6 16,-1 4-8-16,-8 9 13 0,0 8 5 0,3 0-5 0,0 3-2 0,5 1 4 16,3 5 0-16,1-4 0 0,1 2-2 0,4-2-5 15,5 0-4-15,4-13-7 0,2 1 3 0,3-2-4 16,4 2-1-16,0-2 9 0,4-1 8 0,5-2 5 15,5-4 11-15,3 2 18 0,3-4 10 0,4-2 13 0,3-1 7 16,4-6 8-16,6-2 5 0,13 1 14 16,2-6 9-1,3-5 1-15,5-4 9 0,2-7 4 0,-1-1-5 0,0-3 0 16,-2-3-5-16,-2-3-3 0,0-4-9 0,-1-1-3 16,-10-5-12-16,-2-2-16 0,-2-4-9 0,-7-7-14 0,-4 0-16 15,-7-3-15-15,-7-1-15 0,-12-7-12 0,-5 7-10 16,-6-4-14-16,-15 4-5 0,-6 6-22 0,-11 2-33 15,-8 8-33-15,-10 7-25 0,-9 6-43 16,-33 5-31-16,0 11-33 0,1 8-57 0,-4 5-340 0,-1 10-663 0,2 2 294 16</inkml:trace>
  <inkml:trace contextRef="#ctx0" brushRef="#br0" timeOffset="101481">3177 14191 4 0,'-3'-4'111'0,"3"4"3"15,-4-4-8-15,4 4-12 0,0-4 0 0,0 4 4 16,-4-6 1-16,4 3-12 0,-3-1 6 0,3 4 2 16,-1-5-6-16,0 0-3 0,0 3-5 0,1-3-3 15,0 0-9-15,1 1-5 0,1 0-7 0,2 0-5 16,5-1-1-16,0-2-2 15,1-1-6-15,7 1-4 0,2 2-6 0,3-2-2 16,6 2-4-16,3 1-2 0,-1 0-4 0,1 4-4 16,-2 1 0-16,2 2-7 0,0 1 2 0,-3 1-5 0,-3 5-3 15,-7-2-2-15,1 3 3 0,-3 3-3 0,-3 1-14 16,-2 2 7-16,-3 8-3 0,-6 0 2 0,-4 5-1 16,-6-1 0-16,-3 1 4 0,-6-2-6 0,-10 16 0 15,-2-3 5-15,-8-3 8 0,-3 4-11 0,0-2 3 16,0 0-2-16,-3-4 1 0,5-2 2 0,11-9-4 15,-2-3 0-15,2 0 1 0,-4-2-2 0,3-2 8 16,-1-4-5-16,2 1 7 0,9-6 7 0,-1-3-14 16,6 1 9-16,2-3 15 0,0-2 33 0,2-1 22 15,2 0 24-15,0-2 4 0,7 1 8 0,-10-6-4 16,5 1 4-16,2-2-9 16,1 0-11-16,0-4-7 0,4-5-8 0,3 0-5 15,1-1-8-15,3 0-5 0,0 4-13 0,3-2-4 16,-6 5-4-16,2 1-2 0,2 2-8 0,-2-1-2 15,-3 4-4-15,3 2-5 0,-1 0-1 16,5 2-8-16,-1 2 2 0,2 0-3 0,4 5 2 0,-2 1-5 16,-1 1 1-16,1 2-1 0,-2 0 1 0,1 1 0 15,-1 2-6-15,-4 0 3 0,5 0 1 0,-4-2 6 0,-2-2-6 16,6 1 1-16,-5-1 1 0,0-3 4 0,1 1-3 16,3-1-1-16,-1-4 0 0,1-1 5 0,3-1-2 15,0-3 0-15,5-2 2 0,-5-3-2 0,6-1 2 16,-4-2-2-16,0 1 0 0,-3-5-1 0,2 1 9 15,-2-1-7-15,1 0 1 0,-3 2 0 0,-1 1-3 16,-4 0-3-16,-1 4 3 0,0 1-14 0,-3 1-36 0,-1 2-60 0,0 1-80 16,-3 2-85-16,0 0-7 0,0 0-156 0,4 14-470 15,-8-7 208-15</inkml:trace>
  <inkml:trace contextRef="#ctx0" brushRef="#br0" timeOffset="103770.42">3966 14084 76 0,'0'0'124'0,"-3"-4"-9"0,3 4-14 0,0 0-5 16,0 0-12-16,0 0-5 0,-3-3-8 0,3 3-6 15,0 0-6-15,0 0-13 0,0 0 0 0,0 0-3 0,0 0-4 0,0 0-2 16,0 0 4-16,0 0-3 0,0 0-4 0,0 0 2 16,0 0-4-1,0 0 2-15,0 0-4 0,0 0 4 0,0 0-4 16,0 0-4-16,0 0 5 0,0 0-1 0,0 0-8 16,0 0 1-16,0 0 7 0,0 0-6 0,0 0 10 15,0 0-11-15,0 0-6 0,0 0 1 0,0 0-1 16,0 0-2-16,0 0 2 0,15-2-3 0,-2 2 2 15,8-1 5-15,10 0-2 0,2-1 1 0,8 2 3 16,12-2-1-16,-1 0-2 0,4-1 1 0,-6 3-4 16,-9 0-2-16,-3 0 7 0,-3-2-10 0,-1 2-2 15,-3 0 0-15,-8 0-7 0,-4-3-6 0,-5 6-23 16,-3-1-26-16,-4-2-27 0,1 2-24 0,-7-1-12 16,-1-1-24-16,0 0-106 0,-13 5-264 0,2-2 117 0</inkml:trace>
  <inkml:trace contextRef="#ctx0" brushRef="#br0" timeOffset="104302.32">3967 14149 101 0,'0'0'140'0,"0"0"-16"0,0 0-13 0,0 2-13 15,0-2-9-15,5 8-8 0,-1-3-11 0,4 4-3 16,1 1-8-16,5 2-8 0,2 0-6 0,4 5-3 16,3 0 0-16,2 2-8 0,2-2-3 0,1-2-2 15,-1 4-5-15,1-4 1 0,0 1-7 0,2-2 3 16,-1-1-3-16,-5 1-4 0,-2-7-3 0,2 4 4 15,-7-5 1-15,-1 0 0 0,-3-1-6 0,-2-4-4 0,0 2 9 0,-3-2-2 16,-2 1 12 0,0-2 30-16,1 2 29 0,-2-1 17 0,-5-1-6 0,8 1 7 15,-8-1-2-15,0 0-3 0,7-2-8 0,-7 2-10 16,0 0-5-16,0 0-10 0,6-2-4 0,-6 2-8 16,0 0-8-16,0 0-6 0,3-2-19 0,-3 2-22 15,0 0-13-15,0 0-10 0,0 9 5 16,-4-4-4-16,-5 5 4 0,-2 12 1 0,-8 4 5 15,1 5 1-15,-10 13 3 0,-3-2-4 0,3 0 7 16,-3 0-5-16,3-1 3 0,0-2 1 0,10-10 4 16,0 2-1-16,2-4 5 0,0 1-4 0,1-3-6 0,3 1 5 15,5-9 4-15,-2-2 1 0,1-5-4 16,3 0-1-16,1 0 6 0,-1-3 2 0,0 1 0 16,4-4 1-16,-3-1 2 0,3 2 0 0,-2-2-2 0,3-3 3 0,0 6 2 15,0-6-11-15,-4 2-6 0,4-2-21 0,-1 4-35 16,1-4-43-16,0 0-44 0,0 0-41 0,0 5-110 15,0-5-327-15,0 0 146 0</inkml:trace>
  <inkml:trace contextRef="#ctx0" brushRef="#br0" timeOffset="104718.71">4050 15097 18 0,'0'0'163'0,"0"0"-13"0,0 0-10 15,0 0-12-15,0 0-9 0,-5 3-15 0,5-3-6 16,0 0-5-16,0 0-8 0,0 0 1 0,0 0-7 15,0 0-3-15,0 0-3 0,-5 0-5 0,5 0-5 0,0 0-3 0,0 0-6 16,0 0-2-16,0 0-10 0,0 0 1 0,26-5-2 31,-5 0-3-31,11-2-5 0,8 3-11 0,13-5 5 0,7 1-3 0,3 0-2 16,4 0-4-16,26-2 2 0,-29 1 10 0,-2 5 2 16,1-3-2-16,-3 0 3 0,-8 1-2 15,-13 1-5-15,-6 2 2 0,-1 1-5 0,-3 0-1 16,-8 2 1-16,-7-3-7 0,-4 3-3 0,-1-2-11 15,-2 1-6-15,0 0-21 0,-7 1-17 0,0 0-12 16,0 0-21-16,0 0-40 0,0 0-48 0,-23 12-149 16,1-7-338-16,-4-2 150 0</inkml:trace>
  <inkml:trace contextRef="#ctx0" brushRef="#br0" timeOffset="105388.72">4311 15199 89 0,'1'-4'249'15,"2"2"-16"-15,-3 2-17 0,1-6-22 0,2 2-14 16,-3 4-18-16,1-3-19 0,-1 3-17 0,0 0-23 16,1-4-25-16,-1 4-21 0,0 0-18 0,0 0-6 15,0 0-6-15,-1 18-2 0,-3-8 2 0,0 7-7 16,-1 0-2-16,-8 7 1 0,3 2-2 0,1 1 5 15,-5 1-5-15,5 0-3 0,-2 1-3 0,-1-3-2 0,3-3 0 0,0 1-1 16,4-5 1-16,-1-2-1 0,1-3-2 0,1-1 2 31,0-4-1-31,1 0 1 0,1-4 1 0,-1 2 1 0,3-1 14 0,-2-2 22 16,2 0 17-16,-2-1 21 0,2-3 20 0,0 0 4 16,0 0-19-16,0 0-5 0,11-9-8 0,-2 0-7 15,2-4-5-15,-1-1-11 0,3 0-8 16,4-6-2-16,-1-1-4 0,2-1-5 0,0 2-5 15,-5-2-1-15,-3 6-1 0,7 0-3 0,-7 2-4 16,3 1 0-16,-6 2 2 0,0 3 5 0,-3 0 0 16,2 0-6-16,-4 3 4 0,4 0-3 0,-4 2-3 15,1-1 8-15,-2 1-6 0,-1 3-15 0,3-5 0 16,-2 2-10-16,-1 3-2 0,0 0-1 0,0 0-1 16,0 0-3-16,-22 8 3 0,12-4 7 0,1 1-4 0,-2 1-3 0,-1 1 6 15,2 0-5-15,0 2 0 0,-2-2-3 0,3 2 4 16,4-3-2-16,-4 0-2 0,4-1 6 0,1 2-3 15,-1-4 3-15,1 3-3 0,-1 0-1 0,5-2 4 16,-2-1 0-16,2 4-3 0,0-3 3 0,2 2 1 16,4-2-3-1,-1 3 5-15,7-2-1 0,-3 4-3 0,9-1-25 16,-4-1-30-16,4 1-43 0,1 1-49 0,0-2-80 16,-2-1-245-16,0-4-515 0,0 2 229 0</inkml:trace>
  <inkml:trace contextRef="#ctx0" brushRef="#br0" timeOffset="105611.9">4666 15361 42 0,'0'-7'277'0,"0"7"-31"0,0 0-20 16,5-6-24-16,-1 3-24 0,3 1-17 0,0 0-15 16,7-3-28-1,-4 3-46-15,11 0-40 0,-2 0-54 0,2-1-65 0,-2 1-179 16,-3 0-287-16,3-2 128 0</inkml:trace>
  <inkml:trace contextRef="#ctx0" brushRef="#br0" timeOffset="105789.22">4774 15486 102 0,'-3'5'159'16,"3"-5"-7"-16,0 0-14 0,0 0-18 0,19 1-7 16,-6-2-15-16,7 1-8 0,2 0-32 0,7-1-53 0,-2-6-49 15,1 3-122-15,-6-2-178 0,5 1 79 0</inkml:trace>
  <inkml:trace contextRef="#ctx0" brushRef="#br0" timeOffset="106091.8">5227 15270 121 0,'-9'5'141'16,"7"-1"-10"-16,-6 5-13 0,-2-2-22 0,-2 6-2 15,1 2-10-15,-2-2-8 0,4 1-5 0,-2 1 9 16,4 0 8-16,-1-3-5 0,3 3 9 0,3-3 1 16,0-2 0-16,1-3-6 0,2 0 12 0,2-1 2 0,2 0 5 0,2 1 1 15,4-4-2-15,7-2-9 0,0-1-3 0,1-5-7 16,0 2 3-16,1-2 2 0,-1-4 2 16,-3-1-4-16,0 0-4 0,-3-2 1 0,-1 0-4 0,-2-2-4 15,-2-1-11-15,-6 1-6 0,0-2-12 0,-5 0-7 16,-2-1-3-16,-3 3-8 0,-2-1-13 0,-5 3-15 15,-6-2-33-15,-5 3-38 0,-5 5-42 0,-5-2-39 0,-1 1-60 16,-1 5-254-16,1-5-503 0,3 6 223 0</inkml:trace>
  <inkml:trace contextRef="#ctx0" brushRef="#br0" timeOffset="107175.9">4574 13701 131 0,'3'-2'196'0,"-3"2"-6"15,0 0-12-15,0 0-15 0,0 0-10 0,0 0-10 16,0 0-17-16,0 0-8 0,0 0-10 0,0 0-6 15,0 0-6-15,0 0-4 0,0 0-3 0,0 0-2 16,0 0-7-16,0 0-2 0,0 0-7 0,0 0-7 16,0 0-6-1,-9-8-6-15,5 4-5 0,0 0-3 0,2-1 1 0,-5-3 6 16,3-1 0-16,-1-2-6 0,-1 1 1 0,-2-6-5 16,2 1-2-16,-2-1-3 0,-2-1-3 0,2-3-4 15,3 5-1-15,-4-3-3 0,0 2-3 0,4 0-3 16,-3 4-2-16,2 4-3 0,-2-4-2 0,1 4-6 15,-1 2 1-15,-1 0-7 0,-4 2-4 0,0 3-1 16,-4 6-2-16,-10 3 3 0,-4 2-3 0,3 2 0 16,-9 5 4-16,5 2-2 0,-15 3 2 0,2 2-2 0,13-3 0 15,-9 7 0-15,9-5 0 0,0-3 1 0,-9 10 1 16,12-9-2-16,0-3 1 0,2 0 3 0,5-5-1 16,4-5 2-16,9 0-3 0,-3-3 0 0,4-1 6 0,1-3 5 15,2 2 29-15,0 1 26 0,5-4 6 0,-7-2-9 16,7 2-5-16,2-10-5 0,6 1-4 0,-1 0-9 15,5-4-3 1,7-2-2-16,4 1-2 0,-1-3-8 0,2 2 0 16,-1 0-2-16,0-1-1 0,-5 7-4 0,2 0-3 0,2 2-4 0,-6 0 0 15,3 4-4-15,1-1-4 0,-1 4 1 0,0 2-2 16,3 3-1-16,4 2-2 0,1 4 1 0,1 2 0 16,0 2-2-16,-3 0 4 0,3 2 7 0,-1 0-4 15,0 1-18-15,1-2-31 0,-1 1-23 0,-1 4-44 16,-1-3-44-16,1-1-64 0,-3-1-272 0,-7-6-534 15,5-2 237-15</inkml:trace>
  <inkml:trace contextRef="#ctx0" brushRef="#br0" timeOffset="109837.42">5591 14154 136 0,'0'-5'182'0,"3"1"-13"0,-3-1-5 15,1 2-11-15,-1 3-11 0,3-5-17 0,-3 5-10 16,1-5-16-16,-1 5-12 0,5-2-16 0,-5 2-16 16,0 0-4-16,0 0-10 0,0 0-9 0,1 12-4 15,-2 0-3-15,1 0-4 0,0 6-2 0,-4 3-3 16,3 2-4-16,-3 5 2 0,0-4-4 15,0 3-1-15,-2 1 1 0,2-2 3 0,-6 1-5 0,4-2-1 16,3-5 0-16,-2-1 1 0,1 0 2 0,0-2-7 16,0 1 3-16,1-5 2 0,-1-1-5 0,3-2 2 0,-2-3-3 15,2 2 5-15,-1-6 0 0,2 3 10 0,-1-2 26 16,1 0 21-16,0-4 21 0,-1 4 25 0,1-2 17 0,0-2 16 16,0 0 4-16,0 0-16 0,0 0-18 0,11-6-6 15,-3-2-13-15,0-1-7 0,3-5-9 16,3-3-12-16,3-2-7 0,2 0-5 0,0-3-5 15,2-2-9 1,-1 4 2-16,4-4-7 0,-2 4-2 0,1-1 0 0,-3 2-4 16,-4 6 0-16,7-3-6 0,-12 2 1 0,6 2-3 15,-4 3 8-15,-4 1 8 0,-3 1 2 0,1 3 5 16,-2-2-9-16,1 1-3 0,-5 2 0 0,3 2-5 16,-1-1 1-16,0-2-11 0,-3 4-3 0,3-4-12 15,-3 4-3-15,3-2-15 0,-3 2-1 0,0 0 4 16,-9 8-2-16,1-3 1 0,-3 3 3 0,-6 2 0 0,-4 1 5 0,-2 2-1 15,-1 0 0-15,7-2 10 0,0-1 0 0,1 1-11 16,-2-4 2-16,3 4-1 0,4-5-3 0,-1-1 3 16,6 2 5-16,-2-4-6 0,2 3 6 0,2-5-2 15,0 3-1-15,0-3 4 0,0 1-7 0,4-2 5 16,-5 6-2-16,5-6-4 0,-5 2 1 0,5-2 2 16,-1 4-3-16,1-4 2 15,4 9 2-15,2-4-2 0,2 1 2 16,1 4 2-16,5 0 0 0,1 3-1 0,4 0 6 0,5 3-9 15,-2-1-13-15,5 4-23 0,0-2-36 0,-3 2-46 16,-1-1-52-16,2-1-91 0,-1-1-254 0,-4 1-565 16,-3-6 250-16</inkml:trace>
  <inkml:trace contextRef="#ctx0" brushRef="#br0" timeOffset="110498.93">6214 14420 45 0,'0'0'172'0,"0"0"-12"0,-8-1-5 15,8 1-5-15,0 0-5 0,0 0 1 0,0 0-4 16,-4-1-3-16,4 1-1 0,0 0-5 0,0 0-7 16,0 0-8-1,0 0-6-15,0 0-14 0,0 0-5 0,-6-1-11 16,6 1-9-16,0 0-7 0,0 0-7 0,0 0-7 0,0 0-1 15,0 0-8-15,0 0-5 0,0 0-2 0,0 0-7 16,0 0 1-16,0 0-5 0,0 0-5 0,0 0 1 16,0 0-6-16,0 0 0 0,0 0 3 0,0 0-4 0,0 0 0 15,0 0-6-15,0 0 0 0,0 0 2 0,0 0-2 16,0 0-2-16,0 0 3 0,0 0 0 0,0 0-5 16,0 0 1-16,0 0 2 0,24-3 0 0,-10 2-3 15,5-4 1-15,12 5-3 0,-12-1 1 0,13-2 1 16,0 0 0-16,-1 0-3 0,3-2 2 0,-2 2 5 15,-1 1-5-15,-2 0 0 0,-2 1-3 0,-8-1 0 16,-1 1 3-16,-6 1-12 0,-1-3-13 0,-5 0-15 16,1 3-13-16,-1 0-21 15,-6 0-18-15,8 0-25 0,-8 0-32 0,0 0-23 16,0 0-29-16,0 0-134 0,-23-2-360 0,12 2 159 16</inkml:trace>
  <inkml:trace contextRef="#ctx0" brushRef="#br0" timeOffset="110715.17">6373 14299 21 0,'2'-5'272'16,"-2"0"-2"-16,0 2-4 0,1-1-14 0,0 0-22 16,-1 4-25-16,0-5-19 0,0 5-22 0,0 0-20 15,0 0-20-15,0 0-16 0,0 0-13 0,0 0-14 16,4 17-6-16,-3-6-12 0,-2 4-3 0,1 2-6 0,1 0-4 0,1 9-6 0,-1 0-2 0,0-8-4 15,4 7-7-15,-2-6-35 0,-1 7-35 0,0-7-42 16,-2 8-46-16,0-8-54 0,0-1-227 16,0 0-441-16,1-5 196 0</inkml:trace>
  <inkml:trace contextRef="#ctx0" brushRef="#br0" timeOffset="111448.03">6824 14291 249 0,'4'-4'298'15,"-2"-3"-12"-15,0 2-8 0,-1 0-16 0,2 2-12 0,0-2-20 16,-1 1-20-16,1 1-19 0,-1 0-24 0,-2 3-15 16,0 0-22-16,3-4-25 0,-3 4-22 0,0 0-12 15,0 0-5-15,0 0-6 0,6 12-4 0,-5-3-12 16,-1 0 0-16,0 4-6 0,2 3-2 0,-2-5-6 15,2 8-4-15,-2-2-4 0,0 1 2 0,-2-1-2 16,2-1-1-16,0-2-1 0,0-3-4 0,0-1-2 0,-2 0-1 16,2-3-2-16,-1-2 1 15,2-1 3-15,-1 1 6 0,-1-1-7 0,1-4 10 0,1 4 15 16,-1-4 0-16,0 0-5 0,0 0-7 0,13-11 9 16,-4 4-7-16,-3 0 3 0,2-3-4 0,5-4-4 15,-2 1-4-15,2-3 0 0,1 1 0 0,-1 0-2 16,1-1-2-16,-1 2-4 0,0-1 9 15,-2 2-13-15,-2 4 2 0,-1 1-4 0,1 1 3 16,-6 2-3-16,3 0 1 0,-4 1-8 0,2 4-3 16,0-3 0-16,-1 1-2 0,-3 2-2 0,0 0-9 15,10 3 1-15,-7 2 1 0,-1-1-3 0,-1 1 1 16,0 3 2-16,-1 1 3 0,-1 1 0 0,0 1-1 16,1-1 3-16,-2 0 0 0,1-1-1 0,-1-1-2 15,2-2 6-15,0 0-2 0,-2-1 4 0,1 0 2 0,0-3-2 0,1-2 7 16,0 5 7-16,0 1 24 0,0-6 1 0,0 0-6 15,0 0 9-15,0 0-15 0,10-13-2 0,-4 3-3 16,2 4 0-16,-2-4-1 0,2-3 2 0,2 1-7 16,3 0 0-16,-3 2-2 0,1 0-2 0,-4 3 2 0,2-1-11 0,-5 2 11 15,1 1 1-15,-1 0-9 0,2 4 1 0,1-1-2 16,-2-2-4-16,0 3-4 0,-5 1 0 16,12 3-1-16,-4 0-18 0,-1-1 7 0,1 5-11 15,-1 0-12-15,2-2-21 0,-1 2-23 0,1 1-29 0,0-3-35 16,-2 2-39-16,2 0-55 0,-4-2-282 0,4 0-570 15,-5-3 252-15</inkml:trace>
  <inkml:trace contextRef="#ctx0" brushRef="#br0" timeOffset="111686.23">7424 13965 112 0,'5'-2'161'16,"0"4"-5"-16,1 2-12 0,3 2-16 0,0 3-3 0,1 7-7 16,2 6-4-1,-1 6-4-15,-2 6-3 0,2 11-3 0,0 1 0 0,-5 0-5 16,-6 1-10-16,-1-2-6 0,-3 4-8 0,-10-6-8 16,3-8-6-16,-8 8-2 0,1-12-5 0,-9 12-3 15,-5 0-6-15,-4-5-6 0,-5-2-2 0,-6-5-14 16,-9 1-33-16,-3-5-38 0,-1 0-52 0,0-6-87 15,2-4-133-15,-3-7-347 0,2-6 153 0</inkml:trace>
  <inkml:trace contextRef="#ctx0" brushRef="#br0" timeOffset="112202.65">5428 13934 30 0,'0'0'186'16,"0"0"-25"-1,0 0-23-15,-18 12-11 0,6 0-12 0,-3 12-17 0,-3 3-5 16,-5 18 5-16,-4 6-7 0,1 2-4 0,5 1-11 16,-2 2-6-16,6-6-5 0,5 3-6 0,4-2-5 15,3-2-5-15,11 3 0 0,7-2-2 0,6-5 3 16,12-4-8-16,2-4 4 0,7-1-5 15,7-9-7-15,3-3-46 0,3-7-95 0,4-5-192 16,-1-3-321-16,0-5 142 0</inkml:trace>
  <inkml:trace contextRef="#ctx0" brushRef="#br0" timeOffset="112972.56">8130 13896 81 0,'0'-7'226'0,"3"3"-12"0,-2 2-8 0,-1 2-13 15,1-5-21-15,-1 5-14 0,0 0-20 0,0-5-17 16,0 5-13-16,0 0-16 0,0 0-11 0,-12 24-5 16,-4-4-8-16,0 11-8 0,-13 12-8 0,0 5 11 15,0 4-7-15,-1 3-6 0,6-1-6 0,1-3-3 16,9-2-3-16,0-2-6 0,5 2 4 0,9-15-6 15,1 12-3-15,5-10 3 0,7-3-3 0,8-5 3 16,12 11-13-16,8-8-37 0,0-3-67 0,13-6-110 16,-2-10-181-16,2 0-408 0,1-14 180 0</inkml:trace>
  <inkml:trace contextRef="#ctx0" brushRef="#br0" timeOffset="114927.93">8510 14029 11 0,'4'-11'188'0,"1"2"-9"0,-1 0-6 0,1-2-7 15,0 0-5-15,-1 1-7 0,0 0-7 0,-1 2-12 0,2 2-6 16,-2 0-5-16,-2 2-8 0,2-1-9 0,-1 2-11 0,0-1-12 16,-2 4-13-16,2-4-9 0,-2 4-6 15,0 0-10-15,0 0-7 0,3 13-6 0,-4-3 0 16,-1 2-6-16,-2 6-2 0,-1 1-3 0,0 7-11 15,-4 0 21-15,3 3-4 0,-3 0-4 0,1-4 0 16,2 1-2-16,0-1-3 16,-2-1 4-16,4-6-8 0,0 2 1 0,-2-3-5 15,2 0 0-15,0-3 0 0,3-4-1 0,-3 1-2 0,3-4 1 0,-2-1-1 16,2 0 0-16,1-2 4 0,-3 0 28 0,3 0 30 16,0-4 27-16,-1 5 26 0,1-5 5 0,0 0-16 15,0 0 2-15,14-8-20 0,-6 2-16 0,3-3-3 16,3-2-8-16,0-2-9 0,6-4-2 0,-1-2-10 15,1-2-6-15,1-1-2 0,-1 2 1 0,-1-1-8 16,-2-1-4-16,2 2-4 0,-6 5 2 0,-1 1 10 16,-1-2 13-16,-4 7 5 0,0-2-2 0,0 4 0 15,-1 1-4-15,-3 0 3 0,1 1-8 0,0 0-4 16,-1 2-5-16,-1-1-23 0,0 1 1 0,0-1 5 16,-2 4-15-16,2-4-16 0,-2 4-1 0,0 0-1 15,0 0 10 1,-13 11 5-16,1-5-9 0,-3 5 2 0,-2-2 0 0,2 1 4 15,-2 4-4-15,3-4-7 0,-3 2 5 0,2 1 4 16,4-1 0-16,-3-1-3 0,6-1 4 0,0-2 10 16,2 1-11-16,0-2 7 0,2 1-9 0,0-4-11 0,1 2 10 15,1 1 7-15,2-2-3 0,-2 2 0 0,4-2-7 0,0 2 12 16,3 2-5-16,2-2 2 0,4 1 2 16,2 2 3-16,2 1 0 0,2-2 0 0,3 0-15 15,7 5-10-15,-1-3-38 0,3 1-55 0,-1-1-59 16,-2 1-91-16,-7-3-343 0,7 2-660 0,-1-4 293 15</inkml:trace>
  <inkml:trace contextRef="#ctx0" brushRef="#br0" timeOffset="115334.82">9068 14247 50 0,'0'0'178'0,"0"0"-7"15,0 0-7-15,0 0-9 0,0 0-14 0,0 0-9 16,0 0-6-16,0 0-7 0,0 0-11 0,0 0-4 15,0 0-6-15,0 0-11 0,0 0-5 0,0 0-3 0,0 0-5 0,0 0 0 16,0 0 0-16,0 0-2 0,0 0-4 0,0 0-3 16,0 0 3-16,0 0-11 0,0 0-2 0,17-3-4 15,-3 0-5-15,3 2-2 0,3-1 0 0,3 0-7 16,8 0-5-16,1-1 0 0,-2-2-8 0,3 3-1 16,1 0-2-16,-2-2-1 0,-3 2-1 15,0-2-2-15,-8 1-4 0,-2 3-2 16,-6-3-10-16,-2 2-14 0,-2 0-22 0,0 1-23 15,-5-3-33-15,-4 3-38 0,0 0-22 16,0 0-22-16,0 0-34 0,-26-1-124 0,11-2-356 16,-3 1 158-16</inkml:trace>
  <inkml:trace contextRef="#ctx0" brushRef="#br0" timeOffset="115529.37">9212 14157 200 0,'-2'-6'227'15,"1"2"-1"-15,0-2-1 0,2 2 1 0,-2-1 4 16,1-2 1-16,0 4-12 0,1 0-9 0,-1 3-5 15,1-8-20-15,-1 8-18 0,0-3-18 0,2 0-20 16,-2 3-16-16,0 0-15 0,0 0-10 0,0 0-16 16,0 0-5-16,6 10-10 0,-2 0 0 0,-2 2-11 15,1 5-5-15,3-1-1 16,-2 2-2-16,1 8-6 0,0-1-20 0,2 1-26 16,-2-4-43-16,-1 3-44 0,-1 0-40 0,0-6-23 15,3-1-86-15,-6-1-228 0,1-3-516 0,3-2 228 16</inkml:trace>
  <inkml:trace contextRef="#ctx0" brushRef="#br0" timeOffset="116100.18">9702 14129 225 0,'0'-4'327'0,"3"-1"-18"0,-1 3-14 16,-1-3-24-16,2 3-23 0,1-1-32 0,-4 3-21 16,0 0-23-16,1-3-22 0,-1 3-16 0,0 0-15 15,0 0-10-15,9 8-10 0,-9-1-12 0,5 0-11 16,-4 3-3-16,3 0-10 0,-1 1-7 0,-3 5-3 16,1 1-8-16,-2-2-3 0,1 2-2 0,-3-4-2 15,3 3-18-15,0-5-3 16,0 1-10-16,0-1 1 0,-1-3-4 0,1-1-2 15,0-1-3-15,-3-1 1 0,3-1 3 0,-1-2 6 16,1-2 25-16,0 0 11 0,0 0-2 0,0 0-11 16,13-5-3-16,-5-1-9 0,-2-4 1 0,8-3-1 0,-1-1 0 0,1-1-5 15,5-4 1-15,0 0 4 0,-4 3-11 16,4-2 0-16,-4 5 1 0,-8 4-15 0,1-1 13 16,1 4-4-16,-4 1 1 0,0 1-5 0,-1 1 0 0,1 0-4 15,-1 2-3-15,-4 1-2 0,9 5 0 0,-7 1-1 16,2 0 2-16,-1 2-2 0,-2 4 2 0,2-2 2 15,-2 2 2-15,-1 0 0 0,0 0 1 0,0 1 0 16,1 0 3-16,-1-3-3 0,-1 0 3 0,1 0-1 16,0-3-1-16,1-3 0 0,-2 3 4 0,1-4 1 15,0 0 6-15,0-3 20 16,0 0 1-16,5 2-2 0,-5-2-6 16,0 0-3-16,17-7-1 0,-8 0-7 0,-3 0 5 15,6 2-2-15,-3-2 0 0,0 1 1 0,3-1-8 0,0 0 1 16,-3 2 3-16,3 2-3 0,-3-5-1 0,3 5 2 15,-1-1-11-15,1 2-4 0,0-2-13 0,0 4-23 16,-1-3-31-16,2 3-43 0,0 3-63 16,0-3-98-16,1 2-280 0,-5-2-603 0,10 3 267 0</inkml:trace>
  <inkml:trace contextRef="#ctx0" brushRef="#br0" timeOffset="116484.47">10595 14188 8 0,'0'0'217'0,"-1"-4"-17"0,1 4-15 0,0 0-21 16,0 0-11-16,-4-1-16 0,4 1-15 0,0 0-10 15,0 0-13-15,0 0-8 16,0 0-10-16,0 0-7 0,0 0-7 0,0 0-7 15,0 0-9-15,0 0-3 0,0 0-5 16,0 0 2-16,-4-3-4 0,4 3-4 0,0 0 3 16,0 0-4-16,0 0 1 0,0 0 0 0,0 0 2 0,0 0-2 15,0 0-4-15,0 0 1 0,0 0-1 0,0 0 0 16,0 0 2-16,0 0-5 0,14 0 9 0,-1-1 0 16,-1 1-3-16,7-3-1 0,-1 3-3 0,5-1-5 0,4-1-2 15,2-1-1-15,-2 1-1 0,-7 2-1 0,3 0-2 16,-1 0-2-16,-5 0 1 0,-3-2-2 0,-3 2-1 15,2 0-6-15,-5 0 3 0,-2-2-3 0,-1 2-3 16,-5 0-4-16,9-1 3 0,-9 1-26 0,0 0-25 16,4-1-32-16,-4 1-30 0,0 0-41 0,0 0-32 0,0 0-49 15,-22 4-120 1,22-4-379-16,-13 0 168 0</inkml:trace>
  <inkml:trace contextRef="#ctx0" brushRef="#br0" timeOffset="116816.48">11063 14034 168 0,'4'-4'322'0,"-3"-1"-6"16,-1 1-7-16,1 1-19 0,2-1-29 0,-3 4-24 0,1-5-26 15,-1 5-17-15,0-3-24 0,0 3-21 0,4-2-23 16,-4 2-16-16,0 0-19 0,0 0-4 0,0 10-13 15,3-3-16 1,-2 2-5-16,0 3-8 0,2 1-9 0,-2 4 1 16,2 0-3-16,-2 2-3 0,0 1 2 0,0-1-9 0,1-2 2 15,0 2-2-15,2-5-4 0,-4-2 3 0,1 0-4 16,0-2-1-16,-2 0-6 0,2-1-14 16,-1-4-15-16,2 0-8 0,-1 2-9 0,-1-4-3 15,0 0-2-15,0-3 0 0,-1 4-6 0,1-4-23 16,0 0-18-16,0 0-31 0,0 0-55 0,0 0-56 0,-14-12-223 0,10 5-486 15,-1-3 215-15</inkml:trace>
  <inkml:trace contextRef="#ctx0" brushRef="#br0" timeOffset="117048.33">11121 13708 123 0,'1'-4'233'0,"0"0"-24"0,0 0-21 0,-1 4-19 16,7-4-22-16,-7 4-8 0,10 5-15 0,-1 2-4 15,5 7-11-15,3 3-5 0,2 9-5 0,1 3 3 16,3 11-6-16,4 6 0 0,-1 4 2 0,-4 1-4 16,0 2-4-16,-4 1-4 0,-3-4-8 0,-6-1-7 15,-5-15-8-15,-5 1-6 16,-3-1-2-16,-6-4-8 0,-7-1-4 16,-3-2-2-16,-5 1-8 0,-5-6-1 0,-16 6-15 0,-4-4-41 15,-2-1-59-15,-6-2-62 0,3-3-74 0,-5 0-197 16,3-5-449-16,3-12 198 0</inkml:trace>
  <inkml:trace contextRef="#ctx0" brushRef="#br0" timeOffset="119188.23">12268 13812 40 0,'0'-9'173'16,"0"-1"-12"-16,-1 2-14 0,-2 0-12 0,1 3-17 15,-4 0-9-15,0 2-13 0,-5 3-13 0,-2-2-8 16,-5 4-10-16,-1 1 0 0,-7 6-13 0,-2 1-9 15,1 3 1-15,-1 4-6 0,1 1-5 0,0 5 2 16,1 0-4-16,4 2-6 0,0-1-2 0,2 4-7 16,-2-3 6-16,8-1-2 0,-3 0-10 0,7 0 9 15,1-6-7-15,5-1-2 0,-1-1 0 0,1-2 3 16,4-5-4-16,0 0 14 0,4-2 12 0,-3-1 16 0,5-2 29 0,0-1 6 16,6-2 1-16,0-3-5 0,5-3-2 0,2-4-2 15,0 1 0-15,-2-3-4 0,1-1 2 16,1-5-8-16,3-3-8 0,-3 1 0 0,-1-3-9 0,0 1-2 15,0-4-5-15,-2 4-2 0,-2-1-6 0,-1 4 2 16,-4 6 12-16,-4-2 4 0,4 3 0 0,-4 5-7 16,-1 1-3-16,0-1-4 0,-3 2-12 0,4 0-9 0,-2 2-18 15,-3 2-3-15,0 0 2 0,8 6 0 0,-5-1-5 0,0 5 1 16,0 0-1-16,3 4 2 0,-1 1-1 16,0 2 2-16,5 2 2 0,2 2 2 0,3 4-10 15,0-5-21-15,3 1-31 0,0 0-47 0,-3-2-55 16,2-6-80-16,-3 1-211 0,0-3-491 0,3-2 217 0</inkml:trace>
  <inkml:trace contextRef="#ctx0" brushRef="#br0" timeOffset="119782.51">12455 13957 215 0,'3'-4'244'0,"-1"-3"-10"0,3 2-16 0,-3 2-20 0,2 0-14 16,-1-3-13-16,-1 3-20 0,1 0-15 0,-1 1-14 16,-2 2-15-16,4-4-12 0,-4 4-5 15,0 0-17-15,0 0-8 0,9 9-6 0,-6-2-10 16,-3 1-2-16,2 6-4 0,-2 1-9 0,0 2-4 0,-2 2-4 15,-1-1-2-15,-3 8-1 0,2-1-3 16,-1 0-1-16,-2 0 0 0,3-8-4 0,2 2 0 16,-4-1-5-16,3-4 2 0,2-1-2 0,-3-2-1 15,4-3-2-15,-3 1 3 0,3-4-1 0,0 0 1 0,-1 1 8 16,1-2 35-16,0-4 37 0,-1 3 34 0,1-3-4 0,0 0-14 16,0 0-7-16,18-10-13 0,-9 1-11 0,4 0-6 15,2-3-10-15,0-3-1 0,3-4-8 0,2 0-2 16,-3-1-8-16,2 1-4 0,1-1 1 0,0 1-7 15,-6 2 6-15,-1 3 9 0,-4 2-22 0,2-1-1 0,-3 4 13 16,-2 4-5-16,-1-2 10 0,-2 4-9 0,0-2 0 16,0 1-6-1,0 2-9-15,-1-1-2 0,-2 3-4 0,0 0-10 0,4-2-13 16,-4 2 4-16,0 0 14 0,0 0-24 16,-10 9 15-16,0-4-3 0,1 4 1 0,0-1 0 0,-5 1 0 15,1 1 4-15,2 0 0 0,-2-1 2 0,4 0-11 16,-4 0 10-16,4-1-4 0,4-2 2 0,0 1-2 15,-3-2 3-15,6-3-1 0,-2 3 6 0,1-2-8 16,-1 2-2-16,2-3 4 0,-1 0 1 0,3-2-4 0,-1 6 1 16,1-6-2-16,0 6 3 0,1-1 6 0,3-2 7 15,1 4-14-15,4 0 12 0,3 1-17 16,1 4 12-16,3-1 0 0,1 2 2 0,4 1-8 16,2 1-29-16,-1-3-52 0,-4 2-57 0,-1 0-57 15,4 1-116-15,-3-5-262 0,-5 0-623 0,4-3 276 0</inkml:trace>
  <inkml:trace contextRef="#ctx0" brushRef="#br0" timeOffset="121892.45">13272 13657 10 0,'3'-2'161'0,"2"-3"-18"0,1 3-13 16,1 0-17-16,3 2-12 0,-1 0-8 0,1 3-14 0,3 1-3 15,0 1-11-15,-2 2-6 0,3 3-3 0,-1 4-5 16,0 1-5-16,2 3-10 0,-2 7-5 0,1-1 0 16,-5 1-6-1,-4 2-4-15,-2 0 0 0,-6 1 0 0,2-2-6 0,-7 3 5 16,0-1-8-16,-2-2-3 0,0 1 4 0,-2-6-3 16,-3 3 3-16,1 1-5 0,-2-6 1 0,3-2-12 15,0-3 11-15,3-1 5 0,1-2-2 0,0-3-2 16,1-1 1-16,3-2 1 0,0-3-3 0,1 2 14 15,1 0 15-15,0-1 35 0,3-3 51 0,-4 4 35 16,4-4 30-16,0 0 11 0,0 0 2 0,0 0-12 0,0 0-22 16,5-15-12-16,3 5-18 0,1-3-17 0,1-3-9 15,8-5-14-15,1-3-13 0,-2 0-4 0,5 2-11 16,-2-6-7-16,0 6-4 0,2-3-9 0,-3 3-2 16,-5 2-6-16,-4 4 7 0,0 3 3 0,-2 5-2 15,-1-3-7-15,-4 6-4 0,4-3-2 0,-2 4-4 16,-3 0-13-16,1-1-15 0,0 3-23 0,-2-1-27 0,-1 3-21 0,0 0-2 15,0 0 0-15,0 0 5 0,0 14 7 0,-3-4 4 16,-1 0 5-16,0 2 6 0,0 5 3 0,0 1 6 31,4 7 5-31,0-6 2 0,4 6 5 0,2 1 2 0,4-4 7 16,4 0-25-16,9 0-36 0,0-5-52 0,8 0-82 16,1-7-323-16,4-1-573 0,2-4 253 0</inkml:trace>
  <inkml:trace contextRef="#ctx0" brushRef="#br0" timeOffset="123142.18">13742 13365 33 0,'3'-7'190'16,"1"0"-8"-16,-3 2-6 0,3-2-9 0,0 1-10 0,-1 1-5 16,-1 0-12-16,2-1-14 0,-2 3-5 0,1 1-11 15,-1-1-9-15,-2 3-12 0,3-5-9 0,-3 5-13 16,0 0-21-16,0 0-6 0,0 0-8 0,6 10-6 16,-6 0 0-16,-2 7-9 0,1 7-1 0,-3 3-1 15,-3 2-1-15,-1 0 0 0,0 2-3 0,0-2 0 16,0 3-1-16,0-3-1 15,0 0-2-15,1-3 3 0,1-3-5 0,1-5 1 16,0-1 1-16,1-4-5 0,1-1-2 0,1 0 4 16,-2-3 2-16,4-4 4 0,-1 3 24 0,-2-4 33 0,3-1 40 15,-1-1 32-15,1-2 23 0,0 0-7 0,0 0-11 0,0 0-22 16,13-9-8-16,-6-1-12 0,4 2-12 0,0-5-12 16,2 0-6-16,2-3-11 0,-1 1-2 0,7-5-7 15,0-2-3-15,-3-2-4 0,4 2-5 0,-3 0-6 16,2-2-1-16,-2 5-9 0,0-2 1 15,-7 6 0-15,-1 0 1 0,0 2-6 0,-3 4-5 0,-1 0 0 16,-2 1-3-16,1 1-3 0,-2 2 21 0,0 1-13 16,-2-1-12-16,1 2-7 0,1 1 3 0,-3-1-4 15,-1 3-20-15,3-4-10 0,-3 4-10 0,0 0 0 16,0 0 4-16,0 0 5 0,-20 13 2 0,8-2 5 0,-4 0 6 0,-2 2-1 16,-1 3 3-16,0-5 2 0,1 1 3 15,4 2-3-15,0-2 4 0,3-5 1 0,0 2 0 16,2-1 0-16,3 0 1 0,0-4 1 0,2 0 1 15,1 1 2-15,-1-1-3 0,-1 0 3 0,4 1 0 0,0 0-2 16,1-1 5-16,2 1 0 0,3 1-1 0,3 3-2 31,1-1 3-31,6 3 3 0,-1 0-1 0,4 2 1 0,-1-2 0 16,7 4-6-16,2-1-14 0,-2 1-20 0,0 0-46 16,-3 1-51-16,-5-4-67 0,1 1-93 0,-2-7-183 0,-4 4-521 15,5-3 231-15</inkml:trace>
  <inkml:trace contextRef="#ctx0" brushRef="#br0" timeOffset="123526.33">14352 13583 126 0,'0'0'185'16,"0"0"-18"-16,-4-3-12 0,4 3-15 0,0 0-12 0,0 0-13 0,0 0-13 15,0 0-9-15,-2-3-14 0,2 3-1 0,0 0-6 16,0 0-13-16,0 0 0 0,0 0-1 0,0 0-1 16,0 0 5-16,0 0 4 0,0 0 2 15,0 0-5-15,0 0 1 0,0 0-4 0,0 0-2 16,0 0-4-16,0 0-9 0,14-4-2 0,-5 3-4 0,2 1-3 15,7-1-5-15,1 1 0 0,11-3-4 0,-1 3-3 16,3 0-4-16,1-2-5 0,7 2 0 16,-3 0 18-16,-1-2-3 0,-4 2-4 0,-2 0-9 15,-7-1-14-15,-5 0-12 0,-5 1-15 0,0 0-15 0,-4 0-21 16,-4 0-41-16,0-4-41 0,-5 4-31 0,0 0-30 0,0 0-106 16,-22-7-335-16,3 6 148 0</inkml:trace>
  <inkml:trace contextRef="#ctx0" brushRef="#br0" timeOffset="123726.46">14477 13515 162 0,'-1'-5'235'15,"-3"0"-4"-15,4 0-1 0,0-2-1 0,0 2-2 16,0-1-8-16,0 1-1 0,0 1-4 0,1 0-3 16,-1 4-25-16,3-7-20 0,-3 6-15 0,0 1-22 15,0 0-12-15,0-5-16 0,0 5-31 0,0 0-12 16,0 0-12-16,0 0-8 0,1 17-5 0,3-7 1 15,-4 3-6-15,4 3-5 0,-4 4-1 0,5-1-2 16,-1 9-6-16,-2-6-30 0,2 4-31 0,0-2-39 0,-3 4-41 0,3-8-52 16,-1-1-80-16,-2-2-191 0,3 0-487 0,1-3 215 15</inkml:trace>
  <inkml:trace contextRef="#ctx0" brushRef="#br0" timeOffset="124311.87">14951 13484 104 0,'3'-5'301'0,"1"2"-17"0,-3-2-11 0,3 1-22 15,-3-1-19-15,3 4-24 0,-1-1-16 0,-3 2-22 16,2-4-25-16,-2 4-17 0,3-4-10 0,-3 4-18 16,0 0-11-16,7 8-15 0,-7-5-8 0,4 2-7 15,-1 2-5-15,-1 2-6 0,1 2-7 0,-2 0-2 16,-1 1-4-16,4 0-5 0,-4 4-4 0,0 1 1 0,0-7-4 0,0 2-3 16,0 1 0-16,0-4-2 0,0-1-2 0,0-3-1 15,0 2-2-15,0-2 1 0,0 0 2 0,0-1-2 16,0-1 3-16,0-3 0 0,5 3-5 0,-1-3 4 15,-4 0 4-15,17-6-10 0,-8 0 1 0,3-1-1 16,4-2 6-16,-1 0-4 0,2 0-4 0,6-8-1 31,-2 0 0-31,-4 5 4 0,-2 0-4 0,-1 3 0 0,4-1 6 0,-9 4 3 16,1 0 3-16,-2 2-7 0,-2 0-3 16,-1 0 3-16,1 1-7 0,-2 0 0 0,0 1-5 0,-4 2-3 15,0 0 0-15,11 5-2 0,-7-2 1 0,-2 1 3 16,1 1-4-16,-1 2 0 0,0 0 1 0,-2 3 4 15,2-1-1-15,-2 1-2 0,4 1 2 0,-3-1 2 16,-1 1 0-16,1-6-2 0,-1 2 2 0,2-2 2 0,-1 1-2 16,0-3 1-16,-1 0 2 0,3 1 7 0,-3-4-1 15,9 0 2-15,-9 0 15 0,16-5 7 0,-5 0 8 16,0-1-19-16,3 0 2 0,0-4 8 0,4 5 0 16,-5-3-7-16,1 1-3 0,-1 5 2 0,1-5 0 15,-1 3 3-15,-2 3-17 0,3 0-17 0,-1 2-10 16,1 0-28-16,1 3-39 15,-2 4-56-15,-4 0-75 0,0 1-354 0,-1 0-615 16,-1 2 272-16</inkml:trace>
  <inkml:trace contextRef="#ctx0" brushRef="#br0" timeOffset="128586.09">15971 14018 51 0,'-8'0'137'16,"8"0"1"-16,-7-2-2 0,7 2-15 0,-8 0 2 16,8 0-2-16,-4-2-9 0,4 2-5 0,0 0-6 15,0 0-9-15,-4-2-8 0,4 2 0 0,0 0-1 16,0 0-3-16,0 0 2 0,0 0 0 0,0 0 0 15,0 0-1-15,0 0-5 0,0 0-6 0,-3-3-2 0,3 3-6 0,0 0-7 16,0 0-5-16,0 0-4 0,0 0-5 0,0 0-2 16,0 0-5-16,0 0-7 0,0 0-1 0,0 0-4 15,0 0 0-15,0 0-4 0,0 0-2 0,0 0 1 16,0 0-9-16,0 0 2 0,0 0-5 0,0 0 0 16,0 0-1-16,0 0 0 0,0 0 1 0,0 0 0 15,0 0 2-15,0 0-3 16,0 0 2-16,0 0-2 0,0 0-1 0,0 0-1 15,0 0 0-15,0 0 0 0,0 0 2 16,0 0 2-16,0 0-2 0,0 0 1 0,0 0 1 0,30-1 1 16,-9-1-1-16,12 2-3 0,0-5-3 0,4 4 5 15,16 0-1-15,0-3-2 0,1 1 17 0,2 0-4 16,2 3-1-16,-3 0 0 0,-2-5-1 0,-17 5-4 16,-3 0 1-16,-2 0 0 0,-3 0-4 0,-8 3-11 0,-7-3-18 0,0 0-23 15,-3 0-24-15,-1 0-14 0,-5 0-12 0,-4 0-5 16,8 2-18-16,-8-2-7 0,0 0-17 15,0 0-8-15,-31 1-31 0,13 1-98 0,-5 0-303 16,2-1 134-16</inkml:trace>
  <inkml:trace contextRef="#ctx0" brushRef="#br0" timeOffset="128805.1">16215 13871 64 0,'4'-17'217'0,"1"0"-2"15,0 3 1-15,0 2-6 0,-2 2-6 0,-1 0-6 16,1 2-11-16,-2 2-15 16,2 0-19-16,-2 2-15 0,2-1-21 0,-2 2-26 15,-1 3-22-15,0 0-10 0,0 0-8 0,1 15-4 16,-1-3-6-16,3 7-3 0,-6 8-5 0,2 2-3 16,1 2-1-16,0 3-5 0,-1-2 0 0,1 2-2 15,1-1-13-15,-1 1-26 0,0 0-28 0,4-2-20 16,-2-1-34-16,2-4-48 0,-1-3-235 0,-1-6-412 15,2-5 183-15</inkml:trace>
  <inkml:trace contextRef="#ctx0" brushRef="#br0" timeOffset="129521.93">17048 13705 33 0,'0'-4'243'0,"0"0"-20"0,1 1-17 16,1-1-17-16,-1 1-23 0,2-2-19 0,1 1-12 15,1 1-16-15,5-2-10 0,0 0-15 0,0 2-7 16,4-1-9-16,-2 1-10 0,1 3-9 0,2-2-5 0,2 4-5 15,0 0-6-15,0 1-6 0,-4 2-6 16,0 2-5-16,1 1-7 16,-3 3-7-16,-1 2 5 0,-1 4-8 0,-1 1 1 15,-5 2-2-15,-1 0-4 0,-4 6 1 0,-3 3-2 16,-5-1-2-16,-3 2 1 0,-3-1-6 0,-3 0 11 16,1-4 0-16,-5 1-1 0,0-1 2 0,-1-1-4 15,3-7 1-15,0 2-1 0,4-9 3 0,4 2 3 16,-1-5-7-16,4-2 0 0,1 2 0 0,0-2-1 15,3-1 8-15,1-3 30 0,-1 1 24 0,3 0 20 0,3-2 20 16,-4 1 16-16,4-1 4 0,0 0-7 0,-3-6-10 0,3 6-16 16,10-16-18-1,1 8-4-15,1-2-10 0,0 2-6 0,3 2-4 0,1-1-9 16,-2 1-9-16,-2 3 3 0,6 0-8 0,-1 1-2 16,2 2-3-16,-2 1-2 0,1 2-4 0,1 0 1 15,-3 2-6-15,4 0-3 0,-4 0 0 0,1 2 1 16,0 0-3-16,-1-2 6 0,3 2-3 15,-6-3-5-15,-3 2-3 0,4-4-2 0,-2 0 7 16,-3 2-10-16,0-3 1 0,-3-1 8 0,0 0-7 16,6-1 3-16,-6-2-2 0,2 1 1 0,-3-3 1 15,2 1-3-15,0-2-2 0,0-2-8 0,-1 5-20 0,0-5-18 16,0 0-16-16,1 2-32 0,-2-1-50 0,-1 1-52 16,1 3-56-16,-1-4-229 0,1 5-526 0,3-1 233 0</inkml:trace>
  <inkml:trace contextRef="#ctx0" brushRef="#br0" timeOffset="131378.97">17847 13499 95 0,'0'0'158'0,"-4"-3"-9"0,4 3-8 15,0 0-6-15,0 0-11 16,0 0-8-16,0 0-3 0,0 0-7 0,0 0-15 16,0 0 1-16,0 0-9 0,-4-2-8 0,4 2 0 15,0 0-5-15,0 0-4 0,0 0-2 0,0 0-13 16,0 0 0-16,0 0-4 0,0 0-3 0,0 0-5 15,0 0-6-15,0 0-4 0,0 0-4 0,0 0 3 16,0 0-5-16,0 0-3 0,0 0-1 0,0 0-2 16,0 0-6-16,0 0 6 0,0 0-5 0,0 0-1 0,0 0-3 0,0 0 3 15,0 0-2-15,0 0-1 0,0 0-3 0,0 0 1 16,0 0-6-16,0 0 4 0,0 0 3 0,0 0-4 16,0 0-3-16,0 0 3 0,12-3-4 0,3 3 5 15,4-2-1-15,9 1-3 0,4-3 16 0,7 2-2 16,0-1-2-16,14 0-1 0,2-1 1 15,1-1-3-15,-4 2-3 0,-12 0 1 16,-3 1 0-16,-4-1 0 0,0 2 1 0,-6-2-4 16,-5 2-9-16,-4 1 0 0,-5 0-16 0,-1-1-22 0,-5 1-21 15,-1 0-11-15,-6 0-21 0,5 1-23 0,-5-1-25 16,0 0-164-16,-19 1-331 0,0 2 146 0</inkml:trace>
  <inkml:trace contextRef="#ctx0" brushRef="#br0" timeOffset="131879.64">17852 13562 22 0,'-5'0'199'0,"5"0"-21"0,0 0-16 0,0 0-16 15,0 0-20-15,-5 1-15 0,5-1-14 0,2 5-9 16,0 0-9-16,3 2-10 0,1-2-4 0,2 4-4 15,1-1-10 1,4 4-2-16,1 0-5 0,1-2-5 0,1 0 0 16,5 1-5-16,-2-2-6 0,7 0-1 0,-1 0-3 0,-4-1-4 15,-1 0-1-15,1-4 0 0,-2 0 1 0,3 0-9 16,-3-2 3-16,-6 0 1 0,0 0 0 0,-1-2-2 16,-2 0 16-16,-1 0 12 0,-1 3-5 0,-3-3 5 15,-5 0 0-15,9 0-4 0,-9 0-4 16,6 0-6-16,-6 0-1 0,7 1-6 0,-7-1-11 15,0 0-15-15,2 4-15 0,-2 0-1 0,0 4 4 0,-5 4 3 16,-4 2 2-16,-2 8 4 0,-10 2 3 16,3 6-6-16,-12 10 2 0,-1 3 1 0,-4-1 4 0,1-1-1 0,2-2 5 15,3 0-4-15,6-11 0 0,6 0 1 0,-5 0 3 16,6-1-2-16,1-4 1 0,2 0 1 0,4-3-1 16,-3-3-1-16,6-1 5 0,-2-3-1 0,2-2-2 15,-1-1 5-15,5-5 8 0,-1 2 14 0,2-4 11 16,-3 1 1-16,3 0 13 0,0-1 9 0,1-3 1 15,-3 5 4-15,3-5 4 16,-1 3-10-16,1-3-3 0,0 0-8 0,-3 5-4 16,3-5-4-16,0 0-4 0,0 0-5 0,0 0-14 0,0 0-21 0,0 2-18 15,0-2-24-15,0 0-24 0,0 0-39 0,0 0-45 16,0 0-38-16,0 0-176 0,0 0-397 0,0 0 175 16</inkml:trace>
  <inkml:trace contextRef="#ctx0" brushRef="#br0" timeOffset="132258.57">17887 14388 92 0,'0'0'164'0,"0"0"-21"0,-9 0-11 0,9 0-11 15,0 0-10-15,0 0-12 0,0 0-4 0,-7 0-7 16,7 0-11-16,0 0-6 0,0 0 11 16,0 0 0-1,0 0 3-15,0 0 4 0,0 0-2 0,0 0-8 0,0 0-3 16,0 0-6-16,0 0-6 0,18-3-8 0,5 0-6 16,13-3-5-16,20-1-6 0,9 4-2 0,31-8-5 15,4 6 1-15,-1-2 6 0,3 1 11 0,-2 3 8 16,0-1 0-16,0-1 1 0,-3 3-2 0,-6 0-4 15,-34 2-8-15,2-1-2 0,-22 2-2 0,1-1-5 16,-5 2-3-16,-2-2-3 0,-13 1-6 0,-4-1-1 16,-2 0-5-16,-5 0-1 0,2 0-3 0,-4 0-4 0,-5 0-13 0,8-1-10 15,-8 1-21-15,0 0-27 0,0 0-41 0,0 0-48 16,-31 5-57-16,11-4-183 0,-8 0-422 0,0 2 187 16</inkml:trace>
  <inkml:trace contextRef="#ctx0" brushRef="#br0" timeOffset="132975.29">18250 14570 161 0,'2'-3'269'0,"-2"-1"-23"0,3-1-24 0,-2 1-26 31,-1 4-18-31,1-3-26 0,-1 3-18 0,4-3-30 0,-4 3-22 16,0 0-15-16,0 0-7 0,-4 15-7 0,-1-5-4 16,1 8 0-16,-5 5-8 0,-5 5 0 0,3 1-8 0,-2 0 6 15,-1-4-11-15,1 1-16 0,-1 1-2 16,5-4-4-16,0 1 2 0,0-6-5 0,3 0 1 15,1-4 1-15,1-2 3 0,1-1-5 0,1-5 9 16,0 2 17-16,1-2 12 0,0-1 19 0,-2 0 21 16,3-3 27-16,0-2 11 0,0 0-13 0,0 0-8 0,14-6-12 0,-5 0-9 15,5-5-6-15,1-2-10 0,2 2-1 0,0-2-8 16,2-7-8-16,0 0-1 0,1 2-3 0,-3-2-5 16,4 4-6-16,-7 2-1 0,-1 1 7 0,-1 1 1 15,-1 2 5-15,-5 3 6 0,4-1-5 0,-6 3-5 16,1 1-8-16,-4 1-2 0,3-1-3 0,0 1-5 15,-2 0-18-15,-2 3-8 16,3-3-18-16,-3 3-9 0,0 0 2 0,0 0 5 16,0 0 3-16,-14 15 3 0,-2-5 1 0,-2 1 3 0,-9 3 2 15,3 1 3-15,-3-1 8 0,0 0-13 0,10-3 8 16,-1-2 1-16,4 0 0 0,4-2 1 0,-1 1 0 16,2-3 1-16,1-1 1 0,2-1 3 0,1 2-5 15,-1-3 3-15,4 1 10 0,-2-1-15 0,4-2 6 16,-4 5 0-16,4-5 2 0,3 5 2 0,2-1 0 15,3 2-3-15,3-1 5 0,6 2 8 0,3 0-12 16,-5 2-13-16,7-1-29 0,-3 1-33 0,6 3-37 16,-5-4-43-16,2 1-59 0,-4-1-277 0,0-3-532 15,1 2 235-15</inkml:trace>
  <inkml:trace contextRef="#ctx0" brushRef="#br0" timeOffset="133191.07">18647 14780 80 0,'-3'-4'270'0,"3"4"-26"0,4-6-29 15,0 2-28-15,2 1-11 0,6 1-19 0,3-2-20 16,6 1-35-16,-1 1-43 0,-2 2-37 0,2-2-54 15,2 1-63-15,-6 1-159 0,4 0-275 0,-8 0 121 16</inkml:trace>
  <inkml:trace contextRef="#ctx0" brushRef="#br0" timeOffset="133366.04">18662 14959 87 0,'4'4'188'15,"-4"-4"-16"1,17 0-20-16,-5 0-8 0,6 2-16 0,4-4-17 16,5 1-23-16,2-2-35 0,-2 3-46 0,2-1-40 0,1-2-151 0,-11 1-197 15,3 1 88-15</inkml:trace>
  <inkml:trace contextRef="#ctx0" brushRef="#br0" timeOffset="133692.07">19283 14771 34 0,'0'0'243'0,"-4"-2"-26"16,4 2-21-16,0 0-20 15,0 0-17-15,-19 9-16 0,12-4-16 16,0 3-12-16,-2 1-9 0,-3 3-12 0,1 2-12 15,5-3-9-15,-3 4-5 0,4-4-7 0,2-1-5 16,2 3-4-16,0-5-7 0,2 2 2 0,3 1 4 0,1-3 8 0,4-1 1 16,2-1 1-16,8-2-4 0,-2-3-1 0,2-1-4 15,-1-4 0-15,-1 0 1 0,-3-3-7 0,-4-1 0 16,2-3-5-16,-7-4 4 0,1 0-10 0,-6-1-8 16,1-2-2-16,-8-7-1 0,-1 7-3 0,-5-6 2 15,-2 2-12-15,-6 2-16 0,-2-1-17 0,-1 5-27 16,-5 1-34-16,-1 2-46 0,-2 3-42 0,3 1-243 15,1 1-448-15,1 2 199 0</inkml:trace>
  <inkml:trace contextRef="#ctx0" brushRef="#br0" timeOffset="134678.54">18379 13130 80 0,'0'0'193'0,"0"0"-11"0,0 0-18 16,0 0-10-16,0-5-16 0,0 5-10 0,0 0-9 15,0 0-5-15,0 0-15 16,0 0-4-16,0 0-8 0,0 0-7 0,0 0 7 16,0 0-5-16,0 0 1 0,0 0 0 0,0 0-2 0,0 0 0 0,0 0-4 15,0 0-13-15,-2-7-2 0,2 7-8 0,-1-7-5 16,-1 4-6-16,0-5-2 0,2-1 4 0,-2-2 0 16,-1 1-3-16,0-5-3 0,2 1-5 0,1-1 10 15,-4-2-8-15,3 1-8 0,0 0-2 0,-2 0-1 16,3 5-1-16,-2 0-5 0,-1-2-2 0,1 4 2 15,-1 0-4-15,1 1-6 0,0 4 2 0,-4-1-6 16,-1 0-3-16,-4 3 5 0,-3 1-14 0,-13 4 6 16,-5 4 0-16,0-1 0 0,-5 3-3 0,-13 5 1 15,1 3 0-15,-3-1 0 0,1 5 2 0,1-4-3 16,2 2 3-16,-3-2 2 0,2 2-2 0,10-9 8 16,3 3-11-16,0-2-2 15,4-1 5-15,3-2 0 0,8-2 0 16,3-1 6-16,4-2-5 0,4-1 2 0,-4 0 2 15,6-2 10-15,3 0 25 0,5 0 25 0,-11-2-1 0,8-3 1 16,-1-1-7-16,4-3-10 0,4-3 6 0,6 0 1 16,3-2-20-16,1-1 1 0,8-4-8 0,1 4-5 15,-1 0 1-15,3 1-6 0,1 2 3 16,-10 5-8-16,2 1-4 0,0 2 0 0,1 3-9 0,3 2 0 0,-3 7 0 0,7-1 9 16,2 7-7-16,-1 3-5 0,-1 3-18 15,3 6-17-15,-1-3-38 0,-4 4-45 0,0 2-55 16,3-3-85-16,-4 2-230 0,0-5-533 0,-2-5 235 15</inkml:trace>
  <inkml:trace contextRef="#ctx0" brushRef="#br0" timeOffset="137121.07">19853 13234 146 0,'1'-5'194'0,"1"1"-11"0,-2 0-4 0,1-1-12 16,0 1-12-16,1 0-15 0,-2 4-12 0,0-5-12 15,0 5-15-15,1-5-12 0,-1 5-21 0,0 0-11 16,0 0-8-16,5 12-6 0,-6-1-6 0,-1 7-4 16,1 7-7-16,-3 6-6 15,-1 2 3-15,0 1-6 0,-4 1 4 0,-5 15-3 16,1-6-4-16,-2-1 0 0,2-6-1 0,2-4-6 16,-1 1 4-16,2 0 3 0,-3-2-6 0,7-3-3 15,-5-1 4-15,1-3-5 0,7-4 4 0,-4-5 0 16,5 1-2-16,-1-6-3 0,-1 0 1 0,4-2-1 15,-3 0 19-15,2-5 23 0,1 1 19 0,0 2 28 16,-3-3 30-16,3-4 19 0,-2 1 25 0,2-1 2 0,0 0-14 0,0 0-22 16,10-13-13-1,-2 5-8-15,1-6-18 0,2-1-7 0,5-6-4 0,-1 1-14 16,6-4 0-16,-1 2-11 0,2-5-7 0,3 1-4 16,-2-1-2-16,4 1-6 0,0 0-3 0,-3 3-5 15,2-3-12-15,-2 5 7 0,-1-2-5 0,-2 5-1 16,-5 4-5-16,0 1 0 0,-4 3 4 15,-2 2-4-15,0 1-6 0,-5 2 1 0,1 0 5 0,0 1-3 16,-2-1-9-16,0 2-5 0,-3 1-3 0,3 0-10 16,-4 2-17-16,4-4-20 0,-4 4-3 0,0 0 6 15,0 0-1-15,-13 13 10 0,-5 0 3 16,-6 1 4-16,-2 3 7 0,-3 2-4 0,-3-2 28 0,-1-2 7 16,6 4-1-16,0-5-2 0,4 0 4 0,4-6 3 15,5 2-9-15,1-4 1 0,4 2-2 0,2-5-1 0,0 3 1 16,0-1 4-16,3-4 3 0,0 2-4 0,1 1-6 15,2-2 4-15,1-2 1 0,5 8 4 0,0-3 8 0,7 2-14 16,-1-2 2-16,10 3 0 0,6 0-3 16,-1 2 6-16,1 1 3 15,4 0-3-15,1 1-22 0,0 0-36 0,-3-3-49 0,2 3-53 16,-3-1-69-16,0-4-341 0,-6-2-612 0,5 2 271 0</inkml:trace>
  <inkml:trace contextRef="#ctx0" brushRef="#br0" timeOffset="137500">20611 13600 52 0,'0'0'119'0,"-5"-3"-10"0,5 3-10 0,0 0-8 0,-8 0-2 16,8 0-7-16,0 0-5 15,0 0-4-15,-10 3 6 0,10-3-6 0,0 0 3 16,0 0 6-16,-5 0 5 0,5 0 0 0,0 0 4 0,0 0 7 16,0 0 4-16,0 0 1 0,0 0-8 15,0 0-1-15,0 0-11 0,0 0-9 0,20-3-6 16,-2 3 3-16,9-3-15 0,2 2-5 0,5-4-7 15,4 4-1-15,0-3-9 0,-1 1-4 0,16 2-2 16,-18-2-2-16,3 3 0 0,-6-4-10 0,-2 3-30 16,-11 1-19-16,-2 0-27 0,-4-3-27 0,-2 1-42 15,-4 0-53-15,-5 0-153 0,-2 2-360 0,-1-4 159 16</inkml:trace>
  <inkml:trace contextRef="#ctx0" brushRef="#br0" timeOffset="137715.84">20741 13462 253 0,'0'-6'260'0,"-2"0"-6"0,0 1 1 16,2 0-13-1,0-1-14-15,0 2-8 0,0 4-23 0,0-5-22 0,0 5-18 16,0-7-20-16,0 7-23 0,0 0-14 16,0 0-22-16,0 0-6 0,4 17-14 0,-2-5-6 15,1 3-4-15,1 2-6 0,-1 3-6 16,-1 4 0-16,2 2 1 0,1 2-5 0,-1-3-7 0,1 2-14 15,-1 2-25-15,2-3-30 0,2 1-33 0,-3-8-38 16,-1 6-53-16,1-4-88 0,1-6-152 0,-2-4-441 16,5-2 195-16</inkml:trace>
  <inkml:trace contextRef="#ctx0" brushRef="#br0" timeOffset="138108.57">21265 13412 273 0,'4'-7'264'16,"0"2"-22"-16,0-1-21 0,-2 1-22 0,2 3-24 16,0-1-21-16,-4 3-10 0,13 5-14 0,-4 0-12 15,0 2-11-15,1 4-9 0,0 3-5 0,0 3-10 16,0-1-9-16,2 6-8 0,-2 2-7 0,-5-7-4 15,4 2-6-15,-4 6-7 0,-1-6-3 0,-3 2-2 16,1-3-6-16,-4-1-3 0,1 0-1 0,1-3-2 16,-4-4-4-16,4 2-3 0,-4-5 1 0,3 1-1 15,-1-3 2-15,0 2 3 0,2-6 18 0,-5 3 9 16,3-1 3-16,2-3-4 0,0 0-2 0,-8-13 1 16,4 6 10-16,2-3 20 0,0-2-3 0,1-3 2 15,2-2-2-15,2-3 5 0,5-6-17 0,-2 0-10 0,5-2-1 0,2 0-14 16,1-1-2-16,3 3-2 0,-2 1-6 0,-2 0 5 15,2 8-16-15,-4 1-6 0,0 4-38 0,2 1-33 16,-3 3-27-16,-1 0-24 0,1 1-29 16,1 2-31-16,-5 1-29 15,1 1-48-15,0 0-253 0,-2 1-543 0,1 2 240 0</inkml:trace>
  <inkml:trace contextRef="#ctx0" brushRef="#br0" timeOffset="138348.57">21737 13143 77 0,'5'-4'235'0,"-1"2"-22"0,3-2-19 0,-7 4-15 0,14 6-9 16,-3 2-11-16,3 2-9 0,-3 6 0 0,8 9-13 16,-3 6-3-16,5 15-9 0,-3 2 1 0,-5 1-10 15,-4 0-7-15,-8 1-11 0,-2-1-10 0,-8 2-6 16,-4-4-6-16,-10 1-8 0,-4-1-6 0,-3-1-6 15,-7-2-4-15,-8-3-11 0,-8-5-27 0,-1 0-42 16,-24 6-44-16,23-11-50 0,-3-8-64 0,-30 7-232 0,29-13-451 0,-5-9 200 16</inkml:trace>
  <inkml:trace contextRef="#ctx0" brushRef="#br0" timeOffset="138848.2">19458 13038 123 0,'0'0'196'16,"0"0"-23"-16,0 0-24 0,0 0-11 0,-7 20-12 16,0 4-6-16,-3 5-17 0,-5 19-1 0,-3 1-12 15,-5 6 0-15,-8 25-12 0,12-26-9 0,1 1-3 16,5 3-12-16,8-2 2 0,3-4-9 0,5 3 1 15,10-2-3-15,9-3-9 0,9-6 6 0,7-1-6 16,10-5-1-16,29 12-11 16,-15-24-45-16,26 6-58 0,0-8-246 0,-23-12-351 15,27-3 156-15</inkml:trace>
  <inkml:trace contextRef="#ctx0" brushRef="#br0" timeOffset="140744.64">22716 13242 90 0,'-2'-12'178'0,"2"2"-10"0,-4 1-14 16,3-1-17-16,-3 3-9 0,0 3-14 0,1-3-16 15,-3 3-6-15,-1 1-5 0,-2 0-11 0,-4 3-9 16,-1 1-16-16,-4 4 4 0,-4 2-9 0,-3 7-2 16,-1 1-6-16,2 2 1 0,2 5-10 0,-3 2-3 15,2 0-2-15,2 3-3 0,5 1-5 0,0-1 0 16,1 2-3-16,1-3 4 0,5 0-5 0,4-7-5 16,1 2 1-16,4-4-1 0,1 0 2 0,2-1 0 15,-2-5-1-15,3 2 8 16,1-7 18-16,-1 2 10 0,5-1 10 0,1-5 11 15,-1 0 8-15,5 0 9 0,4-7-6 0,0 4 21 16,-1-7-2-16,0-1-7 0,1-2 0 0,-4 1-8 16,3-2-6-16,-3-4-5 0,1 3-9 0,2-8-9 0,0 0-3 0,-3 1-5 15,0-4-6-15,-5 7-1 0,-3 0-3 0,2 3-4 16,-2 2 4-16,0 2-5 0,-2 0 7 0,-2 3-3 16,0 2-10-16,1 1-3 0,-1-2-7 0,0 2-6 15,-1 3-17-15,-1 1 0 0,0 0-1 0,0 0 0 16,0 12 2-16,-1-3 1 0,-1 2 1 0,2 1-1 15,2 5 1-15,-1-2 3 0,4 3 3 0,1 2-2 16,7 2 0-16,6 0 6 0,1-1-21 0,1-3-25 16,5 1-34-16,-1-4-46 0,1-3-77 0,3-3-278 15,-2-1-520-15,1-2 231 0</inkml:trace>
  <inkml:trace contextRef="#ctx0" brushRef="#br0" timeOffset="141355.13">23020 13371 128 0,'1'-8'232'0,"2"0"-16"0,0 1-18 15,2-1-19-15,-2 0-9 0,-1 4-12 0,1-1-13 16,1-1-11-16,-1 3-13 0,-2 1-15 0,1-1-10 16,-2 3-15-16,4-3-13 0,-4 3-6 0,0 0-8 15,4 10-6-15,-5 0-4 0,-2 3-7 0,1 3-3 16,-1 4-3-16,-1 5-3 0,-4 0-5 0,-2 0-1 16,3 4-3-16,-1-1-3 0,0-3 0 0,2-1 2 15,-2-3-5-15,3 3-4 16,0-3 2-16,0-4 0 0,-2-1-4 15,6-5 0-15,-4 0 3 0,4-4-6 0,-3 1 5 16,4-1 2-16,-3-2 34 0,3-4 25 0,-1 6 32 0,1-7 32 16,0 2 11-16,0-2-24 0,0 0-13 0,15-10-17 0,-6 5-1 0,3-5-9 15,3-1-9-15,-2-5-10 0,5 3 0 16,1-5-9-16,3-4-7 0,0 1-3 0,0-1-3 16,0 1-8-16,1-1-5 0,-5 4 2 0,-1 4-1 15,-6 0-5-15,2 4 11 0,-5 2 0 0,1-1 4 16,-4 3-1-16,-1 1 11 0,-1 0-17 0,1 1-4 15,-1 2 2-15,-2-1-5 0,2 0-7 0,-3 3-10 16,2-4-6-16,-2 4-1 0,0 0-17 0,0 0 11 0,0 0 2 16,-14 7-1-16,4-2-5 0,-3 0 8 15,-5 7 2-15,3 0-8 0,-2-2 3 0,-1 0 1 0,4 0 5 0,0 0 8 16,5-2-16-16,-1 0 1 0,1-2 1 0,4-2-1 16,0 1-4-16,0-1-4 0,0 1 5 0,1-2 2 15,1 1 5-15,2 0-1 0,1 0-2 0,0 1 3 16,3 0-1-16,1 2-11 0,4 2 18 0,1-2 3 15,7 6 1-15,0-2-7 0,7 2-3 0,0 2-26 16,2 1-40-16,-1-1-47 16,0-1-56-16,-2 3-77 0,-7-6-361 0,0-1-659 15,0 1 291-15</inkml:trace>
  <inkml:trace contextRef="#ctx0" brushRef="#br0" timeOffset="142210.23">23612 13108 81 0,'8'-9'193'0,"0"2"-14"0,2-1-16 15,0 3-11-15,2 1-20 0,2 1-9 0,4 3-6 0,2 0-10 16,2 0-8-16,3 6-5 0,-3-1-10 0,-3 4-11 16,7 3-4-16,-3 0-7 0,-8 2-5 0,3 4-5 15,-1 7-4-15,-1-2-6 0,-7 2-2 0,0-1-3 16,-2 2-8-16,-6-2-2 0,-1 4-4 0,-3-3-3 15,-4-1 2-15,0 3-5 0,-2-1 1 0,-2-1-4 0,-3-4-1 0,-3-1-1 16,-1-1-1-16,4-4 3 0,0-3-5 16,-1 0 2-16,0-5-3 0,5 3-2 0,-1-4 5 15,2 1-4-15,0-3 4 0,2-2 7 0,1 1 11 0,1 1 30 16,1-3 37-16,4-1 28 0,-5 2 5 0,5-2-5 16,0 0-8-16,0 0-14 0,3-15-8 0,5 6-10 15,4-4-13 1,2-1-5-16,8-7-4 0,0-1-7 0,4 0-8 15,0-5-6-15,10-7-5 0,-6 8-1 0,3-8-4 16,-6 8-4-16,-2 3 5 0,-2-6-11 0,-3 8-2 16,-3-1 0-16,1 1-3 0,-8 8-8 0,-1 3 12 0,-1 1-13 0,-4 3 1 0,1 0-11 15,-1 1-8-15,-3 2-13 0,1 1-23 0,-2 2 2 16,0 0 4-16,0 0 4 0,-10 19 3 16,0-6 4-16,4 3 7 0,-3 2-6 0,0 0 6 15,0 8 3-15,1-1 1 0,4 0 23 0,4-1 1 16,0-5-2-16,7 5 2 0,5-1 6 0,5-2-8 15,9-2-1-15,8 1-19 0,13-1-41 0,2-3-60 16,2-6-100-16,1-5-303 0,0-5-562 0,5-1 249 16</inkml:trace>
  <inkml:trace contextRef="#ctx0" brushRef="#br0" timeOffset="145015.22">21522 13447 56 0,'0'0'115'0,"1"-3"-8"16,-1 3 3-16,3-4-1 0,-3 4-11 0,2-3 4 16,-2 3-5-16,0 0-5 0,3-4-11 0,-3 4 1 15,3-3-16-15,-3 3-4 0,2-2-8 0,-2 2-7 16,0 0-4-16,6-2-2 0,-6 2-4 0,7-1-5 15,-7 1-7-15,9 0 2 16,-4 2-6-16,-1-1 1 0,3 1-3 0,-2 1-7 16,2 3 0-16,1 0-3 0,-1 1 1 0,-2 2-2 15,2 3-1-15,-1-2 3 0,-1 1 0 0,-1 0-3 16,2 5-3-16,-2-4-2 0,-2 4 1 0,0-3 8 16,-2-2-11-16,0 3 1 0,0 0 3 0,0-1-1 15,-4-1-2-15,4 0-1 0,-4-4 6 0,0 3 7 16,2-2-7-16,-2-2-1 0,4-1 1 0,-4-1 9 0,3 0-7 15,1 0 4-15,-2-2-2 0,2-3-4 0,-2 4 5 16,2-4-3-16,-2 4 0 0,2-4 2 0,-2 4-1 16,2-4 9-16,-1 4 1 15,1-4 4-15,0 0 4 0,0 0 5 0,0 0 4 0,0 0 5 16,0 0 9-16,0 5 6 0,0-5 2 0,0 0 7 0,0 0 4 0,0 0 2 0,0 0 10 16,0 0 3-16,0 0 8 0,0 0 3 0,0 0-10 15,0 0-13-15,0 0-4 0,9-12-9 0,-8 10-7 16,3-5-7-16,0 1 0 0,1-1-6 0,0-2-4 15,0 0-1-15,3 0-7 0,1-2-5 0,0-4-2 16,0 1 1-16,1-2-3 0,0 2-2 0,-1-1-2 16,-1 2-2-16,1 3 0 0,-1-2 1 0,-2 3-3 15,-1 1-3-15,3-1 1 16,-3 3 0-16,0 0-5 0,-3 1 0 0,2 2 4 16,-1-2-5-16,0 1-2 0,-1 1-2 0,1 1-2 15,-3 2 2-15,7-1 1 0,-7 1-5 0,0 0 1 16,10 3 2-16,-6 2-5 0,-1 0 5 0,2 0-3 15,-2 1 1-15,3 4-2 0,-2 0 1 0,0-1 2 16,-1 1 0-16,1 1-2 0,0 1 3 0,-1-3 0 16,-1 3-1-16,1 2-2 0,-1-2 4 0,-2-4-2 0,4 2 1 0,-4 1 0 15,0-3 2-15,0-1-1 0,1 0 3 0,1-2-6 16,-4-2 5-16,4 2-1 0,0-1 4 0,-2-2 0 16,0-2-3-16,0 5 0 0,0-5 6 0,0 3 0 15,0-3-2-15,0 0 3 0,0 0 1 0,0 5 5 16,0-5 5-16,0 0-1 0,0 0 3 0,0 0-3 15,0 4 2 1,0-4-1-16,0 0-1 0,0 0-1 0,0 0-1 16,0 0 1-16,4 3-1 0,-4-3-3 0,0 0 2 0,0 0-7 15,0 0 1-15,0 0-7 0,0 0-12 0,0 0-17 16,0 0-21-16,0 0-26 0,0 0-30 16,0 0-41-16,0 0-51 0,0 0-50 0,0 0-217 15,0 0-501-15,-13-10 221 0</inkml:trace>
  <inkml:trace contextRef="#ctx0" brushRef="#br0" timeOffset="147003.12">24585 12471 59 0,'4'-11'185'0,"-2"6"-23"0,2-1 3 0,-2 0-13 0,0 2-11 0,-1 1-12 15,1-1-13-15,-2 4-12 0,3-6-14 0,-3 6-11 16,4 0-16-16,-4 0-8 0,0 0-6 0,0 15-17 16,-1-2 3-1,0 3 2-15,-2 3-5 0,-3 7-4 0,2 3-6 0,-1 1 5 16,-2 1-6-16,1 1 5 0,-2-1-4 0,-1-2 3 16,2 0-2-16,-1-2-3 0,-1-3-4 0,0 3 1 15,3-3-4-15,-1-7-2 0,0-1-1 0,0-5 0 16,5 0 0-16,-2-1 1 0,1-2 4 0,-1-1-6 15,3-2 22-15,0 0 16 0,-3-1 15 0,4-1 23 16,0-3 21-16,-1 4 21 0,1-4 18 0,0 0-1 16,1 5 16-16,-1-5-15 0,0 0-14 0,9-12-13 15,-1 6-18-15,-2-5-6 0,8-1-13 0,0-2-4 16,2-6-12-16,2 0 0 0,1-1 8 0,1-1-23 0,-1 1-10 0,0-1-1 16,-1-1-5-16,0 2-6 0,0 0 5 0,-8 5-9 15,2 2 2-15,-1-1-6 0,-3 9-3 0,-3-5 4 16,0 6-16-16,-1-3 13 0,-4 3-3 0,6 2-7 15,-2-2-3-15,-1 1 0 0,-2 1-5 0,3 1-6 16,-4 2-17-16,3-3-7 0,-3 3-9 0,0 0 0 16,0 0 2-16,0 0 4 15,-13 11 4-15,3-5 5 0,-1 2 1 0,-4 5-1 16,2 0 2-16,-1-3 5 0,-2 0 7 0,1 2-5 16,3-3 3-16,3-1-2 0,0-1 2 15,-1 0-3-15,4-2 6 0,0 2-5 0,2-5 5 0,0 2 9 16,1 0-3-16,-1 0-11 0,1-2 4 0,2 2-1 15,0 0 0-15,-2-1 2 0,3 4 2 0,4-2-2 16,-1 0 1-16,2 4-4 0,2 0 12 0,1 2 4 0,3-1-5 16,3 3 5-16,-1-1-4 0,5 1-11 0,-4-1-26 0,4 2-36 15,-4-1-41-15,4-1-53 0,6 1-73 16,-11-3-274-16,5 1-556 0,-3-4 247 0</inkml:trace>
  <inkml:trace contextRef="#ctx0" brushRef="#br0" timeOffset="147376.72">25040 12731 42 0,'-4'-1'151'0,"4"1"-14"0,0 0-8 16,0 0-19-16,0 0-9 0,0 0-9 0,0 0-4 15,0 0-5-15,-11 2-14 0,11-2-5 0,0 0-4 16,0 0 5-16,0 0 2 0,0 0 1 0,0 0 13 0,0 0-2 0,0 0 1 16,0 0 6-16,0 0 10 0,0 0-1 0,25 0-7 15,-7 0 2-15,11 1-12 0,3-1-9 0,3 0-7 16,5-1-4-16,11-1-8 0,2 1-4 0,-3 2-5 15,-9-5-2-15,-5 4-5 0,-3-4-1 0,-4 3-7 16,-2 0-12-16,-9-2-12 0,-4 2-20 0,-4 0-15 16,0 0-19-16,-2-1-37 15,-3-1-26-15,-5 1-18 0,0 2-26 0,0 0-16 0,-16-7-126 16,4 5-324-16,-7 1 144 0</inkml:trace>
  <inkml:trace contextRef="#ctx0" brushRef="#br0" timeOffset="147586.84">25249 12654 22 0,'-1'-5'216'0,"0"-1"-10"0,1 2 4 16,1-5-4-16,0 4-4 0,1-3-1 0,-1 1-6 15,3 2-1-15,-3 0-10 0,3 1-4 0,-3-1-10 16,2 1-12-16,-2 1-16 0,2 0-10 0,-3 3-18 0,1-3-13 16,-1 3-10-16,0 0-25 0,0 0-13 0,0 0-2 15,0 0-23-15,6 13-5 0,-3-4-5 16,1 7 0-16,-2 1-2 0,1 1-6 0,3 7 6 0,1-1-6 0,0 4-2 15,-2-5-20 1,-1 2-36-16,1 3-29 0,-1-4-38 0,-3-4-44 0,3-2-63 16,-1 0-213-16,1-3-471 0,-2-6 208 0</inkml:trace>
  <inkml:trace contextRef="#ctx0" brushRef="#br0" timeOffset="148174.1">25779 12535 144 0,'2'-5'286'16,"-1"1"-22"-16,2 0-19 0,-2 0-23 0,-1 4-23 15,3-4-21-15,-3 4-23 0,2-3-19 0,-2 3-22 16,0 0-8-16,0 0-13 0,5 11-13 0,-1-5-9 15,-3 3-9-15,-1 4-8 0,3 2-5 0,-3 2-4 16,1 1 14-16,-2 2-7 0,-2-3-7 0,1 2-5 16,-2 1-3-1,0-2 2-15,2 2-7 0,-5-5-2 0,4 0-5 0,1-4-1 16,-2 0-1-16,4-5-3 0,-1 1-2 0,-2 1 1 16,2-4-1-16,1-1 3 0,0 0 42 0,0-3 39 15,-2 7 29-15,2-7-28 0,0 0-8 0,0 0-7 16,15-15-12-16,-7 6-6 0,2 1-7 0,0-6-12 15,4-1 7-15,0 0-19 0,5-4-2 0,-2-1-5 16,-3 6 1-16,0-1-1 0,0 2-1 0,-5 5-2 0,-1 0-9 16,1 2-3-16,-4 2 3 0,-1-2 5 0,1 1-19 15,-1 3-4-15,0-1-7 0,-2 1-9 0,-2 2-15 16,6-2 0-16,-6 2 2 0,0 0 11 0,5 9-1 16,-5-2-8-16,3-2 2 0,-2 4 0 0,-1 1 0 15,-1 0-5-15,2-1-5 0,-1-1 2 0,-1 0 0 16,1-1 2-16,0-1 2 0,0-1 1 0,-3-1 4 0,6 0 6 0,-6-1 2 15,3-3 3-15,3 6 21 0,-3-6 0 0,5 0-2 16,-5 0-1-16,14-6 2 0,-4 3-2 0,2-1 6 31,2-1-6-31,-4 0-1 0,2 0 1 0,2 0-2 0,-3 0 2 0,1 0-3 0,-1 2-1 0,1-1-4 16,1 2 5-16,-3 1-2 0,4-1 4 0,-3 1-14 16,2 2-19-16,1-1-32 15,-1 3-41-15,-2-1-55 0,1 3-75 0,-2-3-314 16,0 1-590-16,-1-1 261 0</inkml:trace>
  <inkml:trace contextRef="#ctx0" brushRef="#br0" timeOffset="148644.35">26555 12605 183 0,'-5'0'185'0,"5"0"-13"16,0 0-17-1,-5-5-15-15,5 5-7 0,0 0-17 0,0 0-13 0,-4-2-12 16,4 2-9-16,0 0-6 0,0 0-11 0,0 0-4 16,0 0-7-16,0 0-6 0,0 0-3 0,0 0 5 15,0 0-3-15,0 0-2 0,0 0 4 0,0 0-4 16,0 0 5-16,-3-2-4 0,3 2 1 0,0 0 4 15,0 0-13-15,0 0-4 0,0 0-4 0,0 0-1 16,0 0 0-16,0 0-5 0,0 0 2 0,0 0-4 0,0 0-2 0,0 0 7 16,0 0 2-16,0 0 1 0,0 0 4 0,0 0-1 15,0 0 1-15,0 0 1 0,0 0 4 0,0 0-5 16,0 0 1-16,0 0-3 0,0 0-1 0,16 0-4 16,-7 0 1-16,6 0-2 0,5-3-2 0,8 6 0 15,2-3-1-15,5 0-6 0,3 0 5 0,2 0-2 16,13-3 0-16,-3 6 0 15,-9-3 0-15,-4 0-6 0,-2-3 2 0,-5 3-4 16,-7 0 2-16,-6-2 3 0,-4 2-8 0,0 0 0 16,-3-2 3-16,-3 2-4 0,1-1-1 0,-3 1-4 15,-5 0-9-15,9-1-19 0,-9 1-43 0,0 0-26 16,4-3-31-16,-4 3-30 0,0 0-34 0,-14-3-52 16,6 2-139-16,8 1-409 0,-10-1 181 0</inkml:trace>
  <inkml:trace contextRef="#ctx0" brushRef="#br0" timeOffset="148892.16">27383 12358 321 0,'2'-4'321'0,"2"1"-22"0,-3 0-27 15,1 1-29-15,-2 2-28 0,3-4-25 0,-3 4-25 16,0 0-31-16,0 0-17 0,7 11-13 0,-5-1-13 16,0 7-10-1,0 1-5-15,-1 10-9 0,3 1-8 0,-3 7-4 0,2-1-2 16,-3 1-16-16,1 10-39 0,-4-12-55 0,0 13-63 16,-4-16-118-16,-1-1-177 0,1-4-447 0,6-6 198 15</inkml:trace>
  <inkml:trace contextRef="#ctx0" brushRef="#br0" timeOffset="153092.4">5483 16729 112 0,'-7'-1'142'16,"7"1"-8"0,0 0-1-16,0 0-7 0,0 0-10 0,-6-1-10 15,6 1-1-15,0 0-13 0,0 0-4 0,0 0-1 16,0 0-8-16,0 0-2 0,0 0 2 0,0 0-1 15,0 0-1-15,0 0-5 0,0 0 4 0,0 0-4 16,0 0-9-16,0 0-9 0,0 0-3 0,0 0-7 16,0 0 0-16,0 0-4 0,-4-3-4 0,4 3-9 0,0 0 1 0,0 0-5 15,0 0-3-15,0 0-3 0,0 0-1 0,0 0 2 16,0 0-5-16,0 0-3 0,0 0 7 0,0 0-11 16,0 0 3-16,0 0-3 0,0 0 2 0,0 0-5 15,0 0 3-15,0 0-4 0,0 0 1 0,0 0 1 16,0 0 1-16,0 0 1 0,0 0 2 0,0 0-3 15,0 0 0-15,0 0 1 0,0 0-5 16,18-3 0-16,0 1-3 16,11-1 0-16,7 0 0 0,15-1 3 0,1 1-2 15,11 1 1-15,5-3-1 0,28 1 3 0,-6-1-4 16,5-1 2-16,-29 4-5 0,30-3 7 0,-32 2-2 16,-3 2-1-16,-2 1 6 0,-5-1-4 0,-17 1-2 15,1 1 3-15,-3-1-2 0,-6 1-4 0,-1 0-4 16,-9 1-16-16,-6-2-19 0,0 1-22 0,-4-1-11 15,-4 0-12-15,0 1-1 0,-5-1-1 0,8 0-3 0,-8 0-17 16,0 0-20-16,0 0-142 0,-22 4-295 0,4-4 130 0</inkml:trace>
  <inkml:trace contextRef="#ctx0" brushRef="#br0" timeOffset="153368.07">6087 16498 151 0,'0'-11'274'0,"0"6"-8"0,0-4-11 0,0 5-16 16,-2 0-24-16,-1-3-22 0,3 4-21 0,0 3-22 15,0-6-21-15,0 6-18 0,0 0-17 0,8 11-15 16,-6 0-8-16,-2 7-8 0,4 10-6 0,0 1-9 16,-2 3 2-16,1 2-8 0,-3 10 0 0,3-10-8 15,-3 2-35-15,1 10-39 0,-5 0-48 0,3-10-69 0,-8 10-252 0,4-13-441 16,-3-5 195-16</inkml:trace>
  <inkml:trace contextRef="#ctx0" brushRef="#br0" timeOffset="155218.21">7608 16106 79 0,'-3'-2'137'0,"3"2"-4"16,0 0-7-1,0 0-9-15,0 0-10 0,0 0-4 0,0 0-15 0,0 0-9 16,0 0-9-16,17-4 2 0,-2 2-8 0,7-1-10 16,9-1-14-16,4 0 3 0,16-2-6 0,6 2-6 15,1 0 2-15,1 1-8 0,0-1 2 16,1-3-2-16,-3 4 1 0,-4-3-4 0,1 1 2 15,-17 3-9-15,-3 0-2 0,-6 2-10 0,-9 0-14 16,0 0-10-16,-7 0-28 0,2 0-14 0,-9 0-10 0,-1 0-9 16,-4 0-16-16,0 0-102 0,-14 7-215 0,0-5 95 15</inkml:trace>
  <inkml:trace contextRef="#ctx0" brushRef="#br0" timeOffset="155887.88">7645 16124 52 0,'0'0'164'0,"-4"-2"-14"0,4 2-21 0,0 0-14 16,0 0-7-16,0 0-10 0,11 9-5 0,-4-7-12 15,4 4-1-15,2 5-16 0,4-3 1 0,7 3-11 16,0 1-8-16,3 2 7 0,1-1 0 0,-1 4-13 15,2-4 1-15,-2 3-1 0,-4-1-6 16,3-3-6-16,-7 2 3 16,-4-4-3-16,2 1-4 0,-2 0-4 0,-3-2-5 0,-2 1-4 15,0-3 3-15,-2-1 0 0,-4 0-9 16,1-1 5-16,-1 0-5 0,-3-3-8 0,4 4 3 16,-3-2-4-16,0-1-2 0,-4 4 5 0,-2 1 26 15,-3 2-4-15,-2 3-4 0,-10 7-1 0,0 2-2 16,-5 3 0-16,-2 0 2 0,-1 1-4 0,-14 7-6 15,7 0 5-15,6-8-5 0,-2-1-1 0,6-1 0 0,-2-1-1 0,6 0 1 16,-1 1 6-16,2-4-10 0,4 2 1 0,2-6-3 16,4-1 11-1,-1-2-8-15,3-6 2 0,3 3 4 0,-2-4-2 0,5-1 15 16,-4 2 7-16,4-2 12 0,-1 1 5 0,0-4 2 16,2-1 4-16,-4 4 2 0,4-4 5 0,-5 3 1 15,5-3-3-15,0 0 3 0,0 0-8 16,-1 4 0-16,1-4-7 0,0 0-4 0,0 0-6 15,-4 3 0-15,4-3-4 0,0 0 2 0,0 0-9 16,0 0-2-16,0 0 0 0,0 0-2 0,0 0-6 16,0 0 0-16,0 0-2 0,0 0 0 0,0 0-2 15,0 0 2-15,0 0 1 0,0 0-4 0,0 0 0 16,0 0 1-16,0 0-5 0,0 0 0 0,16-2 1 16,-4 1-6-16,10-3 8 0,6-1-7 0,8 0 1 0,17-1 2 0,9-3-8 15,0 1-2-15,6 0-5 0,24 0 0 0,-25 0-4 16,32-1 2-16,-11-1 3 0,-21 1 7 0,26 1-3 15,-29 3 1-15,-2-2 0 0,1 3 1 0,-8 0-1 16,-15 0 6-16,-3 2-5 0,-6 0 2 0,-9 0-3 16,-3 1 3-1,-7 1-3-15,0-2-7 0,-2-1-10 0,-4 3-7 16,1 0-10-16,-7 0-22 0,0 0-39 0,0 0-54 16,0 0-59-16,-26-2-160 0,8 2-406 0,-4-3 180 15</inkml:trace>
  <inkml:trace contextRef="#ctx0" brushRef="#br0" timeOffset="156596.76">8040 16933 92 0,'2'-4'200'16,"-2"4"-20"-16,0 0-25 0,0 0-14 0,0 0-20 15,0 0-11-15,0 0-11 0,0 0-18 0,0 0-6 16,0 15-12-16,-2-3 2 0,-1 0-5 0,-3 7-10 0,-2 5-8 16,-1-2-2-16,1 2-7 0,-3 2-1 0,2-1 0 15,0 1-7-15,1-2 3 0,-4 1-7 16,1-3-2-16,6-7 6 0,-4 2-10 0,4-6 2 16,1 2-7-16,0-1 0 0,1-1 2 0,-1-4-3 0,1 1-3 0,0-5 10 15,1 4-6-15,1-4 0 0,1 1 8 0,-3-1 23 16,3-3 22-16,-2 6 53 0,2-3 15 0,0-3 14 15,0 0 1-15,0 0-8 0,0 0-11 0,0 0-12 16,12-12-18-16,-1-2-10 0,0 2-4 0,2-3-16 16,2 1-9-1,3-6-3-15,4 3-2 0,-8 5-8 0,3-2-2 16,-3 2-6-16,-1 0-4 0,2 4-4 0,-6-2-4 16,1 3 1-16,-2-1-5 0,-1 1-13 0,-1 3 11 15,-1-1-1-15,0 3-4 0,-5 2 3 0,7-6-8 16,-7 6 1-16,5-5 1 0,-2 4-10 0,-3 1-14 15,0 0-9-15,0 0-9 0,0 0-3 0,0 0 4 16,0 0-4-16,0 0 6 0,-13 14 6 0,2-6 1 16,0 0-1-16,-5 0 2 0,2-1 6 0,2 1-4 0,1-3 4 0,1 0 0 15,1 2 3-15,0-2 1 0,1-1-1 0,4 0 2 16,-1-1 0-16,5-3 6 0,-9 4-5 0,9-4 7 16,-1 4-12-16,1-4 8 0,-5 3 5 0,5-3-3 15,0 0 1-15,0 7 6 0,0-7-22 0,10 5 19 16,-5-2 0-16,4-2 0 0,4 4 2 15,5 2 1-15,1-3-15 0,0 0 14 0,0 0-29 0,3 2-50 0,-2-2-45 16,2 1-66-16,-3 0-105 0,-2-3-154 0,2 2-483 31,-2-3 213-31</inkml:trace>
  <inkml:trace contextRef="#ctx0" brushRef="#br0" timeOffset="156805.34">8474 17169 153 0,'0'-7'290'0,"0"7"-34"0,4-7-23 16,0 4-30-16,2 0-15 0,2-1-19 0,2 0-17 0,1 0-20 0,6 0-33 15,2 0-33-15,-2 0-40 0,2 2-41 0,1-1-40 16,-2 0-70-16,-4 3-171 0,-2-2-319 0,-2 2 141 15</inkml:trace>
  <inkml:trace contextRef="#ctx0" brushRef="#br0" timeOffset="156958.97">8464 17299 137 0,'0'0'176'15,"14"0"-16"-15,0 0-22 0,4 0-14 0,10-3-38 16,0-1-56-16,5-1-59 0,-2 0-108 0,2-3-149 16,3 4 65-16</inkml:trace>
  <inkml:trace contextRef="#ctx0" brushRef="#br0" timeOffset="157290.97">9123 17086 135 0,'0'0'214'0,"0"0"-26"15,0 0-19-15,0 0-19 0,0 0-10 0,-15 9-9 16,7 0-12-16,4 2-13 0,-2-3-8 16,-2 3-10-16,6 1-2 0,-1 0-11 0,2-1-3 15,-3 0 1-15,4 2 3 16,1-3 8-16,3-1 4 0,0 2 17 0,1-2 3 15,4-1 8-15,3-3-9 0,4-1-3 0,2 0-5 16,1-4-1-16,-6-4 1 0,5 0 2 0,0-2 10 16,-4-4-11-16,-1 1-11 0,-2 0-5 0,-2-4-14 15,-2-1-3-15,-5-2-9 0,2 0-5 0,-4-1-12 16,-4-1-15-16,-1 1-4 0,-3 0-22 0,-11-4-19 16,-2 0-45-16,-3 6-30 0,-6 1-30 0,-5 1-37 0,-3 1-50 15,2 5-94-15,-2-3-157 0,3 5-501 0,6-2 221 16</inkml:trace>
  <inkml:trace contextRef="#ctx0" brushRef="#br0" timeOffset="158324.14">8203 15777 98 0,'0'0'166'15,"0"0"-16"-15,0 0-10 0,0 0-6 0,0 0-9 0,0 0-1 16,0 0-6-16,0 0-2 0,0 0-3 15,4-2-2-15,-4 2-2 0,0 0-3 0,0 0-8 16,0 0-3-16,1-3-9 0,-1 3-7 0,0 0-6 16,0 0-10-16,-5-5-5 0,5 5-7 0,-5-6-5 0,1 1-2 0,0 0-5 15,0-1-4-15,-3-2-3 0,1 0-3 0,-1 0-4 16,-2-1 0-16,4 0-6 0,-3 0-2 0,2-2 1 16,1 4-6-16,-3-3 4 0,1 2-8 0,0-2 4 15,-1 4-1-15,1-2-7 0,-1 3 4 0,1-1-8 16,-2 1 2-16,-1 1-1 0,-2 3 0 0,-1 1-3 15,-5 1 1 1,3 5 3-16,-12 1-7 0,0 3 2 0,-2 3-2 0,1 2-5 16,-3 3 7-16,-2 1-1 0,-12 5 2 0,12-5 0 0,-15 6 2 0,3-2 0 15,10-4-3-15,-10 2 1 0,12-4-1 0,-3-2 3 0,4-4-3 16,4 0 3-16,8-3 1 0,1-2-2 0,3-2 10 16,1-1-9-16,5-2 4 0,-3-1 3 0,4-1 12 15,1-1 12-15,3-3 2 16,-1-1-2-16,2-2 2 0,5-2-6 0,2-2-2 15,3-5-3-15,3 0 2 0,5-5-5 0,4 0-5 16,0 0-1-16,3 3-1 0,1 0-2 0,0 1 1 16,0 4-3-16,-3 5 0 0,0 1-3 0,-1 1-2 15,4 2 3-15,1 1-9 0,4 5-4 0,2 2 3 16,-2 7-2-16,2-3-3 0,3 8 0 0,1-1 4 16,-1 3 0-16,2 0 8 0,-6 2-10 0,0 3 5 0,-1-4 2 0,0 4 0 15,-2-4-14-15,2-1-6 0,-3-2-22 0,2-1-30 16,-8-2-31-16,7-2-55 0,-4-3-52 0,-5-4-169 15,2-1-410-15,-2-2 181 0</inkml:trace>
  <inkml:trace contextRef="#ctx0" brushRef="#br0" timeOffset="160712.97">9757 16129 116 0,'5'-13'199'16,"0"4"-13"-16,-1-3-12 0,0 4-5 0,0-3-17 16,0 5-7-16,-3 1-11 15,2-2-13-15,-1 3-12 0,-2 0-12 0,5 0-9 16,-5 2-16-16,0 2-5 0,0 0-13 0,0 0-2 15,9 9-7-15,-9 0-7 0,-1 7-2 0,-3 10-8 16,-1 3-1-16,-5 3-2 0,1-1-2 0,-3 14 2 16,2-12-7-16,-3 4 0 0,4-4 24 0,-9 11-4 0,8-12-2 0,-1-3-6 15,2 1-3-15,2-1-1 0,-7-4-5 16,8-3 1-16,1-6-5 0,1-3 2 0,1-4-2 16,2 0-3-16,0-3 3 0,-3 1 11 0,3-3 29 0,-1 0 23 15,1 0 32-15,1-4 21 0,0 0-1 0,0 0-25 16,0 0-12-16,17-12-11 0,-10 2-4 0,7-5-11 15,0-1-7-15,4-4-5 0,0-2-1 16,4-4-13-16,1-1 0 0,-1-2-5 0,2 1-7 16,7-10 4-16,-8 12-10 0,-2-3-2 0,1 2-5 0,1 2-2 0,-5 2 5 15,0 3 0-15,-3-1-7 0,-2 7 0 0,-4 4 5 16,0 0 6-16,-1 5 1 0,-2-4 0 0,-2 5 4 16,1-3-8-16,-1 3-23 0,-4 4 20 0,3-5-11 15,-3 5-3-15,4-6-10 0,-4 6-17 0,0 0-3 16,0 0 7-16,0 0-2 0,0 0 6 0,-19 19-4 15,6-8 4 1,-4 3 1-16,-5 3 2 0,-1 3 1 0,1-2 0 16,-1 0 0-16,1 0 3 0,2 1 1 0,6-5-5 15,-1-1 7-15,3 0-3 0,1-1-2 0,3-3-4 0,1-1 7 16,1-2-5-16,1 1 7 0,3-2-3 0,-1 0 1 16,2 0 0-16,1 2 4 0,1-2-4 0,2 0 7 15,-1 0-4-15,7 4 4 0,0-3 2 0,5 3 8 16,3-1-6-16,0 0 4 0,10 5 0 0,-4-4-11 0,5 1-15 15,3 0-35-15,1-1-43 0,-1 0-53 0,-2 1-85 16,3-3-336-16,-3 1-616 0,0-1 273 0</inkml:trace>
  <inkml:trace contextRef="#ctx0" brushRef="#br0" timeOffset="161330.07">10497 16382 27 0,'-5'0'184'15,"5"0"-10"-15,-10-2-8 0,10 2-13 0,-8 2-10 16,8-2-7-16,0 0-4 0,-7 0-3 0,7 0-6 0,0 0-8 0,0 0-5 16,0 0-7-16,0 0-4 0,0 0-3 0,-6 0-6 0,6 0-6 0,0 0-6 15,0 0-2-15,0 0-8 0,0 0-5 0,0 0-8 16,0 0-1-16,0 0-6 0,0 0-6 0,0 0-4 16,0 0-3-16,0 0-5 0,0 0-4 0,0 0-1 15,0 0-2-15,0 0-5 0,0 0-2 16,0 0 2-16,0 0-4 0,0 0-1 0,0 0 2 15,0 0-2-15,0 0-2 0,0 0 1 0,32-5-3 0,-11 3 2 16,7 0 0-16,2 1-2 0,5-1 0 0,2 0-1 16,1 1-1-16,14-3-4 0,-14 2 4 0,15-1 0 15,-17 0-1-15,2 1 0 0,-4-2-3 16,-2 1 1-16,-3 1-2 0,-9-1 4 0,-4 3-5 16,-5-2 4-16,-2-1-9 15,3 3-16-15,-6-2-13 0,-6 2-16 0,5-2-25 16,-5 2-12-16,0 0-27 0,0 0-24 0,-32-3-25 15,18 3-32-15,-4 0-156 0,-1 0-379 0,-4 0 168 16</inkml:trace>
  <inkml:trace contextRef="#ctx0" brushRef="#br0" timeOffset="161540.49">10653 16271 261 0,'0'-7'263'16,"0"0"0"-16,1 2 3 0,-1-2-2 0,3 4-13 15,-3 3-20-15,1-7-23 0,-1 7-22 0,-1-7-21 16,1 7-21-16,0 0-17 0,0 0-17 0,0 0-14 0,0 0-10 16,0 0-6-1,3 24-12-15,-3-10-4 0,-2 6-11 0,2 6-3 0,-4-1-5 16,4 4-12-16,0-3 9 0,0 2-28 16,0 1-28-16,3-1-38 0,0-1-35 0,0-2-36 0,1-5-53 15,1-3-73-15,0-2-197 16,1-1-481-16,2-3 214 0</inkml:trace>
  <inkml:trace contextRef="#ctx0" brushRef="#br0" timeOffset="162208.68">11217 16187 92 0,'4'-5'304'0,"0"0"-14"0,-3-2-14 16,2 2-16-16,1 0-13 0,-3-2-21 0,3 4-15 16,-4 3-39-16,1-5-6 0,-1 5-17 0,4-5-21 15,-4 5-14-15,0 0-9 0,0 0-17 0,0 0-16 16,0 0 2-16,14 13-10 0,-11-5-8 0,-2 1-6 15,3 4-7-15,-3 3-1 0,2 0-7 0,-2 2 0 16,-1 0-5-16,1 0 2 16,-2-1-7-16,0 3-2 0,-2-4-2 0,3-1 1 15,3-3-6-15,-6 0-1 0,6-3 1 0,-6-3-3 16,6 1 5-16,-3-2 0 0,0 0-2 0,1-1 4 16,-1-4-3-16,0 0-3 0,0 0 3 0,22-10-8 15,-13 2 7-15,2-3-5 0,3-2 9 0,1-1 0 16,3-6-8-16,2 2 3 0,-2-4-1 15,1 2 3-15,1 1-7 0,-2 0-2 0,-4 4 0 0,-4 3-1 0,4 0 12 16,-7 5-8-16,-1 0-5 0,1 4 3 0,-5-2-7 16,2 3-5-16,2-3 1 0,-6 5-2 0,0 0-1 15,10 7-1-15,-10-7 2 0,4 10 1 0,-1 0-5 16,-2-1 4-16,-1 1 1 0,0 2-1 0,0 0 2 16,-1 4 4-16,1-3-3 0,0-1 2 0,-1-1-3 15,1 0-5-15,-2-1 2 16,2-3 0-16,-1-1-1 0,1-2 5 0,-1 0 3 15,1-1 6-15,0-3 5 0,4 5-11 16,-4-5 17-16,0 0-3 0,17-12-9 0,-6 0 4 16,0 2-3-16,3 0 3 0,-1-3-5 0,2 0 12 0,6-4-17 15,-6 3 7-15,3-4-1 0,-4 6 8 0,-2 2-4 16,3-1 6-16,-5 2 7 0,2 4-11 0,-3-3 2 16,0 5-6-16,-4 1 2 0,4-1-6 0,-2 3 2 0,-7 0-5 15,18 3-6-15,-6-1-6 0,-3 2-3 0,1 4-16 16,-1-1-26-16,0 3-31 0,-2 0-35 0,4 4-37 15,-2-1-53-15,-3-4-85 0,-1 1-214 0,1 0-552 16,-2-3 245-16</inkml:trace>
  <inkml:trace contextRef="#ctx0" brushRef="#br0" timeOffset="162446.49">12008 15913 130 0,'3'-5'255'16,"0"0"-26"0,-1 2-29-16,-2 3-20 0,10 0-10 0,-10 0-17 0,17 11-11 0,-5 3-11 15,4 9-5-15,-2 6-8 0,0 5-3 0,-5 13-3 16,3 8-8-16,-7 4-6 0,-4-1-8 0,-7 1-5 16,-2 1-9-16,-8-3-4 0,-2-1-6 0,-7-3-2 15,-4-7-8-15,-4 0-8 0,-7-5 1 0,-6-4-23 16,3-4-33-16,-15-6-43 0,-25 7-38 0,23-12-70 15,-28 1-274-15,24-12-468 0,-25 0 207 0</inkml:trace>
  <inkml:trace contextRef="#ctx0" brushRef="#br0" timeOffset="162946.99">9491 15754 15 0,'0'0'131'0,"-12"10"3"0,2 4-17 0,-2 8 4 0,-4 7-12 0,3 4-2 0,-6 13 1 15,0 8 10-15,-3 25-7 0,2 7 8 16,10-29-5-16,-3 24-13 0,8-26-3 0,4 4-4 16,7-5 18-16,7-1-6 0,4-6-12 0,11-2-6 0,6-6-7 15,13-1-3-15,8-6-10 0,27 4 0 0,-20-14-4 16,32 3-60-16,-3-6-87 0,2-3-136 0,-28-10-124 15,0-6-373-15,-3-3 165 0</inkml:trace>
  <inkml:trace contextRef="#ctx0" brushRef="#br0" timeOffset="163928.76">12904 16024 108 0,'0'-8'193'0,"2"3"-9"15,-2-4-12-15,-2 5-11 0,2-1-9 0,-1-2-19 0,0 2-10 16,-2 3-12-16,1-1-9 0,-4-1-13 0,0 3-10 16,6 1-10-16,-18 2-4 0,3 6-8 0,0 1-9 0,-2 1-2 0,-5 7-11 15,2 2 0-15,-3 3 1 0,1-2-10 0,0 8-3 16,5-1 2-16,1 2-6 0,2-4 4 0,0 1-4 15,5-1-3-15,1-1-3 0,5-5-2 0,0-2 3 16,3 0-2-16,0-5-2 0,3-2 3 0,-2-3 0 16,3 0 2-16,0 0 12 0,4-3 9 0,-1-1 10 15,3-3 11-15,4 0 32 16,-1-4-2-16,3-2-2 0,1-1-3 0,-2-4-3 16,2 1-7-16,-2-2 1 0,5-8-8 0,-5 6-4 15,-1-7-3-15,3 1-6 0,-5-3-8 0,2 0-1 16,-5 6-5-16,3-8-7 0,-3 9 0 0,-2 0 20 15,-3 5-6-15,2 1 3 0,-1 2-1 0,-2 1-5 16,-1 0-13-16,0 5-3 0,-1-3-9 0,2 2-22 16,-3 3-3-16,0 0 1 0,0 0-3 0,1 10-5 0,-1-2 9 0,-1 4 0 15,2 4 1-15,-1 2 2 0,4 1-3 0,-3 3 3 16,7 4 2-16,2-1-10 0,3 0 12 0,5-1 3 16,4-1-9-16,2-1-11 0,5-2-40 0,2-2-47 15,0-3-61-15,-2-3-81 0,-1-2-263 0,-4-3-548 16,6-2 243-16</inkml:trace>
  <inkml:trace contextRef="#ctx0" brushRef="#br0" timeOffset="164528.81">13325 16165 168 0,'0'0'259'0,"1"-10"-14"0,-1 10-23 0,1-5-17 0,-1 5-24 0,-1-6-17 15,1 6-20-15,0 0-15 0,0 0-17 0,1-5-13 16,-1 5-12-16,0 0-8 0,0 0-9 0,4 19-6 16,-4-8-8-16,-1 1-5 0,0 5-5 15,-2 1-6-15,-1 1-2 0,-2 5-3 0,-2 0-4 16,2 4-2-16,-2-3-5 0,3-2-4 0,-2-2-2 0,3-2 1 15,-3 0-3-15,3-4 0 0,2 0-4 0,-1-3 0 16,0-3-2-16,1 1 2 0,1-5 1 0,-2 0 0 16,2 1-1-16,-3-1 32 0,4-1 30 15,0-4 28-15,0 4 32 16,0-4-8-16,0 0-10 0,0 0-18 0,14-12-3 16,-6 3-12-16,6-1-13 0,0-2-6 0,1-4-8 15,1-2-9-15,5-2 8 0,-4 1-12 0,7-3 0 16,-2 1-5-16,-2 1-6 0,1-3 2 0,-3 5-12 15,-5 4-2-15,2 4 8 0,-8 1-7 0,0 2 12 16,1 0 0-16,-4 3 2 0,2 0-2 0,-4-2-8 16,2 4-7-16,-1-3 1 0,-3 5 6 0,5-3-17 0,-5 3-1 0,0 0-19 0,0 0-3 15,0 0 1-15,0 0-2 0,0 0 7 0,-9 17-9 16,0-9 9-16,-5 4-1 0,-3-1 0 16,2 3 0-16,-8 2-15 0,9-4 20 0,-4 0 3 15,4 1-1-15,-4-1 2 0,9-3-2 0,1-3-2 0,3 0 3 16,-2-1 2-16,4 0 4 0,-1-1-6 0,0-1-3 31,1 0 4-31,3-3 3 0,-4 3-22 0,4-3 19 16,-3 6 4-16,8-1 1 0,-2-2-1 0,3 2 1 15,5 2-6-15,5 2 3 0,-2 1-17 0,4 2 23 16,0 0 0-16,5 4 2 0,0 0-8 0,1 1-16 16,0 0-46-16,1 0-57 0,-3 0-64 0,-6-3-91 15,-2-2-329-15,0 0-653 0,-1 0 289 0</inkml:trace>
  <inkml:trace contextRef="#ctx0" brushRef="#br0" timeOffset="166169.78">14292 15962 101 0,'10'-5'112'0,"7"3"-11"0,0 2-5 16,-1 2 0-16,2 2-6 0,0 0-8 0,2 4 1 0,-3 0-11 0,1 5-4 15,-3 1-2-15,3 4-6 0,-3 4-3 0,-2 2-6 16,-4 1-1-16,0 0-10 0,-4 1-3 0,-4 1-2 16,-2-1 1-16,1-1-9 0,-6 3 3 0,-2-3-4 15,-2-1-6-15,1-6-5 0,-3 6-2 0,0-2 0 16,0-7 16-16,3 0 13 0,-5-2-8 0,1-1-3 15,6-3 0-15,-1-1-3 16,-1 1-2-16,4-7-2 0,0 4 4 0,0-4-1 16,0 2 14-16,1-1 17 0,-1-2 27 15,2 2 11-15,3-3-5 0,0 0-12 0,-2-12-6 16,4 4-8-16,3-1-6 0,7-3-8 0,1-1-4 16,3-8-3-16,2 2-4 0,4-5-5 0,-1 0-6 15,5-3 0-15,-3 0-7 0,0-1 1 0,0 1-5 16,3 3 1-16,-6-1-3 0,-1 4 0 0,0 1-4 0,-6 5 2 0,-4 6-1 15,-3-1 10-15,2 3-1 0,-4 1-1 0,-1 1-4 16,0 1-5-16,0 0-8 0,-3 4-3 0,0 0-5 16,0 0 0-1,-9 10-2-15,3-1 0 0,-6 3 2 0,3 4 4 0,-1 2 0 16,0-1-2-16,3 8 3 0,1-7-3 0,3 7 3 16,3-5 1-16,6 4-1 0,3 2 3 15,7-2-13-15,8 0-29 0,4-4-50 0,8-6-86 0,0 0-264 16,2-4-474-16,12 0 210 0</inkml:trace>
  <inkml:trace contextRef="#ctx0" brushRef="#br0" timeOffset="167719.06">14954 15622 147 0,'1'-7'165'0,"2"1"-4"0,-1 2-12 15,2-3-7-15,-1 3-2 0,-2-2-8 0,3 5-14 16,-3-3-7-16,-1 0-14 0,0 4-13 0,4-3-8 16,-4 3-7-16,0 0-11 0,0 0-15 0,6 11-1 0,-6-1 0 15,-3 7-7-15,-1 7-4 0,0 1-1 0,-4 6-5 0,3-3 1 16,-3 1-3-16,1 0 0 0,-1 1-2 16,-1-4 0-16,3 0-3 0,-2 0 0 0,0-8-4 15,3 1-3-15,0-3 4 0,1-3-8 0,-1-2 5 16,1 0-1-16,3-6 0 0,1 1-1 0,-2 1 10 15,-1-3 40-15,3 0 38 16,-1-1 38-16,1-3-4 0,0 0-14 0,0 0-18 16,9-7-8-16,-2 0-9 0,0-3-5 0,0 1-13 15,5-3-1-15,2-4-7 0,-1 2-8 0,3-7-6 16,1 3 0-16,2-4-7 0,0 1-6 0,-3 0 2 16,1 0-6-16,-1 2-2 0,-3 2-4 0,-3 5-3 15,0-3-2-15,-2 5 1 0,-2 1-2 0,-1 1 0 16,0 1-5-16,-1 2 4 0,-2 1-1 0,1-1 0 0,1 2-7 15,-3-1 0-15,-1 4-5 0,4-5 1 0,-4 5-6 0,1-3-13 16,-1 3 3-16,0 0 2 0,0 0 4 0,-15 8-2 31,6-1 1-31,-2 0 1 0,-5 0 3 0,2 4-2 0,-1 0-4 0,2-1 7 16,-1-1-3-16,4-1 2 0,1-1-3 0,0 1 0 16,0-1 3-16,5-3-3 0,-1 2-1 15,1-1-2-15,3 0 5 0,-4 1-2 0,5 0 4 16,0-2 10-16,5 6-11 0,-4-5 2 0,7 5 4 15,0-1-2-15,1 2 0 0,5-1 2 0,1 1-6 16,3 0-19-16,6 4-24 0,-6-5-45 0,-1 2-44 16,-1 1-60-16,2-2-69 0,1-3-180 0,-6 2-484 15,6 1 214-15</inkml:trace>
  <inkml:trace contextRef="#ctx0" brushRef="#br0" timeOffset="168057.28">15442 15853 106 0,'0'0'130'0,"0"0"-9"16,-4-3-3-16,4 3-8 0,0 0-6 0,0 0-2 0,0 0-2 16,0 0-3-16,0 0-1 0,0 0 2 0,0 0-2 15,0 0-2-15,25 0-9 0,-13 0-7 0,6 0-5 16,1 0-3-16,3 0-10 0,6-2-11 0,4 2-3 0,-4-3-4 16,5 3-5-16,1 0-3 0,-2-1-4 15,2 1-3-15,-6-1-11 0,-1-1-17 0,-9 2-35 16,-4 0-22-16,-2-1-36 0,0-3-36 0,-8 1-154 0,3 1-306 0,-5 0 135 15</inkml:trace>
  <inkml:trace contextRef="#ctx0" brushRef="#br0" timeOffset="168273.39">15612 15726 205 0,'0'0'253'15,"0"-4"-20"-15,0 4-23 0,-1-3-21 0,1 3-21 16,0 0-23-16,0 0-16 0,0 0-11 0,0 0-14 16,0 0-11-16,1 15-4 0,3-4-10 0,-3 2-8 15,4 2-4-15,-1 2-6 0,1 2-5 0,2 0-7 0,-1 3-1 16,2 4-13-16,-2-2-16 0,2 1-33 0,-2-2-35 0,-1-5-43 16,0 2-53-16,-2-4-209 0,-1-3-383 0,2 1 170 15</inkml:trace>
  <inkml:trace contextRef="#ctx0" brushRef="#br0" timeOffset="168861.21">16061 15678 211 0,'1'-2'284'0,"-1"-5"-19"16,1 4-21-16,-1 3-23 0,0-4-25 0,0 4-21 15,3-3-20-15,-3 3-18 0,0 0-14 0,0 0-15 16,0 0-12-16,0 0-10 0,6 7-5 0,-1 1-11 16,-5-1-8-16,3 4 0 0,-2 0-12 0,-1 1-7 15,1 0-6-15,-1 4 5 0,0-1-11 0,-1 2-4 16,1-5-2-16,-1 0-3 0,-2 1 0 0,3-2-3 0,0-3 2 15,0 1-4-15,0-4-3 0,0 0 3 0,0 0-1 0,0 1 0 16,4-5 1-16,-4-1-1 0,4 3 0 16,-4-3-4-1,13-8-1-15,-6 1 1 0,3 2 0 0,-1-4 3 0,7-1-2 16,-1-4 7-16,4 1-11 0,-1-4-2 0,0 5-4 16,-4 0 15-16,4-2-10 0,-5 4-8 15,-2 3 3-15,-3 1 0 0,-3 2-3 0,-1-1 0 0,2 2 0 16,-2 1-6-16,1 0 3 0,-5 2-1 0,0 0-2 15,12 4 2-15,-8 2-1 0,1-2 3 0,-3 2-2 16,1 1-1-16,-1 2 0 0,0 1 1 0,-1 0 2 16,0 1 2-16,-1 0 1 0,0-1-3 0,1-1 35 15,-1-1-4-15,0-3-6 0,0 0 6 0,0 1-5 16,0-1-4-16,2-3 2 0,-2-2 4 0,5 0-4 0,-5 0-4 16,13-2 1-16,-3-3 11 0,1-2 6 0,2 0-1 15,-1 1 1-15,4-1-15 0,0 1 9 0,-4 0-4 0,5-1-4 16,-6 3 0-16,2 1-2 0,-1 0-7 15,-1 1 8-15,2 1-10 0,1 2-2 0,-1 1-10 16,-2 3-19-16,2 0-31 0,1 5-41 0,0-1-62 16,0 2-84-1,-6-2-292-15,6 3-575 0,-4-2 255 0</inkml:trace>
  <inkml:trace contextRef="#ctx0" brushRef="#br0" timeOffset="171926.41">17336 16336 182 0,'0'0'167'0,"0"0"-8"16,0 0-11-16,0 0-4 0,0 0-10 0,0 0-12 15,0 0-10-15,-8 0-5 0,8 0-11 0,0 0-9 16,0 0 2-16,0 0-3 16,0 0-6-16,0 0-6 0,0 0-4 0,0 0-6 15,0 0-3-15,0 0-5 0,0 0-1 0,0 0-3 16,0 0-3-16,0 0-2 0,0 0-5 0,0 0-6 15,0 0-2-15,0 0-3 0,0 0-6 0,0 0 1 16,0 0-7-16,0 0 1 0,0 0-5 16,0 0 9-16,0 0 1 0,0 0-1 0,0 0 3 0,0 0-1 0,0 0 5 15,0 0-4-15,0 0-3 0,0 0-3 0,0 0 1 16,0 0-2-16,0 0-3 0,0 0-4 0,0 0 1 16,0 0-6-16,0 0 1 0,0 0-1 0,0 0 1 15,0 0 2-15,0 0-1 0,0 0-3 0,0 0 2 16,0 0-1-16,0 0-1 0,0 0 0 0,0 0 1 15,0 0 1-15,0 0-6 0,0 0 7 0,0 0-5 16,0 0 3-16,0 0 0 0,0 0 0 0,0 0-5 0,0 0 4 0,0 0-4 16,0 0 0-16,0 0 0 0,0 0 0 0,0 0 1 15,0 0 0-15,0 0-1 0,0 0-2 0,0 0 2 16,0 0-2-16,0 0 1 0,0 0 1 0,0 0 1 16,0 0-4-16,0 0 2 0,0 0 0 0,0 0 3 15,0 0-2-15,0 0 3 0,0 0-5 16,0 0-2-16,0 0 4 15,0 0-3-15,0 0 0 0,0 0 3 0,0 0-2 16,0 0-2-16,0 0 2 0,0 0 0 0,0 0 0 0,0 0-1 16,0 0 0-16,0 0-1 0,0 0 0 0,0 0 1 15,0 0 2-15,0 0-1 0,0 0 0 0,17-3 0 16,-17 3 0-16,11-1-3 0,-4 0 2 0,-1-1-1 16,-6 2 4-16,13 0-5 0,-8 0 4 0,-5 0 0 15,10-2 0-15,-5 4-4 0,-5-2 2 0,9-2-1 0,-9 2 1 16,5-2 4-16,-5 2-7 0,0 0 3 15,0 0 0-15,8 2-3 0,-8-2 4 0,0 0-3 16,0 0 1-16,0 0 0 0,5-2 0 0,-5 2-1 0,0 0 2 16,0 0-3-16,0 0 2 0,0 0-5 0,0 0 4 15,0 0 1-15,0 0-3 0,0 0 4 0,0 0-3 16,0 0 3 0,0 0-3-16,0 0 1 0,0 0-2 0,0 0 4 15,0 0-2-15,7 0 1 0,-7 0 0 0,12 2 2 16,6-4 1-16,10-1-1 0,8 2-3 0,5-1 0 15,15 2 2-15,3-4 1 0,2 1 2 0,7-2 0 16,25 3 6-16,-29-3 2 0,28 3-5 0,-29-1 9 16,-2-1-3-16,-2 1-2 0,-7-2 1 0,-2 5 0 0,-17 0-6 0,-6-2 2 15,-9 2 0-15,-5 0 3 0,-3-4-1 0,-2 3 0 16,0 1 3-16,-3 0-6 0,-5 0 0 16,10-2-4-16,-10 2 2 0,5-1-15 0,-5 1-17 15,0 0-34-15,0 0-47 0,0 0-71 0,0 0-77 16,0 0-163-16,0 0-454 0,0 0 201 0</inkml:trace>
  <inkml:trace contextRef="#ctx0" brushRef="#br0" timeOffset="172765.9">19921 15761 25 0,'0'0'87'15,"-8"-2"3"-15,3 1 9 0,5 1-25 0,-8 0-5 16,8 0 7-16,-6-2-18 0,6 2-7 0,0 0 1 0,-9 0-6 16,9 0 6-16,0 0-6 0,-8 2 1 0,8-2 8 15,0 0-22-15,0 0 9 0,0 0 1 0,0 0 4 16,-7 0 6-16,7 0-8 0,0 0 3 0,0 0 7 16,0 0-7-16,0 0 5 0,0 0-9 15,0 0-6-15,0 0-2 0,0 0-2 0,32-3 0 0,-12 3-5 0,15-1 3 0,-1 0-5 16,7 1-3-16,13-3 4 0,0 3-9 15,2 0 4-15,-1-3 6 0,-1 2-1 0,0-1 1 16,-17 2 3-16,2 0-8 0,-4 0 3 0,-5 0-7 16,-9 0 0-16,-3 0-1 0,-5 0-10 0,-3 2-20 15,-1-3-13-15,-5 1-10 0,-4 0 4 0,0 0-5 16,0 0-23-16,-22 6-35 16,1-2-15-16,-7-1-20 0,-4-2-119 0,-2 1-267 15,-1-1 119-15</inkml:trace>
  <inkml:trace contextRef="#ctx0" brushRef="#br0" timeOffset="173250.81">19794 15802 49 0,'0'0'143'0,"0"0"-17"0,0 0-14 16,0 0-10-16,0 0-18 0,0 0-1 0,0 0-11 15,6 10-10-15,-3-6 3 0,4 0-15 0,-1 7 4 16,4-2 1-16,4 1-1 16,2 2 0-16,3 0 1 0,6 2-4 0,1-1 1 15,2-1-1-15,3 1-1 0,0-2-10 0,1 0 0 16,-2-2 1-16,0 0-14 0,-4-2 3 0,1 1-2 16,-8-6-8-16,1 2 2 0,-7 0 5 0,2-1 0 15,-3-3-10-15,0 1 3 0,-4-1 23 0,0 0 12 16,0 0 15-16,-1 0 7 0,0 0 3 0,-7 0-2 15,9 0-2-15,-9 0-7 0,5 0-6 0,-5 0-8 0,0 0-7 16,9 0-11-16,-9 0-2 0,0 0-20 0,0 0-3 0,0 5-2 16,-6 3-2-16,-1-1 0 0,-5 4 0 0,-10 9-3 0,-4 0-1 15,-11 12 2-15,0 1-5 0,-4 2 4 0,4-2-2 16,0 0 27-16,10-11-4 0,0 5 0 0,3-2-4 16,-1 1-1-16,-1-3-2 0,8-1-3 0,4 0-2 15,1-7-1-15,3-2-2 0,4-2 1 0,1-1-1 16,0-3-2-16,1-2 2 0,1 1 5 0,2-3 4 15,-2 1 3-15,2 0 9 0,-3-2 1 0,2 1 2 16,2-3-6-16,-3 4-1 0,3-4-4 0,0 0-5 16,0 0-16-16,9 1-32 0,-9-1-26 0,9 0-39 15,-3 0-38-15,2-1-52 0,2-1-52 0,-5-1-166 16,6 1-434 0,-4 2 192-16</inkml:trace>
  <inkml:trace contextRef="#ctx0" brushRef="#br0" timeOffset="173640.81">19958 16505 11 0,'-8'3'169'0,"8"-3"-11"0,-5 0-11 0,5 0-12 15,0 0-14-15,-5 0-15 0,5 0-7 0,0 0-9 16,0 0-9-16,0 0-6 16,-8 0-8-16,8 0-9 0,0 0-5 0,0 0-2 15,0 0 6-15,0 0-1 0,0 0 6 0,0 0 3 16,0 0-6-16,17-3-10 0,2-1-6 0,12-2 0 16,19-1-4-16,3 0-5 0,11 3-3 0,28-7 0 15,-1 0-5-15,4 4 0 0,4-3-3 0,2 3 12 16,8-3 3-16,-2 3 6 0,-1 0 8 0,-9 2-2 15,-30 2 4-15,-5-2-13 0,0 1 0 0,-10 2-8 0,-17 1 0 16,-5 1-7-16,-7 0-2 0,-11-2 2 0,0 4 2 0,0-2-9 16,-7-2-1-1,0 2-7-15,-5 0-6 0,5-1-7 0,-5 1-20 0,0 0-17 16,0 0-34-16,-33 1-27 0,15 1-66 0,-2-2-208 16,-2 1-405-16,0 1 180 0</inkml:trace>
  <inkml:trace contextRef="#ctx0" brushRef="#br0" timeOffset="175554.61">20240 16726 107 0,'2'-5'213'0,"-4"2"-12"0,4-1-18 16,-2 4-15-16,1-4-23 0,-1 4-14 15,0 0-16-15,0 0-13 0,0 0-19 0,0 0-3 0,0 0-14 16,0 0-11-16,0 13-4 0,-3-2-8 15,1 6-3-15,-3 1-5 0,-3 4 2 0,-1 9-6 16,1-6-3-16,0 4-4 0,-4-3-3 0,3 1 1 16,-1 0 1-16,1-3-8 0,2-5 4 0,2 1-3 15,0-3-4-15,0-5-2 0,4 0 0 0,-3-3-2 16,0 1 4-16,4-3 3 0,0-2-1 0,-2-1 19 16,0 1 18-16,2-1 21 0,0-4 21 0,-1 2 26 0,1-2 7 0,0 0-5 15,0 0-17-15,0 0-6 0,10-15-10 0,0 7-11 16,3-6-8-16,4-7 5 0,1 3-20 0,1-1-7 15,3-4-1-15,-2 3-10 0,1-2 1 0,1 0-8 16,-2 5 1-16,0 1-3 0,-6 3-3 0,-1 4-4 16,-4 0 1-16,0 3-2 0,0-1-3 0,-3 0 2 0,-2 4 0 15,1-1 3-15,-1 0-8 0,0 2 0 0,-4 2-6 16,6-4 2-16,-6 4-10 0,5-3-2 0,-5 3-12 16,0 0-9-16,0 0-3 0,0 0 0 0,0 0 2 15,0 0 2-15,0 0-2 0,-20 12 6 0,8-7 0 16,2 3 8-16,0-4-5 0,1 2 3 0,-1 1 2 15,0-1-3-15,1-1 5 0,0 0-3 0,1 0 4 16,4-2 1-16,-2 1 3 16,3 0-3-16,-1 0-5 0,4-4 5 0,-6 4-3 15,6-4 7-15,-6 5-3 0,6-5 2 0,2 8-1 16,-2-8-1-16,6 9 4 0,0-6 2 16,0 6 4-16,-1-4-5 0,4 3 4 0,-3-1-5 15,3 2 6-15,4 0-2 0,-3 0-12 0,7 0-34 16,-3 3-29-16,-5-4-38 0,8 2-46 0,-2-1-45 15,2 0-266-15,-2 1-506 0,1-3 225 0</inkml:trace>
  <inkml:trace contextRef="#ctx0" brushRef="#br0" timeOffset="175754.87">20792 16886 163 0,'3'-3'254'0,"2"-1"-21"15,0 1-28-15,5-4-21 0,-1 4-21 0,4-1-17 16,4-1-31-16,0 2-41 0,-4 1-43 0,8 1-56 16,-3-1-58-16,0 4-161 0,-6-2-263 0,2 1 116 0</inkml:trace>
  <inkml:trace contextRef="#ctx0" brushRef="#br0" timeOffset="175932.81">20823 17031 53 0,'0'0'157'0,"0"0"-18"0,26 0-21 0,-6 0-10 15,1-2-38-15,12-1-38 0,3-1-45 0,-1 1-43 16,-2-2-46-16,-2 0-110 0,0 0 49 0</inkml:trace>
  <inkml:trace contextRef="#ctx0" brushRef="#br0" timeOffset="176233.46">21301 16789 239 0,'0'0'223'0,"-1"-6"-19"16,1 6-19-16,-2-6-17 0,2 6-22 0,-6-3-16 15,6 3-15-15,0 0-17 0,0 0-7 0,-18 9-11 0,10-3-7 16,-2 3-10-16,1 4-9 0,3-4-5 0,-6 6 0 16,7-3-8-16,4 4-1 15,-3-5-5-15,4 1-3 0,0-4 1 0,0 3 2 16,5-1 12-16,0-1 19 0,4-4 3 0,4 3 8 16,2-4-8-16,5-1-2 0,-3-3 1 0,0-3 8 15,1-1 3-15,-6-1 2 0,3-4-4 0,0-2-9 16,-5 4-7-16,-1-8-4 0,-2 1-12 0,-3-2-1 15,-2 1-9-15,-2-3-8 0,-4 2-7 0,-1-4-13 16,-4 3-12-16,-3 3-14 0,-3-1-20 0,-8-2-22 16,-2 3-30-16,-2 2-25 0,0 0-38 0,-6 4-57 15,1 1-228-15,1 0-473 0,3 0 210 16</inkml:trace>
  <inkml:trace contextRef="#ctx0" brushRef="#br0" timeOffset="177235.84">20474 15449 92 0,'0'0'164'0,"5"-2"-15"0,-5 2-13 0,0 0-9 16,0 0-6-16,0 0-15 0,0 0-8 0,0 0-5 0,0 0-6 16,0 0-1-16,0 0-7 0,0 0-1 0,0 0-2 15,0 0 4 1,0 0-2-16,0 0 6 0,0 0 2 0,0 0 5 16,0 0 1-16,0 0-4 0,0 0-3 0,1-4-7 15,-1 4-10-15,2-5-6 0,-2 5-6 0,2-8-3 0,1 3-1 16,0 0-4-16,-1-3-6 0,-1 1 6 0,2 2-6 15,0-7-1-15,0 4-6 0,2-3-1 16,-2 2-3-16,-2-3-3 0,4 1-5 0,-2-1-1 16,-1 1-1-16,2 1-22 0,0-1 4 0,0 0-3 0,0 1-1 0,-2 0 4 15,2 5-3-15,-4-2 3 0,0 2-5 0,0 0-7 16,-2 1-8-16,-6 0-3 0,-1 1 3 0,-5 3-2 16,-8 3 0-16,-11 3 2 0,-3 1 2 0,-15 7 1 15,0 1 3-15,2 2-3 0,-6 1 9 0,-1 5-6 16,-4 4 2-16,1-6-1 0,3 8 0 0,-2-2 6 15,8-1-4-15,-2-4 4 0,4 2-1 0,16-9-2 0,4-6 3 0,10 0-1 16,0-2 2-16,7-2 3 0,0-1-3 0,5-2 10 16,0 1 23-1,0-3 28-15,6 0 1 0,-7-3-7 0,5-2-3 0,2-1-5 16,2-5-7-16,2 1-3 0,6-5-1 0,3 0-6 16,1 0-2-16,6-2-7 0,-1-1 3 0,3 0-8 15,-3 8 3-15,-1 0-3 0,1 1-4 0,-3 4-6 16,3 1-1-16,1 6-1 0,8 5 2 15,2 2-4-15,-1 1 1 0,3 4 1 0,-1 1-5 16,2 5 6-16,-2 2-4 0,2-1-1 0,6 6-40 16,-8-3-40-16,-3 0-56 0,3-2-71 0,0-1-254 15,-3-2-500-15,-2-4 221 0</inkml:trace>
  <inkml:trace contextRef="#ctx0" brushRef="#br0" timeOffset="179084.52">22284 15703 97 0,'-2'-17'176'16,"2"5"-16"-16,-2 0-11 0,0 2-11 0,-1 1-18 15,-1 0-10-15,-4 2-6 0,1 0-18 0,-4 2-10 16,-3 2-6 0,0 2-5-16,-6 2-7 0,0 3-4 0,-8 6-18 0,-4 2 2 15,4 2-4-15,0 5-8 0,-1 1 2 16,2 4-4-16,1-2-7 0,1 0 0 0,4 6 2 16,2-4-4-16,3-2-7 0,0 2 6 0,11-7-2 15,-5 0-5-15,8-5 5 0,0-1-1 0,4 0-2 0,0-2 9 16,3-1 15-16,1-2 6 0,3-2 12 15,3-1 4-15,7-3 0 0,0-1 10 0,2 1-3 16,0-7-4-16,1 1 1 0,-3-1-1 0,6-5 5 16,-8 1-8-16,2-1 1 0,2-4-4 0,2 0-1 0,-9 3 4 0,0 0-5 15,2 1-2-15,-2-1 1 0,-5 6 12 0,0-2-8 16,-3 4-2-16,0 1-5 0,-1 0-9 0,-2 0-7 16,1 2-12-16,1-1-7 0,-5 3-3 0,11 4-2 15,-7 1-5-15,3 1 0 0,0 3-1 0,2 0 2 16,3 4 29-16,1 1-8 0,3 1-12 0,6 1-27 15,-3 2-21 1,3 0-32-16,-1-3-43 0,0-1-46 0,-3-3-66 16,-7-2-209-16,7-2-469 0,-4 1 208 0</inkml:trace>
  <inkml:trace contextRef="#ctx0" brushRef="#br0" timeOffset="179625.3">22598 15751 241 0,'4'-5'275'0,"-3"2"-17"0,0-2-27 0,-1 3-21 15,0 2-25-15,0 0-23 0,2-4-18 0,-2 4-15 16,0 0-13-16,0 0-16 0,2 15-10 0,-2-3-7 16,-1 1-12-16,0 3-9 0,-2 2-4 0,-3 3-5 0,2-3-6 0,-4 7-6 15,3-7-5-15,-3 2-3 0,2-1-1 0,1 1-5 16,0-1-2-16,-2-2-2 0,2 0-2 15,1-5-3-15,2 1-2 0,-2-5-1 0,0-3 2 16,4 2-1 0,0-1-1-16,-1-1 14 0,-2-2 31 0,3-3 27 0,-1 6 29 15,1-6-1-15,0 0-8 0,0 0-11 0,0 0-6 16,15-10-22-16,-6 3 16 0,-1-3-16 0,7 1-2 16,-2-4-14-16,4-1-4 0,1-5-2 0,2 1-10 15,-1-2 0-15,4 1-2 0,-5 1-6 0,1-2-3 16,-2 8 1-16,-5-2-27 0,0 2 22 0,-3 3 9 15,-1 1 8-15,1 2-5 0,-7-2 1 0,2 4 2 16,3 0-3-16,-5 2-3 0,3-3-7 0,-3 3-12 16,0-1 3-16,-2 3-25 0,0 0-7 0,0 0 14 0,0 0-9 0,-10 7 2 15,-2-1 0-15,-3 6-1 0,1-3-2 0,-8 8 6 16,-1 0-1-16,1-1-1 0,-1 0 3 16,6-4 0-16,2 2 1 0,0-5-3 0,2 4 8 15,2-5-7-15,5-1 8 0,-2 0-6 0,3 0 7 16,1-2-6-16,0 0-2 0,2 2 0 0,2-2 1 15,3 0 6-15,5 2 2 16,1-1-6-16,8 2-9 0,1 0 13 0,8-2 8 16,2 2-11-16,3 2-36 0,1-1-39 0,0 1-45 15,-1-2-46-15,-2 2-51 0,-1 1-82 0,-6-6-255 16,5 2-603-16,-7-1 267 0</inkml:trace>
  <inkml:trace contextRef="#ctx0" brushRef="#br0" timeOffset="180257.47">23496 15622 106 0,'7'-6'213'16,"-2"3"-12"-16,4-1-22 0,0 0-17 0,1 2-13 15,4-1-15-15,-1 3-11 0,-1 1-15 16,1 1-15-16,5 3-7 0,-4 2-2 0,1 4-8 16,1 1-9-16,-6 4-7 0,0-1-4 0,-2 4-6 0,0 8-7 0,-6-8 3 15,-3 8-10-15,-3 0-5 0,-2 0 0 0,-6 2-4 16,-3-3-2-16,-2 0-5 0,-2 0-2 0,-4-3 2 16,1-2-6-16,3-1 0 0,4-6-3 0,-4 5 0 15,5-9 0-15,0-1-2 0,3-1-1 0,4-1 11 16,0-2 10-16,1 2 24 0,1-5 29 0,0 1 27 15,1-3 33 1,4 0 7-16,0 0 26 0,0 0-30 0,0 0-31 16,5-11 7-16,5 5-14 0,6-9-6 0,5-1-19 0,2-3-1 0,3-1-7 0,2-2-14 15,10-9-7-15,-10 6-2 0,11-9 0 0,-11 8-12 16,-1 0-1-16,-3 2-9 0,-4 4-1 16,0 1-8-16,-9 7 6 0,-1 4-4 0,-5-1-3 15,0 4-3-15,2 0-6 0,-2 3-11 0,-4-1-34 16,2 0-7-16,-3 3 5 0,0 0 10 0,0 0-1 15,-8 22-1-15,4-12 6 0,-2 7-6 0,-2 2 7 16,6 1 0-16,-1 7 4 0,6-7 4 0,3 6 2 16,4 3-15-16,7-5-21 0,2 1-44 0,8-2-64 15,4-3-108-15,17 1-310 0,-11-8-622 0,14-1 276 16</inkml:trace>
  <inkml:trace contextRef="#ctx0" brushRef="#br0" timeOffset="181265.99">24153 15037 135 0,'3'-3'222'0,"-2"-1"-18"0,-1 4-20 15,2-4-21-15,-2 4-16 0,0 0-23 0,3-3-10 16,-3 3-13-16,0 0-14 0,0 17-6 0,0-7-10 16,-3 6-10-16,1 4-4 0,-3 6-3 0,-3 3-9 15,2-2-7-15,-5 3-3 0,4 2-4 0,-2 1-2 16,-1 2-4-16,2-2-2 0,-1-2-1 0,3 0-3 15,-2-5-2-15,3-2-1 0,1-8-3 16,-1 0 1-16,1-4-1 0,3-1-2 0,-2-2-2 0,3-4 32 16,0-1 25-16,0 3 25 0,0-2 26 0,-1-3 35 0,1-2 24 15,0 0 5-15,0 0-16 0,0 0-9 0,0 0-22 16,18-14-11-16,-9 5-20 0,5-5-9 0,-1-2-1 16,7-3-15-16,2-3-10 0,2-2-3 0,0-1-1 15,3 0-10-15,-3 3-6 0,2-4-3 0,2 3-11 16,-5-3-3-16,0 6 1 0,0-1-4 0,-5 4-4 15,-4 3 7-15,-4 3-1 16,-2 5-11-16,1-1-8 0,-3 2 6 0,-3 2-4 16,1 0-2-16,0-2-1 0,-2 2-7 0,1 0-30 0,-3 3-5 0,7-2-11 15,-7 2 2-15,0 0 2 0,0 0 3 0,-21 14 7 16,5-4 5-16,-6 3 4 0,-3 2 3 0,1 0-4 16,-3 2 3-16,3-1 3 0,-2-2-4 0,4 3 8 15,6-6-1-15,5-2-2 0,-2 3 4 16,4-5-2-16,1-2-2 0,0 2 5 0,2-2 1 15,1-1 1-15,1 2 0 0,1-4 3 0,2 2-6 16,1 5 8-16,1-5 3 0,3 4-6 0,4-3 2 0,1 0 2 16,1 2 2-16,4-1 1 0,3 4-1 0,4-3-1 15,1 6 14-15,5-2-32 0,-3 0-27 0,3 0-41 16,0-1-49-16,-2 1-57 0,2-4-75 16,-13 2-290-16,5-2-603 15,-2-4 267-15</inkml:trace>
  <inkml:trace contextRef="#ctx0" brushRef="#br0" timeOffset="181606.61">24852 15287 140 0,'0'0'131'0,"0"0"-6"0,-9-3-12 16,9 3-2-16,0 0 1 0,0 0 1 0,0 0 2 0,0 0-8 16,0 0-1-16,0 0-1 0,0 0 0 15,0 0 1-15,0 0-2 0,24 4-8 0,-6-4-8 16,5 0-5-16,4 0-10 0,10-2-3 0,1 2-12 15,1-3-2-15,13 3-9 0,-1-1-4 0,-11-1-5 16,-4 1-8-16,-3-3-13 0,-4 3-17 0,-8-3-28 0,-6 1-11 0,-1 2-24 16,-4-2-23-16,-3 2-43 15,-5-3-23-15,-3 1-148 0,1 3-324 0,-9-7 144 16</inkml:trace>
  <inkml:trace contextRef="#ctx0" brushRef="#br0" timeOffset="181814.14">25048 15163 233 0,'0'-5'238'16,"0"-1"0"-16,1 1-5 0,-1-1-10 0,0 3-10 16,1-2-10-16,-1 1-17 0,0 4-17 15,1-5-21-15,-1 5-14 0,0 0-19 0,0-4-16 16,0 4-11-16,0 0-23 0,0 0-4 0,0 21-7 0,0-10-7 16,-1 7-4-1,0 6-5-15,0 2-3 0,-1 2-1 0,4 4-4 16,-2 14-1-16,1-11 1 0,0-4-25 0,0-1-34 15,3 1-43-15,-1-2-48 0,2 0-66 0,-3-11-245 16,1 1-467-16,2-5 207 0</inkml:trace>
  <inkml:trace contextRef="#ctx0" brushRef="#br0" timeOffset="182446.69">25547 15121 29 0,'1'-6'302'15,"1"0"-19"-15,0 2-15 0,2-1-38 0,-3 0-18 16,3 3-18-16,-2 0-20 0,0-2-17 0,-2 4-21 15,0 0-16-15,5-4-16 0,-5 4-11 0,0 0-9 16,0 0-12-16,4 7-13 0,-2 0-7 0,1 1-6 0,-3 4-5 0,0 0-1 16,1 4-6-16,-2 1-8 0,-4 0 2 0,5-1-2 0,-4 5-3 15,0-1-1-15,1-3-1 0,1 1-3 0,-2-1-1 16,3 0-4-16,-3-2 2 0,4-3-3 0,-2-3-1 16,0-2 1-16,2-1 1 0,-1 0 4 0,-3-3 22 31,8 0 26-31,-4-3-5 0,0 0-4 0,0 0-6 0,13-6-5 0,-3-2-5 0,0-1-7 0,3-2 3 15,1-1-5-15,0 0-4 0,3-1 6 0,-2-2-9 16,6-2-3-16,-1-1-5 0,1 2-1 0,0-1 1 16,-7 6-4-16,0 0 0 0,-5 2-4 0,-1 3 1 15,0 1 1-15,-2 1-9 0,-1 1-3 0,-1-1 1 16,0 3-10-16,-4 1-5 0,6 0-2 0,-6 0 4 16,8 6-2-16,-7 0 6 15,3 0-5-15,-3 5 2 0,-1-3 5 0,0 5-4 16,0-2 6-16,0 3-2 0,0-2 0 15,-5 2 0-15,5-1 2 0,0-2 8 0,-1-1-8 16,1-5 6-16,-3 2 2 0,3-3 1 0,0 0 3 16,0-1 3-16,0-3 12 0,4 3 2 0,-4-3-1 0,13-6-5 0,-4 2-9 0,4 0 8 15,2-3 1-15,2-3 2 0,-1 1-5 16,3-1 2-16,0 0-3 0,2 1-1 0,-4 1-4 16,-1 2 3-16,-3 2-6 0,-3-3 2 0,8 3-3 15,-6 3 0-15,-3-3-2 0,2 4-20 0,-1 0-8 16,2 5-13-16,-2 0-21 0,3 5-25 0,-2-1-38 15,1 5-46-15,4 1-84 0,-5 2-243 0,0-3-537 16,3 1 238-16</inkml:trace>
  <inkml:trace contextRef="#ctx0" brushRef="#br0" timeOffset="182915.96">26453 15784 26 0,'-5'3'274'0,"5"-3"-2"16,0 0-4-16,0 0-5 0,0 0-21 0,0 0-19 15,0 0-23-15,0 0-23 0,0 0-8 0,15-9-25 0,-3 6-18 0,6 0-14 16,1 1-7-16,8-3 16 0,2 1-10 0,6 2-3 15,4 1-15-15,-2-3-10 0,17 1-8 0,-4-1-9 16,-11 3-8-16,1 0-5 0,-3 1-8 0,-5 0-2 16,-3-1-6-16,-8 1-2 0,-4 0-8 0,-5-1 2 0,-1 1-5 0,-4 0-14 15,3 0-2-15,-6-2-6 0,-4 2-13 16,7 0-15-16,-7 0-10 0,0 0-16 0,7 0-14 16,-7 0-11-16,0 0-17 0,0 0-18 0,-13 6-19 15,6-3-24-15,-1 0-35 0,-2-2-48 0,2 1-170 16,2 1-440-16,-2 1 196 0</inkml:trace>
  <inkml:trace contextRef="#ctx0" brushRef="#br0" timeOffset="183263.67">26560 15914 245 0,'0'0'261'15,"-2"2"-1"-15,2-2 2 0,0 0-18 0,0 0-12 0,0 0-19 16,0 0-24-16,0 0-23 0,0 0-16 0,38-5-13 0,-6 2-16 0,4-1-16 16,19-1-7-16,-4 1-13 0,5 0-4 0,0 1-8 15,6-2-11-15,-7 3-5 0,2-3-3 0,-2 1 7 16,-4-2-2-1,-15 5 3-15,-3-2-6 0,-12 0 1 16,-3-1 4-16,2 3-10 0,-10-3 6 0,3 4-1 16,-3-2-7-16,-3-1-2 0,-1 3-7 0,-1-1-6 0,-5 1-12 15,9-1-27-15,-6-1-30 0,-3 2-34 0,0 0-30 16,0 0-27-16,0 0-26 0,0 0-44 0,0 0-43 16,0 0-242-16,-26 3-522 0,26-3 231 15</inkml:trace>
  <inkml:trace contextRef="#ctx0" brushRef="#br0" timeOffset="183786.93">28164 15470 108 0,'0'0'153'0,"0"0"-14"15,0 0-13-15,-6-7-13 0,6 7-9 0,0 0-13 16,-10-4-5-16,10 4-15 0,-9-1-6 0,9 1-9 0,0 0-8 15,-21 0 0-15,10 3-4 0,-1-1-4 0,-6 1 8 16,0 3-13-16,6-2-12 0,-7 4 0 0,-1 3-2 0,-3 5 6 16,4 0-13-16,-3 2 5 15,-3 2 13-15,2 2 3 0,1 2 14 0,2-2-9 16,0 5 2-16,3-4 3 0,4 2 0 0,-1-2 4 16,6-4 8-16,4-1-8 0,3 1 7 0,0-2 15 15,3 2 8-15,6-2 12 0,2-3 15 0,7 6 15 16,7-6 1-16,5 3-1 0,7-6 6 0,1-2-6 15,16-3 2-15,-15-3-3 0,3 0-2 0,11-6-7 16,-13-1-9-16,-4-3 7 0,1-2-14 0,-4-4-12 16,-1-1 4-16,-3-4-8 0,-3-6-12 0,-2-1-9 15,-6-1-3-15,-3-4-8 0,-5-3-2 16,-8 0-8-16,-2 0-5 0,-7-1-5 0,-7 4-29 16,-7 3-30-16,-3 3-41 0,-17-5-52 0,-8 5-55 15,-8 7-72-15,-34 0-364 0,0 9-666 0,28 2 295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32:59.3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1739 3755 11 0,'0'0'214'0,"0"0"-19"16,0 0-16-16,0 0-16 0,0 0-16 15,0 0-17-15,0 0-9 0,0 0-14 0,0 0-9 16,-5-1-2-16,5 1 2 0,0 0-10 0,0 0 6 16,0 0-2-16,0 0-1 0,0 0-3 0,0 0-5 15,0 0-4-15,0 0-7 0,0 0-6 0,0 0-2 16,0 0-9-16,0 0-4 0,0 0-6 0,0 0-2 16,0 0 1-16,-7 5-10 0,7-5-5 0,0 0 1 15,0 0-3-15,0 0-5 0,0 0 5 0,0 0 4 0,0 0 0 0,0 0-4 16,0 0 4-16,0 0-1 0,0 0-4 0,0 0 5 15,0 0 0-15,0 0 0 0,0 0 3 16,0 0-3-16,0 0-3 0,0 0-4 0,0 0 0 16,0 0-1-1,0 0-9-15,0 0 6 0,0 0-2 0,0 0-5 0,0 0-1 0,0 0 0 16,0 0 0-16,0 0-1 0,0 0 1 16,0 0-1-16,0 0 1 0,0 0 0 0,0 0 1 15,0 0-14-15,0 0 18 0,0 0-2 0,0 0 1 16,0 0-3-16,0 0 5 0,0 0-1 0,0 0-7 15,0 0 1-15,0 0 3 0,17-8-2 0,-2 7 0 16,4-3-6-16,13 0-1 0,4-4 5 0,1 7-6 16,4-5 0-16,10-3 2 0,-11 4-13 0,-1 5 12 15,-3-7-2-15,0 1 4 0,-4 2-2 0,-12 3-2 0,2-1 5 0,-4 1-5 16,-4-3-2-16,-3 3-8 0,-4-2-5 0,-1 3-3 16,-1 0-20-16,-5 0-16 0,12-2-26 0,-12 2-14 15,0 0-13-15,0 0-26 0,0 0-44 0,-21 9-45 16,6-5-230-16,-5 0-485 0,-2 3 214 15</inkml:trace>
  <inkml:trace contextRef="#ctx0" brushRef="#br0" timeOffset="385.11">1856 3967 59 0,'-2'3'195'0,"2"-3"5"0,0 0-8 0,-4 2-8 0,4-2-10 0,0 0-10 16,0 0-23-16,0 0-8 0,0 0-14 0,20-5-10 15,-7 2-9-15,7 0-5 0,10-2-9 0,2-1-3 16,4 1-13-16,-1-1-1 0,5-2 1 0,-2 1-13 16,-2 1 2-1,-4 4-8-15,0-4 1 0,-12 1-9 0,1 4-1 0,-7-2-5 16,-3 2 0-16,2 0-6 0,-6 1-3 0,-7 0 0 16,11-2-5-16,-11 2-3 0,7-2-12 15,-7 2-19-15,0 0-16 0,0 0-16 0,0 0-14 0,0 0-22 16,0 0-21-16,0 0-47 0,-25 6-58 0,10-2-144 15,2 0-377-15,2-4 167 0</inkml:trace>
  <inkml:trace contextRef="#ctx0" brushRef="#br0" timeOffset="1002">2226 3566 275 0,'-3'-3'303'16,"3"3"-27"-16,0 0-23 0,-1-4-29 0,1 4-22 0,0 0-24 15,0 0-17-15,0 0-23 0,0 0-14 0,0 0-18 16,0 0-10-16,0 0-11 0,0 0-13 0,7 7-4 15,-2-2-8-15,3 1-4 0,1 2-4 0,0 0-5 0,5 4-2 16,1-1-4-16,8 4 0 0,3-2-6 0,-2-1-1 16,6-1-5-16,-2-1 2 0,-3-3-5 0,2 2-2 15,0-2-3-15,-7-3-2 0,-1 1-2 0,1-2-3 16,-9-2 3-16,2-1 0 0,-4 3 2 0,-3-6 15 16,-6 3 26-16,13 0 16 0,-13 0 16 0,10-3 12 15,-10 3 9-15,8-4-3 0,-8 4-1 0,2-3-10 0,-2 3-8 0,0 0-12 16,0 0 2-16,3-7-19 0,-3 7-18 0,0 0-20 15,0 0-7-15,0 0-3 0,-25 25-3 0,3-4 1 16,-1 1-5-16,-9 12 0 0,-4 5 3 16,0 4 1-16,-2 3-5 15,2 3 1-15,-15 18 6 0,15-20-5 0,2 1-3 0,4-3 5 0,0-3-7 16,8-11-4-16,-6 6 8 16,9-12-4-16,2 3-4 0,2-9 7 0,3-3-2 15,5-2 0-15,-1-3-2 0,2-4 8 0,0 1-3 16,3-4 9-16,0 1 5 0,0 0 13 0,1-2 22 15,2-3 2-15,-3 5 14 0,3-5 16 0,-3 3 6 16,3-3 7-16,0 0 4 0,0 0 4 0,-4 4-5 16,4-4-4-16,0 0-4 0,0 0-6 0,0 0-9 15,0 0-4-15,-3 1-10 0,3-1-6 0,0 0-6 0,0 0-5 0,0 0-6 16,0 0-7-16,0 0-3 0,0 0-2 0,0 0-20 16,0 0-36-16,0 0-51 0,0 0-62 0,4-10-72 15,-4 10-105-15,6-5-123 0,-3 0-407 16,1 0-915-16,0-3 405 0</inkml:trace>
  <inkml:trace contextRef="#ctx0" brushRef="#br0" timeOffset="5431.19">3874 3467 70 0,'-9'0'129'16,"9"0"15"-16,-12 0 19 0,7-1-15 0,5 1-11 16,-10 1-13-16,10-1-3 0,0 0-9 0,-5 0-7 0,5 0-15 15,0 0-8-15,0 0-7 0,-8 0-7 0,8 0 2 16,0 0-5-16,0 0-20 0,0 0-3 15,0 0-4-15,0 0-5 0,0 0 6 0,0 0 0 0,0 0 1 16,0 0 3-16,0 0-2 0,0 0 2 16,0 0 1-16,0 0 0 0,0 0 2 0,0 0 3 15,0 0 1-15,0 0 1 0,0 0 2 0,0 0-5 16,0 0 1-16,0 0-7 0,0 0-4 0,0 0-4 0,-5 1-4 16,5-1-5-16,0 0 0 0,0 0-3 0,0 0 1 15,0 0-4 1,0 0-6-16,0 0 0 0,0 0 0 0,0 0-1 15,0 0-4-15,0 0-1 0,0 0-1 0,0 0 5 16,0 0-6-16,0 0-3 0,0 0 3 0,0 0-2 16,0 0-1-16,0 0 0 0,0 0 3 0,0 0 0 0,23 3-3 15,-13-3 1-15,12 0 3 0,9-3-1 0,-1 2-4 16,8 1 3-16,13-1-1 0,0-1 2 0,0 2 0 0,-13-1-4 16,13 0 10-16,-15-2-7 0,0 3 0 0,-4-3 2 15,-1 3-4-15,-3 0 3 0,-8 0-3 16,-7 0 0-16,1-1 0 0,-4 1-5 0,-2 0-20 15,-1 0-15-15,-1-1-18 0,-6 1-3 0,0 0-10 16,0 0-26-16,0 0-36 0,-31 9-49 0,11-5-209 16,-10 0-420-16,1-2 186 0</inkml:trace>
  <inkml:trace contextRef="#ctx0" brushRef="#br0" timeOffset="6063.92">3833 3534 88 0,'0'0'232'0,"0"0"-20"16,0 0-15-16,0 0-17 0,0 0-16 0,-5-7-16 15,5 7-15-15,0 0-14 0,0 0-13 0,0 0-15 16,0 0-7-16,0 0-13 0,0 0 7 0,0 0-24 15,0 0-6-15,0 0-6 16,0 0-4-16,0 0-5 0,0 10-2 0,0-6-4 16,0-4 3-16,5 7-7 0,-1-1-3 0,3 3 5 15,1-2-7-15,5 3-1 0,5 2 0 0,2 2 10 16,6 1-15-16,1-1 2 0,5 0-5 16,0 1 3-16,0 1-4 0,2 0 6 0,-2 0-4 15,0-1 1-15,-3 0-1 0,1-2-3 0,-2 0-1 0,-4-4 0 16,3-1 1-16,-7-1-1 0,-3-1 1 0,2-2-1 0,-5 0 0 15,-2-1-1-15,-6-1 6 0,2 0 22 0,-2 1 24 16,-6-3 15-16,10 1 7 0,-10-1 24 0,8 0 9 16,-8 0-2-16,0 0 11 0,7 3-3 0,-7-3-2 0,0 0 7 0,0 0-11 15,0 0-7-15,0 0-8 0,10 3-14 0,-10-3-4 16,0 0-2-16,0 0-10 0,0 0-10 0,0 0-10 16,0 0-10-16,0 0 1 0,0 0-37 0,3 4-26 15,-3-4 5-15,-1 10 1 0,-3-1 4 0,0 8-4 16,-6 8 1-16,-3 5-7 0,-3 4 17 0,-7 13-1 15,-4 5 9-15,-11 22-5 0,5-19 0 0,-1-5 1 16,6 0 1-16,-2 0 3 0,3-1 1 16,-1-3-2-16,2 0 3 0,0-3-5 0,9-12 10 15,1-3-2-15,1 0 3 16,1-1-2-16,0-1-3 0,7-9-4 0,-2 0 0 16,-1 0 12-16,4-5-7 0,1-2-7 0,0-2 5 15,1-1 3-15,1-3-5 0,-3 3 8 0,6-7-4 16,-1 8 7-16,1-8 3 0,0 0 11 0,-8 7 0 15,8-7 2-15,-1 3 3 0,1-3-25 0,0 0 20 16,0 0-5-16,0 0-12 0,0 0-15 0,0 0-16 16,-3 4-42-16,3-4-47 0,0 0-48 0,0 0-37 0,0 0-44 15,0 0-49-15,0 0-268 0,0 0-603 0,0 0 268 16</inkml:trace>
  <inkml:trace contextRef="#ctx0" brushRef="#br0" timeOffset="6565.19">3848 4770 183 0,'-11'1'230'0,"1"1"-10"0,3-1-9 0,1 0-8 15,6-1-14-15,-12 0-15 0,12 0-10 0,-7 3-12 16,7-3-8-16,0 0-7 0,0 0-10 16,-9 0-9-16,9 0-11 15,0 0-5-15,0 0-9 0,0 0-9 0,0 0-5 16,0 0-8-16,0 0-4 0,0 0 3 0,0 0-14 16,0 0-10-16,0 0-3 0,-9 0-3 0,9 0-9 0,0 0-4 0,0 0 2 0,0 0-4 0,0 0-3 15,0 0 0-15,0 0-2 0,0 0-3 0,0 0-2 16,0 0 2-16,0 0 5 0,0 0-2 0,0 0-2 15,0 0-1-15,0 0 4 0,0 0 3 0,0 0 1 16,43 2 0-16,-10-4 2 0,25-3-5 0,7 1-3 16,31-2 4-16,5 1-10 0,8 3 24 0,4-3 14 15,1 0 7 1,-3 1 3-16,-1 2 6 0,-13-4 4 0,-30 3-11 16,-2-3-1-16,-5 3-4 0,-3-1 13 0,-6 0 5 15,-16 3 5-15,-4-5 2 0,-11 5 1 0,-7 0 4 0,-1 1-1 16,-2-2-1-16,-10 2 2 0,15-1-5 15,-15 1-5-15,11-2-8 0,-11 2-7 0,0 0-5 16,11 0-15-16,-11 0-17 0,0 0-32 0,0 0-51 16,0 0-64-16,0 0-66 0,0 0-68 0,-44 10-116 0,15-6-332 0,7-4-764 15,-1 0 339-15</inkml:trace>
  <inkml:trace contextRef="#ctx0" brushRef="#br0" timeOffset="9133.23">4243 5150 14 0,'0'-8'255'0,"0"7"-7"16,0-6-11-16,0-1-27 0,0 3 2 15,1 2-17-15,1-3-18 0,-1 3-14 0,-1-2-9 16,3 3-12-16,-3 2-15 0,2-6-15 0,-2 6-14 15,0-4-10-15,0 4-23 0,0 0-25 0,0 0-3 0,0 0-7 16,0 0-2-16,1 20-2 0,-1-8-5 0,-1 5-2 16,-1 10 1-16,-4 1-1 0,1 0-2 0,-2 5-2 15,3-2 3-15,-4 5-4 0,0-3-3 0,1 0 2 16,-3 1-3-16,2 0 0 0,0-3-4 0,-1-1 1 16,4-2 1-16,0-4-4 0,0 2 5 0,2-10-5 15,0 0-1-15,0-4 2 0,2-2-1 0,1-2 3 16,-4-3 1-16,4 0 24 0,-1 1 15 0,-3-3 22 0,6 1 24 0,-2-4 25 15,-2 4 25-15,2-4 27 0,0 0 22 0,0 0 14 16,0 0-19-16,0 0-19 0,10-13-13 0,-6 3-22 31,6-7-13-31,0 0-13 0,4-7-15 0,1-1-6 0,0-1-13 0,3-3-4 16,2 3-6-16,-2 1-10 0,0-2-6 0,1 4-1 16,-1-2-7-16,-5 11-6 0,0-3-4 15,-2 1-2-15,1 0 0 0,-1 5 1 0,-3-1 13 16,-3 4 9-16,0-2 10 0,-1 6 4 0,0-2-2 15,-2 0-4-15,3 1-2 0,-4 2-11 0,2-1-1 0,-2 1-8 16,2 0-8-16,-3 3-11 0,2-4-13 0,-2 4-14 16,0 0-20-16,0 0-18 0,0 0-9 0,2-3-13 15,-2 3 6-15,0 0 6 0,-12 7 6 16,3-5 3-16,0 4 10 0,3-4 2 0,-5 5 2 0,2-2 1 0,1 0 5 16,-1-2 0-16,3-1 2 0,-1 1 5 0,2-1 5 15,4 3-2-15,-3-4-3 0,4-1 1 0,-4 4 2 16,-1-3 4-16,5-1-1 0,0 4 1 0,0-4-2 15,0 0-3-15,-4 4 0 0,4-4 6 0,-1 3 2 16,1-3-2-16,0 9 4 0,1-4 2 0,3 0-5 16,1 2 6-16,-1 0-1 15,1 4 7-15,0 0-3 0,8 4-7 0,-4-2 10 16,2 1 2-16,2 0 0 0,-1 1 5 0,1-1-1 16,0 0-5-16,-2 1 1 0,-1-2-11 0,0 1-13 15,0-2-33-15,0 2-19 0,-2-4-32 0,1 4-36 16,-1-4-41-16,-2 5-41 0,-2-6-51 0,1-1-43 15,-1 1-303-15,-4-1-674 0,1-4 299 0</inkml:trace>
  <inkml:trace contextRef="#ctx0" brushRef="#br0" timeOffset="9417.39">4823 5433 256 0,'2'-4'329'0,"-2"4"-23"0,0-8-7 15,1 7-20-15,-1-5-14 0,2 1-28 0,0 0-32 16,2 1-19-16,-1 0-21 0,5 0-20 0,2-1-12 15,1 0-16-15,6 1-10 0,0 0-25 0,2 0-45 16,0 3-46-16,2-2-46 0,-2 3-54 0,3-2-52 16,-3 4-47-16,-1-2-227 0,-2 2-471 0,-2 0 210 15</inkml:trace>
  <inkml:trace contextRef="#ctx0" brushRef="#br0" timeOffset="9587.41">4860 5663 30 0,'-2'3'206'0,"2"0"8"0,0-3-1 16,6 1-16-1,3-1-18-15,8-2-16 0,-1 2-17 0,5-4-17 16,7 3-37-16,0-2-49 0,4-3-53 0,0 0-64 16,-3 1-181-16,-1-6-276 0,1 4 122 0</inkml:trace>
  <inkml:trace contextRef="#ctx0" brushRef="#br0" timeOffset="9917.93">5452 5332 25 0,'-5'-5'261'0,"1"2"-13"0,-1-1-26 16,1 1-14-16,-1 3-16 0,0-3-18 0,5 3-12 15,-18 6-21-15,9 0-12 0,-5 4-13 0,5-2-12 16,-4 4-13-16,-1 3-5 0,3 1-10 0,3 1-6 0,-1 0-7 15,1 3-5-15,3-4-5 0,3 1-5 0,2-1-1 16,2-3-7 0,3 3 14-16,4-3 17 0,4 0 8 0,3-4 4 0,4-2 1 0,8-1-4 15,0-3-6-15,3-4 7 0,-4-5 3 0,1-3 7 16,-9 3-2-16,7-6 2 0,-10 1 1 0,-1-1-12 16,2-3-5-16,-8-8-6 0,0 5-10 15,-4-8-8-15,-5 2-15 0,0-2-1 0,-5 8-11 16,-4-6-18-16,-6 2-18 0,-2 0-14 0,-6 5-33 15,-5 2-25-15,-5 2-44 0,-4 5-50 0,-2 3-74 16,-13 0-309-16,13 2-607 0,4 2 268 0</inkml:trace>
  <inkml:trace contextRef="#ctx0" brushRef="#br0" timeOffset="11404.61">4482 3132 167 0,'0'0'200'0,"0"0"-12"0,13-1-9 0,-13 1-11 15,0 0-12-15,0 0-7 0,0 0-8 0,0 0-11 0,0 0-9 16,0 0-6-16,0 0-8 0,0 0-6 0,0 0-4 15,0 0-4-15,0 0-4 0,3-1-8 0,-3 1-7 16,0 0-12-16,-2-7-3 0,2 7-6 0,0-5 0 16,-1 0-2-16,1 5-2 0,0-9 0 0,0 1 4 15,-3 3 0-15,3-2 0 0,0-5-7 0,-1 1-5 16,1-1-1-16,1-5-3 0,2 3-6 0,-3-3-6 0,1 0 3 0,1-2-3 31,0 3 1-31,2-3 3 0,-4 3 4 0,5-3-4 0,-3 4 1 16,1-2 8-16,-3 6 6 0,4 1-7 0,-3-2 6 15,-1 3-5-15,0 1-3 0,3 1-2 0,-2 2-3 16,-1 0-4-16,0 1-1 0,0-1-5 0,0 5-12 16,0-5-22-16,0 5-20 0,0 0-4 0,0 0 0 15,-18 7 4-15,4 4 3 0,-13 7 4 0,-3 3 2 16,-13 11 6-16,0 2 1 0,-6 5 2 0,0 1 3 16,-17 14 5-16,17-16-2 0,0-4 3 0,-3 0 1 15,2-2-2-15,5-6 1 0,2 0 4 0,9-10-3 0,2-2 2 0,4-5 5 16,8-3-3-16,-1-2 5 15,2-1 4-15,3-2 9 0,-3-2 4 0,2-4 20 0,3 1 23 16,-2-4 5-16,2-4 21 0,8 3 15 0,-7-7-7 0,8 1-11 16,4-2-4-16,-2-1-1 0,6-7-22 15,3-1-3-15,7 0-3 0,0-2-8 0,1 2-3 0,0 2-4 16,0 7-13-16,-2 2 7 0,-1 1-11 16,-1 4 3-16,0 3-9 0,0-1-7 0,1 1 3 15,0 5-6-15,2 0-5 0,1 4 1 0,0-1 2 16,3 5-8-16,2 0 1 15,-4 4-5-15,7 7 4 0,0 4 1 0,-3 0 4 16,3 4 0-16,-1-1 5 0,-1 4 0 0,-1-1-3 16,2 1-1-16,0-2 0 0,-2 0-4 0,0-3-7 0,-1-3 19 0,-4-7-6 15,-1 1 0-15,-4-3 0 0,1-3 3 0,-2 0-2 16,-2-3 6-16,-1-1 2 0,2-2-7 0,-1-1 3 16,-6-1 3-16,19-4 1 0,-9-2-1 15,-1-1-2-15,2 0-3 0,3-5-4 0,1-1 1 16,-1-1-2-16,4-2 1 0,1-4-41 0,-1 10-26 15,0-2-55-15,0 4-64 0,-1 2-76 0,3 1-132 0,2 2-200 16,-2-2-641-16,1 0 284 0</inkml:trace>
  <inkml:trace contextRef="#ctx0" brushRef="#br0" timeOffset="16824.29">6082 3425 120 0,'0'-4'176'0,"0"4"1"0,0-8-9 16,3 5 1-16,-3-2-8 0,0 5-5 0,0-7-12 16,0 4-5-16,0 3-6 0,2-4-1 0,-2 4-6 15,0-7 2-15,0 7-15 0,0-3-13 0,0 3-11 16,0 0-12-16,0 0-6 0,0 0-15 15,0-4-25-15,0 4-25 0,0 0-21 0,0 0 4 16,3 14-1-16,-3-2 1 0,-3 7 3 0,3 14-1 0,-6 11 0 16,-2 6 3-16,-2 6 3 0,-4 26 7 0,2-23 0 15,-3 23-1-15,3-25 0 0,2 2 2 0,0 1 0 16,2-2 6-16,3-4 0 0,-3-2 16 16,5 1-2-16,0-8 0 0,3 0 0 0,4-11 4 0,-2-1 0 0,-2-4 1 15,3 0-2-15,0 1-3 0,-1-5 0 0,1 1-4 16,-3-7 1-16,1 0-3 0,0-4-1 0,1-1-1 15,-1-5 2-15,0 4-7 0,-1-3 1 0,0-3-3 16,0 0 1-16,0 1-3 0,0-8 3 0,1 12-6 16,-1-8 3-16,0-4 1 0,-2 10-2 0,2-10-2 15,0 7-2-15,0-7-1 0,0 8 4 0,0-8-3 0,0 7 2 0,0-7 1 16,0 0-2-16,0 9 0 0,0-9-1 16,0 0-1-16,0 7-2 0,0-7 4 0,0 0-1 15,0 0-1-15,-3 6-2 0,3-6 3 0,0 0-1 16,0 0-1-16,0 0 2 0,0 0 3 0,0 9-4 0,0-9 1 15,0 0 0-15,0 0-2 0,0 0 0 0,0 0 3 16,0 0-2 0,0 0 1-16,0 0-2 0,0 0 5 0,0 0-6 15,0 0 5-15,0 0-2 0,0 0 1 0,0 0 7 16,0 0 9-16,0 0 3 0,0 0 7 0,0 0 5 16,0 0 3-16,0 0-3 0,0 0-1 0,0 0-6 15,0 0 2-15,0 0-6 0,0 0-4 0,0 0-8 16,0 0 18-16,0 0-7 0,0 0 8 0,0 0 4 15,0 0 19-15,0 0-1 0,0 0-1 0,0 0 13 0,0 0-8 0,0 0-10 16,0 0-2-16,0 0-3 0,0 0-1 0,31-9-6 16,1 6-9-1,5-5-12-15,21-1-37 0,-2-1-51 0,4-1-83 0,-1 1-86 16,-5-5-342-16,0 1-634 0,-4-6 280 0</inkml:trace>
  <inkml:trace contextRef="#ctx0" brushRef="#br0" timeOffset="17452.84">6095 3378 178 0,'0'0'212'0,"0"0"-12"0,0 0-7 0,0 0-13 16,0 0-11-16,0 0-17 0,0 0-13 0,0 0-15 0,0 0-12 16,0 0-9-16,36 1-13 0,-3-3-8 0,20 2-8 15,6-3-8-15,2 1-17 0,30 0-49 0,-31 2-52 16,5-3-73-16,-3 6-200 0,-2-3-351 0,-1-3 156 16</inkml:trace>
  <inkml:trace contextRef="#ctx0" brushRef="#br0" timeOffset="18147.66">6672 3673 188 0,'3'-6'193'16,"-2"3"-9"-16,0-1-9 0,3 0-15 0,0-2-16 15,0 1-3-15,1 1-21 0,4-2-10 0,0 1-11 16,0 0-14-16,1 1-9 0,3-1-11 0,1 2-6 16,-1 0-3-16,2 2-8 0,-1 1-6 0,3 0-5 15,-4 0-3-15,-1 1-12 0,2 4 7 0,-1 1-4 16,-1 0-2-16,-1 1-3 0,-6 4 5 0,5 3-7 16,-6 1-3-16,-1 6-2 0,-6 6 1 0,-6 1 2 0,-3 2-3 15,-8 0 3-15,-8 9-3 0,-5 1 1 0,-3-3-3 16,-2-3 3-16,-3-2-2 0,2-2 0 0,8-7-2 0,4-5 1 15,4 0-3-15,0-4 0 0,6-4-2 0,7-3 1 16,1-1 3-16,4-1 24 0,-1-1 35 16,-1-2 25-16,2 1 32 15,1-3-1-15,4 0-15 0,0 0-11 0,-1-8-6 16,6 4-19-16,4-4-4 0,8 1-6 0,2-2-12 16,6 1-3-16,5-2-7 0,1 5-3 0,3 0-15 15,-2 1-6-15,5 2-8 0,0 0-7 0,0 2-22 16,2 0-32-16,0 2-36 0,-2 0-50 0,0 2-66 15,0-1-67-15,-3-1-202 0,-1-2-511 0,-4-2 226 16</inkml:trace>
  <inkml:trace contextRef="#ctx0" brushRef="#br0" timeOffset="20458.18">7724 3439 67 0,'4'-9'235'16,"-3"2"-7"-16,2 0 15 0,-1 1 2 0,-2 1-11 16,1-1-19-16,2 3-22 0,-3 0-21 0,0 3-22 0,1-6-17 0,1 3-17 15,-2 3-33-15,0 0-23 0,0 0-4 0,3 11-6 16,-3 0-5-16,3 5-5 0,-3 1-5 0,0 10-3 15,-4 0 0-15,2 6-2 0,-4-3-4 0,1 3-2 16,-3 1-4-16,2-1 2 0,0-2 0 0,-2 0-3 31,3 2-3-31,-1-4 1 0,1-2 2 0,1 0-4 0,0-8-2 16,0-1 0-16,2 0 1 0,-1-1-3 0,0-5-3 16,1 0 1-16,-1-4 1 0,3-1-6 0,-1 0 7 15,1-3 1-15,-2 0 24 0,2-1 15 0,0-3 16 0,0 7 20 16,0-7 15-16,0 0 21 0,-3 4 13 15,3-4 11-15,0 0 10 0,0 0 0 0,0 0-25 0,0 0-7 0,11-18-18 16,-2 4-12-16,3-2-7 0,4-4-14 0,0-4-7 16,3-3-7-16,0 2-7 0,3 2-3 0,0 1-11 15,-2 1 4-15,-2-1-7 0,2 5-7 0,-1-2 0 16,-3 5-6-16,-3 0-3 0,-1 2 1 0,-3 3-3 16,2 2 1-16,-5 0-3 0,0 2 2 0,0 0-6 15,-3 3 4-15,0-2-6 0,3 1 2 0,-6 0-7 16,0 3 0-16,4-5-4 0,-4 5-7 0,4-1-16 15,-4 1-20 1,0 0-20-16,0 0 2 0,0 0 4 0,0 0 7 16,-17 13 5-16,3-2 8 0,-9 5 0 0,2-1 5 0,-1 2 7 0,-1-5 1 0,4 2-19 15,2-4 25-15,-1 1-3 0,5 1 2 16,2-4-1-16,2-2 15 0,0 1-10 0,1-1 0 16,3-3 0-16,1 2 8 0,1-3-2 0,0 3-1 15,3-5 6-15,-6 3 6 0,6-3-7 0,-4 4 2 16,4-4 2-16,-4 4-5 0,4-4-7 0,0 6 4 15,0-6 2-15,5 7-1 0,1-2 5 0,3 3-3 16,8 1 3-16,-2 3 9 0,11 5-8 0,1-2 11 16,1-1-4-16,0 3 2 0,0-3-39 0,1-2-53 15,2 3-54-15,-3-2-49 0,3 2-60 0,-2-2-85 16,1 0-263-16,-3-4-644 0,2-1 285 0</inkml:trace>
  <inkml:trace contextRef="#ctx0" brushRef="#br0" timeOffset="21090.31">8432 3725 23 0,'-14'0'205'0,"6"0"-10"0,-1-2-13 0,4 2-13 16,-2 2-10-16,7-2-19 0,-7 2-12 0,7-2-7 0,-9 0-10 0,5 0-4 0,4 0 0 0,0 0-3 15,0 0-4-15,-7 5-4 0,7-5 2 16,0 0-6-16,0 0-5 0,0 0-5 0,0 0 2 16,0 0 1-16,-8 0-8 0,8 0 0 0,0 0-2 15,0 0-3-15,0 0-3 0,0 0-6 16,0 0-1-16,0 0-11 0,0 0-1 0,0 0-9 15,0 0-5-15,0 0-6 0,0 0-7 0,0 0 6 16,0 0-5-16,0 0-1 0,0 0-6 0,0 0-5 16,0 0 2-16,0 0-3 0,0 0 3 0,0 0 0 15,0 0-6-15,0 0 1 0,0 0 0 0,0 0-2 16,0 0 1-16,0 0-1 0,35-5 0 0,-15 3-3 16,0 2 1-16,11-3 2 0,2-2-1 0,4 4-2 0,18-3 4 0,-1-2-1 15,-4 0-4-15,1 5 0 0,-14-2 4 0,0 2-1 16,-4-2-1-16,0-2-1 0,-7 2 1 0,-6 1 3 15,-7-1-4-15,-1 3 2 0,-5-2-3 0,0 2-10 16,0 0-10-16,-2-3-14 0,-1 2-13 0,-4 1-26 31,0 0-21-31,0 0-11 0,-21-3-13 0,4 4-16 0,-2-2-9 16,-4 4-17-16,-4-3-17 0,-1 1-23 0,1 2-176 0,-2-3-402 16,0 1 178-16</inkml:trace>
  <inkml:trace contextRef="#ctx0" brushRef="#br0" timeOffset="21314.33">8537 3633 216 0,'1'-7'279'0,"2"-1"-7"15,-2 0 8-15,-1 3 9 0,1-1 7 0,0-1-19 16,2 3-19-16,-3 0-21 0,0 0-17 0,1 1-26 16,-1 3-25-16,0-5-11 0,0 5-32 0,1-5-13 15,-1 5-29-15,0 0-13 0,0 0-7 0,3 13-8 16,-2-1-10-16,1 0-2 0,0 5-6 0,-1 3-4 15,3 6 2 1,0 3-1-16,-3 2-6 0,2 1-34 0,2-3-21 16,0-3-41-16,0 3-43 0,-2-5-44 0,3 2-59 0,-2-6-78 0,1-5-219 0,1-4-551 15,2-2 244-15</inkml:trace>
  <inkml:trace contextRef="#ctx0" brushRef="#br0" timeOffset="22032.78">9263 3563 309 0,'2'-3'296'0,"-1"-1"-9"16,2-1-11-16,-3 5-19 0,3-5-21 0,0 4-20 16,-3 1-28-16,0 0-26 0,0-4-17 0,0 4-18 15,0 0-15-15,0 0-13 0,0 0-8 0,4 8-12 16,-3-1-8-16,-2 0-7 0,1 5-7 0,0 1-4 15,0-1 3-15,0 4-13 0,0 1-4 0,0 0-6 0,0 3-1 16,-3-3-2-16,2 0-7 0,-2 2 4 16,0-8-5-16,0 2 1 0,6-4-2 0,-3-1 7 0,0-1-13 0,0-1-2 15,0-2 2-15,0 0 9 0,-3-1 22 0,3-3 34 16,3 5 35-16,-3-5 3 0,0 0-18 0,0 0-7 16,14-17-2-16,-9 8-8 0,3-2-6 0,2-3-23 15,0 2-2-15,2-5-6 0,2 0-7 0,-4 5-6 16,2-2-9-16,-1 1 4 0,-2 4-3 0,-3 2 1 15,2-2-6-15,-4 4-8 16,1-1-2-16,-1 3 1 0,-4-1-6 0,4 3-4 16,-2-2-26-16,-2 3-13 0,0 0 3 0,0 0 4 0,14 6 1 0,-10-1 0 15,-1 2 3-15,2 3-6 0,-1-2-5 0,-2 3-9 16,6 3 0-16,-6-3 3 0,1 2-4 0,-1 0 4 16,-2-3 1-16,2-1-4 0,0-2 7 0,-1-2-3 15,2 1 9-15,-3-2 6 0,1 1 11 16,1-3 29-16,-2-2 7 0,0 0 0 0,0 0-11 15,14-10 10-15,-7 3-7 0,1-2 5 0,0-3-7 16,-1 3 3-16,5-5-3 0,-2-2 2 0,0 1-6 16,2 0-2-16,-1 0 5 0,2 4 2 0,-1-2-12 15,-5 5 1-15,1 1 6 0,-2 1-2 0,-2 2-1 16,0-1-3-16,0 2-2 0,0 1-1 0,2 0-3 16,-6 2-2-16,13 2 2 15,-3 0-10-15,0 1 2 0,0 5-7 0,2-4-20 16,3 6-22-16,-3-3-23 0,3 2-34 0,-2 1-33 15,-3-3-41-15,2 3-35 0,-3-5-33 0,-3 2-225 16,3-3-528-16,-4-2 234 0</inkml:trace>
  <inkml:trace contextRef="#ctx0" brushRef="#br0" timeOffset="22261.89">9904 3330 28 0,'0'-7'295'0,"1"3"-15"16,1-1-28-16,0 1-29 0,-2 0-26 0,0 4-24 16,0 0-19-16,0 0-17 0,12 8-15 0,-6 3-15 0,7 11-8 0,1 5-4 15,-4 3 2-15,3 5-11 0,2 15-7 0,-2 0-2 16,-5 4-5-16,-7 2-7 0,-2 4 0 0,-7-2-6 16,-5-5-2-16,-1 0-4 0,-8-5-3 0,-4-2-5 15,-4-1-25-15,-11-6-18 0,-6-2-28 0,-8-2-60 16,-26 5-61-16,-2-4-96 0,22-18-172 0,-27 3-449 15,25-16 199 1</inkml:trace>
  <inkml:trace contextRef="#ctx0" brushRef="#br0" timeOffset="22817.1">7545 3214 7 0,'0'0'177'16,"0"0"-18"-16,0 0-17 0,-10 20-12 0,-6 6-12 15,0 3-11-15,-7 17 2 0,-3 3-3 0,-1 6-6 16,-12 23-10-16,17-20-5 0,-6 26-3 0,12-27-6 15,3 23-3-15,6-27-9 0,11 3 0 0,5-6-1 16,9 2-3-16,4-5-6 0,14-1 1 0,9-4-5 0,30 5 0 0,5-3-2 16,-17-22-30-16,30 5-67 0,-2-8-124 0,-27-9-139 0,3-4-336 15,-3-7 150-15</inkml:trace>
  <inkml:trace contextRef="#ctx0" brushRef="#br0" timeOffset="24805.81">10746 3197 39 0,'5'-9'158'15,"-3"4"-3"-15,0-2-3 0,1 1 1 0,-2 1 1 0,0-1-5 16,4 2-13-16,-5-2-12 0,1 4-15 0,-1 2-16 16,0 0-20-16,0 0-7 0,0 0-6 0,-15 12-9 15,1 9-4-15,-9 4-4 0,-8 16-7 0,-4 5-4 16,-5 1 0-16,4 5-6 0,-10 17 1 0,16-19-5 15,1 0 3-15,8 4 1 0,4 2 1 16,6-3-5-16,7-5-1 0,5-2 7 0,12-12-4 0,7 11 1 0,11-8-5 16,6-4-20-16,10-3-36 15,8-10-74-15,3-2-226 0,3-6-362 0,0-8 161 16</inkml:trace>
  <inkml:trace contextRef="#ctx0" brushRef="#br0" timeOffset="25556.22">11041 3396 168 0,'4'-5'226'0,"-3"-4"-12"0,3 5-20 0,-4 0-12 16,4-3-19-16,-4 4-15 0,3 1-19 0,-3 2-15 16,2-5-11-1,-2 5-15-15,0 0-7 0,0 0-11 0,8 15-6 16,-7-5-5-16,0 6-8 0,-2 3-5 0,-4 7-2 16,1-1-6-16,-1 3-4 0,-3 3-3 0,2-2-2 0,-3 2-5 15,0-4 2-15,0 0-3 0,1-1-7 16,2 2 4-16,1-10-4 0,1 2 1 0,-1-2 0 15,1-3-3-15,0-6-1 0,2 1-1 0,-1-3-1 16,3-3 17-16,-1 2 23 0,0-1 25 0,1-5 34 0,-2 5 31 0,2-5 30 16,0 0 27-1,0 0-23-15,0 0-19 0,0 0-17 0,11-24-13 0,-2 10-21 16,2-1 1-16,3-6-13 0,0-4-10 0,4 4-10 16,0-4-14-16,1 1-4 0,-2 2-6 0,1 1-4 15,-1 1-6-15,-5 3 0 0,1 4-9 0,-6 4 4 16,1-1-12-16,-1 5 0 0,-1-4 1 15,-2 3-5-15,0 2-5 0,-2 0-8 0,1 1 7 16,-1-1-3-16,2 2-10 0,-4 2-17 0,1-3-8 16,-1 3-25-16,0 0-12 0,0 0 6 0,0 0 5 0,0 0 7 15,-19 11 2-15,4-1 5 0,-1 2 8 0,0-2 0 16,-1 1 0-16,2-1 4 0,-2 1 5 16,2 3 2-16,1-5 3 0,5 2 1 0,0-2 3 15,0-4-5-15,3 2 1 0,-1-2 5 0,4 1-3 0,0 0 0 0,-1-2 4 16,4-1-3-16,0 2 15 0,0-5-12 0,0 11-1 15,5-5 6-15,3 1 1 0,2-1 4 0,4 5-3 0,4-3 0 16,3-1 4-16,3 4 2 0,3-1-34 0,-2 2-49 16,3-4-60-1,-10 1-66-15,4-3-85 0,-6 3-263 0,5-3-601 16,-2-1 266-16</inkml:trace>
  <inkml:trace contextRef="#ctx0" brushRef="#br0" timeOffset="25969.18">11717 3577 154 0,'-5'0'160'0,"5"0"-11"15,-11 0-10-15,3 0-12 0,8 0-10 0,-8 0-15 16,8 0-10-16,-9 0-7 0,9 0-8 0,-9 0-10 0,9 0-5 0,0 0-9 31,-5 3-6-31,5-3 7 0,0 0-2 0,0 0 9 0,-4 2-1 0,4-2 5 16,0 0 0-16,0 0-1 0,0 0 1 0,0 0-9 16,0 0-2-16,0 0-8 0,0 0-2 0,0 0-5 15,0 0 1-15,-1 2-4 0,1-2-1 0,0 0-5 16,0 0-1-16,0 0-1 0,0 0 0 15,0 0 9-15,0 0 7 0,28-2 1 0,-6 0 0 0,9 2-2 16,3-5-7-16,5 2-7 0,14 2 3 16,2-4-7-16,-1 2 0 0,3 3-5 0,0-1 0 15,-5 1-4-15,-16-2-2 0,-3 4 0 0,-2-4-1 16,-3 4-14-16,-9-4-23 0,-6 2-25 0,-2 2-32 16,-2-4-37-16,-4 4-14 0,-5-2-23 0,0 0-22 15,0 0-174-15,0 0-379 0,-27-4 167 0</inkml:trace>
  <inkml:trace contextRef="#ctx0" brushRef="#br0" timeOffset="26227.55">11855 3478 194 0,'0'-5'276'0,"1"-1"20"15,-2 1-13-15,2-1-18 0,-2 4-5 0,2-4-13 16,-1 6-16-16,0-6-22 0,0 6-18 0,0-4-25 0,0 4-17 0,0-4-19 15,0 4-21-15,0 0-18 0,0 0-1 0,0 0-25 16,0 0-3-16,4 20-6 0,-2-9-11 0,0 5-4 16,-1 2 2-16,-1 9-12 0,3-4 4 0,-2 5-5 15,1 0-14-15,1-3-26 0,0 2-20 0,-2 0-29 16,3 2-37-16,1-3-37 0,-1 1-50 0,-2-10-69 16,1-1-223-16,2-5-514 0,-1-1 227 0</inkml:trace>
  <inkml:trace contextRef="#ctx0" brushRef="#br0" timeOffset="26823.2">12465 3413 92 0,'3'-4'319'0,"1"-6"-12"0,0 6-15 16,-2-4-13-16,-1 2-19 0,0 3-13 0,2-1-27 15,-2 0-21-15,-1 4-21 0,3-7-24 0,-2 5-18 16,-1 2-13-16,0 0-17 0,0 0-11 0,0 0-11 16,11 9-18-16,-11-2-3 0,3 0-9 0,-1 4-8 15,-2 2-5-15,2 2-2 0,0 1-4 0,-2 1-7 0,-2 3 2 16,0-3-3-16,0 2-1 0,-1 0-11 0,1-2-11 0,-1-2-8 15,2-1-1-15,-2-3-4 0,2-2-5 16,1-2 3-16,0-2 5 0,-1-1 1 0,0 1 8 16,1-2 30-16,-2 1 26 15,2-4 12-15,0 0 14 0,0 0-29 0,0 0 0 16,21-12-13-16,-14 4 0 0,6-2-3 0,0-2-6 16,2-1-5-16,3-6-6 0,0 9 3 0,-4-3-11 15,4 1 8-15,-5 1-7 0,-3 4-2 0,-2 1 2 16,-2 1-10-16,-1 1-6 0,-1 1 5 0,1 0-7 15,0 1-2-15,-1 0-4 0,-4 2 5 0,8 5-5 16,-4 0 1-16,-2 1-1 0,2 3 2 0,1 2-2 16,-1 0 5-16,-2 0-21 0,0 3 0 0,0-4-2 15,-2 1-4-15,3 0-3 0,-2-1 1 0,-1-1-1 0,1-3 4 0,-1-2 3 16,2 2 2-16,-2-2 9 0,0 1 15 0,0-5 31 16,2 2 10-16,-2-2-2 0,0 0 4 0,14-7-6 15,-5 1-7-15,-1 0-7 0,1-2-6 16,2-1-2-16,1-3 5 0,-1 0 0 0,2-1-12 15,2 6 3-15,-2-5-8 0,-1 8 4 0,-1-6-3 16,-2 3 3-16,1 2-5 0,2 0 3 0,-1 1-13 0,3 1-23 0,-3 2-17 16,4 0-32-1,-1 1-6-15,0 2-60 0,0 1-66 0,3 1-102 0,-3 1-235 16,-1-3-595-16,1 1 263 0</inkml:trace>
  <inkml:trace contextRef="#ctx0" brushRef="#br0" timeOffset="27402.12">13423 3505 90 0,'-5'-3'232'0,"5"3"-23"0,0 0-19 0,0 0-20 16,0 0-16-16,0 0-15 0,-5-2-11 0,5 2-7 15,0 0-11-15,0 0-16 0,0 0-5 0,0 0-11 16,0 0-8-16,0 0-5 0,0 0-11 0,0 0 5 16,0 0 0-1,0 0 6-15,0 0-2 0,0 0 7 0,0 0 8 0,0 0 0 0,0 0-2 16,0 0-2-16,-7 0 5 0,7 0-14 16,0 0-8-16,0 0-3 0,0 0-5 0,0 0-4 15,0 0-8-15,0 0 3 0,0 0-1 0,0 0-1 16,0 0-2-16,0 0 1 0,0 0-1 0,0 0 4 15,0 0-2-15,0 0-2 0,0 0-1 0,0 0-1 16,0 0-4-16,0 0 1 0,0 0-4 0,0 0 0 16,0 0-4-16,0 0 1 0,0 0-4 0,0 0 1 15,0 0-6-15,0 0-3 0,0 0 5 0,0 0-1 0,0 0 1 16,0 0-2-16,0 0-5 0,0 0 0 0,0 0 1 16,0 0 1-16,0 0-1 0,0 0-3 0,0 0 2 15,0 0 1-15,0 0-4 0,0 0 13 0,0 0-10 16,0 0-3-16,0 0-1 0,0 0 2 0,0 0 0 0,0 0-4 15,0 0-3-15,0 0 2 0,0 0 4 0,0 0-5 16,0 0 1-16,0 0 8 0,0 0-11 0,21-4 2 0,-6 3-3 31,2 0 3-31,6 0 12 0,4-1-13 0,0 0-2 0,3 0 4 16,2-2-8-16,-1 2 41 0,1-1-5 0,-3 2-1 16,1-1-7-16,-9 0 2 0,0 0-7 0,-3-2 4 0,-5 3-5 15,-1-1 0-15,-5 2-13 0,-1-2-6 0,0 0-30 16,2 2-23-16,-8 0-22 0,5-1-33 0,-5 1-34 15,0 0-26-15,0 0-16 0,0 0-25 0,0 0-30 16,-25 0-22-16,25 0-176 0,-16 0-475 16,16 0 209-16</inkml:trace>
  <inkml:trace contextRef="#ctx0" brushRef="#br0" timeOffset="27771.76">14017 3350 118 0,'4'-8'311'0,"1"-1"-6"16,3-1-6-1,-3 6-1-15,-3-3-14 0,2 1-15 0,0 1-34 0,0 1-3 16,-4-1-25-16,1 2-20 0,3 1-21 16,-2-1-23-16,-2 3-17 0,2-4-15 0,-2 4-19 15,0 0-6-15,0 0-5 0,5 8-16 0,-1-2-13 0,-3 4 3 16,0 2-13-16,-2 5 0 0,1 0-23 15,0 3 16-15,0 1-1 0,0 4-12 0,0-4 2 16,0 2 0-16,-1-3-4 0,2-2-1 0,-2-2 2 16,1-3-9-16,0-1 8 0,0-2-8 0,1 0 7 15,-1-3-7-15,0 0 1 0,0-3 0 0,0 2 6 0,0-6-2 0,0 6 1 16,0-6-13-16,0 4 12 0,0-4 9 0,0 0 4 16,0 7 2-16,0-7 3 0,0 0-2 0,0 0-4 15,0 0-4-15,0 0-7 0,0 5-3 0,0-5-3 16,0 0-47-16,0 0-42 0,0 0-36 0,0 0-46 15,0 0-36-15,-5-22-43 0,5 14-61 0,-1 3-258 16,-2-6-604-16,2-2 268 0</inkml:trace>
  <inkml:trace contextRef="#ctx0" brushRef="#br0" timeOffset="28021.43">14284 3018 87 0,'13'3'190'0,"6"3"-19"0,3 8-6 0,2 3-14 15,2 6-2-15,7 12-11 0,-4 4-10 0,2 3 2 16,-3 4-3-16,-5 5-6 0,-2 2-4 16,-1-2-5-16,-5 3-8 0,-4 0-7 0,-9-2-9 15,-6-4-7-15,-1-4-5 0,-3-7-3 0,-5-3-10 0,-14 7 2 0,-5-4-8 16,-4-5-6-16,-7-1-5 0,-3-4-11 0,-9-3-50 15,-3 1-55-15,1-8-97 0,-5-2-228 0,1-3-429 0,4-7 190 16</inkml:trace>
  <inkml:trace contextRef="#ctx0" brushRef="#br0" timeOffset="30440.25">15280 3500 36 0,'0'0'135'0,"0"0"5"0,0 0-23 16,0 0-13-16,-8 2-4 0,8-2-22 0,0 0 3 15,0 0-10-15,0 0-6 0,0 0-10 0,0 0 2 16,0 0-13-16,0 0 5 0,0 0 2 0,0 0 2 0,0 0-2 16,0 0 10-16,0 0-7 0,0 0 4 0,0 0-4 15,0 0 0 1,0 0-2-16,0 0-3 0,0 0 0 0,0 0-8 15,0 0 5-15,0 0-10 0,0 0 1 0,0 0-4 16,0 0-2-16,0 0 0 0,0 0-2 0,0 0-1 16,0 0-13-16,0 0 6 0,0 0-1 0,0 0-6 0,0 0 1 0,0 0 4 15,0 0 2-15,0 0-1 0,0 0 1 0,0 0-2 16,0 0 1-16,0 0-4 0,0 0 0 0,0 0 2 16,0 0 0-16,0 0 2 0,0 0-4 0,0 0 1 15,0 0-7-15,0 0 8 0,0 0-2 0,0 0 1 16,0 0-1-16,0 0 0 0,0 0-5 15,0 0 3-15,0 0-6 0,0 0 1 0,0 0-3 0,0 0 1 16,0 0 0-16,0 0-1 0,0 0 0 0,0 0-3 16,0 0 7-16,0 0-7 0,0 0 0 0,0 0-2 15,0 0 0-15,0 0 1 0,0 0 0 0,0 0 0 0,0 0 0 16,0 0 2-16,0 0-1 0,0 0-3 0,0 0-3 16,0 0 3-16,0 0 0 0,0 0 0 0,0 0-2 15,0 0 1-15,0 0-1 0,0 0 1 0,0 0-3 16,0 0 3-16,0 0 3 0,0 0-3 0,0 0 2 15,0 0 3-15,0 0-5 0,0 0 2 0,0 0 0 16,0 0 0 0,0 0-3-16,0 0 0 0,0 0 1 0,0 0 1 0,0 0 0 0,0 0 0 15,0 0 5-15,0 0-8 0,0 0-2 0,0 0 4 16,0 0-1-16,0 0 1 0,0 0 0 0,0 0-2 16,24-2 5-16,-6 1-5 0,4 0 6 0,10-3-1 15,0 1 25-15,6-1-4 0,2 1 1 0,13-1-2 16,-3 0-6-16,3-1 2 0,-1 2-4 0,-12 1-1 15,12-1 0-15,-15-1-4 0,-2 0-4 0,-5 1-5 16,-1 0-3-16,-9 1-5 0,-2 1-11 0,-3 0-16 16,-6-1-18-16,1 1-24 0,-10 1-44 0,10-3-47 0,-7 1-55 15,-3 2-114-15,0 0-364 0,-19-10 162 16</inkml:trace>
  <inkml:trace contextRef="#ctx0" brushRef="#br0" timeOffset="30693.95">15654 3242 278 0,'1'-12'288'0,"-2"3"-13"0,2 1-9 0,-2 2-2 15,2-1-27-15,1 2-26 0,-4 2-26 0,2 3-26 16,0-4-30-16,0 4-2 0,0 0-17 0,2 19-12 15,-4 0-8-15,-1 10-11 0,0 5-6 0,-2-2-7 16,5 14-1-16,0 0-11 0,3-10 1 0,0 0-5 16,0-1-32-16,2 1-38 0,-1-3-44 0,1 3-54 15,1-5-82-15,-3-3-263 16,4 1-501-16,3-12 222 0</inkml:trace>
  <inkml:trace contextRef="#ctx0" brushRef="#br0" timeOffset="31642.39">16850 3055 117 0,'4'-11'222'16,"0"1"-5"-16,2 3-7 0,-5 1-15 0,2 1-11 16,1 2-21-16,-4-1-21 0,1 1-17 15,-1 3-19-15,0 0-9 0,0 0-12 0,8 10-11 16,-8 2-7-16,1 7-6 0,1 5-6 0,-4 4-2 15,1 4-7-15,-3 2-4 0,-4 13-3 0,4-13-2 0,-3 0-2 16,-1 1-7-16,1-1 1 0,0-3-3 0,-2-1-1 16,4 2-5-16,0-8 0 0,1 2 0 0,0-8-4 0,0-1 1 15,3-7-6-15,1-1 6 0,-1 1-5 0,1-3 0 16,-2-4 1-16,0 4 20 0,1-5 28 0,1-2 31 16,-1 5 23-16,1-5 33 0,0 5 23 0,0-5 22 15,0 0-9-15,0 0-26 0,7-10-14 0,0 2-17 16,-1 0-11-16,4-6-10 0,4-1-15 0,-3-2-11 15,6-5-26-15,0-4 2 0,2 0-6 0,0 0-10 0,2 1-4 0,-3-1-4 16,1 3-2-16,-3 3-3 0,-5 3-3 0,1 2-1 16,0 3-5-16,-4 0 0 0,-1 4-2 15,0-1-4-15,-1 4 4 0,-3 1-8 0,-1-2-1 0,2 1-5 16,-3 3-2-16,2 0-10 0,-1-3-30 0,-2 5-29 16,0 0-11-16,0 0 3 0,0 0 11 0,0 0 3 15,-17 17 7 1,1-5 8-16,-3 5 7 0,-4 0 1 0,-1 1 6 15,0-1 0-15,-1 1 9 0,2-2 3 0,5-4 7 0,4 1-6 16,-1-3 4-16,7-2 2 0,-1-2-2 0,-1 1 3 16,5-3-3-16,0 0 8 0,1 0 7 0,1-3-10 15,1 3 6-15,2-4 1 0,-5 3 1 0,5-3-2 16,-3 5 2-16,3-2 1 0,4 1 8 0,2-2 6 16,3 6-14-16,7 0-1 0,-1 1 1 0,3 0 0 0,5 5 1 15,-1 1 6-15,2 0-9 0,2 0-37 0,0 1-51 16,2 2-65-16,-1 0-97 0,3-1-79 0,0-3-195 15,-4-2-573-15,2-1 254 0</inkml:trace>
  <inkml:trace contextRef="#ctx0" brushRef="#br0" timeOffset="33582.55">17543 3427 171 0,'0'0'197'0,"-8"-2"-10"15,8 2-1-15,0 0-7 0,-9 0-8 0,9 0-7 16,0 0-12-16,0 0-5 0,0 0-17 0,0 0-11 16,0 0-8-16,0 0-12 0,0 0-9 0,0 0-3 15,0 0-5-15,-7 0-3 0,7 0-3 0,0 0-2 16,0 0-2-16,0 0-2 0,0 0-2 0,0 0-3 15,0 0-7-15,0 0-3 16,0 0-4-16,0 0 1 0,0 0-7 16,0 0-1-16,0 0-5 0,0 0-7 0,0 0-1 15,0 0-5-15,0 0 5 0,0 0-10 0,0 0-9 16,0 0 8-16,0 0-6 0,0 0-1 0,0 0-1 16,0 0 0-16,0 0-11 0,0 0 10 0,0 0 0 15,0 0 0-15,0 0 0 0,0 0 1 0,0 0-2 16,0 0 2-16,0 0-3 0,0 0-3 0,29-4 2 0,-9 0-3 0,15 0 1 15,2 1-6-15,15 1 7 0,3-2-3 0,-2 0 0 16,6 0 1-16,3 0-4 0,4 0 0 0,0 0 0 16,0 1 3-16,-6 0 0 0,-2 2-6 0,-21-1-16 0,-1 2-12 0,-6-3-22 15,-11 3-22-15,-4-2-25 0,-2 2-20 0,-4-3-30 16,-1 3-46-16,-8 0-38 0,0-3-187 16,0 3-454-16,-17-3 200 0</inkml:trace>
  <inkml:trace contextRef="#ctx0" brushRef="#br0" timeOffset="33846.36">17861 3267 146 0,'0'-8'293'0,"-1"-5"-9"0,0 6 0 16,-1-1-16-16,2 3 8 0,0 0-21 0,0 5-29 15,0-8-19-15,0 8-25 0,-1-6-36 0,1 6-10 16,0 0-27-16,0 0-5 0,0 0-15 0,0 0-11 0,-3 27-7 16,1-7-10-16,2 3-4 0,-3 5-7 0,2 1-2 0,1 0 0 15,3 1-4-15,-2 0-32 0,1 2-34 0,1-5-37 16,0 1-38-16,0-4-47 0,5 4-55 0,-3-13-294 16,0-3-532-16,2-4 235 0</inkml:trace>
  <inkml:trace contextRef="#ctx0" brushRef="#br0" timeOffset="34577.05">18586 3146 181 0,'2'-4'241'0,"-1"-1"-8"16,2 0-9-16,-1 3-11 0,0-1-19 0,2 1-17 15,-4 2-24-15,0 0-15 0,0 0-13 0,2-4-19 0,-2 4-11 16,0 0-10-16,0 0-12 0,5 9-6 0,-1-2 0 16,-4 2-12-16,1 1-9 0,2 7-2 0,-6-2-7 15,3 5 0-15,0-2-5 0,0 2-2 16,0 6-3-16,-1-2 1 16,1-5-4-16,-2 0-3 0,0-1 0 0,2-3 0 15,0-2-5-15,0-2-2 0,0-6 0 0,0 3-1 16,-1-2 4-16,1-3 0 0,0 2 33 0,-4-1 39 15,4-4 5-15,0 0-12 0,0 0-12 0,13-12-7 16,-8 6-2-16,5-5-9 0,-1 0-5 0,3-1-5 16,-1-5-6-16,2 1 4 0,5-6-11 0,-1 1-3 0,2 0-5 15,-4 2-1-15,-1 3-2 0,-2 2-5 0,0 1-2 16,-5 2 3-16,-1 5-3 0,-2 3-4 0,1-3-3 16,0 2-3-16,-2 1-4 0,-1 1-5 0,-2 2-4 0,5-1-3 15,-5 1 2-15,4 8-4 0,-2-3 6 0,-2 5 36 16,0 0 0-16,-2 3-9 0,2 3 5 0,-5 0-1 15,3-1-3-15,-2 1 2 0,1-4-6 16,0 1 1-16,1-5-8 16,0 2-11-16,2-4-1 0,0 0 1 0,-2-1-10 15,1 0 20-15,1-2 8 0,0 2 24 0,0-5 32 16,0 0-1-16,0 0-5 0,0 0-15 0,13-12-6 16,-3 5 6-16,0-5-7 0,4 0-9 0,-2-1-10 15,3 1 1-15,-1-2-2 0,0-1-3 0,2 5 2 16,-1 1-10-16,-2-1 0 0,-4 4 2 0,2-2-4 15,-5 7 3-15,3-4-16 0,2 1 4 0,-4 4-2 0,2-2-8 0,0 4-25 16,3-2 21-16,-1 1-13 0,3 2-12 16,-4 2-22-16,2 0-26 0,3 0-30 0,-3 0-35 0,3 6-35 15,-6-7-40-15,1 3-49 0,0-2-261 0,-4-3-581 16,-1 1 258-16</inkml:trace>
  <inkml:trace contextRef="#ctx0" brushRef="#br0" timeOffset="34846.62">19305 2834 207 0,'0'0'230'0,"4"0"-24"0,-4 0-27 15,6 8-13-15,2 1-13 0,1 6-12 0,5 11-8 16,0 7-2-16,1 10-8 0,3 7 3 0,-4 3-7 15,-1 3 1-15,-1 1-9 0,-9 0-16 16,-1-1 2-16,-7-3-13 0,-5-3-4 0,-2-3-6 16,-5-3-7-16,-1-11-5 0,-12 6-7 0,-5-2-4 0,-6-6-14 0,-11 0-23 15,-6-1-36-15,-31 8-47 0,1-9-58 0,1-3-80 16,20-13-199-16,-27-1-441 0,-2-9 195 0</inkml:trace>
  <inkml:trace contextRef="#ctx0" brushRef="#br0" timeOffset="35332.08">16563 2767 92 0,'0'-5'206'0,"0"5"-20"15,0 0-29-15,0 0-16 0,-13 19-15 0,4-2-13 16,-6 12-9-16,-6 17-2 0,-2 10-5 0,-14 25-2 15,8-2-7-15,8-22-8 0,-4 25-3 0,13-25-8 16,7 1 14-16,3-3-2 0,7 2-4 0,6-10-2 16,10 0-7-16,4-3-6 0,7-5-3 0,5-1-4 0,8-5 0 15,10-3-15-15,5-4-41 0,3-4-72 0,31 6-113 16,-29-15-169-16,24-4-384 0,-32-11 169 0</inkml:trace>
  <inkml:trace contextRef="#ctx0" brushRef="#br0" timeOffset="37266.86">19883 3333 26 0,'0'0'187'0,"-9"0"-3"16,9 0-3-16,-11 0-13 0,11 0-16 0,0 0-9 0,-7-1-13 16,7 1-10-16,0 0-11 0,0 0-12 15,-7 0-10-15,7 0 1 0,0 0-3 0,0 0 5 16,0 0 1-16,0 0 3 0,0 0-3 0,-6-1 1 15,6 1 1-15,0 0-3 0,0 0 1 0,0 0-10 0,0 0-5 0,0 0-7 16,0 0-8-16,-6 2-4 0,6-2-4 0,0 0-7 31,0 0-7-31,0 0 0 0,0 0-5 0,0 0-1 0,0 0-7 16,0 0 0-16,0 0-5 0,0 0-2 0,0 0 0 0,0 0-4 16,0 0 4-16,0 0-4 0,0 0 3 0,0 0-2 15,0 0-5-15,0 0 1 0,0 0-1 16,0 0 0-16,0 0-11 0,0 0 8 0,0 0 1 15,0 0 0-15,0 0 1 0,0 0 0 0,0 0-3 16,0 0 1-16,0 0-5 0,21-3 4 0,-2 0-6 16,12-1 7-16,5 1-8 0,16-2 2 0,0 0-3 15,6 4 2-15,2-6 2 0,-5 3 0 0,1 2-2 16,-3-2 2-16,-15 1-5 0,-1 3 0 0,-4-1 0 16,-4-2-7-16,-3 3-10 0,-7-1-5 0,-4 1-15 0,-3-2-13 0,-5 1-14 15,0 1-9-15,1-1-14 0,-8 1-26 0,0 0-20 16,6-3-13-16,-6 3-23 0,0 0-17 0,0 0-8 15,-21-2-150-15,21 2-376 0,-17-3 167 0</inkml:trace>
  <inkml:trace contextRef="#ctx0" brushRef="#br0" timeOffset="37604.87">20709 3130 273 0,'2'-5'320'0,"-2"1"-20"15,0 4-23-15,2-7-34 0,-2 7-23 16,0-4-26-16,0 4-26 0,0 0-21 0,0 0-14 16,0 0-17-16,4 22-13 0,-5-5-7 0,0 3-12 15,1 6-9-15,-2 4-6 0,2-1-4 0,2-1-8 0,0 2-2 16,0-3-5-16,2 1-7 0,0-3-3 0,-1-7-2 15,-1 2-1-15,2-4-7 0,-1-2 0 0,-1-1-2 0,0-4-5 16,0 2 3-16,-2-2-5 0,4-1-1 0,-4-2-10 31,1-1-5-31,0 1-1 0,-1-6-3 0,4 7 1 0,-4-7 2 16,0 7-10-16,0-7-13 0,0 4-7 0,0-4-19 16,0 0-21-16,-12 0-21 0,12 0-25 0,0 0-13 15,-18-3-46-15,10-2-41 0,0 2-211 0,2-3-459 0,-1-1 203 16</inkml:trace>
  <inkml:trace contextRef="#ctx0" brushRef="#br0" timeOffset="38383.86">20694 2602 47 0,'-1'-3'212'0,"1"3"-25"0,-2-6-23 16,2 6-14-16,0 0-15 0,0 0-15 0,11 9-11 16,-1-4-10-16,6 4-9 0,1 0-7 0,11 5-8 15,0-2-11-15,3 0-6 0,1 0-16 0,0 2-7 16,0-6 6-16,-1 1-16 0,-1 0-15 0,1-3 0 15,-3 0-5-15,-9-3-9 0,3-1 4 0,-8 1 0 16,-1-3 1-16,1-3 2 0,0 2 9 0,-4-3 5 16,-4 0 14-16,3 1 4 0,0-4 20 0,0 0 16 0,-2-1 7 0,-1 2 13 15,0-2-1-15,-2-1 10 0,-3 2 4 0,3 2 2 16,-2 1 3-16,0-2-4 0,-1 1 4 16,2 3-20-16,-3 2-5 0,4-4 2 0,-3 1-21 15,-1 3-11-15,1-5-18 0,-1 5 7 0,3-3-7 16,-3 3-7-16,0 0-18 0,0 0-34 0,0 0-19 15,0 0-16-15,0 0 5 0,0 0 2 0,0 20 6 0,-4-4 3 0,0 11 12 16,0 0-5 0,-6 21 8-16,3 4-3 0,-8 27 6 0,5-19 10 0,-10 21 1 0,9 1 4 15,3 0 3-15,6-24 3 0,-3 26 7 0,0-28 12 16,5 1 1-16,-2 0-3 0,2 3 3 0,1 1-3 16,1-3-1-16,1 1 2 0,1-4 1 15,-2-2 0-15,5-2-2 0,-5-15-5 16,2-2 4-16,-4 0-2 0,1-1 1 0,1-3-1 0,-1-4 2 15,-1-5-4-15,0-4-1 0,-1 1 2 0,-1-3 0 16,2-6-1-16,-2 3-4 0,-1-4 2 16,2-1 2-16,1 0-1 0,-1-3-4 0,1-4 20 15,-3 9 9-15,3-9-2 0,-1 5 9 0,1-5 3 16,0 0 3-16,0 0-3 0,1 7 0 0,-1-7 1 16,0 0-13-16,0 0 0 0,0 0 0 0,3 7-7 0,-3-7-4 0,0 0 1 15,0 0-3-15,0 0-2 0,0 0-5 0,0 0 2 16,0 0-2-16,0 0-3 0,0 0-2 0,0 0 1 15,0 0-2-15,0 0 4 0,0 0-4 0,0 0 0 16,0 0 2-16,0 0 0 0,0 0 0 0,0 0 4 16,0 0-2-1,0 0-1-15,0 0-1 0,0 0-2 0,0 0 2 16,0 0 6-16,0 0-2 0,0 0 0 0,0 0-3 16,-22-3-14-16,4-2 14 0,-12 1-2 0,-4-2-1 15,-3 1-15-15,-20-2-3 0,-5-3-9 0,0 1-16 16,-5 0-19-16,1-2-27 0,-30-3-37 0,35 3-60 15,1-2-90-15,-3-1-255 0,9 0-569 0,15 2 252 16</inkml:trace>
  <inkml:trace contextRef="#ctx0" brushRef="#br0" timeOffset="39291.86">22451 3087 152 0,'6'-17'218'0,"-2"2"-11"0,-3-2-10 0,1 4-10 16,0 1-12-16,-2 1-13 0,-1 1-17 0,0 0-11 16,-2 3-12-16,1 2-19 0,-4-2-13 0,-4 2-16 15,0 1-6-15,-3 3-8 0,-5 4-3 0,-10 4-13 16,0 7-2-16,0 5-6 0,-10 8 0 0,8-2-6 15,-4 7-4-15,1 5-5 16,-1 2 5-16,2 2-6 0,13-10 1 0,-5 12-2 16,1-2 0-16,8-9-4 0,6-1-4 15,1-3 4-15,3 1-2 0,4-2 1 0,1-9 0 16,4 0 2-16,1-1 2 0,1-2-2 0,2 0 6 0,-1-8 7 16,5 3 15-16,-1-6 17 0,6-1 3 0,2-3 7 15,0-3-4-15,2-4 4 0,3-3 1 0,-4 1-6 16,5-7 4-16,-6-2-5 0,3 0-3 0,-5-3 0 0,0-1-12 15,-2-4-3-15,2-2-9 0,-2-3-3 0,1-1 0 16,-5-1-9-16,3 0 4 0,-3-1 0 0,0 2 8 16,-3 3-1-16,-1 4 9 0,-3 7 1 0,1 2 3 15,-2 4 3-15,-1 0 1 0,0 3-11 0,-1 4-14 16,0-1-13-16,1 2-35 0,-1 2-19 0,-1 2 0 16,0 0 5-16,-5 15-3 0,1 2 8 0,-2-1 5 0,-1 8-2 0,3 5 8 15,0 3 2-15,2 2-3 0,1 2 8 0,2 10-1 16,3-15 4-16,2 1 6 0,7 0-1 0,0-1 2 15,4-2 0-15,2-5-9 0,2-1-29 16,2-2-46-16,1-3-64 0,-2-3-74 0,-1-5-334 0,-2-3-601 31,0-2 266-31</inkml:trace>
  <inkml:trace contextRef="#ctx0" brushRef="#br0" timeOffset="39886.68">22732 3263 254 0,'0'-4'264'0,"0"-2"-14"0,0 1-16 0,0 1-16 15,0 1-23-15,0 3-17 0,1-7-26 0,-1 7-13 16,0 0-19-16,0 0-14 0,0 0-9 15,0 0 19-15,3 16-12 0,-6 0-11 16,2 2-6-16,-3 7-15 0,-1 0-6 16,-6 4 1-16,0 1-11 0,2 0-7 0,-3 3-2 0,1-2-13 0,0 2 5 15,-1-5-5-15,2 1-3 0,0-1-2 0,4-9 0 16,1-2-6-16,-1-2 3 0,3-4-7 0,0 0 2 16,2-2 1-16,-3-3 28 0,3-3 24 0,-2 2 43 15,3 0 34-15,-1-2 38 0,1-3-7 0,0 0-16 16,0 0-19-16,16-16-17 0,-7 5-9 0,5-1-18 15,3-8-8-15,1 0-15 0,0-1-1 0,4-1-14 16,-1-2-6-16,1 2-7 0,0-5-5 0,1 4-2 16,-2-1-12-16,0 4 0 0,-1 3-4 0,-5 0-5 15,-3 3 3-15,-2 3-8 0,0 1 2 16,-4 6 1-16,-1-6 5 0,1 6-8 0,-2-1 1 0,1 0-5 16,-3 4-6-16,1-1-7 0,1-1-3 0,-4 3-22 0,3-2-28 15,-3 2-25-15,0 0 14 0,0 0-3 0,-2 11 12 16,-3-2 19-16,-5-1-1 0,-7 4-3 0,0 9 3 15,-6-3-17-15,1-1 32 0,-1 0 3 0,5-6-8 16,1 1 11-16,2-1-4 0,6-2 7 0,-4-2-4 31,7 0 1-31,-2-2 0 0,3 2-3 0,1-3 4 0,0-2 5 0,-2 2-7 16,4 1 5-16,0-2-3 0,0 1 13 0,4 0-10 16,-2 5 1-16,4-2-4 0,4 4 7 0,3 4 3 15,7-2 5-15,4 6-1 0,5-2 2 0,3 6 0 16,12 8-15-16,1-8-58 0,-11-2-86 0,-2-4-100 15,1 1-155-15,1-3-229 0,-4-5-693 0,0 0 307 16</inkml:trace>
  <inkml:trace contextRef="#ctx0" brushRef="#br0" timeOffset="41874.93">24022 2939 100 0,'8'-10'151'0,"0"3"-17"16,-2-1-5-16,6 1-16 0,3-2-9 0,2 2-8 16,1 3-7-16,1-2-10 0,2 5-16 0,7 1-3 0,-5 2-7 0,5 3-5 15,-2 0-4-15,1 8-5 0,-4 2 3 0,-1 4-5 16,-2 6-3-16,-1 0-2 0,-3 5 4 0,-4 1-7 16,-4 3-4-16,-5-1 0 0,-4 2-2 0,-3 0-1 15,-8 10-10-15,0-11 5 0,-5-2 1 16,-2 0 3-16,-11 5-1 0,6-9 3 0,-3-5-10 15,0 1 2-15,1-6-2 0,0 2 0 0,2-6 2 16,5-5 1-16,0 0 6 0,2-1 9 0,4-2 8 16,3-4 26-16,2 0 28 0,0 0 19 0,1-3 11 15,7 1 2-15,-12-4-4 0,8-2-8 0,4-4-12 16,3-1-10-16,2-5-10 0,4-1-10 0,9-5-7 16,2-3 29-16,5-2-9 15,9-11-7-15,2 2-14 0,2-1-8 0,2-1 2 16,1 2-21-16,0-1-10 0,-3 1-8 0,-5 0-4 15,-6 8 5-15,-6 2-4 0,0 2-6 0,-7 2-9 16,0 8 13-16,-2 2-3 0,-6 3-1 0,1 3-16 16,-3 1 18-16,1 0-22 0,-3 1-25 0,-2 3 3 0,0 1 0 0,0 0 2 15,-14 17 3-15,4 0 3 0,-7 4 6 16,3 2 3-16,0 5-1 0,1-1 3 0,3 2 0 16,3 0 2-16,5 0 4 0,2 1 2 0,7-3 1 15,5-3 1-15,11 2-25 0,4-4-38 0,15 2-51 16,6-6-74-16,2-4-299 0,7-9-529 0,-3-1 234 15</inkml:trace>
  <inkml:trace contextRef="#ctx0" brushRef="#br0" timeOffset="42552.8">24894 2452 208 0,'0'-5'264'0,"2"-1"-26"0,0 3-27 15,-1 0-23-15,-1 3-24 0,0 0-22 0,0 0-17 16,0 0-12-16,4 8-12 0,-5 4-11 0,-2 4-11 16,3 9-6-16,-3 1-8 15,1 5-8-15,-2 1-2 0,-1 0-5 0,-4-1-7 16,6 1 1-16,-3-3-9 0,1 0-1 0,1 2-3 15,2-4-6-15,-1-3 3 0,1-7-8 16,-2-1 4-16,1-4-6 0,2-3 2 0,-1-1-4 0,2 1 2 16,-2-3 19-16,1-3 35 0,1-3 35 0,0 8 43 0,0-8 44 0,0 0 23 15,0 0-12-15,0 0-24 0,0 0-21 16,19-20-13-16,-9 8-21 0,4-1-9 0,-1-3-10 16,6-4-15-16,2-3-11 0,-1-4-23 0,7 0 5 15,-4-2-6-15,10-8-10 0,0 1-24 0,-8 9 5 16,0 1-1-16,-4 2-3 0,-2 4 7 0,-6 5-8 15,-2 4 1-15,-3 1-7 0,-2 4-2 0,-2 0-5 16,0 1-20-16,-1 3 1 0,2-2-22 0,-3 0-29 16,-1 2-26-16,-1 2-9 15,0 0 24-15,0 0-9 0,-11 12 12 0,-2 3 2 16,-6-1 10-16,-3 6 4 0,-1 3 9 0,-4-2 2 16,3 4 7-16,-1-3 1 0,3 0 5 0,1-1-11 15,4 0 17-15,4-7-3 0,4 1 9 16,1-5-3-16,2 2 4 0,1-1 1 0,1-3 3 15,1 2 3-15,3 0 2 0,3-1 5 0,2 0-2 0,3 1 1 16,8 0 4-16,4-1 2 0,8 1-6 0,4 3-14 0,3-5-42 16,1 3-46-16,-3-2-56 0,2-1-57 0,-2-1-87 0,-5-4-216 0,3 1-564 15,-4-2 250-15</inkml:trace>
  <inkml:trace contextRef="#ctx0" brushRef="#br0" timeOffset="42977.55">25686 2702 160 0,'0'0'153'0,"0"0"-10"0,0 0-15 15,0 0-10-15,-5-1-18 0,5 1-3 0,0 0-5 16,0 0-9-16,0 0-1 0,0 0-5 0,0 0-1 16,0 0-2-16,0 0 6 0,0 0-3 0,0 0 4 15,0 0 6-15,0 0 4 0,0 0-3 0,0 0-2 16,0 0-4-16,0 0 0 0,0 0-13 0,0 0-2 15,0 0-9-15,27-3 0 0,-7 1-8 0,11 0-6 16,1-3-1-16,8 3-3 0,11-3-5 16,0 3-7-16,5-3 0 15,2-1-8-15,-5 1 3 0,-13 4-3 0,-3-3-4 16,-4 1-10-16,-3 0-15 0,-14 1-15 0,5-3-22 16,-11 2-19-16,2 1-41 0,-6-2-58 0,-2 1-49 15,-4 3-140-15,-10-9-382 0,-1 4 169 0</inkml:trace>
  <inkml:trace contextRef="#ctx0" brushRef="#br0" timeOffset="43177.74">25856 2519 273 0,'0'-6'280'0,"0"6"-3"15,-1-5-17-15,1 2-33 0,0 3-14 0,-4-4-29 16,4 4-21-16,0 0-15 0,0 0-25 0,0 0-16 0,0 0-11 0,8 13-9 0,-7 0-11 0,3 6-19 15,0 6-8-15,0 7-5 0,0-1-5 0,1 3-7 16,0 1-8-16,0 0-21 0,1 11-33 0,1-13-33 16,0 1-50-16,2-3-59 0,-1 1-226 0,5-7-430 15,-4-1 190-15</inkml:trace>
  <inkml:trace contextRef="#ctx0" brushRef="#br0" timeOffset="43831.21">26613 2491 239 0,'4'-4'291'0,"-2"-2"-8"0,2 2-12 0,-1 1-10 16,-1-2-18-16,2 3-22 0,-4-1-26 0,0 3-18 15,4-4-24-15,-4 4-16 0,2-3-17 16,-2 3-22-16,0 0-35 0,0 0-3 0,0 0-13 15,5 10-9-15,-2-1 1 0,-6 1-9 0,6 5-1 0,-3 1-3 16,0 2-2-16,-4 1-5 0,2 0-2 0,0 0-10 0,2 2-12 16,-6-3 0-16,4-1-7 0,0-2-6 0,2-3-2 0,0-2 2 15,-2-3 1-15,2 2 8 0,0-4-5 0,0-1 8 0,0 0 37 16,-2 0 29-16,2-4 24 0,0 0 36 16,0 0-12-16,0 0-12 0,0 0-12 0,22-13-10 15,-9 2-8-15,2 2-1 0,-1-6-11 0,9-1-4 16,-2-2-7-16,-2-1-6 0,4 0-5 0,-3 1-2 15,-6 8-3-15,0-3-1 0,-5 7-3 0,-1-1 5 16,-1 2-19-16,0 1 2 0,-4 1-2 0,3 1-12 16,-3-1-13-16,0 3-28 0,-3 0-4 0,8 3 5 15,-3-1 0-15,-1 5-11 0,0 1-5 0,-3 1 2 16,4 4 1-16,-1-2-7 0,1 4 2 0,-1-3 2 16,2-2 4-16,-2-2 3 15,0 1 10-15,0-4-1 0,-3 2 15 0,2-2 3 16,1-2 7-16,1-2 8 0,4 0 7 0,1-3 16 15,0-1 8-15,4-2 6 0,3-3 5 0,2 0 8 16,-1 0 6-16,-3 0 0 0,4-1-4 16,-8 3 1-16,0-2-4 0,-1 5 1 0,-1 0-11 0,0-1-8 0,-1 1-1 15,2 5-6-15,-1-1-6 0,5 5-39 0,1-1-42 16,1 8-45-16,0 7-68 0,3 1-107 0,-7-7-213 16,1-1-546-16,-6-4 242 0</inkml:trace>
  <inkml:trace contextRef="#ctx0" brushRef="#br0" timeOffset="47669.03">4592 7603 1 0,'-21'1'117'15,"0"2"-11"-15,-1-2-8 0,8-1-4 0,0 3-18 16,1-3-9 0,1 2-5-16,1-2-3 0,5 0-5 0,1 1 0 15,5-1-3-15,-12 0 15 0,12 0 0 0,-7 0 7 16,7 0 6-16,0 0 2 0,-8 0-3 0,8 0 1 15,0 0 0-15,0 0 0 0,0 0-2 0,0 0-1 16,-8 0-5-16,8 0-4 0,0 0-2 0,0 0-2 16,0 0-4-16,0 0 2 0,0 0-2 0,0 0 2 15,0 0 4-15,0 0 2 0,0 0 1 0,-5-3 3 0,5 3-3 0,0 0 3 16,0 0-4-16,0 0-5 0,0 0-5 0,0 0-10 16,0 0-2-16,0 0-3 0,0 0-8 0,0 0-2 15,0 0-5-15,0 0 0 0,0 0-6 0,0 0-4 16,0 0 0-16,0 0-1 0,0 0-2 0,0 0-7 15,0 0 10-15,0 0-9 0,0 0-7 0,0 0-1 0,0 0 0 16,0 0-4 0,0 0 1-16,0 0 3 0,0 0-3 0,0 0-2 15,0 0 2-15,0 0-1 0,0 0 0 0,0 0 6 0,0 0-1 16,27 3 1-16,-7-6 0 0,15 3-1 0,3-3 2 16,19-1-2-16,0-1-1 0,4 1 1 0,30-1 2 0,-23 1-2 15,24 0 3-15,-1-3-3 0,-29 5 4 0,7 1-3 16,-5-4-4-16,1 3-7 0,-5-2-1 15,-6 1-5-15,-14 3-3 0,-6 0-6 0,-3-2-12 16,-4 2-24-16,-11-3-19 0,-3 3-34 0,-4 0-11 0,-4-1-32 16,-5 1-30-16,0 0-201 0,0 0-418 0,-22-4 186 15</inkml:trace>
  <inkml:trace contextRef="#ctx0" brushRef="#br0" timeOffset="47938.56">5015 7372 136 0,'0'-10'324'0,"0"4"-9"16,0-1-10-16,0-2-9 0,0 5-20 0,0 0-25 15,0 0-26-15,0 4-28 0,0-7-23 0,0 7-26 16,0-3-45-16,0 3-20 0,0 0-7 0,-4 25-14 15,-1 2-1-15,0 5-5 0,-5 12-5 0,2 5-5 16,-1 8-1-16,0-2-2 0,3 0 2 0,-1 1-7 16,7-8-29-16,-1-1-31 0,2 0-35 0,3-12-39 0,4-2-64 15,-2-3-84-15,2-2-221 0,-3-8-503 0,3-11 223 0</inkml:trace>
  <inkml:trace contextRef="#ctx0" brushRef="#br0" timeOffset="48940.47">6232 7215 121 0,'2'-8'181'0,"-2"0"0"0,1-3-21 0,4 1-9 15,-1-1-18-15,4 1-13 0,-2 2-9 0,6-2-14 16,2-2-6-16,0 2-12 16,5 3-6-16,1 3-10 0,7-4-5 0,-7 5-3 15,1 1-7-15,2 3-2 0,-6 1-4 0,2 2 0 0,0 4-8 0,3 5-2 16,1 3-2-16,-1 3 1 0,-6 3-3 0,-3 3-7 16,-3 1-2-16,-3 3 5 0,-7 4-2 0,-3 0-2 15,-6 3-3-15,-10 12-5 0,-5-1 4 0,-9 2-1 16,-2-1-2-16,-3-4 0 0,1-1-4 0,-5-2 3 15,4-6-4-15,9-11 1 0,-2-5 4 0,2 2-5 16,-2-4-1-16,2-2 0 0,1-2 7 0,1-2 5 16,5-5 8-16,3 0 17 0,0-1 24 0,6-4 27 15,0 2 19-15,3-3 23 0,1-3 21 0,0 2-6 16,3-4-3-16,2-2-4 0,-1-1-23 0,5-3-6 16,0 1-14-16,5-6-10 0,1 0-6 0,3 2-11 15,2-1-11-15,1 4-7 0,2-1-7 0,-2 3-7 0,3-2-12 16,-3 6-1-16,-1-2-7 0,2 3-4 0,1 4 2 0,5 0-3 15,0 4-7-15,-1 4-6 0,3 1 4 0,3 7-3 16,1-2 12-16,-8-2-12 0,6 8-6 0,-2-2 4 31,-2 2-17-31,0-1-9 0,-1 2-1 0,-4-5-1 0,-1-2-3 16,1 0 0-16,-1-2 0 0,0-2 17 0,-3 0-8 0,1-6 1 16,-1-1 16-16,-1-2-5 0,4-3 0 15,1-4 3-15,0-3-4 0,3 1-1 0,-1-6 12 16,-2-1 5-16,2 1 0 0,2-9 1 0,-1 2-3 15,-1-1 3-15,-2-1 1 0,1 2-5 0,-3 5 0 0,-1 2-5 16,-6 4 1-16,3 0 0 0,2 4-8 0,-6-2-2 16,1 3-31-16,-1 2-60 0,0 3-28 15,-4 0-36-15,9 5-39 0,-3 2-60 0,-1 3-294 0,2 0-602 0,-2 0 267 16</inkml:trace>
  <inkml:trace contextRef="#ctx0" brushRef="#br0" timeOffset="53479.37">6955 6984 81 0,'0'0'118'0,"0"0"-13"0,-22 18-12 16,0 2-12-16,-2 9 4 0,-11 14-9 0,-4 4-4 15,-22 27 15-15,-2-4-16 0,0 1 1 0,7 1-2 16,0 2 8-16,-2 3-7 0,3-5-6 0,4-3 0 15,18-20-10-15,-3 0-4 0,4-2 11 0,2-1-8 16,4-4-3-16,8-13-5 0,2-3-5 0,0 2-1 16,5-6-2-16,0-5-6 0,4-4-6 0,2-1 1 15,1-4-5-15,0-1-3 16,2 0-1-16,-1-3-10 0,2 1 9 0,-2 0 1 16,2-2-3-16,1-3 3 0,-4 4-7 0,4-4-32 15,0 0-26-15,0 0-34 0,0 0-44 0,0 0-157 16,9-15-304-16,-3 7 136 0</inkml:trace>
  <inkml:trace contextRef="#ctx0" brushRef="#br0" timeOffset="54080.71">7666 6931 64 0,'0'0'128'0,"0"0"-9"0,0 0-6 16,-10 0-9-16,10 0-7 0,0 0-6 0,0 0 1 15,0 0-5-15,-6 0-6 16,6 0-4-16,0 0-10 0,0 0-4 0,0 0-10 16,0 0-4-16,0 0-2 0,0 0-9 0,0 0-1 15,0 0 3-15,32 0-4 0,-11 0-7 0,11-3 2 16,4 2 1-16,19 1 7 0,1-6 0 0,-2 0-2 15,5 3-1-15,0-2 3 0,-2 1 2 0,-1 0 2 16,2 2 2-16,-6 0-6 0,-15-1-3 0,-3 1-10 16,0 2 1-16,-14 0 0 0,1 2-11 0,-2-4-10 0,-5 2-22 0,-5 0-22 15,-1 0-28-15,-3 2 0 0,-5 3 1 0,0-5-24 16,-9 6-27-16,-4-2-154 0,-2 1-291 0,-8 0 129 16</inkml:trace>
  <inkml:trace contextRef="#ctx0" brushRef="#br0" timeOffset="54597.65">7618 6988 146 0,'0'0'138'0,"0"0"-19"0,0 0-10 16,0 0-12-16,9 12-13 0,1-6-8 0,0 1-8 16,4 3-3-1,4 1-10-15,5 2-4 0,4-3-1 0,1 5-7 16,3 1-7-16,-3-4-2 0,9 3 0 0,0-3 3 0,14 2-1 16,-15-3-2-16,1-2 0 0,-1-2-5 0,-2 2-4 15,-2-2-1-15,2-2-1 0,-5 1-3 0,-1-1-1 16,-6-3-8-16,-2 0 13 0,-3 0-11 15,-2-2-4-15,-3 0 22 0,-1 0 9 0,-3 0 12 0,-2 0 14 16,2 0 15-16,-2 0 2 0,-6 0 2 0,10 1-5 16,-10-1-4-16,7 0-9 0,-7 0-8 0,0 0-16 15,5 0-19-15,-5 4-4 0,0 5-11 16,-5 2 5-16,-3 8-1 0,-8 9-1 0,-4 1 1 0,-14 16-5 0,1 3 2 0,-16 22-1 16,15-21-1-16,-12 22 2 0,14-21-4 15,-3 1 4-15,3 2-4 0,0-2 3 0,4-6 1 16,0 4-4-16,5-7 2 0,8-12 3 0,-1-1-3 15,1-1 0-15,5-2-1 0,0-4-2 0,3-4-2 0,-3-4 4 16,5 1-4-16,1-6-1 0,-1 1 4 0,4-3 0 16,-3-2-1-16,1 2 0 0,2-2 1 0,-2-3-1 0,2 3 7 15,1-3-4-15,0-2-1 0,-1 7-3 0,1-7 0 0,-4 3-16 16,4-3-22-16,0 0-24 0,0 3-35 16,0-3-26-16,0 0-43 0,0 0-198 0,0 0-389 15,0 0 173-15</inkml:trace>
  <inkml:trace contextRef="#ctx0" brushRef="#br0" timeOffset="54951.5">7751 8264 120 0,'-8'1'206'0,"4"1"-18"0,4-2-18 16,-7 1-8-1,7-1-3-15,-4 1-6 0,4-1-9 0,0 0-8 0,0 0-14 16,0 0-10-16,25-2-11 0,11-2-10 0,14-2-12 16,13-1-1-16,26-1-8 0,6-6-7 15,-1 6-8-15,6-4 1 0,-4 6 7 0,1 0 0 0,-1 0 1 16,1-2 0-16,-30 4-2 0,-1 1-2 0,-8 0 4 15,0 1-16-15,-22 0-3 0,-6 2-6 16,-8 0-4-16,-7 0-4 0,-1-3-1 0,-2 3-4 16,-3 0-1-16,1 0-5 0,-5 0-14 0,-5 0-18 0,5 0-17 15,-5 0-21-15,0 0-13 0,0 0-31 0,-20 9-53 16,7-8-68-16,-14 2-185 0,-2 1-434 0,1-1 192 0</inkml:trace>
  <inkml:trace contextRef="#ctx0" brushRef="#br0" timeOffset="55792.32">8243 8526 63 0,'-4'-8'256'0,"4"4"-9"15,0 1-7-15,-1-4-18 0,-2 4-17 0,3 3-22 16,0-4-23-16,0 4-17 0,-1-5-21 0,1 5-22 16,0 0-12-16,0 0-12 15,-4 19-7-15,0-4-11 0,-1 11-7 0,-3-1-5 16,1 7-6-16,-3 3-8 0,-1-1 2 0,-4 10-7 15,5-10 2-15,-2-1-1 0,2-2-4 0,0-1-3 16,1-3-5-16,-1 0-1 0,2-1 0 0,3-7-1 16,0-3-1-16,0 1-1 0,1-5-3 0,0-3 2 15,3-2-1-15,-2 0 0 0,1-2 8 0,-1-1 23 16,3 0 22-16,0 0 33 0,0-4 34 0,0 5 26 0,0-5 24 0,0 0-10 16,0 0-19-16,0 0-13 0,8-14-14 0,-1 5-14 15,3-4-14-15,1-4-2 0,3-4-14 0,1 0-8 16,-1-4-1-16,4 3-15 0,-1-1-7 0,-1 1-4 15,5-2-8-15,-3 4-4 0,-7 2-3 0,7-2-4 16,-5 8 2-16,-4 2-8 0,-1 1-5 0,2 1 2 16,-3 1-1-16,-3 3-3 15,1-1 3-15,-1 3-4 0,0-1-12 0,1 0 9 16,-1 0-10-16,-4 3-4 0,5-2-33 0,-5 2-12 16,0 0 2-16,0 0 8 0,5 5-7 0,-5 0 9 15,-1 4-1-15,-3 0 5 0,-1 2 2 0,0 1-15 16,-7 3 5-16,5-1 5 0,-4 3 6 0,0-2-3 15,2-1 2-15,-1-2 5 0,1-2 1 0,1 0 5 0,2-5 1 16,2 2 4-16,0-4 4 0,-1 2 6 0,4-1 8 0,-2 0-9 16,3-4-4-16,-5 4 8 0,5-2 7 0,0-2 11 15,-4 4 2-15,4-4 3 0,0 0-5 0,-1 3-4 16,1-3 11-16,0 0-8 0,0 0-1 0,0 0 13 16,8 5-22-16,-3-5 0 0,1 2 5 0,2 0-4 15,-2 2 1-15,6 0-7 0,0 1 8 0,5 0-7 16,2 2-23-16,-2 5-25 0,1-7-39 0,1 7-36 0,0-6-42 0,5 9-37 15,-3-7-56-15,-2 1-64 0,-1-3-199 0,0 2-563 16,0-2 249-16</inkml:trace>
  <inkml:trace contextRef="#ctx0" brushRef="#br0" timeOffset="56015.93">8761 8799 309 0,'-4'-2'305'0,"4"2"-16"0,-4-3-33 0,4 3-25 16,-2-5-25-16,2 5-23 0,0 0-21 0,10-4-14 15,1 1-15-15,2 1-22 0,4 0-20 0,5-1-32 16,-3 0-45-16,11 3-53 0,-2-2-57 0,4 2-59 0,-4-5-214 15,-1 4-398-15,-6 0 177 0</inkml:trace>
  <inkml:trace contextRef="#ctx0" brushRef="#br0" timeOffset="56200.61">8831 8961 135 0,'-2'3'166'0,"2"-3"-13"0,0 1-7 0,0-1-12 16,12 3-11-16,-1-5-12 0,6 1-1 0,5 1-19 16,6 0-10-16,2-1-13 0,6-5-11 0,-3 4-35 15,3-2-26-15,5 1-20 0,8-3-42 0,-12-2-50 16,0 3-83-16,-3-3-213 0,-1-1 95 0</inkml:trace>
  <inkml:trace contextRef="#ctx0" brushRef="#br0" timeOffset="56485.6">9568 8690 40 0,'-4'-7'219'0,"4"2"-16"0,-2 0-7 16,-2-3-13-16,0 7-12 0,0-4-18 0,-5 3-13 15,3 2-15-15,6 0-14 0,-16 2-13 0,5 3-13 16,-5 4-7-16,0 1-7 0,3 5-7 0,-6 6-7 16,3-2-5-16,3 2-10 15,4-4 1-15,2 1-5 0,1-1-2 16,2 0-5-16,5 0 13 0,2 0 4 0,4-3 6 15,4 1 13-15,4-5 6 0,9 3 2 0,7-5-4 0,1-4-8 16,6-3-1-16,-2-2-8 0,-3-6-7 0,1 2 12 16,-6-3 5-16,-3-2 8 0,-2-5 1 0,-6 3-6 15,-2-3-8-15,-6-3-9 0,-4-2-7 16,-1-2-7-16,-5 1-10 0,-7-6-12 0,2 2-11 0,-7 0-7 0,-4 2-12 16,-7-3-12-16,-7 7-18 0,-1-1-32 0,-15 2-40 15,10 7-42-15,-13-3-43 0,12 6-266 0,1 5-506 16,1-3 224-16</inkml:trace>
  <inkml:trace contextRef="#ctx0" brushRef="#br0" timeOffset="57618.38">8346 6481 125 0,'0'0'182'0,"0"0"-10"0,0 0-10 0,0 0-8 15,0 0-15-15,0 0-6 0,0 0-9 0,0 0-14 0,0 0-2 16,0 0-11-16,0 0 0 0,0 0-8 0,0 0 1 0,0 0-1 15,0 0-3-15,0-5 2 0,0 5-8 0,2-5-4 16,-2 5-3-16,0-5-1 0,1 0-1 0,-1 1-3 31,1-3 0-31,-1 0 0 0,1-1-15 0,-1 1 4 0,3-5-4 0,-2 1-6 16,1 1-6-16,0-3 6 0,-2 1-10 0,1-3 3 16,1 5-1-16,1-2-3 0,1-1 0 0,-4 3-4 15,1-1-6-15,-1 2-1 0,0 0-3 0,-1 3-3 16,1-3 9-16,0 4-17 0,0 2-8 0,-2-2-7 15,-1 1-9-15,3 4-1 0,-13-2-2 0,1 6 2 16,-13 9-3-16,-4 1 5 0,-3 3-1 0,-18 12 10 16,0 0-5-16,-6 4 20 0,-23 11 0 0,25-15-2 15,3 0-2-15,-5 0 1 0,2-1-4 0,8 0-4 16,0-6 8-16,12-6-5 0,0 0-1 0,8-3 0 0,4-4 2 0,9-1 3 16,-6-3-4-16,10-2 1 0,-5 2 4 0,5-5 8 15,0 0 10-15,1-3 8 0,0-2 10 0,0-3 4 16,1-1-2-16,3-3-3 0,3-4-4 0,1-1-8 15,7-2-1-15,-1-7-1 0,4 0-5 0,3 0-4 16,0 1-1 0,3 3-2-16,1-3-1 0,-4 8-5 0,0 4-3 15,1 3-2-15,0-2-5 0,-4 8-2 0,3 0-2 16,0 3 0-16,6 3-1 0,1 5-6 0,7 5 14 0,0 3-15 16,1 6 26-16,4 0-21 0,10 9-1 0,-1 0 5 15,0 0-17-15,2-1-43 0,-2-1-41 0,2-2-57 16,-8-9-85-16,-3-1-289 0,3 0-576 15,0-4 255-15</inkml:trace>
  <inkml:trace contextRef="#ctx0" brushRef="#br0" timeOffset="60862.7">10110 7129 6 0,'1'-8'148'0,"2"2"-3"0,0-2-1 0,1 1-16 16,1-2-4-16,-1 2-10 0,5-3-5 0,-4 4-3 0,3-5-8 15,2 5-13-15,-1-5 4 0,0 6-8 0,1-2-12 16,2 0-8-16,-6 1-3 0,7 0-5 0,-2 2-7 15,0 2-6-15,-1-2-3 0,-1 1-8 16,1 3 1-16,0 0-13 0,-1 3 1 0,1 2-1 0,1 2-3 0,-2 3-4 16,-2 4 0-16,2 3 4 0,0 8-11 0,-8 1 6 15,-1 3 1-15,-4 4-5 0,-6 2 1 0,-5 10 1 16,-8 1 2-16,-1-2-2 0,-8-5 5 0,1 4-2 16,-1-4-2-16,-1-3-1 0,6-9 2 0,-1-3-1 0,1 0-2 15,3-4 0-15,0 0 4 0,6-7 1 0,4-4-5 16,1-2 17-1,4 2 28-15,1-5 33 0,3-1 26 0,-4-1 11 16,4-2-1-16,5 0-4 0,-9-8 0 0,7 2-11 16,2-5-6-16,2 2-19 0,2-3-4 0,2-2-14 0,2-1-6 0,6 4-2 0,4-1-8 15,4-4-7-15,-2 7-2 0,0 0-7 16,0 3-4-16,1 0-2 0,8 0-8 0,1 4 0 16,-2 2-20-16,3 2-21 0,1 5-30 0,1 1-39 15,0 0-41-15,-1 4-60 0,3-1-77 0,-6-3-191 16,5 1-501-16,-8-1 221 0</inkml:trace>
  <inkml:trace contextRef="#ctx0" brushRef="#br0" timeOffset="61526.24">11137 6984 227 0,'3'-6'247'16,"-1"-2"-19"-16,1 3-15 0,-1 0-9 0,2-1-17 15,0 2-16-15,0 0-17 0,-3 1-17 0,0-1-17 16,-1 4-15-16,4-5-14 0,-4 5-13 0,0 0-25 15,0 0-7-15,7 14-10 0,-4-4-4 0,-1 6-2 0,-5 4-5 16,3 7-3 0,-2 3-1-16,-2 0-1 0,-4 4-1 0,-2-3-1 15,1 4-5-15,0-2 2 0,-1-1 1 0,1 0-5 16,0-3 2-16,-1-2 0 0,2-4-4 0,2-3 3 16,-1-4 0-16,2 2-2 0,0-7-1 0,1-4 1 15,4 1-2-15,-2-3 5 0,-1-1 28 0,3 0 26 16,0 0 30-16,0-4 33 0,-4 4 33 0,4-4 24 15,0 0-9-15,0 0-23 0,0 0-14 0,13-16-18 0,-3 3-7 0,2-4-11 16,2-6-11-16,2 0-7 0,2-4-16 0,3-1-9 16,0 2-6-16,1-1-6 15,-4 1-7-15,3 0 3 0,-1 5-9 0,-5 2 7 16,-2 6-14-16,-4-1-7 0,0 7 2 0,-2-1-7 0,0 1-1 16,-2 3-5-16,-1-1-2 0,0 3-6 0,0-1 0 15,-4 3-12-15,4-5-11 0,-1 3-38 0,-3 2-13 0,0 0 1 0,0 0-5 16,0 0 0-16,3 10 11 0,-9-1 8 0,-1 0 4 0,-2 6 9 15,-6 1 5-15,-2 3 1 0,-2 2 5 0,1-1 0 16,0 0 6-16,5-7 0 0,2 0 0 16,-1 0 14-16,3-4-6 0,-1 2 2 0,5-3 0 15,0-3 4-15,1 1-1 0,0-1-3 0,2 0 8 0,-2 0-5 16,3 0 12 0,0 0-12-16,1-3 5 0,1 5 2 0,4-2-5 15,1 0 7-15,4 4 4 0,3-4-4 0,5 1 7 16,10 6-26-16,-1-5-38 0,4 3-53 0,-2-1-50 15,-1-1-75-15,2-2-93 0,-9 0-172 0,6-2-544 0,-4-4 241 16</inkml:trace>
  <inkml:trace contextRef="#ctx0" brushRef="#br0" timeOffset="61864.57">11837 7260 24 0,'0'0'188'0,"-7"0"-14"0,7 0-11 15,-7 1-10-15,7-1-16 0,0 0-13 0,0 0-12 16,-5 2-13-16,5-2-8 0,0 0-12 0,0 0-5 0,0 0-6 15,0 0-1-15,0 0 4 0,0 0 6 0,0 0 9 0,0 0 7 16,0 0-2-16,0 0-11 0,26-2-2 0,-6 1-6 16,-1-3-4-16,16 1-10 0,-2-1-4 0,18-4-9 0,4 5 4 0,-3 1-10 15,5-6-8-15,-4 2-2 0,-14 5-2 0,0-1-3 16,-3-2-13-16,-4 0-23 0,-5 0-28 0,-5 1-24 16,-9 2-27-16,-1 0-32 0,-2-2-32 0,-6-1-53 15,-4-1-117-15,0 5-350 0,-7-3 155 0</inkml:trace>
  <inkml:trace contextRef="#ctx0" brushRef="#br0" timeOffset="62080.68">12089 7084 248 0,'-2'-7'279'0,"0"-1"-10"0,0-4-6 0,0 7 1 15,2-4-2-15,0 4-8 0,0 0-11 0,-1-3-17 16,1 5-27-16,0 3-19 0,1-6-23 15,-1 6-21-15,0-3-18 0,0 3-29 0,0 0-21 0,0 0-9 16,0 0-8-16,8 15-11 0,-4 0-8 0,2 3-1 16,-5 3 0-16,7 5-4 0,-4 0-3 0,1 5-1 0,4-3-3 15,-1 1-26-15,-2-1-22 0,3 0-35 0,-2-2-34 16,0-2-42-16,-4-5-49 0,3 0-46 0,-3-8-239 0,-2-2-513 16,3 1 226-16</inkml:trace>
  <inkml:trace contextRef="#ctx0" brushRef="#br0" timeOffset="62681.71">12778 7005 312 0,'1'-3'322'0,"0"0"-25"0,-1 3-10 16,3-4-38-16,-3 4-27 0,1-4-22 0,-1 4-25 16,3-3-16-16,-3 3-23 15,0 0-14-15,0 0-13 0,0 0-4 0,4 12-27 16,-3-4-6-16,0 1-7 0,4 2-7 0,-5 3-7 16,3 1-1-16,-3 5-5 0,-3-2-6 0,3 0-2 15,0 1-7-15,-1-1 0 0,-4 0-6 0,5-4 0 0,-1-3-1 0,-2 0-2 0,3 0-3 0,0-5 0 16,0 1-3-16,-1-2 6 0,1 0-4 0,0-3 7 15,-3 2 28-15,3-4 0 0,0 0-7 0,0 0 1 16,9-8-6-16,0 0-3 0,-4 0-7 0,5-2-3 16,1-5-8-16,0-1 1 0,2 0 0 0,2-3 2 15,-2 3-14-15,1 0 5 0,0 3 2 0,-1-2-2 16,-3 5 12-16,-3 4-18 16,-1-3 0-16,0 4-2 0,-2 3-6 0,1-2-3 15,-1-1-5-15,-3 4 4 0,-1 1-4 0,8 5 4 16,-4-1-2-16,2-2-2 0,-5 6-1 0,2 2-1 15,2 1 0-15,-2 0 1 0,-2 2-3 0,3 1-5 16,-3-2 0-16,3-2 2 0,-4 0-2 0,4-5-4 16,-4 1 2-16,1-1 2 15,0 0 7-15,-1-1 5 0,0 0 29 0,0-4 8 0,0 0-3 0,0 0-5 0,16-8 5 0,-10 1-10 16,6-2 4-16,-2 1-3 0,3-3-4 0,1-2-3 16,-3 3 4-16,6-5-5 0,-3 4 0 0,2-1-5 15,1 1 8-15,-3 2 2 0,0 2-9 0,1-3 9 16,-3 4-2-16,-2 0-4 0,2 3-1 0,-3 1-4 15,1 0-1-15,-3 1-16 0,1 1-10 0,3 0-20 16,0 2-28 0,-2 0-23-16,0 2-39 0,1 2-41 0,-4-2-51 15,3 1-75-15,-3 0-201 0,0-1-542 0,0-3 241 0</inkml:trace>
  <inkml:trace contextRef="#ctx0" brushRef="#br0" timeOffset="62929.06">13550 6653 206 0,'5'-3'208'16,"-5"3"-19"-16,0 0-29 0,11 10-8 0,-7 0-17 0,4 6-14 16,3 9-6-16,-4 23-4 0,2 3-5 0,-2 5 0 15,-2 28-6 1,-1 0 0-16,-8-3-8 0,-2-23-4 0,-3 2-10 15,-6-1-3-15,-3-2-9 0,-3-3-3 0,1-3-4 16,-10-5-7-16,-4-1 3 0,-11-4-6 0,2-4-6 16,-10 0-15-16,-27 5-33 0,21-17-46 0,-31 4-41 15,4-7-89-15,-9-7-191 0,2-7-402 0,1-12 178 16</inkml:trace>
  <inkml:trace contextRef="#ctx0" brushRef="#br0" timeOffset="63414.37">10917 6665 84 0,'0'0'165'0,"0"9"-12"0,-1 1-15 16,-4 5-14-16,-1 10-3 0,-3 11-12 0,-3 17 2 15,-11 26-1-15,0 1-6 0,1 1-3 16,7-21-14-16,-5 22-2 0,8-24-6 0,6 0-4 15,6-3-1-15,7-6-6 0,6 1-7 0,14-1-1 0,5-5-4 16,11-2 2-16,7-4-15 0,9-9-50 0,28 4-83 16,4-15-239-16,-2-4-355 0,-24-14 158 15</inkml:trace>
  <inkml:trace contextRef="#ctx0" brushRef="#br0" timeOffset="66775.64">14796 6868 30 0,'1'-10'186'0,"-1"-2"-2"0,-1 2-12 0,1 1-7 16,0-3-4-16,-3 2-9 0,2 1-11 0,-2 1-12 0,1 1-5 16,-2-3-9-16,0 5-12 0,0 0-11 0,-1-2-12 15,-1 2-8-15,-1 1-9 0,-2-1-5 16,0 3-5-16,-5 1-11 0,1 1-5 0,-4 2-3 15,-2 2-4-15,-1 2-4 0,-7 4 0 0,2 5-7 0,-2 1 2 16,4 4-4-16,1-1-1 0,-1 2 1 0,3 3-4 16,-1 0-3-16,3-1 4 0,4 0-4 15,0 0 0-15,5-6 0 0,2-1-1 0,2 0-4 16,2 2 4-16,2-2-3 0,0-5 2 0,2 0-2 0,0 0 3 16,2-1-1-16,3-3 2 0,0 0 4 0,1-2 9 0,-1 0 8 15,6-2 6-15,-1-3 7 0,0 0 15 0,2 0-1 16,-1-5 6-16,6 0-5 0,-4-5 8 0,1 3-2 15,1-3-1-15,-1-2-5 0,-1-2-4 0,1-1-3 16,-1 0-6 0,3-4-4-16,-2-5-5 0,-2 7-4 0,1-5-3 0,0-2 0 0,-5 5 5 15,0 4 2-15,0-1 9 0,-4 5 5 16,0 1 10-16,0 2 2 0,-1 0 2 0,-1-1-7 16,-1 4-9-16,1 0-2 0,-3 1-4 0,4 0-10 15,-2 1-5-15,-2 3-7 0,0-4-7 0,0 4-20 16,0 0-16-16,0 0-1 0,0 0 1 0,0 0 1 15,3 17 3-15,-6-2 2 0,1 2 18 0,-2-1-14 16,-1 9 3-16,2 4-6 0,-4-5 7 0,1 0 0 16,0 3 4-16,2-8-2 0,0 6 0 0,1-7 3 0,0 0 10 0,0 1-9 15,2-4-2-15,1-3-4 0,-2-3 3 0,2 1 0 16,0 0 5-16,0-4 1 0,0 0 1 0,-2-1-1 16,2-1 1-16,2 0 13 0,-2-4-8 0,2 5 7 15,-2-2 3-15,0-3 2 0,13 0-4 0,6-3 2 16,12-3-9-16,2-1-32 0,19-5-48 0,3-3-72 15,-5-3-95-15,8-4-353 16,-5-3-640-16,6-6 283 0</inkml:trace>
  <inkml:trace contextRef="#ctx0" brushRef="#br0" timeOffset="67556.45">15261 6872 118 0,'1'-6'269'15,"-1"0"-23"-15,2 2-9 0,-2 0-21 0,2 1-24 0,0 0-18 16,-2 3-19-16,3-5-18 0,-3 5-16 0,0 0-13 16,0 0-15-16,1 9-8 0,0 1-7 0,-1 2-5 0,2 6-13 15,-4 7-7-15,0 1-3 0,-1 3-7 0,-2 0-4 0,0 0-4 16,-1 0-4-16,1 0-1 0,-2 0-1 16,2-5-4-16,0 0-3 0,1-3-1 0,0-3-5 15,2-1 1-15,-1-7-1 0,2 1-4 0,-3-1 1 16,4-4-2-16,0 1 2 0,-1-3 14 0,1 2 32 0,0-2 29 15,-1-2 40 1,1-2 34-16,1 4 19 0,-1-4 13 0,0 0-13 16,0 0-12-16,8-10-23 0,-1 0-14 0,5-3-18 0,-1-2-7 0,8-9-13 15,0 2-11-15,-2-1-3 0,3-1-15 0,-3-1-7 16,1 2-5-16,1 0-9 0,-9 5-5 0,2 3-2 16,1 1-3-16,-7 3 0 0,1 2-7 0,-5 4-6 15,5-5 3-15,-3 5-2 0,-1 3-1 0,0-2-7 16,0 0-4-16,0 1-3 0,-3 3-6 0,3-4-13 15,-3 4-16-15,1-2-12 0,-1 2-23 0,0 0-8 16,0 0 4-16,0 0 1 0,-13 7 15 0,4 3 9 16,-2-1-1-16,-6 2 4 0,4 0 5 0,-1 1 3 15,0 0 20-15,3-1-13 0,1-5-4 0,1 4-2 16,2-3 8-16,3-1 4 0,-2-1 2 0,2-1-6 16,2 1 4-16,-1 0 0 15,-1-1-1-15,4 3 5 0,-1-1-5 0,1 1 11 16,2 0-1-16,2 2 1 0,4 1 2 0,-2 0 1 15,7 5-2-15,6 2-3 0,4 1 12 0,-5 0-1 16,5-2-21-16,3 1-35 0,-2 0-52 0,-2-1-47 0,1-1-73 16,2 0-75-16,-9-3-288 0,0-4-637 0,3 1 283 15</inkml:trace>
  <inkml:trace contextRef="#ctx0" brushRef="#br0" timeOffset="69379.38">16392 6627 85 0,'1'-5'208'0,"1"2"-17"0,2-1-25 16,0 0-21-16,6 0-15 0,3 1-11 0,-3 2-10 16,12 2-23-16,-3 2 0 0,3 2-11 0,4 4-3 0,-1 3-10 0,-1 3-11 0,0 2 0 15,-3 0-8-15,-1 6-12 0,0 3 1 16,-8 0 5-16,1 3-5 0,-4-2-10 0,-5 4 3 16,-3-1-5-16,-6 2 1 0,-3-2-5 15,-2-1 0-15,-4 1 0 0,-5-3-4 0,2 2 0 16,-4-6 2-16,-1 1-5 0,3-2-2 0,-2-4 1 0,4-6-1 15,1-1 1-15,1-1-3 0,-2-2 10 0,6-2 5 16,0-1 7-16,2 0 16 0,4-1 16 0,-1-2 22 16,0 0 24-1,3-1 35-15,-1 1 14 0,4-2 17 0,0 0-9 16,0 0-17-16,-5-7-16 0,10-3-22 0,4-5-10 16,1 0-8-16,3 0-11 0,9-9-7 0,2-1-9 15,1 0-3-15,13-10-14 0,-3 0-2 0,1 0-11 16,0 2-2-16,-9 7-5 0,1 0-9 0,7-8 1 15,-10 10-1-15,1 2 0 0,-6 4-8 0,-5 5 3 0,-3 0-3 16,-2 4 4-16,-5 1-1 0,0 3 2 0,1 1-9 0,-3-2-2 16,1 3-18-16,1 0-26 0,-5 3-8 0,0 0 5 0,0 0 4 0,-9 14 2 15,-1-1 2-15,1 1 9 0,-7 5-2 0,3 3 6 16,5-2-1-16,-3 4 5 0,4 3 3 0,3 0 0 16,2-3 4-16,4-3 2 0,6 6 0 0,2-3 2 15,9-3 2-15,7-2-15 0,2-1-42 0,9-5-57 16,15-1-79-16,7-3-83 0,-5-9-214 0,6 0-539 15,-4-7 239-15</inkml:trace>
  <inkml:trace contextRef="#ctx0" brushRef="#br0" timeOffset="70338.67">17269 6164 46 0,'4'-7'243'16,"0"3"-11"-16,-4 0-15 0,3 0-11 0,-1-1-18 0,0 2-17 15,0-1-20-15,-2 4-17 0,1-3-22 0,-1 3-12 16,0 0-20-16,0 0-6 0,0 0-12 0,5 15-7 16,-5-6-1-1,-2 8-7-15,-2 0-5 0,2 10-4 0,-4 0-4 16,-3-1-4-16,2 3-6 0,-2 0 1 0,1-2 13 0,2 2-1 15,-2 0-6-15,0-7 2 0,2-1-4 16,-2 3-5-16,3-7-2 0,0-3 0 0,1-3-3 16,2-4-1-16,-1 0 0 0,2 0 3 0,-2-3 28 0,2 1 26 0,1-1 30 15,0-4 44-15,-1 4 39 0,1-4 17 0,0 0-4 16,0 0-29-16,0 0-20 0,11-15-15 0,-2 6-9 16,1-5-30-16,2-2 5 0,6-4-16 0,2 0-9 15,-2-3-6-15,3-2-5 0,0 3-8 0,1-2-7 16,0 3-6-16,-1-1-4 0,-2 2-8 0,-6 6-1 15,-2 2-2-15,-3 4 0 0,0-1-7 0,-1 0 2 16,-3 3-7-16,-1 3 7 0,1 0-14 0,1-1-3 16,-2 2-6-16,-1-1 0 15,-2 3-25-15,4-3-28 0,-4 3-23 0,0 0-16 16,0 0 8-16,0 0 6 0,0 0 11 0,-16 16 4 16,3-4 9-16,-4 0 0 0,3 0 8 0,-2 3 8 15,0-2-2-15,2 2 8 0,0-3-3 0,0 3 7 16,5-8 1-16,4 3 1 0,-3-1-2 0,3-1 7 15,0 0 6-15,0-3-4 0,5 1 9 0,-4 1-4 16,4-2-4-16,0 2 3 0,1-1 5 0,6 3-1 0,0-1 5 0,5 0 5 16,2 1-8-1,9 5 4-15,5-3 0 0,0-1-33 0,0 2-41 0,2-2-51 16,-1 0-69-16,2-4-83 0,-6 2-300 0,2-1-628 16,3-4 278-16</inkml:trace>
  <inkml:trace contextRef="#ctx0" brushRef="#br0" timeOffset="70745.57">17874 6397 60 0,'0'0'197'15,"0"0"-19"-15,-7-1-16 0,7 1-7 0,0 0-25 16,0 0-13-16,-6-1-9 0,6 1-15 0,0 0-7 16,0 0-11-16,0 0-7 0,0 0-3 0,0 0 4 0,0 0 6 0,0 0-6 15,0 0 5-15,0 0 0 0,0 0-1 0,0 0 0 16,0 0 3-16,0 0-11 0,0 0-3 0,0 0-5 16,0 0-5-16,-6 0-6 0,6 0-4 0,0 0-4 15,0 0-6-15,0 0 0 0,0 0-7 0,0 0 0 16,0 0 2-16,0 0 1 0,0 0 0 0,0 0 0 15,0 0 5-15,0 0 0 0,0 0-1 0,0 0-1 16,0 0-5-16,26-1 0 0,-8-2-2 0,2 1-2 16,10 0-2-16,2-1 0 15,4 1-3-15,1 2-3 0,14-6 0 0,-9 2 0 16,8 2-5-16,-10-1 2 0,-2 2-3 0,0-3 1 16,-6 2-7-16,-1 0-12 0,-11-1-15 0,-2 2-21 15,-5 0-15-15,-4-2-20 0,0 3-28 0,-4-2-34 16,-5-1-29-16,0 3-19 0,-8-4-175 0,-2 1-395 15,0 1 175-15</inkml:trace>
  <inkml:trace contextRef="#ctx0" brushRef="#br0" timeOffset="70983.34">18109 6280 174 0,'-3'-5'270'16,"2"-4"-4"-16,2 4-2 0,-1-1-3 0,3 0-3 15,-2 1-14-15,0 0-12 0,-1 0-22 0,0 5-19 16,2-5-24-16,-2 5-18 0,0-5-18 0,0 5-35 16,0 0-20-16,0 0-10 0,0 0-12 0,2 20-8 15,-3-9-6-15,2 9-2 0,-2 5-2 0,2 2-5 16,1 3 0-16,-1-1-4 0,0 1 2 0,2 1-26 16,1-4-28-16,1-1-24 0,-3 1-35 0,2-8-42 0,0 0-50 0,0-2-59 15,2-1-215-15,-5-4-486 0,3-3 215 0</inkml:trace>
  <inkml:trace contextRef="#ctx0" brushRef="#br0" timeOffset="71630.77">18708 6216 33 0,'4'-6'308'0,"1"1"-6"0,-1 0-11 0,0 1-14 16,0-1-12-16,-2 2-18 0,1 1-29 0,-1-2-20 15,1 1-22-15,-3 3-20 0,3-2-17 16,-3 2-13-16,0 0-24 0,4-3-29 0,-4 3-12 15,0 0-5-15,0 0-6 0,2 12-6 0,-1-6-1 16,0 5-10-16,-1 1-5 0,0 0 1 0,-1-1-6 0,1 5 1 0,0 1-2 0,-1 3-3 16,1-4-1-1,-2 1 0-15,2 0 0 0,-2-5-2 0,1-3-3 0,2 0-1 16,-2-1-1-16,0-3 2 0,1-1 2 0,0 3 0 16,1-5 29-16,-1-2 29 0,0 6 40 0,0-6-20 15,0 0-12-15,0 0 4 0,14-9-6 0,-5 1-3 16,1-1-1-16,0 2-4 0,2-5 2 0,2 0-19 15,1-1 0-15,0-1-9 0,-2-1-5 0,1 2-4 16,0 2 3-16,-3 4-14 0,-4-2 1 0,1 5-4 16,-3-2 4-16,0 1-6 0,-1 3-11 0,1 1-6 15,-1-2 1-15,-2 2-17 0,-2 1-26 0,0 0-3 16,0 0-1-16,11 4 8 0,-10 1-7 0,2 3 16 16,-2-1-1-16,1 4-3 0,-2-1-2 0,0 2-6 15,2-1 0-15,-2-1 2 0,0-1 4 0,1 0-1 0,0-2 5 16,-1-2 1-16,0-1 2 0,0 1 6 0,3-1 7 0,-3-4 4 15,0 4 25-15,0-4 28 0,0 4 23 0,0-4-2 16,0 0-11-16,0 0-2 0,15-6-15 0,-6-1 9 16,1-1-3-1,0 3-4-15,3-4-6 0,1 2 5 0,-3-1-28 0,1 2 12 16,-3 1-7-16,0-1-4 0,1 5-3 0,2-3-1 0,-3 0 1 0,2 2-4 0,1 2-8 16,1 0-28-16,1 2-27 0,-2 0-30 0,6 3-27 15,-1 0-39-15,0 3-39 0,2-2-53 0,-1 2-70 16,-1-1-279-16,-1-1-644 0,-2 0 284 15</inkml:trace>
  <inkml:trace contextRef="#ctx0" brushRef="#br0" timeOffset="72200.34">19608 6300 103 0,'0'0'304'0,"-3"-3"-23"0,3 3-23 0,0 0-26 0,0 0-22 31,0 0-19-31,0 0-21 0,0 0-19 0,0 0-16 0,0 0-13 0,0 0-10 16,-1-4-13-16,1 4-15 0,0 0-8 0,0 0-6 16,0 0-5-16,0 0-7 0,0 0-5 0,0 0-6 15,0 0-5-15,0 0-5 0,0 0-1 16,0 0-6-16,0 0-2 0,0 0-1 0,0 0-4 15,0 0-3-15,0 0 1 0,0 0-4 0,0 0-1 16,0 0 2-16,0 0-1 0,0 0 2 0,0 0 2 16,0 0-2-16,0 0-2 0,0 0 1 0,0 0-2 15,0 0 1-15,0 0-5 0,0 0 4 0,0 0-1 16,0 0-2-16,0 0 0 0,0 0-1 0,0 0 3 0,0 0-10 16,0 0 9-16,0 0-6 0,0 0-2 0,0 0 3 15,0 0-1-15,0 0-5 0,0 0 1 0,0 0 1 0,0 0 2 16,0 0-4-1,0 0 3-15,0 0-6 0,0 0 3 0,0 0 1 0,0 0 0 0,0 0-4 0,0 0 3 16,0 0-1-16,0 0 2 0,0 0 1 0,0 0-5 16,0 0 1-16,0 0-1 15,0 0 1-15,0 0 1 0,0 0 1 0,0 0 6 0,0 0 7 16,0 0 2-16,9-2-2 0,-4 2-2 16,-5 0-5-16,18-1 5 0,2 0-5 0,-2-1 3 15,10 0-2-15,4 0-2 0,4 1-1 0,-1 0 0 16,5 0-5-16,-2-1 3 0,1-1 5 0,1-1-8 15,-3 2 2-15,-3-1-2 0,-4 1-1 0,-2 1 1 16,-11-1 1-16,-4 2 8 0,-1-1-8 0,-5 0-10 16,1 1-10-16,0-1-21 0,-4-2-25 0,-3 1-32 15,-1 2-23-15,0 0-15 0,0 0-21 0,-14-6-21 0,1 5-14 0,0 1-19 16,2 0-207-16,-4 0-447 0,2 0 198 0</inkml:trace>
  <inkml:trace contextRef="#ctx0" brushRef="#br0" timeOffset="72432.1">19824 6154 268 0,'1'-9'300'0,"0"-3"-5"0,1 9 4 16,0-2-3-16,0 0 2 0,0 1-25 0,-1 1-29 15,1 0-19-15,-2 3-30 0,3-5-25 16,-3 5-23-16,0 0-29 0,2-4-48 0,-2 4-13 15,0 0-10-15,2 15-5 0,-1 2-8 0,-1 3-11 16,3 8-1-16,0 4 3 0,0 1-16 0,1 4-23 16,1 11-37-16,-2-12-56 0,3-3-77 0,-4-2-115 15,3-2-168-15,1-10-507 0,3-4 225 0</inkml:trace>
  <inkml:trace contextRef="#ctx0" brushRef="#br0" timeOffset="73248.92">20543 6032 65 0,'0'-7'266'0,"1"3"-10"0,1-2-11 0,0 1-2 16,0-1-3-16,0 4-12 0,-1-3-13 0,2 3-25 15,-3 2-20-15,1-7-17 0,-1 7-16 0,0-5-20 0,0 5-41 0,0 0-25 16,0 0-5-16,0 0-9 0,2 17-5 0,-2 0-1 16,0 2 6-16,0 12-5 0,2 1-5 0,-2 6-8 15,-2 11-8-15,0-3-20 0,2 0-26 0,0 0-35 16,-4-12-44-16,3-3-57 0,-7 1-251 0,5-5-455 15,-1-8 202-15</inkml:trace>
  <inkml:trace contextRef="#ctx0" brushRef="#br0" timeOffset="76162.86">20768 6996 50 0,'0'0'156'0,"0"0"-16"0,0 0 2 0,-6 3-8 0,6-3-9 16,0 0-8-16,0 0-4 0,0 0-19 16,-5 0-2-16,5 0-11 0,0 0-6 0,0 0-4 15,0 0-5-15,0 0-1 16,0 0-3-16,0 0 2 0,0 0 0 0,0 0 1 15,0 0 0-15,0 0 0 0,0 0 0 0,0 0 2 16,0 0 3-16,0 0 2 0,0 0 0 0,0 0 2 16,0 0-1-16,0 0 3 0,0 0-6 0,0 0 1 0,0 0-7 0,0 0-5 15,0 0-8-15,26-4-6 0,1-2-5 0,5 3-4 16,3 1-4-16,16-3-1 0,1 1-5 0,-1 1-2 16,3-2-3-16,-4 3-4 0,-11-1 2 0,2-1-8 15,-5 3 2-15,1 0 6 0,-4 1-8 0,-3-2-1 16,-8 1-5-16,-5 1 0 0,-3 0-6 0,-1 0-24 15,-3-3-30-15,-2 3-29 16,-3 0-31-16,-5 0-29 0,9 0 9 0,-9 0-4 16,0 0-18-16,0 0-49 0,-25 4-143 0,11-4-379 15,1 2 168-15</inkml:trace>
  <inkml:trace contextRef="#ctx0" brushRef="#br0" timeOffset="76531.08">20899 7214 165 0,'0'0'206'0,"-6"1"3"0,6-1-2 0,0 0-1 15,-3 3-3-15,3-3-14 0,0 0-17 0,0 0-15 16,0 0-22-16,25-4-10 0,4 1-16 0,3 2-15 16,4 1-5-16,18-4 0 0,-14 1-15 0,14 2-9 15,3-1-5-15,-4-5-7 0,1 7-3 0,-3-1-2 16,-14-1-3-16,1 2 1 0,-6-2-4 0,-1 2-1 16,-10 1-2-16,-2-3-4 0,-8 0-7 0,1 1 9 0,-5 1-12 15,0 0 4 1,-1 0 1-16,-6 0-3 0,12-2-7 0,-12 2-7 15,7 0-11-15,-7 0-16 0,4-3-18 0,-4 3-24 16,0 0-28-16,0 0-28 0,0 0-36 0,0 0-36 16,0 0-239-16,0 0-458 0,0 0 204 0</inkml:trace>
  <inkml:trace contextRef="#ctx0" brushRef="#br0" timeOffset="77209.92">22701 6610 47 0,'-7'-1'90'0,"7"1"-2"0,-12-2-3 16,12 2-16-16,-13 3-2 0,3-1-5 0,0 0-2 16,0 1-7-16,-2 2-2 0,2 0-8 0,-3 0-3 15,1 1-7-15,-4 0-4 0,-2 3 0 0,4 0 1 16,-1 1-6-16,-2 2-3 0,1 3 14 0,2-1 8 16,-4 7-7-16,5-6-4 0,-4 5 7 0,2 0 0 15,1 3 0-15,1-1-2 16,0 3-5-16,3 0 10 0,4-2 0 0,-2-2-5 15,-1 1-6-15,4 3 8 0,1-5-12 0,4-2-3 16,-1 2 4-16,1-2 17 0,1-1 1 0,3-1 10 16,0 0 11-16,1-4 4 0,0 0 4 0,3-2 13 15,3 2 2-15,0 1 3 0,6-1-1 0,2-2 2 16,5-1-5-16,3 3-5 0,1-4-4 0,2 0 5 16,-3-4-3-16,1 1-3 0,-5-4 8 0,-2 2 16 0,0-2-3 15,2-1 18-15,-4-3-9 0,1 1 8 0,0-3 12 0,-4 1 11 16,1-4-11-16,1 0-8 0,0-1-8 0,5-5-7 15,0-2-9-15,-1-1-13 0,-4-2-6 0,-7 3-16 16,6-7 1-16,-4-1-12 0,-1-2-13 0,-3-3-26 16,-4-3-16-16,-1-5-18 0,0 1-23 0,-8 3-19 15,-1 0-19-15,-6 2-32 16,-10 3-21-16,-2 1-48 0,-10 7-41 16,-17-4-51-16,-9 3-315 0,-5 5-640 0,3 5 285 15</inkml:trace>
  <inkml:trace contextRef="#ctx0" brushRef="#br0" timeOffset="91388.48">3369 10824 22 0,'0'-7'215'0,"-2"0"-7"0,2 0 0 16,-2 1-7-16,2-1-11 0,0 1-13 0,0 0-7 0,-1 0-16 16,1 1-10-16,0 2-12 0,0-2-10 15,-1 0-13-15,1 0-15 0,0 5-14 0,0 0-26 0,-2-5-34 16,2 5-23 0,0 0-2-16,0 0-1 0,-5 20 3 0,2-4-3 15,-1 9 1-15,-1 5 1 0,-4 3-1 0,-3 13-1 16,2 3 1-16,-3-4-1 0,0 3 4 0,2-4-1 15,1-9 0-15,2-2 0 0,2 0 0 0,-1 1 3 16,1-4-1-16,-3 0-2 0,5-3 2 0,-1-2 2 16,2-5 0-16,2-4-3 0,0 1 1 0,-3-5 2 0,4-2 2 0,-3-1 0 15,3-4 4-15,0 2 0 0,-1-2-4 16,1 0 7-16,0-2 21 0,0-3 17 0,0 5 13 0,-3-1 4 16,3-4 1-16,0 0 10 0,-1 3-11 0,1-3-3 15,0 0-27-15,0 0-38 0,0 0-29 0,-2-15-30 16,2 6-31-16,0 0-45 0,0-4-35 0,0-2-205 15,0-6-410-15,0 3 181 0</inkml:trace>
  <inkml:trace contextRef="#ctx0" brushRef="#br0" timeOffset="91689.04">3281 10786 8 0,'0'0'200'0,"0"0"-9"0,0 0-9 15,0 0-17-15,0 0-5 0,0-5-21 0,0 5-14 16,0 0-9-16,0 0-13 0,0 0-9 0,8-2-12 16,0-1-11-16,9-1-3 0,10-1-5 0,5 0-4 15,5-2-7-15,18-1 1 0,0 2 9 0,0-2 3 0,-4 4 0 0,0 0-1 0,-15 2-11 16,-1-3 1-16,-5 5-8 0,-8-3-4 0,-1 1-4 15,-1 1-5-15,-9 1-7 0,-2 0-7 0,-1 0-28 16,-2-1-27-16,2 1-27 0,-8 0-29 0,5 2 4 16,-5 2 2-16,-1 3 17 0,-7 1-17 0,-2 2-39 15,-6 3-183-15,-4 4-332 0,-1 0 147 0</inkml:trace>
  <inkml:trace contextRef="#ctx0" brushRef="#br0" timeOffset="92082.09">3338 11431 63 0,'-3'3'145'16,"-1"-1"0"-16,0-2-9 0,4 0-11 0,-6 3-10 15,6-3-7-15,0 0-6 0,-5 1-5 0,5-1 1 16,0 0-10-16,0 0-11 0,0 0-4 0,0 0-6 16,0 0-6-16,0 0 0 0,0 0 1 0,15 6-1 15,-4-8-3-15,7 1-4 0,10-3 4 0,4 1 3 16,0 1 3-16,3-2 0 15,2-1-9-15,-3 2-5 0,0-1-2 0,-2 1-5 16,-3 1-5-16,-9 1-1 0,-2-1-5 0,-5 0-2 16,0 2-4-16,-2 0-3 0,-4 0-11 0,0-1-22 0,1 1-13 0,-8 0-20 15,9-2-19-15,-9 2-20 0,0 0-1 0,0 0-41 16,0 0-59-16,-18 8-122 0,5-6-330 0,-2 1 146 16</inkml:trace>
  <inkml:trace contextRef="#ctx0" brushRef="#br0" timeOffset="92491.26">3318 11211 185 0,'0'0'174'0,"0"0"-15"15,0 0-12-15,0 0-22 0,0 0-13 0,0 0-9 16,0 0-9-16,18-2-11 0,1 1-4 0,8-5-2 15,7 4 0-15,5-1-6 0,13-4-3 0,-2-1 5 16,4 1-7-16,-16 3 3 16,-1-2-7-16,0 2-5 0,-4 0-10 0,-5 2-2 15,-8 0-6-15,0 0 1 0,-7 2-7 0,-2 0-4 16,-2-3-4-16,-1 3-2 0,-4 0-3 0,2-1-11 16,-6 1-9-16,8-1 0 0,-8 1-8 0,0 0-2 15,0 0-12-15,0 0-19 0,0 0-29 0,-9 11-39 16,0-8-47-16,0 1-141 0,0 1-320 0,3-2 143 15</inkml:trace>
  <inkml:trace contextRef="#ctx0" brushRef="#br0" timeOffset="93262.26">4545 11047 74 0,'1'-4'221'0,"-1"4"-6"16,0-4-10-16,0 4-6 0,1-6-14 0,-1 6-16 16,3-3-20-16,-3 3-14 0,0 0-17 0,1-1-15 15,-1 1-10-15,0 0-12 0,0 0-12 0,0 0-22 16,0 0-20-16,0 0-3 0,0 0-1 0,0 18-6 15,0-8-6-15,-5 5 3 0,1 2-6 0,3 1-1 16,-8 11 2-16,5-3 3 16,-2 1-1-16,-2 1-4 0,3 2 2 0,-4-5-3 15,5 1-1-15,-1 0 2 0,2-4 0 0,1-4-1 16,-1 2-1-16,2-2-1 0,1-2 0 0,0 2 1 16,-3-7 1-16,2-2-2 0,1-1 1 0,0-1-2 15,0 0 2-15,0-5 2 0,0 3 4 0,0-5 17 16,0 6 4-16,0 0 9 0,0-6 12 0,0 0 5 15,0 0 14-15,0 0 18 0,1 5 0 0,-1-5 11 0,0 0 11 0,0 0 17 16,0 0-4-16,0 0-20 0,0 0-14 0,3-12-6 16,0 2-9-1,-3 1-14-15,1-4 0 0,1 2-12 0,2-7-21 0,0-1-12 16,1-6-3-16,-2 0-11 0,3-5-14 0,-2 4-12 16,-3-3 6-16,2 1-4 0,-3-2-2 0,0 2-3 15,-4 0-7-15,1-1 0 0,1 4 0 0,-6-1 4 0,5 9 4 0,-4-1 8 0,-1 1-5 0,0 2 0 16,-3 2 2-16,4 2-2 0,-5 3 5 0,2 1-1 15,0 1-2-15,-4 1 4 0,2 4-2 16,-7 1 1-16,1 2 2 0,0 2-3 0,-1 4 0 16,1 4 1-16,0 0 0 0,-2 2 2 0,4 0-2 15,6 1 3-15,-4 1-11 0,5 0 2 0,0 1-3 0,5 0 2 16,3-5 3 0,2 1 2-16,4 3 2 0,6-3 6 0,7 1 1 15,8 0 7-15,10-5-9 0,15 1-23 0,6-4-51 16,-2-5-57-16,6-2-74 0,-8-2-212 0,0-1-464 15,-15-2 205-15</inkml:trace>
  <inkml:trace contextRef="#ctx0" brushRef="#br0" timeOffset="94681.25">4904 11029 315 0,'-3'-4'309'0,"3"4"-17"0,0-6-9 15,0 6-31-15,0 0-25 0,0-5-29 0,0 5-8 0,0 0-34 0,0 0-18 16,0 0-19-16,0 0-22 0,0 0-24 0,0 0-11 16,0 0-9-1,7 11-4-15,-5-6-7 0,2 7-2 0,-1-2-3 0,0 6-3 16,0 1-4-16,0 0-8 0,-1 0 0 0,2 3 1 16,1-3-5-16,-5-1-1 0,3-2 0 0,-1-3-2 15,-1 1-4-15,2-4 1 0,-3 0-3 0,4-3 3 16,-3 0 1-16,-1-1 1 0,0 0 11 0,0 0 23 15,0-4 27-15,1 4 24 0,-1-4 17 0,0 0-17 16,0 0-9-16,14-8-10 0,-6 0-11 16,0 2-2-16,-3-6-16 0,9-1 3 0,-5 1-9 0,2-5-1 15,2 2 5-15,-3-2-14 0,3 4-9 0,-4-2 3 16,-1 7-7-16,0-2-3 0,-2 3-4 0,-1 1 3 16,-1 1-16-16,0 1 1 0,-3 0-25 0,0 0-29 0,-1 4-14 0,7 0 1 15,-7 0 11-15,8 9 0 0,-2-5-5 0,0 5 4 16,0 0-2-16,2 3 2 0,4 0 9 15,-1 2-2-15,4 1-6 0,2-3-5 0,6 4-2 16,3-3-5-16,0-3-2 0,5 2 2 0,-2-4-10 16,6-1-9-16,-3-5-6 0,0 0 1 0,-1-4 6 0,2 0 6 0,-3-4 13 15,1 0 2-15,-7-2 12 0,3-4 15 0,-13 2 22 16,4 1 13-16,-5-1 24 0,-3-1 25 0,-2 5 19 16,-3-6 3-16,1 4 13 0,-3-1-14 0,0 0-6 15,-2 1-8-15,-5 1-7 0,4-1-9 0,-9 3-1 16,1-1-8-16,-3 3-5 0,-2 0-5 0,-2 2-2 15,-5 1-4-15,0 3 1 0,2-2-2 0,-4 4-4 16,1 2-1-16,3 1-1 16,0 1-3-16,0-1 2 0,1 1-5 0,1 0-14 15,3-1-9-15,2 0-7 0,3 1 1 0,0-2-4 16,3-2 3-16,1 0 3 0,-2 0 5 0,2-3 6 16,0 1 9-16,4-3 10 0,0 0 13 0,0 0 6 15,0 0 16-15,28-8-3 0,-10 1 2 0,-2 0 3 16,3-3-5-16,5-2-7 0,-2-4 0 0,2 3-6 15,-2-1 3-15,1-2-3 0,-7 4-4 0,2 5-6 0,-4-3 1 0,-1 6-1 16,-4-2-2-16,0 0-5 0,0 1-3 0,-5 4-3 16,1-1-11-1,0 2-14-15,3 0-4 0,-3 2-7 0,1-1-1 0,-1 4 3 16,2 4 2-16,2-2 8 0,-1 6-2 0,3-1 5 16,0 1-4-16,3 0 7 0,-1 2 3 0,7 0 3 15,-3-3 0-15,1 0 4 0,4-3 1 16,3 0-16-16,-6-3-11 0,2 0-9 0,0-5-4 15,-1 1-5-15,3-4-5 0,-3-2 5 0,-1 0 9 0,-1-6 3 16,-1 2 7-16,-2-5 11 0,-2 0 19 0,0-3 3 16,-3-1 8-16,3-7 5 0,-3-3 1 0,-1 3 0 15,-3-7 1-15,1 0 2 0,-2 0 8 16,0-6 1-16,0 3 9 0,0-11 2 0,-1 15 18 0,0 2 15 16,-3 9 9-16,0 3 9 0,1 3-3 0,-2 2-9 0,1 4-6 15,0-1-8-15,-1 3-11 0,1-2-18 0,-1 5-35 16,0-2-44-16,0 4-26 0,0 0 8 0,0 0 4 15,-3 14 7-15,1 0 4 0,-3 7 4 0,-1 5 7 0,-1 5 2 16,2 0 5-16,0 0 0 0,-1 1 8 0,1 0 4 16,1-2 3-16,0-3 5 0,2-7-4 15,-1-1 3-15,0-1 2 0,3-3-3 0,0-5-4 0,-1-2-6 0,0 1 3 16,-1-4 3-16,2 1 5 0,-2-5 5 0,2 4 20 16,-1-2 20-16,1-3 18 0,-3 4 22 0,3-4-17 15,0 0-8-15,-6-12-11 0,2 5-22 0,-2-4-11 16,-3-4-14-16,-3 1-11 0,2-1-5 0,-4 1 0 15,1-2-1-15,-5 3 1 0,4 1 9 0,-2 1-5 0,1 2 3 16,3 4 1 0,-1 1-1-16,3-1 6 0,-3 0-2 0,4 3-1 15,3 0-3-15,0 0-11 0,-1 2-20 0,7 0-9 16,0 0 9-16,-8 3 4 0,8 2 4 0,0-5 7 16,13 8 1-16,-2-4 9 0,10 4-3 0,11-2 7 15,6 0 8-15,13 1 3 0,0-5 7 0,2 0 8 16,2-2 6-16,-2 0 7 0,1 0 8 0,-3-2 4 15,-10 0 4-15,-3 1 5 0,-2-3 2 0,0 2 3 0,-5-5 6 0,-5 2 26 16,-7 0 22-16,-3 2 18 0,-6-1 26 0,0 1 10 16,-2 2-3-1,-3 0-8-15,0-2-5 0,2 1-15 0,-4 1-6 0,-3 1-16 16,8-2-18-16,-8 2-9 0,4-1-12 0,-4 1-11 16,5-2-9-16,-5 2-9 0,0 0-30 0,0 0-33 0,5 4-19 15,-5-4 15-15,4 7-17 0,-4-2 4 16,0 1-6-16,0 4 1 0,0-1 14 0,-4 1-22 15,4 5 6-15,0-5-17 0,-1 3-8 0,1-2-8 16,-3 2-12-16,3-2-7 0,-1 1-24 16,1-4-21-16,-1 2-19 0,1-3-30 0,-4 1-16 0,4-4-21 15,0-2 29-15,0-2-29 0,-5 2-138 0,5-2-408 16,0 0 181-16</inkml:trace>
  <inkml:trace contextRef="#ctx0" brushRef="#br0" timeOffset="94850.54">6642 10647 19 0,'0'-9'338'0,"-2"1"-18"0,2 4-26 16,-1-3-32-16,1 2-27 15,0 2-27-15,-1-1-21 0,1 4-25 0,1-5-30 16,-1 5-25-16,0 0-23 0,0 0-31 0,14 7-44 16,-6-5-40-16,2 5-44 0,-1 1-50 0,0 5-64 15,0-4-143-15,0 7-360 0,-3-1 160 0</inkml:trace>
  <inkml:trace contextRef="#ctx0" brushRef="#br0" timeOffset="95567.02">6952 10851 169 0,'0'0'258'0,"0"0"-30"0,0 0-24 16,3 4-22-16,-3-4-22 0,0 6-14 0,0-3-18 15,-3 5-10-15,6 0-14 0,-6 4-7 0,3-3-9 0,-1 4-9 16,1-3-8-16,0 0-6 0,-1-1-4 0,2-1-6 31,-1-2-8-31,0 1-1 0,1-2-3 0,-1 0-2 0,0-3 0 16,3 0-5-16,-3-2 0 0,0 0-1 0,15-3 3 16,-7 0 7-16,-1-2 7 0,1-2 3 0,2 0 0 0,1-3-3 15,-2 1-4-15,2-3-6 0,-1-1 1 16,-1 3-1-16,1 4-4 0,-2-2 0 0,-3 3-1 15,0 2-2-15,0-3-6 0,-1 0-8 0,0 4-5 16,-1 0-2-16,-1 1-6 0,-2 1-8 0,0 0-2 0,0 0 0 16,13 4-6-16,-8 0-9 0,1 5-9 0,1-3-5 15,-2 4-6-15,3-2-6 0,-1 1 1 16,2 0 2-16,0 1 5 0,0 0 0 0,0-3 2 16,3 0 3-16,-2-3 4 0,0 2-1 0,2-4 5 0,-3 0 0 0,2-2 4 15,-1-2 4-15,3 0 9 0,-3-1 1 0,0-2 17 16,3 1 12-16,-4-1 11 0,0-2 6 0,1 2 6 15,-1-3 5-15,-4 4-4 0,2-1-6 0,-2 0 0 16,1 1-4-16,-1 0-4 0,-1-1-6 0,0 3-8 16,0 2-5-16,0-3-6 15,-4 3-6-15,8 3-8 0,-2 5-1 0,0 1 5 16,1 5-9-16,0 1-2 0,5 9 0 0,-2 2-1 16,0 6 3-16,-5-1-2 0,0-1 9 0,-2 3-7 15,-2 4-3-15,-2-1 1 0,-3-2 6 0,-5 2-3 16,0-3-1-16,-1 1 6 0,-4-1-4 0,1-5-4 15,-1-1 2-15,-4-4 1 0,3 1 4 0,-2-12 1 16,2 2 0-16,-1-7 3 0,-3-2 3 0,1-2 11 16,1 0 19-16,4-6 41 0,-1 0 39 0,5-2 30 0,0-3-2 0,1-3-3 15,2-3-2-15,2-4 2 0,7-6-21 0,6-6-12 16,7-2-22-16,13-14-4 0,7 1-8 0,4 2-4 16,27-23-15-16,-24 21-8 0,19-13-4 0,-17 20-10 15,-4 5 2-15,-1 2-4 0,-11 12-5 0,-1 1-2 16,0 1 6-16,-1 5-12 0,-8 2-2 0,-5-1-1 15,-2 6 0-15,-1 2-3 0,-4-1-7 0,-1 1-6 0,-2 0-50 16,1 1-42-16,0 0-38 0,-5 2-20 0,0 0-23 16,-19 7-67-16,0 2-104 0,-12 0-263 0,3-1-661 0,9-5 293 15</inkml:trace>
  <inkml:trace contextRef="#ctx0" brushRef="#br0" timeOffset="96638.05">9441 10588 33 0,'-1'-3'237'0,"1"3"-13"0,0 0-13 16,-1-5-22-16,1 5-19 0,0 0-24 0,0 0-8 15,0 0-17-15,0 0-11 0,0 0-12 0,0 0-15 16,0 0-10-16,0 0-14 0,0 0-11 0,0 0-12 15,0 0-7-15,0 0-3 0,0 0-12 0,0 0 3 16,0 0-10-16,0 0 10 0,0 0 2 0,8-1-9 16,-2 0 6-16,4-2-5 0,-1 0 3 0,4-1-5 0,-2 0-1 0,1 1 1 15,-1-2-2-15,1-1 8 0,-2-1 3 0,0-1 14 16,1 1 8-16,-5-2 8 0,4 4 8 0,-4-4 6 16,-3 5 8-16,2-3 3 0,-1 2 0 0,-1 0-4 15,-1-1-7-15,-1 1-9 0,-1 1-10 0,-3-1-3 16,-3 3-9-16,0-1-6 0,-7 0 5 0,-2 3-14 15,-7 3-2-15,-3 2-3 16,-6 2-2-16,0 5-2 0,-1 0-3 0,1 5-1 16,-4 3-3-16,-7 6-3 0,1 3 4 0,12-4-4 0,-6 11-2 0,4 2 4 15,5 3-1-15,9-12 1 0,2 4-1 0,-1-3 3 16,6 1-2-16,5-2-2 0,1 0 2 0,5-4 1 16,6-1 3-16,0-5-4 0,14-1 3 0,4-1 4 15,9-3 6-15,5-6-6 0,22 3-27 0,2-5-44 16,1-4-42-16,-1-2-72 0,3-2-58 15,-6-2-179-15,-4 0-449 0,-6-3 198 0</inkml:trace>
  <inkml:trace contextRef="#ctx0" brushRef="#br0" timeOffset="97039.18">10043 10762 54 0,'-2'-5'210'0,"-1"3"-22"0,3 2-18 16,-3-8-13-16,0 8-24 0,-1-3-13 0,4 3-12 16,-10-2-10-16,5 2-11 0,5 0-10 0,-21 2-6 15,12 1-12-15,-5 4 5 0,-4-1-16 0,3 1-3 16,-2 2-6-16,2 1-6 0,0 1-3 0,1-1-8 15,-1 2-1-15,4 3-3 0,1-4 3 0,1 4-9 16,2-7-2-16,2 3 0 0,2 0 2 0,1-2-3 16,2 3 3-16,3-2 1 0,3-1 5 0,2 0 12 0,3-2 9 0,8-3 7 15,1-1 1-15,14-1-2 0,-7-2-3 0,5-3-2 16,0-2 4-16,-2-2 2 0,0-2-2 0,-12 1-4 16,1-1 7-16,-1 0 5 0,-3 0 2 0,-2 2 16 15,-3-3 6-15,-1 2 3 0,0-7-7 0,-5 5-12 16,1 0-21-16,-5-2-19 0,0-1-21 0,-5 4-15 15,0-3-12-15,-3 3-13 16,-2 2-11-16,-8 0-7 0,0 2-20 0,0 0-15 16,-1 4-23-16,1 2-23 0,-1-1-35 0,0 3-192 15,6 1-397-15,3-1 176 0</inkml:trace>
  <inkml:trace contextRef="#ctx0" brushRef="#br0" timeOffset="97525.4">10506 10935 64 0,'0'0'147'0,"0"0"-7"15,21-6-10-15,-8 3-4 0,5-1-9 0,0-1-10 32,1 2-8-32,4-2-2 0,4-5-3 0,-9 4-1 0,10-5 2 0,-7 4 8 0,3-5 0 15,-6 2 6-15,2 0 5 0,0-6 6 16,-4 4-3-16,-2 2 7 0,-5 1 10 16,-4 1 2-16,3-1 0 0,-3 1-12 0,1-1-13 15,-3-1-13-15,-3 5-14 0,-3-3 4 0,2-1-24 0,-8 7-10 16,0-4-3-16,-4 2-13 0,-6-1-3 0,-3 7-4 15,-4 6-6-15,-2 2-5 0,-1 4-1 0,2 0-3 16,2 3-7-16,2-1-18 0,4 5-15 16,1 0-18-16,0 1-7 0,6 0 2 0,6 2 2 0,3 1 6 0,6-6 5 15,6 5 8-15,4-2 2 0,6-3 1 0,5-2 2 16,6 0 7-16,-1-5 3 0,7-4 0 0,2 0 0 16,12-2 2-16,-9-4 3 0,10 1 1 0,-15-4 3 15,0-1 4-15,-4 0-1 0,-3 0 4 0,-6-1 3 0,-5-1-6 16,-8 0-2-16,2 3 0 0,-2-2-20 0,-5 1-22 15,0 1-52 1,-2-3-83-16,-3-3-258 0,-3 3-470 0,0-1 209 16</inkml:trace>
  <inkml:trace contextRef="#ctx0" brushRef="#br0" timeOffset="99374.8">11150 10440 20 0,'3'-8'224'0,"-1"-2"-15"0,3 1-9 0,-2 1-13 15,-1 1-14-15,1 2-15 0,-1 1-12 0,0-2-16 16,-1 1-16-16,1 1-12 0,1 2-14 0,-3 2-12 16,3-6-12-16,-3 6-10 0,0 0-5 0,7 8-5 15,-2 1-10-15,-1 3-8 0,-1 8 2 0,-2 11-4 16,4 1-5-16,-5 4 3 0,0 13-4 0,-2 2-5 15,-2 3 1-15,1-4-3 0,-3 4-1 0,-2-2-2 16,0-2 0-16,3-3 3 0,1-13-2 0,1 1 4 16,0-2-5-16,0-4 1 0,0-1-1 0,0-3 0 15,2-7-1-15,0-5 0 0,-1-2 2 0,2-1-2 16,0-2 0-16,0 0 4 0,0-2 5 0,0-3 23 16,0 2 22-1,-1 0 24-15,1-5 21 0,0 4 26 0,0-4 5 16,0 0 5-16,0 0-10 0,0 0-10 0,0 0-15 0,0 0-9 15,1-16 1-15,1 10-19 0,-4-3-16 0,2 0-10 16,0-3-16-16,-1 0-21 0,-4-3-5 0,0-2-5 16,1 1-7-16,-1-1-10 0,-5 1-17 0,1 0-5 0,-3 2-2 15,2-2 6-15,-3 3 2 0,2-1 4 0,-1 5 4 16,3 0-2-16,0 2 1 0,3 1 3 0,2 2 0 16,-1-1-1-16,1 0 2 0,0 1-16 0,4 1-8 15,0 3-29-15,5-9-30 0,7 3-27 0,6-4-23 16,1 5-19-16,14-6-36 0,0 1-58 0,-2-1-156 0,0 2-450 15,-1 0 200-15</inkml:trace>
  <inkml:trace contextRef="#ctx0" brushRef="#br0" timeOffset="100099.07">11482 10464 70 0,'0'-5'263'16,"0"0"-28"-16,3 0-23 0,-3 2-24 0,1-1-22 0,-1 4-17 15,1-7-23-15,-1 7-15 0,0 0-25 0,0 0-22 16,0 0-11-16,13 14-6 0,-12-2-5 0,3 5-6 0,-1 10-8 16,-3 3 1-16,-3 6-1 0,-2 12-9 15,-3 5 6-15,-2-1-5 0,1 0-1 0,-4 0-1 16,-1-1-2-16,4-4-2 0,1-13 2 0,4-1 2 0,-3-1-7 15,4-6 5-15,1 2 0 0,1-9-4 0,-2-2 3 16,3-5 3-16,1 0-1 0,0-5 5 0,-3 0 2 16,3-2 8-16,0 0 21 0,0 0 24 0,-2-1 20 15,2-4 27-15,5 2 11 0,-5-2-8 0,0 0 1 16,0 0-6-16,12-10-11 0,-8 4-8 0,2-1-8 16,2-4-8-16,-2 2-4 15,0-3-10-15,2-4-9 0,0 2-6 0,-3-2-10 16,-3 1 2-16,1 3-16 0,-3-4-4 15,0 5-9-15,0-2-7 0,-3 1-3 0,2 0-12 16,-3-2-9-16,-6 1-12 0,5 1-1 0,-4 2-1 0,-1 1 0 16,2-1 4-16,-3 2-1 0,4-1 3 0,-3 5-1 0,4 0-9 0,1-2-1 15,-1 3-15-15,4 1-14 0,-3-2-11 16,4 1-2-16,1 3-23 0,7-8-7 0,3 3-3 16,8-3-14-16,7 0-12 0,4 1-2 0,4-1 1 15,4 0 17-15,2 1 10 0,12 0 5 0,0-1 13 16,-1 1 9-16,-15 1 9 0,0 0 10 0,-2 1 7 15,-1 0 7-15,-5 1 6 0,-4 0 12 0,-4 3 1 16,-6-2 8-16,-1 1 9 0,-5 0 5 0,2 2 11 16,-4-1-2-16,-5 1 7 15,11-2-1-15,-7 2-1 0,-4 0-6 0,6-2-4 16,-6 2-1-16,0 0 2 0,3 7-2 0,-3-4-4 16,0-3 1-16,0 10-3 0,-1-4 1 0,0 0 1 15,0 0 1-15,-2 2 0 0,0 1 2 0,2-1-3 16,0 0 2-16,-1-2-1 0,0 2 2 0,2-1-1 15,0-1 1-15,0-1-4 0,0 1 2 0,0-1-7 16,0-1 12-16,0 2-6 0,0 0 5 0,0-6 9 0,-1 3-6 0,1 2-2 16,0-5 1-16,0 6 1 0,0-6-3 0,1 3 3 0,-1-3-6 0,0 0-11 15,0 3-14-15,0-3-12 0,0 0-10 0,0 0-4 16,0 0-23-16,0 0-3 0,0 0-6 0,0 0-3 16,0 0-151-16,0 0-258 0,0 0 114 0</inkml:trace>
  <inkml:trace contextRef="#ctx0" brushRef="#br0" timeOffset="101804.9">11941 10590 207 0,'0'0'401'15,"1"-5"-8"-15,-1-1-5 0,0 6-18 0,2-5-21 0,-2 2-23 0,0 3-30 16,-2-6-33-16,2 6-27 0,4-3-16 0,-4 3-31 15,0 0-22-15,0 0-16 0,0 0-30 0,-2-4-48 16,2 4-25-16,0 0-52 0,0 0-40 0,0 0-39 16,0 0-57-16,0 0-56 15,0 0-52-15,0 0-76 0,0 0-203 0,0 0-570 0,7 7 252 16</inkml:trace>
  <inkml:trace contextRef="#ctx0" brushRef="#br0" timeOffset="102538.53">12388 10683 193 0,'0'0'185'0,"0"0"-12"16,0 0-15-16,0 0-12 0,0 0-13 0,0 0-15 15,0 0-10-15,0 0-11 0,0 0-9 0,0 0-11 16,0 0-7-16,0 0-8 0,13-7-2 0,-13 7-10 0,13-2-1 15,-4 0-8-15,-3-1-4 0,5 1-2 0,-2-3-5 16,0 3 2-16,1-3-4 0,-4 2-1 0,1-1 6 16,0 0 6-16,0 3 17 0,-3-2 6 0,0 1 1 15,1-1-2-15,-1 1-2 0,-3-1-7 0,1-1-8 16,-2 4-7-16,4-3-6 0,-4 3-11 0,2-2-10 16,-2 2-2-16,0 0-4 0,0 0-1 0,-19 5 3 15,7-1-5-15,1 2-3 0,-3 3 2 0,-3 3-2 0,3-1 0 0,-3 2-5 16,5-1-9-16,2-4-13 0,2 6-13 0,-1 0-1 15,4-2-5-15,0 3 1 0,-2 0 7 0,6-2 4 16,1-3 2-16,1 3 7 0,6-1 4 0,3-3 3 16,3 2 2-16,3-4 1 15,2-2 4-15,10 4 2 0,-5-8 3 0,4 1 4 16,5-4 8-16,-4-1 5 0,3-2 7 0,-2-2 16 0,-1 0 12 0,-8 0 18 0,5-3 7 0,-6 2 19 16,-3-1 7-16,0 0 9 0,-6-1 21 0,3 0 17 15,-4 6 13-15,-1-6 6 0,-2 2 8 0,2 0-18 16,-4 3-4-16,-2-1-14 0,2 1-17 15,0 2-12-15,-2-1-12 0,0-2-18 0,-1 3-16 0,-1 3-9 16,4-3-24-16,-4 3-32 0,0 0-25 0,4-3-21 16,-4 3-18-1,0 0-12-15,0 0 0 0,0 0 5 0,2 10 9 16,-2-3 7-16,0-2 4 0,0 7 6 0,0-3 8 0,0 2 7 16,0 0-1-16,3 0 6 0,-2-2 3 0,-1 1-5 15,0 1-16-15,3-6-28 0,-3 3-1 0,0-3-19 16,0 2-10-16,1-3-9 0,-2-1-2 0,2 1-2 15,-1-4-1-15,0 5 8 0,0-5 6 0,1 5 18 16,-1-5-5-16,0 0-7 0,0 0-241 0,-10-12-373 0,5 4 165 16</inkml:trace>
  <inkml:trace contextRef="#ctx0" brushRef="#br0" timeOffset="102680.64">12775 10490 62 0,'0'-2'325'15,"0"2"-28"-15,0-8-30 0,0 8-26 0,-1-4-17 16,1 4-29-16,0 0-26 0,1-4-25 0,-1 4-38 16,4-4-35-16,-4 4-38 0,13 1-46 0,-3 2-43 15,2 1-50-15,0-2-60 0,-4 3-134 0,1 1-323 0,3-1 144 16</inkml:trace>
  <inkml:trace contextRef="#ctx0" brushRef="#br0" timeOffset="103590.3">13113 10822 5 0,'0'0'238'0,"0"0"-11"0,0 4-15 0,0-4-15 15,0 0-21-15,0 0-19 0,0 0-17 0,24-4-14 16,-13 0-16-16,7-2-6 0,0 4-21 0,5-6-5 15,3-1-11-15,-1-1-1 0,-4 3-8 0,2-7-1 16,1 1-6-16,0-1-2 0,-11 4-4 0,4-2 12 16,-6 5 2-16,1-5 13 15,-1 4 23-15,-3 1 11 0,-2 0 4 0,3 0-3 16,-4-1-8-16,-1 3-8 0,-1 0-14 0,-2 1-9 16,-1-1-9-16,1 0-9 0,-1 1-11 0,0 4-3 15,-5-7-10-15,0 4-4 0,-3 1-4 0,-3 2-5 16,-6 0-2-16,-2 2-4 0,1 3-1 0,0-1-5 15,0 2-14-15,3 0-6 0,-3 4-12 0,3-3-14 16,0 4-11-16,2-1-17 0,0 4-17 0,0-5 3 0,8 3 0 0,-1 4 10 31,2-2 11-31,1-2 7 0,3 1 2 0,4-1 13 0,6 1 4 0,3 1 8 16,4-4 4-16,1-1 5 0,10 0 0 0,1-4-2 16,6-2 11-16,-1-3 0 0,-1-1 8 0,-2-5 11 15,1 4 9-15,-5-4 15 0,-2-3 17 16,-6 1 23-16,-1 0 18 0,-7 2 25 0,0-1 22 0,1 1 17 15,-5 0 7-15,1-1-2 0,-2 0 11 0,3-3-9 16,-6 3-2-16,-1 2-15 0,2 0-9 0,-1-2-19 16,-2 5-18-16,2-1-10 0,-2-4-12 15,-1 7-10-15,4-4-30 0,-4 4-19 0,1-3-37 0,-1 3-22 16,0 0-27-16,0 0-17 0,0 0-9 0,0 0-1 16,-4 13 2-16,4-4 12 0,-2 1 5 0,-1 1 2 15,-1-1-9-15,0 2 13 0,3-2-3 0,-3 0 3 0,4-3 17 0,0 0 1 16,-1 0 7-16,1-2 5 0,0 0 6 0,0-3 11 15,0-2 18-15,5 5 4 0,-5-5 10 0,14-2 7 16,-5-2 8-16,4 0 15 0,-2-1-1 16,5-4 4-16,-3 1-2 15,-1 2-6-15,4-4-3 0,-5 4-1 0,1-1-8 0,-3 2 2 16,3 1 0-16,-7 0-11 0,3 0 6 16,-4 2-3-16,1 0-7 0,1-1-4 0,-1 1 0 15,-5 2-5-15,10 0 3 0,-10 0-3 0,11 2-8 0,-5 1-7 16,3 1-9-16,2 2-2 0,-1-1-8 0,0 0-6 15,-1-1-8-15,5 1-16 0,-2 3-13 16,-1-4-15-16,6 3-10 0,-6-2-7 0,3-3-17 16,-4 1 1-16,3-2 5 0,-3-2-6 0,-2-2 15 0,1 3-6 15,1-7 12-15,-5 0 7 0,3-2 9 0,1-2 17 0,-4-1 8 16,0-5 13-16,-1 1 34 0,4-4 10 0,-4-5 5 16,3-1-8-16,-2-1 6 0,-1-2 2 0,4 0 3 15,-3-1 9-15,1-2 19 0,1 3 17 0,-2 2 41 16,-1 2 29-16,0 9 16 0,-3 6 0 0,1-2-10 15,0 3-17-15,-2 3-8 0,2 2-19 0,-2-2-35 0,0 6-39 16,0 0-3-16,0 0 0 0,0 0-2 0,-2 19 3 0,-2 0-5 16,-4 6 7-1,2 1 0-15,-3 4 0 0,1 0 6 0,-1 0-35 0,0 3-15 16,-1-1-17-16,2 1-7 0,3-4-23 0,0-2-30 16,0-2-21-16,0-8-1 0,1-1-171 0,0-4-338 15,3-1 150-15</inkml:trace>
  <inkml:trace contextRef="#ctx0" brushRef="#br0" timeOffset="103866.9">13887 10574 75 0,'0'0'212'0,"0"0"-17"0,0 0-9 0,22-2-13 16,6 1-14-16,9 1-15 0,19-1-14 0,4-1-11 15,5 1-15-15,-2-2-8 0,3 2-6 0,2-1-4 16,29-1 4-16,-33 2-4 0,3 0-1 0,-9-4-4 16,-4 3-11-1,-21 1-9-15,-2 3-3 0,-12-3 4 0,-6 1-1 0,-2-1 2 16,0-1-1-16,-5 2-13 0,-1-2-11 16,-1 1-13-16,-4 1-21 0,0 0-35 0,0 0-46 15,-19 3-56-15,1-1-78 0,-4 0-158 0,0-1-400 16,3 3 177-16</inkml:trace>
  <inkml:trace contextRef="#ctx0" brushRef="#br0" timeOffset="109375.47">16017 10522 8 0,'-18'4'149'0,"-1"1"-6"0,1 3-11 0,0 1-10 16,0 1-12-16,-5 3-11 0,0 3-9 0,2 2-11 16,7-5-6-16,-3 2-3 0,-1 4-14 0,5-3-8 15,3-1-7-15,1-2-14 0,3-1-9 0,2-2 0 16,0 2-1-16,4 1-1 0,0-5 2 0,1 3-2 16,8-2 2-16,-1-2 20 0,2-2 9 0,8 0 4 15,4-4 1-15,-3-1 0 16,12-5 1-16,-1-1 6 0,-9 0 0 0,4-4-3 15,-7 0 7-15,1 0 1 0,3-4 0 0,-8 0-3 16,-5 1-1-16,1 1-8 0,-2-3-4 0,0 1-7 16,-7 2-1-16,2 0-6 0,-2-3-4 0,-5 3-1 0,0 0-6 0,-5-3-4 15,0 7-1-15,-5-4-13 0,0 1-2 0,-6 6-1 16,1 1-1-16,1-3-14 0,-3 5 0 0,1 1-14 16,0 3-14-16,1-2-23 0,7 2-15 0,-2 2-21 15,2-1-28-15,3 0-44 0,0 1-138 0,5-3-334 16,4 5 148-16</inkml:trace>
  <inkml:trace contextRef="#ctx0" brushRef="#br0" timeOffset="109798.82">16505 10125 185 0,'0'-3'178'0,"0"3"-21"16,0 0-16-16,0 0-17 0,-1 20-10 0,-3-5-13 0,-1 12-9 0,-1 3-10 15,-2 5-14-15,-6 16-6 0,1 1-9 0,0 1-2 16,-2-2-8-16,2 0-1 0,1 0 1 16,1 0-11-16,6-3-4 0,-4-4-3 0,7-8 1 0,-1-4 2 15,4 1-2-15,-1-4-9 0,4 0 0 0,-1-10 2 16,-2-2-7-16,-1-5 4 0,4-1-3 0,-3-1-1 15,0 0 2-15,1-3 20 0,0-3 34 0,-2 1 37 0,0-3 32 16,0-2 21-16,3 4 4 0,-3-4-6 0,0 0-19 0,0 0-12 16,0-11-15-16,0 4-9 0,-3-5-8 15,-2-2-33-15,-4-6-33 0,-2-6-19 0,-3 1-13 16,-4-2-7-16,0 1 1 0,-1 2 0 0,-2 1 3 16,1 4-1-16,3-2 3 0,2 7 8 0,2 1-6 0,3 3 0 15,1 2 8 1,3 4 4-16,2-1 8 0,-1-2 3 0,3 5-5 15,0-3-6-15,2 5-1 0,11-8 0 0,10 2-15 16,13-1-18-16,25 2-23 0,6-1-32 0,31-3-40 16,-7 6-56-16,3-6-61 0,-29 2-199 0,30-7-472 0,3 5 209 0</inkml:trace>
  <inkml:trace contextRef="#ctx0" brushRef="#br0" timeOffset="110462.46">17995 10331 92 0,'9'-3'154'0,"5"1"-11"0,0-1-10 15,4 3-15-15,0 1-8 0,2 1-13 0,1 2-6 0,-3 2-9 0,2 2-6 16,-2 1-14-16,0 3-4 0,-4 0-11 16,0 2-4-16,-2 5-3 0,-2-2-9 0,-1 6 3 0,-4-5-9 15,-5 2-1-15,0 4 3 0,-4-4-2 0,-2 8-6 16,-7-8-7-16,0 6 9 0,-1-4-11 0,5-6 3 16,-9 7 2-16,4-11-7 0,1 3-3 0,1-1 0 15,0 0 6 1,3-7 1-16,-1-1 5 0,5 1-9 0,-2-3 7 0,4-1 16 15,-1 2 38-15,1 0 37 0,-2-3 32 16,5-2 31-16,-4 3 25 0,4-3-6 0,0 0-13 0,0 0-20 16,7-17-14-16,4 3-17 15,2-1-9-15,7-5-12 0,2-4-12 0,3 2-9 16,1-4-12-16,1 4-5 0,-1-2-11 0,-1 4-11 16,-3 0 1-16,-8 4-2 0,0 4-2 0,-4 5-4 0,-1-3-9 0,-4 4 0 0,2 0-6 15,-4 1-3-15,1 3-12 0,0-1-21 0,-3-1-12 16,-1 4-7-16,0 0-8 0,0 0 2 0,0 0-2 15,0 0 1-15,-6 16-10 0,2-8-3 0,-1 1-11 16,1 3 9-16,2-2 2 0,-1 8 1 0,3-5 2 16,2 2 6-16,1 2-1 0,6-3 5 0,0 2-4 0,5-4-28 15,5-2-45 1,7 2-59-16,5-6-95 0,1-1-165 0,2-3-471 16,-1-4 209-16</inkml:trace>
  <inkml:trace contextRef="#ctx0" brushRef="#br0" timeOffset="111100.04">18656 10091 165 0,'1'-2'275'0,"-1"2"-22"0,4-5-20 16,-4 5-20-16,1-3-26 0,-1 3-21 0,0 0-19 0,4-3-20 0,-4 3-21 15,0 0-18-15,0 0-13 0,0 0-7 0,5 8-12 16,-2-3-4-16,-2 0 0 0,3 5-12 0,-1 1-7 16,-2-1 0-16,1 1-4 0,-2 2-6 15,3 3 1-15,-3-1-2 0,-3 0-6 0,6-2 1 0,-2-1 0 16,-1-5-2-16,1 1-2 0,-1-2 4 0,-1-1-4 16,1 0 1-16,0 0 0 0,0-2 7 0,0-3 24 0,0 0 7 15,4 2-5-15,-4-2-4 0,14-3-2 0,-3-3-4 0,0 0-1 16,4-2-3-16,2-3-1 0,-1 1-4 0,2 1-8 15,9-6 2-15,-4 1-5 0,-5 5-1 16,0-2-2-16,-3 4-2 0,-3 2 9 0,-2 0-12 16,0 1-2-16,-5 2-3 0,0-1 0 0,0 1-4 0,-1 1-2 15,-4 1 0 1,9 0 2-16,-9 0-4 0,8 3 2 0,-6 1-2 16,1 0-1-16,-1 2-1 0,1 0 3 0,0 3-5 15,-2-1 2-15,1 1 1 0,0-1-1 0,-1-3 0 16,2 3 1-16,-2-3-1 0,3-2 4 0,-3 2 1 0,3-3 1 15,1 3 3-15,1-5-3 0,3 0 6 16,5-5 7-16,-1 0-9 0,6 0 2 0,0-3 3 16,1 2 0-16,-4-1-2 0,3-1 1 15,2 6-2-15,-3-2-5 0,-2-1 1 0,-2 2-3 16,-1 3-1-16,6 0 1 0,-6 2-8 0,6 1-15 0,-5 4-14 16,7-1-35-16,-6 5-44 0,-1-4-80 0,-2 3-254 15,-2-3-488-15,-3 0 216 0</inkml:trace>
  <inkml:trace contextRef="#ctx0" brushRef="#br0" timeOffset="113116.92">21118 9864 183 0,'1'-10'244'0,"3"0"-10"0,-2 4-5 15,0 0-10-15,-1 0-20 0,2 1-18 0,0 1-20 16,-2 0-17-16,0 1-18 0,-1 3-31 0,3-4-38 16,-3 4-14-16,0 0-7 0,6 11-4 0,-5-3-6 0,2 5-5 0,-2 5-1 15,-1 11-4-15,-1 5 1 0,-3 12-1 0,0 0-4 16,-2 0 0-16,-1 3-1 0,5-13 2 0,-7 10-9 16,1-12-2-16,2-2 1 0,2-1 2 0,0-2-2 15,0-3 3-15,0-2-3 0,-2-7-1 0,5 0 2 16,-3-5 2-16,3-2-4 0,0-1 3 0,-1-3-1 15,1 1-1-15,0-2 5 16,-2-2 15-16,3 1 10 0,0-1 18 0,0-3 11 16,-4 4 1-16,4-4-2 0,0 0-4 0,0 0-7 15,0 0-5-15,-14-6-9 0,8 1-2 0,-6 1-3 16,3-4-4-16,-9-1 0 0,2-2-10 0,-10 0 2 16,-2-1-5-16,-1 0 2 0,-2 1-8 0,-1 3 5 15,1-1-5-15,2-1 1 0,-2 3 1 0,3 2-8 16,0-2 3-16,7 4 0 0,0 1 1 0,3-1 0 0,4 1-3 0,5 0 2 15,0-1 1-15,0 3-3 0,4-1-1 0,1 0-9 16,4 1-2-16,0 0-2 0,0 0 2 0,0 0 1 16,23-2-1-16,9 1 2 0,5 0 3 15,20 0-4-15,5-3-7 0,2 3-2 0,28-1 3 0,-24 2 1 16,26-5 3-16,-2 2-1 0,-2 1-3 0,-26-2-2 16,0 0-4-1,1 0-3-15,-1 0-2 0,-6 0 2 0,-18-1 2 16,-4 3 3-16,-2-2-1 0,-13 2 4 0,-3 1 1 15,-5-1 3-15,-2 0 2 0,-2 1 3 0,-3-1-2 0,-2 1-1 16,-4 1 1-16,3-2 1 0,-3 2 0 0,0 0 1 16,0 0 0-16,-35 8-1 0,16-1 4 15,-8 3-4-15,3 1 2 0,-3-1-2 0,2 2 1 16,0 1 0-16,10 1-4 0,-2-4 7 0,6 1-7 0,-1 0 5 0,3-2 0 16,4 1-5-16,0 0 7 0,4-1 2 0,2-3 2 15,0 1 3-15,7 0 1 0,6-2 1 0,4 1 1 16,11-5 0-16,3-1-2 0,0-1 6 0,2-5-2 15,-4-2 4-15,-3 3 4 0,1-6 7 0,-9 3 4 0,-1-4 0 16,-2 2 2-16,-4-2 5 0,1-2 3 16,-8 4 1-16,-1-2-5 15,1-7-6-15,-5 2-4 0,-4 0-3 0,-1 0-2 16,-3 2-3-16,-3 1-9 0,-6 2-4 0,-2 1-13 16,0 2-15-16,-8 3-27 0,4 3-31 0,-5-2-23 0,5 5-59 15,5 2-55-15,-1 1-187 0,6 1-440 0,3 0 195 16</inkml:trace>
  <inkml:trace contextRef="#ctx0" brushRef="#br0" timeOffset="113931.16">23307 9928 176 0,'-3'-6'222'0,"3"6"-12"0,0 0-17 0,0-3-19 0,0-2-18 0,0 5-15 16,0 0-17-16,0 0-14 0,0 0-20 15,0 0-11-15,0 0-9 0,0 0-8 0,0 0-5 16,0 0-7-16,8 10-6 0,-3-2-5 0,7-1 0 0,1 3-3 15,1-1-2-15,4 1-1 0,2-3-2 0,-2 0-2 16,2 1-4-16,-3 1-1 0,5-2-4 0,-3-2-4 16,-2-1 3-1,0 3-1-15,-5-5-2 0,1 5-2 0,-2-5-3 0,-1 3 0 16,1-3-4-16,-4 1-1 0,-3-2-3 0,1 2-5 16,-1 0 2-16,-2 3 7 0,-2-1-8 0,-6 5-2 15,1 1 0-15,-10 3-1 0,-6 8 0 0,-3-2-3 16,-3 3 3-16,-2 1-4 0,-2 1 3 0,-6 5 1 15,6-7 1-15,3 1-5 0,0 0 5 0,0-1 0 16,4-2-1-16,-2 0-3 0,3-1 6 0,0-2-4 0,9-3 4 16,0-2-4-16,5-4 4 0,1-1 1 0,3-3-3 15,-1-1 6-15,2 0 5 0,0 0 10 0,0-2 29 16,3 0 33-16,1-2 23 0,-4 3 17 0,4-3 8 16,0 0 0-16,0 0-10 0,0 0 12 0,0 0-27 15,0 0-15-15,15-14-8 0,-5 9-13 0,-1 0 2 0,2-2-9 16,-1 2-9-16,-1-2-3 0,4 2-12 0,-3-1-2 0,2 4 6 15,-2-4-16-15,4 3-2 0,-1 3 2 0,1-3-4 16,3 2-4-16,3 1-4 0,0 1 3 0,7 2-5 16,-4 1-2-1,5 1 4-15,2-2-4 0,-1 2-2 0,-1-3 2 0,2 1-2 16,-2 1-5-16,-7-2-5 0,-3-1 1 0,4-1 0 16,-3-1 1-16,-7 1 8 0,-2-2 12 0,4 2-19 15,-4-4 5-15,-3 2-1 0,0-1 3 0,-2 1 7 16,2-2 5-16,-5 3-8 0,1-2-4 0,1-1 1 15,-2 1-4-15,0-1-1 0,-2 4-12 0,2-4-8 16,-2-1-18-16,0 5-65 0,-2-9-76 0,-2 6-64 16,0-1-51-16,-3-3-253 0,0 2-589 0,1 0 260 15</inkml:trace>
  <inkml:trace contextRef="#ctx0" brushRef="#br0" timeOffset="114269.04">23232 10203 69 0,'-8'0'193'16,"8"0"-11"-16,0 0 3 0,-9 0-3 0,9 0-8 15,0 0-12-15,0 0-11 0,0 0-13 0,0 0-13 16,0 0-14-16,21-1-11 0,0-2-8 0,7 1-4 0,4 0-7 16,2 0-1-16,6-1-4 0,13-3 0 0,-12 3-4 0,-3-2-5 15,-1 3-2-15,-1-1-6 0,-3-2-5 0,-14 3-4 16,4-2-5-16,-3 1-4 0,-7 1-3 16,0 1 0-16,-3-2-3 0,-3 2 0 0,-1 1-3 15,-1-3-7-15,-5 3-4 0,11 0-2 0,-11 0-11 0,5-3-10 16,-5 3-22-16,0 0-28 0,0 0-37 0,0 0-33 0,0 0-24 15,0 0-18-15,0 0-56 0,-16 7-139 0,11-4-388 16,5-3 172-16</inkml:trace>
  <inkml:trace contextRef="#ctx0" brushRef="#br0" timeOffset="114653.83">24009 10279 7 0,'0'0'235'0,"0"0"-13"16,0 0-16-16,-6 0-17 0,6 0-12 0,0 0-19 0,0 0-18 0,0 0-16 16,0 0-9-16,29-2-11 0,-13-2-11 0,2 2-13 15,0-1-2-15,4 0-9 0,-2-2-5 0,-2-1-10 16,4 0-4-16,-3-1-1 0,0-1-4 0,-2-1-1 15,-2 1 7-15,-1 2 8 0,-5-1 4 0,2 1 6 16,-3-1 6-16,1 2 8 0,-5 1-1 0,1-1-8 16,0 1-12-1,-2-1-7-15,-2-1-7 0,0 1-11 0,-1 5-6 0,-2-5-3 0,-3 3-6 16,-3 0-2-16,-1 2-1 0,-5 0-5 16,-4 5-1-16,-2 0-6 0,4 2 0 0,-4 3-5 15,1 0 0-15,2 3 0 0,-1 0-7 0,0 4-22 16,3-3-3-16,2 3-19 0,3-2-16 0,1 1-20 0,4 1-5 15,0 0 9-15,2 0 7 0,3 3 7 0,4-4 5 16,4-1-38-16,-2-3-60 0,8-1-230 0,-1-2-421 16,5-3 188-16</inkml:trace>
  <inkml:trace contextRef="#ctx0" brushRef="#br0" timeOffset="115239.24">24434 10168 300 0,'1'-4'340'0,"1"0"-32"16,0 1-31-16,-2 3-35 0,4-5-23 0,-1 3-28 16,-3 2-22-1,11 1-18-15,-6 2-20 0,4 0-12 0,0 4-19 0,1 0-17 16,-1 0-1-16,-1 5-25 0,2-2-12 0,-2 4-8 16,-2 0-1-16,-2 2-18 0,0 0-2 0,-4-1-2 15,0 0-7-15,0-4 0 0,0 2-4 0,-4-4 1 16,3-2-6-16,0-1 1 0,-2 1 8 0,3-2-6 15,0 0 0-15,0-1 4 0,-1-1 2 0,1-3 4 16,-3 5 32-16,3-5 26 0,0 0 13 0,0 0-2 16,0 0-17-16,12-8-24 0,3-2-14 0,3-2-7 15,6-4-6-15,4-2-4 0,0 0-27 0,1-3-10 16,2 0-5-16,12-5 4 0,-14 8-5 0,2-1 6 0,-2 1 2 0,-1 1 2 16,-3 4 3-16,-8 1 2 0,1 4 0 0,-4-1 6 15,-2 3 10-15,-4 2 4 0,-1 0 1 0,-2 1 1 16,0 0 4-16,-1 1-5 0,-1 0 0 0,1-1-1 15,-4 3-2-15,4-2-1 0,-4 2-5 0,0 0-1 16,0 0 0-16,0 0 0 0,0 0 2 0,-13 9 4 16,5-1 0-1,-2-2-5-15,-4 5 2 0,-3 1 0 0,4 1-3 0,-1 0 0 16,0 3 2-16,1 0 2 0,-1-2-2 0,2 3 2 16,-2-2 0-16,3 2-1 0,2-2 0 0,2-1 0 15,0 1-2-15,2-2 1 0,3-3 3 0,0 1 3 16,4-2 2-16,-1 3 4 0,4-5 1 0,4 3 7 15,4-4 12-15,6 0 7 0,1 1-1 0,9-4 9 16,1-3-3-16,1-3 7 0,0 1-3 0,-5-1 4 0,1-5 0 0,-7 2 2 16,0-4 11-16,-4 3 24 0,-3-3-5 15,1-4-12-15,-5 0 2 0,-4 3-20 0,-1 0-4 0,-4-7-5 16,0 1-6-16,-4-2-11 0,-3 5-9 0,-10-8-26 16,-5 5-27-16,-5 0-29 0,-1 3-20 0,-4 4-39 15,-2 1-42-15,-2 5-47 0,6 2-78 0,-2 2-187 16,11 0-523-16,1 0 233 0</inkml:trace>
  <inkml:trace contextRef="#ctx0" brushRef="#br0" timeOffset="116256.35">26596 10052 201 0,'2'-8'328'0,"0"4"-7"0,-1 0-17 16,1-1-25-16,0 2-29 0,1-1-24 15,-1-2-19-15,-2 6-18 0,3-4-28 0,-1 1-13 16,-2 3-19-16,0 0-32 0,4-2-30 0,-4 2-20 15,0 0-6-15,4 10-7 0,-3-1-6 0,1 2-3 16,2 5-6-16,-4 1-15 0,2 0 1 0,-2 4 2 16,0 4 0-16,0 0-3 0,0-1 1 0,-2-3 4 15,2-2-3-15,0-2 1 0,2 0 1 0,-2-7-1 16,0 1-2-16,1-3 4 0,2-2-2 0,-3 0 2 0,0-1 3 0,0-2 31 16,0 1 33-16,0-4 53 0,2 3-6 0,-2-3-15 15,9-7-1-15,0 1-18 0,-1-2-6 0,7-2-7 16,-2-2-8-16,8-6-6 0,-7 5-14 0,1-3-6 15,5-1 0-15,0 0-13 0,-4 3 6 0,-2 2-5 16,0 2-5-16,-5 3 1 0,0-1 4 0,-4 4-13 16,2-1-1-1,-1 1-7-15,-3 1-11 0,0 0-14 0,1 1-12 0,-4 2 0 16,10 4 2-16,-3 1 4 0,-5 0 1 0,5 1 4 16,-2 3-2-16,-1-1-5 0,2 4 2 0,-1-1 7 15,-2-1 1-15,2 1 0 0,0 1 3 0,-1-1-3 16,-1-4 4-16,-1 1 14 0,-2-4-8 0,5 1 2 15,-4 2 5-15,2-4 0 0,-3 1 20 0,0-4 41 16,2 2 33-16,-2-2 35 0,0 0-3 0,0 0-14 0,11-9-13 16,-7-1-12-16,3 2-1 0,0-3-16 0,0-3-6 15,0-2-7-15,1 3-6 0,0-4-4 0,0 0-7 0,2 0-7 16,0 2-3-16,-3-4-1 0,0 4-6 0,1 0-25 16,-3 5-14-16,0-1-30 0,-1 5-34 0,1-1-40 15,-1 3-49-15,0 2-40 0,-3-1-34 16,-1 3-25-16,0 0-28 0,18 5-50 15,-13-1-288-15,3 4-681 0,-2-1 302 16</inkml:trace>
  <inkml:trace contextRef="#ctx0" brushRef="#br0" timeOffset="116589.83">27221 10260 64 0,'0'0'281'0,"-3"2"0"0,3-2-12 15,0 0-10-15,0 0-11 0,0 0-20 0,0 0-27 16,0 0-17-16,21-9-27 0,-8 2-12 0,3 1-13 16,4-3-3-16,0 0-20 0,-2-2-12 0,1 0-8 15,4-4 1-15,-4-1-9 0,3-1-8 0,-2 0-7 16,-6 4-6-16,-1-3-6 0,1 1-1 0,-1-2-3 0,-3 3-7 0,-3 2 0 16,-1-4 9-16,-1 5-8 0,-3 0 0 0,0 0-10 15,-4 1-1-15,0 2-10 0,-3 0-3 0,-3 3 1 16,-4 4-10-16,-4 1 0 0,-4 1-1 0,-2 3-3 15,-4 5-2-15,-3 3-5 0,6 1-7 0,4-1 2 16,1 8 0-16,-1 2-2 0,2 0 3 0,3 4 11 16,7 1-14-1,5-1-2-15,4 3 3 0,7-2 2 0,7 1-1 0,7-2 6 16,22 5-9-16,6-7-39 0,8-3-56 0,35-1-85 16,-2-9-380-16,0-6-614 0,0-5 271 0</inkml:trace>
  <inkml:trace contextRef="#ctx0" brushRef="#br0" timeOffset="117589.82">29240 9981 92 0,'0'-8'246'0,"1"3"-20"0,-2-4-20 16,1 4-24-16,-2 1-19 0,2 4-17 0,-2-9-20 15,-3 9-11-15,-3 0-11 0,-2 0-12 0,-3 4-5 16,-3 5-14-16,1 0-9 0,-2 3-1 0,3 0-13 15,-1 0-4-15,3 0-4 0,-1 5-4 0,4-5-7 16,4 5-6-16,0-2-4 0,1-3-7 0,4-1-3 0,3 0-3 0,2 1 3 16,0-4-5-16,5-1-8 0,6 2 4 0,1-4-8 15,1-2-10-15,3-2 5 0,7-3-7 0,-8 0-2 16,0-3 7-16,0-4-1 0,-1 1 2 0,-1-2 0 16,-3-1 5-16,1-2 7 0,-2 0 7 0,-1-3 3 15,-3 1 1-15,1 1 4 0,-3-1-2 0,1-1 5 16,-3 6 6-16,-1-1-1 15,-1 0 2-15,1 4 4 0,-3 0-3 0,-1 2-5 16,1-1-4-16,0 2-14 0,-2 4-8 0,2-2 2 16,-2 2-7-16,-6 11-10 0,3-2-2 0,-3 9 9 0,-2 7-6 0,-1 4 1 15,2 5 4-15,-4 1 3 0,-4 14-7 0,2 0 2 16,2 1 1-16,1 1 0 0,-3-5 5 0,1 4-1 16,1-3 4-16,-6-4-1 0,8-10 1 0,0-1 5 15,-1 3-6-15,1-6 8 0,0-3-7 0,-2 1-1 16,4-8 8-16,-2-4-6 0,2 1 6 0,-3-3 0 15,2-4-3-15,0-1 3 0,-1-1 4 0,2-2 6 16,-4-3 0-16,0-1 17 0,-2-3 21 0,0-3 3 16,-2-3 1-16,-3-1 11 0,5-1 10 0,-1-5 13 15,-2 2 5-15,0-8 3 0,4 4 0 0,-1-5-3 16,3-4-5-16,4-3-16 0,6 0-5 0,3-3-10 0,6-2-4 0,6-10-9 16,0 10-8-16,11-9-3 0,-3 14-5 15,3 0 1-15,7-4-7 0,-5 8 0 0,1 3-3 16,3 1-5-16,2 4 0 0,0 0-2 0,-3 2 4 0,-3 4-3 31,-1 1-2-31,-8 5 0 0,-4-1-10 0,-1 2 12 16,-5 0-8-16,0 1-2 0,-1 0 0 0,-3 3-9 0,1-3-15 15,-2 2-16-15,-4 1-25 0,5-1-27 0,-5 1-9 0,0 0 15 16,0 0-11-16,0 0-25 0,-7 10-48 16,1-7-61-16,1 1-192 0,-4 0-457 0,4-2 203 15</inkml:trace>
  <inkml:trace contextRef="#ctx0" brushRef="#br0" timeOffset="118285.8">29623 10211 16 0,'0'0'222'15,"0"0"-21"-15,0 0-22 0,0 0-13 0,0 0-16 16,0 0-15-16,21-5-16 0,-10 4-13 0,2-1-7 16,6-1-16-16,-1 1-7 0,4-3-2 0,-2 1-9 0,7-4-8 0,1 0-4 15,-8 1-9-15,-1-2 1 0,6-4-6 0,-9 2 1 16,1-1-1-16,5-5 0 0,-9 4 0 0,1-2 6 16,-4 3 1-16,-1-3-2 0,1-1-7 0,-6 6 1 15,3-2 0-15,-5 3-7 0,-2 1-9 0,0 3 2 16,-1-2-5-16,-3 0-3 0,-2 2 1 0,-6 3-5 15,2 1-1-15,-8-1-1 0,5 4 0 0,-6 1-3 16,1 4-3-16,-2 3-1 0,1 0-3 0,-3 4 1 16,1 3 3-16,1 2-1 0,3 3-3 0,2-7 3 15,6 2-2-15,-1 2 0 0,2-1-5 0,6 0 3 16,2 0-2 0,2-2 3-16,2 1 0 0,6 0 2 0,3-1 0 15,5-2 4-15,7 0-4 0,3-3 3 0,3-3-2 0,5-2 2 16,-4-5-5-16,1-5 3 0,0-1 3 0,2-1-2 15,-6-3 0-15,1-1 3 0,-1-5-3 0,-5-2 8 16,-1 0-1-16,-3-4 0 0,-4-1 1 0,-2 1 2 16,2-4 8-16,-6-2 5 0,0 1-3 0,-1-5 4 0,-3-1-2 15,-1-1 2-15,-1 1-9 0,-1 1 10 0,1 2 13 16,1 0-5-16,-3 3 5 0,0 6-5 0,-1 0 0 16,0 5 0-16,-1 1-2 0,1 4-1 0,-1 2-7 15,0 0-3-15,2 5-3 0,-2-2-11 0,-2 0-26 16,2 5-16-16,0 0 4 0,0 0 4 0,0 0 0 15,-9 19 1-15,2-2 3 0,-3 6 2 0,-1 6 1 16,-1 3 0-16,0 12 4 0,-3 2-1 0,7-9 1 0,-2 8-2 0,5-11 7 16,0-1 0-16,2 1-1 0,3-1 1 0,0-1-1 15,0-6 6-15,0-6-2 0,3-3 3 0,-3-2 1 16,2-4-4-16,1-1 11 0,-2-4 22 0,-1 1 12 16,1-2 22-16,2-1 18 0,-3 0 19 0,0-4 9 15,1 5 29-15,-1-5-23 0,8 1-18 0,-8-1-8 16,18-5-15-16,-5 3 0 15,4-4-23-15,1-1-25 0,3-1-40 0,8-3-45 16,-1 1-57-16,0-3-74 0,7-1-98 0,-3-1-262 16,-2-2-594-16,2-1 262 0</inkml:trace>
  <inkml:trace contextRef="#ctx0" brushRef="#br0" timeOffset="118707.92">30099 9965 139 0,'0'0'272'0,"0"0"-12"0,0 0-13 16,-8-2-14-16,8 2-8 0,-4-4-10 0,4 4-10 0,0 0-10 16,0 0-4-16,0 0-21 0,16-3-17 15,-4 1-14-15,18-2-16 0,4 3-13 0,19-3-12 16,3 3-4-16,5-2-8 0,29 1-10 0,-26-1-10 15,2 3 1-15,1-3-8 0,-5 2-5 0,0-3-9 0,-1 2-8 16,-9-2-4-16,-19 3-2 0,-4-3-5 0,-7 1-3 0,-5 0-6 16,-7 3 1-16,-1-1-12 0,-5-2-8 0,1 3-34 15,-5 0-33-15,0 0-35 0,0 0-33 0,-28 0-48 16,10 0-60-16,-2 3-245 0,-2-2-529 0,4 2 234 16</inkml:trace>
  <inkml:trace contextRef="#ctx0" brushRef="#br0" timeOffset="127478.19">5071 12942 45 0,'-2'-3'187'0,"2"3"-6"0,0 0-13 0,0-5 11 15,0 5-13-15,1-7-14 0,-1 7-11 0,-1-6-15 16,2 3-17-16,2-2-2 0,-2 0-15 0,1 2-11 16,2-1-12-16,4-1-3 0,-1 0-7 0,2-2-10 0,1 2-4 0,2 0-5 15,6 1-5-15,0-1-2 0,1 2-9 16,-1 0-1-16,1 1-7 0,1 2-2 0,-1 2-1 16,1-2-6-16,-3 3-8 0,2 1-7 0,-3 1-3 0,0 3-11 15,-2 2 5-15,-3 1-6 0,-3 5 1 0,-2 2-4 16,-3 9 1-16,-3 4 4 0,-4 3 1 15,-5-2 9-15,-10 16-2 0,-4-4-2 0,-7 2 0 16,0-3 2-16,-2 1 0 0,-4-3 12 0,3-3-1 0,6-11-1 16,-9 6 4-16,8-8-3 0,0 0-1 0,-1-6 2 0,3-2 2 15,2-2 0-15,3-4-4 0,3-3 14 0,3 1-10 16,6-5 7-16,-1 0 23 0,4 0 37 0,-1-1 40 16,3-3 34-16,0 2 23 0,4-2 8 0,0 0-12 0,-6-6-18 15,4 0-7-15,0 1-10 0,6-7-17 16,1-2-32-16,2-3-12 0,6-5-20 0,-1 5-9 15,1-5-5-15,1 5 0 16,-1 5-5-16,-7 3-6 0,4 0-4 0,-2 1 10 16,1 3-21-16,0 1-2 0,1 1 0 0,2 3-5 0,0 4-2 0,1 1-4 0,1 5 6 15,4 1-2-15,-1 1-3 0,-1 9-1 0,4-2 6 16,-4 1-3-16,2 3-1 0,-4-3 2 16,3 1-3-16,-7-3-4 0,3-2-5 0,-3-1 3 15,2-1-1-15,-4-6 0 0,-1 1 2 16,-1-1 4-16,-1-2 3 0,-1-2 2 0,1 0 34 0,-1-2 34 15,0-1 7-15,-4-1 12 0,13-5-3 0,-3-1-11 16,0-3 0-16,3-3-11 0,2 2-2 0,-1-5-22 16,5-6 9-16,3 3-6 0,-5-3-2 0,2 0-12 15,-1 2-12-15,1 1-24 0,-5 4-13 0,-2 2-29 16,-3 2-40-16,1 3-62 0,-5 2-92 0,-1 2-376 16,0 3-675-16,-3-4 300 15</inkml:trace>
  <inkml:trace contextRef="#ctx0" brushRef="#br0" timeOffset="132904.46">5981 13023 220 0,'0'0'238'0,"1"-6"-11"0,-1 6-14 0,0-3-11 16,0 3-4-16,0-5-18 0,0 5-14 0,2-3-14 15,-2 3-14-15,0 0-11 0,1-4-16 0,-1 4-9 16,0 0-12-16,1-4-13 0,-1 4-10 0,0 0-12 16,0 0-14-16,0 0-16 0,0 0-20 0,0 0-7 15,0 0 1-15,4 16-6 0,-4-10-1 0,1 3 1 0,1 5 0 0,-1 4 3 16,-1 5-5-16,2-1 3 0,0 4 2 0,-4 1 1 15,0-2 3-15,1-4-1 0,-1-1-2 0,1-3 0 16,1 2-3 0,0-2 6-16,0-3 18 0,0-4-1 0,0 0-5 0,1-1-2 0,-2-2 2 0,1-1 3 15,0 0 1-15,0-2 0 0,0 0 20 0,0-1 39 16,0-3 30-16,0 4 26 16,0-4 27-16,0 0 12 0,0 0-22 15,0 0-13-15,10-12-12 0,-3 2-2 0,0-2-28 0,2-4-8 16,4 0-6-16,1-7-11 0,4 0-9 0,-1 2-25 15,2 2 10-15,-8 5-3 0,2-1-2 0,-1 3-5 16,-2 2-4-16,-3 3-1 0,1 0-12 0,-1 2 3 16,-1 2-12-16,-1 0-9 0,1 2-9 0,1 1-10 15,-1 2-2-15,-2 0-7 0,4 6-7 0,-3 1-4 0,1 1 9 0,-2 2 0 16,1 3 1-16,0 2-3 0,0 2 0 16,-4-2-5-16,2 0 1 0,-2 2 1 0,2-2-10 15,-2-5-6-15,-1-2 3 0,4 2 1 0,-4-3 3 0,0-1 5 16,0-3 12-16,0-1 5 0,1 0 12 0,-1-4 33 15,0 6 44-15,0-6 29 0,3 1 4 0,-3-1-13 16,5-12-9 0,4 3-5-16,1-7-6 0,-1-1 6 0,9-7-22 15,0-1-6-15,-1-3 0 0,0 1-3 0,0 3 1 0,1 1-31 0,-7 7 14 16,1 3-6-16,-5 2-1 0,0 4 12 0,-2-1-24 16,-1 4-2-16,1 0-10 0,1 2-5 0,-1 0-15 15,3 4-6-15,-4 0-12 0,6 4 0 0,-2 1-12 16,-3 0-3-16,0 3-12 0,3 0-13 0,1 5-30 15,-3 1-32-15,2-1-60 0,-3 2-46 0,1-2-353 16,-2 1-656-16,2-6 290 0</inkml:trace>
  <inkml:trace contextRef="#ctx0" brushRef="#br0" timeOffset="134222.62">7342 12643 11 0,'1'-4'179'15,"2"-1"-13"-15,-2 0-16 0,-1 1-15 0,0 1-18 16,0 3-14-16,0 0-10 0,0 0-23 0,-9 15 4 16,-5 6-6-16,-4 5-10 0,-11 12-7 0,-5 6 2 0,-2 1-7 0,1 5-5 15,2 0-5-15,-12 19-1 0,19-17-4 16,1 0-3-16,3 3-3 0,5-3-9 0,4-1 4 0,7-3-3 16,4-12 3-16,4-2 2 0,2-2 1 0,6-2 17 15,3-2-8-15,4-2 8 0,2-4 15 0,4-5 6 16,3-2-4-16,0 0 4 0,4-4-2 15,-1-1-1-15,0-5-5 0,-3 1-8 0,1-3-2 16,-7 0 2-16,-2-2-3 0,-4-1-9 0,-2 0 6 0,-1 0 13 16,-3 1 7-16,1-2 11 0,-5 2 2 0,-4-1-3 15,11 0-4-15,-11 0-6 0,8-1-8 0,-8 1-3 0,0 0-4 16,9-1-15-16,-9 1-18 0,0-3-18 0,0 3-37 0,0-8-77 16,0 2-125-16,0 2-198 0,-1-7-481 0,-2-1 213 15</inkml:trace>
  <inkml:trace contextRef="#ctx0" brushRef="#br0" timeOffset="135008.82">7518 13039 215 0,'0'-6'272'16,"0"2"-11"-16,0 4-11 0,4-3-16 0,-4-1-16 16,0 4-17-16,0-5-20 0,0 5-19 0,3-3-11 0,-3 3-24 0,2-2-20 15,-2 2-11-15,0 0-31 0,0 0-23 0,0 0-10 16,0 0-5-16,0 12-2 0,1-3-2 0,-1 2-7 15,3 5 1-15,-3 2-2 0,0 1-2 0,-4 7 1 16,2-2-3-16,0-5 0 0,1 1-5 0,1-1-1 16,-4-2-1-16,4 3-3 0,-2-3 4 0,2-4-2 15,-2-5-1-15,2 4-1 0,-2-4 2 0,2-1 4 0,-1-2 1 0,-1-1 9 16,2 1 28-16,0-5 26 0,2 3 21 0,-2-3 15 16,0 0 2-16,0 0-11 0,7-9-11 15,0 0-10-15,4-3-7 0,2-2-5 0,-3-3-14 0,3-4-6 16,2-4 0-16,6 1-6 0,-3 0-12 0,-1 2-5 15,1 3 2-15,-4 4 12 0,-2 3-16 0,-2 4-3 32,-4 2-6-32,0 1-8 0,-1-1-4 0,-1 2-29 0,2 2 1 0,-2 2-4 15,-4 0 0-15,6 5 5 0,-2-1-4 0,1 4 1 16,-4 4-7-16,3 0 5 0,-1 4-11 0,-2 0 2 16,-1 0 0-16,1 1-5 0,-1-4-5 0,4-3-3 15,-3 1 0-15,-1-3 1 0,3-1 1 0,-3 0 12 16,0-2 6-16,0-3 12 0,0 2 25 0,0-4 24 15,1 6 31-15,-1-6-6 0,0 0-4 0,0 0-4 0,13-12-7 16,-9 4-2-16,5-1-2 0,-3-1-8 0,3-4 0 16,3 2-3-16,-2 4-1 0,-2-3 0 0,-2 5-9 15,1-5 1-15,0 7 2 0,-2-2-4 0,-1 0-4 16,1 2 0-16,0 2-5 0,-1-1-2 0,4 2-1 16,-2 1-5-16,-6 0-15 0,17 4-12 0,-5 0-15 15,1 1-19-15,5 4-36 16,-2-1-44-16,4 1-69 0,-1-3-288 0,-1 3-545 15,1-3 242-15</inkml:trace>
  <inkml:trace contextRef="#ctx0" brushRef="#br0" timeOffset="135656.62">8583 13147 171 0,'0'0'197'0,"0"0"-13"16,0 0-21-16,0 0-17 0,0 0-8 0,0 0-14 0,0 0-12 15,0 0-17-15,0 0-8 0,0 0-10 0,0 0-7 16,0 0-7-16,0 0-2 0,0 0-9 16,-6-3-3-16,6 3-5 0,0 0 3 0,0 0-8 0,0 0-4 0,0 0 0 0,0 0-3 15,0 0 2-15,0 0 1 0,0 0 0 16,0 0 5-16,0 0-3 0,0 0 6 0,0 0-3 16,0 0 0-16,0 0-3 0,0 0 1 0,0 0-2 15,0 0 0-15,0 0-1 0,0 0-5 0,0 0 0 16,0 0-2-16,0 0-2 0,0 0-6 0,0 0 2 0,0 0-5 15,0 0-3-15,0 0 6 0,0 0-6 0,0 0 0 0,0 0 0 16,0 0 3-16,0 0-2 0,0 0-2 0,0 0 2 16,0 0-2-16,0 0-1 0,0 0 4 0,0 0-6 15,0 0 0-15,0 0-3 0,0 0 0 0,0 0 2 16,0 0 2-16,0 0 0 0,0 0 1 0,0 0 0 16,0 0-1-16,0 0 1 0,0 0 0 0,0 0-3 15,0 0-1-15,0 0 4 16,0 0-3-16,0 0-2 0,0 0 1 15,0 0 1-15,0 0 0 0,0 0-6 0,0 0 11 0,0 0-9 16,0 0 1-16,0 0 1 0,0 0 2 0,0 0-5 16,0 0 0-16,0 0 0 0,17-1-3 0,-6 1 1 15,2 0-2-15,9 1 3 0,9-3-2 0,-1 2 1 16,1-3 3-16,2 2-2 0,1 1 0 0,0-1-3 16,-2-1 0-16,0 0 3 0,0-1-2 0,-5 3 3 0,-6 0-1 15,-1-2-1-15,-2 1 1 0,-7 0-1 0,1 0 0 16,-5-1 0-16,1 2 1 0,-3-1 0 0,-5 1-6 15,10 1-15-15,-10-1-23 0,5-1-24 0,-5 1-25 0,7-1-34 16,-7 1-40-16,0 0-48 0,0 0-195 0,0 0-440 16,0 0 195-16</inkml:trace>
  <inkml:trace contextRef="#ctx0" brushRef="#br0" timeOffset="136048.28">9435 12971 98 0,'1'-7'290'0,"1"4"-11"16,-1-2-16-16,0 3-20 0,-1 2-17 0,3-5-22 16,-2 2-23-16,-1 3-15 0,0 0-12 0,3-4-30 15,-3 4-28-15,0 0-22 0,0 0-5 0,0 0-9 16,2 9-8-16,-2-1-7 0,0 1-6 0,0 3 5 15,-2 5-12-15,0 0-6 0,0 0-1 0,0 2-3 16,2 1-1-16,-1-3-2 0,0 4 1 0,0-3-4 16,1-2-1-16,-2-3-2 0,2-2-4 0,0 1 0 0,2-4 2 15,-2 2-2-15,1-5-1 0,-2 2 1 0,2-3-1 16,-1 1 1-16,0-1 1 0,0-4-1 0,0 6-1 16,0-4 8-16,0-2 21 0,1 4 10 15,-1-4 2-15,0 0 1 16,0 4-4-16,0-4-4 0,0 0 0 0,0 0-8 15,0 0-2-15,0 0-2 0,0 0-3 0,0 0-11 16,0 0-13-16,0 0-24 0,0 0-37 0,0 0-51 16,0 0-61-16,0 0-131 0,-1-17-171 0,2 9-510 0,0-1 226 0</inkml:trace>
  <inkml:trace contextRef="#ctx0" brushRef="#br0" timeOffset="136410.4">9523 12726 139 0,'12'0'188'0,"2"2"-6"16,5 1-13-16,10 4-6 0,-2 4-14 0,4 5-8 15,2-1-7-15,9 13-8 0,-11-6-7 0,7 12-9 16,-2 1-7-16,-12-7-15 0,4 16-6 0,-11-15-11 15,2 14-3-15,-10-11-10 0,-4 4-3 0,-1 9-3 16,-12 0-8-16,-1-9-8 0,-1-2 3 0,-13 7-7 16,2-10-1-16,-2-2-3 0,-3-2-1 0,-11 4 1 0,5-11 15 0,1 1-3 15,-1-4 4-15,-1-2 1 0,2-2-5 0,1 0-1 16,3-3 0-16,9 0-2 0,-1-5-4 0,6-1-3 16,-1 1-4-16,5-2-3 0,-1 2-2 0,2-3 2 0,3 2-1 15,1-2 0-15,0-1-4 0,4-1 1 16,-5 3 1-16,0-3-1 0,5 0-4 0,0 0-5 15,0 0-19-15,-5 1-28 0,5-1-65 0,0 0-96 0,0 0-260 16,19-7-495-16,-11 1 219 0</inkml:trace>
  <inkml:trace contextRef="#ctx0" brushRef="#br0" timeOffset="138260.37">11082 13125 54 0,'-9'0'148'16,"-2"0"-15"-16,3 0-12 0,0 0-3 0,3-2-9 15,5 2-13-15,-10 2-3 0,10-2-9 0,-8-2-9 16,8 2 5-16,0 0-3 0,-5-1 2 0,5 1-3 15,0 0-5 1,0 0-1-16,0 0-5 0,-8 3-1 0,8-3 4 0,0 0-1 16,0 0-2-16,0 0 1 0,0 0 4 0,0 0-4 15,0 0-4-15,0 0-2 0,0 0-2 0,0 0-4 16,0 0-5-16,0 0-3 0,0 0-3 16,0 0-6-16,0 0-4 0,0 0 1 0,0 0-8 0,0 0-2 15,0 0-3-15,0 0 1 0,0 0-3 0,0 0-4 16,0 0-4-16,0 0 4 0,0 0-2 0,0 0-2 0,0 0 4 15,0 0-7-15,0 0-3 0,0 0 2 0,0 0 0 0,0 0 0 16,0 0-4-16,0 0 2 0,0 0-2 0,0 0 2 16,0 0-2-16,0 0-2 15,0 0 2-15,0 0 0 0,0 0-2 0,0 0 0 16,-5-4 1-16,5 4 0 0,0 0-3 0,0 0 0 0,0 0 1 16,0 0 0-16,0 0 1 0,0 0-3 0,0 0 5 0,0 0-5 0,0 0-2 15,0 0 7-15,0 0-5 0,0 0 3 0,0 0 6 16,0 0-6-16,0 0-1 0,0 0-1 0,0 0 3 0,0 0-2 15,0 0-3-15,22 0 6 0,-5 0-2 0,2-3 0 16,10 3-3-16,3-2 5 0,4-1-5 16,1 0 1-16,2 2 1 0,14-2-1 0,-1-2 10 15,1 0-1-15,-1-2-3 16,-12 5 1-16,-2-2 0 0,-5 0 3 0,-3 0-4 16,-11 1-1-16,1 1-7 0,-3-2-5 0,-5 1-11 15,-5 1-22-15,1 1-29 0,-7 1-37 0,-1 0-33 16,0 0-24-16,-10-6-45 0,-3 1-132 0,-6 5-370 15,-3-1 165-15</inkml:trace>
  <inkml:trace contextRef="#ctx0" brushRef="#br0" timeOffset="138482.84">11204 12920 211 0,'2'-7'272'0,"-2"2"-4"16,0 1-10-16,1-1-20 0,1 2-27 0,-1-2-22 16,-1 5-22-16,3-4-23 0,-3 4-20 0,0 0-17 15,0 0-10-15,2 12-16 0,-2-2-6 0,2 6-6 16,1 10-7-16,2 3-6 0,-1 0-3 0,1 5-5 16,-1-1-8-16,6 2-14 0,-6-1-50 0,1 0-62 15,-1-1-60-15,1 1-64 0,-5-3-179 0,4-6-420 16,-3-8 186-16</inkml:trace>
  <inkml:trace contextRef="#ctx0" brushRef="#br0" timeOffset="139600.44">12278 12830 62 0,'5'-5'240'0,"-4"-2"-13"15,2 0-10-15,0 2-15 16,1 0-7-16,-2 0-26 0,-2 1-19 0,0 4-22 16,5-3-12-16,-5 3-12 0,0 0-16 0,0 0-14 15,9 8-5-15,-8 1-8 0,1 3-9 0,0 0-5 16,-2 3-4-16,0 4-4 0,-2 1-5 0,-1 5 0 15,-4 0-7-15,0 4-6 0,3 1 2 0,-5-3-1 16,2-1-5-16,2 0 1 0,-2-11-10 0,2 3 4 16,2-7 4-16,1 1 0 15,1-3-5-15,-2-3 2 0,1-1 1 0,0 1 32 0,1-1 33 16,1-5 42-16,1 5 9 0,-1-5-1 0,0 0 10 16,0 0 2-16,8-12-10 0,-2 3-20 15,3-4-12-15,8-11-12 0,0 2-5 0,3 1-7 16,0-1-13-16,1-2-8 0,-2 1-6 0,3 1-9 0,-4 0-4 0,-3 6-4 0,-2 4-7 0,-4 3-5 0,-1 1 0 15,2 1-4 1,-7 2-7-16,3 1-20 0,-3 1-22 16,4 0-5-16,-4 2 3 0,-3 1-2 0,9 4 16 15,-6-1 2-15,0 2-12 0,-1 2 4 0,0 4-3 16,-2-1-6-16,0 2-6 0,0 3-4 0,0 0-4 0,-2-2-2 16,2-1 3-16,0-3-2 0,0 2-1 0,-2-5 5 15,2 2 3-15,0-5 9 0,2 2 7 16,-4 0 18-16,4-3 32 0,-2-2-14 0,0 0 6 0,0 0-7 0,19-10 3 15,-7 4-5-15,2-5 1 0,0-2 2 0,1 2 2 0,1-3-6 0,-1 2 3 16,2 0-2-16,-3 2 1 0,0-2-1 0,-3 6 0 31,1 0-3-31,-3-1-2 0,1 4-3 0,-1-1 0 0,1 3 1 16,0 0-1-16,0 2-12 0,2 3-4 0,2 0-16 16,-4 4-19-16,8 1-35 0,-4 0-50 15,0 1-55-15,-1 2-91 0,1 0-164 0,-1 0-488 16,0-3 216-16</inkml:trace>
  <inkml:trace contextRef="#ctx0" brushRef="#br0" timeOffset="140320.94">13354 12958 39 0,'0'0'166'16,"-9"0"-9"-16,9 0-10 0,-9-2-7 0,9 2-15 0,-6-1-8 16,6 1 0-16,0 0-5 0,0 0-13 0,-7 3 0 15,7-3-1-15,0 0-10 0,0 0 1 16,0 0 3-16,0 0 1 0,0 0 1 0,-6-3-1 16,6 3-4-16,0 0-1 0,0 0-2 0,0 0-7 15,0 0-5-15,0 0-8 0,0 0-5 0,0 0-5 0,0 0 1 16,0 0-11-16,0 0-7 0,0 0-3 0,0 0-6 0,0 0-2 15,0 0-4-15,0 0-3 0,0 0 0 0,0 0-4 16,0 0 2-16,0 0-4 0,0 0 2 0,0 0-5 0,0 0-3 16,0 0-3-1,0 0 1-15,0 0 4 0,0 0-6 0,0 0-1 16,0 0 1-16,0 0 0 0,0 0-1 0,0 0-3 16,0 0 3-16,0 0-1 0,0 0-1 0,0 0 1 15,0 0-1-15,0 0 0 0,0 0 1 0,0 0 0 16,0 0 0-16,0 0-2 0,0 0 0 0,0 0-1 15,0 0 1-15,0 0-2 0,0 0 0 0,0 0 3 16,0 0-2-16,0 0 1 0,0 0 3 0,0 0-5 16,0 0 1-16,0 0 2 0,0 0-1 0,0 0 0 15,18-1 2-15,-3 1-7 0,8-3 4 0,4 3 3 16,6-1-1-16,3 1 7 0,15-3 1 0,2 0 2 0,0 3 0 0,-3-1 0 16,3 1-3-16,-14-1 1 0,-1 1-2 0,-2-1 0 15,-4 1 5-15,0 0-6 0,-9 0-2 0,-5-2 1 16,-4 0-2-16,-2 2 0 0,-4 0-3 0,0-3 3 15,-1 3-3-15,-2 0-7 0,-5 0-14 0,4-2-13 16,-4 2-13-16,0 0-6 0,0 0-16 0,-13-7-14 16,5 4-12-16,-2 3-17 15,0 0-19-15,2-1-22 0,-2-2-47 0,0 2-166 0,-1 0-394 16,5 1 175-16</inkml:trace>
  <inkml:trace contextRef="#ctx0" brushRef="#br0" timeOffset="140618.75">14089 12731 193 0,'1'-5'277'0,"3"-2"-15"16,-1 2 7-16,-1-2-30 0,3 3-15 0,-2 1-15 0,-2-2-21 15,0 2-18-15,-1 3-22 0,3-6-19 0,-3 6-19 0,1-2-25 16,-1 2-11-16,0 0-6 0,4 13-12 16,-4-1-4-1,3 3-5-15,-3 2-6 0,2 9-7 0,-3 0 5 0,2 2-11 16,-1-2-1-16,4 3-3 0,2-4-5 0,-3 0 2 16,-2 0 1-16,4-4-3 0,-2-3-5 0,-1 1-35 15,2-2-36-15,-1 0-44 0,-3 0-45 0,1-5-45 16,-2 3-238-16,-2-3-465 0,2-6 206 0</inkml:trace>
  <inkml:trace contextRef="#ctx0" brushRef="#br0" timeOffset="141666.54">14005 12211 77 0,'0'0'162'15,"-2"-5"-7"-15,2 5-24 0,0 0-13 0,0 0-6 0,4-2-14 16,-4 2 0-16,0 0-6 0,14 5-13 0,-5-1-8 15,2 1-6-15,6 3-5 0,1 1-8 0,9 3-5 16,-4-1-2-16,4 0-8 0,2 0-1 0,1-2-7 16,-2-2 2-16,1 2-4 0,-1-2-1 0,-9-1-6 15,3-2-2-15,-2-1-4 0,1-2 1 0,-4-1 2 16,0-1-2-16,-4 1-3 0,1-3-3 0,-5 1 0 0,2-3 6 16,-3 0 5-16,0-2-2 0,-2-3 18 0,-2 3 9 15,4-3 9-15,-3 3 3 0,-4 0 7 0,3-2-4 0,0 3 4 16,-3-1-8-16,2 2 2 0,-2 0 0 0,-1-2 1 15,0 2-1-15,0 1-4 0,1-1-6 0,2 2 0 16,-3 3-6-16,1-5-4 0,-1 5 1 16,0-4-9-16,0 4-5 15,0 0-6-15,4-5-1 0,-4 5-21 0,0 0-5 0,0 0-4 16,0 0 2-16,4 17 1 0,-3-5-7 0,-1 5 10 16,0 11 0-16,0 7-1 0,-5 11-2 0,1 4 1 15,-1 7 2-15,-4 3-3 0,-5 19 3 0,9-21 1 16,-4 0 0-16,-1 0 1 0,0 1 0 0,3-6-1 15,-1 2 0-15,3 1 5 0,-2 0-1 0,3-5-7 16,0-1 8-16,2-16-1 0,0 2-2 0,1-2-1 0,-2-2 5 16,1 1-3-16,2-1-3 0,-4-2 2 0,3-4-4 15,-4-2 7-15,3-5-2 0,1-2 2 0,-1 0-1 16,0 0-1-16,1-5 0 0,0 0-1 0,1 0-2 16,0-2 5-16,-3 0-2 0,3-2 4 0,-1-4-1 15,0 2 0-15,-1 2 2 0,2-1 0 0,-2 1-6 16,2-3 4-16,-2-1 0 0,2 1 0 0,-1 0 0 0,0-2 1 0,0 2 0 15,1-5 0 1,0 4 3-16,0-4-2 0,-2 3 3 0,2-3-1 16,0 0 10-16,0 0 12 0,0 0 7 0,-2 6 5 0,2-6 7 0,0 0 1 15,0 0 1-15,0 0 3 0,0 0-4 0,0 0 7 16,0 0-9-16,0 0 0 0,0 0-2 0,1 4 0 16,-1-4-3-16,0 0-5 0,0 0 0 15,0 0-3-15,0 0-1 0,0 0 0 0,0 0-2 16,0 0 10-16,0 0-15 0,0 0 0 0,0 0-5 15,-10-1 0-15,10 1-15 0,-27-6-8 0,-1 1-20 16,-8 4-42-16,-19-6-64 0,-7 4-76 0,-28-7-331 16,-4 1-581-16,2-3 257 0</inkml:trace>
  <inkml:trace contextRef="#ctx0" brushRef="#br0" timeOffset="143254.51">4914 12550 20 0,'5'-10'221'16,"2"2"-6"-16,-1-2-1 0,0 1-13 0,-1 0-6 15,2 1-11-15,-6 1 0 0,3 0-11 0,-4 1-13 16,4 2-13-16,-3-4-17 0,-1 4-11 0,0-1-19 15,0 5-10-15,-13-2-16 0,0 2-7 0,-7 2-9 16,-9 1-6-16,-3 2-8 0,-3 3-6 0,1-3-5 16,-3 4-4-16,1-2-8 0,-2 0 19 0,-1 2-5 15,1-3-4-15,5-1-4 0,2 2-3 0,3-3-2 16,7-1-5-16,1-1 1 0,2-1-1 0,5 0-2 0,2-1 0 16,-1 0-2-16,5 0-1 0,0 0 4 0,7 0-1 0,-10-2 0 15,5 0 0-15,4-1-3 0,-2-2-4 0,4-1 1 16,-1 2 0-16,2-1-3 0,-1-1-1 0,2 1 1 15,1-2-1-15,-1 2 1 0,1-3-2 0,-2 4 0 16,0 1-2-16,0 2-1 0,-2 1-1 16,4-7 0-16,-4 7-5 0,3-2-19 15,-3 2-3-15,0 0-3 0,0 0-1 0,2 17 4 16,-2-2 1-16,-2 6 4 0,-2 12 1 16,-6 12 2-16,-6 6 2 0,4 5-2 0,-5-1 2 15,-6 24 3-15,6-22-3 0,-3 27 6 0,2-4 0 16,5-24 1-16,2 4-1 0,-1-2 0 0,3 2 3 0,2-5-4 15,1-2 5-15,1 0 0 0,-3-5-3 0,5-1 5 16,-2-12 12-16,0-3-10 0,-1 5-5 0,3-2-3 0,-1-3 6 16,-2 2 1-16,2-7-1 0,0 1 2 0,-1 0-1 15,0-3 8-15,1-5-7 0,-1-1 2 0,1 1-3 16,0-2 1-16,0-1 5 0,2 1-1 0,-1-6-4 16,-1-2 6-16,2-1-5 0,-1 2 1 0,1-2 1 15,-1-4 0-15,3-1 1 0,-1 3 1 0,1-2 0 16,0-5 4-16,-3 8-1 15,2-8 0-15,1 0-2 0,-1 2 3 0,1-2 8 16,-3 4 4-16,3-4 2 0,0 0 2 0,0 0 0 16,0 3-3-16,0-3-1 0,0 0-3 0,0 0 0 0,0 5 0 0,0-5-4 15,0 0-3-15,0 0-1 0,0 0 9 0,0 0-11 16,0 0 0-16,0 0-2 0,0 0-2 0,0 0 2 16,0 0 0-16,-4 3 5 0,4-3-7 15,0 0-4-15,0 0 2 0,0 0 0 0,0 0 2 0,0 0 0 16,0 0-9-16,0 0-2 0,0 0 3 0,0 0-2 15,0 0 3-15,22-1 1 0,-4-1 1 0,15-6 1 16,25 2-17-16,7-9 8 0,33 1 7 16,-3-3 1-16,2 0 12 0,-3 2-3 0,-3 1 7 15,-26 8 2-15,1-2 7 0,0 0-2 0,-11 1 0 0,1 1 1 16,-19 1 1-16,-3 4-3 0,-8-2-1 0,-4 1 0 0,-7-1-5 16,-2 0 0-16,-4 2-18 0,2 1-26 0,-4-3-23 15,-2 2-40-15,0 0-69 0,-5 1-67 0,10-3-194 16,-6 2-459-16,0-5 203 0</inkml:trace>
  <inkml:trace contextRef="#ctx0" brushRef="#br0" timeOffset="144541.69">15400 12714 85 0,'0'-11'199'0,"0"2"-18"0,0 0-10 15,0 0-15-15,-1 1-11 0,-2-1-10 0,-1 1-12 16,4 1-15-16,-1 2-8 0,-2-1-8 0,2 2-11 15,0 0-9-15,-3 1-10 0,4 3-8 0,-9-2-4 16,4 2-10-16,-4 2 2 0,-3 1-9 0,1 3-7 16,-11 5 2-16,-1 5-10 0,0-1-1 0,-2 4 3 15,-1 0-5-15,3 1-1 0,0 0-5 0,0 1 4 16,4 0-5-16,1 1 1 16,4 1-3-16,1-6-1 0,-2 4 1 0,7-4-1 15,2-2-2-15,2-3 5 0,1 1-2 0,1-4-1 16,2 3 4-16,0-2-5 0,1-3 3 0,2-1 18 15,2-3 15-15,1 1 17 0,2-3 7 0,5 1 3 16,0-5 9-16,4-1 8 0,1-3 2 16,0-2 3-16,1 0-1 0,-2-3 2 0,1 2-8 0,-3-3-3 0,0-2-3 15,0 1 11-15,4-6-18 0,-5 6-4 0,-1-1 6 16,-3 0 5-16,1 1 4 0,-2 1-7 0,-2 2 7 16,-1 1 6-16,-1 3-2 0,0 0-5 0,0 1-11 0,-3 2-13 15,0 0-9-15,-1 1-1 0,2 1-13 0,-3 2-19 16,4-5-25-16,-4 5 2 0,0 0-16 15,0 0 3-15,1 10 1 0,-1-3 0 0,-1 2 5 16,1 1 5-16,-3 5-1 0,-1 1-1 0,3-1-1 0,-1 4 4 0,0-2 0 16,-2 0 0-16,3 0 2 0,1-1 8 0,0 1 2 15,0-4-6-15,0-1-3 0,0-2 5 0,1 2 2 16,2-3-2-16,-2-1 1 0,1-1 2 0,-2-2 2 16,2-1 5-16,-1-1 1 0,2 2 1 0,-2-4 32 0,3 1 6 15,-4-2 0-15,14 0 3 0,-1-1-8 16,6-3-1-16,-1 1-5 15,11-4 0-15,0 0 3 0,1-3-32 0,2 0-48 16,-1-4-39-16,-2 3-58 0,3 0-57 0,-2-1-88 16,-4 0-336-16,-5 2-668 0,-3 3 296 0</inkml:trace>
  <inkml:trace contextRef="#ctx0" brushRef="#br0" timeOffset="145096.1">16036 12861 10 0,'0'-5'234'0,"0"5"-14"0,0 0-18 16,0 0-21-16,-1-6-16 0,1 6-18 0,0 0-20 15,0 0-11-15,0 0-18 0,0 0-18 0,0 0-11 16,0 0-7-16,-9 9-4 0,4-4-13 0,-4 2-2 0,1 3-8 0,1 0-5 16,0-1 2-16,-2 0-4 0,3 3-3 0,2 0-7 15,0-1 5-15,-2 1-6 0,3-2-4 0,-1 1 2 16,1-1-5-16,2 0 5 0,1-1 0 0,-2-3 0 16,4 1 9-16,-1 0 26 0,2-4 19 0,1 1 12 15,3 0 10-15,-1-3 3 0,3-2 1 0,1 1-2 16,-1-4 0-16,-1 0-6 15,2-1-3-15,-1-3-4 0,0 3-13 0,1-4 1 16,-2 2-10-16,-3-3-7 0,0 1 6 0,-1-2-16 16,0 4-9-16,-3-4-10 0,-1 3 7 0,0-1-21 0,-1 1-11 0,-3 3-23 15,-2-3-16-15,-5 3-13 0,1 1-17 0,1 0-17 16,0 2-21-16,1 1-25 0,-2 1-33 16,10 0-25-16,-13 0-49 0,8 3-157 0,5-3-430 15,-1 3 190-15</inkml:trace>
  <inkml:trace contextRef="#ctx0" brushRef="#br0" timeOffset="145515.57">16638 12760 141 0,'0'0'145'0,"0"0"-12"0,0 0-9 16,0 0-4-16,0 0-9 0,0 0-8 0,0 0-2 15,0 0-9-15,0 0 0 0,0 0-1 0,0 0-8 16,0 0-1-16,0 0-4 0,0 0-6 0,33 0-10 0,-12 0 0 0,-1 0-14 16,12 0-1-16,0 0-6 0,3 0-1 0,2 2-2 15,1-1-7-15,0 2 1 0,-2-4-4 0,2 1-2 16,-2-2-7-16,-4 4-1 0,-1-4 0 0,-11 4-4 16,-3-4 1-16,-4 1-2 0,-3 1 3 0,-2 0-6 15,-2-2-2-15,-6 2-13 0,5 0-19 0,-5 0-25 16,0 0-15-16,0 0-28 15,0 0-38-15,-29 2-169 0,16-1-323 16,0 1 143-16</inkml:trace>
  <inkml:trace contextRef="#ctx0" brushRef="#br0" timeOffset="146013.37">16712 12937 8 0,'0'0'156'0,"0"0"-9"16,-6 0 2-16,6 0-3 0,0 0-8 0,0 0-5 15,0 0-2-15,-5 2-13 0,5-2-6 0,0 0-2 16,0 0 1-16,0 0-1 0,0 0-3 0,0 0-3 16,0 0-1-16,0 0-9 0,0 0-5 0,0 0-6 0,0 0-6 0,0 0-4 15,0 0-6-15,0 0-6 0,0 0-5 0,0 0-9 16,0 0-3-16,0 0-2 0,0 0-2 0,0 0-6 16,0 0 1-16,0 0-1 0,0 0-6 0,0 0 0 15,0 0 3-15,0 0-3 0,0 0-2 0,0 0-4 16,20-6-8-16,-7 7 1 0,9-3 0 0,-1 0-1 15,9-3-2-15,6 2 0 0,-1 1-1 0,4-1-5 16,1-1 5-16,11-1-1 16,2 1 0-16,2 0-2 0,-18 0 2 0,3-1 10 15,-2 0-5-15,-4 1-1 0,-3 0 5 0,-13-2-1 16,1 5-4-16,-6 0 1 0,0 0 1 0,-7-2-5 16,2 2 0-16,-3 1 1 0,3-1-6 0,-5-1-4 15,-3 2-18-15,7-1-16 0,-7 1-18 0,0 0-25 16,0 0-22-16,0 0-27 0,0 0-31 0,-14 4-22 15,9-2-63-15,5-2-140 0,-8 4-411 0,7-1 182 0</inkml:trace>
  <inkml:trace contextRef="#ctx0" brushRef="#br0" timeOffset="146584.13">18099 12570 37 0,'-3'-5'152'0,"3"5"-5"0,-2-5-10 0,2 2-11 0,0 3-13 0,-4-5 2 16,1 3-22-16,1-1-13 0,-2 0-8 0,1 1-3 16,3 2-6-16,-9-5-8 0,3 4-5 0,-1 0-8 15,1 1-1-15,6 0-7 0,-15 0-5 0,7 1-1 16,-2 0-3-16,0 4 0 0,-2 0-4 0,1-2-9 15,-5 7 3-15,1-1-6 0,2 5 0 0,-6-1-6 16,2 6 8 0,1 3-6-16,-3-3-2 0,2 5 1 0,2-2-1 15,1 0 5-15,6-3 2 0,-1-3-10 0,0 4 4 0,4-3 1 16,4 0 14-16,1 0 16 0,0 0 11 0,4 0 22 16,2-2 20-16,7 2 21 0,5 3 10 0,5-6 7 15,5-1 7-15,2 2-1 0,6-8 3 0,2 1 2 16,14-3-7-16,-12-3 1 0,14-2 0 0,-16-4-4 15,2-1-3-15,-1-5-5 0,-2 0-12 0,-2-2-15 0,-3-2-6 16,-4-3-9-16,-5 2 9 0,0-6-24 0,-5-1-10 16,-5 2-16-16,-5-5 19 0,-4-1-26 0,-7 2-15 0,-1-1-21 0,-5 2-29 0,-10 0-31 15,-8 2-31-15,-6 5-38 0,-17-1-52 16,-6 8-70-16,-3-2-321 0,0 6-627 0,6 0 279 16</inkml:trace>
  <inkml:trace contextRef="#ctx0" brushRef="#br0" timeOffset="151639.76">5520 15419 53 0,'0'0'242'0,"0"0"-9"0,0 0-9 0,0 0-14 0,-2-4-9 0,2 4-16 15,0 0-15-15,0 0-17 0,0 0-17 0,-1-3-11 16,1 3-16-16,0 0-15 0,0 0-8 0,0 0-3 0,13-3-16 16,0 3-9-16,0-2-4 0,8 0-10 15,7-1-29-15,7 1-17 0,-2 0-32 0,2-3-21 16,-1 2-30-16,-2 3-32 0,0-3-43 15,-4 3-189-15,-6 1-376 0,-3-1 166 0</inkml:trace>
  <inkml:trace contextRef="#ctx0" brushRef="#br0" timeOffset="151791.31">5609 15652 91 0,'0'0'121'15,"0"0"-7"-15,0 0-13 0,21 0-5 0,-7-2-11 16,5 0-9-16,1-2-14 0,10 2-46 0,-2-4-44 16,-8 2-95-1,3-2-133-15,-4 3 60 0</inkml:trace>
  <inkml:trace contextRef="#ctx0" brushRef="#br0" timeOffset="152225.31">5852 15247 39 0,'-1'-4'197'16,"1"4"-19"-16,-4-5-21 0,4 5-22 0,0 0-7 16,0 0-16-16,13 2-11 0,-4 3-14 0,2 2-9 15,4 0-7-15,5 1-17 0,5 5-18 0,-2 0-1 16,4-2-11-16,2 0-10 0,-2 1-7 0,0 3-22 15,0-7-6-15,-8 3 5 16,0-3-8-16,-1-3 3 0,-1 1 0 0,-3-3 3 16,-4 1-2-16,-4-1 9 0,3-2 12 0,-2 1 21 0,-1 0 20 0,-2-2 9 0,-4 0 4 15,0 0-1-15,0 0-5 0,0 0-3 0,0 0-5 16,0 0-5-16,0 0-6 0,0 0-7 16,0 5 0-16,-8 2-1 0,-6 5-7 0,-5 10-5 15,-4 3 2-15,-11 16-1 0,-5 0-6 16,1 7 5-16,2 1-2 0,-16 21-2 0,20-26 2 0,-1-1 0 15,8-2-1-15,5-9-2 0,3-3 1 0,2-1 2 16,-3 1-3-16,6-4 1 0,2 1-1 16,1-9-3-16,4-2 7 0,3-3 0 0,-1-5 3 15,2 3 1-15,-1-5 4 0,1 2-2 0,1-4-1 16,-2 1 6-16,-1-2-12 0,3-2-45 0,0 0-63 0,0 0-50 16,-5-9-142-1,1 2-315-15,0 2 139 0</inkml:trace>
  <inkml:trace contextRef="#ctx0" brushRef="#br0" timeOffset="153158.6">7627 14952 184 0,'0'-5'196'0,"3"1"-17"0,-1 1-14 16,3-1-17-16,1-2-14 0,3 4-13 0,3-3-10 15,7 2-8-15,1 2-7 0,9 1-11 0,1 2-5 16,1 5-10-16,0 1-8 0,1 1-9 0,-2 5-5 15,-3 2-5-15,1 3-3 0,-6 3-3 0,1 2-7 16,-8 5-3-16,-3-3-1 0,-6 4-1 0,-2 3-5 16,-5 2-2-16,-11 13-5 0,-7-2-2 0,-9 0 8 0,-8 1-11 15,-1-1-1-15,-5-4 2 0,-4-2-5 0,5-6 3 0,-2-1-1 16,3-4 0-16,-1-3 0 0,9-9 0 0,-1-1-3 16,6 0-2-16,-2-4 5 0,3-1 0 0,8-4-1 15,7-1 12-15,-2-4 12 0,3 2 12 0,2-1 26 16,3-2 16-16,-1-1 19 0,1 1 2 0,5-1-11 15,0 0-7 1,-3-7-13-16,3 7-5 0,15-10-9 0,-3 3-8 0,6 0-3 16,1-1-9-16,9 0-3 0,1 3-4 0,-1-3-4 0,3 4-4 0,1 2-3 15,0 0 1-15,1 0-9 0,3 0 3 16,-3 0-8-16,-1 2 8 0,3 2-7 0,-6-2-1 16,-1 4 1-16,-7-4 0 0,-1 1 1 0,-1 0-8 15,-6 0-15-15,-1 0-11 0,-4-1-7 0,0 0-11 16,1 0 2-16,-5 1-12 0,-4-1-3 0,10-1-6 15,-10 1-9-15,5 1-13 0,-5-1-18 0,0 0-34 16,0 0-94-16,0 0-190 0,0 0-453 0,-6-11 201 16</inkml:trace>
  <inkml:trace contextRef="#ctx0" brushRef="#br0" timeOffset="154006.84">8739 15121 217 0,'2'-2'201'0,"-1"-1"-13"0,-1 3-20 16,3-4-22-16,-3 4-24 0,0 0-7 0,6 0-11 15,-6 0-8-15,6 7-12 0,-4-1-9 0,0 1-4 16,1 4-12-16,0 1-6 0,-2 8-2 0,0-5-8 16,-2 4-3-16,0 8-1 0,-1-4-7 0,-2 5-2 15,0-2 1-15,-3 3-8 0,3-2-3 0,0-10-2 16,1 1 0-16,-1-2-4 0,2-4 3 0,0-1-2 0,-3-6-2 0,5 2-5 15,0-1 46-15,-1-2 17 0,-1 1 31 0,2-5 26 16,0 5 27-16,0-5-14 0,0 0-2 0,12-10-30 16,-5 3-7-16,0-4-13 0,5-2-8 0,1-2-7 15,4-6-4-15,0-1-11 0,3 3 6 0,-5-2-17 16,-1 5-6-16,2 4-6 0,-1-1-5 0,-2 2 0 16,-3 3-5-16,-5 1-3 15,3 1-4-15,-3 5-7 0,-1-3 0 16,1 1-9-16,0 1-7 0,-5 2-1 0,0 0-7 15,10 5-2-15,-6-1 2 0,-1 1 1 0,-1 3 0 16,1 1 1-16,-1 3 5 0,0 4-1 0,-4 3 2 16,4 0-2-16,-4 1-3 0,2 0-3 0,-1-3-4 0,0 0-5 0,0-5 1 0,1-3 3 15,0-1 4-15,-2-3 3 0,2 0 5 16,0 0 16-16,-1-1 34 0,1-4 17 0,0 0-3 16,0 0-11-16,0 0-6 0,14-17 11 0,-9 6-18 15,4-4-4-15,-1-2-1 0,3 0-5 0,-2 0-3 16,6-4-3-16,0-4-1 0,1 4 0 0,-2 5-4 15,-2 1-2-15,-1 4-4 0,-2-3 3 0,-1 7-4 16,1 0-3-16,-8 2-8 0,4 2-2 0,-1 2-7 16,5-1-1-16,-9 2-3 15,13 6 12-15,-8-2-23 0,3 3 3 0,-2 0-1 16,1 2 0-16,0 3 1 0,-1-3-4 0,1 5-4 16,3 1-13-16,-4 1-15 0,2-1-18 15,-3 1-17-15,-1-7-20 0,-1 2-31 0,1 0-9 0,-1-4-22 16,-2-2-12-16,3 1-5 0,-4-3-30 0,0-2-183 15,0-1-441-15,0 0 195 0</inkml:trace>
  <inkml:trace contextRef="#ctx0" brushRef="#br0" timeOffset="154507.87">9329 14718 104 0,'6'-5'225'0,"-2"0"-13"0,5 2-19 0,1 0-16 16,2 1-20-16,-2-1-14 0,3 6-11 0,1-1-14 16,3 1-13-1,-2 7-16-15,-1-2-4 0,1 6-12 0,-2-1-6 16,-2 3-5-16,-2 4-6 0,-1-3-3 0,-4 2-11 15,2 6-3-15,-6 1-4 0,0 1-5 0,-6-2-1 0,2-5-3 16,-1-3-6-16,-4 6 0 0,-1-5 2 16,-2-5-6-16,5 2 4 0,0-5-6 0,-3 1-2 0,5-2 0 0,0-1-1 15,0-3 3-15,1-1-3 0,1 0 6 0,-2 0 6 16,3-2 6-16,-2 1 10 0,4-3 13 0,-1 4 11 16,-1-2 11-16,2-2 3 0,0 0-2 0,0 0-2 15,0 0-10-15,11 0-9 0,0-2-3 0,8-1-5 16,9-2 1-16,3 1-9 0,6-1-3 0,-1-3 4 15,14 0-14-15,2 3-4 0,0-3-2 0,2 0 3 16,0 3-1-16,-2-1 1 0,-15 3 5 0,0-1 6 16,-5 4-14-1,-11-3-2-15,-2 3 0 0,-6-1-4 0,-1 1-1 16,-1-3 2-16,-5 2-3 0,0 1 3 0,1-1-3 0,-1 0 0 16,-6 1-12-16,5-1-17 0,-5 1-28 0,0 0-18 15,0 0-36-15,0 0-47 0,0 0-62 0,-18 14-80 16,7-10-174-16,-1 0-501 0,0-1 222 15</inkml:trace>
  <inkml:trace contextRef="#ctx0" brushRef="#br0" timeOffset="156071.47">10502 15329 85 0,'-10'1'143'0,"1"-1"-9"0,2 0-10 15,7 0-6-15,-10-1-10 0,5 2-7 0,5-1-11 16,0 0-4-16,-10 1-6 0,10-1-3 0,0 0-6 16,-5 0 2-16,5 0 2 0,0 0 5 0,0 0 6 15,0 0 5-15,0 0 5 0,0 0-1 0,0 0-4 16,0 0-5-16,0 0-4 0,0 0-3 0,0 0-10 0,0 0-8 16,0 0-3-16,11-6-4 0,-11 6-6 15,0 0-7-15,0 0-1 0,7-2-7 0,-7 2-3 0,0 0-2 0,0 0-3 16,6-3-2-16,-6 3-2 0,0 0-4 0,4-1 1 15,-4 1 1-15,0 0-7 0,0 0 1 0,5-1-4 0,-5 1 0 0,0 0-1 16,0 0-2-16,0 0 2 0,0 0-2 0,0 0-1 31,0 0 1-31,0 0 4 0,0 0-7 0,0 0 3 0,0 0-4 16,0 0 11-16,0 0-10 0,0 0-1 0,0 0 5 0,0 0-1 0,0 0 1 0,0 0-2 16,0 0 4-16,0 0 0 0,0 0 1 0,0 0-2 15,0 0-1-15,0 0 1 0,0 0-2 0,0 0 1 16,0 0-3-16,0 0 1 0,0 0-3 0,0 0 0 15,0 0 0-15,0 0 4 0,0 0-5 0,0 0 0 16,0 0 3-16,0 0-1 0,0 0-3 0,0 0 0 16,5 5 3-16,-5-5-1 15,12-3 4-15,-1 3-6 0,8-1 2 0,3-2 2 16,8 2-3-16,0-1 1 0,3-3 4 16,6 2-5-16,13-1 0 0,0-2 2 0,6 2 0 15,1-1 3-15,2-1 7 0,3 1-4 0,-1 0 0 16,-5 0-1-16,-1 2 0 0,-4-1-5 0,-17 3 5 0,-4-2-3 15,-4 1-1-15,-6 0-2 0,-9 2-5 0,-1-2-3 16,-2 1-10-16,-4-1-7 0,0 2-16 0,-6 0-22 0,0-3-21 16,0 3-18-16,-13-2-11 15,-1 0-10-15,-5 2-12 0,-1 0-17 0,-2-1-12 16,-5 1-16-16,0 0-139 0,-1-1-344 0,5 1 153 16</inkml:trace>
  <inkml:trace contextRef="#ctx0" brushRef="#br0" timeOffset="156287.41">10910 15116 226 0,'-2'-7'318'16,"1"1"-7"-16,0 0-7 0,0 0-23 0,1 3-29 16,-2-2-27-16,2 5-16 15,0-5-37-15,0 5-25 0,0 0-16 0,0 0-16 16,-1 13-8-16,2-2-16 0,-1 8-11 0,-1 6-8 0,2 4-6 15,1 3-9-15,0-1 5 0,1 6-5 0,7 13-45 16,-2-5-37-16,-5-8-44 0,5 9-60 0,-2-13-72 16,-7 0-278-16,-1-2-518 0,2-11 229 0</inkml:trace>
  <inkml:trace contextRef="#ctx0" brushRef="#br0" timeOffset="157968.41">12028 14984 148 0,'1'-4'217'0,"0"3"-20"0,1-3-27 0,-2 4-16 31,1-4-22-31,-1 4-16 0,0 0-10 0,0 0-14 0,6 14-11 0,-7-4-4 16,1 3-12-16,-1 2-6 0,-2 4-6 0,-2 8-5 16,0-1-3-16,1 1-5 0,-2 1-5 0,-1-1-3 15,-3 0-5-15,1 1 2 0,1-1-5 0,1-7-3 16,-1 3-6-16,3-7 5 0,1-1-7 0,2-5 3 15,-2 1 1-15,0-3 3 0,2 0 36 0,0-4 26 16,1 0 31-16,0-2 11 0,1-2-16 16,0 0-8-16,11-11-13 0,-3 1-7 0,2-5-12 0,3 1 1 15,-2-3-7-15,6-3 0 0,-1-1-6 0,4-1-5 16,-4 0-3-16,6 1-6 0,-3-4-6 0,0 4-2 16,3 1-3-16,-3 1-2 0,-6 6 0 0,1 1-9 15,-6 5 1-15,-2 0-2 0,1 2-7 0,-2 1 1 0,0 0-7 16,-2 3-1-16,3 1-1 0,-6 0-7 0,7 2-2 15,-3 2 0-15,0 3-4 0,1 1 2 0,-2 2-1 16,-1 2 4-16,1 2-6 0,-1 1 8 0,-2-4-2 16,2 1 4-16,0 5-2 0,-1-5 6 0,1-1-8 15,-1 1 1-15,2-4-8 0,-1 0 2 0,-2-4 3 16,1 2 10-16,-2-3-1 16,4 2 17-16,-3-5-1 0,10-3-2 0,0-2 2 15,4-4-6-15,-4 2 14 0,7-3 2 0,-3-2 3 16,3-2-5-16,2-4-2 0,1-1 8 0,0 4-8 15,-4 1 9-15,-2 2-13 0,-1 0-2 0,-3 4 2 16,0 2-4-16,0-1-4 0,-2 2-2 0,-1 1-1 16,-1 3-11-16,2 1 3 0,-1 0 7 0,2 2-18 15,4 2 2-15,-4 4-9 0,5 1-6 0,-4 1-22 0,2 1-25 0,2 5-33 16,-4 0-30-16,2 1-50 0,3-3-48 0,-4 2-284 16,5-1-558-16,-3-3 247 0</inkml:trace>
  <inkml:trace contextRef="#ctx0" brushRef="#br0" timeOffset="158469.47">13081 15117 113 0,'-8'2'136'16,"8"-2"3"-16,0 0-9 0,-8 0 1 0,8 0-8 15,0 0-14-15,0 0 1 0,0 0-1 0,-7 0-1 16,7 0-1-16,0 0-5 0,0 0-4 16,0 0-9-16,0 0-8 0,0 0-4 0,0 0-9 0,0 0-6 15,0 0-8-15,0 0-4 16,0 0-5-16,0 0-4 0,0 0-3 0,0 0-4 0,0 0 2 0,0 0-4 15,-5-3-1-15,5 3 3 0,0 0-3 0,0 0-2 16,0 0 4-16,0 0-2 0,0 0-4 0,0 0 5 16,0 0-8-16,0 0-1 0,0 0-1 0,0 0-2 0,0 0 0 0,0 0-2 15,0 0 2-15,0 0-2 0,0 0-2 16,0 0-1-16,0 0-2 16,0 0 1-16,0 0-2 0,0 0 0 0,0 0 0 15,0 0-2-15,0 0-1 0,30-1-1 0,-11-2-2 16,2 0 0-16,7 2 2 0,5-3-3 0,-1 2-2 15,5 0 0-15,4-3 1 0,-1 2 2 0,12-2-4 16,-11 4-1-16,10-3 0 0,-14 1 2 0,-2 0 0 16,-3-2 0-16,-3 3 0 0,-9-1-8 0,2 2-3 15,-9-2-16-15,-3 0-11 0,2 2-12 0,-6 0-26 0,-1-2-22 16,-1 0-32-16,-4 3-22 0,4-5-25 0,-4 5-172 16,-8-5-376-16,2 4 167 0</inkml:trace>
  <inkml:trace contextRef="#ctx0" brushRef="#br0" timeOffset="158838.94">13841 14815 70 0,'1'-7'276'0,"1"0"-9"0,0 1-21 15,-2 3-21-15,1-3-24 0,2 3-22 0,-3 3-26 0,1-4-17 0,-1 4-17 16,0 0-12-16,9 12-14 0,-5-2-7 0,0 7-13 16,-3 10-4-16,-1 1-13 0,4 6 1 15,-7-1-8-15,3 1-8 0,0 0-2 0,-1-1-5 0,2 0-4 16,-1 0-7-16,0-5 4 0,3 1-5 0,-6-3-1 16,6-7-1-16,-2-2-3 0,-1 0-1 0,0-5-2 15,0-1 1-15,0-1-3 0,3-3-1 0,-3 1 2 0,0-4 1 16,1-1 1-16,-1 1-2 0,0-1 16 0,0 1 23 15,0-4 8-15,0 4 2 0,0-4 0 0,0 0-2 16,3 5-5-16,-3-5-7 0,0 0-3 0,0 0-5 16,0 0-5-1,0 0-30-15,0 0-16 0,0 0-29 0,0 0-28 0,0 0-32 0,0 0-48 16,0 0-33-16,0 0-40 0,-3-13-29 16,3 8-150-16,0 5-431 0,0-9 191 0</inkml:trace>
  <inkml:trace contextRef="#ctx0" brushRef="#br0" timeOffset="159093.76">14486 15062 169 0,'0'0'269'16,"0"0"-20"-16,3-5-25 16,-3 5-22-16,5-5-21 0,1 3-17 0,2-2-17 15,2 0-13-15,8 2-16 0,0-1-14 0,2 0-8 0,12-2-14 0,0 2-20 16,4 0-25-16,2 2-21 0,1-1-33 0,-6-2-37 16,3 3-41-16,-2-1-53 0,-4 1-176 0,-3-2-350 15,-7 3 155-15</inkml:trace>
  <inkml:trace contextRef="#ctx0" brushRef="#br0" timeOffset="159288.97">14600 15216 47 0,'-5'0'172'0,"1"4"3"0,1-3-3 15,3-1 18-15,0 0 1 0,9 5-17 0,6-3-14 0,6-2-16 0,11 0-12 16,4 0-14-16,5 0-13 0,10-3-11 0,5 3-27 15,0-1-32-15,-2 0-40 0,0 2-44 0,-2-4-58 16,-12 1-196-16,-2-1-327 0,13-2 144 0</inkml:trace>
  <inkml:trace contextRef="#ctx0" brushRef="#br0" timeOffset="159687.06">16035 14887 229 0,'0'-4'227'0,"0"-2"-19"0,0 6-14 16,0-5-16-16,0 2-18 0,0 3-17 0,0 0-21 16,0-6-10-16,0 6-16 0,0 0-14 0,0 0-4 15,0 0-15-15,-14 10-3 0,1-3-7 0,0 5-7 16,-2 3-8-16,-3 4-7 0,-1 2 2 0,1 2-3 15,-1 0-2-15,0 0-5 0,2 2 3 0,2-1-3 16,2-2-7-16,5 0 3 16,1-2-1-16,3-2-1 0,1-2 0 0,6 0 2 15,1-2 24-15,7 1 9 0,2-2 12 0,5-1 12 0,7-2 1 0,5-1 2 16,4-4-5-16,3-4-5 0,3-2 12 0,10-6-18 16,-13 0 3-16,-1-6-1 0,-2 2-4 15,-2-4-6-15,-1-2 1 0,-3-5-8 0,-2 0-6 16,-6-5-8-16,-3-1-1 0,-5-2-7 0,-3-2-4 0,-6 1-5 15,-6 2-5-15,-3-1-8 0,-4 2-6 16,-8 4-12-16,-5-1-19 0,-4 7-18 0,-5 1-24 16,-6 5-30-16,-13 0-34 0,1 4-48 0,10 6-60 15,3 3-213-15,-1 3-497 0,6 1 220 0</inkml:trace>
  <inkml:trace contextRef="#ctx0" brushRef="#br0" timeOffset="161474.81">18697 14793 244 0,'-2'-5'324'0,"1"0"-6"0,0-2-12 16,0 0-12-16,1 1-21 0,-2 0-20 0,2 0-23 16,0 3-24-16,2-3-19 0,-2 1-21 0,0 5-21 15,1-5-24-15,-1 5-24 0,0-7-40 0,0 7-37 0,1-2-33 0,-1 2-28 16,0 0-26-16,7 0-30 0,-7 0-29 0,7 4-36 16,-2 0-55-16,0-2-203 0,-1 2-455 0,3-2 201 15</inkml:trace>
  <inkml:trace contextRef="#ctx0" brushRef="#br0" timeOffset="161706.26">19346 14705 189 0,'4'-9'337'0,"-1"2"-22"0,0 0-25 0,-2 0-22 16,2 0-27-16,-2 1-23 0,2 2-28 0,-1 0-17 16,0 0-22-16,-2 4-42 0,1-5-39 0,1 3-39 0,-2 2-26 15,0 0-37-15,0 0-24 0,14 7-44 0,-10-5-36 16,0 4-47-16,-1 0-164 0,-2-2-376 0,0 4 167 16</inkml:trace>
  <inkml:trace contextRef="#ctx0" brushRef="#br0" timeOffset="161944.6">19043 15298 23 0,'-4'3'393'0,"4"-3"-20"0,0 0-31 16,0 0-37-16,0 0-29 0,0 0-26 0,0 0-36 16,0 0-23-16,0 0-25 0,0 0-44 0,0 0-51 15,0 0-65-15,10-8-52 16,-5 6-59-16,7 2-58 0,-3 0-240 0,5-3-438 16,-4 3 194-16</inkml:trace>
  <inkml:trace contextRef="#ctx0" brushRef="#br0" timeOffset="162993.03">20804 14745 111 0,'1'-12'240'0,"4"-4"-15"0,-1-1-21 0,-3-1-10 16,3 0-13-16,-4 5-16 0,0-1-16 0,-1 1-14 0,2 2-3 0,-5 0-17 15,0 1-10-15,-2 2-12 0,1-3-8 0,1 6-9 16,-1 0-11-16,-4 0-11 0,-4 2 1 0,3 3-15 16,-10 0-9-16,3 8-6 0,-3-1-4 0,-5 6-2 15,-1 4-3-15,-1-1-1 0,2 8-3 0,1 0-1 16,1 3-4-16,3 0-1 0,0 3 3 0,0-2-4 15,1 4-2-15,6-3 3 0,2 2-2 0,-1-3-1 0,6-3-1 16,1 1 4-16,2-7-2 0,3-2 0 0,1-2 1 16,1-2-1-16,-1-1-2 0,3 1 2 0,1-7 6 15,-3 2 1-15,6-1 13 0,0-2 12 0,-1-1 8 0,0-1 15 16,3-3 14-16,-2-3 7 0,3 3 4 16,1-5 3-16,0-2 2 0,4-3-8 0,-3 0-3 15,-1-1 1-15,5-1-9 16,-4-3 4-16,3-5-7 0,1 1-9 0,0-2-9 15,-6 4-1-15,4-4-3 0,-4 3 1 0,0 2-6 16,-2-1-9-16,0 3 7 0,-1-1 0 0,-1 6 7 16,-2 0-7-16,-1 1 5 0,-1 2-4 0,3 0-3 0,-4 1-4 0,0 0-4 15,-1 3-9-15,3 0-7 0,-4 2-5 0,1-4-20 16,-1 4-21-16,0 0-2 0,0 0 4 16,4 8 2-16,-4 0-1 0,0 0 11 0,-2 3-4 15,0 1 1-15,0 8 5 0,-2-4 3 0,0 2-1 0,2 2 4 16,-2-2 2-16,1 1-1 0,-2-2 1 0,1 1 3 15,2-1-3-15,-2-1 3 0,2 0-5 0,0-6 7 16,0 1 5-16,2 0-6 0,-2-5 3 16,2 1 2-16,0-2-4 0,0 0 5 0,-1-2 3 15,0 1 5-15,1-4 15 16,1 5 19-16,-1-5 4 0,1 4 9 0,-1-4-10 16,12 0-3-16,-1-4-3 0,2 2-7 0,8-2-3 15,5-4-57-15,6 0-50 0,2-4-83 0,1-2-85 16,11-6-395-16,-1-4-695 0,2-3 307 0</inkml:trace>
  <inkml:trace contextRef="#ctx0" brushRef="#br0" timeOffset="163562.79">21164 14988 46 0,'0'-4'275'0,"2"0"-11"0,-2 4-16 16,1-5-17-16,-1 5-18 0,1-5-21 0,0 2-19 16,-1 3-15-16,0 0-18 0,0 0-17 0,-1-5-15 15,1 5-23-15,0 0-23 0,0 0-17 0,0 0-7 16,0 0-4-16,0 0-3 0,-9 17 2 15,5-8-4-15,-1 3-24 0,-1 2 0 0,-2 1-3 0,2-2-3 16,2 2 4-16,0-3-3 0,1 1 0 0,2-2 5 16,0 3-4-16,1-4 4 0,1 2 0 0,2-3 2 15,1 1 1 1,1-3-2-16,0 0 12 0,5-1 7 0,-1-2 3 16,3-1-1-16,0-3 4 0,1 0 6 0,-3-3 1 15,4-1 5-15,-1-2 0 0,-3 2-1 0,-1-4-2 16,0-1-6-16,0-2 0 0,-4 2-6 0,2-3-3 15,-6 0-2-15,3-2-4 0,-3 1-2 0,-2 4-5 0,-2-2-5 16,1 1 6-16,-5 0-15 0,2 2-9 0,-5 0-8 16,-3 2-12-16,3 2-14 0,-3 0-24 0,0 0-26 0,-1 2-23 15,3 2-48-15,-1 0-42 0,5 1-193 0,3 0-432 16,4-1 192-16</inkml:trace>
  <inkml:trace contextRef="#ctx0" brushRef="#br0" timeOffset="164305.85">21812 14711 70 0,'-8'1'166'0,"3"-1"-6"15,5 0-7-15,-6 1-2 0,6-1-7 0,-7 2-2 16,7-2-8-16,0 0-1 0,-7 2-7 0,7-2-2 15,0 0-3-15,-4 1-7 0,4-1-5 0,0 0-3 0,0 0-7 16,0 0 1-16,0 0-5 0,0 0-3 0,0 0-6 16,0 0-7-16,0 0-7 0,0 0-8 0,0 0-5 0,0 0-5 15,0 0-6-15,0 0-4 0,0 0-7 0,0 0 1 16,0 0-5-16,-5 1-2 0,5-1-5 0,0 0-4 16,0 0-3-16,0 0 0 0,0 0-4 0,0 0-3 15,0 0 0-15,0 0-2 0,0 0-3 0,0 0 6 16,0 0-3-16,0 0-2 0,0 0 5 0,0 0 4 15,0 0 0-15,0 0 1 16,0 0 1-16,0 0 2 0,0 0-3 0,0 0 0 16,22-6-5-16,-10 6 1 0,9 0-4 0,12-1 0 15,-1 1-1-15,5 0-2 0,15-4-2 0,1 3 7 16,4-1-6-16,2 2 2 0,1 0-5 0,3-2 1 16,-1 3-1-16,-3-1-1 0,-5 0 1 0,-2 0-13 15,-17 0 0-15,-6 0 0 0,-7 0 0 16,-2-1 1-16,-7 1-2 0,-3 0-3 0,-1 1 3 0,-1-1-7 0,-3-1-13 0,0 0-11 15,-5 1-22-15,0 0-14 0,0 0-16 16,-20-1-15-16,6 1-17 0,1 0-29 0,-5 2-23 16,4-1-25-16,-4 0-168 15,1 2-402-15,0 0 179 0</inkml:trace>
  <inkml:trace contextRef="#ctx0" brushRef="#br0" timeOffset="164765.34">21850 14891 96 0,'-5'1'108'15,"5"-1"0"-15,-5 2-9 0,5-2-15 0,0 0-5 16,-5 2-3-16,5-2-2 0,0 0 1 0,0 0 2 16,0 0-2-16,0 0 4 0,-4 2 6 0,4-2-8 0,0 0-3 0,0 0-9 15,0 0-3-15,0 0-6 0,0 0 0 0,0 0-3 16,0 0 1-16,0 0-1 0,0 0 8 0,0 0 2 16,0 0 1-16,0 0 8 0,0 0 4 0,0 0 3 15,0 0 3-15,15 2-3 0,-3-2-1 0,7-1-9 16,9 0-5-16,4-3-8 0,7 2-4 0,13 1-3 15,3 0-3-15,4-5 1 16,3 2 5-16,34-1-3 0,-32 2 6 0,27-5 4 16,-30 5-10-16,-5-3-3 0,-1-1-8 0,-15 4 3 15,-7-1-7-15,4-3 1 0,-10 2-1 0,-8 2-6 16,-5 1 3-16,-2-1-2 0,-1 1-1 16,-4 0-5-16,-2 1-2 0,-1 0-8 0,-4 1-10 0,5-3-10 15,-5 3-18-15,0 0-20 0,0 0-14 0,-20 0-24 16,9 0-25-16,-2 2-24 0,2 1-39 0,-3 2-33 0,2-2-219 15,-2-2-458-15,1 5 203 0</inkml:trace>
  <inkml:trace contextRef="#ctx0" brushRef="#br0" timeOffset="167370.79">22286 14480 172 0,'1'-2'201'16,"-1"2"-16"-16,4-5-25 0,-4 5-17 0,2-4-13 0,-2 4-12 16,0 0-19-16,0 0-7 0,0 0-16 0,-11 16-7 15,2 1-1-15,-7 7-8 0,-4 5-12 0,-5 17-2 16,-3 0-6-16,-3 2-3 0,-2 2-2 0,-2 2-5 16,5-2-4-16,6-1-1 0,-1-4 0 0,2-3-7 15,10-9 1-15,-2-2-18 0,4-2-1 0,0 0 9 16,0-5-13-16,2 2 10 0,4-6-2 0,-3-5 0 0,3-4-3 0,1 0 1 15,0-3 3-15,3 1-4 0,-3-2 2 0,4-2-1 16,-1-1 13-16,-2 1 7 0,2-2 6 16,1-3 6-1,0 6 11-15,0-3 7 0,0-3-6 0,0 0 2 0,-2 3 0 0,2-3-5 16,-2 4-4-16,2-4-7 0,0 0 0 0,0 0-21 16,0 0-24-16,0 0-32 0,0 0-17 15,0 0-37-15,0 0-53 0,2-15-50 0,0 11-111 16,-2 1-340-16,4-2 151 0</inkml:trace>
  <inkml:trace contextRef="#ctx0" brushRef="#br0" timeOffset="168120">23491 14468 39 0,'-9'-2'90'15,"9"2"-14"-15,-11 2-5 0,6-1-7 0,-2 0 2 16,-3 0-3-16,4 1-2 0,-5 1-3 0,1 1 0 0,-3 0-4 16,3 0-7-16,1 3-5 15,-5-1-9-15,1 2 0 0,-1 1-4 0,-1 2 2 16,1 1 0-16,0 2-4 0,1 1 0 0,-1 2-3 15,-1 3 7-15,1 2 0 0,3-6 0 0,-4 6 5 0,5 1-7 16,0-6 5-16,3 1 0 0,-2-1 1 0,4 2 2 16,1-1-3-16,-5-2-2 0,8-3 1 15,1 3-3-15,0-4 6 0,-2 0 2 0,4-1 5 16,-1 2 11-16,2-3 4 0,3 0-8 0,-2 2 2 0,4-3 15 0,-2-1 1 16,7 0 3-16,-3-1 4 0,6 0 5 0,1 0 0 15,3-2 2-15,-1-1-3 0,3-1 0 0,-1-2-1 16,0-2 2-16,8 4-1 0,-1-6 5 0,-6 0 1 15,6-1 5-15,0-4-1 0,-2 1-5 0,-3-5-4 16,2 0-5-16,-2-2 1 0,-5 2-10 0,0-8-4 16,4 0 0-1,-3-1-11-15,-4 0-4 0,-4-4-7 0,-1 0-7 0,-5 0 2 16,-3 5-6-16,-3-6-11 0,-3-2 1 0,-4 2-5 16,-4 1-21-16,-2 3-21 0,-8-1-20 0,-2 3-21 15,-6 3-26-15,-3 3-31 0,-1 3-36 0,-2 3-61 16,-1 0-71-16,-3 6-171 0,4-1-503 0,6-1 222 15</inkml:trace>
  <inkml:trace contextRef="#ctx0" brushRef="#br0" timeOffset="169574.13">18202 14195 30 0,'0'-6'209'0,"0"0"-5"16,0 3-8-16,0-1-15 0,0 4-12 0,0-6-21 0,0 6-30 0,0 0-41 16,0 0-10-16,0 0-1 0,0 0-14 0,-5 30-4 15,-4-5-6-15,1 10-8 0,-7 13-3 0,-2 6-4 16,-9 23-3-16,7-19-5 0,-3 29 7 0,-1-3-5 16,1-2-6-16,9-24 2 0,-2 1-3 0,2 19-12 15,-1-25-3-15,6 3 4 0,-1-3-1 0,-1-2 7 16,5-2-12-1,0-2 8-15,1 1 1 0,2-10-3 0,-1-3 2 16,0-1 2-16,2 0-5 0,-1-4-1 0,-3-3 1 0,2 1-3 16,3-4 2-16,-2-6-4 0,-1 0 4 0,2-2 2 0,1 0-8 0,-3-2 6 15,3 2-2-15,-1-4-2 0,0 2 3 0,1-4 1 16,-2 2 0-16,0-2 3 0,0-2-3 0,1 0-3 16,0-1 4-16,-2 0 1 0,2 0 0 15,-3-1-3-15,3 1-1 0,0-3-1 0,1 1 9 16,-1 0-5-16,1-1 2 0,-2 0-4 0,0-1-1 15,2-3 2-15,-2 8 1 0,1-6 1 0,0 0 1 16,1-2-2-16,-2 5-1 0,2-5 3 0,-1 6-3 16,1-6-2-16,0 4 4 0,0-4-1 0,0 0-3 15,0 0-2-15,-2 2 2 0,2-2 3 0,0 0 2 16,0 0-1-16,0 0-2 0,0 0 2 0,0 0-5 0,0 0 6 0,-2 4-4 16,2-4 4-16,0 0 0 0,0 0-3 0,0 0 1 15,0 0 1-15,0 0-2 0,0 0 0 0,0 0 0 16,0 0-6-16,0 0 2 0,0 0 8 0,0 0 12 31,0 0 3-31,0 0-5 0,0 0 7 0,9 3 8 16,0-3-3-16,12 0 6 0,9-3-8 0,10 0 1 15,19-1-24-15,7-5-38 0,-1 4-66 0,-1-2-88 0,-1-5-115 0,-11-2-331 16,-2-2 147-16</inkml:trace>
  <inkml:trace contextRef="#ctx0" brushRef="#br0" timeOffset="170090.87">18216 14189 148 0,'0'0'272'0,"0"0"-17"16,0 0-21-16,0 0-24 0,-6 0-20 0,6 0-19 0,0 0-21 15,0 0-12-15,52-1-14 0,-1-2-24 0,8 1-26 0,37-1-29 16,-3-1-42-16,7 1-48 0,1-4-91 0,1 2-187 16,-7 0-349-16,-5-2 155 0</inkml:trace>
  <inkml:trace contextRef="#ctx0" brushRef="#br0" timeOffset="171424.7">23363 13938 103 0,'0'0'203'16,"-5"-3"-13"-16,5 3-14 0,0 0-16 0,0 0-17 16,0 0-14-16,-1-4-17 0,1 4-7 0,0 0-10 0,0 0-17 0,0 0-21 15,0 0-3-15,0 0-9 0,0 0-1 0,17 8-6 16,-6-3 1-16,8 3-8 0,8-2-2 0,1 5 0 16,7-3-4-16,2 2-7 0,1-2 2 0,0-2-5 15,1 2 6-15,0-1-4 0,1-2-3 0,-4 2-1 16,-2-5 0-16,-1 1-3 0,1-1-1 0,-5 0 1 15,-1-4-3-15,-7 2-4 0,-3-2 5 0,-4 2 10 16,-2-3 19-16,-1 2 24 0,-1-3 7 16,0 0 6-16,-5 1 7 0,4 1-2 0,-4-3-4 0,0 1-4 15,-1-2-5-15,1 4-6 0,-1-3-6 0,-3-2-7 16,2 3-2 0,-1-1-5-16,2 2-5 0,-4-2-2 0,4 1-2 15,-4 0 0-15,1 0-7 0,-1 4-3 0,4-3-2 16,-4-1-3-16,0 4 2 0,3-3 5 0,-3 3-10 0,0 0 2 15,1-5-5-15,-1 5 1 0,0 0-4 0,3-2 1 16,-3 2-5-16,0 0-1 0,0 0-9 16,0 0-12-16,0 0-22 0,0 0-18 0,0 0 0 0,0 0 7 0,5 12 3 15,-4-3 5-15,-1 7 3 0,0 10 2 0,0 3 10 16,0 18-3-16,-4 0 3 0,-1 6 4 0,0 3 0 16,-3 4 3-16,-6 27 1 0,1 3 2 0,-2-5 6 15,-3-1 1-15,2-1 1 0,-1 0 1 0,4-24-15 16,2-1 2-16,1-3 1 0,1 1-1 0,3-6 5 15,0-2 3-15,1-1-2 0,0-12 0 0,4-1 6 16,-3 0 3-16,0-3 2 0,0-1-5 0,0-2 1 0,2 1 2 0,-1-11-3 16,-1-1 3-16,4 0 0 0,-2-6 6 0,-1 1-5 15,1 2 0-15,-1-5-1 0,3 0 7 0,-1-5-3 16,1 4 1-16,-3-2 3 0,3-3 0 0,0 3-6 16,0-2 6-16,0-4-7 0,-1 5 5 0,0-2 0 15,1-3-1-15,0 0 5 0,-3 6-4 0,3-6 6 16,0 0-1-16,0 0 2 15,0 4-5-15,0-4 2 0,0 0-2 16,0 0 2-16,0 0 0 0,0 0-2 0,0 0 4 16,3 4 5-16,-3-4 10 0,0 0 1 0,0 0 3 0,0 0 0 0,0 0 4 15,0 0 4-15,0 0 1 0,0 0-1 0,0 0-1 0,0 0 1 16,0 0-3-16,0 0 1 0,0 0 0 0,0 0-3 16,0 0 1-16,0 0-5 0,0 0 4 15,0 0-7-15,0 0 2 0,0 0 3 0,0 0 0 16,0 0 0-16,-11 0-2 0,-2-3-1 0,-16 1-4 15,-22-5-1-15,-15 2-6 0,-43-3-30 0,-3 0-65 16,-8-5-65-16,8 8-116 0,-3-8-146 0,7 1-446 16,11-8 198-16</inkml:trace>
  <inkml:trace contextRef="#ctx0" brushRef="#br0" timeOffset="177166.02">6991 16902 185 0,'0'0'220'16,"0"0"-12"-16,0 0-5 0,0 0-11 0,0 0-11 16,0 0-8-16,0-7-16 0,0 7-14 15,0 0-15-15,0 0-10 0,0 0-16 0,0 0-10 0,2-5-9 16,1 4-10-16,-3 1-7 0,12-3-9 0,-4 3-3 15,6-3-6-15,5 1-14 0,4-1-18 0,5 1-30 16,3 2-34-16,1-3-44 0,-1 2-51 0,3 2-52 16,-12-3-146-16,0 3-368 0,-6 3 163 15</inkml:trace>
  <inkml:trace contextRef="#ctx0" brushRef="#br0" timeOffset="177335.19">6964 17130 55 0,'0'0'125'0,"0"0"1"0,24-1-18 0,-5-1-12 0,4 0-2 0,6 1-18 16,2 0-22-16,1-5-44 16,0 4-46-16,-4-2-82 0,3-1-129 0,-3 3 57 15</inkml:trace>
  <inkml:trace contextRef="#ctx0" brushRef="#br0" timeOffset="177851.73">7233 16777 59 0,'-3'-4'270'0,"1"0"-22"0,1 2-24 16,1 2-21-16,-3-5-25 0,2 3-22 0,1 2-26 15,0 0-6-15,0 0-15 0,0 0-8 0,0 0-13 16,13 9-8-16,-6-4-5 0,5 4-9 0,1-1-4 0,3 2-11 0,2 2 1 31,-1-1-12-31,7 3-10 0,2-1-14 0,-1 0-8 0,-8-3-5 0,3 0 0 16,-3-3-8-16,1-3 0 0,-3 3-2 0,-2-2 2 16,-3-2-1-16,2-1 0 0,-6-2 3 0,0 0 12 15,-6 0 14-15,12 0 24 0,-12 0 12 0,10 3 6 16,-10-3 14-16,9-4 0 0,-9 4-6 15,4-4-7-15,-4 4-6 0,8-2-6 0,-8 2-5 16,0 0-10-16,0 0-14 0,0 0-20 0,0 0-13 16,0 0-2-16,-4 14 0 0,-4 1 5 0,-11 7-4 0,2 9 5 15,-12 12-6-15,-2 0 8 0,-3 4-3 0,0-1 1 16,1-4-1-16,-1 3 1 0,3-4-1 16,3-1 34-16,9-12-17 0,-1-1 14 0,3-3-6 15,3 0 1-15,1 0-2 0,4-9-5 0,-1-3 2 0,2-2-1 0,3-2-1 16,1-2 25-16,-1 0 20 0,4-2 16 0,0-2 15 15,1-2 23-15,-4 6 9 0,0-2-7 0,4-4 10 16,0 0-2-16,0 0-12 0,-4 3-12 0,4-3-10 16,0 0-10-16,0 0-1 0,0 0-11 0,0 0-11 15,0 0-13-15,0 0-27 0,0 0-34 0,0 0-38 16,0 0-52-16,0 0-66 16,13-14-99-16,-9 4-402 0,3 3-731 15,1-1 325-15</inkml:trace>
  <inkml:trace contextRef="#ctx0" brushRef="#br0" timeOffset="191438.84">11234 15082 64 0,'-9'4'88'0,"-6"5"-7"0,-2 1 2 0,-10 7-5 16,-1 4-7-16,-10 11-3 0,-3 0-4 16,-1 6 2-16,-7 1-6 0,7 3-1 0,-19 18-1 0,21-20 1 0,2 2-8 0,-3-1-2 15,5-5-12-15,9-10-9 0,3 3 9 16,0-3 3-16,1 0-7 0,1-1-5 0,3-4 0 16,1 1 0-16,4-8-5 0,2-1 1 0,5-2-3 15,-1-4-9-15,2 3-1 0,1-7 1 0,1 2 11 16,1 0 7-16,-1-2 0 0,1 0 8 0,0 0 2 15,1-1-5-15,2-2 4 0,0 0-7 0,-7 1-19 16,7-1-33-16,-8-7-21 0,6 4-23 0,-3-4-31 16,-1 1-23-16,-2-3-100 0,0-1-235 0,2 1 105 15</inkml:trace>
  <inkml:trace contextRef="#ctx0" brushRef="#br0" timeOffset="191745.96">10548 15182 53 0,'19'-3'138'0,"-1"1"-7"0,5 2-7 16,7 6-13-16,-2 4-11 0,2 4-7 0,2 7-10 15,10 10 0-15,-2 7-12 0,0 6 2 16,-2 2-9-16,-1 3-10 0,-4-4-5 0,-1 2-3 15,-2-3-5-15,0-1-4 0,-3-2 0 0,-10-14-12 16,2 5 1-16,-1-9-4 0,-2 1-2 0,-3-8 3 0,-3-1-2 0,3-2-7 16,-5-3 6-16,-1 0-5 0,-1-3 0 0,-1-2 4 15,-3 1 28-15,2-2 9 0,1-2 17 0,-4 2 1 16,3-1 1-16,-4-3-10 0,4 1-16 0,-4-1-32 16,0 0-30-16,5-8-20 0,-5 3-35 0,0 0-46 15,2-2-44-15,-4-2-122 0,2-2-303 0,0 2 134 16</inkml:trace>
  <inkml:trace contextRef="#ctx0" brushRef="#br0" timeOffset="192848.04">10649 14909 113 0,'0'0'175'0,"-8"0"-19"16,8 0-6-16,0 0 4 0,0 0-11 0,0 0-1 16,-6-2-7-16,6 2-3 0,0 0-11 15,0 0-4-15,0 0-9 0,0 0-7 0,0 0-7 16,0 0-12-16,0 0-7 0,0 0-7 0,0 0-9 15,0 0 1-15,0 0-7 0,0 0-3 0,0 0-4 16,0 0-6-16,0 0-1 0,0 0 0 0,0 0-9 16,0 0 0-16,0 0-8 0,0 0 3 0,0 0-6 15,0 0-1-15,0 0-1 0,0 0-3 0,0 0-3 16,0 0 1-16,0 0-2 16,0 0-3-16,0 0-1 0,0 0 1 0,0 0 4 15,0 0-1-15,0 0 4 0,0 0-1 0,0 0-4 16,0 0 0-16,0 0-5 0,0 0 6 0,0 0-4 15,0 0-3-15,0 0 5 0,10-6-4 0,-10 6 2 16,0 0 1-16,0 0-3 0,0 0 1 0,5-2-1 16,-5 2-5-16,0 0 0 0,0 0 6 0,0 0-5 15,0 0 2-15,0 0 1 0,8 0-1 0,-8 0 1 0,2-3-6 0,-2 3 6 16,0 0-4-16,0 0 0 0,0 0 1 0,0 0-3 16,0 0 6-16,0 0-5 0,0 0 3 0,0 0 3 15,6-2-4-15,-6 2-2 0,0 0 3 16,0 0-2-16,0 0 0 0,0 0 2 0,0 0-3 0,0 0 1 15,0 0 3-15,0 0-6 16,0 0 0-16,0 0-1 16,0 0 3-16,0 0 0 0,0 0 2 0,0 0-1 0,0 0 2 15,0 0 2-15,0 0-3 0,0 0-2 0,0 0 0 16,0 0 4-16,0 0-4 0,0 0 3 0,0 0-3 0,0 0 3 16,8 0-5-16,-8 0 4 0,18 0 0 15,0-2-5-15,5 1 5 0,10 0 2 0,2-2-2 16,5 0 0-16,11-1 0 0,4 3-1 0,1-3-1 15,4 2 1-15,6-1 1 0,-2 1 3 0,-5-3-4 0,-5 4 0 0,-3-2 3 16,-15 2-1-16,-3 1-4 0,-5-1 2 0,-5 1 1 16,-5-2-1-16,-8 2 0 0,2 0 4 0,-4 0-5 0,0 0 3 0,-3 0 0 15,1 0-4-15,-6 0-3 0,0 0-5 0,0 0-14 16,0 0-15-16,0 0-27 0,0 0-29 0,-22 4-36 16,8-1-54-16,-7-1-185 0,7 2-402 15,1-2 179-15</inkml:trace>
  <inkml:trace contextRef="#ctx0" brushRef="#br0" timeOffset="194567.01">10947 15193 64 0,'-12'0'72'0,"-1"-1"-11"0,-2 2 0 0,-2-1 2 15,0 1-9-15,-1 2 0 0,-3 1-10 0,2 2-4 16,1 0 2-16,-4 2 4 0,-2 7-8 0,1-4-2 15,7 1 1-15,-6 5 0 0,4 0-4 0,-1 3 7 16,1 1-7-16,5 2 10 0,4-5-14 0,4 0 3 16,1 1 2-16,3 1-6 0,6-3 10 0,0-2-4 0,3 1-1 0,6-1-2 15,8 2 2-15,4-8-5 0,8 0-2 0,2-1-5 16,3-4 3-16,12-1-4 0,3-3-3 0,-17-3 0 16,-3-2-1-16,1-2-4 0,-6 0-2 0,-7-3 3 15,4-1 1-15,-4-4 8 0,-6 3-6 0,-3-4 5 16,-2 1-3-16,-2-3 1 0,-1 4 0 0,-6-3 1 15,0 1 2-15,-5-2 4 0,-3 1-3 0,-2 3-1 16,-4 0-9-16,-3 3 3 16,-2 0-1-16,-8 0-3 0,-2 4-3 15,-1 1-1-15,-3 5 0 0,-2 3 2 0,-1 3-2 0,-1 3-6 16,-3 2-3-16,2 4 13 0,0 4-12 0,4 0 1 16,2 3 3-16,3 2-4 0,3 1 5 0,6 1-1 15,0 0-2-15,6-1 2 0,7 2-13 16,0-8-2-16,11 2 8 0,6-3-2 0,6 4-2 15,5-6-1-15,8-4-11 0,4-3-7 0,1-4-7 0,2-3 5 0,2-3-12 16,-2-3 15-16,-2-3-17 0,-3-3 11 0,-5-2-2 16,-1 1 1-16,-4-5 8 15,-1 0-6-15,-4-4 9 0,-4 0-2 0,-4-3 6 16,-2 6-3-16,-3-7 8 0,-4 1 1 0,-3-2-4 16,-4 8 10-16,0 1-9 0,-4 3 4 0,-3 5 10 0,-6-2 0 15,2 5-1-15,-6 2 7 0,-3 1-1 16,-6 4-7-16,0 5 0 0,0 0-9 0,0 5-1 15,1 1 20-15,-1 3-5 0,4 4-2 0,1 1 3 16,4-2 1-16,2 3-4 0,4 0 16 0,7-4-9 16,2-1 3-16,7 0 1 0,2-3-6 0,7 3 2 15,1-2 0-15,6-2 1 0,11-1 0 0,4-1 4 16,2-4 4-16,1-1-10 0,2-4-9 0,2-3-5 16,-4-1 4-16,-2-5-5 0,-1-1 0 0,-3-2 2 0,-10 1 0 0,-2 1-6 15,-2-6 7-15,-4 3 1 0,-5-2-2 16,-3-1 9-16,-1 3-4 0,-6 2 9 0,-2-3-10 0,-1 2 4 15,-5 2 4-15,-4 0-2 0,-1 1 13 0,-3 3-15 16,-5 2 0-16,-1-2 9 0,-1 2-5 0,7 3-2 16,-1 0 4-16,-5 6-12 0,11-2-32 0,0 1-60 0,-1-3-107 15,6 4-217-15,1-1 96 0</inkml:trace>
  <inkml:trace contextRef="#ctx0" brushRef="#br0" timeOffset="207325.1">9613 16705 118 0,'1'-3'191'0,"-2"-2"-5"16,1 0-14-16,0 5-8 0,0-7-5 15,1 2-12-15,-1 2-7 0,0-2-15 0,0 1-7 0,0 4-18 16,0-5-6-16,0 5-9 0,0-5-13 0,0 5-13 15,0 0-10-15,0-3-20 0,0 3-2 0,0 0-9 0,0 0 4 16,-1 17-7-16,-2-5-1 0,-2 3 0 0,0 5-1 16,-3 6-1-16,-1 3 1 0,-3 2-4 0,0-1 1 15,3 3-2-15,-1-3-4 0,1 1 0 16,-3 2 0-16,5-4 5 0,-1-1 0 0,0-4-6 16,3 0 3-16,3-6-3 0,-2-7 8 0,1 1-11 0,2-2 5 15,1-3-2 1,-2 0 26-16,0-4 32 0,1 0 34 0,1 1 31 15,0-4 16-15,0 0 2 0,0 0-15 0,0 0-14 16,3-17-13-16,3 3-11 0,1-3-5 0,2-7-12 16,4 2-7-16,1-7-9 0,-1 0-4 0,4-3-15 0,-1 1-4 0,2 2-4 15,0 2-8-15,-4 2-1 0,-2 9-3 0,-2 2-4 16,-2 3-4-16,-2 2-2 0,-2 3-2 16,1 2-1-16,-3-1-8 0,2 1-14 0,-4 4 2 0,9 0-3 15,-9 0 5-15,4 9-7 0,1 1 8 0,-3 0 9 16,0 7-10-16,3 0 2 0,-5 9-1 0,0-2 6 15,1 3 4-15,-2-8-13 0,1-1-6 16,0 1-4-16,0-2-1 0,3-2 0 0,-3-4 1 16,0-3 1-16,0 1 5 0,0-4-1 0,0 1 14 15,0-6 22-15,2 6 25 16,-2-6 9-16,0 0-13 0,0 0-1 0,14-17-5 16,-1 3 6-16,-4-1-11 0,9-9-7 0,-2-2 4 15,5-1-9-15,-4 0-6 0,3 0-3 0,2 1-5 16,-3 1-2-16,-1 4 0 0,-5 7-3 0,-1 1 1 15,-3 5-1-15,-1 2 1 0,-3 1-10 0,1 3-11 16,-6 2 4-16,13 0-1 0,-13 0-3 0,17 13-4 16,-11-2-2-16,3 3 3 0,-2 3-4 0,0 7 0 0,3-1-7 15,-3 1-19-15,2 2-33 0,1-2-28 0,-2-4-43 16,2 3-38-16,0-8-42 0,-4-3-209 0,3 1-486 16,0-6 216-16</inkml:trace>
  <inkml:trace contextRef="#ctx0" brushRef="#br0" timeOffset="208142.89">10461 16874 191 0,'0'0'188'0,"-10"2"-13"0,10-2-6 0,0 0-15 16,0 0-5-16,-10-3-14 0,10 3-14 0,0 0-7 15,0 0-10-15,0 0-9 0,0 0-5 16,-8-1-2-16,8 1-9 0,0 0 2 0,0 0-4 0,0 0-5 15,0 0-1-15,0 0-7 0,0 0 2 0,0 0-3 16,0 0-4-16,0 0 1 0,0 0-9 0,0 0-8 16,0 0-2-16,0 0-4 0,0 0-5 0,0 0-2 0,0 0-6 15,0 0-2-15,0 0 1 0,0 0-3 0,0 0-3 16,0 0 5-16,0 0-2 0,0 0-4 0,0 0 7 16,-10 2-11-16,10-2 0 0,0 0 3 0,0 0-5 15,0 0-3-15,0 0 1 0,0 0 1 0,0 0-1 16,0 0-5-16,0 0 3 0,0 0-1 0,0 0 2 15,0 0-4-15,0 0-1 0,0 0 3 0,0 0-2 0,0 0 1 0,0 0-2 16,0 0 1-16,0 0-1 0,0 0-4 0,0 0 2 16,0 0 2-16,0 0-2 0,0 0-2 0,0 0 2 15,0 0 2-15,0 0-2 0,0 0 3 0,0 0-6 16,0 0 4-16,0 0-2 0,0 0 1 16,0 0 0-16,0 0-2 0,0 0 3 0,0 0 0 15,0 0-1-15,38-1 8 16,-16 2-10-16,11-1 8 0,1-1-4 0,1 2 0 15,2-2-4-15,17 0 2 0,0-2 2 0,-1 0-4 16,2 3 5-16,-1-9-6 0,-4 6 3 0,-11 0-1 16,-2 1 4-16,-1-1 0 0,-5-1-5 0,-2 2 3 0,-9 0 1 0,-1 1 0 15,-6 1-1-15,-2-2 1 0,0 1 2 0,-4 0-1 16,-7 1 2-16,11-1-1 0,-11 1 0 0,7-2-2 16,-7 2-9-16,7-1-7 0,-7 1-9 15,0 0-17-15,0 0-25 0,0 0-17 0,0 0-30 16,0 0-20-16,0 0-35 0,0 0-23 0,-29 3-31 15,29-3-114-15,0 0-362 0,-19-2 160 0</inkml:trace>
  <inkml:trace contextRef="#ctx0" brushRef="#br0" timeOffset="210304.37">11518 16612 178 0,'0'-4'209'0,"4"-1"-7"0,-4 5-20 16,1-5-10-16,1 1-16 0,-2 4-5 0,2-6-15 0,-2 6-12 0,0 0-13 0,1-7-19 0,-1 7-9 15,0 0-12-15,0 0-7 0,0 0-8 0,0 0-7 16,0 0-6-16,4 18-6 0,-4-5 1 0,0 2-10 31,-1 3 0-31,1 0-6 0,-3 6 0 0,3-5-4 16,0 8 2-16,0 1-4 0,0-3 1 0,0 0-2 0,0-7 2 0,4 7-6 0,-5-8 0 0,3 1 4 31,-1-2-9-31,1-2 2 0,-2-4-2 0,0-2 0 0,0-1 1 16,1 0-4-16,-1-2 1 0,0 0 5 0,0-5-3 15,1 7 3-15,-1-7 3 0,0 6 19 0,0-6 2 16,3 4 6-16,-3-4 8 0,0 0-9 0,0 0-5 15,0 0 4-15,0 0-9 0,-1 6 3 0,1-6-6 16,0 0 1-16,0 0-1 0,0 0-17 0,0 0-35 16,0 0-35-16,0 0-46 15,0 0-40-15,6-18-52 0,-6 10-188 0,1 1-420 0,-1 0 186 16</inkml:trace>
  <inkml:trace contextRef="#ctx0" brushRef="#br0" timeOffset="210585.14">11767 16366 57 0,'12'0'148'0,"-12"0"10"15,16 10-15-15,-7 4 6 0,1 5-10 16,7 8 0-16,-2 3-5 0,1 3-10 0,4 12-3 0,-5 1-9 0,-7 1-8 0,-3 1-8 15,-2 0-11-15,-7-2-6 0,0 3-6 16,-8-3-5-16,-1 0-5 0,-3 1-5 0,-9-8-8 16,-1 3-10-16,1-16-18 15,-10 12-10-15,-7-5-28 0,-7 0-34 0,-6-9-66 16,-3 3-216-16,-31 0-360 0,26-15 159 0</inkml:trace>
  <inkml:trace contextRef="#ctx0" brushRef="#br0" timeOffset="211079.71">9504 16345 52 0,'-5'11'121'16,"-7"3"3"-16,-3 16-4 0,-4 1-18 0,-2 17 3 0,-3 3 23 0,1 2 1 15,2 1-14-15,3 4 4 0,-3-5-11 0,8 5-11 16,8-1-6-16,-1-2-2 0,7-3-16 0,8-3-5 16,5-3-28-16,0-12-10 0,17 5 4 0,11-3 0 15,9-4-6-15,31 6-36 0,12-12-42 0,7-6-80 16,2-11-141-16,5-1-291 0,-7-6 129 0</inkml:trace>
  <inkml:trace contextRef="#ctx0" brushRef="#br0" timeOffset="211918.02">12757 16312 2 0,'0'0'154'0,"0"0"-20"15,-1-5-11-15,1 5-19 0,0 0-12 0,-5 13-7 16,-8 3-5-16,-1 6-3 0,-4 7 1 0,-7 13-5 16,0 0-9-16,-4 7 8 0,5 0 28 0,-3 1-4 0,0 1-9 15,9-2-3-15,-1 1-6 0,6 1-6 16,4-17-2-16,8 1 4 0,2-1-11 0,6-1 0 15,5-2-7-15,6-2-30 0,8-2-6 0,2-3-22 16,18 3-41-16,10-6-70 0,0-3-199 0,6-7-337 0,-2-4 149 16</inkml:trace>
  <inkml:trace contextRef="#ctx0" brushRef="#br0" timeOffset="212587.83">13101 16488 102 0,'4'-1'144'15,"1"-2"-11"-15,3 2-14 0,1 0-10 0,5 1-10 16,-1 1-11-16,4 3-11 0,5 3-2 0,-4-2-9 0,6 7-4 16,0 2-6-16,-1 1-1 0,-5 2-1 0,4 2-5 15,-12-2-8-15,3 0-4 0,-3 7-4 16,-1 0 1-16,-6-3-6 0,-2 4 0 0,-2 0-4 0,-7-1 0 16,-3 0-5-16,-5 4 4 0,-2-4-4 0,-2-4-1 15,-4 2-1-15,0-4 2 0,2-1 6 0,-4-3-4 16,1 2 9-16,8-8 4 0,-1-1 0 0,5-2-3 0,3 2-4 15,2-2 6-15,2-1 0 0,0-3 1 0,2 1 2 16,1 1 6-16,-1-1 6 0,2 1-31 0,2-3 5 16,0 0-10-1,12 1 1-15,1-3-2 0,7 3 0 0,9-4-2 0,3 2 3 16,-1 0-19-16,-2-2-31 0,5 3-41 0,-4-3-47 16,-3 1-54-16,-9 0-114 0,5 0-317 0,-4-1 142 15</inkml:trace>
  <inkml:trace contextRef="#ctx0" brushRef="#br0" timeOffset="213267.16">13726 16616 61 0,'0'-1'212'15,"0"1"-15"-15,1-7-15 0,1 4-21 0,-2 3-17 16,0 0-15-16,0 0-11 0,1-5-17 0,-1 5-13 15,0 0-6-15,0 0-13 0,0 0-7 0,7 12-3 16,-5-5-8-16,-1 1-7 0,0 2 0 0,-1 2-5 0,1 4-7 0,-2-1-5 16,0 4 2-16,-2-2-6 0,1 3 2 0,-1 5-4 15,1-5 3-15,-2-2-8 0,1 0-3 0,1-1-1 16,-2-5 1-16,4-1-2 0,-1 0-9 0,-1-5 8 16,2-1 3-16,0 2 24 0,-1-4 35 0,1 2 34 15,0-5 7-15,0 0-13 0,0 0-6 16,14-13-12-16,-6 5-8 0,6-3-6 0,-1-2-9 0,1 1-7 0,6-5-5 15,-4 3-4-15,0-1-3 0,3-3-8 0,-1 7-1 16,-2 0-2-16,-5 4-4 0,-2 1-3 0,0-1-5 16,1 3 0-1,-5-1-10-15,0 2 0 0,1 2 0 0,-1-1-3 0,-5 2-4 16,10 3 3-16,-6 1-3 0,-1 1 2 0,3 1-1 16,-4 0-2-16,3 4 5 0,-2 1-4 0,0 0-1 15,-2 0-8-15,1 1-3 0,1-2 1 16,-2 2 3-16,0-4-8 0,-1 0 0 0,0-3 0 15,3 2 4-15,-3-5 8 0,1 3-1 0,-1-5 25 0,1 3 3 16,-1-3 0-16,0 0 1 0,12-4-6 0,-6-1 1 16,5-3-5-16,-2-1 2 0,4-3-5 0,0 0 4 15,-1 1-2-15,3-2-3 0,-3 1-5 0,-1 4 4 16,-2 0-1-16,4 3-4 0,-4-3 5 0,0 2-4 0,-4 3 0 16,1-1-7-16,2 3 1 0,0-2-9 0,-1 3 5 15,4 0-5-15,-1 3-12 0,1-1-22 0,0 4-29 16,1-1-52-16,2 4-39 0,-1-5-69 0,1 2-227 15,4-2-499-15,0 4 221 0</inkml:trace>
  <inkml:trace contextRef="#ctx0" brushRef="#br0" timeOffset="213576">14648 16733 65 0,'-8'0'166'16,"8"0"-12"-16,0 0-14 0,-4 0-13 0,4 0-11 16,0 0-6-16,0 0-14 0,0 0 5 0,0 0-13 15,0 0-2-15,0 0-4 0,-4-4-6 0,4 4 4 16,0 0-5-16,19-1 1 0,-5 1-5 0,5-2-8 0,2 2-8 15,8-4-5-15,7 1-2 0,0 3-4 0,1-3-9 16,2 1 1 0,2-2-4-16,9 0-4 0,-10 3-14 0,-5 0-22 0,-1-2-26 15,-5 1-40-15,-11 0-20 0,0 0-44 0,-5-1-157 16,-6-1-319-16,2 3 142 0</inkml:trace>
  <inkml:trace contextRef="#ctx0" brushRef="#br0" timeOffset="213791.58">14921 16542 230 0,'-3'-5'288'0,"2"1"-18"0,1 0-15 0,0 4-22 0,0-5-25 16,0 5-25-16,0-4-23 0,0 4-19 0,0 0-23 15,0 0-14-15,0 0-13 0,0 15-10 0,4-7-5 16,-2 4-8-16,-1 6-5 0,3-1-12 0,0 3 0 15,0 6-7-15,1-7 0 0,-1 0-31 0,6 6-23 16,-5-2-41-16,3 3-36 0,-3-7-49 0,2 0-55 16,-4-7-193-1,1 1-414-15,4-4 184 0</inkml:trace>
  <inkml:trace contextRef="#ctx0" brushRef="#br0" timeOffset="214106.06">15450 16544 59 0,'1'-6'326'0,"-2"0"-22"16,2 0-21-16,-1 3-25 0,-1 0-28 0,1-2-28 16,0 5-24-16,0 0-17 0,2-4-22 0,-2 4-15 15,0 0-15-15,2 11-12 0,-4 0-8 16,2 0-7-16,-1 6-14 15,1 0-9-15,0 8-3 0,0-6-4 0,1 3-6 16,-3 1-2-16,2-3-4 0,-2-1-8 0,4 1 6 16,-2-1-12-16,1-2 0 0,-1 0-4 0,1-5-1 0,1 0-2 0,-4-4 0 15,4 1-7-15,-1-2-15 0,-1-1-13 0,1-2-8 16,-1-1-4-16,0 2-7 0,0-1-2 0,0-4-3 16,0 5-15-16,0-5-53 0,0 0-33 0,0 0-32 15,0 0-29-15,-6-17-18 0,3 7-137 16,-2 0-386-16,5-2 170 0</inkml:trace>
  <inkml:trace contextRef="#ctx0" brushRef="#br0" timeOffset="214390.95">15511 16302 217 0,'3'-4'206'15,"-3"4"-24"-15,7-5-19 0,-7 5-15 0,18 5-10 16,-5-3-6-16,4 9-4 0,9 3-14 0,1 6 2 15,0 5-14-15,9 9 0 0,0 2-3 0,-6 3-9 16,2 2-3-16,-8-1-11 0,-3 3-7 0,-7-9-6 31,-5-1-3-31,-4 1-7 0,-4-2-4 0,-4 1-4 0,-4 3-8 0,-2-3-2 16,-6-2-2-16,-2 1-4 0,-2-4-2 0,-4-1-4 16,-4-3 0-16,2-2-1 0,-4-5-4 0,1 0-4 15,-1-3 0-15,2-2 4 0,8-2-5 0,1-3-1 16,-1 0-15-16,4-3-11 0,3 0-21 0,-1-2-13 15,6 2-25-15,-1-3-34 0,4-1-84 0,4 0-190 16,0 0-413-16,0 0 182 0</inkml:trace>
  <inkml:trace contextRef="#ctx0" brushRef="#br0" timeOffset="214622.75">16466 16704 1943 0,'-11'-9'112'0,"6"4"-34"0,0-1 33 15,0 0 4-15,0 1-8 0,2-1-18 0,3 0-14 16,0 0-14-16,3 1-13 0,2-1-5 16,1-1-3-16,14 3-5 0,0 0-4 0,11-1-8 15,2 4-24-15,3 1-37 0,3 1-43 0,-3-1-49 16,-4 3-54-16,0-1-230 0,-10 1-447 0,6-1 199 15</inkml:trace>
  <inkml:trace contextRef="#ctx0" brushRef="#br0" timeOffset="-214702.99">16477 16833 180 0,'-4'1'256'0,"0"0"-9"0,4-1-22 0,0 0-21 16,22 0-18-16,-1 0-20 0,9-3-15 15,4 0-18-15,5-1-20 0,15 2-35 0,5 2-41 16,-10-1-35-16,5 1-58 0,1-4-56 0,-1 1-190 16,-3-4-327-1,-13 4 144-15</inkml:trace>
  <inkml:trace contextRef="#ctx0" brushRef="#br0" timeOffset="-214373.26">17602 16562 169 0,'0'0'210'0,"-7"-6"-18"15,2 4-17-15,5 2-19 0,-10 0-15 0,-2 0-17 16,2 1-12-16,-4 5-7 0,-5 2-23 0,0 2 0 16,-6 4-11-16,3 3-5 0,-3 2-7 0,2 0-4 15,1 3-5-15,2-4-7 0,7-1 1 0,2 1-7 16,-1 4-3-1,6-5-3-15,3 2 0 0,3-2 6 0,4 0 22 16,4 0 17-16,2-2 8 0,16-2 6 0,4 1-6 16,6-2-9-16,15-4 3 0,4-4-12 0,-4 1-6 0,3-8-9 0,-3-3 4 0,-14 0-3 15,1-4-3-15,-3 0 4 0,-5-4 4 0,-1-3-7 16,-7-2-2-16,-1-3-5 0,-6 0-12 16,-4-2-17-16,-7-3-14 0,-6 3-12 0,-7-1-11 15,-11 1-19-15,-7 3-23 0,-17-6-36 0,-12 6-53 16,-32-1-67-16,-3 9-224 0,26 7-480 0,1 0 213 15</inkml:trace>
  <inkml:trace contextRef="#ctx0" brushRef="#br0" timeOffset="-213302.76">20288 16710 227 0,'0'0'217'16,"2"-5"-6"-16,-2 5-21 0,4-6-16 0,-2 4-22 15,6-2-13-15,1 1-15 0,0 0-13 0,5 0-9 16,5 1-12-16,-1-1-11 0,5 4-6 0,-1-2-18 16,-2 1-34-16,2 1-35 0,-3 1-44 0,2 0-47 15,-3 2-50-15,-7-2-118 0,1 1-294 0,-3 1 130 16</inkml:trace>
  <inkml:trace contextRef="#ctx0" brushRef="#br0" timeOffset="-213139.99">20267 16893 27 0,'-3'2'170'0,"3"-2"2"15,0 0-7-15,15 0-12 0,-2 0-13 0,8-1-13 16,0 0-17-16,9-2-8 0,1 1-21 0,-2-2-27 16,-1 3-44-16,3-1-32 0,-4 0-34 0,-7 0-36 15,2-1-99-15,-4-2-206 0,-5 0 92 0</inkml:trace>
  <inkml:trace contextRef="#ctx0" brushRef="#br0" timeOffset="-212870.44">20546 16589 116 0,'-3'-10'224'0,"1"4"-18"0,0 1-9 0,2-2-20 16,-2 3-16-16,2 1-20 0,0 3-18 0,-3-5-14 15,3 5-12-15,5-3-7 0,-5 3-16 0,0 0-4 16,14 11-8-16,-6-2 3 15,6 4-6-15,5 7 2 0,3 1-5 0,1 4-2 16,-1 0-5-16,-3 2-3 0,3 0-6 0,-1 2 1 16,-3 1-1-16,0 2-3 0,-8-7-3 0,3 8-3 15,-8-3 0-15,-1 3-4 0,-4-8-6 0,-4 2-3 16,-5-2-9-16,0-2 3 0,-1-2-12 0,-4-4-8 16,-5 0-5-16,-4 0-22 0,4-5-18 0,-3 1-24 15,4-6-26-15,-1 0-27 0,2-2-42 0,3-5-160 0,3-1-359 16,-1-1 160-16</inkml:trace>
  <inkml:trace contextRef="#ctx0" brushRef="#br0" timeOffset="-212099.87">21705 16535 149 0,'1'-5'240'0,"-1"5"-23"0,0 0-21 16,1-7-24-1,-1 7-18-15,0 0-16 0,0 0-18 0,0 0-11 16,0 0-12-16,12 12-14 0,-8-4-7 0,-2 4-7 16,1 4-10-16,-1 2-4 0,0 0-9 0,-1 9 0 0,-2-3-6 0,1 5-3 15,-2-2-3-15,0-2-6 0,-1 2 0 0,1-7-4 16,-2-1-1-16,0-2-5 0,4-1 4 0,-1-3-9 16,1-4 2-16,-3 0 3 0,3-4-1 0,0 2 23 15,0-7 29-15,0 9 37 0,0-9 8 0,0 0-7 16,0 0-14-16,0 0-6 0,0 0-8 0,23-21-9 15,-13 12-8-15,6-2 6 0,-3-3-18 0,2 1-5 16,4-4-8-16,1-1 1 0,-7 5-5 0,5-1-8 16,-3 4 2-16,-2-1-6 0,-4 5-5 15,0 1 1-15,-1 1 1 0,-6-1-9 0,5 4-5 16,-7 1 1-16,0 0-2 16,16 0-2-16,-16 0 0 0,11 6-2 0,-9-1-1 15,5 4 3-15,-5-2-4 0,2 5-9 0,-3 0-8 16,3 5-12-16,-4-2-1 0,-1-3-9 0,3 4 1 15,-2-5-1-15,1 0 3 0,-1-3 2 0,0-3 1 16,0-5 8-16,0 10 4 0,-1-5 28 0,1-5 16 16,0 0-4-16,0 0 1 0,0 0-8 0,23-10 4 0,-11 3 5 0,2-4 2 15,1-2-1-15,-1 0-7 0,9-7 3 16,-2 4-2-16,-1-1 1 0,-6 5 0 0,3 2 4 16,-2 0-11-16,-6 3 0 0,4 2 3 0,-6 1-4 15,4 1-6-15,-5 1 3 0,-6 2-15 0,17 0-6 16,-17 0-11-16,19 7-22 0,-9-4-27 0,0 4-41 15,2 2-46-15,-3 1-54 0,1 2-242 0,-2 0-498 16,-2-4 221-16</inkml:trace>
  <inkml:trace contextRef="#ctx0" brushRef="#br0" timeOffset="-210364.88">20222 16770 126 0,'3'-5'155'0,"0"0"-9"15,-2 0-16-15,3 1-10 0,-3 1-13 0,-1 3-13 0,2-4-10 16,-2 4-10-16,0 0-5 0,0 0-6 16,9 9-11-16,-2 0-3 0,-1 2-8 0,4 5-3 15,3 6-7-15,4 0-3 0,-2 4 0 0,6-1-1 16,0 1-6-16,4-2 1 16,0-2-2-16,6 0-1 0,0-4-4 0,2-2-7 15,1-2-10-15,7-4-9 0,-4-1-20 0,0-2 0 16,3-3 6-16,-4-4-9 0,3-4 8 0,-7-4-2 15,4 0 3-15,-5-6 7 0,1 4 17 0,-3-6 4 16,0-1 16-16,-2-1-5 0,1-2 20 0,-2 1-11 16,-6 0 10-16,2 2 4 0,-7 4 2 0,0 2 12 15,-7 1 5-15,1 2 8 0,-1 1 0 0,-2-1-3 0,1 6-8 16,-5-2-10-16,3 1-4 0,-5 3-12 0,7 0 2 16,-7 0-4-16,8 5-1 0,0 0-1 0,-3 3-11 15,4 3 5-15,3 2-3 0,2 1 1 0,4 5-1 16,5-2 0-16,1 0-2 0,3 2-1 0,4-4-1 15,2-3 4-15,3 1-5 0,1-4-6 0,2 1-4 16,-2-4-16-16,-1-3 7 16,-1-5-16-16,-1 0 15 0,-6-6-10 0,-1 3 11 15,0-7-5-15,-5-2 5 0,-4 2 4 0,-3-1 0 16,-1-1 3-16,-1-1 1 0,-2-2-1 0,-3 4 12 16,-2 3-7-16,-1 0 14 0,-1 3 2 0,-4-1-1 15,3 3 0-15,-2 0-6 0,-1 1-4 0,0 1 2 16,0 3-8-16,-1-5-1 0,1 5 4 15,0 0-2-15,0 0 1 0,0 0-5 0,-7 10 4 0,6-6 0 0,6 2 5 16,-1-2-5-16,10 8 0 0,2-6-8 0,14 6 12 16,2-3 0-16,7-2-4 15,13-4 2-15,-14 0-1 0,4-3-4 0,-6 0-2 0,-4-3-1 16,-4-2 0-16,-6 0 4 0,-4-1 1 0,-2 1-1 16,-3 0 5-16,-4 0 4 0,-3 2-1 0,-2 1-2 15,0-3-8-15,-3 1-20 0,-2 0-13 16,1 4-24-16,-12-2-32 0,1 2-57 15,-2 0-170-15,-3 1-344 0,2 0 153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39:13.87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24029 6936 59 0,'-13'0'135'15,"6"0"-1"-15,0 0-4 0,0-2-5 0,7 2-5 16,-11-1-4-16,11 1-4 0,-7-1-10 0,7 1-5 0,-7 1-8 0,7-1-5 15,0 0-8-15,0 0 2 0,0 0-1 0,-7 0-4 16,7 0 2-16,0 0 0 0,0 0-3 0,0 0-3 31,0 0 1-31,-5-2-7 0,5 2-2 0,0 0-2 0,0 0-1 0,0 0-8 16,0 0 5-16,0 0-4 0,0 0-2 0,0 0 1 16,0 0 0-16,0 0-2 0,0 0 2 0,0 0-2 15,0 0 0-15,0 0 2 0,0 0-11 16,0 0-4-16,0 0-1 0,0 0-5 0,0 0-3 0,0 0-5 15,0 0 0-15,0 0-3 0,0 0-1 0,0 0-4 16,0 0 3-16,0 0-2 0,0 0-3 0,0 0 0 16,0 0 0-1,0 0-4-15,0 0 0 0,0 0-4 0,0 0 3 0,0 0-1 0,0 0 3 0,0 0-4 16,0 0 1-16,0 0-2 0,0 0-6 0,0 0 6 0,0 0-1 16,0 0 5-16,0 0-4 0,0 0 1 0,0 0-5 15,0 0 3-15,0 0-4 0,0 0 1 0,0 0 1 0,0 0-1 16,0 0 2-16,0 0 1 0,0 0-4 0,0 0 0 15,0 0 5-15,0 0-1 0,0 0 1 0,0 0-3 16,0 0 0-16,0 0 1 0,0 0-2 0,0 0 9 16,0 0-10-1,0 0 2-15,0 0-3 0,0 0 3 0,0 0-1 0,0 0 2 16,24 0-1-16,-6-3-1 0,7-3 0 0,12 5 3 16,3-1-5-16,17-6 4 0,7 3 6 0,27-9 3 15,2 5 8-15,-1-1-9 0,6-2 4 0,-3 7 2 16,4-1-3-16,0 0-1 0,-5-4 1 0,-5 0-5 15,-29 7 3-15,0-1 0 0,-2-3 0 0,-3 1-2 16,-4 1 0-16,-14 1-3 0,-4 0 4 0,-5 1-2 0,-9 1-3 16,-1 0-1-16,-6-1 1 0,-1 1 8 0,-3 1 4 15,-2 0 4-15,-1-2-2 0,3 3-1 0,-3-3-2 16,-5 3-5-16,6-1-1 0,-6 1 1 0,0 0-11 16,4-1-16-16,-4 1-12 0,0 0-16 0,0 0-17 0,0 0-11 15,0 0-23-15,0 0-26 0,0 0-10 16,-19-2-40-16,19 2-48 0,-9-1-196 0,0 0-450 0,1-2 199 0</inkml:trace>
  <inkml:trace contextRef="#ctx0" brushRef="#br0" timeOffset="440.83">25345 6561 30 0,'-5'-2'255'16,"5"2"-13"-16,-2-3-19 0,2 3-20 0,0 0-19 15,0 0-17-15,0 0-20 0,0 0-19 0,-4-2-15 16,4 2-16-16,0 0-10 0,0 0-10 0,0 0-10 15,4 10-7-15,2-6-3 0,0 5 0 0,2-3-4 16,7 6 1-16,6-4-2 0,4 6-3 0,4 0 5 16,-1-2-7-1,2 2-8-15,-2 0 0 0,-1 1-5 0,0-2 0 0,-3-1-4 0,-4-1-3 16,-1 1-2-16,-5 1-7 0,1-1 0 0,-3 0-6 16,-2 1 1-16,-5-3 1 0,1 4-9 0,-6-1 4 15,-6 3-2-15,-1-1 2 0,-4 0-4 0,-4 1-1 16,-4 2-1-16,-7-2 3 0,-1-1 0 0,1-3-2 15,-2-2 0-15,0 3-2 0,1-1 4 0,1-3 0 16,5-2 3-16,-6 2 3 0,8-2-4 0,0-2 3 16,2 0-2-16,6-2 0 0,3 1-3 0,1 0 0 0,0-3 0 15,2 0 3-15,-1 0-2 0,3 2 0 16,3-3-1-16,-4 2 2 0,4-2 1 0,0 0-3 16,0 0-7-16,0 0-16 0,0 0-30 0,0 0-35 15,27-2-44-15,-13-2-65 0,0 2-234 0,4-6-459 0,0 1 203 16</inkml:trace>
  <inkml:trace contextRef="#ctx0" brushRef="#br0" timeOffset="1157.5">26408 6517 114 0,'2'-6'201'16,"0"2"-17"-16,-2 4-13 0,5-4-17 0,4 1-11 15,-1 3-8-15,-2-2-15 0,6 0-7 0,2 2-4 16,3 0-6-16,2 2-11 0,0 0-10 0,9 3-8 16,-2-1-3-1,-5 2-6-15,0-1-4 0,5 0-6 0,-5 2-7 0,-3-1-3 16,1 2-6-16,-5 0-3 0,3 2-2 0,-6 0-11 16,-3 1 5-16,-3 2-6 0,1-2-1 0,-6 6-4 15,-5 1 1-15,-5 5-3 0,-5-1-2 0,-7 2 0 16,-5 1 0-16,-1-2 1 0,-12 10-1 0,-2-5 0 15,10-7-7-15,-7 8 0 0,7-9-3 0,-3 0 7 16,3-1 0-16,3-4-3 0,1 1-2 0,2-6-3 0,6 0 2 16,6-4 7-16,2 1 0 0,2-3 10 0,2-1 23 15,3-2 25-15,-1 2 40 0,1-1 39 0,5-2 24 16,-8 0 9-16,8 0-26 0,0 0-18 0,5-12-7 0,3 3-13 16,1 1-11-16,4-4-16 0,2-2-7 0,-1 2-14 15,8-2-9-15,-3 3-7 0,-1 1-3 16,-2 2-7-16,2 0-3 15,-6 3-10-15,-1 2-1 0,3-1-5 0,-3 4-4 16,4 2-11-16,0 3-5 0,2 0 2 0,-2 4 0 0,3-1 11 16,-4 5-19-16,-1-1 6 0,2 1-5 0,1 2 5 0,-2-1-3 0,-2 3 3 15,2-4-3-15,-1 1 0 0,1 2 13 0,0-3-10 16,-1-3 7-16,-3 1-5 0,-1-7-1 0,5 3 3 16,-2-3 4-16,7-1-3 0,-1 0 2 15,2-4-4-15,2-1-3 0,-3-3-4 0,2-2 7 16,4-2-3-16,-7 1 15 0,1 1-13 0,-1-4-2 15,-2 0 0-15,0-2-3 0,-1 2 5 0,2-1-9 16,-5-1 1-16,1-1 0 0,-1 3-3 0,0-3 7 16,-2 6-29-16,-4-2-2 0,3 4-13 0,-4-3-14 15,2 5-18-15,-4 0-27 0,1 0-25 0,-2-1-27 16,-2 5-36-16,6-5-43 0,-5 2-57 0,-1-4-278 0,0 7-612 16,0-8 271-16</inkml:trace>
  <inkml:trace contextRef="#ctx0" brushRef="#br0" timeOffset="1760.38">26865 6136 3 0,'-17'-9'152'0,"0"0"-16"16,-2 1-7-16,4-1-9 0,-3 4-13 0,1 2-9 15,3-2-10-15,1 5-4 0,-7 3-8 0,2-3-5 16,-1 2-6-16,-3 4-1 0,-4 3-4 0,-3-1-1 16,3 6 0-16,-4 1-7 0,2 1 3 0,-3 2-7 15,-12 10-4-15,1 3 3 0,0 0 0 0,2 2-2 16,0 3-1-16,1 1-12 15,0-1-1-15,6 1-4 0,-3 1 0 0,4 0-2 16,9-9-1-16,2 1-4 0,-6 11 0 0,10-12-3 16,-1 2 9-16,6 0 13 0,1 1 4 0,1 0 1 0,1 2 9 0,5-3 4 15,2 2-1-15,2 0-2 0,2-2 11 0,5 2 0 16,3-3 5-16,5 1 13 0,2 2-2 0,11 6 15 16,4-1-7-16,8-2-10 0,-1 1 1 0,6-6 6 15,6-3 8-15,3-5-4 0,3 0-1 0,1-4 5 16,0-1-8-16,5-1-2 0,2-4-9 0,-1 0-3 15,-1-1-4-15,-1-5-1 0,-1 0 9 16,0-1-2-16,-5-4 10 0,-2 2-1 0,-2-5 10 0,-10-2 8 16,12-2 11-16,-16-3 2 0,1-1 4 0,10-4 4 15,0-6-2-15,1-3-8 0,-3 0-9 0,0-6-5 16,3-4-9-16,0-7-8 0,20-14-8 0,-25 15-11 0,15-25-14 16,-20 17-8-16,16-19-7 0,-23 18-8 0,-6-3-2 0,-3-1-3 15,-5-5-8-15,-6 0 0 0,-10-1-5 0,-11-2-3 16,-13-23-6-16,-6 31-5 0,-23-21-3 15,-10 11-3-15,-16 9-9 0,-6 3-11 0,-6 10-9 16,-10 3-41-16,-2 12-39 0,-16 4-63 0,-12 4-51 0,-6 15-62 31,-1-1-85-31,2 7-361 0,7 5-806 0,10-8 356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36:47.50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5317 2776 166 0,'0'0'199'0,"-3"-4"-15"0,3 4-4 0,-3-5-8 0,3 5-4 16,-2-5-10-16,-1 2-5 0,3 3-4 0,-2-6-9 15,2 6-7-15,-2-5-11 0,2 5-6 0,-1-5-11 16,1 5-10-16,0-5-10 0,0 5-6 15,1-3-7-15,2-2-8 0,0 2-6 0,-1-1-12 16,3 1-1-16,0-1-7 16,1 1-5-16,4-3-4 0,0 3-6 0,3 0 0 0,-2 0-3 15,6 1-5-15,-2 2-5 0,3 0-2 0,0 5 5 16,1-2-12-16,-1 4-3 0,-1 3-8 0,-3 4-9 16,4 6-3-16,-3 0 0 0,-4 5 4 0,-3 2-5 15,-7 5 5-15,-2 4 6 16,-8 13 1-16,-5-1 1 0,-8 3 6 0,-5 0 1 15,-3-1 4-15,-2-2-5 0,-5-1-2 0,-3 3 2 16,1-8 1-16,-3 1 3 0,6-11 1 0,8-8 1 16,3-5 0-16,1-2-2 0,6-6 0 0,4-1 0 0,3-4 22 0,0 0 26 15,5-2 31-15,-1-1 34 0,3 1 31 0,-2-3 29 16,6-1-23-16,0 0-18 0,-5-11-17 0,7 6-17 16,0-3-6-16,5-2-14 0,4-3-1 0,2 1-19 15,3 2-7-15,1-2-6 0,2 3-7 0,3 1-4 16,-3 0 2-16,0 2-11 0,3 3-3 0,0 2-5 15,7 1-6-15,-1 0 0 0,-7 0-24 16,9 1-33-16,-2 3-43 0,3 2-52 0,-2-2-54 16,-1 2-78-16,-7-4-81 0,-2 0-193 0,0 0-590 15,-2-2 261-15</inkml:trace>
  <inkml:trace contextRef="#ctx0" brushRef="#br0" timeOffset="801.33">5975 2917 23 0,'2'-7'296'0,"-1"4"-1"0,1 1-12 15,-2 2-16-15,0-6-21 0,0 6-24 0,1-4-18 0,-1 4-31 16,4-3-16-16,-4 3-14 0,0 0-24 0,0 0-11 16,0 0-14-16,0 0-5 0,8 13-12 15,-7-8-9-15,5 9-7 0,-5 3-3 0,2 1-6 16,0 3 0-16,-1 3-6 0,-2 4-3 0,0-2-6 16,0 3 0-16,-2-3-2 0,2 0-9 0,-2-6 0 0,1 1-2 0,-2-4-2 15,2-1-1-15,-1-4-11 0,2-3 8 0,-2-1 3 16,2-4 0-16,0 1 33 0,0 0 39 0,0-5 44 15,2 4 7-15,-2-4-21 0,0 0-6 0,7-12-9 16,1 3-11-16,-3-2-11 0,5-4-9 0,2 0-5 16,-3-2-9-16,6-8-12 0,-2 3-3 0,2 1-3 15,-2 2-7-15,1 4-6 0,-5-1 0 0,-1 8-9 0,-1-2-5 16,0 3 1-16,-2 2-2 0,-1 0-15 0,-2 3 0 0,2 2-2 16,-4 0-8-16,0 0-3 15,14 8 7-15,-9 1-7 16,-1 3 1-16,1 4 1 0,-4 4 6 0,1-1 2 0,-2 1 0 15,0 5-6-15,0-2 6 0,0-2-8 0,0-3 17 16,-2 2-14-16,4-3 6 0,-2-5-2 0,1-3 5 16,-1 1 1-16,0-3 0 0,0-2 7 0,0-1 6 15,0 1 34-15,1-2 35 0,-1-3 16 0,0 0-12 0,0 0-16 0,8-13-2 16,-2 4-7-16,-1-3-11 0,4-3-4 0,0-2-5 16,4-9-2-16,-3 3-9 0,4-3-4 0,2-3-4 15,-2 4-3-15,-5 10-2 0,0-3-3 0,-2 4-7 16,0 5 3-16,-1 1-3 0,-2 3-5 15,0 0-10-15,-2 0-5 0,2 4 2 0,-4 1-7 16,10 4 0-16,-5-1 0 0,2 6 5 0,1-1 3 0,0 6 1 16,0 2-6-16,1 1-9 0,-2-2-7 15,0 2-13-15,-1-3-25 0,1 1-24 0,-1 0-30 16,0-4-30-16,1-3-32 0,-6 3-36 0,3-5-25 16,0-1-26-16,-4-1-21 0,0-1-46 0,0-3-287 15,0 0-673-15,0 0 298 16</inkml:trace>
  <inkml:trace contextRef="#ctx0" brushRef="#br0" timeOffset="1349.62">6514 2571 98 0,'5'-10'347'0,"-1"-2"-15"0,0 2-22 16,1 1-26-16,3 1-22 0,-1 0-31 0,1 3-27 15,1-1-16-15,1 4-23 0,0 2-12 0,2 0-8 16,2 4-15-16,-3 0-12 0,3 2 1 0,-1 5-14 16,-3 0-8-16,4 3-5 0,-2 4-6 0,-2 3-7 15,0 3-10-15,-2 0-5 16,-4-3-9-16,0 4 1 0,-4-2-10 0,-3 2 1 16,2-7-9-16,-3-1 2 0,-1 2-8 0,1-4 5 15,-1-1-10-15,1-2-5 0,-4-3 2 0,7-3-6 16,-3 0 3-16,0 0-3 0,3-1 0 0,1 0 20 15,0-5 9-15,0 6 13 0,0-6 22 16,-4 3 10-16,4-3 7 0,0 0 1 0,-1 5-1 16,1-5-3-16,0 0-6 0,0 0-2 0,0 0-9 0,0 0-11 0,0 0-2 0,0 0-5 0,-3 5-11 15,3-5-2-15,0 0-2 0,0 0-8 0,0 0-6 16,0 0 0-16,0 0-3 0,0 0-3 0,0 0-7 16,0 0 3-16,0 0-10 0,0 0 2 0,0 0-6 15,0 0 2-15,-3 5 0 0,3-5-2 0,0 0 2 16,0 0-3-16,0 0 3 0,0 0-7 0,0 0 3 15,0 0-3-15,0 0 3 0,0 0-2 0,25-6 2 16,-3 1-1-16,9-1 1 0,3 3-4 0,16-6-4 16,4 3 1-16,3 0 1 0,-3 1 1 0,1-2 1 15,-3 3-2-15,-16 0 1 0,0 2 1 0,-6-2-1 16,-3 0-6-16,-5 2 6 0,-9 1-1 0,-2 0 3 16,-1 1 0-16,-2-3-1 0,-3 3 4 0,4 0 6 15,-4 0 6 1,-5 0 0-16,8 0-2 0,-8 0-16 0,0 0-19 15,0 0-31-15,0 0-43 0,10 0-68 0,-10 0-90 16,0 0-89-16,0 0-131 0,0 0-281 0,-32 4-814 16,32-4 361-16</inkml:trace>
  <inkml:trace contextRef="#ctx0" brushRef="#br0" timeOffset="4286.16">7414 3244 5 0,'-12'0'238'0,"5"2"-3"0,0-2 1 0,1 0-4 16,6 0 2-16,-11 0-21 0,11 0-7 0,-6 0-12 16,6 0-9-16,0 0-12 0,-9 2-11 0,9-2-13 15,-4 3-19-15,4-3-8 0,0 0-12 0,0 0-7 16,0 0-17-16,0 0-2 0,0 0-14 0,-9-1-5 0,9 1-3 15,0 0-6-15,0 0-2 0,0 0-6 16,0 0-8-16,0 0-1 0,0 0 1 0,0 0-5 16,0 0 3-16,0 0-17 0,0 0 0 0,0 0 1 15,0 0-4-15,0 0-1 16,0 0-1-16,0 0-7 0,0 0 5 0,0 0-1 16,0 0-8-16,0 0 12 0,0 0-11 0,0 0-4 15,0 0 0-15,0 0 3 0,0 0-1 0,0 0-1 16,0 0 1-16,0 0-1 0,0 0-2 0,0 0-4 15,0 0 4-15,0 0 3 0,0 0-2 0,0 0-3 16,0 0 5-16,0 0-4 0,0 0-2 0,0 0 4 16,0 0 4-16,0 0-6 0,0 0 0 0,28-4 3 0,-5 2-9 0,12-3 11 15,2 0-2-15,22-3-2 0,2 2-4 0,31-7 3 16,0 5 2-16,-28 1-2 0,25-4-2 0,-30 6 1 16,1-1-1-16,-1 0-1 0,-7 1-3 0,-15 2 6 15,-1 2 1-15,-6-2-4 0,-10 0 2 0,-5 2 0 16,-2 0 3-16,-3 0-4 0,-2 1 1 0,-1-2 1 15,0 2-4 1,-7 0-6-16,8-2-7 0,-8 2-8 0,0 0-9 16,0 0-12-16,-18 5-10 0,8-3-13 0,-2 0-10 15,-1 1-19-15,6-1-22 0,-6 1-26 0,3-3-40 16,2 1-34-16,0 1-45 0,-3-2-148 0,3 0-445 16,8 0 198-16</inkml:trace>
  <inkml:trace contextRef="#ctx0" brushRef="#br0" timeOffset="4893.05">8721 2900 262 0,'4'-5'332'0,"-3"2"-10"0,3 1-19 16,-4 2-19-16,2-3-25 0,-2 3-31 0,4-5-27 15,-4 5-23-15,0 0-23 0,0 0-16 0,0 0-16 16,0 0-25-16,6 15 11 0,-4-7-22 0,-1 4-7 0,-1 8-5 16,0-1-5-16,-1 6-5 0,-1-4-4 0,0 4-6 15,-1 1-8-15,-1-2-1 0,3-2-4 0,0-4-9 16,-4 2-1-16,5-3-6 0,0-6 1 0,-1 0-21 15,1-2 2-15,0 0 14 0,0-4 4 0,0 1 0 0,-2-3 35 16,4 1 29-16,-2-4 48 0,0 5 31 0,0-5-15 16,0 0-15-16,11-10-18 15,-6 1-11-15,7-5-12 0,0 1-11 0,-1-2-6 16,0-2-10-16,6-2-8 0,-1-5-4 0,1 4-6 16,-1-1-10-16,-4 4-1 0,1 4-9 0,0-2-5 15,-7 7-2-15,2 0-1 0,-3 3-5 16,0 0-9-16,-4 1-3 0,3 1-5 0,1 3-5 0,-5 0 4 15,0 0-4-15,12 7 2 0,-6 1-2 0,-2 3-4 16,0 0-9-16,0 5 2 0,-1 1-1 0,-1-1-4 16,0 0-5-16,1-1-12 0,-2 1 7 0,0-1-2 15,3-5-2-15,-1-3-8 0,-2 0 20 0,0 0-1 16,2-1 7-16,-2-2 4 0,0 0 32 0,1-1 18 16,-2-3-4-16,0 0-3 0,15-9-7 0,-5 1-3 0,-1 0 2 15,4-2-4-15,1-5-2 0,0 2 6 16,5-4-3-16,3-1-1 0,-8 2-2 0,0 2 0 0,0 1 1 0,-5 2-2 15,0 5 1-15,-1-3-4 0,-3 5-10 0,1 1-4 16,2 1 1-16,1 1 0 0,0 1-3 0,2 5-4 16,-1 3 4-1,3 2-20-15,-3-2-29 0,2 5-29 0,0 0-59 0,-1 0-62 16,-2 1-62-16,-4 2-87 0,-1-4-412 0,2-2-825 16,-2-1 366-16</inkml:trace>
  <inkml:trace contextRef="#ctx0" brushRef="#br0" timeOffset="8115.9">10042 3089 125 0,'-8'0'184'0,"1"0"-11"0,7 0-11 16,-12 2-15-16,12-2-10 0,-6-2-3 0,6 2-11 0,-8 3-7 15,8-3-8-15,0 0-11 0,0 0-4 0,-6 0-11 32,6 0-4-32,0 0-6 0,0 0-4 0,0 0-3 0,-5 2 1 0,5-2-3 0,0 0-7 15,0 0 2-15,0 0 0 0,0 0-5 16,-4 2-6-16,4-2-1 0,0 0-7 0,0 0 0 16,0 0-6-16,0 0-4 0,0 0-2 0,0 0-2 15,0 0-3-15,0 0-4 0,0 0-3 0,-3 3 0 16,3-3-2-16,0 0 2 0,0 0-4 0,0 0-2 15,0 0 1-15,0 0 1 0,0 0 5 0,0 0-9 16,0 0 0-16,0 0 1 0,13 1-1 0,-3-2-1 16,9-2 1-16,3 1-1 0,9-3 1 0,7 3-2 15,-1-4 0-15,18 4 0 0,-1-3-1 0,5 0-1 16,-2-1 1-16,-1 5-1 0,-3-4-1 0,-14 3 5 0,-6 0-3 16,2-1-1-16,-4 1-1 0,-3-1 3 0,-8 2-4 15,-4 0 1-15,-3-1 0 0,-2 2-4 0,-3 0-6 0,-2-1 1 16,0 1-13-16,-6 0-15 0,9 0-10 0,-9 0-31 15,0 0-28-15,0 0-20 0,0 0-21 0,0 0-21 16,-16-5-27-16,8 3-132 0,2 0-350 16,6 2 155-1</inkml:trace>
  <inkml:trace contextRef="#ctx0" brushRef="#br0" timeOffset="8476.75">10906 2852 148 0,'2'-4'330'15,"-2"-2"-6"-15,2 3-8 0,-2-1-2 0,1 0-23 16,-1 4-27-16,1-4-18 0,-1 4-39 0,0-5-21 16,0 5-34-16,0 0-14 0,0 0-13 0,0 0-15 0,8 22-9 15,-7-6-12-15,-1 4-7 0,4 5-9 16,0 4-2-16,0 2-10 15,2 2-7-15,-1-1-8 0,-1-1 1 0,0-1-2 16,1 0-7-16,0-5-5 0,1 2-4 0,-2-3 7 16,1-5-12-16,-3-3 2 0,0 0-6 0,-1-4-3 0,1 0 0 15,-1-3-3-15,-1-1 2 0,1-3-1 0,1 0 3 0,0 1 3 16,-2-2-6-16,0-3 1 0,0-1-4 0,0 5 11 16,0-5 10-16,0 4-11 0,0-4 14 0,0 0-7 15,0 0 2-15,1 4 8 0,-1-4-15 16,0 0 4-16,0 0-9 0,0 0-13 0,0 0-41 15,0 0-39-15,0 0-44 0,0 0-35 0,-6-14-50 16,3 9-62-16,3-2-59 0,-1-1-228 0,1-1-596 16,4 0 265-16</inkml:trace>
  <inkml:trace contextRef="#ctx0" brushRef="#br0" timeOffset="8730.28">11598 2934 198 0,'0'0'274'0,"-3"-5"-10"0,3 5-15 15,0 0-15-15,0 0-17 0,0 0-22 0,0 0-20 16,0 0-20-16,6-3-16 0,0 1-12 0,6 0-23 15,-1 0-34-15,5 1-44 0,4-1-40 0,-1 4-44 16,11-4-62-16,-1 4-43 0,-1-2-183 0,0 1-374 0,-6-1 166 16</inkml:trace>
  <inkml:trace contextRef="#ctx0" brushRef="#br0" timeOffset="8915.12">11661 3176 18 0,'-8'4'193'0,"3"0"-4"0,-1 0-9 0,0-1-8 16,4-1-7-16,-2 0-9 0,4-2-1 0,8 5-14 0,2-5-11 15,9 2-16-15,11-4-7 0,2 2-17 0,5-2-38 16,14-1-47-16,0 3-45 0,5-3-52 16,4-1-58-16,-4-4-115 0,3-1-285 0,4 2 126 15</inkml:trace>
  <inkml:trace contextRef="#ctx0" brushRef="#br0" timeOffset="9365.02">13106 2766 163 0,'-4'-6'188'0,"4"6"-24"0,-6-2-17 0,6 2-12 16,-10-1-12-1,10 1-13-15,-17 2-4 0,4 3-6 0,-3 1-7 0,-2 1-8 16,-4 3-2-16,-2 4 0 0,-1 2 2 0,1 2-15 16,-3 1-1-16,1 5-4 0,-1 0-7 0,3 0 0 15,2 4-1-15,1-5-5 0,5 3-1 0,0-1-2 16,7-6 0-16,-2 4-8 0,7-4 10 0,-1 0 4 15,4-2 10-15,2 0 12 0,4 0 4 16,2-3 0-16,5 1 12 0,11 0 14 0,3-1-11 0,10-5 0 0,2-3-6 16,19 0-6-16,2-5-3 0,0-2-1 0,-4-7 13 15,0-1-9-15,-4-5 15 0,-14 2 5 0,-4-3 4 16,-2-2 6-16,-2-4-7 0,-2-3-7 0,-4-3-5 16,-5-3-3-16,-4-1-3 0,-5-2-11 0,-4 1-9 15,-6 1-8-15,-4 2-12 0,-4 0-2 0,-9 1-13 16,-4 5-15-1,-6 1-18-15,-7 3-36 0,-16-3-50 0,-2 10-47 16,-6 2-57-16,3 8-63 0,1-1-95 0,5 6-291 0,15 1-690 16,4-4 305-16</inkml:trace>
  <inkml:trace contextRef="#ctx0" brushRef="#br0" timeOffset="24400.19">15539 2206 120 0,'0'-5'239'16,"1"0"-7"-16,-2 0-7 0,1-1-8 0,0 2-10 16,0 0-7-16,0 4-7 0,0-6-11 0,0 2-13 15,0 4-16-15,0 0-12 0,0-4-9 16,0 4-26-16,0 0-13 0,0 0-18 0,0 0-44 15,0 0-14-15,0 0 1 0,-20 18-5 0,3 10 2 0,-16 12 0 16,-4 7-3-16,-17 27 3 0,-5-2-4 0,2 4 0 16,1-3 1-16,2 0 0 0,18-21-1 0,-5 21 0 0,11-23 6 15,5 6 2-15,1 2-4 0,5-2 6 0,1 1-3 16,5 2-1-16,8-2 1 0,0-2-2 0,6-3-1 16,3-6 0-16,9-11 3 0,-3-5-5 0,3 0 3 15,5-4-3-15,3-1 3 0,1-6-1 0,1 1-2 16,7-3-3-16,0-5 4 0,2 1-3 0,-1-4-2 15,-3 0 5-15,0-2-2 0,-9-2-5 0,-6-2 2 0,0-1-1 0,-3 1 0 16,-3-1-2-16,-1 0 3 0,-1-1-1 0,-5-1 4 16,10 1-4-1,-10-1-8-15,0 0-42 0,9-4-71 0,-9 4-90 0,4-7-289 16,-4 7-533-16,3-10 236 0</inkml:trace>
  <inkml:trace contextRef="#ctx0" brushRef="#br0" timeOffset="25076.08">16549 2369 176 0,'1'-5'249'0,"0"1"-16"16,-2-3-22-16,2 5-22 0,-1 2-19 0,3-5-28 15,-3 5-21-15,0 0-18 0,0 0-8 0,0 17-11 16,0 1-7-16,-1 7-9 0,-2 7-4 0,0 6-5 15,0 11-6-15,-1-3-5 0,0 5-4 16,0-5-4-16,0 1-3 0,2-12-11 0,-3 13 5 0,5-19 2 16,0 3-4-16,0-3-5 0,0 0 0 0,-3-3-6 15,3-6 3-15,0-6-1 0,0 3-2 0,0-5-4 16,-1-2 1-16,1-3 2 0,0 1-3 0,0-1 5 16,-2-2-6-16,2-5 2 0,-1 7 0 0,1-7-7 0,-2 5-27 0,2-5-31 15,0 0-26-15,0 0-38 0,-21-12-25 16,15 2-21-16,-2 2-187 0,-2-8-375 0,1-1 166 0</inkml:trace>
  <inkml:trace contextRef="#ctx0" brushRef="#br0" timeOffset="25260.89">16353 2264 177 0,'0'-13'249'0,"1"1"-19"15,5 3-22-15,0-4-24 0,2 4-16 0,6-1-19 16,2-2-15-16,6 5-11 0,5-3-17 0,5 4-11 16,1 2-12-16,3 4-21 0,1 1-37 0,-7 3-45 0,1 3-54 15,-4 3-52-15,-1 3-43 0,-14 1-99 0,4 5-289 0,-9 0 127 16</inkml:trace>
  <inkml:trace contextRef="#ctx0" brushRef="#br0" timeOffset="25429.55">16227 3070 95 0,'-3'2'233'0,"3"-2"-14"16,0 0-20-16,10 4-15 0,3-3-19 0,6-1-13 16,13-1-20-16,3 0-9 0,2 0-15 0,15-3-38 15,2 1-69-15,-3-5-82 0,-12 6-186 0,-4-5-289 16,-3 0 128-16</inkml:trace>
  <inkml:trace contextRef="#ctx0" brushRef="#br0" timeOffset="26678.88">16913 2760 219 0,'4'-5'329'16,"-3"0"-10"-16,5-2-23 0,-3 2-15 0,-2 5-30 0,3-3-20 16,-1-2-39-16,-3 5-6 0,1-5-30 0,-1 5-19 0,0 0-12 15,0 0-9-15,6 10-25 0,-4-5-10 0,-1 5-17 16,0 6 8-16,-1 2-9 0,0-1-7 0,0 7-6 16,-2 5-6-16,-5-2-3 0,3 1-3 0,2 2-1 15,-2-2 4-15,-1-8-10 0,1-1-4 0,0-4-1 16,0-1-1-16,3-2-2 0,1-4-3 0,-1-1 2 15,-2 0 5-15,3-2 31 16,0-3 51-16,0-2 19 0,0 0-15 0,0 0-15 16,0 0-2-16,16-18-18 0,-6 5-9 0,0-2-7 0,-1-1-4 0,8-6-5 15,-5 1-5-15,5-4-12 0,0 3 0 0,-1-4-1 16,1 2-4-16,-6 10-9 0,2-2-4 0,-3 4 5 16,-1 3-8-16,-5 0-8 0,3 3 4 0,-5 1-7 15,4 0-15-15,-2 3-36 0,-3 0 0 0,-1 2-3 16,0 0 4-16,8 6 10 0,-4-1 1 15,-4 3 22-15,5 0-13 0,-2 3-4 0,-2 1-5 16,5 6-4-16,-2 0 0 0,4-1 1 0,1 0-11 16,6 6 0-16,1 0-4 0,1-3 4 0,6-2-1 15,3-3 6-15,2-3 0 0,9-3-9 0,0 0-9 16,15-2 1-16,4-2-4 0,1-3 6 0,3-4 2 16,-5-3 9-16,-3-1 4 0,-15 0 6 0,2-4 2 0,-6 1 4 0,-1-4 1 15,1 1 8-15,-7-2-2 0,-1-1 6 0,-2-1-1 16,0 1 4-16,-10 3 19 0,-2-1 11 0,-3 3 15 15,-3-1 4-15,-1 3 0 0,-1-1-11 0,-6 1 5 16,-3-1-8-16,-2 3-7 0,-9 0 1 0,-3 1 0 31,2 2-7-31,-9 1 1 0,-5 2-4 0,0 4 9 0,-1-1-8 16,1 6 5-16,0 2-20 0,2-1 13 0,0 1-1 16,5 3 2-16,2 0-3 0,1 3 0 0,5 1 2 15,5-2 0-15,0-2-1 0,3 2 0 0,0 1-4 16,5 0 0-16,3-2-3 0,5-3 2 0,2 1 0 15,6 0-1-15,2-2 7 0,10-2-9 0,-1-2 4 16,8-5-6-16,1-1 0 0,-3-4 2 0,4-4 0 16,1-2-1-16,-2-3 3 0,-2-4 2 0,0 0 0 0,-2-4 20 0,-3 0 16 15,-2-3 4-15,-1-4-1 0,-3-2-5 0,3-3 4 16,-9-1-11-16,4-13 4 0,-4-1-8 0,-1-3 3 16,-5 1-3-16,-3 1 4 0,0-2 16 0,-1 13 12 15,-2 3 14-15,-1 0 3 0,-1 5-4 0,-1 0 15 16,-3 3 9-16,3 9-2 0,0 5-2 0,-1 2-11 15,1 0-12 1,1 3-5-16,0 2-12 0,-1 0-22 0,2 1-42 16,-1 1-55-16,1 3-8 0,0 0 7 0,-9 14 9 0,4-4 5 0,-5 15 9 15,0 4-6-15,1 5 15 0,-8 11 12 0,3 8-3 16,4-1 7-16,-4-2 8 0,1-2-1 0,5 0 4 0,2-13 0 16,6-1 6-16,0-3-8 0,1 1 5 0,4-5-2 15,3-1-7-15,-3-5 14 0,3-4 3 16,3 0 5-16,1-5-2 0,-2-4 6 0,7 2 6 15,-2-3-2-15,6-5 29 0,0-2 11 0,1-5 3 16,4-3 2-16,0-2 1 0,1-2 2 0,0-3-9 16,0 0-4-16,-3-5 2 0,0 1-3 0,-3-1-4 15,-1 1-14-15,3 0 3 0,-13 5 15 0,3 0 16 16,0-1-2-16,-7 6-5 0,1 0 13 0,-2 5-1 16,1-4-10-16,-2 4-15 0,-3 1-2 0,3 1-7 0,-1-1-23 15,-3 3-40-15,0 0-7 0,0 0 7 0,6 8-14 16,-7-3 17-16,-3 7 14 0,4 0 2 0,-1 4-2 15,-3 2 1-15,0-1-2 0,3 2 14 0,1 0-2 16,-4-1-5-16,4 1-19 0,-4-3 7 0,3 2-23 0,1-6-10 31,0-3-23-31,0-1-6 0,-3-1-10 0,3 0-5 0,0-7 16 16,0 5-26-16,0-5-58 0,0 0-46 0,0 0-40 16,0 0-20-16,0-22-36 0,-1 7-171 0,0-2-519 15,-3-2 230-15</inkml:trace>
  <inkml:trace contextRef="#ctx0" brushRef="#br0" timeOffset="26794.74">18363 2646 211 0,'-6'-19'275'0,"1"2"24"0,0 8 18 16,3-2 11-16,0 6 4 0,-1-4-24 0,1 4-29 0,0 2-30 0,1-4-22 15,0 3-29-15,1 4-37 0,-3-4-7 0,3 4-45 16,0 0-23-16,0 0-34 0,0 0-49 0,12 7-58 16,-6 3-66-16,3-4-82 0,-1 3-333 0,0-3-578 15,2 1 255-15</inkml:trace>
  <inkml:trace contextRef="#ctx0" brushRef="#br0" timeOffset="27781.36">18748 2725 37 0,'0'0'193'0,"0"0"-24"0,0 0-18 16,0 0-18-16,0 0-8 0,0 0-14 0,0 0-15 16,0 0-4-16,0 0-11 0,0 0 0 15,0 0-11-15,10 6-2 0,-4-6-6 0,7 1 0 16,-1-2-9-16,1 0-7 0,4-1-1 0,1 1 0 15,0-2-7-15,1 0-3 16,-2 2-4-16,5-4-1 0,-5 0-9 0,-4 1 3 16,-1-1 5-16,1 1 16 0,-4-1 12 0,0 0 7 15,-2 0 10-15,0 3 10 0,-2-1 7 0,-3-1-2 16,2 0-20-16,-3 2 2 0,-1 2-9 0,0 0-8 16,-9-7-6-16,2 7-10 0,-5 0-2 0,-1 0-5 15,-7 4-7-15,1 1-1 0,-8 3 1 0,0 2-6 16,0 1-1-16,1 0-4 0,10 1 2 0,-9 2-5 0,8-1 0 15,2-1-1-15,-3 8-1 0,5-4-1 0,4-2 0 0,1 3-3 16,5-2 5-16,3 3-2 0,5-1 2 0,2-2-3 16,7 0 6-16,7 3-2 0,3-5 1 0,8-1-4 15,2-3 3-15,6-5-3 0,12-3 1 16,-14-1 2-16,15-4-4 0,-13-1-2 0,10-6-2 16,-13 4 4-16,-3-4-2 15,-2-1 2-15,-5-3-4 0,-1-1 5 0,-3-1 1 16,0-2 18-16,-3-1 16 0,-6 1 1 0,1-3 6 15,-6 3 11-15,-2 0 8 0,0 1 13 0,-4 1 15 16,1 1 11-16,0 4-5 0,-2 2 3 0,0-1-5 16,-1 5-10-16,1-1-6 0,-2 2-11 0,2 1-15 0,-2 0-7 0,0 4-41 15,0 0-27-15,0 0 4 0,0 0-8 0,0 0 3 16,-7 13-1-16,3-4 10 0,1 3 0 16,-3 5-6-16,1 1 2 0,3 2-11 0,-2 0 17 15,1 5 0-15,1 1-1 0,2-6 13 0,-1-1-8 16,1-1 4-16,0 0-1 0,2-3 5 0,-2-1-6 0,1-6 5 15,1 3-4-15,-2-5 3 0,0 1-20 0,0-2 12 16,-2 0-1-16,2-5-3 0,0 7 15 16,0-7 2-16,0 0-16 0,0 0-46 0,0 0-28 0,0 0-22 0,0 0-25 15,-2-21-34-15,2 12-32 0,-3-4-34 0,5-3-40 16,-4 0-232-16,0-9-543 0,2-1 240 0</inkml:trace>
  <inkml:trace contextRef="#ctx0" brushRef="#br0" timeOffset="27935.03">19310 2492 151 0,'-5'-11'262'0,"0"1"2"0,1 3 2 16,0 1-1-16,-1 3-15 0,1-2-41 0,4 1 0 0,-1-1-19 15,1 5-26-15,-4-3-12 0,4 3-18 0,0-5-11 16,0 5-17-16,0 0-21 0,15 0-42 0,-7 2-43 16,5 1-51-16,0 0-59 0,2 5-60 0,-4-2-254 15,1 2-459-15,-2-1 203 0</inkml:trace>
  <inkml:trace contextRef="#ctx0" brushRef="#br0" timeOffset="28767.99">19973 2738 279 0,'-1'-6'300'0,"0"-1"-30"15,-6 3-29-15,1-1-25 0,2 0-25 0,-6 1-19 16,-3 3-17-16,-5 1-18 0,-1 3-12 15,-1 2-15-15,-7 1-12 0,2 5-9 0,-1 0-14 16,9 2-4-16,-10 3-4 0,7 2-8 0,-2 2-4 0,9-6-7 16,-2 7-6-16,3-5-1 0,2 1-3 0,3-6-7 0,1 1-2 15,4-2-2-15,-1 1 0 0,2-6-2 0,2 1 0 16,2-1 3-16,-3-5 3 0,14 0 7 0,-3 0-1 16,7-8 1-16,-1 3 3 0,-2-2 5 0,3-3 2 15,1 0-1-15,-2-3-1 0,1 2-6 0,3-3-7 16,-5 1-2-16,-1 1-5 0,1 0 2 0,-4 0-5 15,1 6 2 1,-6-2 8-16,1 4 4 0,-4-1-3 0,0 2-15 0,1-1 9 16,-1 0-3-16,0 3-10 0,-3-2-6 0,-1 3 2 15,9 0 6-15,-9 0-11 0,5 4-1 0,0 0-2 16,-1 0 7-16,4 1-6 0,1 2 4 16,0 1-9-16,0 1-3 0,2-1-9 0,1-2-5 15,-2 2 2-15,4-1 1 0,-4-3 3 0,2 1 0 16,0-4 4-16,1-1-1 0,-1-1 2 0,-1-3 5 0,0-1-3 0,-1-2 4 15,-1-1 3-15,-2-2-2 0,3-4 9 0,-2-1 7 16,1-2-7-16,-4-1 7 0,4-7 0 0,-1 1 2 16,-3-3 3-16,0-2 1 0,-1 0-3 0,0-5-6 15,2 2 11-15,-2-3-5 0,0 1 10 0,-3 1-4 16,3 3-3-16,-3 0 7 0,0 6 14 0,1 5 2 16,-1 2 9-1,0 5-7-15,-1 5-1 0,2 0-8 0,-1 2-4 16,-1-4-8-16,1 6-15 0,-2 0-35 0,1 3-49 15,0 0-1-15,0 0 12 0,0 0 0 0,-5 16 16 0,0 0 1 16,-2 9 5-16,-2 2 6 0,-1 6 3 0,0 2 0 16,-3 9 2-16,3-8 3 0,-2 10 5 0,2-11 3 0,1 1 6 0,4-2 5 15,-1 1-1-15,2-1 1 0,0-4 1 16,0-1 1-16,2-3 4 0,-1-6-2 0,3-3-3 16,0-3 7-16,0-4-1 0,0-1-11 0,0-2 16 15,0-1 7-15,0-2 13 0,0-4 23 0,0 8 26 16,0-8 21-16,1 5 16 0,-1-5 19 0,0 0 0 15,10 4-11-15,2-4-17 0,1-1-9 0,16-5-11 16,3-1-8-16,4-2-20 0,16-2-68 0,-11 1-88 16,14-4-123-16,5-2-147 15,-2-1-329-15,-6 2-759 0,-1-2 336 0</inkml:trace>
  <inkml:trace contextRef="#ctx0" brushRef="#br0" timeOffset="29754.35">21412 2266 5 0,'5'-15'276'0,"0"5"-11"0,-1 0-9 0,0 1-7 0,-1 1-17 16,-1 4-14-16,2-3-16 15,-3 2-30-15,-1 1-16 0,3 2-17 0,-2-2-21 16,-1 4-16-16,0 0-11 0,0 0-7 0,5 13-11 16,-5-1-8-16,1 5-5 0,-1 9-8 0,0 5-1 15,-1-1-7-15,-4 1-4 0,1 2-4 0,0 4-2 16,-1-3-1-16,4 1-5 0,-5-2-8 15,-1-2 5-15,7-6-1 0,-5 2-4 0,5-8 3 0,-2 0-3 0,0-7-4 0,1-2-3 16,1 0-1-16,-1-3 2 0,1 0 3 0,-2-2 17 16,2 0 40-16,-1-1 40 0,1-4 36 0,0 3 36 15,0-3-11-15,0 0-21 0,0 0-17 0,0-19-21 16,0 9-7-16,0-5-12 0,0-3-17 16,0-7-12-16,0-4-18 0,1-3-14 0,1 1-15 15,-1-3-18-15,4-15-9 0,3 1-3 16,-4 2-4-16,-1 12-1 0,3 2 10 0,-3 1-2 0,1 4 3 15,0 6 3-15,1 4-2 0,-5 6 5 0,1 0 10 16,2 2-4-16,-3 1 6 0,0 1-4 0,1 5 1 16,-1-3-2-16,3 0-2 0,-3 1-8 0,0 4-1 0,1-4-15 0,-1 4-12 15,0-2-23-15,0 2 30 0,0 0-3 16,0 0 4-16,18 6 6 0,-8 1 5 0,10 0-8 16,5 1 8-16,3 1 11 0,9-2-8 0,0 0 4 15,14 1-7-15,3 0 11 0,-2-1-5 0,-17-5 6 16,-1 2-35-16,-3-1-3 0,-3 1-33 0,-6-1 3 15,-5-1-12-15,-4-2-11 0,-2 3-17 0,-3-3-12 16,-8 0-12-16,10 1-16 0,-10-1-13 0,9 3-2 16,-9-3-13-16,0 0-11 15,-16 7-25-15,6-1-19 0,-5 0-29 0,-3 0-153 16,0 3-445-16,1-1 197 0</inkml:trace>
  <inkml:trace contextRef="#ctx0" brushRef="#br0" timeOffset="30123.96">21468 2774 194 0,'0'0'230'0,"-2"2"-8"16,2-2-13-16,0 0-10 0,0 0-12 0,0 0-11 16,-7 0-13-16,7 0-14 0,0 0-12 0,17 1-15 15,-3-2-6-15,8 1-7 0,10-4-14 0,2 1-4 16,3-2-11-16,14-1-3 0,2 1-7 0,1-1-7 16,-15 0-6-16,12 3-3 15,-15 0-9-15,1-2-2 0,-8-1-1 0,-8 3-5 16,-2 2-6-16,-6-1 6 0,-2 0-9 0,1 1-8 15,-6 0-12-15,-1 0-20 0,0-1-27 0,-5 2-24 16,0 0-23-16,0 0-34 0,-26-1-15 0,9 0-46 16,-1 2-29-16,-5-4-165 0,4 2-405 0,0-1 180 0</inkml:trace>
  <inkml:trace contextRef="#ctx0" brushRef="#br0" timeOffset="30471.23">21498 2520 33 0,'0'0'287'0,"0"0"-19"0,-9 2-12 0,9-2-14 16,0 0-14-16,-7 0-18 0,7 0-18 15,0 0-18-15,0 0-17 0,0 0-14 0,0 0-11 16,31 1-10-16,-12-2-8 0,15 1-13 0,1-3-9 0,15 1-8 0,10-2-8 16,-20 1-11-16,11 2-3 15,-15 0-9-15,1-4-4 0,-4 4-4 0,-14 0-15 16,3 1 5-16,-4 0 1 0,-8-3-4 0,2 3-4 16,-5 0-1-16,-1-2 12 0,0 2 1 0,-6 0-9 15,7 0 5-15,-7 0-16 0,9 0-8 0,-9 0-10 16,0 0-16-16,0 0-26 0,0 0-30 15,-20 2-31-15,11 3-44 0,-3 0-45 0,5-3-44 16,-2 1-227-16,1-1-497 0,2 2 221 0</inkml:trace>
  <inkml:trace contextRef="#ctx0" brushRef="#br0" timeOffset="31273.1">22846 2391 219 0,'0'-4'313'0,"1"-2"-9"16,0 2-17-16,2 0-20 0,-3 4-10 0,1-5-23 16,-1 5-23-16,0-5-12 0,0 5-30 0,3-3-18 0,-3 3-21 15,0 0-11-15,0 0-34 0,0 0 10 0,0 0-16 16,4 9-8-16,-4-2-6 0,1 3-8 15,-2 2-4-15,2 8-5 0,-4-1-7 0,-1 7-5 16,1 2 1-16,-3 0-10 0,0 0 6 0,1-1-8 16,1 1 6-16,2-8-9 0,-1 0-17 0,3-2 19 15,0 2-8-15,0-6 7 0,0-1-8 0,0 0 0 16,0-5-4-16,0 1 4 0,0-5-3 0,0 2 7 16,0-3 1-16,0 2-6 0,0-5 13 0,0 5 42 15,0-5 46-15,3 4 21 0,-3-4-13 0,0 0-13 0,0 0-14 0,5-14-4 16,-4 4-12-16,0 0-8 0,2-6-13 0,0-1-15 15,-1-3-16 1,0-6-13-16,0 0-14 0,-1-4-1 0,-4 5-10 0,3-6 3 16,-7 2-4-16,-2 5 2 0,-1 0 0 0,0 4-6 0,-1 4 0 0,0 1-1 15,-6 1-9-15,-1 4-17 0,0 0 25 0,-8 2-2 16,-4 2-2-16,-1 3 4 0,0 2-17 0,-1 5 20 0,1-3-4 16,0 5 3-16,-1 4 0 0,4-1 12 0,0 4-1 15,5 1-17-15,5-4-21 0,0 2-4 0,4 3-1 16,3-4-2-16,3 4 2 0,3-3 5 0,5-1 2 15,4 0 6-15,6 3 5 0,8 0 3 0,9-2-6 16,6-4 4-16,16 2-11 0,4-7-23 0,10 3-6 16,1-6-19-1,29 1-22-15,-25-8-30 0,24 3-40 0,-26-3-70 16,-2 0-280-16,1-3-572 0,-5-2 254 0</inkml:trace>
  <inkml:trace contextRef="#ctx0" brushRef="#br0" timeOffset="32790.97">23315 2403 275 0,'0'-5'316'0,"1"1"0"15,0 1-22-15,-1 3-15 0,0-5-28 16,0 5-24-16,2-5-26 0,-2 5-25 0,0 0-22 0,1-4-22 16,-1 4-19-16,0 0-17 0,0 0-7 0,0 12-10 0,-1-4-8 15,-1 4-4-15,1 5-10 0,0 3-2 0,-3 4-3 16,1 2-10-16,2-5-4 0,-2 6 0 0,2-8-9 0,-1 6 1 0,0-6-5 16,2-2-1-16,2-4 3 0,-2-4-9 0,0 1 13 15,0-3-12-15,1-2-5 0,-1 0 6 0,0-1 8 16,1 0 41-16,-1-1 44 0,0-3-6 0,9-2-8 15,-2-3-11-15,5 0-10 0,-3-2 1 0,8-3-16 16,3-6-4-16,-2 3-7 0,-5-3-5 0,9-6-3 16,-3 2-14-16,3-4 4 15,2 3-6-15,-4-1-3 0,-2 2-5 16,-4 3-1-16,-5 3-4 0,0 2 1 0,-4 5 0 16,4-3-8-16,-5 8 3 0,1-4-13 0,-1 2 1 15,-3 2-21-15,3-1-23 0,0 1-34 0,-4 2-22 0,0 0 15 16,0 0 6-16,6 7 12 0,-3 3 6 0,-2-3 8 15,-1 5 8-15,4 1-1 0,1 3-11 16,-1 1 1-16,6 0-9 0,-1 0-8 0,4-1-2 0,6 2 2 0,4 0 3 16,-6-7-17-1,10-1-9-15,-2 0-2 0,1-4 1 0,4-3 3 0,-3 1 8 16,1-9 3-16,0 1 10 0,-7-2 14 0,3-5 9 16,-7-1 16-16,-2 0 21 0,0-4 18 0,-2 0 10 15,-4-1 14-15,0 3 12 0,-4-3 7 0,0 0 4 16,-5 0 4-16,2 5 2 0,-2-2-2 0,-2 6-8 15,1-2 0-15,-3 5-11 0,0-2-4 0,-1 2-7 16,-2 3-1-16,-2 1-7 0,-2 2 2 16,-4 3-8-16,0 3 4 0,-3 2-3 0,-1 4-2 15,-3 4-4-15,4-4-3 0,-1 6 7 0,1 3-4 16,-1 0 0-16,3-3 5 0,5-3-5 0,2 1-2 16,0-4 0-16,5-3-5 0,1 0 4 0,1-3 1 15,0-4 4-15,-1 5-5 0,2-7 12 16,1 3-2-16,0-4 7 0,14 1-3 0,-1-3 0 0,3-4 13 0,2-1-7 15,1-1 3-15,3-3-5 0,1-4 2 0,0 2-2 16,1-1-2-16,-2-2-2 0,1 0-2 0,-4 4 1 16,-5 1-5-16,4-1 1 0,-5 2-1 0,-2 3 4 0,-3 0-8 0,1 2 7 15,-1 1-5-15,-2 0-1 0,-2 2-1 0,0 0-12 32,0-1-13-32,0 3-16 0,-4 0 5 0,0 0 2 15,12 5 6-15,-8 1 4 0,2 3 0 0,0-1-1 16,2 3-2-16,4-1 2 0,-2 4 4 0,3-2 0 15,-3-4 0-15,5 1-5 0,0 1 2 0,1-3-5 16,0 1-1-16,-3-5-3 0,7-2 0 0,-6-1-1 16,0-2 0-16,-1-3 2 0,3-2 1 0,-3-5 2 15,1 2 5-15,-2-4 1 0,-1-1 5 0,-1-2 10 0,1-6 2 0,-1-2 2 16,-4 2 5-16,3-3 7 0,1-3 3 0,-3-2-2 16,4-1 4-16,-3 1-6 0,-2 0-2 15,2 2 4-15,-2 4 15 0,1 6 9 0,-5 2 13 16,3 5 3-16,-1 3 9 0,-4-1-25 0,3 5-1 15,-1-1-19-15,-2 2-23 0,0 1-34 0,0 3-42 0,4-3 3 16,-4 3 9-16,0 0 6 0,-4 20 8 0,-1-3 5 0,1 0 0 16,-3 12 18-1,-1 3-3-15,0 2 7 0,-2 1 12 0,3-3-5 0,0 2 3 16,-2 0 3-16,2-1 2 0,3 0 4 0,1-7 2 16,-3 1-2-16,2-10 4 0,1-5 0 0,1 0-2 15,0-3 4-15,1-2 5 0,0-1 4 0,0-1 25 16,1-2 29-16,-3 1 35 0,3-4-9 15,0 0-15-15,0 0-7 0,-6-17-8 0,1 7-6 0,1 1-5 16,-1-4-6-16,-2-1 3 0,-2-1-14 0,0-2-4 16,-1 5-10-16,0-3-3 0,-2-1 0 0,1 2-1 15,2 5-4-15,1 0 1 0,3 1-2 16,0 3-1-16,1-2 0 0,-1 3 2 0,0 2-4 16,1-2-11-16,4 1-3 0,0 3-3 0,-4-5 5 15,4 5-1-15,8-3 2 0,2 1 0 0,8 2 3 0,12 0-4 0,4 0-1 16,3 0-1-16,0-3 0 0,4 3 2 0,13-2 1 15,-15 0 3-15,14-2-3 0,-5 0 5 0,-11 2-4 16,2-2 0-16,-4 0 4 0,0 0 2 0,-4 0 17 16,-10-2 11-1,2 4 12-15,-10-1 24 0,0-1 12 0,-3 3 6 0,-2 0 0 16,0 0-5-16,-2-1-8 0,-1 0-12 16,-5 2 6-16,9 0-18 0,-9 0-8 0,5 0-12 15,-5 0-12-15,0 0-9 0,9 2-28 0,-9-2-10 16,1 7-2-16,-1-2 2 0,1 2 5 0,1 0 1 15,-2 4 5-15,-2 0 3 0,2 4-3 0,-1 2 13 16,0 1-7-16,1 0-8 0,0 1-6 0,0 3-8 16,1-5-4-16,-1 2-12 0,0-4-8 0,0-3-11 15,1 1-16-15,-2-3-13 0,2 1-23 0,-1-4-15 0,0-2-1 0,0 1 4 16,0-1 12-16,0-5-53 0,0 0-71 0,0 0-193 16,0 0-479-16,-7-19 212 0</inkml:trace>
  <inkml:trace contextRef="#ctx0" brushRef="#br0" timeOffset="32944.58">24977 2126 197 0,'0'-6'302'0,"0"2"-19"0,0-3-17 16,0 4-25-16,0-1-18 0,0 4-32 0,4-4-21 16,0 0-42-16,1 4-33 0,-5 0-43 0,19 3-46 15,-10 1-51-15,4 1-54 0,2-2-64 0,-4 6-146 16,4-4-333-16,0 3 149 0</inkml:trace>
  <inkml:trace contextRef="#ctx0" brushRef="#br0" timeOffset="33345.57">25468 2203 126 0,'-12'-1'149'0,"12"1"-8"16,-17 6-14-16,6-1-7 0,-5-1-20 0,0 4-12 16,-3 3-9-1,1-1-7-15,-3 5-5 0,-2 4-7 0,2-2-3 0,2 0-3 16,0 3-8-16,6-6-2 0,-1 1-7 16,4 2 1-16,0-3 3 0,2 1-6 0,4 0-2 15,0 1 4-15,4-3 0 0,4 1 15 0,0-5 8 16,4 2 8-16,3-2 5 0,3 0-10 0,5-1-2 15,9-3-8-15,-8-1-3 0,3-4 5 0,0 0 6 16,3-5 1-16,-3 1 9 0,-3 0 12 0,-3-3 0 16,-1-1 4-16,-2-5-8 0,-3 2-8 0,2-4-8 15,-3 0-5-15,-1-1-5 0,-3-2-8 0,-2 1-1 0,0 0-9 0,-4 0-5 16,0 0-4-16,-4 1-6 0,-2 4-3 0,-2-2-11 16,-3 1-3-16,-4 1-9 0,-1 0 0 15,-3 5-11-15,0-1-5 0,1 3-22 0,-1 5-17 16,2-4-26-16,-1 3-36 0,6 2-27 0,-2 3-34 0,3-1-40 15,-4 2-142-15,7 0-397 0,2 0 175 0</inkml:trace>
  <inkml:trace contextRef="#ctx0" brushRef="#br0" timeOffset="33762.25">25620 2253 174 0,'3'-2'301'0,"-3"2"-33"0,1-4-29 0,-1 4-28 0,4-3-22 15,-4 3-26-15,0 0-18 0,0 0-17 0,2 10-9 16,-3-5-15-16,1 6-10 0,-1 1-8 16,-3 4-10-16,-1 3-3 0,-2-1-10 0,1 10-2 15,-4-4-7-15,3 3 1 0,2-6-10 0,0-5-7 0,-1 0 0 0,3-4-3 16,-2-4-3-16,3 1-2 0,0-4 1 0,1 2 20 15,1-5 42-15,0 2 26 0,0-4 51 0,0 0-25 16,0 0-16-16,0 0-2 0,19-11-26 0,-10 4-11 31,1-2-5-31,3-2 0 0,0-2-10 0,-1 0-1 0,0-2-5 0,4-1-9 16,1-7 3-16,-6 8-14 0,1 3-1 0,-3 3 22 16,-4 1 1-16,3 2-2 0,-2-1-2 15,0 4-11-15,-3 1-12 0,1-1-7 0,0 1-14 16,-4 2-6-16,5-4-26 0,-5 4-22 0,0 0 6 15,10 4 1-15,-6 1 3 0,1-1-5 0,3 4-20 16,0 2-4-16,3 3-12 0,3-1-11 0,-1 1-26 16,0-1-22-16,1 2-32 0,-3-2-29 0,-2-6-51 15,8 5-40-15,-7-7-57 0,-5 0-201 0,4-1-574 0,-4-3 255 0</inkml:trace>
  <inkml:trace contextRef="#ctx0" brushRef="#br0" timeOffset="34404.31">26017 1702 54 0,'31'38'123'0,"1"4"-10"15,3 4-13-15,-1 3 0 0,13 23 19 0,-2 3 3 16,-5 4-13-16,-8 4 0 0,-12 1-11 0,-3 6-6 16,-13-7-2-16,-10 4-12 0,-9-8-7 0,2-23-7 15,-6-1-3-15,0-5 2 0,-7-3 2 0,-2-5-6 0,0-6-3 16,3-7 0-16,-1-9-12 0,-1 1-2 0,-1-5-5 16,1-1 5-16,2-2 26 0,-2-2 8 0,5-4 16 15,4-2 5-15,0 1 13 0,2-4 6 0,3-1-1 16,3 2 6-16,2-2-3 0,0 1-5 0,8-2-11 15,-9 0-9-15,9 0-10 0,0 0 0 0,-10 1 4 16,10-1 2-16,0 0-9 16,0 0 3-16,0 0-18 0,0 0-5 0,-10 2-12 15,10-2-13-15,0 0-18 0,0 0-29 0,0 0-61 0,0 0-66 0,0 0-84 16,0 0-97-16,0 0-206 0,35-5-568 0,-28 3 251 16</inkml:trace>
  <inkml:trace contextRef="#ctx0" brushRef="#br0" timeOffset="49942.75">5705 5644 40 0,'0'0'210'0,"-1"-9"1"0,2 5 4 16,-2 0-2-16,-1 1 3 0,4-4-4 0,-2 3-9 15,-2-1-4-15,2 5 5 0,0-8-2 0,0 3-17 16,2 1-19-16,-2-1 7 0,1 2-2 0,-1-2-4 16,0 5-8-16,0-7-16 0,0 7-14 0,0-4-17 15,0 4-16-15,0 0-9 0,0 0-25 0,1-4-24 16,-1 4-38-16,0 0-36 0,0 0-18 0,0 0 8 0,0 13 5 0,0 2 1 16,0 1 7-16,-1 2 2 0,-2 5 6 0,0 4-1 15,0 0 5-15,0-1 4 0,0 0 0 0,-1-1 4 16,0 2-2-16,4-9 6 0,-1 1-3 0,-3-3 5 15,3-1-2-15,-2-3 4 0,3-2 0 0,0-3 3 16,0-1 0-16,-1 2 8 0,-1-5 37 0,2 2 38 16,0-5 51-16,0 4 26 15,0-4 43-15,0 0-21 0,0 0-16 0,0 0-16 16,3-19-19-16,0 12-12 0,0-5-11 0,4-5-10 16,0 0-8-16,1-8-12 0,0 2-11 0,2-5-7 15,2 1-10-15,2 1 0 0,-2 2-15 0,-1 10 5 16,-5 2-5-16,-2 2-5 0,2 1-3 0,-1 2-8 15,-1 1-14-15,0 3-12 0,-3-1-37 0,3 2-4 16,-4 2 9-16,8 7-4 0,-2 0 2 0,-1 5-1 0,3 2 10 0,-3 4 0 16,3 6 2-16,-3 2-1 0,-1-1 7 0,-2-4-8 15,1-2-15-15,-2-1 5 0,-1-1-4 16,4-3 0-16,-1-2 1 0,-1-2 2 0,1 0 5 16,-2-5 9-16,-1 2 3 0,0-5 14 0,3 3 43 15,-3-2 22-15,0-3 8 0,0 0-7 0,0 0-5 0,15-13-6 16,-8 4 0-16,6-7-5 0,-3 0-9 0,6-6 2 0,2-2-4 15,-1-1-6-15,0-3-2 0,1 1-7 0,0 3 3 16,0 1-4-16,-8 8-1 0,3 3 1 0,-7 2-1 0,1 4-6 31,-5 0-1-31,2 1-27 0,1 4-9 0,0 1-18 0,-5 0 6 0,13 10-13 16,-3-3 2-16,-1 5-6 0,1 2 5 16,2 3-11-16,3 3-25 0,2 1-37 0,-2 0-42 15,2 0-53-15,2-4-81 0,-4-5-314 0,-1-2-673 16,4-2 298-16</inkml:trace>
  <inkml:trace contextRef="#ctx0" brushRef="#br0" timeOffset="50444.43">6640 5683 76 0,'-8'3'182'15,"2"-3"-7"-15,1 1-5 0,0 0-4 0,5-1-10 0,-6 2-5 0,6-2-8 16,-6 2-11-16,6-2-4 0,0 0-8 0,-7 0-6 16,7 0-6-16,-4 3-5 0,4-3-6 0,0 0-5 15,0 0-1-15,-6 0-6 0,6 0 1 0,0 0-9 16,0 0 24-16,0 0-8 0,0 0-8 0,0 0-1 15,0 0-6-15,0 0-4 0,0 0-1 0,0 0-11 16,0 0-2-16,0 0-4 0,0 0-5 0,0 0-10 0,0 0 1 16,0 0 7-16,0 0-12 0,0 0-2 15,0 0-2-15,0 0 1 0,0 0-5 0,0 0 2 16,0 0-5-16,0 0-2 0,0 0-1 0,0 0 5 16,-4 3-10-16,4-3-3 0,0 0-7 0,0 0 4 15,0 0 3-15,0 0-6 0,0 0 3 0,0 0-4 0,0 0 4 16,0 0-4-16,0 0 3 0,21-1-7 0,-8-1 3 0,6-1 1 15,7 2-3-15,6-2 1 0,1 0 2 0,0-1 11 16,-1 1-16-16,3-2 4 0,-1 1 1 0,1 1-5 31,-7 0 4-31,0 1-1 0,-7-2-1 0,-3 1 0 0,-3 2 1 0,-4-1 8 16,1 0-10-16,-6 1 5 0,2-1-7 0,-3 2-11 16,0 0-11-16,-1-2-20 0,-4 2-22 0,6-1-25 15,-6 1-46-15,0 0-41 0,0 0-28 0,0 0-29 16,0 0-271-16,-16-2-542 0,11 0 240 0</inkml:trace>
  <inkml:trace contextRef="#ctx0" brushRef="#br0" timeOffset="50775.88">7281 5447 325 0,'2'-6'390'16,"-1"1"-21"-16,2 0-12 0,-2 0-16 0,1 3-22 15,-2 2-27-15,2-4-29 0,-2 4-27 16,1-4-32-16,-1 4-23 0,0 0-45 0,0 0-13 16,0 0-15-1,6 9-25-15,1 2-1 0,-4 3 0 0,3 3-25 0,-1 2-9 0,-1 6 10 16,1 0-21-16,4 0-1 0,-4 0-7 0,-1-1-1 16,5 1 3-16,-9-6-7 0,4 1 1 0,1-3-4 15,-4-1-1-15,4 1 0 0,-2-5-4 0,-2-3 0 16,2 0 11-16,-2-1-14 0,-1-3 2 0,0 2 4 15,3-4-4-15,-3-3 18 0,-3 7-12 0,3-7-2 16,3 7 2-16,-3-7 0 0,0 0 2 0,-3 2-23 0,3-2-50 16,0 0-33-16,-4-14-27 0,0 7-30 0,3-5-35 15,-3-3-37-15,-2-2-54 0,6-4-67 0,-4-6-204 16,4-2-580-16,1-5 258 0</inkml:trace>
  <inkml:trace contextRef="#ctx0" brushRef="#br0" timeOffset="50992.05">7559 5218 53 0,'5'3'197'0,"3"4"-16"0,5 2-4 0,0 4 0 0,3 11 0 16,1-1-6-16,1 7-8 0,6 14-2 0,-4 1-2 16,2 3-4-16,-2 2-6 0,-3 1-10 0,-2-1-13 15,-3 1-11-15,-2-6-6 0,-9 2-13 0,-2-12-9 16,0-1-5-16,-8-2-12 0,-3 2 1 0,-2-2-11 15,-4-4-3-15,-15 10-13 0,-5 0-30 0,-6 0-12 16,-8-6-20-16,-30 11-79 0,21-19-97 0,-40 3-254 16,5-7-484-16,0-9 214 0</inkml:trace>
  <inkml:trace contextRef="#ctx0" brushRef="#br0" timeOffset="51367.65">5425 5187 111 0,'-11'7'184'0,"-6"2"-16"0,-2 8-21 0,-4 8-14 16,-6 18-10-16,-1 4-7 0,4 9 5 0,-9 30-1 15,8 2 4-15,0-4-7 0,12-1-7 0,11-27-9 16,8-1 2-16,7-3-6 15,14 0-4-15,8-1 3 0,13-8-1 0,24 13-8 16,8-11-5-16,6-12-3 0,8-8-10 0,7-8-8 0,0-7-51 16,13-8-78-16,2-2-121 0,-3-5-193 0,-8-2-413 15,-12-10 182-15</inkml:trace>
  <inkml:trace contextRef="#ctx0" brushRef="#br0" timeOffset="53097.37">8543 5216 74 0,'12'-14'177'15,"-2"-2"19"-15,0 4 1 0,-2 2-11 0,-2-1-6 16,1 1-4-16,-2 3-2 0,-1 0-14 0,0 2-11 15,-1 1-16-15,-2-2-15 0,3 3-21 0,-4 3-17 16,0 0-8-16,0 0-9 0,-15 19-6 0,-2 6-8 16,-4 6-3-16,-11 21-8 0,-17 24 3 0,7 2-4 15,2 0-3-15,4-3-2 0,15-22-4 0,-2 0-1 16,6-2-5-16,3-3 0 16,9-2-2-16,5-11 0 0,4-1 2 0,6-4-1 15,7 1-1-15,6-6 2 0,7-1-1 0,15-2-5 16,10-7-28-16,6-7-53 0,31 0-79 0,2-12-107 15,-30 0-142-15,2-7-425 0,23-8 188 16</inkml:trace>
  <inkml:trace contextRef="#ctx0" brushRef="#br0" timeOffset="53635.13">8776 5335 74 0,'4'-8'198'0,"2"1"-19"0,4 0-19 0,2 2-17 16,4-3-11-16,1 0-3 0,2 4-16 0,4 2-12 0,-2 2-7 16,7 2-10-16,-2 1-2 0,0 8-7 15,-2 4-2-15,-2 0-10 0,1 2-4 0,-7 5-2 16,-3 2-7-16,0 2-5 0,-5 0-1 0,-7 4-4 15,-1 3-3-15,-5-1-6 0,-9 1 0 0,-12 14 12 16,-3-5-4-16,-7 1 5 0,-2-5-13 0,-2-4-4 16,-3-3 0-16,8-10-3 0,3-3-5 0,2-1 1 15,2-4 1-15,3-1 13 0,6-6 18 0,4 0 29 16,3-1 39-16,3-3 45 16,3 1 29-16,-2-3-3 0,8 0-13 0,-9-5-17 15,8 0-23-15,1 1-15 0,0-3-14 0,5 3-15 16,4-5-12-16,1 1-5 0,7-1-11 0,5 1-4 15,3-1-10-15,-4 4-4 0,6-3-9 0,-6 6-20 16,7 0 11-16,-1 2-8 0,4 0-29 0,-3 0-32 16,1 5-28-16,-1-1-46 0,-1 0-43 0,4 3-49 15,-5-3-60-15,3-2-59 0,-1-2-235 0,-6 3-605 0,-2-3 268 0</inkml:trace>
  <inkml:trace contextRef="#ctx0" brushRef="#br0" timeOffset="54220.35">9449 5477 326 0,'0'-3'330'15,"0"3"-31"-15,-2-9-27 0,4 7-29 0,-2 2-27 16,0 0-24-16,0-5-26 15,0 5-16-15,0 0-19 0,0 0-10 0,0 0-16 16,0 12-14-16,0-6-7 0,0 4-8 0,1 3-8 16,-2 4-2-16,1 3-7 0,0-2-5 0,-4 8-6 0,2 1-8 0,-1-5-1 15,2-2-3-15,-3 0 1 0,1-3-6 0,2-1 0 16,0-3-6-16,1-4-2 0,0-1 1 0,0-2-4 16,-2-1 3-16,2 2 0 0,-1-4 33 15,2 2 52-15,-1-5 40 0,0 0 7 0,0 0-17 0,0 0-9 16,8-11-18-16,-1 2-9 0,-1-1-10 0,4-6-16 15,-1-1-7-15,4-4-11 0,5-1-5 0,-5-1 0 16,2 2-10-16,-5 6-6 0,2 3-3 0,-6 2-1 16,2 4-8-16,-4 0-6 0,1 1 4 0,-1 1-14 15,1 1-5-15,-3 1-11 0,-2 2 4 0,0 0 0 16,10 4-3 0,-7 1-1-16,2 4-4 0,-1 2-1 0,0-1-9 15,0 6-5-15,-2 1-14 0,2 0-13 0,-1 0-5 16,-1-5-2-16,1 2 1 0,-1-4 3 0,1 0-3 0,-2-3 7 15,0-2 5-15,1 2 9 0,-1-3 7 0,-1 0 39 16,4-2 39-16,-4-2 19 0,0 0-7 0,0 0-8 16,14-10-5-16,-6 3 6 0,0-3-20 0,1-2-16 0,4-2 16 15,1 0-4-15,-1-2-6 0,1 0-5 0,-1 3 0 16,1 3-2-16,-5-1-5 0,0 4 0 0,0 0 2 16,0-1-6-16,0 4-3 0,-3 0-19 0,3 3 18 15,0 0-8-15,1 2-14 0,3 2 0 0,0 2-15 16,4-1-26-16,4 5-34 0,3 0-40 0,3 4-48 15,1-3-54-15,-1 1-78 0,2-2-320 0,3 2-685 16,-1-6 303-16</inkml:trace>
  <inkml:trace contextRef="#ctx0" brushRef="#br0" timeOffset="54498.98">10392 5554 6 0,'-5'0'235'0,"5"0"-22"15,-5 3-11-15,5-3-17 0,-7 0-8 0,7 0-6 16,0 0-1-16,-6 2-9 0,6-2-9 0,0 0-8 16,-5 0-10-16,5 0-7 0,0 0-14 0,0 0-9 15,0 0-6-15,0 0-10 0,23 0-4 0,-5 0-12 0,0-2-7 16,10-1-4-16,4 1-8 0,2-2-3 0,3 3-10 0,3-4 0 15,0 3-2-15,-1-2-12 0,-2 0-17 16,0 2-23-16,-3-3-29 0,-5 1-34 0,-6 3-39 16,-5 0-33-16,-3-2-51 0,-5 0-204 0,-2-2-437 15,-3 1 194-15</inkml:trace>
  <inkml:trace contextRef="#ctx0" brushRef="#br0" timeOffset="54752.49">10552 5352 337 0,'-4'-8'363'0,"0"1"-8"0,3 2 10 15,-2-1-5-15,2 0-15 0,0 4-24 0,0-2-29 16,1 4-32-16,0-5-29 0,0 5-26 0,0 0-30 16,0 0-21-16,0 0-43 0,0 0-18 15,0 0-19-15,0 0-16 0,1 18-10 0,3-1-5 16,-2 2-5-16,4 5 0 0,2 3-2 0,-1 1-4 0,-1 2-5 15,1-1-26-15,1 2-24 0,0-2-30 0,-3 1-23 16,3-1-30 0,-2-3-31-16,3-1-26 0,-5-6-43 0,1-5-44 15,-1 1-76-15,2-6-178 0,-2-3-546 0,2-2 242 16</inkml:trace>
  <inkml:trace contextRef="#ctx0" brushRef="#br0" timeOffset="55053.02">11018 5395 304 0,'4'-5'413'0,"-4"0"-12"15,1 0-23-15,2 0-19 0,-3 0-55 0,0 5-12 16,4-6-32-16,-4 6-35 0,0 0-25 0,2-5-28 16,-2 5-30-16,0 0-14 0,0 0-17 15,0 0-13-15,8 21-14 0,-7-9-4 0,-1 5-5 16,0 3-9-16,0 1 3 0,3 6-17 0,-2-2-8 0,-1 1 3 15,4 0-3-15,-3-1-10 0,2-6-1 0,-2 0-5 16,2-1-4-16,-2-1 1 0,-1-1-18 16,1-6-18-16,-1 2-17 0,3-4 4 0,-3-2-14 15,-3-1-9-15,6 1 1 0,-6-2 0 0,6-2 4 16,-3-2 4-16,0 5 6 16,0-5-22-16,0 0-51 0,0 0-54 0,0 0-37 15,0 0-36-15,-5-19-35 0,2 7-256 0,2-5-566 16,-2 2 251-16</inkml:trace>
  <inkml:trace contextRef="#ctx0" brushRef="#br0" timeOffset="55378.32">11124 5061 163 0,'-1'-4'239'0,"1"0"-27"0,0 4-20 0,0 0-26 15,0 0-16-15,0 0-14 0,0 0-8 0,17 13-3 16,-6-1-9-16,6 7-7 0,3 5-4 0,2 1-6 15,10 13-1-15,-4 6-5 0,3-1-3 0,-2 4-1 16,-5 1-9-16,-1-2-3 16,-3 1-10-16,-3 2-3 0,-4 0-5 15,-4-2-5-15,-6-10-5 0,-3-4-5 0,-3 0-3 16,-7-2-5-16,-2 1 0 0,-5-6-2 0,-1 1-2 16,-5-5-3-16,0 2-2 0,-1-5-6 0,-1-2 1 0,-2-2-2 15,3-3 0-15,2-1-2 0,4-5-2 16,-3 3 1-16,8-4-3 0,0-2 1 0,3 1-2 15,3 1-2-15,0-5 5 0,0 3-1 0,4-3-1 0,3 0-23 0,-8 0-44 16,8 0-70-16,0 0-74 0,9-14-75 0,5 3-165 0,2 2-472 16,9-8 209-1</inkml:trace>
  <inkml:trace contextRef="#ctx0" brushRef="#br0" timeOffset="55585.32">11984 5521 220 0,'0'0'329'16,"0"0"-27"-16,-1-5-34 16,1 5-27-16,8-3-25 0,-2 0-25 0,7-1-21 15,5 1-17-15,9-1-39 0,-4 1-46 0,-2 3-49 16,1-3-56-16,0 0-64 0,-2 0-66 15,1 1-164-15,-4-2-360 0,-2 2 160 0</inkml:trace>
  <inkml:trace contextRef="#ctx0" brushRef="#br0" timeOffset="55754.28">11932 5707 121 0,'-4'2'225'16,"4"1"11"-16,0-3 7 0,0 0-4 0,9 7-14 15,1-7-22-15,8 0-20 0,13-2-17 0,3 1-19 16,7 0-15-16,10-2-37 16,6 0-43-16,-4-2-51 0,-12 5-60 0,10-7-67 15,-11 2-222-15,-2-2-376 0,0-1 167 0</inkml:trace>
  <inkml:trace contextRef="#ctx0" brushRef="#br0" timeOffset="56097.4">12973 5285 239 0,'-1'-6'242'0,"1"2"-16"0,-4 3-24 0,4 1-22 0,-5-3-21 0,3 1-18 16,2 2-13-16,-10 2-13 0,3 3-13 0,-3 5-9 16,-1 2-8-16,-4 4-1 0,-3 6-5 0,0 1-9 0,3 3-7 15,-2-2-10-15,5 3-3 0,0-4-4 0,3 2-4 0,0-1-1 16,3-4-4-16,2-1-3 0,4-1 0 0,0 1 22 15,4 0 10-15,5-5 10 0,1 3 15 0,2-5 19 16,3-1 6-16,5-4 10 0,7-2-8 0,6-3-6 16,-1-3 14-16,4-3 11 0,-4-1-28 0,-1-5-1 15,-1-4-2-15,-4 1-4 0,-4-4-11 0,-2-4-9 16,-6 1-9-16,0-5 4 16,-9-2-22-16,1-2-13 0,-8 2-18 0,-3-3 5 15,-8 4-22-15,-5 2-17 16,-6 2-17-16,-18-3-29 0,-8 7-37 0,-1 3-31 0,-9 8-36 15,0 7-43-15,0 4-63 0,-3-1-342 0,-2 7-658 16,7 0 291-16</inkml:trace>
  <inkml:trace contextRef="#ctx0" brushRef="#br0" timeOffset="57225.41">5948 7660 96 0,'0'-10'265'15,"0"0"-13"-15,1 4-12 0,-1 0-19 0,1 1-15 16,-1-1-21-16,0 3-23 0,0 0-20 0,0 3-14 16,4-4-14-16,-4 4-8 0,0 0-19 0,0 0-7 15,15 13-8-15,-7-4-8 0,-1 8-4 0,2 8-6 16,-2-6-8-16,-2 6 1 0,3 5-11 0,-3-2-1 15,-1 2-2-15,2 2-2 0,-6 1-6 0,1-2 0 0,-1-1-1 0,0 1-1 16,0-6-3-16,-1-4-4 0,1-7 0 0,0-5 0 16,0 3-1-16,-1-4 2 0,1 0 9 0,1-4 66 15,-1 0 45-15,0 0 48 0,0-4-12 0,0 0-18 16,0 0-16-16,9-17-26 0,-1 6-8 0,-3-5 1 16,5-1-11-16,-2-1-8 0,1-8-16 0,6 2-4 15,-3-3-14-15,-1 1-2 16,2 0 1-16,0 4-5 0,-2 4-4 0,-2 4-3 15,-4 4-10-15,2 2-3 0,-2 2-4 0,-3 1-5 16,2 1-10-16,0 1-31 0,-1 1 4 0,-3 2-3 16,11 4-2-16,-7 1 2 0,2 2 8 0,-2 4 0 15,0 0 2-15,1 6-6 0,-1 2 3 0,-3 1 6 16,3 6 3-16,-3-7-2 0,3 1-3 0,-3-3 4 16,2-2 9-16,-2-3-14 0,-1-1 0 0,1-1 3 0,-2 0 7 0,2-5-3 15,2 1 25-15,-3-2-16 0,0 0 23 0,0-4 32 16,1 6 36-16,-1-6 20 0,3 1 1 0,-3-1-13 15,0 0-10-15,6-15-8 0,1 7-12 16,-2-4-7-16,1-1-5 0,2-4-5 0,1-1-10 0,0 3-9 16,-3-2 2-16,3 2-8 15,-2 3 0-15,0 3-8 0,-3 3 0 0,-2 2-3 0,2-3-9 0,-1 4-2 0,0-2-20 16,-2 5-39-16,-1 0 11 0,8 0 1 0,-8 0 0 16,11 5-15-16,-3 2-16 0,-2 2-12 0,7 4-6 15,-4 0-17-15,2 3-9 0,3 0-52 0,-3-2-28 16,2 1-35-16,0 1-38 0,-1-3-50 0,3 0-76 15,-2-2-215-15,4-2-657 0,-6-4 290 0</inkml:trace>
  <inkml:trace contextRef="#ctx0" brushRef="#br0" timeOffset="57441.55">6890 7839 135 0,'-6'0'370'0,"6"0"-21"0,-3-3-26 15,3 3-17-15,0 0-15 0,-7-1-29 0,7 1-23 16,0 0-18-16,0 0-24 0,0 0-24 0,0 0-16 16,0 0-14-16,14-8-35 0,-1 5-15 0,5 0-38 15,4-1-45-15,7 0-47 16,-1-2-43-16,3 3-52 0,-3 1-66 0,1-1-70 15,-7 0-186-15,1 2-490 0,-1-1 217 0</inkml:trace>
  <inkml:trace contextRef="#ctx0" brushRef="#br0" timeOffset="57641.91">7014 7989 39 0,'-7'2'289'16,"1"1"-15"-16,-1 1-9 0,2-2-7 0,3 1-7 15,-2 0-12-15,4-3-7 0,-4 1-31 0,4-1-21 16,0 0-16-16,0 0-16 0,19 1-14 0,0-2-12 16,11 0-13-16,6-2-27 15,3 0-28-15,17-3-21 0,1 2-30 0,1 3-56 0,1-5-74 0,0 2-84 0,-4-1-237 0,-3 3-485 16,-2-1 215-16</inkml:trace>
  <inkml:trace contextRef="#ctx0" brushRef="#br0" timeOffset="58369.01">8318 7472 115 0,'0'-7'281'16,"-2"-3"-4"-16,2 4-7 0,0-2-8 0,0 2-15 15,1 0-10-15,0 1-21 0,-1 1-17 0,0-1-26 16,0 5-17-16,-1-7-19 0,1 7-23 0,0-2-33 16,0 2-4-16,0 0-22 0,6 11-9 0,-4-1-4 0,-1 7-6 0,3 6-5 15,-4 6 0-15,1 4-6 0,-2 20 4 0,-2-6-3 16,3 2-7-16,-2-2 7 0,-2-1-6 0,2 1-2 15,2-12-4-15,-1-3 0 0,-3-1-3 16,4-2 1-16,3-2-4 0,-2-1 3 0,0-6-5 0,1-2 4 16,-1-2 0-1,0-5-5-15,1-1 1 0,-1-1 2 0,-1-3 0 16,0-1 4-16,-1-1 16 0,1 1 25 0,0 0 27 16,0-5 21-16,1 4 23 0,2-2 25 0,-3-2 24 0,0 0 21 15,0 0 4-15,0 0-12 0,0 0-18 0,0 0-16 16,0 0-18-16,-3-16-12 0,2 11-12 15,-1-8-12-15,1 0-10 0,2-4-16 0,-5-10-12 16,3-2-15-16,0-3-19 0,1-4-10 0,2-10-7 0,1 10-3 16,-2 0-8-16,7-13 6 0,-4 1-4 0,-2 2 0 0,1 13 7 15,1 1 2-15,-3 1 11 0,2 2 3 0,-2 1 8 16,0 9 11-16,2 1 16 0,-3 5-6 0,0 1 4 16,0 2-3-16,0 3-6 0,0 0-6 0,0 2-4 15,1 0-8-15,-1 1-12 0,-1 0-30 0,1 4-37 16,0-4-49-16,0 4-12 0,0 0 8 0,-12 12 12 15,-3 2 2-15,-3 11-28 0,-6 3-31 0,-11 14-26 0,3 4-29 0,-6-1-36 16,5-3-46-16,-3 4-50 0,4-4-372 0,-4-4-766 16,16-11 340-1</inkml:trace>
  <inkml:trace contextRef="#ctx0" brushRef="#br0" timeOffset="58759.89">8166 8140 52 0,'-2'1'314'0,"2"-1"-13"15,0 0-11-15,0 0-19 0,0 0-23 0,-4 6-20 16,4-6-21-16,0 0-15 0,0 0-16 0,0 0-22 16,0 0-14-16,10 2-8 0,3-2-13 0,6 2-15 0,9-5-22 0,8 1-46 15,-2-1-61-15,5 0-90 0,18-2-112 0,-20-1-220 16,3-1-483-16,-3 0 213 0</inkml:trace>
  <inkml:trace contextRef="#ctx0" brushRef="#br0" timeOffset="59392.36">9011 8008 98 0,'0'0'315'0,"0"0"-18"0,-4 0-16 15,4 0-22-15,0 0-26 0,0 0-23 0,0 0-24 16,0 0-18-16,0 0-22 0,0 0-19 0,0 0-18 15,0 0-10-15,-1 10-14 0,1-3-1 0,-2-3-13 0,1 9-8 32,-3-1-3-32,1 3-11 0,-1 0-24 0,-3 2-19 15,1 0-35-15,-7 5-35 0,2 1-38 0,0-8-65 0,-5-1-269 16,-1 0-470-16,3-4 208 0</inkml:trace>
  <inkml:trace contextRef="#ctx0" brushRef="#br0" timeOffset="60077.9">9347 7801 191 0,'-12'0'228'0,"2"1"-2"16,1-1-7-16,4 1-5 0,0-1-11 0,5 0-10 16,-9 1-14-16,5 1-11 0,4-2-14 0,-4 1-11 0,4-1-13 15,0 0-14-15,0 0 2 0,0 0-22 0,0 0-10 16,0 0-6-16,-6 0-9 0,6 0-6 0,0 0-2 15,0 0-5 1,0 0-4-16,0 0-4 0,0 0-1 0,0 0-7 0,0 0-3 16,0 0-7-16,0 0-2 0,-7 3-2 0,7-3-11 0,0 0 6 15,0 0-2-15,0 0-7 0,0 0 1 0,0 0-1 16,0 0 0-16,0 0-4 0,0 0 0 0,0 0 7 16,0 0-9-16,0 0-4 0,0 0 0 0,0 0-3 15,0 0 1-15,0 0 7 0,0 0-9 0,0 0 2 16,0 0 2-16,0 0 1 0,0 0-4 0,25-3 4 15,-11 0-1-15,3 1-1 0,11-3 0 0,2 3 0 16,7-3-2-16,-1 1 0 0,20 1 1 0,-7-2-2 16,-7 1 0-16,-4-2 3 0,-2 3-1 0,0-1 0 15,-8 1 8-15,-5-1-11 0,-1 2 3 0,-9 0 1 16,-1 1-3-16,0 1-2 0,-4 0 0 0,-2-3-7 16,-1 3-13-16,1-1-21 0,-6 1-29 0,7-3-24 0,-7 3-44 0,0 0-42 15,0 0-38-15,0 0-243 0,-21 0-501 0,21 0 222 16</inkml:trace>
  <inkml:trace contextRef="#ctx0" brushRef="#br0" timeOffset="60370.24">10295 7399 347 0,'0'-6'358'0,"0"-1"-5"0,0 4-38 15,-1-2-16-15,1 5-23 0,0-7-25 0,0 7-15 16,1-2-45-16,-1 2-27 0,0 0-14 0,0-7-32 16,0 7-29-16,0 0-12 0,0 0-10 15,0 0-5-15,0 24-8 0,-1-12-6 0,1 3-4 0,-2 4 2 16,0 1-10-16,-1 6 6 0,3-2-5 0,-1 1-17 15,0-4-22 1,2 6-16-16,-1 0-24 0,0-8-27 0,0 0-26 16,-1 1-35-16,-1-3-27 0,0-3-47 0,3 1-65 0,-2-6-180 0,2 0-487 15,-1-4 215-15</inkml:trace>
  <inkml:trace contextRef="#ctx0" brushRef="#br0" timeOffset="60747.88">10719 7510 109 0,'3'-6'373'0,"-3"4"-27"0,1-3-9 0,2 3-46 0,-3 2-27 0,2-5-18 15,-2 5-42-15,2-4-23 0,-2 4-15 0,0 0-32 16,0 0-14-16,-2 13-14 0,-2-2-12 0,-3 6-5 15,-6 12-10-15,-5 0-12 0,-8 14-4 0,-4 3 5 16,-2 7-15-16,-3-2-6 0,-1 0-4 0,1-3-1 31,-2 0-5-31,4-6-2 0,2-3-8 0,9-13 1 0,4 0-6 0,-1-2-2 16,4-4 0-16,-1-4-5 0,5-3-5 0,2 0 9 16,0-1-11-16,3-4 8 0,-1 0-3 0,2-2-4 15,1-2-1-15,0 1 3 0,-1-1-2 0,4 0-1 16,0-2 0-16,-3 2 1 0,4-4 0 0,-3 3 2 15,3-3-2-15,-1 4 4 0,1-4-2 0,-2 3-7 16,2-3 1-16,0 0-26 0,-3 2-9 0,3-2-17 16,0 0-18-16,0 0-20 0,0 0-25 0,0 0-36 0,0 0-69 15,0 0-319-15,0 0-577 0,4-12 257 0</inkml:trace>
  <inkml:trace contextRef="#ctx0" brushRef="#br0" timeOffset="61311.28">10745 7961 196 0,'10'1'214'0,"1"1"-14"15,1 1-22-15,-3 2-6 0,1 1-9 0,-1 1-9 16,0 1-12-16,-4 5-10 0,3 1-10 0,-3 2-13 15,-4 1-8-15,-1 0-6 0,-5 1-11 0,0 1-7 16,-5-2-8-16,-6 7-5 0,5-7-9 0,-7 3-1 16,0-1-8-16,4-3 2 0,0-3-12 0,1-1 0 15,1 0 4-15,1-5 5 0,1-1-4 0,1 1 0 16,1 1 0-16,2-4-3 0,3 0-2 0,-3 0 7 0,2 0 2 16,2-2 5-16,-2 1 11 0,3-1 7 0,1-2 3 0,-4 2 0 15,4-2-4-15,-4 4 1 0,4-4-6 0,0 0-2 16,0 0-4-16,-1 1-5 0,1-1 6 0,0 0-17 15,0 0-3-15,0 0-4 0,0 0-9 0,0 0 1 16,0 0 0 0,0 0-2-16,-4 5-4 0,4-5 7 0,0 0-13 0,0 0-5 15,0 0 3-15,0 0-2 0,0 0 6 0,0 0-10 16,0 0-5-16,0 0 6 0,0 0 4 0,0 0-6 16,0 0 7-16,0 0 4 0,0 0 13 0,0 0 6 15,0 0-4-15,0 0 10 0,0 0-8 0,0 0-2 16,20-2-2-16,-1 2 11 0,3 0-22 0,11 0 1 15,6-3-1-15,14 2-3 0,4 0 3 0,1 1-10 16,-1 0 4-16,0-3-4 0,-2 3 22 0,-1 0-16 16,-15 1-7-16,0-1-2 0,-5 3 5 0,-3-3 0 0,-10 1 6 0,-4-1 3 15,-4 0 0-15,-3 3 20 0,-3-6-13 16,0 3 3-16,0 0 4 0,-7 0-6 0,9 0 0 0,-9 0 0 16,5 0-32-16,-5 0-31 0,5-2-51 0,-5 2-98 15,0 0-137-15,-12-7-356 0,2 0-734 0,0 1 325 16</inkml:trace>
  <inkml:trace contextRef="#ctx0" brushRef="#br0" timeOffset="62498.03">13221 6798 113 0,'0'0'155'0,"-10"10"-10"0,2 6-18 0,-9 14-4 15,-8 19-22-15,-20 35-10 0,1 10-11 0,-2 4-9 16,2 6 6-16,2 6 14 0,4 7 7 0,6 6 29 15,4 0 0 1,5-7-1-16,10-9-2 0,8-3-3 0,6-5-9 0,11-2-7 16,4-3-3-16,11-6-6 0,0-4-2 15,10-1-3-15,3-9-12 0,-11-25-2 0,3 2-5 16,0-3-8-16,-2-5-1 0,2-1-4 0,-9-13-5 16,-1-3-4-16,0-2-7 0,-6 0 1 0,-4-9-7 15,2-3-3-15,-6-2-6 0,-2-3-2 0,-2-2-1 0,1 0 20 16,0 0 16-16,0-3 22 0,-1 2 12 0,-1 0 5 0,-1-2-4 15,-2-2-1-15,3 2-9 0,-3-2-8 0,2 4-9 16,-2-4-32-16,0 0-35 0,6 0-39 0,-6 0-69 16,0 0-141-16,2-12-372 0,4 3-669 0,2-7 296 15</inkml:trace>
  <inkml:trace contextRef="#ctx0" brushRef="#br0" timeOffset="63553.21">13971 7361 202 0,'0'0'202'0,"0"0"-10"0,-2-4-6 16,2 4-8-16,0 0-3 0,-1-4-9 0,1 4-9 15,0 0-10-15,0 0-9 0,0 0-12 0,-2-4-9 16,2 4-14-16,0 0-13 0,0 0-11 0,0 0-4 15,0 0-12-15,0 0-3 0,0 0-8 0,0 0-7 16,0 0-7-16,0 0-2 0,0 0-3 0,0 0-8 16,0 0 1-16,0 0 5 15,0 0-8-15,0 0-2 0,0 0-4 0,0 0 4 16,0 0-5-16,9-3-1 0,-4 2-2 0,0-2 0 16,0 0-3-16,2-2 4 0,3 0-3 0,-2 0 1 15,3-2-5-15,-3 1 5 0,-1-2 4 0,2-1 8 16,-1-2 4-16,1 3 3 0,-3-2 5 0,1-2 10 15,-2 0 3-15,-4 3 2 0,3-1-2 0,0 2 1 16,-1 0 1-16,-2 2-5 0,0-2-2 0,3 4-1 0,-4-2-1 0,0 1-5 16,0 1-5-16,0 4-2 0,0-7-6 0,0 7-7 15,-6-3-8-15,-1 3-6 0,7 0 0 16,-23 10 11-16,0 2-13 0,-4 5-4 0,-5 2 2 0,-8 10-1 16,0 6-4-16,-5 1-1 0,3 3 0 0,-2 4 0 15,-13 21-2-15,21-15 2 0,3 0 6 0,-16 21 2 16,25-19-4-16,-3-4 3 0,7 2 0 0,3-4 3 0,7-11-6 15,6 0 15-15,2-1-9 0,3-4 0 0,7 3 0 0,-1-7 4 16,10 0 0-16,0-3 9 0,8-2-5 16,8-3 1-16,17 2-5 0,6-6 1 0,3-3-5 15,2-3-14-15,-3-3-15 0,2-2-15 0,0-2-26 16,-7-2-29-16,-14 2-19 0,14-5-32 0,-16-1-31 0,14-3-41 16,-2-2-259-1,-14 2-516-15,-1-5 228 0</inkml:trace>
  <inkml:trace contextRef="#ctx0" brushRef="#br0" timeOffset="63954.23">14500 7865 11 0,'-4'-7'274'0,"-1"5"-15"16,4-6-9-16,-3 1 5 0,0 5-21 0,3-4-17 16,-3 2-7-16,3-1-23 0,-3 2-16 0,4-1-16 15,-4 0-11-15,-1 2-17 0,4-3-11 0,-5 2-16 16,0 1-14-16,3 0-10 0,-4 2-8 0,-3 0-7 15,1 1-9-15,-4 1-8 0,-1 3 1 0,-2 1-3 16,-4 2-8-16,3 3-6 0,-8 4-4 0,5 3-2 16,-2 2-6-16,-1-1-2 15,5 1 0-15,2 1 0 0,5-4 1 0,2 0-2 16,-1 1-4-16,4-1 11 0,-1-3-12 0,5-2 0 16,-1-3 0-16,2-1 0 0,1-1 0 0,1-1 6 15,1-1 8-15,3-2 9 0,-1 0 16 0,3-2 10 16,6-4 11-16,-3 2 4 0,-1-4 3 0,5-1 0 15,-3 0 3-15,5-4-1 0,-6-1-4 0,7-1-6 16,-3-1-7-16,0-2-3 0,0 4-9 0,-2-4-3 0,-1 8-4 16,-3 0-6-16,0-1-8 0,-2 5-3 0,-2-1 0 0,-1-1-12 15,3 3-4-15,-3-1-2 0,0 1-10 0,-3 2-1 16,0 0 5-16,9 0-4 0,-9 0 1 0,10 7-4 16,-5-2 18-16,4 0-12 0,1 2-26 0,-1 0-17 15,4 3-31-15,-3-1-34 0,4 1-35 16,-2 3-48-16,3-5-56 0,-6-2-56 0,4 1-269 0,-5-2-620 0,-2-2 275 0</inkml:trace>
  <inkml:trace contextRef="#ctx0" brushRef="#br0" timeOffset="64317.31">14803 7677 252 0,'9'-7'243'16,"-2"-2"-1"-16,-1 4-15 0,0-1-22 0,-1 3-20 16,-2 1-17-16,1-3-18 0,-2 4-18 0,-2 1-22 0,4-3-11 0,-4 3-9 0,0 0-10 15,-1 10-11-15,-2-2-4 0,-3 2-9 16,-2 3 4-16,-4 1-8 0,-3 6-11 0,0 1-1 16,0 1-4-16,-2-1-5 0,3-1 2 0,1-3-8 15,4 1-4-15,0-1 0 0,2 1-3 0,-1 2-1 16,4-3 1-16,3 0-6 0,-2-1-1 0,3 0 4 15,3-3-3-15,0 0-3 0,3-1 5 0,1-3-4 16,1 1 0-16,5 2 0 0,-3-4-2 0,-1 0 0 16,3 0-2-16,-2-1 2 15,-4-1 0-15,1-2-2 0,-1 1-3 0,-2-1-1 16,0 0 0-16,1 0-2 0,-3-1 1 0,0-1-2 16,-1 3 3-16,-1-5 4 0,-5 7 3 15,-4-2-4-15,0-1-15 0,-6 3-15 0,-3-1-21 0,0-1-39 16,-3-1-48-16,2 0-61 0,-2-3-218 0,3-1-446 15,4 0 197-15</inkml:trace>
  <inkml:trace contextRef="#ctx0" brushRef="#br0" timeOffset="64802.65">15035 8035 139 0,'0'0'319'0,"10"-3"-25"16,-10 3-9-16,0 0-13 0,0 0-33 0,0 0-15 16,2-3-17-16,-2 3-19 0,0 0-17 0,0 0-23 15,7-1-16-15,-2-2-9 0,1 1-12 0,6-3-16 16,4-1-6-16,3 0-11 0,-1-2-7 0,9-1-10 16,0-1 4-16,1-1-13 0,-2-1-6 0,0-1-2 15,1-1-7-15,-4 1-3 0,2-3-2 0,-1 1-5 0,-1-2-5 0,-5-4 8 16,2-2-16-16,-2 2 0 0,-3 1 0 0,-2 3 3 15,-5 1 2-15,0 2 12 0,-5 3 7 0,0 1 0 16,-2 1-7-16,-3-1-10 0,-2 3 3 0,-3-1-16 16,-3 4 0-16,-4 1 1 0,-5 6-4 0,-9 5-1 0,-2 0-4 0,-3 5 0 15,0 4-4-15,-9 6 4 0,10 0 0 16,1 1-2-16,2 1-3 0,2 0-1 0,2 5 2 0,6-1 4 16,3 0-1-16,4-2-1 0,6 4-4 0,1-6 5 15,6-4 13-15,3-3-11 0,4 0 5 0,2-1-4 16,10-1 0-16,3-1 6 0,3-4 4 0,7-1-2 15,-1-3 1-15,4-3 1 0,-4 1 0 0,-2-5-5 16,-1 1 9-16,-10 0-3 0,-4-1 11 0,-6 0 17 16,4 0 9-16,-7 0 13 15,2 0 1-15,-8 0 3 0,8 0-8 16,-2-1-1-16,-6 1-13 0,5-1-17 0,-5 1-33 16,3-3-6-16,-3 3-35 0,0-5-32 0,0 5-46 0,-6-5-52 15,0 2-73-15,1-1-91 0,-1 1-243 0,-1 0-630 16,2-2 279-16</inkml:trace>
  <inkml:trace contextRef="#ctx0" brushRef="#br0" timeOffset="65056.13">15889 7972 30 0,'0'0'245'0,"0"0"-14"15,0 0-3-15,0 0-12 0,0 0-11 0,0 0-15 16,-6-4-17-16,6 4-16 0,0 0-16 0,0 0-16 16,0 0-11-16,32 0-18 0,-12-1-7 0,3-1-23 15,4 0-33-15,5 1-46 0,1-1-54 0,-1-4-68 0,1 3-219 0,-1 1-384 16,-1-1 170-16</inkml:trace>
  <inkml:trace contextRef="#ctx0" brushRef="#br0" timeOffset="65503.44">16720 7691 287 0,'1'-2'349'0,"-1"-2"-19"16,0-3-14-16,0 3-10 0,3 1-15 0,-2 0-14 16,-1-2-21-16,0 5-26 0,0-6-19 0,0 6-26 15,0-4-11-15,0 4-24 0,3-3-21 0,-3 3-14 16,0 0-8-16,0 0-35 0,0 0-44 0,0 0-4 15,0 0-4-15,0 13 0 0,0-2-9 0,1 5 2 0,-2 2-1 16,2 7 0-16,-5 3-4 0,3 0-2 0,-2 2-1 0,3 3-3 16,-1-6-3-1,1 2 9-15,0-3-3 0,-1 0 2 0,3-7-2 0,-3-1 0 16,2-3 1-16,-1-2 2 0,0-2-4 0,3-2 4 0,-2-2-4 16,-1-1 5-16,0-1-3 0,0-2 3 0,0 1-1 15,0 0 5-15,0-4 11 0,0 4-13 0,3-1 2 16,-3-3-3-16,0 3 3 0,0-3-1 15,0 0-5-15,0 0 1 0,0 0 0 0,0 0-4 16,0 0-13-16,0 0-12 0,0 0-54 0,0 0-46 16,0 0-49-16,-9-13-61 0,5 5-29 0,1-2-286 15,-2 1-591-15,0-3 262 0</inkml:trace>
  <inkml:trace contextRef="#ctx0" brushRef="#br0" timeOffset="65788.64">16740 7514 222 0,'4'-4'241'15,"1"-2"-5"-15,-1 2-5 0,-1-1 4 0,-1 0-18 16,1 4-21-16,-1-2-18 0,1 0-23 0,-3 3-18 16,0 0-17-16,0 0-15 15,0 0-11-15,0 0-10 0,-6 16-8 0,-3-1-8 16,-8 7-8-16,-2 2-9 0,-3 5-25 0,-9 10-36 16,2-2-46-16,0 4-44 0,6-15-59 0,0 3-243 15,3-1-434-15,5 0 192 0</inkml:trace>
  <inkml:trace contextRef="#ctx0" brushRef="#br0" timeOffset="66157.95">16588 8146 171 0,'0'0'243'0,"0"0"-4"15,0 0-11-15,0 0-3 0,0 0-1 0,-3 2-3 16,3-2-10-16,0 0-8 0,0 0-5 0,0 0-19 0,0 0-7 16,0 0-16-16,0 0-16 0,0 0-14 0,40-1-14 0,-9-3-10 31,6 2-54-31,19-3-62 0,6 4-76 0,1-3-96 16,-1 1-299-16,0-5-526 0,-3 0 234 0</inkml:trace>
  <inkml:trace contextRef="#ctx0" brushRef="#br0" timeOffset="67444.84">17452 7484 190 0,'0'-5'370'16,"-1"1"-18"-16,1 4-26 0,0-5-32 0,0 1-30 16,0 4-22-16,0-5-27 0,0 5-22 0,0 0-56 0,0-5-68 15,0 5-58-15,0 0-42 0,0 0-67 16,6 15-88-16,-4-5-206 0,-1 1-423 0,0 4 187 15</inkml:trace>
  <inkml:trace contextRef="#ctx0" brushRef="#br0" timeOffset="67607.61">17400 8078 147 0,'-2'5'331'15,"1"0"9"-15,1-1-3 0,-1-1-8 0,1-3-5 0,-1 5-15 0,-2-3-27 16,3-2-35-16,0 0-19 0,0 0-47 0,0 0-69 15,0 0-77-15,0 0-69 0,16-2-82 0,-5-3-105 16,-1 2-252-16,-1-3-510 0,3 2 226 0</inkml:trace>
  <inkml:trace contextRef="#ctx0" brushRef="#br0" timeOffset="68240.07">18027 7845 185 0,'-5'2'320'0,"5"-2"-11"16,0 0-17-16,0 0-17 0,-9 0-11 0,9 0-17 15,0 0-19-15,0 0-17 0,0 0-22 0,0 0-15 16,0 0-15-16,0 0-19 0,0 0-14 0,0 0-13 15,0 0-9-15,0 0-11 0,0 0-13 0,0 0-5 16,0 0-8 0,0 0-7-16,0 0-2 0,0 0-3 0,0 0-10 0,-6 2-5 15,6-2-7-15,0 0 3 0,0 0-2 0,0 0-7 0,0 0-1 0,0 0-5 16,0 0 1-16,0 0-4 0,0 0-3 0,0 0 5 16,0 0 3-16,0 0-15 0,0 0 3 15,0 0-1-15,0 0 6 0,0 0-2 0,0 0-5 0,0 0 18 16,0 0-14-16,0 0 0 0,0 0 1 0,0 0-5 15,0 0 15-15,0 0-9 0,0 0-3 16,0 0 4-16,0 0 6 0,0 0-2 0,0 0 4 16,0 0-7-16,0 0-3 0,0 0 1 0,0 0-3 0,0 0-1 15,0 0 4-15,0 0-7 0,0 0 2 0,0 0-1 16,0 0-4-16,0 0-6 0,0 0 1 0,0 0 0 16,0 0 5-16,0 0 0 0,0 0-4 15,0 0-1-15,0 0-1 0,0 0-1 16,0 0 7-16,0 0 5 0,0 0 8 0,0 0-16 0,0 0 3 0,0 0-6 15,0 0 10-15,0 0-3 0,0 0-7 0,0 0 5 16,0 0-2-16,0 0 1 0,0 0 5 0,0 0 0 0,20-4-2 16,-3 0-4-1,14 2 2-15,7-2-1 0,14 0-5 0,2 0 3 0,3-2-4 16,3-1-7-16,0 0 13 0,3 3-4 0,-3-2 1 16,-2 2 3-16,-5 0-4 0,-14 0-3 0,-6 0 9 15,-4 1-2-15,-10 0 0 0,-5 2 4 0,-1 0 0 16,-4-3-4-16,0 4-9 0,-4-1-28 0,-5 1-19 15,9-1-32-15,-9 1-50 0,0 0-67 0,0 0-75 16,0 0-106-16,-27-4-203 0,15 2-636 0,-1 2 282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38:34.8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19720 7369 8 0,'0'-9'311'0,"0"5"-14"16,0 0-12-16,0-2-17 0,0 6-18 16,1-8-1-16,2 3-15 0,-6 1-13 0,6-1-12 15,-3 5-18-15,1-6-16 0,-1 3-22 0,0 3-17 16,0-4-6-16,0 4-23 0,3-4-12 0,-3 4-16 0,0 0-2 15,0 0-44-15,0 0 4 0,0 0-14 16,-3 16-1-16,-1-3-5 0,2 4-3 0,-6 8-4 16,2 4 2-16,-2 3 0 0,-1 0-1 0,4-1 9 0,-4 16-14 15,2-14 3-15,1 0 0 0,1-2-3 0,-4-3 1 0,4 1-1 16,0-4 1-16,1-7 1 0,0 0-5 0,3-3 3 16,-1-2-3-16,-1-3 2 0,2-1 1 0,0-2-5 15,1-1 6-15,0-1-1 0,-2-1-1 0,1 2 2 0,1-4 9 16,0 2 4-16,0-4 0 0,0 0 4 15,-1 7 5-15,1-7 0 0,0 0-2 0,0 0-4 0,0 0-12 16,0 0-43 0,0 0-37-16,0 0-27 0,1-22-47 0,0 13-46 15,2-1-62-15,1-2-285 0,-2-5-579 0,1-1 256 0</inkml:trace>
  <inkml:trace contextRef="#ctx0" brushRef="#br0" timeOffset="408.67">19621 7240 104 0,'-3'-1'286'0,"3"-2"-16"0,0 3-24 0,-4-4-20 0,4 4-25 16,-2-4-25-16,2 4-18 0,0 0-15 0,0 0-5 0,0 0-23 15,16 8-13-15,-4-4-12 0,4 5-8 0,7 3-8 16,3 2-10-16,1 1-3 0,0 2 7 0,3 1-13 31,1 2-3-31,-3 4-6 0,0-3-2 0,0 0-6 0,0 4-4 0,-2 0-4 16,-3-1-2-16,-5 1-3 0,-3-6 0 16,-3 9-4-16,-6-3 6 0,-3 1-7 0,-5-1-1 15,-4-1 2-15,-5 0-2 0,-5-2 6 0,-4-1-1 16,-3-3 4-16,-2-2 3 0,1 0-6 0,-3-4 4 0,-1 4 2 15,3-4 1-15,-1-2-1 0,7-2-1 0,-3 0-3 16,3-3-5-16,2 3 0 0,6-4-2 16,-1-1-6-16,3 0 1 0,4 2 4 0,-4-3-5 15,4 0 3-15,1-1-4 0,4-1 9 0,-5 1-20 0,5-1-5 0,0 0-28 16,0 0-43-16,0 0-52 0,9-11-60 0,2 6-39 16,5-4-268-16,-2 0-534 0,4 1 237 0</inkml:trace>
  <inkml:trace contextRef="#ctx0" brushRef="#br0" timeOffset="1880.68">20298 7518 208 0,'0'0'290'0,"1"-12"-10"16,-1 12-6-16,5-4 4 0,-5-1 5 0,3 3 7 15,-3 2-9-15,1-7 1 0,0 3-5 0,-1 4-10 0,4-6-24 16,-4 3-14-16,0 3-20 0,0-3-21 16,0 3-18-16,0 0-20 0,2-4-18 0,-2 4-19 15,0 0-25-15,0 0-14 0,0 0-24 0,0 0-1 16,0 0-12-16,-2 16-4 0,2-8-1 0,0 3-3 0,0 2-4 16,0 4-2-16,0 2 0 0,0-4-6 0,0 3 4 0,0 1-1 15,-2-1-1-15,0-1 1 0,2 0-2 0,0-3-9 16,0-3 2-16,-1 1-14 0,1-2-20 0,-1-3-21 15,2 1-12-15,-2-2-8 0,1-2-1 0,1 3 5 16,-1-5 4-16,-1 2 9 0,1-4 11 0,0 0-11 16,0 0-32-16,0 0-36 0,0 0-33 0,-9-17-35 15,1 4-41-15,4-5-27 0,-1-1-38 0,-1-6-253 0,1-1-588 0,2-2 261 16</inkml:trace>
  <inkml:trace contextRef="#ctx0" brushRef="#br0" timeOffset="2046.73">20302 7313 108 0,'0'-10'227'0,"2"1"9"15,-2 2 14-15,1-1 1 0,-1 3 4 0,2-2 0 16,-2 3-2 0,1-1-12-16,-1 3-9 0,1-4-4 0,-1 6-37 0,4-5-17 0,-4 1-18 15,0 4-2-15,2-3-34 0,-2 3-13 0,0 0-21 16,5-3-39-16,-5 3-36 0,8 1-37 0,-8-1-46 16,12 4-54-16,-7 4-58 0,3-3-60 0,-4 2-245 15,-1 0-529-15,1-1 234 0</inkml:trace>
  <inkml:trace contextRef="#ctx0" brushRef="#br0" timeOffset="2514.96">20783 7446 233 0,'0'0'264'0,"4"-2"-12"0,-4 2-12 16,1-3-13-16,-1 3-22 0,3-2-20 0,-3 2-21 16,0 0-14-16,0 0-16 0,0 0-18 15,0 0-12-15,0 0-16 0,0 0-2 0,0 0-12 16,0 0-5-16,-16 7-8 0,5 0 4 0,-4 1-17 0,-4 1-1 15,0 0-6-15,-3 4-8 0,-3 1-2 0,1 0-2 16,8-6-4-16,-1 4-3 0,-1 1-4 0,4 1 0 16,0 1 2-16,5-1-6 0,0 1 6 15,5-5-9-15,-2 2 0 16,5 0-1-16,1-1-1 0,1 1-1 0,5 0 1 16,5 1-2-16,1 0 2 0,5-1-3 0,-2-3-1 15,7 0 1-15,2 1 1 0,-3-3-4 0,-2-2-6 16,1 3 1-16,-3-1-4 0,-4-5-3 0,-2 4-15 15,-1-4-8-15,-2 0 2 0,-5 1-5 0,1-3 4 0,-4 0 5 16,0 0-2-16,0 0 6 0,-21 5 0 0,8-6 6 16,-8-1-5-16,0 4-5 0,-2-4-21 0,-5-3-21 0,-3 3-23 15,11-2-26-15,-9 0-28 0,9 3-38 0,-7-6-184 0,7 3-397 16,7-1 175-16</inkml:trace>
  <inkml:trace contextRef="#ctx0" brushRef="#br0" timeOffset="2866.66">21144 7328 44 0,'1'-10'378'0,"1"5"-17"0,0-3-13 0,-2 2-19 15,2 1-21-15,0 1-13 0,-2-1-31 0,0 2-32 16,0 3-26-16,1-7-29 0,-1 7-16 0,0 0-25 16,0 0-11-16,0 0-15 0,1 16-15 0,-1-4-8 0,-1 5-11 0,-2 6-7 15,1 4-5-15,-2-1-6 0,-1 3-6 0,4 1-3 16,-2 0 5-16,-1 1-12 0,2-2-8 0,2 3-1 16,-3-5-7-16,1 0 2 0,0-8-3 0,2 1-6 15,-1 3 0-15,-2-8-3 0,2-3-19 16,-1 0-12-16,0-4-13 0,-1 1-15 0,1-1-13 15,1-4-7-15,0 2-9 0,0-2-4 0,-1-1-8 0,2-3-13 16,-6 1-20-16,6-1-44 0,-12 0-61 0,5-2-39 16,-1-4-243-16,0 0-546 0,-1-2 242 0</inkml:trace>
  <inkml:trace contextRef="#ctx0" brushRef="#br0" timeOffset="3282.89">20946 7623 202 0,'0'0'234'0,"-4"-2"-1"16,4 2 1-16,0 0-11 0,0 0-6 0,0 0-17 0,0 0-13 0,0 0-18 15,0 0-21-15,0 0-16 0,33-5-11 0,-7 4-14 16,8-1-11-16,5 2-12 0,13-5-4 0,5 3-6 16,1-2-11-16,-7 2-9 0,7-2-1 0,-7 3-7 15,-12 0-5-15,2-2-6 0,-6 3-2 0,-2-1 0 16,-4-2-9-16,-7 2 3 0,-3 1-4 0,-5 0-3 15,-5 0-1-15,1 1 5 0,-1-2 9 0,-4 1 7 0,-5 0 3 0,9 1 4 16,-2-2 1-16,-7 1-8 0,6-3 1 0,-6 3-5 16,0 0-5-16,8 0-4 0,-8 0-3 0,0 0-10 15,0 0 6-15,6 3-6 0,-6-3 1 0,0 0-5 16,0 5 2-16,0-5-4 0,0 5 2 0,0-2-11 16,-1 4 9-16,-2-2-5 0,3 2-3 0,-1 3 5 15,0-2 1-15,-2 5-2 16,3-5-1-16,-5 5 2 0,5-2-3 0,0-1 3 15,0 5-4-15,0-3-3 0,-1-2 3 0,-2 1 6 16,3-1-6-16,0-1 3 0,-1 0 0 0,1 2-1 16,0-6 1-16,0 1-18 0,0 0-9 0,-4-2-9 0,4-2-8 0,0-2 3 15,0 5 3-15,0-5 3 0,-4 4-1 0,4-4-38 16,0 0-64-16,-5-10-54 0,5 3-56 16,-4-3-246-16,-1-2-529 0,0-3 235 0</inkml:trace>
  <inkml:trace contextRef="#ctx0" brushRef="#br0" timeOffset="3445.62">21666 7333 45 0,'0'-5'332'0,"0"-1"-6"0,0 1-7 0,0 1-14 16,3 2-25-16,-3 2-18 0,1-8-28 0,-1 8-27 15,1-4-18-15,2 1-19 0,-3 3-25 0,5-2-28 0,-5 2-41 16,9-2-41-16,-9 2-41 0,10 3-48 0,-3-2-54 15,-1 5-57-15,-2-2-83 0,2 1-163 16,-2-1-444-16,0 1 197 0</inkml:trace>
  <inkml:trace contextRef="#ctx0" brushRef="#br0" timeOffset="3868.11">21945 7503 287 0,'0'0'300'0,"4"1"-26"0,-4-1-25 16,0 0-21-16,0 0-32 0,1 3-13 0,-1-3-26 15,0 6-18-15,0 0-15 0,0-3-5 0,0 3-20 16,0 5-9-16,-1 0-9 0,1-1-9 0,-1 4 1 16,-3 3-13-16,1 0-5 0,-1-2-7 0,4 1-3 15,-4 1-7-15,2-3-5 16,-2-6-4-16,4 4-1 0,-1-2-5 0,0-3 2 15,-1-2 0-15,2 3-1 0,0-3 14 0,0-2 51 16,-1 1 27-16,1-4 39 0,0 0 25 0,0 4 1 16,0-4-17-16,0 0-19 0,11-9-12 0,-3 2-17 0,1-3-10 0,0 2-9 15,2-8-12-15,1 1-9 0,3 1-4 0,1 2-8 16,-4-2-7-16,-1 3-9 0,-2 2-1 0,1 0-11 16,-4 2 0-16,3 1-6 0,-5 2 1 15,1-2-12-15,-1 5-4 0,2-2-7 0,-2 2-4 0,-4 1-6 16,9 3-3-16,-5-1-4 0,5 4-1 0,-4 0-27 15,3 2-28-15,2 7-25 0,0-1-27 0,-1-2-29 16,0 2-33-16,1 0-34 0,-3-2-31 0,0 1-44 16,0-3-61-16,-3-5-234 0,2-1-633 0,-2-1 280 15</inkml:trace>
  <inkml:trace contextRef="#ctx0" brushRef="#br0" timeOffset="4269.07">22395 7558 249 0,'0'0'270'0,"-2"-2"-17"0,2 2-20 0,0 0-18 16,0 0-18-16,0 0-23 0,0 0-15 0,0 0-18 16,0 0-15-16,8-4-12 0,-3 2-7 0,2 1-12 15,1 0-10-15,3-2-9 0,2 2-6 0,-1-2-7 16,1 2-9-16,1-3-4 0,4 1-5 0,-4-3-3 15,0 0-6 1,1-1-4-16,2-1 8 0,-7 2-13 0,3-4 1 16,-3 3 3-16,1-2 12 0,-2 1-2 0,0 0 5 15,-6 3 4-15,4-2 0 0,-5 3-6 0,1-2 2 16,-2 2-5-16,-1-1-6 0,-1 0 10 0,-3 3-23 16,-4-1 0-16,-2 3-5 0,-1 3-1 0,-7 0 0 15,-1 2-3-15,-1 2-6 0,1 2 0 0,-4 3 2 16,0 4-4-16,1 2-2 0,2 2-1 0,2-2 4 0,2 3-7 0,3-5 3 15,0 8 3-15,8-5 2 0,2 1-2 0,2-3 2 16,4 0-2-16,3 1 0 0,5-4-2 0,1 0 8 16,6 0-4-16,6-3 0 0,6-3-27 0,0-3-31 0,3-2-40 0,-1-2-33 0,3-2-34 15,-5-2-41-15,2-3-60 0,-3-2-202 16,-3-4-497-16,0-2 221 0</inkml:trace>
  <inkml:trace contextRef="#ctx0" brushRef="#br0" timeOffset="4584.79">22981 7228 185 0,'-1'-11'310'16,"-2"-2"-10"-16,3 2-11 0,0 2-5 0,3-2-10 0,-6 5-9 16,6 0-12-16,-3 0-14 0,0 1-24 0,0 1-30 15,0 2-23-15,0 2-17 0,0-7-4 0,0 7-32 16,0 0-25-16,0 0-10 0,0 0-7 0,1 13-17 15,-2-2 2-15,-3 7-11 0,3 7-4 0,-6 4 1 16,1 3-3-16,1 2-7 0,-1-2-6 0,0 4 2 16,1-1-5-16,0 0-2 0,5-1 0 0,-7-1-2 0,7 2 1 0,-2-4 4 15,2-5-9-15,-1-6 0 0,1-2 5 0,1-2-4 16,-1-4 10-16,2-3-21 0,-5-2 8 0,4 1 2 16,-2-4-1-16,1-1-4 0,3 2 9 0,-3 0 0 15,0-5 1-15,-2 4 5 0,2-4 6 0,0 0-53 16,0 0-52-16,0 0-51 0,0 0-40 0,2-18-56 15,0 7-64 1,-2 3-262-16,0-5-594 0,5 1 262 0</inkml:trace>
  <inkml:trace contextRef="#ctx0" brushRef="#br0" timeOffset="4816.42">22837 7492 125 0,'-8'0'274'0,"2"0"4"0,6 0-4 15,-12 0 0-15,12 0-2 0,-6-2 3 0,6 2-21 16,0 0-11-16,0 0-29 0,0 0-21 0,0 0-16 16,32-1-17-16,-3 0-17 0,7-1-19 0,6 1-7 0,12-2-17 0,-3 2-8 15,1 1 4-15,1-3-22 0,-15 3-10 0,-1-4-7 16,-2 2 3-16,-5 0-9 0,-9 0-8 0,-3 1 0 16,-7 0-7-16,1 0-2 0,-5 0-12 0,0 0-5 15,-1-1-33-15,-2 2-28 0,-4 0-43 0,0 0-44 16,0 0-51-16,0 0-70 0,-27-3-327 0,16 1-628 15,0 4 278-15</inkml:trace>
  <inkml:trace contextRef="#ctx0" brushRef="#br0" timeOffset="6664.92">24448 7390 219 0,'0'-5'267'0,"-5"-3"-21"0,1 2-22 0,2 1-18 16,-3-1-20-16,-1 0-16 0,-4 3-17 0,1-2-17 0,-1 4-18 0,-3 1-12 15,-3 1-6-15,-5 4-14 0,1 1-8 0,-6 4-9 16,-1 0-7-16,3 6-5 0,-3-1-10 0,6 4-3 16,-1-2-3-16,3 0-2 0,4-3-6 0,2 3 0 15,2-2-5-15,1 0-3 0,5 2-2 0,1-6-4 16,2 0 6-16,2 2-5 0,1-2 8 0,3-1 5 15,0-2 10-15,1-3 14 16,4 1 14-16,0-2-4 0,2-4 10 16,3-1 7-16,3-2 11 0,1-3-9 0,1 2 8 15,-3-4 2-15,2-1-3 0,-5-4-5 0,5 0 1 0,-4 2-16 16,1 0-1-16,-2-4-15 0,1 1 4 0,-1 3 5 16,-3 0-3-16,-1 1-2 0,-2 3 1 0,0 0-2 15,-3 1-7-15,0 1-9 0,2 1-3 0,-3 1-9 0,-1 2-3 0,-2 1-9 16,4-3-24-16,-1 0-17 0,-3 3-27 15,0 0 13-15,0 0 5 0,10 6 5 0,-5-2 0 16,0 1-7-16,2 2-1 0,0 0-12 0,2 0-2 16,7 4-9-16,-4-1-2 0,6 1 1 15,-1-2-1-15,1-3 5 0,1 1 2 0,1 0-2 16,0-3 0-16,-1-1 3 0,-1-1 7 0,1 1 3 16,-3-6 7-16,-2 2 2 0,-1-3 13 0,1 3 13 0,-4-7 22 0,2 1 13 0,1 2 18 15,-4-4 14-15,2-1 2 0,-3 0 22 0,0 2 13 16,-1-2 9-16,2 2-1 0,-4 0 8 0,0 2 4 15,-1 2-1-15,0-1-5 0,0 0-9 0,-1 1-14 16,-1 1-5-16,-2 3-15 0,5-4-11 0,-4 3-13 0,-1 1-10 16,0 0-27-16,0 0-28 0,0 0 0 0,0 0 3 15,0 0-4 1,4 12 7-16,-4-4 3 0,0 0 0 0,-1 3 1 16,0-1-2-16,-1 2 6 0,1 5-2 0,0-1 2 15,-1-7 2-15,4 3 0 0,-1-1 1 0,-2-3 4 16,-1 1-2-16,4-4 0 0,-1-2-3 0,-1 0 1 15,1 1 10-15,-1 0 4 0,0-4 27 0,2 4 24 0,-2-4 14 16,0 0-6-16,0 0-7 0,0 0-9 0,11-8-3 16,-7 4-8-16,5-4-3 0,-3-1-7 0,1 4-2 0,-1-7-3 0,1 4 0 15,1-4-10-15,-3 4-4 0,1-2-1 0,0 1 5 16,-1 1-13-16,0 2 3 0,-4 1-5 0,3-1-6 16,-4 2-9-16,2 1-9 0,0 1-15 0,-2 2-17 15,1-5-35-15,2 2-19 0,-3 3-16 0,0 0 9 16,0 0 6-16,10 6 17 0,-6-3-1 0,5 0-2 15,0 4 1 1,9 3 2-16,0-2-10 0,10 2-2 0,3-2-6 16,2 3-1-16,3-4 1 0,4 1-1 0,9 1 4 15,3-1 1-15,1-5 6 0,0-1 6 0,0-2 6 16,-1 0 10-16,-11-2 9 0,-4-2 7 0,-1-3 4 16,-4 1 11-16,-4-2 14 0,-1-1 14 0,-9 3 16 15,-2-3 9-15,-2-2 12 0,-4 3 6 0,-2-2-5 16,-4 0 10-16,-3 0-2 0,-1 2 0 0,-2-2-8 0,-3 2-2 0,-4-1 1 15,-1 1-3-15,-6 1-3 0,-3 2 0 16,-1 2-7-16,-1 1-1 0,-2 0 5 0,-5 2-4 0,-4 4-2 16,5-1 3-16,4 2-4 15,4 2-4-15,-1 0 0 0,2 0 2 0,2 3-3 16,2 0 1-16,4-1 2 0,1 4-2 0,-1-5-6 16,6 3-1-16,0 1 1 0,3-3-3 0,1 1 6 0,4-3 1 0,1 4-3 0,4-7 3 0,0 3-1 15,0-4 1-15,5 0-4 0,4-3 2 0,1-3 4 16,1 2-1-16,-2-6 0 0,3 1-1 15,-1-5 5-15,-4 2-5 0,1-4 15 0,4-4 15 16,-6 1 11-16,2-4 9 0,-2-1 11 0,1-3-2 0,-3-3 0 16,-1-2 1-16,-2-5 3 0,-1 1 10 0,1-14 15 15,-2 12 4 1,0-1 9-16,-4 3 8 0,-1-1 8 0,3 5 2 16,-6 0 3-16,2 4 5 0,-2 7-5 0,1 3-5 0,1 2-5 15,-2 5-2-15,2-2-14 0,-2 3-10 0,0 2-10 16,0 0-10-16,0 2-15 0,0 3-34 15,0 0-46-15,0-5-42 0,0 5 10 0,0 0 1 16,-2 15 7-16,0-2 4 0,-1 5 12 0,-4 8 2 0,3 6 4 16,-6 0 5-16,4 2-1 0,-1 0 7 0,-2 12 5 0,3-14-1 0,1 2-1 15,0-3 2-15,0-1 6 0,3-2-9 0,-2-1 13 16,3 2-2-16,0-10 11 0,0 0-8 0,-1 0 1 16,1-7-1-16,0-2 4 0,1 3-4 0,0-5 3 15,1 0-3-15,-2-1 4 0,1 0 1 0,0 0 0 16,0-4 5-16,0 0-1 0,1 2 0 0,-1-5 0 15,-1 7 5 1,1-7 4-16,1 4 4 0,-1-4 16 0,0 3 13 16,0-3 12-16,0 0 5 0,0 0 3 0,3 2 1 15,-3-2-5-15,0 0-5 0,16-1-4 0,2-3-6 16,4 0-32-16,12-3-69 0,16-1-90 0,4-6-101 16,1 3-111-16,2-2-460 0,-2 1-886 0,0-4 392 15</inkml:trace>
  <inkml:trace contextRef="#ctx0" brushRef="#br0" timeOffset="7788.87">27593 7267 62 0,'-4'-5'241'0,"3"-1"-19"0,-2-1-22 0,-2 2-20 16,-5-3-18-16,-3 3-16 0,-2-2-18 0,-3 4-8 0,-9-3-10 16,-2 2-11-16,-1 4-10 0,0 0-11 0,0 4-4 0,1 1-7 15,-3-1-4-15,1 5-5 0,1-2-3 16,3 3-10-16,8 0-7 0,-6 0-1 0,7-1-5 15,1 3-2-15,4-1-1 0,0 0-3 0,4 0-6 16,0-1 1-16,5 1 0 0,3-2-2 0,1 4-3 0,1-6 2 16,4 5 1-16,3-4 4 0,5 1 6 0,5-4 8 0,1 0 0 15,1-1 3-15,1-1 7 0,6-3 8 0,-4 0 3 16,-2-3 15-16,6-6 0 0,0 3 8 0,-8-5 11 16,8 1 5-16,-2-5 0 0,-3-5 1 0,1 2 3 0,-2-5-4 15,0-3-2-15,-4-3-6 0,1-1-2 0,0-17-10 16,-7 13-11-16,2-14 4 0,2 0-9 0,-7 16-5 15,1-14 5 1,-2 10 3-16,-1 5 4 0,-4 3 0 0,1 4 14 16,-2 6 8-16,2 2-1 0,-3 4-3 0,0 3-2 15,1 4-13-15,-2-3-11 0,2 4-11 0,-1-1-13 16,0 1-39-16,1 1-30 0,-1 3 2 0,0 0 1 16,0 0 1-16,-5 22 9 0,1-3-3 0,-3 10 13 15,-1 0-9-15,2 8 5 0,2-2-2 0,0 11 7 16,0-10-6-16,-1-1 0 0,5 1 9 0,-1-5 0 0,2 2-1 0,-1-1 3 15,0-4-1-15,4 1 2 0,-3-10 3 0,0-2-2 16,2-1 1-16,0-4 0 0,-1-2 16 0,-2 0-18 16,0-4-6-1,4 0-2-15,-3-1 0 0,-1 0-13 0,2-1 0 0,-1-1-11 16,1-1-4-16,-2-2-22 0,7 3-11 16,-1-3-42-16,-6 0-33 0,18-1-43 0,-7-2-27 0,4 2-57 15,4-6-53-15,-1 0-227 0,3 1-601 0,6-4 266 16</inkml:trace>
  <inkml:trace contextRef="#ctx0" brushRef="#br0" timeOffset="8120.26">28101 7202 168 0,'4'-2'280'0,"1"-3"-9"0,-1 0-5 16,-2 2-10-16,0 0-19 0,-2-2-4 0,2 1-34 0,-2 4-17 16,-2-5-19-16,2 5-14 0,-2-5-15 0,0 3-19 0,2 2-12 15,-9-2-10-15,2 2-11 0,-5 2-7 0,2 1-9 16,-3 3-10-16,2 0-6 0,-5 3-3 0,0-1-5 15,0 4-7-15,0 2-1 0,3 0-4 0,-1-1-3 0,-1 1-3 16,3 2-3-16,4-2-2 0,1-1 12 0,2 3-17 16,0-5 2-1,5-1-4-15,2 2 7 0,3 2-4 0,5-4 6 16,3 1 9-16,5-2 9 0,0-1 1 0,9-6-1 16,0-2 8-16,0 3 9 0,-6-6 5 0,1 1 13 0,2-5 5 15,-2-1 2-15,-3 2-1 0,-5-7-6 16,0 2-3-16,-1-1-11 0,-4-2-8 0,0-3 3 15,-4-1-20-15,-5 0-4 0,-4-7-8 0,0 7-12 16,-7-4-12-16,-3-2-9 0,-4 5-16 0,1 6 2 0,-6-2-25 16,-5 3-25-16,-1 1-24 0,-2 3-20 0,2 4-31 15,6 1-43-15,-4 3-53 0,10 2-47 0,2 0-266 16,6 1-604-16,1-1 268 0</inkml:trace>
  <inkml:trace contextRef="#ctx0" brushRef="#br0" timeOffset="9190.82">29236 7035 155 0,'0'-7'361'0,"2"2"-6"0,0-1-9 0,-2 2-9 16,0 0-22-16,0 4-35 0,0-7-22 0,0 4-33 15,0 3-19-15,1-4-26 16,-1 4-24-16,0 0-12 0,0 0-25 16,0 0-9-16,9 14-16 0,-9-3-8 0,0 3-12 0,0 3-4 15,0 3-9-15,0 7-6 0,0 2-8 0,-5-3-1 16,1 2 0-16,3-3-13 0,-1 1 5 0,0-9-6 16,2-1-4-16,-2-3 2 0,4-3-17 0,-2 1 14 15,0-6-4-15,0 2-3 0,0-5 10 0,0 3 38 16,0-1 42-16,0-1 37 0,0-3 20 0,4 3-9 0,-4-3-12 0,0 0-17 15,15-11-14-15,-6 5-12 0,0-2-8 16,5-3-9-16,-1-2-10 0,0-1-11 0,0-1-7 16,2-6 23-16,-2 3-12 15,5-1-11-15,-7 5-9 0,0-1-3 0,-3 6-6 16,1-1-5-16,-4 0-2 0,3 5-7 0,-5 0-4 16,-1 1-10-16,3-1-17 0,-3 3-25 0,1-1-26 15,-3 3-28-15,4-3-12 0,-4 3 8 0,0 0-2 0,5 8 18 16,-3-2 5-16,0 1-9 0,0 2-9 15,1 0-1-15,2 2-11 0,-1 2-6 0,5 1-5 16,0 2-8-16,5-2-4 0,4-1 1 0,5 0-10 16,3 0-17-16,4-1-11 0,0-4-11 0,0 1-1 15,6-5 2-15,1 1 8 0,0-5 15 0,0-3 14 0,0 0 16 16,-3-4 9-16,0-1 13 0,-6-1 21 0,3-2 24 0,-8-3 13 16,-1-1 16-16,-2 0 11 0,-5-1 12 0,-2 3 19 15,-1-3 16-15,-5 1 7 0,-3 3 17 0,1 2 8 16,-3-2 1-16,-2 0-8 0,2 2-7 0,-4 2 1 15,0-3-10-15,-2 6-7 0,-1 0-3 0,-1 1-5 16,-4 1-6-16,-2 2-3 0,-3 2-4 0,-3 2-3 16,-1 4 0-16,0-1-2 15,-7 5-1-15,7-1-4 0,2 5 1 0,-6 2-4 16,4-1 1-16,0 4-2 0,5-5 2 0,4 1 0 0,0 1 0 16,3-3-4-16,5 0 3 0,2-3-2 0,2 1 5 15,2-3-1-15,5 2 5 0,0-4-11 16,2 0 7-16,3-3-3 0,4-1 4 0,5 0-4 15,-1-3 0-15,-3-2 1 0,3-2 0 0,0 0 3 0,-2-5 1 16,-1 1 4-16,-1-2-6 0,-2-2 16 0,-1-1-3 0,-4-3-5 16,3-6-8-16,-5 4-2 0,-4 0 2 0,3 1-2 15,-7 0-4-15,-1 0-1 0,-1 0-11 16,-3 1-2-16,-3 2-6 0,-2-1-3 0,-3 7-1 16,3 1-2-16,-7-3-6 0,3 5-1 0,-5 2-10 0,5 0-8 15,2 1-18-15,-7 2-19 0,5 2-27 0,0 1-26 16,4 0-34-16,0 2-32 0,3 0-45 0,1-1-251 0,5-1-538 15,0-3 239-15</inkml:trace>
  <inkml:trace contextRef="#ctx0" brushRef="#br0" timeOffset="9477.09">30403 6761 180 0,'4'-12'401'0,"-2"1"-19"0,2 1-31 16,-3 4-30-16,1 0-37 0,-1 0-33 0,0 4-28 16,1-2-39-16,-2 4-19 0,0 0-33 0,0 0-13 15,0 11-10-15,-3-1-10 0,3 10-12 0,-4-1-4 16,-1 8-15-16,0 6 5 0,-1 1-12 0,-1 0-14 0,3 3-3 0,-1-1 2 16,-3-1 0-16,2-1-6 0,5-2-22 0,-2-3-20 15,3-1-22-15,-1-10-12 0,0 0-19 0,1-4-17 16,0-3-18-16,-3-2-18 0,3-1 1 0,0-5 17 15,0 0-12-15,3 1-43 0,-3-4-35 0,0 0-23 16,0 0-21-16,5-16-172 0,-5 6-429 0,0-1 189 16</inkml:trace>
  <inkml:trace contextRef="#ctx0" brushRef="#br0" timeOffset="9707.56">30321 6996 134 0,'-8'-9'181'0,"-4"1"2"0,3 0 4 15,2 4-2-15,-4-1 0 0,4 3-4 0,1-2-4 16,1 1-12-16,1-1-10 0,0 1-8 15,4 3-3-15,-3-2-14 0,3 2 2 0,0 0 12 16,0 0 7-16,28 0-10 0,2 1-2 0,6-1-14 0,15-2-12 0,5 2-14 16,2 2-12-16,3-1 1 0,2-1-4 15,1-1-3-15,2-1-13 0,-3 2-12 0,-4-4 2 16,-7 1 8-16,-15 1-11 0,-8 1 4 0,-7-3 11 16,-5 3 13-16,-6 0 5 0,-2 1-7 0,-1 0-2 15,-2 0-20-15,1-3-13 0,-7 3-21 0,3-2-35 16,-3 2-44-16,0 0-54 0,0 0-44 0,-28 5-67 0,13-1-85 0,2-2-294 15,0-1-647-15,-6 1 287 0</inkml:trace>
  <inkml:trace contextRef="#ctx0" brushRef="#br0" timeOffset="11542.04">19444 9056 5 0,'-28'4'133'16,"0"1"-10"-16,0 3-2 0,0 0-11 0,2-2-10 16,-2 4-8-16,5 0-12 0,3-1-5 0,1 3-9 15,2-3-4-15,3 6-11 0,1-2-1 0,3-2 4 16,1 4 9-16,2-3 1 0,2-1 1 0,0 2-1 15,4-2-3-15,1-2 8 0,1-2 0 0,4 3 11 16,-2-4 9-16,1 0 12 0,2 0 15 0,3-2 2 0,1-2 4 0,1-2 7 16,1 0 14-16,4-2-7 0,0-3 9 0,2-8-4 15,6-1 8-15,-2-1-6 0,-1-6-4 16,-2 0 3-16,-1-2-6 0,0-4-21 0,-1 0 4 16,-1-3 1-16,0-1-7 0,-1-2-12 0,4-12-6 0,-3-4 1 15,0-1-12-15,-4 0 6 0,-2-2-7 0,-2 15-8 16,-3 2 0-1,-1 3 1-15,3 3 11 0,-5 2 1 0,-2 10 4 16,5 6-3-16,-5 0-8 0,0 4-11 0,3 0-11 0,-3 2-17 16,0 0-42-16,-3 2-47 0,3 3-15 0,0 0-1 0,-5 13 5 0,0 2 14 15,-4 9-4-15,-3 6 7 0,-3 19 10 0,6-14 4 16,-6 15-3-16,5-4 3 0,-4 1 7 0,4-1-6 16,6-12-22-16,1 1 2 0,3-3-5 15,5-1 9-15,-1-3 5 0,6 2 4 0,-1-6 0 16,1-7 6-16,3-2 9 0,-4 1 4 0,5-6 3 15,4-2 17-15,1-4-16 0,3-1 11 0,0-5 8 0,6-3 1 16,0-1 2-16,1-3 6 0,-2-5 5 16,-4 3 1-16,3-3 4 0,-2-3 15 0,-1 2-12 15,-1-2-11-15,-3 2 15 0,-3 3-1 0,-3-1 4 0,1 3 6 16,-5 0 15-16,0 3 0 0,-4 2-2 0,0 1-5 0,0 1-7 0,-1-1-12 16,0 1-3-16,-3 1-11 0,-1 2-15 0,3-4-18 15,-3 4-4-15,0 0 3 0,1 9 1 0,-2-4 2 16,1 3 0-16,-4 0 1 0,2 4 12 0,-1-1-16 15,0 0 8-15,2-1 5 0,-3 4 0 0,3-2-7 32,-3 0 4-32,3-2 5 0,1-1-16 0,0 1-17 0,-2-2-29 15,2-3-11-15,-2 0-10 0,2 0-3 0,0-1 2 16,0 1 4-16,0-5 10 0,0 0-11 0,0 0-62 16,0 0-66-16,0 0-48 0,-7-15-31 0,3 5-55 15,-1-7-200-15,1 1-587 0,0-1 261 0</inkml:trace>
  <inkml:trace contextRef="#ctx0" brushRef="#br0" timeOffset="11673.51">19854 8789 51 0,'-2'-11'307'0,"2"-2"4"0,0 1 2 16,-1 5-3-16,1 1-6 0,0 0-22 0,0 1-35 15,1 1-14-15,-1 4-26 0,-1-5-26 0,1 5-27 16,0-6-36-16,0 6-44 0,0 0-30 0,0 0-35 16,0 0-23-16,11 8-44 0,-7-4-41 0,2 2-42 15,-1 2-49-15,3 0-251 0,-1 0-477 0,1-3 211 16</inkml:trace>
  <inkml:trace contextRef="#ctx0" brushRef="#br0" timeOffset="12096.6">20359 8574 306 0,'5'-10'355'0,"-2"0"-11"0,-1 1-5 0,1-1-7 15,-2 3-7-15,2 0-19 0,-2 1-26 0,-1 2-15 16,0 0-36-16,3-1-19 0,-2 0-24 0,-1 5-27 16,0 0-12-16,1-3-28 0,-1 3-39 0,0 0-36 15,0 0-10-15,0 0-6 0,-1 13-3 0,-3-2-9 16,-4 13 9-16,-2 3-2 0,0 7-13 0,-3 15 6 0,-10 3 1 0,6-3 1 16,1 4-3-16,-2-2-3 0,7-2-6 15,-1-2 4-15,1 2-2 0,4-15-3 0,2 12 3 0,0-12 1 16,5-1 2-16,-4-5-2 0,3-2-6 0,-2-7 6 15,0-2 3-15,1-2-12 0,1-3 13 0,1-2 13 16,0-1-25 0,0-4 10-16,0 2 6 0,-4-2 28 0,4-3 15 15,0-2 8-15,-4 3-4 0,4-3-5 0,0 0-6 0,-19-9-5 16,10 1-14-16,-4 1 2 0,-1-2-1 0,4 0-7 16,-4 0-2-16,1-3 6 0,-1 3-22 15,3 2-5-15,-1-1 2 0,3-1-37 0,-1 1-15 0,2 1-31 16,1-1-17-16,0 3-32 0,4-1-38 0,-3 3-47 15,4-2-56-15,-1 0-68 0,3-2-282 0,3 3-666 16,1-4 295-16</inkml:trace>
  <inkml:trace contextRef="#ctx0" brushRef="#br0" timeOffset="12381.35">20120 8911 73 0,'-4'2'284'15,"4"-2"-7"-15,0 0-25 0,-10 0-12 0,10 0-17 16,-5 1-9-16,5-1-20 0,0 0-18 0,0 0-19 16,0 0-11-16,0 0-11 0,20-1-9 0,-3-1-10 15,11 0-18-15,2-1-8 0,-1 1-12 0,0-1-8 16,1 0-3-16,-1 2-6 0,-10-3-8 0,2 3-5 15,-5 0-2-15,-3-1-6 0,0 1-2 0,-3-1-7 16,-3 2-10-16,-1 0-8 0,-6 0-17 0,9 0-17 16,-9 0-9-16,2-2-16 0,-2 2-18 0,0 0-17 15,0 0-44-15,0 0-32 0,-21 0-50 0,13-2-232 16,3 0-475-16,0 1 209 16</inkml:trace>
  <inkml:trace contextRef="#ctx0" brushRef="#br0" timeOffset="12813.24">20722 8540 351 0,'1'-7'354'0,"2"0"-18"0,-2 1-9 0,0-1-9 16,1 1-30-16,-2 0-2 0,2 2-38 15,-2-1-24-15,0 0-32 0,0 5-22 0,0 0-19 0,2-2-35 16,-2 2-31-16,0 0-18 0,0 0-1 0,-2 17-10 0,-2 2 7 16,-2 6-18-16,-5 6 1 0,0 5-7 0,-6 15-1 15,4-4-5-15,-1 3 0 0,0 3 8 0,2-5-19 16,1 0 0-16,3-1-5 0,4-12 3 0,0 0-3 16,4 1-7-16,0 0 2 0,0-2 5 0,0-2-5 15,3-4-5-15,-2-3 3 0,0-8 7 0,-1 1-7 16,0-2 2-16,0-4-4 15,3-3 0-15,-3-1 7 0,1-3-4 0,-1 0 6 16,-1 1 13-16,2-3 10 0,-1-3 3 0,-4 5-4 16,4-5-2-16,-10-1 6 0,10 1-16 0,-22-4-4 0,11 1-7 0,-1-3 6 15,2 2-6-15,-4 2 0 0,-1-6-4 0,2 4-6 16,2-1-3-16,0 1 5 0,0-1-4 0,2 0-26 0,1 2-28 16,-1-1-17-16,2 1-18 0,1-1-28 15,1 0-40-15,0 0-64 0,3-1-82 0,0 0-304 16,4-2-653-16,0 3 289 0</inkml:trace>
  <inkml:trace contextRef="#ctx0" brushRef="#br0" timeOffset="13098.16">20463 8970 220 0,'0'0'289'16,"0"0"-16"-16,-8 0-16 0,8 0-22 0,0 0-23 0,0 0-8 0,0 0-22 15,0 0-25-15,19-4-15 0,0 3-16 0,4 0-12 16,7-2-11-16,4-1-13 0,2 0-11 16,-3 2-7-16,-3 0-4 0,-1 0-5 0,-1-1-7 0,-7 2 1 15,-5-2-13-15,-1 3-7 0,-3-3-3 0,-1 2-3 16,-3 0-1-16,0 1-9 0,-3 0-10 0,-5 0-14 15,9-4-14-15,-9 4-29 0,0 0-26 0,0 0-34 16,0 0-34-16,-14-4-40 0,6 3-49 0,3 0-174 0,-4-1-436 0,9 2 194 16</inkml:trace>
  <inkml:trace contextRef="#ctx0" brushRef="#br0" timeOffset="13468.19">21054 8987 306 0,'0'0'303'0,"0"0"-14"16,0 0-33-16,0 0-20 0,0 0-28 0,4-9-19 16,1 7-12-16,4-1-24 0,3-4-16 0,-1 2-17 15,5-3-9-15,1 2-15 0,1-4-9 0,0 3-10 0,1-3-4 0,-4 0-6 16,2 1-8-16,-4-1 0 0,-3 3 4 0,2-2 3 15,-3 3 11-15,-2-3 2 0,-3 6-4 0,0-4-2 16,-1 1-6-16,-2 2-8 0,-2-1-15 0,-2 2-1 16,-2 2-10-16,-4-2-3 0,-1 3 0 0,-3 3-6 15,-9 2-3-15,3 3-6 0,-6 2 2 0,7 0-3 16,0 2-4-16,-3 3-5 16,-2 2 1-16,7-5-3 0,2 3 3 0,0 1-7 15,2-1 6-15,3 4-1 0,-1-1-2 0,5-4-1 16,1 1-7-16,1-3-18 0,6 0-17 0,-2-3-18 15,3 3-17-15,0-3-29 0,5 2-31 0,-3-6-43 16,6-3-51-16,-1 1-273 0,-2-3-546 0,3-1 242 16</inkml:trace>
  <inkml:trace contextRef="#ctx0" brushRef="#br0" timeOffset="13815.16">21288 8899 74 0,'2'-5'343'0,"0"2"-23"0,3 0-19 0,-5 3-19 15,4-7-20-15,-2 5-23 0,-2 2-25 0,6-4-27 16,-4 3-16-16,-2 1-19 0,0 0-17 0,12 2-16 0,-5 1-14 16,0-1-8-16,0 3-8 0,0 1-2 0,3 3-9 0,-1 0-5 15,3 3 0-15,-4 2-7 0,1 1-4 0,-2 3-5 16,-1-2-6-16,-1 2-6 0,-2-2-2 0,-1 1-7 16,-2 0-4-16,0-2 3 0,0-2-12 0,-2-1-1 15,0-3 0-15,1 3 2 0,-4-7-1 0,5 0 6 16,0 2 20-1,-4-5 32-15,4 1 26 0,0-3 36 0,-1 4 30 16,1-4-6-16,0 0-13 0,0 0 3 0,0 0-4 16,-3-12-12-16,5 0-14 0,0 3-12 0,2-1-12 0,1-2-12 0,4-4-13 0,-2 1-16 15,9-7-19-15,-7 0-31 0,5 0-24 0,0 7-18 16,2-6-26-16,-2 4-34 0,-2 2-24 0,4 4-41 16,-5-2-39-16,3 1-49 0,-4 4-51 0,2 1-53 15,1 1-78-15,-2 1-237 0,-2 1-716 16,3 3 317-16</inkml:trace>
  <inkml:trace contextRef="#ctx0" brushRef="#br0" timeOffset="14147">21738 9024 210 0,'-4'1'291'0,"4"-1"-16"0,0 0-12 15,0 0-28-15,0 0-25 0,0 0-19 0,0 0-24 0,22-6-14 16,-13 4-16-16,2-2-13 0,3 1-12 16,3-2-10-16,2-1-12 0,0-3-9 0,-1 1-5 15,1-3-11-15,-2 4-7 0,1-5-10 0,-2 2-2 0,0 0 1 0,0-3-7 16,-3 0-6-16,-4 1-3 0,0 4 5 0,-3-4 4 16,-2 1 7-16,0 2-1 0,-1-1 0 0,-2 2-8 15,-2 3-1-15,1-1-6 0,-4 0-3 0,-3 2-3 16,-3 3-4-16,-1 1 6 0,-6 2-13 0,-1 3-4 15,-1 2-3-15,1 1 3 0,-1 4-6 0,4 0 0 16,-1 2-3-16,6 0 1 16,-3 2 2-16,8 2 0 0,1 0-2 0,8 3 5 15,10 3-1-15,4 1-3 0,13-3 2 0,12 2-34 16,10-3-29-16,0-1-66 0,6-3-83 0,1-10-323 16,3 0-572-16,-2-4 254 0</inkml:trace>
  <inkml:trace contextRef="#ctx0" brushRef="#br0" timeOffset="14663.82">22143 8768 167 0,'0'0'221'0,"0"0"-24"0,0 0-21 16,0 0-4-16,0 0-18 0,-14 17-9 15,5-3-13-15,-8 8-13 0,3 3-3 0,-5 1-15 16,4 0-7-16,-4 3-3 16,0 2-3-16,1-1-9 0,-3 3-8 0,2-1-7 15,1-3-4-15,0 4-7 0,0-4-7 0,3-4 0 16,2-1-6-16,-1-2-5 0,7-5-3 0,-3-2-22 16,4-6-12-16,1 0-24 0,-1-1-12 0,2-3-2 15,1-2-52-15,1-3-75 0,2 0-191 0,-5-10-387 0,2 5 172 16</inkml:trace>
  <inkml:trace contextRef="#ctx0" brushRef="#br0" timeOffset="14848.57">21875 8904 313 0,'2'-7'382'0,"-2"1"-13"0,1 1-34 0,2 0-35 16,-2 1-30-16,-1 1-36 0,0 3-26 0,4-2-21 15,-4 2-23-15,9 8-18 0,1 2-12 0,3 4-14 0,10 8-7 0,3 1-16 0,-2 6 6 16,13 5-5-16,-10-8-12 0,1 0-7 0,4 9-18 15,-9-9-30-15,1-2-44 0,-3-2-51 0,-3-4-72 16,-6-1-86-16,-1-5-345 0,-4-2-612 0,1-3 271 16</inkml:trace>
  <inkml:trace contextRef="#ctx0" brushRef="#br0" timeOffset="15728.39">23259 8871 236 0,'0'0'257'0,"-8"-2"-10"0,8 2-10 0,-5 0-11 15,5 0-6-15,0 0-3 0,-7 0-12 0,7 0 2 16,0 0-21-16,-3-5-11 0,3 5-21 0,0 0-13 16,7-7-15-16,-2 2-13 0,6-3-10 0,0 0-11 0,3-3-6 15,3 0-3-15,3-6-2 0,-3 1 19 0,1-1 14 16,2-4-9-16,1-1-13 0,-1-3-5 0,-1 0-12 0,0-7-3 15,-1 3-4-15,0-2-9 0,-1 0 0 0,6-13-13 16,-4 1 4-16,-6 11-1 0,-1 3-8 16,-3 0 4-16,-1 3-5 0,-3 6 0 0,-1 3 10 0,-4 1 3 0,2 5-8 15,1 0-1-15,-3 4-6 0,1 1-12 0,-2 1-6 16,1 0-29-16,-3 3-13 0,3 2-2 0,0 0-6 16,-20 12 12-16,6 3 7 0,-4 6-9 0,0 6 1 15,-5 14-4-15,3 2 18 0,-1 0-10 0,6 1 4 0,4-9 0 16,0-1 3-16,6 0 1 0,5-1-12 0,3-1-1 15,-2-1 6-15,4-2 3 0,-1-10 0 16,1-1 2-16,5-4-2 16,-1 1 1-16,-2-6 12 0,-2-1 1 0,1 1 5 15,-1-5 30-15,-1-1 28 0,1 0 24 0,-1 1 13 16,0-3 6-16,-4-1 4 0,11-1-11 0,-6-4-11 16,1 1-2-16,-2 2-2 0,-1-4-11 0,1-1-2 15,1-3-9-15,-2 1-6 0,-1 2-10 0,1-3-13 0,-2 1-10 16,-1-1-18-16,0 2-22 0,-1-1-26 15,-2 2-32-15,1-1-33 0,0 2-54 0,-1 2-39 0,2-2-40 0,-3 3-42 16,1 0-43-16,3 3-42 0,-2-7-297 0,2 7-718 16,5-3 318-16</inkml:trace>
  <inkml:trace contextRef="#ctx0" brushRef="#br0" timeOffset="16335.89">23739 8618 221 0,'0'-3'296'0,"0"3"-11"16,4-2 3-16,-4 2-30 0,0 0-24 0,1-4-26 16,-1 4-23-16,3-3-18 0,-3 3-20 0,0 0-18 15,0 0-12-15,5 8-13 0,-1-2-10 0,-1 1-8 16,1 1-7-16,3 2-5 0,-2-1-17 0,1 2-16 16,0 0-6-16,2 3-12 0,-3-2-5 0,3-2-4 0,2 2-11 0,-1-4 1 15,-4 1-14-15,3-3 1 0,1 0 1 0,-3 1 1 16,1-3 1-16,-2 0 1 0,1-4 3 0,-1 2 6 15,-5-2 6-15,12-5 6 0,-7 3 3 0,0-5 12 16,3 0-5-16,-2-2 3 0,-1 0 7 0,2 0 3 16,-1-2 6-16,0-2 5 15,1 5 10-15,-1-4 3 0,1 3 10 0,-4 4 3 0,1-1-14 0,1-1 3 0,-2 3-12 0,-2 2-3 16,2-2-17-16,-1 0-1 0,-2 4-21 16,4-2-13-16,-4 2 2 0,5 10-4 0,-2-2 2 15,4 7-6-15,-5 4 5 0,3 8-1 0,-3 3-2 0,-2 4-1 16,2-1 4-16,-2 16-4 0,-2-12 8 0,0 10-10 15,-1 2 5-15,-6 1 4 0,2-1 3 0,0-3-1 16,0 2-3 0,-2-16 4-16,0-1-4 0,0 1-3 0,-4-5 9 0,4 1-3 15,0-11 1-15,1-5 0 0,-2 4 8 0,3-8 8 16,-4 0 3-16,1-4 9 0,1-3 3 16,-4-1 1-16,3-3 5 0,-3-2 20 0,2-4 10 15,-1 2 37-15,-1-7 22 0,2-2 19 0,3-3-1 0,1-7-2 16,4-1-10-16,3-2-11 0,5-5-16 0,7-13-5 15,3 1-14-15,7 2-14 0,4-1-7 0,4 1-9 0,5 4-7 16,3-1-6-16,-4 4-4 0,2 3-6 0,-6 10-6 16,0 3 0-16,2 1-4 15,-2 1 1-15,-4 6 1 0,-1 0 5 0,-9 3 11 0,-4 3-10 16,-1 3-4-16,-3-2-3 0,-3 3-5 0,1 0-5 16,0 1-2-16,-3 0-14 0,-3 2-29 15,6-3-34-15,-6 3-40 0,0 0-30 0,6 0-26 16,-6 0-7-16,0 0-6 0,1 7-5 0,-5-3-7 15,3 2-17-15,-1-1-22 0,-1 3-26 0,-1 1-24 16,0-2-32-16,4 0-72 0,-2-2-201 0,2 1-625 16,2-2 277-16</inkml:trace>
  <inkml:trace contextRef="#ctx0" brushRef="#br0" timeOffset="17169.03">25219 8665 293 0,'2'-7'314'0,"0"-4"-16"15,-1 5-10-15,0-4-21 0,-2 6-18 0,0-5-21 16,1 2-19-16,-2 4-13 0,1-2-32 0,-2 1-18 15,0 1-15-15,3 3-16 0,-13-3-9 0,3 4-15 16,-4 3-6 0,-3 1-11-16,-2 6-10 0,0-2-7 0,-4 5 1 0,-2 6-17 15,4-1-3-15,0 0-5 0,1 5-3 0,1-3 1 16,2-1-7-16,2 2-2 0,3-5 1 0,4-1-1 16,2 2-3-16,2-6 0 0,3 0-1 0,-2-4-3 15,3 1 4-15,-1-2 0 0,5 0 11 0,-3-3 15 16,3 0 14-16,2-2 16 0,2-1 14 0,5-1 2 15,0-1-4-15,2-4-10 0,0 2 8 0,2-3-5 0,1-2-8 16,-1 1-3-16,0-5-4 0,1 3-5 0,0-4-5 0,-3 2-5 16,1-2-5-1,-1-1-2-15,-1 2-7 0,-1-1-1 0,-4 5 4 0,-1 0 4 16,-3 3-1-16,-1 1-4 0,2 0-4 0,-2 1-7 16,-2-1-2-16,2 0-12 0,-3 2-24 0,-1 2-25 15,4-4-36-15,-4 4-5 0,0 0 4 0,9 8 5 16,-5-2 6-16,0 0 8 0,1 1-4 15,1 3-20-15,3-1-5 0,3 4-16 0,3-1-10 16,-1-1-9-16,0 0-7 0,2 1-9 0,0-5 1 16,1 0-8-16,-2 0 4 0,4-2 8 0,-6-4 12 0,0 1 9 15,1-2 11-15,0-3 18 0,-1 0 25 0,-2-3 23 16,3 0 32-16,-5-1 32 0,5-7 19 16,-5 4 14-16,4-4 12 0,-3-3 24 0,-1 1 14 0,-1 0 17 0,-1-2 10 0,1 1 14 15,-3 1 23-15,3 6 8 0,-4-2 5 16,2 2 9-16,-1 2-6 0,-2 0-17 0,-2 4-10 15,3-4-22-15,-3 6-22 0,2-2-15 0,-2 1-11 16,-1 3-37-16,0-5-42 0,0 5-36 0,0 0-7 0,0 0-5 16,0 0 5-1,-1 14 0-15,0-2 5 0,-6 4 1 0,3 2 7 16,-6 7-4-16,4-1 1 0,-2 2-1 0,0-3-9 16,1-7-9-16,-1 1-7 0,4-5-10 0,-1-3-1 0,2 1 2 15,2-3-2-15,-1-1 14 0,0-2 13 16,2 1 23-16,-1-3 36 0,1-2 16 0,0 0 4 15,0 0-8-15,13 0-2 0,-4-7-1 0,6-2-2 16,-2-1-5-16,2-1 3 0,2 0-12 0,0 1-1 0,-2-4-2 16,3 3-4-16,-4 3-4 0,2 0 0 0,-5 2-5 0,-1 0-2 15,0 1-1-15,-1 3-6 0,1-1-5 0,-1 4 0 16,0 1-24-16,0 3-12 0,1 3-30 0,-1 0-37 16,3 2-39-16,-1 5-47 0,-4-1-48 0,-1 3-62 15,2-1-87-15,-6-3-335 0,2 2-780 0,-3-6 346 16</inkml:trace>
  <inkml:trace contextRef="#ctx0" brushRef="#br0" timeOffset="19125.5">27015 8651 109 0,'-1'-4'342'0,"0"-7"-1"0,0 6-17 0,1-3-8 15,0 0-8-15,-2 4-15 0,1-1-25 0,1 0-29 16,-1 2-19-16,1 3-31 0,0-5-24 0,0 5-34 0,0 0-31 31,0 0-10-31,0 0-10 0,0 13-9 0,-2-1-5 0,2 1-7 16,-1 5-6-16,0 2-8 0,1 6-3 0,-2-8-3 16,2 1-4-16,0 5 0 0,-2-4-6 0,2-2-7 15,2-1 2-15,0 0-3 0,-2-5 0 0,1 0-2 16,-1-2 10-16,0 0-25 0,0-3-15 0,0 0-9 15,0-2 3-15,0 0-3 0,0 0 5 0,0-2 3 16,0-3 4-16,0 0 8 0,-3 4-38 0,3-4-31 16,0 0-36-16,-15-11-35 0,6 3-29 0,-2-6-39 0,2-1-37 0,0-2-264 15,-4-11-552-15,3 0 245 0</inkml:trace>
  <inkml:trace contextRef="#ctx0" brushRef="#br0" timeOffset="19265.5">26926 8365 135 0,'4'-18'309'0,"-3"6"1"0,4 2 2 0,-2-1 4 15,-2 4-10-15,-1-1-17 16,0 3-34-16,4 0-23 0,-2 1-33 0,-2 0-14 16,2 0-29-16,-2 4-50 0,2-3-44 0,-2 3-9 0,0 0-23 0,0 0-32 15,8 8-28-15,-4 0-38 0,0 1-47 0,0 3-49 16,2 2-50-16,-4 1-230 0,1 3-481 0,1-1 213 16</inkml:trace>
  <inkml:trace contextRef="#ctx0" brushRef="#br0" timeOffset="19926.96">27263 8647 22 0,'0'0'413'0,"9"0"-46"0,-9 0-19 0,0 0-54 0,0 0-35 0,0 0-30 15,7 0-23-15,-7 0-21 0,0 4-27 0,0 3-15 16,0 1-11-16,-2 5-12 0,-1 3-14 0,1 1-5 15,-2 0-14-15,-1 2-8 0,1-2-11 16,3 3-4-16,-5-3-7 0,1-1-5 0,3-3-3 0,-3-4-10 31,3 0 0-31,2-1-5 0,-1-3 0 0,-1 0-1 0,4-1 24 16,-4-1 27-16,2-3 40 0,2 3 14 0,-2-3-13 16,0 0-13-16,8-13-12 0,-1 6-11 0,-1-4-5 0,3-2-6 15,1-4-9-15,3 0-11 0,1-4-4 0,4-1-10 16,0-2-6-16,-1 5-3 0,-3 4-7 15,-2 2 1-15,0-1-6 0,-2 7 0 0,-3-4-4 16,-1 5-11-16,0 4-3 0,2-2-17 0,-2-1-20 0,1 5-6 16,1 1-7-16,2 3 8 0,-1 2-8 0,2 0 16 0,4 5-16 15,-2 1 3-15,1 0 7 0,0 0-6 0,7 7-12 16,-6-6-8-16,6 4-7 0,-5-3 0 0,0-2-3 0,1 0 3 16,-1 0 6-16,-1-2 4 0,0-3 6 15,-3-2 15-15,-1 0-7 0,-2-3 7 0,4-2 1 16,-3-3 9-16,2-3 2 0,-2 1 12 0,-2-7 6 15,2-1 14-15,0-3 17 16,-1-1 6-16,-2-1 14 0,0-7 16 0,2-1 2 16,-4-2-8-16,2-3 18 0,-4 1 0 0,4-3-2 0,3-12 8 0,-6 11 21 15,1 7 9-15,0-1 9 0,-2 8 1 0,-1 4-3 16,-2 6-4-16,2-1-9 0,0 2-12 0,0 5-11 0,0-3-16 16,-2 2-38-16,0 1-45 0,0 4-44 15,0 0-4-15,0 0-1 0,0 0 11 0,-4 16 3 16,0 1 9-16,-1 9 1 0,0 2 2 0,-3 1 11 15,3 5 4-15,-4 0 4 0,3 0 2 0,1 1 13 16,1-2-12-16,1-3 4 0,2 1 0 0,-2-3 8 16,3-5 1-16,0-3 0 0,-1-2-7 0,2-2-12 15,-1-4-17-15,0-3-6 0,2 1 0 0,-2-5 0 16,0 0 1-16,0 0 14 0,0-2 8 0,0-3 8 16,1 6-1-16,-1-6-11 0,0 0-65 0,0 0-44 0,-6-16-44 0,1 8-55 15,2-5-74-15,-1-5-271 0,3-1-633 0,0-3 281 16</inkml:trace>
  <inkml:trace contextRef="#ctx0" brushRef="#br0" timeOffset="20111.75">27673 8486 109 0,'-12'1'268'15,"4"-1"-9"-15,0 3-14 0,3-2-10 0,-1 0-6 16,1 1-12-16,5-2-19 0,0 0-20 0,-3 3-16 15,3-3-17-15,18 0-14 0,-1 0-9 0,11 0-18 16,5 0-23-16,8-2-34 0,9-3-31 0,5 2-42 16,-4 2-62-16,1-3-69 0,-15 2-256 0,-1-1-447 0,-3 1 198 0</inkml:trace>
  <inkml:trace contextRef="#ctx0" brushRef="#br0" timeOffset="21145.39">28158 8751 188 0,'0'0'290'0,"-2"2"-11"0,2-2-10 0,-5 3-9 15,5-3-12-15,0 0-18 0,0 0-22 16,0 0-20-16,0 0-24 0,0 0-15 0,20-7-4 16,-9 2-24-16,7-1-14 0,1-2-11 0,6-3-11 15,-5 2-7-15,5-4-8 0,1-1-7 0,-1 0-2 0,-3 2-7 16,1-6-9-16,0 1-2 0,-6 4 11 0,-2 1-25 16,-1-1 6-16,-1 1 3 0,-4 3 6 0,-1 1 1 0,-2 1 7 15,-2 2-4-15,-2 0-9 0,1-2 10 0,-4 4-28 16,1 3 4-16,-10-3-2 0,-1 2-13 0,-2 3 17 15,-6 1-15-15,-6 6 2 0,-5 1-5 0,6 3-10 16,2 0 8-16,-3-1 0 0,1 3-5 0,8-1 2 31,1-2 0-31,3 0-22 0,1 3-13 0,3-1-14 0,3 3 9 0,1-6 5 16,4 3 2-16,7-3 3 0,3 3 12 0,6-2-3 16,11 0 1-16,5-3-3 0,5-2 0 0,17-1-3 15,-4-5-2-15,5-1-4 0,-2-2 4 0,2-6 7 16,0-1 0-16,-5-3 0 0,1-1 2 0,-19 0 4 15,0-2-1-15,-4-2 3 0,-1-1-1 0,-3-3 9 16,-4 2 4-16,-3-3 8 0,-8 3 4 0,3-3 4 16,-7 4 6-16,-1 0 9 0,-2 0-4 0,-4-1 14 0,0 7-16 0,-3 3-7 15,-1-4 8-15,-2 4-13 0,-1 1-1 0,2 1-2 16,-5 2 7-16,1 5-16 0,-3 3 7 0,-2 2-7 16,5 0 1-16,-6 5-5 0,4-1-3 0,-2 5-20 15,4 1-6-15,1 1-10 0,3 2-2 0,-1-1-5 16,4 2-4-16,3 0 2 0,5-2-3 0,1 2-2 15,3-5 5-15,2 1 0 16,0-2-4-16,2-6-9 0,-1 0-2 0,2 0 2 16,1-5 3-16,3-1 6 0,-3-1 7 0,-1-3 3 15,-3-3 12-15,1 2 10 0,-2-6 17 0,-1 4 14 16,1-6 11-16,-3 0 13 0,3-3 1 0,-6 4 8 16,3 0 8-16,-1-5 6 0,0 5 14 0,-1 0 1 15,0 1 1-15,-3 0 4 0,1 5 5 0,0-2-10 16,-1 0-3-16,-1 2-11 0,4 2-21 0,-4 3-24 0,0 0-20 0,0 0 1 15,0 0 10-15,0 0-12 0,-4 18 5 0,4-2 0 16,-1 11 0-16,-3 0-2 0,0 7-3 0,3 4 4 16,-3 11 0-16,-1-1 0 0,2 0-1 0,-1 3 3 15,0-5 1-15,1 4-3 0,-1-3 9 0,-2-13-3 16,3 10 1-16,-3-11-4 0,4-6 5 0,-4-2-6 16,1-1-1-16,-1-5 0 15,1-7 1-15,-5 1 3 0,2-4 1 16,-1-1 7-16,0-3-5 0,-1-2 16 0,-3-3-14 15,-1-3 9-15,-3-1-4 0,-2-4 13 0,5-1 10 0,-4-3 5 16,-1-6 11-16,6 2 5 0,-5-5-1 0,6 4 10 16,-1-6 19-16,3 0-6 0,3-6 4 0,6 2-13 0,2-2-11 0,6-2-14 15,5-3-15-15,10-11-9 0,6 7-3 0,-5 10 3 16,14-10-9-16,7 4-7 0,-2 4 7 0,1 4-4 16,-8 8-2-16,-1 1 4 0,3 2-4 15,-3 4 0-15,0-4-18 0,-3 3 13 0,-2 3 4 16,-10 1 2-16,-1 3 19 0,-4 4-3 0,-5-3 7 0,-1 2-2 15,-2 0 3-15,2-1-1 0,-3 1-7 0,0 0 2 16,-1 0-7-16,-4 2-4 0,4-3 1 0,-4 3-15 16,5-1-20-16,-5 1-11 0,0 0-22 0,6-1-24 0,-6 1-23 0,0 0-31 15,0 0-29-15,0 0-38 0,0 0-8 16,0 0-32-16,0 0-32 0,2 5-310 0,-2-5-628 16,0 0 278-16</inkml:trace>
  <inkml:trace contextRef="#ctx0" brushRef="#br0" timeOffset="21514.93">29434 8685 38 0,'0'0'290'0,"-9"0"-12"0,9 0-1 0,0 0-12 15,-5 0-9-15,5 0-25 0,0 0-9 0,0 0-35 16,0 0-13-16,14-9-20 0,-5 6-16 0,4-2-17 15,5 1-11-15,1-3-10 0,0-3-9 0,2 0-10 16,3 0-9-16,-2-6-8 0,-4 6-6 0,1 0-6 16,-4-5 9-16,0 4 2 0,-2-1-3 0,0-1 5 15,1 1-5-15,-4-2 8 0,-1 4-2 0,-4 1 5 16,-1-4-9-16,1 6-5 0,-2-3-3 0,-2 4-15 16,-2 0-14-16,-2 1 14 15,-2 4-15-15,-3 1-11 0,-2 0-2 0,0 1-3 16,-4 2-2-16,-3 5-9 0,1 1 10 0,0 3 11 15,-5 5-21-15,5-3 5 0,-4 6 1 0,2 2 0 16,4-1-3-16,2 1-4 0,1 0 0 0,3-4 1 16,7 0 0-16,-2 3 1 0,6-4-16 0,1 1-15 0,1-3-17 0,8 1-30 15,-2-4-45-15,2 0-56 0,4-1-78 0,-2-5-304 16,3-3-610-16,0 1 271 0</inkml:trace>
  <inkml:trace contextRef="#ctx0" brushRef="#br0" timeOffset="21877.96">29860 8478 5 0,'2'-8'391'15,"-2"3"-14"-15,2 0-29 0,0 1-35 0,-2 1-30 16,1-1-33-16,-1 4-30 0,0 0-24 0,8-2-24 0,-8 2-16 16,14 6-16-16,-9 2-4 0,4 1-26 0,0 6-12 15,8 6-10-15,-11-4-9 0,7 6-5 0,-4 5-2 16,-3-1-14-16,-2 0-6 0,-1 3 1 15,-3-3-5-15,0 2-6 16,-4-2-1-16,1-8-5 0,-2 1 0 0,1-3-9 16,-1-5-1-16,-1-3 3 0,1 4-4 0,-2-6 12 0,2-2 15 0,4 0 22 15,-5-3 16-15,2-2 11 0,4 0 13 0,-10-5 14 16,7 0 15-16,-3-3 4 0,4-4 7 0,1-4-6 16,-3-1 0-16,8 0-4 0,-1-2-10 0,3-8-7 15,0 0-12-15,3 1-8 0,3-3-15 0,2 1-1 16,-1 3-14-16,-2 0-11 0,1 8-7 0,-5-1-1 15,2 3-10-15,-2 3-13 0,-1 4-19 0,0-1-28 16,0 4-37-16,-3 0-44 0,3-2-58 0,-3 4-60 16,4 1-53-16,-2 0-45 0,-5 2-38 0,8 4-43 15,-8-4-387-15,3 5-842 0,-3 0 373 0</inkml:trace>
  <inkml:trace contextRef="#ctx0" brushRef="#br0" timeOffset="22500.84">30381 7788 89 0,'0'0'208'0,"9"0"-28"0,-9 0-18 0,14 11-15 15,-4 2-12-15,11 8-18 0,1 8-12 0,10 15 7 16,3 4-4-16,7 25 11 0,-2 0 1 0,-12-17-6 15,3 28-4-15,-11 4 1 0,-6 2-11 0,-5 0-6 16,-8-1-7-16,-11-4-5 0,1-25-6 0,-5-1-3 16,-10-3-5-16,-12 22-3 0,9-32-2 0,-2-6 0 15,-6 0 10-15,0-2 12 0,-2-5 7 0,6-12 4 16,-1 0 13-16,3-2 3 0,-2-3 10 0,2-2 9 16,3-2 7-16,7-4 10 15,1-2 13-15,1 1 2 0,5-3-2 0,0 0-5 16,1-3-11-16,4 0-11 0,1 2-7 0,2-2-13 15,-1 0-8-15,5-1 9 0,-6 5 4 0,6-5-8 0,0 0-15 16,0 0-30-16,0 0-46 0,-3-8-47 0,3 8-58 16,14-11-62-16,-6 5-92 0,-2-1-98 0,6-2-129 0,0-4-253 15,1 1-776-15,-5-4 343 0</inkml:trace>
  <inkml:trace contextRef="#ctx0" brushRef="#br1" timeOffset="87470.98">3758 11321 160 0,'-3'-6'244'0,"3"6"-4"0,-1-5-7 0,1 5-14 16,0-5-3-16,0 5-8 0,0-4-1 0,0 0-7 0,0 4-10 0,0-5-18 15,0 5-10-15,0-6-8 0,0 6-9 0,0 0-14 16,0-5-16-16,0 5-8 0,0 0-13 0,0 0-17 16,0 0-28-16,0 0-40 0,0 0-39 0,0 0-5 15,0 0 3-15,-4 17-1 0,-1 0 7 0,-4 9 0 16,0 9 0-16,-6 16 4 0,0 1 3 0,-1 3 6 15,3-3-2-15,-1-2 9 0,4-1 12 0,-3 0-1 16,6-15 0-16,0-1 0 0,2 0-1 0,1-3 5 16,0-3-5-16,2-9 2 0,-1-1-5 0,2-1 0 15,-2-5 2-15,2-2 1 16,1-1-2-16,-2-2 5 0,0 1 0 0,1-3 0 16,1 0 11-16,-1 1 20 0,1-5 5 0,0 5 15 15,0-5 7-15,-2 4 9 0,2-4-3 0,0 0-11 16,0 0-28-16,0 0-37 0,-3-18-58 0,3 7-59 15,-2-7-71-15,2-7-90 0,-1-5-204 0,2-4-527 16,2-1 234-16</inkml:trace>
  <inkml:trace contextRef="#ctx0" brushRef="#br1" timeOffset="87740.88">3589 11325 109 0,'-4'-4'286'0,"2"1"-6"15,0-1-7 1,2 4-13-16,0-6-19 0,0 6-29 0,5-7-21 16,3 0-21-16,6 2-18 0,2-3-12 0,13 0-10 15,3 2-9-15,5-1-2 0,1 0-5 0,13-3-4 16,-1 5-4-16,-9 0-8 0,-4 1-8 0,0 1 5 16,-5-4-20-16,-3 5-7 0,-6 2-10 0,-5-3-3 15,0 0-5-15,-6 2-4 0,-3 1-7 0,-3-1-3 16,-1 1-5-16,-5 0-5 0,12 0-13 0,-12 0-20 0,6 0-19 0,-6 0-5 15,4 2-2-15,-4-2-4 0,0 0-12 0,-5 11-17 16,-4-4-16-16,4 3-30 0,-3-1-23 0,-6 6-27 16,5-1-37-16,0 2-61 15,0 1-173-15,3-2-469 0,-2 1 209 0</inkml:trace>
  <inkml:trace contextRef="#ctx0" brushRef="#br1" timeOffset="88071.6">3640 12076 134 0,'0'0'257'0,"-4"1"-2"16,4-1-7-16,-5 3-16 0,5-3-16 0,0 0-24 15,0 0-18-15,-4 2-18 0,4-2-17 0,0 0-1 16,18 1 11-16,-4-2 5 0,8-1-9 0,9 0-11 16,2-2-1-16,6 1-9 0,1 0-13 0,-3-1-7 0,-1 1-5 15,5 1-9-15,-7-2-13 0,-4 2-9 0,-7 0-1 16,-4-1-7-16,1 2-8 0,-7 0-7 0,0-1 5 16,-3 2-12-16,-2 0-11 0,-2-1-4 0,-1 0-14 15,-5 1-18-15,8 0-10 0,-4-1-9 0,-4 1-17 16,0 0-24-16,0 0-30 0,-12 6-35 0,-2-5-42 15,4 2-51-15,-8-1-289 16,0-2-559-16,3 1 247 0</inkml:trace>
  <inkml:trace contextRef="#ctx0" brushRef="#br1" timeOffset="88473.1">3772 11787 21 0,'0'0'252'0,"0"0"-8"0,0 0-7 0,0 0-8 16,-7 2-17-16,7-2-22 0,0 0-18 0,0 0-19 15,0 0-14-15,0 0-9 0,19 3 3 0,-2-3-2 16,10 0 2-16,6 0 5 0,8-3-9 0,13-1 5 16,3 1 0-16,3-1 2 0,-5 0-23 0,1 2-10 0,-19-2-8 15,-1 1-4-15,-4-1-8 0,-2 1-14 16,-10 2-4-16,-1-1-10 0,-6 0 5 0,-3 0 6 0,-1 2-16 0,-3-3 6 16,1 3-3-16,-3 0 3 0,-4 0-10 0,9-1-7 15,-9 1-2-15,0 0-2 0,9-1-32 0,-9 1-10 16,0 0-28-16,0 0-23 0,0 0-24 0,0 0-25 15,-10 8-21-15,4-5-25 0,1-1-34 0,0 3-53 16,0-1-65-16,-2 0-182 0,3-1-527 0,2 0 232 16</inkml:trace>
  <inkml:trace contextRef="#ctx0" brushRef="#br1" timeOffset="89351.53">4987 11669 152 0,'0'-2'239'0,"3"-3"-5"0,-3 5 2 0,2-7-1 0,-3 4 2 15,1 3-5-15,1-8-1 0,-1 5-1 16,0 3-4-16,0-5-8 0,0 5-13 0,0-4-16 15,0 4-11-15,4-3-5 0,-4 3-25 0,0 0-17 16,0 0-16-16,0 0-15 0,0 0-11 0,0 0-9 0,0 0-36 16,1-4-25-16,-1 4-13 15,0 0-11-15,0 0 1 0,0 16-2 0,0-7 4 16,-1 3-3-16,-3 6 2 0,3 2 0 0,-3 5 3 16,0 3-2-16,0-1 3 0,2 1-3 0,-1-2 4 15,-1 0-3-15,3-5 4 0,-2-1 6 0,2-2-8 16,-4-1-1-16,5 0-3 0,0-2 3 0,0-2-2 15,-1-3 5-15,2 0 1 0,-2-3-3 0,1-1-8 16,-3-1 11-16,6-2 0 0,-6 2 4 0,6 0 1 0,-3-5 4 16,0 5 29-16,0-5 26 0,0 4 23 0,0-4 25 15,0 0 18-15,0 0 18 0,0 0-3 0,0 0-17 16,0 0-18-16,6-19-14 0,-2 5-13 0,0-3-22 16,2-8-31-16,2 0-10 0,1-3-15 0,-3-1-21 15,2-1-16-15,-4-3-7 0,1 4 8 0,-5-2-5 16,2 4 3-16,-4-2-4 0,2 3 5 0,-4 1-1 0,1 8-2 0,0 1-3 15,-4-1 12-15,1 2-6 0,-3-1 4 0,1 7 3 16,-1 0-17-16,-1 2 17 0,-7-2-2 0,1 4 5 16,-1 1 6-1,3 3-3-15,-3 1-6 0,-2 2 0 0,3 0-4 0,-2 4-3 16,1 3 0-16,2 1-12 0,5 1 3 0,0-1-14 16,-1 1-2-16,5 4 0 0,-3-2 6 15,5 1 6-15,7 1 7 0,-1 2-3 0,10-1 4 16,1 0 11-16,7 5-1 0,7-4-5 0,3-4-18 0,4-2-22 15,0 0-25-15,2-5-36 0,0 2-45 0,2-6-63 16,-4-2-325-16,0-2-610 0,-5-3 270 0</inkml:trace>
  <inkml:trace contextRef="#ctx0" brushRef="#br1" timeOffset="91070.43">5290 11521 239 0,'0'0'308'0,"-1"-4"-10"0,1 4-4 0,0-6-15 15,0 6-24-15,0-6-21 0,0 6-31 0,0 0-21 16,0 0-16-16,0-3-23 0,0 3-20 0,0 0-16 16,0 0-25-16,0 0-13 0,0 0-8 0,2 12-10 15,-2 0-2-15,0-3-2 0,0 4-7 0,0 4-5 16,-1 2-4-16,1 0 1 0,1 0-8 0,-1 6 2 0,1-5-6 0,2-2-2 16,1 2-2-16,-1-3 1 0,0 0-3 0,1-2 4 15,-2-4-4-15,1-2-4 0,0 0 2 0,0-3-1 16,-1-1 6-16,-1-1 1 0,2 1 37 0,0-3 36 15,1 1 38-15,-4-3 14 0,9-1-1 0,-2-2-8 16,5-3-10-16,-3 0-2 0,4-3-22 0,1-3 1 16,3-2-10-1,-2 0-10-15,3-7-2 0,2-3-14 0,-2 1-3 0,0 1-10 16,-1 2-2-16,-6 2-12 0,-1 4 0 0,-3 3-2 16,-1 1-8-16,-1 2 2 0,-1 0-15 0,0 4 3 15,-3-1 2-15,4 1-6 0,-1 0-19 0,-4 3-25 16,0 1-25-16,4-4-25 0,0 1-4 0,-4 3 11 15,-3 11 7-15,6-1 11 0,-6-1 3 0,7 4-8 16,-5 3 15-16,1 1-4 0,1 1 0 0,-1 0-11 0,4 0-9 16,0 0-7-16,2 0 12 0,4-1 6 0,2-3-3 15,1 1 5-15,2-2-12 0,12-4-13 0,-2 1-10 16,4-3 2-16,1-5-3 0,2-4 2 0,-4-1 9 16,3-2 8-16,-4-4 6 0,3-1 8 0,-3-2 4 15,-4 0 8-15,2-2 16 0,-9 1 21 0,-3-1 18 16,1 0 11-16,-8-1 16 0,2-1 7 0,-4 5 4 0,-4 1-4 0,1 2-2 15,-2-1 0-15,-3-1-3 0,-1 3-6 0,-3-1-8 16,-4 3-3-16,0 0 0 0,-2 1-7 0,-4 4-2 16,-1 3 2-1,2 0-1-15,-2 1-5 0,0 4-1 0,1 2 10 0,-6 4-10 16,6-2-2-16,-4 5-1 0,-1 3 0 0,4-2 0 16,6-2 3-16,-1-2-5 0,3 2 3 0,3-7-6 15,3 2-1-15,-3-5-3 0,4 0 3 0,2-1 3 16,1-1 7-16,1-2 6 0,0-2 23 0,11 0 11 15,1-2 0-15,3-5 9 0,3 0 7 0,-3-3-11 16,4 1 4-16,4-5-4 0,3-3-7 0,-4-1-9 16,-2 0 1-16,4 3-7 0,-3-5-7 0,1 2 5 15,-7 5-4-15,-1 0-6 0,-5 5 5 0,1-1 3 16,-1 2 1-16,-3 0 0 0,2 3-1 0,-3 1-10 0,-1-1-2 0,-3 0-15 16,4 3-16-16,-5 1-16 0,8 1 1 0,-8-1-1 15,10 8-4-15,-3-3-6 0,-1 4 7 0,-1 2-1 16,9 3 1-16,-4 1 8 0,3 0 0 0,4 4-6 15,-3-4-5-15,6 3 10 0,-2-5-7 16,4 3-5-16,-5-4-8 0,3-3 4 0,-2-1-2 0,1-3-2 16,-1-2-7-1,4-1 1-15,-3-2 3 0,-4-4 4 0,-1 0 4 0,-1-6 2 16,1 1 10-16,-2-3 2 0,-5-5 2 0,1 0 7 16,3-7 12-16,-3-1 7 0,-4-1 3 0,1-3 3 15,0-3 1-15,-4 0 10 0,3 0 2 0,0 0 6 16,0 1 10-16,1 2 12 0,-4 3 0 0,2 8 9 15,-3 1 8-15,0 4-1 0,0 3 1 0,1 1-10 16,-1 2-5-16,0 1-5 0,0 2-8 0,0 0-12 0,4 1-33 16,-4 3-22-16,0 0-2 0,0 0 2 0,0 0 0 15,-5 14 8-15,1 0 1 0,0 6 4 0,-1 2 2 16,-3 6 1-16,4-3 2 0,-2 4 3 0,5-3 6 16,-2 5-2-16,2-2 2 0,1-3 6 0,-4-1 2 15,4-7-2-15,0-1-12 0,0 0-19 0,2-6-6 16,0 0-8-16,-2-3 6 0,0-1-4 0,0-1 4 0,0-2 6 0,0-2 5 15,0-2 0-15,0 0 1 0,0 0 0 0,0 0-2 16,5-11 0-16,-6 5-4 0,1-4-1 0,-4 0-6 31,-2-1-11-31,-1 0 2 0,-2 0 3 0,-1-3 5 0,0 6 4 0,-3-6 2 16,3 4 2-16,-2 4 7 0,0-1-2 0,1 1 1 16,1 3 7-16,-1 0 0 0,-2-1 3 15,3 1 1-15,1 2 3 0,0 1 0 0,1 0 1 16,2-1 0-16,-2 1 0 0,3 2 3 0,5-2 0 0,-8 3 1 15,4-1 1-15,4-2 5 0,0 5 0 0,0-5 5 0,8 7 11 0,1-2 13 16,5 0 8-16,7-2 6 0,8 5-4 0,4-7-1 16,5 2-4-16,15-2-5 0,-2-1 3 0,0 0 6 15,5 1 12-15,-2-6 11 0,-3 0 4 16,3 1 2-16,-16-1-4 0,1-1 2 0,-5 0 12 16,-5 1 3-16,-2 0 7 0,-9 1 41 0,-5 2 12 15,0-2 12-15,-7 4-7 0,2 0-6 0,-3-1-9 16,1-2-18-16,-1 3-6 0,-5 0-15 0,7-1-6 15,-7 1-18-15,6-1-14 0,-6 1-12 0,0 0-22 0,0 0-18 16,7 5-9-16,-6-4 2 0,-1-1 0 16,1 7 1-16,0-3 4 15,-1 2-3-15,0 3 2 0,-1 2 0 0,1-2-4 16,0 3-7-16,-1-2-25 0,0 0 13 0,-1 0-4 16,1-1-27-16,1-2-4 0,-1 0-21 0,-1 0-25 15,2-1-13-15,-1-2-24 0,1 1-13 0,-1 0-11 16,-2-1-13-16,2-2-5 0,1-2-36 0,0 0-89 15,0 0-199-15,-13-8-553 0,7 0 245 0</inkml:trace>
  <inkml:trace contextRef="#ctx0" brushRef="#br1" timeOffset="91207.43">6907 11307 247 0,'-2'-10'346'0,"-2"-1"-22"16,4 2-15-16,0 1-18 0,0 2-14 0,0 0-19 15,1 1-35-15,2 0-21 0,2 1-24 0,-1 0-23 16,1 3-22-16,4 1-35 0,0 0-42 0,1 2-42 0,-1 1-39 0,5 4-46 15,-5 0-50-15,5 4-64 0,-4-2-267 16,-1 3-489-16,-1 0 217 0</inkml:trace>
  <inkml:trace contextRef="#ctx0" brushRef="#br1" timeOffset="91908.48">7195 11483 26 0,'4'2'368'0,"-4"-2"-17"16,0 0-3-16,0 0-17 0,4 1-15 0,-4-1-36 16,0 0-25-16,0 0-28 0,0 0-31 0,0 0-29 15,5 1-14-15,-5-1-14 0,1 6-11 0,1-2-13 16,0 1-16-16,-2 1-20 0,2 0-14 0,1 0 0 0,-2 0-21 0,2-1-5 16,-2-1-4-16,0 0-2 0,2 0-3 0,-2-1 0 15,2 2-2-15,-2-3 0 0,-1-2 3 0,0 0-2 16,17-3 7-16,-8-1-7 0,0-3-4 0,1 2 4 15,1-3 8-15,-2-1-2 0,3 0-4 0,1-2-5 16,-1-1-2-16,-3 3-2 0,0 1 0 0,-1 2-7 16,2 1-13-1,-5 1 11-15,2-1-3 0,-5 3-1 0,2-2 0 0,2 2-6 16,-2 1-3-16,-4 1-1 0,0 0-6 0,10 1-2 16,-10-1-17-16,8 8-5 0,-3-3-12 0,4 2 3 15,-3 1-8-15,2 0-1 0,1 1 1 0,-3-1-4 16,2 1 9-16,0-2 6 0,-2 1 2 0,2-2 2 15,-2 0 5-15,-1-2 3 0,1-3 2 0,0 0 4 16,1-1 2-16,-1 0 15 0,-6 0 18 0,10-4 4 0,-4 2 17 0,2-4-1 16,-3 1 1-16,0 1-7 0,-1-1 11 15,1 1-4-15,0 1 3 0,0-2 0 0,2 5 3 16,-5-5-2-16,2 4-25 0,0-1-3 0,-4 2-11 16,0 0-11-16,0 0-2 0,13 4 0 0,-8 5-5 15,0 3-2-15,-1 3-3 0,1 3 3 0,4 8 0 0,-4 4-7 16,-3 2 15-16,0 1-11 0,-7 14 0 0,-4-1 5 0,-3 2 2 15,-7-2-1-15,1-4-1 0,0-9 2 0,0-5 4 16,-3 1 12-16,-1-4-11 0,5-1 1 0,-3-5 3 16,5-6 0-16,0-1-1 0,6-5 4 0,1-1 19 15,3-1 51-15,-1-2 24 0,0-4 12 0,6 1 10 16,-8-7 9-16,7-1 9 0,-1-4-9 0,6-3-12 16,8-9-10-16,1-5-13 15,7 0-10-15,10-12-7 0,0-2-8 0,6 1-3 16,1-4-11-16,3 5-5 0,-7 3-1 0,2-2-4 15,-9 14-5-15,1 2-4 0,-4 4-7 0,-5 3 1 16,-3 5-1-16,-3 6-5 0,-3-2-10 0,1 1 4 16,-5 2-3-16,-1 3-1 0,1-1-39 0,-1 0-34 15,-1 1-40-15,-3 2 2 0,0 0 7 0,-3 12-3 16,-6-2-30-16,0 2-51 0,-6 1-50 0,-7 5-72 0,2 0-119 0,4-5-225 16,2-1-701-16,4-3 310 0</inkml:trace>
  <inkml:trace contextRef="#ctx0" brushRef="#br1" timeOffset="93857.92">9288 11200 7 0,'0'0'175'0,"-3"-3"-13"16,3 3-2-16,0 0-20 0,0 0-10 0,-2-3-16 0,2 3-1 16,0 0-8-16,0 0-13 0,0 0 0 0,-4-4-8 0,4 4-3 15,0 0-5-15,0 0-7 0,0 0-1 0,0 0-5 16,0 0-3-16,0 0-3 0,0 0-6 0,0 0-6 0,0 0-6 16,0 0-3-16,0 0 0 0,0 0-3 15,5-7-6-15,0 6-3 0,2-1-1 0,-2 0-2 16,6-4-1-16,2-1 0 0,-3 2 1 0,6-4-1 15,-1 0 0-15,-4-2 2 0,4-1 4 0,-1 0 3 16,-2 1 0-16,1-1 2 0,-3 0 8 0,-1 1 1 16,0 0 11-16,-4 0 2 0,3 1-3 0,-5-2 2 15,3 1 0-15,-5 0 2 0,2 0-9 0,-3 2-3 16,0 2-7-16,-3 0-5 0,0 1 4 0,-3 2-8 0,-4-1-7 0,-8 2-1 16,0 3-1-16,-3 0-6 0,-9 5 1 0,0 4-2 15,-5 1-4-15,0 4-1 0,-8 8 0 0,0 5-4 16,-2 3 0-16,4 3 1 0,0 0-2 0,0 3-3 15,4 4 0-15,0 4 0 0,4-4 2 0,6 4-4 16,9-12 3-16,8 2 1 0,2-1-2 0,7-2 3 16,2-2 1-1,7-1 2-15,6 1 7 0,8-10-7 0,5 2 4 0,8-3 1 16,15-3-1-16,9-1-4 0,5-8 3 0,2-4 2 16,25-3 0-16,-24-2-4 0,-4 1-4 0,1-5-11 15,4-3-8-15,-5 0-4 0,-5-4-5 0,-4 0 2 16,-5-3 1-16,-16 2 0 0,-1 2-2 0,-1-1 9 15,-12 4-1-15,-4-4 4 0,-1 2 4 0,-4-1 23 16,-5 3 3-16,2 1 0 0,-6-1 2 0,1-1-4 0,-4 1 0 0,-2 1-3 16,-1 1-1-16,-3-1-6 0,-1 2 3 0,-2 2-1 15,-2 0-1-15,-3 2-1 0,-1 3-3 0,-3-1 1 16,0 2-3-16,0 3 3 0,-7 5 0 16,3 0-3-16,-3 3 2 0,4 1-3 0,-1 3-1 0,3 2 2 15,1 3 8-15,1-2-9 0,2 2 3 0,8-3-3 16,0-1 2-1,4 2-1-15,3-5 0 0,2 4 2 0,2-7 4 16,6 0 0-16,-2 0-1 0,7 2 3 0,5-5-1 0,1 1 0 16,8-7 1-16,2-1 3 0,3-4-1 0,0-2 1 0,0-4 2 15,-3 0 3-15,-2-2 3 0,0-3 3 0,-4 0 14 16,-4 2-4-16,-1-8 3 0,1 2 2 0,-7-1-2 16,-2 3 5-16,-2-1-3 0,-2 0 0 0,-3 2-7 0,-2-1-3 15,-2 3-5-15,-2 1-4 0,-1 1 1 16,-2 0-3-16,-3 3-4 0,0 0-1 0,0 0-2 15,-4 0-7-15,3 4-13 0,1 0-16 0,-4 3-25 16,3 1-21-16,0 1-21 0,-2 3-37 0,3 0-38 0,2 3-29 16,-1 2-269-16,3-3-507 0,4 3 225 15</inkml:trace>
  <inkml:trace contextRef="#ctx0" brushRef="#br1" timeOffset="94311.96">10272 11542 41 0,'0'0'215'0,"0"0"-6"16,0 0-8-16,0 0-17 0,0 0-17 0,14-9-16 15,-2 5-17-15,5-4-10 0,1 4-6 0,8-9-10 16,1 2-9-16,-3-2-3 0,3 1-9 0,-3 0-1 0,-1-1-3 0,-1-3-7 16,-2 6-6-16,-6-2 3 0,0-1 2 0,-1 0 3 15,-5 3-1-15,-1 2 0 0,-3-3-3 0,-4 0-11 16,0 2-5-16,-1 1-10 0,-8-1-3 0,-2 3-7 16,-6 0-4-16,-2 3-6 0,-8 3-4 0,-2 3-5 15,-3 2-1-15,1 2-2 0,3 3-3 0,-2 2 0 16,4 3-6-16,3 3-2 15,1 4-1-15,4 2 2 0,3 1-3 0,2 1 1 16,7 5-1-16,6-5 1 0,5 2 3 0,7-2-3 16,4-1 3-16,8-5-4 0,4-2 2 0,4-3 1 0,5-2-1 0,13-1 3 15,-12-7-1-15,1-4 2 0,13-1-1 16,-15 0-4-16,-1-2 2 0,-8-2 8 0,1-2-4 16,-9 3-4-16,-4 0 6 0,-3-2-4 0,-5-2-4 0,-1 3-22 15,0-3-19-15,-4 3-61 0,-4-1-72 0,-1-1-325 16,-3 1-536-16,1-1 239 0</inkml:trace>
  <inkml:trace contextRef="#ctx0" brushRef="#br1" timeOffset="95899.65">10875 11030 79 0,'4'-16'239'16,"4"3"-10"-16,-2-2-17 0,0 4-16 0,0 1-17 0,-3 2-15 15,1 2-19-15,0 1-16 0,0 2-18 0,-2-1-11 16,5 3-11-16,-7 1-12 0,9 5-8 0,-2 4-9 15,1 7-6-15,0 6-5 0,-2 7-9 0,-3 8-6 16,-3 12-6-16,-3 4-1 0,-3 3-3 0,-2 2-3 0,-12 24 0 0,-3-2 3 16,6-25-3-16,2-1-1 0,3-4-1 0,3-4-8 15,3-12-2-15,2-2 2 0,3-1 2 16,-3-3-6-16,0-7-1 0,4-5 4 0,0-5-3 0,0 0 6 16,0-3 6-16,0-2 13 0,0 0 28 0,-1-1 33 15,1-1 37-15,0-4-2 0,0 0-13 0,0 0-14 16,18-14-7-1,-12 5-1-15,6-4-12 0,-1-3-9 0,-2-1-6 16,5-7-10-16,-5 0-10 0,0-1-1 0,0-4-19 0,-4 2-20 16,3-1-8-16,-8 5-5 0,0 5 1 0,-2 0 3 0,-3 2-3 0,0 0 0 15,-1-1-4-15,-5 4-1 0,3 5-1 0,-6-4-5 16,2 6-5-16,-6-1 0 0,3 0-2 0,-2 2 2 16,2 1 5-16,6-1 3 0,-3 5-5 15,6-3-19-15,-3 3-11 0,4-1-30 0,5 1-21 16,-8 0-6-16,8 0 8 0,0 0 14 0,0 0 9 15,0 0 0-15,37-4-15 0,-7 0-18 0,-1 0-7 16,4-2-7-16,3-1-1 0,-1-2-9 0,0 1-2 16,1-1-7-16,3-3-7 0,-5-5 2 0,-1 0 6 15,-1-3 16-15,-4 3 33 0,-2-3 59 0,-6-1 31 16,-2 1 25-16,-1-3 42 16,-7 0 35-16,-2 4 19 0,-3 0 8 0,-4-2 0 15,3-4 3-15,-4 1 18 0,0 5-3 0,-4 1 2 16,4 1-5-16,0 2-7 0,-1 1-14 0,-1 2-15 15,0 5-3-15,1 0-16 0,1 2-12 0,-1-2-4 16,-2 2-40-16,3 2-40 0,0 3-39 0,0 0-11 16,0 0 2-16,0 0 6 0,-5 20 4 0,1 4 7 0,0 7 2 0,-2 3 4 15,-6 13 7-15,3 1 2 0,4 1 1 0,-4-2 0 16,3 3 4-16,2-1 2 0,0 1 3 0,3-14 2 16,1-3 1-16,1 2 5 0,-1-2-3 0,4-2 3 15,-4-2 1-15,1-4 0 0,2-7 2 0,-3-1-1 16,1-7 2-16,2 1 1 0,-1-2 0 0,-2-2 4 15,0-1 24-15,0-2 17 0,1 0 24 0,-1-1 18 16,0-3 5-16,0 0-5 0,0 0-12 0,0 0-7 0,0 0-7 0,-13-7-7 16,6-1-8-16,-2-1-1 0,-5-3-13 0,-1-1-2 15,-3 0-14-15,0 0-6 0,3 1-2 0,-3 2-5 16,4 0-2-16,-2 1 3 0,6 0 2 0,4 3-10 16,-1 1-6-16,5-2-7 0,-2 3-25 0,9-1-14 15,0-3-7-15,12-1-3 0,8 0 0 0,3-3-6 16,7 6 0-1,4-4 4-15,15-2-1 0,3 2 6 0,-1 0 6 16,1-1 4-16,-6 4 2 0,2 2 7 0,-15-2 4 16,-1 1 8-16,-4-1 1 0,-1 3 4 0,-1-1 18 0,-12 0 20 0,-1 1 29 0,-5 0 27 15,-3 1 24-15,-2 2 18 0,-2-2 6 0,2 1 1 16,-5-1-6-16,-3 3-10 0,7-2-7 0,-4 0-14 16,-3 2-6-16,5-2-9 0,-5 2-18 15,5-3-15-15,-5 3-10 0,0 0-3 0,0 0-7 16,-3 14 5-16,1-8-6 0,-2 3 0 0,0 0-1 15,0 3-5-15,1 1 1 0,-2 2 2 0,3-1-3 0,-3 1 1 32,2-1-4-32,1-4 8 0,-1 4-12 0,1-4-20 15,0-1-10-15,2 2-11 0,-1-5-23 0,0 1-16 0,-2-2-13 0,3 1 2 0,0-3 5 0,0-3 6 16,0 0 3 0,0 0-89-16,0 0-307 0,0 0-517 0,0 0 229 15</inkml:trace>
  <inkml:trace contextRef="#ctx0" brushRef="#br1" timeOffset="96046.79">11776 11183 187 0,'-1'-4'284'0,"1"-2"-23"0,-2 1-30 0,1 1-26 0,1 4-28 16,0-4-31-16,0 4-17 0,0 0-26 0,0 0-27 16,0 0-32-16,17 8-46 0,-8-2-42 0,0 0-60 15,0 1-179-15,2 0-305 0,-1-1 135 0</inkml:trace>
  <inkml:trace contextRef="#ctx0" brushRef="#br1" timeOffset="96648.39">12168 11346 33 0,'0'0'127'0,"0"0"-7"0,0 0-15 16,0 0 12-16,0 0-8 0,12 1-5 0,-1-1-11 16,1 0-10-16,-1 0-3 0,5 0-5 0,-2-3-7 0,2 0-11 0,1-2-4 0,0-1-1 15,-1 0-2-15,-3 3 0 0,-3-4 1 16,3 3 11-16,-3-1 2 0,-2 3 7 0,-3-3 9 16,1 2-5-16,-2 1 4 0,1-1-6 0,-1 2-10 15,-4 1-6-15,0-4-8 0,0 4-3 0,0 0-7 16,0 0-1-16,-27 5-8 0,17 0-5 0,-8 4-3 15,0 1-1-15,-7 5-1 0,0-2-6 0,1 5-4 16,0 1 0-16,3-2-6 0,0 4 6 0,3 2-2 16,5-2-5-16,3-3 1 0,1 0 2 0,5 2 0 15,3-6-1-15,1 3 0 0,5-2 1 0,5-2-2 16,4-3 2-16,9 2 2 16,5-4-3-16,4-3 1 0,4-1 8 0,1-4-5 15,5-7-2-15,12 3 2 0,-4-7-1 0,-2-5 4 16,-12 6 0-16,1-4 5 0,-2-4 11 0,-3 1 3 15,-4 0 10-15,-3 1 10 0,-2-5 14 0,-2 1 6 16,-5 1 18-16,-2 4 20 0,-5 1 17 0,0-2 7 16,-5 4 14-16,0 3-11 0,2 0-5 0,-2 0-8 15,-4 3-19-15,3 0-9 0,-1 2-8 0,-2 1-11 0,3-1-27 0,-2 0-34 16,-1 4-8-16,0 0-30 0,0 0 6 0,0 0 1 16,0 0 6-16,-4 16-1 0,-1-6 1 0,1 0 3 15,3 4-1-15,-4-2 0 0,1 4-2 0,0 0-6 16,-1-1 9-16,1 2 1 0,3-4 2 0,-2-1 1 15,2-1 1-15,-2 0-19 0,2-1-8 0,1-2-19 16,-2-1-12-16,2-2-5 16,-4 0 7-16,4 2 4 0,0-6 3 15,0-1 8-15,-4 5 7 0,4-5 4 0,0 0-11 0,0 0-47 16,0 0-52-16,0 0-52 0,-5-23-45 0,2 11-245 16,2-8-523-16,-3 4 231 0</inkml:trace>
  <inkml:trace contextRef="#ctx0" brushRef="#br1" timeOffset="96773.4">12729 11115 150 0,'0'-10'278'16,"0"1"-5"-16,0-2-16 0,0 4-20 0,0 1-27 16,0 1-19-16,0 0-23 15,0 5-23-15,0-5-29 0,4 0-21 0,-4 5-28 0,0 0-28 16,14 6-32-16,-5-2-41 0,-1 2-42 0,2 2-54 16,-1 1-203-16,1 2-359 0,3-2 159 0</inkml:trace>
  <inkml:trace contextRef="#ctx0" brushRef="#br1" timeOffset="97666.38">13078 11455 19 0,'0'0'197'0,"0"0"6"0,0 0 1 0,10 2-8 15,2-3-13-15,1 0-10 0,6-1-4 0,0 0-10 16,1-2-17-16,8-3-11 0,-6 1-15 0,-1-2-11 16,3-3-6-16,0-1-13 0,-6 2-7 0,1 1-4 15,-1-3-10-15,-2 1 1 0,-1 0 8 0,-8 3 11 0,2 1-1 0,-1-2 0 16,-2 4 8-16,-2-2-8 0,0 1-5 0,-3 1-10 16,2-1-8-16,-6 1-9 0,2-1-6 0,-4 4-8 15,-4-2-4-15,-2 1-5 0,-1 2 0 0,-2 2-6 16,-7 2-4-16,2 2-6 0,-1-1 8 0,-5 5-11 15,6 0-12-15,2-1-9 0,1 2-2 0,1 1-12 16,1 3 2 0,1 0-3-16,0 1-6 0,4-1 2 0,1 3-9 0,4-1 4 15,1 1 6-15,4-6 2 0,5 0 1 0,6 3 6 16,1-1 1-16,6-3 4 0,-1 0-2 0,13-5 1 16,-3 0 2-16,4-5-3 0,-1-1-1 15,4-3 5-15,-2-1 1 0,2-4 1 0,-4-2 1 16,-3 2 1-16,-3-5 12 0,-2 1 22 0,-5 3 28 0,-6-4 9 15,2 1 4-15,-3-1 32 0,-3 5 32 0,-2-2 22 0,2 2-3 16,-4 1 1-16,-2 1-14 0,1-1-11 0,1 2-14 16,-3 3-19-16,0-2-9 15,2 2-4-15,-3-1-27 0,0 4-25 0,1-3-29 16,-1 3-26-16,0 0-2 0,0 0 3 0,0 0 8 16,0 0-9-16,-5 18 2 0,1-10 5 0,0 4-4 15,2 2 5-15,-5 1 0 0,2 1-19 0,-1-5 5 16,2 2 0-16,-1-1 2 0,5-5-9 0,-4-1 2 15,4 1 5-15,-2-2 5 0,2 0 9 0,-3 0 17 16,3-5 24-16,0 0 27 0,0 6 9 0,0-6 0 16,0 0 14-16,12-11-26 0,-6 6 1 0,0-3 15 15,3 1 12-15,-1 0-10 0,-2-2-9 0,6 1-5 0,-3-1-6 16,-3 2-2-16,3-1-5 0,0 1-5 16,-3 1-4-16,1 2-5 0,-2-3-3 0,1 4-2 0,-1-1 6 0,1 1-20 15,-3 3-6-15,3-4-15 0,0 4-20 0,-6 0-6 16,15 3-16-16,-4-2-2 0,1 4-11 0,1 0-7 15,6 5-4-15,-5-5-22 0,4 4-9 0,0-2-13 16,0-1-6-16,1 1-6 0,-2-2-9 0,-1-1 0 16,1-1 1-16,-3-2 3 0,-2-1 16 0,0-3 8 0,-3 2 12 15,0-6 15-15,0 0 9 0,-3-1 13 0,2-4 29 0,-3 0 35 16,-1 0 26-16,0-2 23 0,1-6 25 0,-3 3-3 16,4-7 2-16,-4 4 11 0,2-6-3 0,1 0-1 15,-1 1 0-15,-3 5 6 0,3 2 1 0,-4 5 20 16,5 2-16-16,-5 3-1 0,1 1-25 0,2 0-10 15,-3 1-20-15,0 2-29 0,0 4-28 0,0-2-17 16,0 2 6-16,0 0 5 16,-4 13 2-16,-1-3 8 0,0 7 2 15,0 2-1-15,-3 6 5 0,3 0-19 0,-5 1-23 16,2 1-25-16,-1-1-13 0,4-6-21 0,0-2-16 0,0 0-9 16,1 1-32-16,2-9-40 0,-1 1-170 0,0-3-418 15,2 0 185-15</inkml:trace>
  <inkml:trace contextRef="#ctx0" brushRef="#br1" timeOffset="97882.34">13850 11295 81 0,'-8'-5'254'0,"4"4"11"0,0-3 1 0,2 1-17 16,2 3-23-16,-4-5-22 0,4 5-18 16,9-5-19-16,9 5-18 0,10-4-19 0,9 1 1 0,3 1-26 15,17-1-10-15,2 0-7 0,1 1-8 16,7 2-9-16,23-7-6 0,-27 6-9 0,0-3-5 15,0 4-5-15,-1 0-5 0,-6-3-2 0,-16 3-6 16,-6-2-1-16,-6 2-5 0,-9-3-5 0,-6 3-7 16,1 0-8-16,-7 0-14 0,-1-1-6 0,-6 1-24 15,4-1-26-15,-4 1-35 0,0 0-47 0,-26 2-69 16,7-2-220-16,0 0-471 0,0 3 209 0</inkml:trace>
  <inkml:trace contextRef="#ctx0" brushRef="#br1" timeOffset="98728.92">15928 11279 96 0,'0'0'195'0,"1"-6"-9"0,0 5-25 16,-1 1-12-16,0 0-19 15,0 0-9-15,0 0-18 0,0 0-13 0,0 0-9 0,0 0-9 0,0 0-10 0,-15 10-8 0,7-2-1 16,-1 3-8-16,-2 1-1 0,-1 4-6 16,2-3-2-16,-1 2-5 0,2 3-2 0,1-3-6 0,-1 3-3 15,5-7-3-15,-1 6 2 0,4-2-4 0,-2-2 5 16,6-2-4-16,-2 1 7 0,4-2 17 0,5-2 13 15,1 1 11-15,3-3 6 0,4 0 5 0,1-3-2 16,-6-3 8 0,7-6 1-16,-2 0 7 0,0-2 3 0,-3 0 0 0,4-3 5 15,-6 0-4-15,-2 0-7 0,1-2-5 16,-7 2 0-16,4-1-12 0,-4-3-9 0,-1-1-1 16,-1 0-13-16,-7-1-6 0,1 2-14 0,-3 2-4 15,-6-1-4-15,6 2-11 0,-7 2-10 16,3 1-6-16,-2 3-5 0,-2-1-7 0,0 2-6 0,0 1-7 15,-1 3-13-15,-3 1-13 0,5 0-17 0,2 0-20 0,-2 3-26 0,3 1-27 16,3-1-16-16,1 1-34 0,3-1-217 0,3 1-450 16,2 1 199-1</inkml:trace>
  <inkml:trace contextRef="#ctx0" brushRef="#br1" timeOffset="99121.95">16401 10930 301 0,'1'-4'277'0,"0"-1"-28"0,0 1-29 0,4 1-51 16,-5 3-31-16,0 0-20 0,0 0-11 0,4 10-13 16,-3 1-5-16,1 7-13 0,-1 11-9 0,-4 3-11 0,-5 18-2 0,-1-2-8 15,-3-2-1-15,-3 6-5 0,1-5-6 0,1 0 1 16,5-12-8-16,1 11 0 0,0-12-5 0,1-2 1 15,2 0 0-15,3-3-9 0,0-5 6 0,1-2-1 16,0-7-3-16,1-2 1 0,0-1-1 0,-1-4-1 16,1 0 25-1,1-3 26-15,-2 0 29 0,0-3 26 0,1 2 22 16,-1-4 12-16,4 3-1 0,-4-3-2 0,0 0-14 0,5-12-8 16,-3 2-11-16,-3 2-26 0,-2-3-6 15,-4-6-23-15,-1 0-16 0,-7-8-36 0,-7 0-8 16,3 0 2-16,-3 3 2 0,-1 0-11 0,4 2 6 15,1 8-4-15,7-2 8 0,2 6 0 0,0 2 1 0,4-4-2 16,0 5 1-16,1 1-5 0,5-1-10 0,4 1-10 16,14-1-27-16,13-4-20 0,24 1-27 0,36 1-53 0,0 3-63 15,3-4-99-15,0 4-233 16,-1-4-584-16,0-1 258 0</inkml:trace>
  <inkml:trace contextRef="#ctx0" brushRef="#br1" timeOffset="100023.43">18203 11037 166 0,'7'-2'194'0,"-1"-3"-16"0,2 4-19 16,2-1-20-16,2 0-13 0,-2 2-13 0,5 3-12 15,-2-2-14-15,6 0-10 0,0 4-6 0,-1 7-7 16,0-3-8-16,-4-1-6 0,1 6-4 0,2 1-8 15,-2-3-6-15,-2 5 4 0,-3-3-8 0,-3 5-1 0,-1 5-3 16,-3-6-3-16,-3 8 1 0,-4-1-6 0,0-5-1 0,-4 4 3 16,-2-1-2-1,1-6 1-15,-1 1-3 0,-3-1-3 0,3-1 0 0,-4-3 6 16,2-4-4-16,3 1-2 0,-1-3 9 0,3-2 1 16,0 3 2-16,2-4 5 0,1 0 14 0,-1-1 25 0,3-1 27 15,-2 1 33-15,4-3 34 16,0 0 20-16,0 0-16 0,0 0-3 0,-3-9-3 15,6 2-28-15,3-5-15 0,7-3-15 0,6-8-7 16,0-1-12-16,4-2-10 0,12-11-9 0,1 2-2 16,-1-2-13-16,5 4-5 0,-2-2 1 0,-11 9-13 0,2 1 22 15,-4 2-26-15,-2 1-4 0,-1 4 1 0,-7 4-7 16,-5 2 14-16,-1 4-3 0,-1 1-3 16,-2 3 15-16,-2-1-28 0,0 3 1 0,1-1-30 0,-1 0-20 0,-4 3-19 15,0 0 8-15,0 0 4 0,2 11-2 0,-7-1 6 16,-4 8 3-16,-3 4 7 0,-1 7 3 0,-5 0 10 15,1 0-9-15,-2-1 5 0,2 4 5 0,2-3-3 16,2 0 13-16,4-2-8 0,4-3-1 0,1-6-5 0,7 0 13 16,2-2-2-1,5 0 9-15,7-3 2 0,10 1 1 0,9-2 3 16,17-3-3-16,7-2-37 0,-2-2-59 0,2-2-83 16,-1-6-101-16,-6-2-278 0,-16 1-600 0,-2 0 266 15</inkml:trace>
  <inkml:trace contextRef="#ctx0" brushRef="#br1" timeOffset="102738.63">19163 10515 172 0,'1'-5'199'0,"2"-3"-5"0,1 1-8 0,-2 2-11 15,1 0-10-15,2-2-12 0,-2 2-4 0,-1 0-8 16,2 1-3-16,-1 0-10 0,-2 0-7 0,1 0-12 16,-2 4-14-16,2-5-7 0,-2 5-18 0,3 0-17 15,-3 0-7-15,0 0-7 0,3 9-4 0,-3-1-4 16,-1 4-4-16,-4 5-2 0,0 6 0 0,-3 4-7 16,-1 0-2-16,-1 0 2 15,1 5-2-15,0-1-3 0,-3-2 2 0,2-1-3 16,0 1-4-16,0-4-2 0,1 0 4 0,1-6-3 15,3-2 6-15,-4-3-8 0,5-2 1 0,-1-3 0 16,1-2-2-16,4-2 1 0,-4 1 1 0,3 0 2 16,-2-1 28-16,2-4 29 0,1-1 24 0,-4 4 28 0,4-4 13 0,0 0-13 15,0 0-8-15,0 0-10 0,17-11-11 0,-7-1-13 16,7-3-8-16,1-3-3 0,1-3 4 16,0 2-21-16,0-5 5 0,2 2-13 0,0 0-3 0,2-1 0 15,-6 4 1-15,2 0-13 0,-5 5-1 0,-1 2-4 16,-3-2 0-16,-2 6 3 0,2-1 15 0,-5 2-13 15,-1 2 4-15,0 2-10 0,0-4 7 0,-3 7 11 16,3-3-28-16,-3-1-1 0,2 2-4 0,-3 2-8 16,0 0-18-16,0 0 3 0,0 0-2 0,0 0 3 0,-13 9 3 0,3-1 4 15,-4 5 0-15,-2-1-8 0,-7 5 8 16,4 0 18-16,-1 1-9 0,4-6-8 0,3 2 0 16,0 0 6-16,2-4-3 0,4 1 6 0,-2-5-12 0,5 1 6 15,-1-1 13-15,2 0 0 0,1-1-12 0,-1 0-3 16,3 2 4-16,1-2-4 0,2 1 8 0,3 1 0 15,6 0 1 1,2 2 3-16,4-1-6 0,6 4-8 0,4-2-24 16,-1 1-39-16,0-3-50 0,0 6-50 0,-2 1-81 0,-7-4-327 0,9-1-631 0,0-2 280 15</inkml:trace>
  <inkml:trace contextRef="#ctx0" brushRef="#br1" timeOffset="103199.53">19685 10723 56 0,'0'0'154'16,"-11"-1"-13"-16,11 1-10 0,0 0-18 0,0 0-7 15,-7 0-4-15,7 0-3 0,0 0-2 0,0 0-6 16,-4-4 1-16,4 4-5 0,0 0 9 0,0 0 6 15,0 0 2-15,0 0 0 0,0 0-1 0,0 0 3 16,0 0-6-16,0 0-2 0,11-4-7 0,3 2-5 16,3 0-7-16,3 0-10 0,14 1-3 0,1-5-9 0,18 1-6 0,0 1 0 15,-3-3-5-15,-9 4-2 0,-3 0-6 0,-2-2-5 16,0 3-3-16,-4-2-1 0,-4 1-3 0,-9 0-11 16,-1 3-9-16,-5-2-12 0,-3-1-14 0,-3 3-19 15,-1-2-42-15,-4-1-33 0,-2 3-33 0,0 0-20 16,-15-7-221-16,2 5-420 0,-2-1 186 0</inkml:trace>
  <inkml:trace contextRef="#ctx0" brushRef="#br1" timeOffset="103415.53">19894 10585 236 0,'0'-5'292'0,"0"5"-11"16,-4-3-3-16,4 3-17 0,0-6-19 0,0 6-25 0,0-4-24 15,0 4-20-15,0 0-19 0,0 0-23 0,0 0-13 16,0 0-28-16,0 0-13 0,0 0-10 0,0 0-8 16,2 18-8-16,-2-9-7 0,0 7-4 0,0 0-6 15,2 10-5-15,-2 1 1 0,-2 4-12 0,2-4-14 16,2 0-12-16,-2 2-28 0,0 0-35 0,0-2-24 16,0 2-21-16,0-3-31 15,1-6-63-15,3-4-196 0,-3-3-441 16,1-3 195-16</inkml:trace>
  <inkml:trace contextRef="#ctx0" brushRef="#br1" timeOffset="104047.78">20455 10606 211 0,'1'-4'309'0,"1"-1"-15"0,0 2-19 0,-1-2-7 16,1 1-21-16,0 1-17 0,0 0-23 16,-2 3-18-16,3-4-15 0,-3 4-24 0,3-4-18 15,-3 4-11-15,0 0-23 0,0 0-19 0,4-3-14 16,-4 3-8-16,0 0-10 0,0 0-5 0,3 12-10 0,-4-5-1 15,1 0-4-15,-1 1-4 0,-3 4-1 0,3-3-3 16,-2 3-2-16,2 1-2 0,0-1 1 0,1 5 0 0,-3-1-3 16,2-6-1-16,0-1 12 0,1 2-12 0,-2-5-1 0,2-2-1 0,0 2 2 15,0-3 0-15,2 2 3 0,-2-5 20 0,2 4 1 16,-2-4-2-16,0 0 2 0,15-5-3 0,-5 0 12 16,0-4-3-16,4-1-4 0,1-1-1 0,2-1-5 0,2-5-9 15,-1 4-1-15,-2 1-5 0,1 0 5 16,0 2-3-16,-2 1-2 0,-5 1-2 0,0 2-1 15,-2 1 0-15,-1 2-5 0,-4 0 0 0,4-1-5 16,-4 3-3-16,1-1-2 0,0 0-9 0,-4 2-2 16,0 0-4-16,9 5-1 0,-6-2 1 0,-2 2-3 15,3 1-3-15,-3 1 8 0,2 3-5 0,-3 2 3 16,0 0-3-16,0 5 3 0,1-5-7 0,-2 3 1 16,-1-3 15-16,4-2-9 15,-2-1-1-15,0-6 4 0,0 4 4 0,0-1 3 16,1-2 4-16,1-2 26 0,-2-2-9 0,11-2 0 15,0 1 11-15,-1-7 3 0,5-1 2 0,1-3 11 0,-2 3-2 16,3-1-2-16,-3-2-7 0,1 4-4 0,-6 2 4 16,4-1 4-16,-4 2 11 0,0 0-24 0,-3 2 0 15,3-1-4-15,-3 1-6 0,2 1-7 0,0 2-16 16,5 1-23-16,-3 3-24 0,1 1-23 0,-2 3-37 0,0 3-37 16,0 3-45-16,1 1-86 0,-6 2-271 0,1 0-604 15,-1-5 267-15</inkml:trace>
  <inkml:trace contextRef="#ctx0" brushRef="#br1" timeOffset="104417.22">21346 11246 135 0,'0'0'295'0,"0"0"-24"16,0 0-28-16,0 0-26 0,0 0-20 0,0 0-21 15,0 0-34-15,0 0-35 0,0 0-35 0,2 7-17 16,-4-3-10-16,-2 6-11 0,-4-1-7 0,-5 7-58 16,-1-2-85-1,-10 3-196-15,-4-3-337 0,1-1 149 0</inkml:trace>
  <inkml:trace contextRef="#ctx0" brushRef="#br1" timeOffset="105397.11">22397 10878 325 0,'0'-4'325'0,"0"4"-27"15,2-6-24-15,-2 6-25 0,0-5-23 0,0 5-31 16,0 0-25-16,0 0-34 0,0 0-23 0,0 0-12 0,0 0-20 16,0 0-21-16,10 14 0 0,-8-8-14 0,1 8-4 0,0-2-5 15,0 5-5-15,-4 0-4 0,1 0-4 16,0 1-2-16,0 1 5 0,-2 1-11 0,0-2 0 15,2-1-1-15,-1-2 0 0,0-3 0 0,-1-2-1 16,2-3 0-16,-1-1-3 0,1-1 3 0,0 2 14 0,0-3 28 16,-1 0 35-1,1-4 29-15,0 0-1 0,8 0-20 0,-8 0-5 16,17-12-11-16,-6 3-16 0,3-3 6 0,-1-1-15 16,4-2 1-16,-4 1-10 0,8-5 2 0,0 1-11 15,-7 3 3-15,9-2 4 0,-7 4-16 0,-2 3-5 16,-4 2-1-16,1 1-8 0,-3 2-4 0,0 0-10 15,-2 3 6-15,-1 0-9 0,3-1 5 0,0 4-7 16,-1 1-11-16,0 1 0 0,0 2-3 0,2 1-6 0,-2 2 6 0,0 1-3 16,2 1 19-1,-1 0-13-15,-3 2-2 0,2-2 1 0,1 1 3 0,-4-2 3 16,1 1-4-16,2-6 9 0,-6 5-5 0,4-5 9 16,-2 0-5-16,-1-2 10 0,1 3 23 0,-2-3 46 15,-1-2 23-15,0 0-10 0,0 0-5 0,17-9 1 16,-11 3-18-16,3-3 1 0,0 1-14 0,1-6-2 15,2 2-5-15,-2-3-5 0,0 1-6 0,2-3-1 16,-1 1 3-16,0 0-12 0,-1 2-4 0,1-1-3 16,-4 0-17-16,3 4-13 0,-7 4-24 0,3-3-42 15,0 5-42-15,-2 1-40 0,2 1-32 0,-1 0-24 16,-5 3-26-16,0 0-35 0,17 8-35 0,-13-2-260 16,2 2-620-16,-1-2 274 0</inkml:trace>
  <inkml:trace contextRef="#ctx0" brushRef="#br1" timeOffset="105804.59">23075 11072 72 0,'-3'4'274'0,"3"-4"2"0,0 0 2 0,0 0-6 16,0 0-9-16,1 3-9 0,-1-3-10 0,0 0-24 0,0 0-23 0,0 0-25 0,17-6-17 16,-7 0-14-16,2 1-12 0,7-5-7 0,1 4-18 15,3-7-12-15,4 1-12 0,1-2-9 0,-2 1-7 16,-1-3 3-16,2 2-15 0,-3-3 2 0,-2 3-5 15,1-2-5-15,-8 0-3 0,-2 5-4 0,-1-1 1 0,-2 1-2 16,-4 2-4-16,-2 0-1 0,0 2-6 16,-1 1-7-16,-2 1-1 15,-2-2-4-15,-6 2-4 0,-2 4 0 0,-10-2 0 16,-4 5 1-16,-7 3-9 0,-1 2-2 0,-2 4-2 16,2 0 4-16,0 3-5 0,3 1 7 0,6 1-5 15,1 2-2-15,4 2-1 0,4 1-3 0,4-1 16 16,4-1 2-16,8 1-14 0,2 5 1 0,5-6 3 15,12 2 2-15,7-3 2 0,8-1 1 0,18-1 5 16,5-2-5-16,2-5-3 0,30-4 1 0,-25-1 15 0,24-3 9 0,-28-3 9 16,-1-2-1-1,-7 0-2-15,-18-1-9 0,-5 2 8 0,-5 0-1 0,-8 1 6 16,-6 1 5-16,0-2-5 0,-6 3 0 0,0-2 0 16,-1 0-16-16,-2 0-24 0,-4 2-35 0,1-4-48 15,-1 4-49-15,-14-1-37 0,3 2-36 0,-5 0-68 16,4 3-81-16,-6-1-188 0,0-3-588 0,1 2 261 15</inkml:trace>
  <inkml:trace contextRef="#ctx0" brushRef="#br1" timeOffset="106853.79">25413 10751 81 0,'1'-5'249'0,"-1"-2"-17"0,2 3-15 0,-2-1-21 16,0 5-19-16,1-5-15 0,-1 5-17 0,-3-3-16 0,3 3-14 15,-9 0-12-15,9 0-10 0,-16 7-9 0,4-4-8 16,-6 8-7-16,4-2-9 0,0 3-3 0,0 0-8 16,1 0-6-16,5-2-6 0,0 2-6 0,1 0-5 15,1 0-2-15,3-1-11 0,3 0-2 0,2-2-4 0,3 1-1 0,1-3-7 16,6 0-13-16,2-4 6 0,5 1-8 15,4-4 0-15,-3-2 0 0,12-2-1 0,-5-6 6 16,-1 1-1-16,-2-6-3 0,0 1 0 0,-1-4 1 0,-10 5 6 16,2 0 1-1,2-9 14-15,-7 7 15 0,-1 1 12 0,0-3 8 16,-1 2 11-16,-6 3 11 0,2 4 5 0,1-1-5 16,-3 2 1-16,0 2-16 0,-2 0-3 0,0 1-11 0,0 4-24 15,0 0-2-15,0 0 0 0,0 0-5 16,-2 17-4-16,-2-1 6 0,-3 9-9 0,2 1 0 15,-1 8-1-15,-2 0 0 0,0 12 4 0,2 5-5 16,-3-4 0-16,0 2 4 0,0 0 1 0,-1-1-6 0,6-13 4 16,-5 1-3-16,3-2 3 0,1 0 0 0,0 0 1 15,0-2 1-15,1-3-2 0,-3-3 5 0,1 0-2 0,1-9-2 16,-1-1 1-16,2 0-3 0,0-7 4 0,-1-2-2 16,1 0 0-16,1 0 9 0,-1-4 7 0,-2 0 2 15,1-2 20-15,5-1 7 0,-14-3 22 0,5-2 17 16,0-1 3-16,0-2 4 0,0-1 0 0,-1-4-6 15,-2-4-8-15,2-8-2 0,1 0-10 0,4-1-6 0,3-4-11 16,5-1-11-16,5-3-4 0,5 1-8 0,5-13-4 0,6 4 1 16,-2 12-8-1,8-7-3-15,-3 8 4 0,1 5-3 0,2 0-2 0,3 2-3 16,0 2-1-16,-2 4-1 0,-2 1-1 0,-1 3 4 0,-4 0-3 16,-7 6-1-16,-6 1 0 0,1-1 0 15,-3 1-3-15,-1 4-1 0,-2 0 2 0,-1 0-9 16,-1-1-8-16,1-1-16 0,-5 3-8 0,4-2-10 15,-4 2-5-15,0 0-1 0,0 0-17 0,0 0-26 16,0 0-36-16,-17 7-33 0,11-4-43 0,-3-1-56 16,4 1-204-16,-3 0-510 0,3-2 227 0</inkml:trace>
  <inkml:trace contextRef="#ctx0" brushRef="#br1" timeOffset="107493.48">25901 10912 20 0,'0'0'267'16,"-6"-2"-11"-1,6 2-9-15,-3-1-22 0,3 1-21 0,0 0-18 0,0 0-22 16,0 0-16-16,0 0-16 0,19-1-11 0,-7 1-16 16,6-2-7-16,-2 2-8 0,3-2-13 0,3-2-7 15,1 1-5-15,-1-1-7 0,6-4-3 0,-2 2-8 16,-6-1-5-16,2-2-2 0,3-3-3 0,-2 0 4 15,-9 0-7-15,0-1 6 0,2 1-9 0,-6-1 2 16,0-2-6-16,-1 1-1 0,-1 1-2 0,-2 7 1 16,-1-6-5-16,-2 1 7 0,-3 6-12 0,1-1-2 15,-2-1-6-15,-3 2 1 0,-5 2-1 0,3 3-6 0,-6-3 3 16,-6 7 1-16,4 2-2 0,-7 3-4 0,-2 5 2 0,3-1-1 16,1-1-7-16,3 3-3 0,-1 6 1 0,3-6-1 15,2 1 0-15,2 2-6 0,5-1 4 16,-1 2 5-16,2-2-1 0,4-1 1 0,1 1 0 15,3-5 3-15,5 4-2 0,2-2 7 0,5-5-5 0,0 0 1 16,6-2 4-16,5-2 1 0,-4-3 1 0,5-4-5 0,0-2 4 16,2-4 4-1,-4-1-2-15,1-3 6 0,-5-2 7 0,-7 2 5 0,8-8 4 16,-6 0-7-16,-2 0 12 0,-1-6-3 0,-1-1 1 16,-4-6-4-16,1 2 3 0,-1-5-3 0,-1 3-3 15,3-13-4-15,-7 12-1 0,4-1 0 0,-2 0 16 16,1 3 3-16,-3 5 16 0,-2 8 2 0,0 1-5 15,0 7-2-15,-1-2-3 0,0 5-8 0,1 1-2 16,-1 1-11-16,-1 2-29 0,1 3-19 0,-1 1 4 16,0 0 0-16,-5 9-5 0,0 1 11 0,-1 7-1 15,-2 7 2-15,-2 3 4 0,0 4 11 0,-1 1-12 16,2-3-2-16,4 4 1 0,0 0 17 0,0-2-11 0,1 0-2 16,3-2-1-16,-2-3 5 0,6-1-2 0,-2-4 2 0,-1-6 2 15,3-1 2-15,-2-4 1 0,-1 0 2 0,1-3-1 16,-1 0 12-16,4-2-11 0,-4-2 0 0,0 3 2 15,4-2 6-15,-3-2 0 0,-1-2 0 0,9 3 1 16,-4-3-6-16,6 0 6 0,0 0-7 0,1-1-19 16,0-1-28-1,2 1-46-15,5 0-57 0,1-6-85 0,8 0-294 0,1-2-567 16,3-2 251-16</inkml:trace>
  <inkml:trace contextRef="#ctx0" brushRef="#br1" timeOffset="107924.85">26307 10592 173 0,'0'0'166'16,"-7"0"-2"-16,7 0-11 0,0 0-3 0,0 0-4 0,-8 0-2 15,8 0 2-15,0 0-3 0,0 0-2 16,0 0 6-16,0 0-5 0,27 0-15 0,1 2-7 15,5-2-12-15,21-2-13 0,-2-1-7 0,12 3-8 16,28-4-2-16,1-2 0 0,-2 5 2 0,1 0-5 0,-27-4-5 16,-5 1-3-16,-1 0-7 0,-19 1-5 15,-6-1-1-15,-3 3 4 0,-11-4 4 0,0 5 2 16,-9-2 0-16,-4 1-7 0,0-1-8 0,0 1-9 16,-5 0-4-16,-2 1-11 0,0 0-40 0,0 0-46 0,-22 0-53 15,1 4-64-15,0 4-101 0,1-6-198 0,-7 2-516 0,8-2 229 16</inkml:trace>
  <inkml:trace contextRef="#ctx0" brushRef="#br1" timeOffset="116856.14">4684 13626 145 0,'0'0'204'16,"0"0"-8"-16,0-4-6 0,0 4-7 0,0 0-11 15,-2-5-2-15,2 5-13 0,0 0-10 0,0 0-11 16,-2-5-15-16,2 5-5 0,0 0-11 0,0 0-11 16,0 0-8-16,0 0-9 0,4-5-2 0,-4 5-11 15,0 0-11-15,3-3-4 0,2 0-4 0,1 2-6 16,0-2-5-16,6 1-4 0,-2 0-2 0,3-2-2 0,5 3-8 0,-1-2-1 15,-2 2-2-15,4 0-1 0,9 1-3 0,-7 2-2 16,7 1-3-16,-8 2 0 0,-2-1-1 0,1 3-7 16,-1 1-6-1,-1 3 2-15,-4 1-6 0,-1 1 2 0,-3 4-8 16,-5 2-2-16,0 9 1 0,-4 3 1 0,-5 2 1 16,-12 9 1-16,-6-1 0 0,-5 2 4 0,-4 1-2 0,-4-3 4 15,-1-3 0-15,5 4 2 0,-2-4-1 0,7-9-17 16,-10 3-1-16,10-5 7 0,2-3 1 15,-1-5 1-15,2 0 0 0,1-4 3 0,7-3 4 16,1-3-1-16,5-1 1 0,-2-3 2 0,6 0 1 16,-2-1 5-16,3-1 28 0,1-1 36 0,3 1 35 0,1-3 34 15,-5 3 6-15,5-3-12 0,0 0-12 0,0-12-16 16,6 2-3-16,-1-1-17 0,3 2-6 0,0-5-9 0,3-1-4 16,1-2-7-16,-2 3-5 0,3 1-4 0,-4 4-5 15,-2 1 7-15,3 0-15 0,-2 3-8 0,0-1-4 16,-2 3-2-16,2 1-11 0,-2 0-3 0,2 2 3 15,2 2 1-15,2 4-2 0,-2-1-2 0,0 3-2 16,4 5 0-16,-1-4-1 0,1 4 1 0,0 0 0 16,-1 2-1-16,-3-3 3 15,2 3 2-15,-1-2 0 0,-5-2-4 0,5 1 4 16,-2-4 4-16,0 1-6 0,-4-5 2 0,0 3 5 16,0-3 3-16,0-2 1 0,4-2 11 0,1 0 8 15,0-4 2-15,7-4 8 0,2-1 2 0,5-5 8 0,1-3-5 16,-1 0-1-16,-1-4-4 0,0 2-3 0,-2-2-3 15,-1 4-7-15,2-4-3 0,-10 5 9 16,4 3-14-16,-1 0-24 0,-8 3-37 0,4 1-45 0,-2 2-72 16,-4 4-82-16,-1 0-95 0,2 1-254 0,-6 2-639 15,0 0 282-15</inkml:trace>
  <inkml:trace contextRef="#ctx0" brushRef="#br1" timeOffset="120779.53">5806 13483 47 0,'-3'-4'213'0,"3"4"-13"16,3-5-3-16,-3 2-15 0,0 3-17 0,0-6-15 15,0 6-15-15,0-3-16 0,0 3-17 0,0 0-19 16,0 0-4-16,0 0-9 0,-17 17-5 0,0 4-10 15,-5 4-5-15,-10 13-7 0,0 5-10 0,0 1 0 16,1 3-4-16,7 2 1 0,2-4-10 0,4 3 0 16,7 0-6-16,2 0 5 0,6-14 9 0,8 11-2 0,-1-12-3 0,9 3 3 15,6-6-1-15,13 8 2 0,8-6-3 0,6-8-6 16,0-2-46-16,6-10-71 0,-1 2-108 0,-12-9-129 16,15-7-364-16,-14-1 161 0</inkml:trace>
  <inkml:trace contextRef="#ctx0" brushRef="#br1" timeOffset="121465.27">6099 13672 16 0,'2'-10'274'0,"-1"3"-1"0,2-2-11 0,1 2-12 15,-4 0-12-15,4 1-11 0,-4 3-21 0,2-3-22 0,1 3-17 0,-3 3-21 16,1-5-16-16,-1 5-17 0,0-3-29 0,0 3-14 15,0 0-8-15,0 0-8 0,0 0-1 0,-1 21-10 16,-2-8-4-16,-2 9-3 0,0-2-6 0,-4 7-2 16,3 3-5-16,-2 0-1 0,-1 4-3 0,3-4 0 15,-1-2-4-15,1-1-1 0,-2 1-2 0,4-8-1 16,3-1 1 0,-4-4-3-16,5-3-1 0,0-2-1 0,-4-1 0 15,4-1 3-15,0-1 1 0,-3-2 0 0,2 0 12 0,1-1 33 16,0-4 44-16,0 4 22 0,0-4 5 0,0 0 9 15,0 0-18-15,17-12-10 0,-2 2-13 0,-2-3-4 16,4-2 1-16,2-6-26 0,3-1-6 16,0-2-6-16,3-4-4 0,-3 2-3 0,1 2-6 0,-2 2-7 0,-3 1-9 15,-1 6 9-15,-7 1-7 0,-1 6-3 0,0-1-4 16,-4-1 5-16,1 4-4 0,-3 2-23 0,2-1 17 16,0 2-4-16,-4-1-2 0,2 2-10 0,-3 2-19 15,2-3 19-15,-2 3-29 0,0 0-1 0,0 0 3 16,-11 16-4-16,3-10 16 0,-4 6-6 0,-2 2 7 15,1 1 1-15,-5 5 0 0,1 2 3 0,3-7 2 16,3 1-2-16,-2-2 4 0,1-4-2 0,6 1 3 0,0-2-7 0,-1-1 8 16,2-2-6-16,3 1 1 0,-1-3 9 0,0 0-9 15,1 0-2-15,2 1 0 0,-1-1 1 0,1-4 4 16,2 6-2-16,1-1 9 0,1 0-3 0,6 1-2 16,-1-2 4-16,2 1 4 0,7 2-9 0,-2 2 6 15,4-2-14-15,7 5-38 0,0-4-41 0,-2 4-67 16,-6-4-87-1,11 3-127-15,-10-4-209 0,2-4-631 0,-3 1 280 0</inkml:trace>
  <inkml:trace contextRef="#ctx0" brushRef="#br1" timeOffset="122066.33">6826 13851 102 0,'0'0'147'15,"-7"0"-6"-15,7 0 1 0,-7 0-4 0,7 0 2 16,0 0 1-16,0 0-8 0,0 0-4 0,-8 0-8 15,8 0-9-15,0 0-7 0,0 0-9 0,0 0-11 0,0 0-9 16,0 0-6 0,0 0-8-16,0 0-1 0,0 0-10 0,0 0-6 15,0 0-5-15,-5-2-7 0,5 2 1 0,0 0-8 16,0 0-2-16,0 0-2 0,0 0-4 0,0 0 2 16,0 0-5-16,0 0 4 0,0 0-10 0,0 0 4 15,0 0 0-15,0 0-3 0,0 0 1 0,0 0 4 16,0 0 4-16,0 0 1 0,0 0 1 0,0 0-1 15,0 0 3-15,0 0 0 0,23 2-3 0,-10-2 7 0,8-4-2 0,10 2-1 16,2-2 1-16,3 3-2 0,4-2-1 0,11 0-2 16,-13-1 3-16,3-1 2 0,-4 1-2 0,1-1-1 15,-6 1-3-15,-2 0-2 0,-10 4 0 0,-1-3-3 16,-6 1-3-16,-3 1 1 0,-1 0-1 0,0 1-8 16,-5-2-7-16,4-1-9 0,-8 3-26 0,1-2-58 15,-1 2-37-15,0 0-28 0,0 0-28 0,-27-3-192 0,10 3-414 0,0 0 184 16</inkml:trace>
  <inkml:trace contextRef="#ctx0" brushRef="#br1" timeOffset="122282.43">7006 13730 235 0,'-2'-5'293'15,"1"1"-3"-15,1-1 4 0,-1 2-18 0,1-2-17 16,0 5-19-16,0-4-21 0,0 4-21 0,0-5-19 15,0 5-23-15,0 0-27 0,1-4-7 0,-1 4-27 16,0 0-25-16,0 0-8 0,0 0-13 16,4 17-12-16,-3-8 2 0,1 4-12 0,2 5-4 0,-2 4-3 0,2 2-12 15,-1 3-37-15,-1-1-35 0,2 3-28 0,-3-2-28 16,-1 0-33-16,3-8-57 0,-5 0-232 0,5-4-480 16,1-2 213-16</inkml:trace>
  <inkml:trace contextRef="#ctx0" brushRef="#br1" timeOffset="122952.81">7506 13689 269 0,'0'0'299'0,"2"-5"-19"0,-1 3-19 15,-1 2-20-15,2-4-16 0,-2 4-21 0,0 0-25 0,3-3-16 0,-3 3-19 0,0 0-22 16,4-3-22-16,-4 3-20 0,0 0-8 0,0 0-10 0,1 11-6 15,2-5-4-15,-3 0-6 0,0 3-7 0,0 3-2 16,1 1-5-16,-1-3-3 0,0 5-2 0,0 2-2 16,-1-3-3-16,-2 2-2 0,3-6 0 0,0 2-5 15,0-1-1-15,0-5 1 0,3 4-3 0,-3-5 3 16,0-1-3-16,0 1 2 16,0-5 4-16,0 4 14 0,0-4-1 0,0 0-5 15,0 0 0-15,16-7 9 16,-8-3 2-16,0 4-5 0,1-5 0 0,-1 2 1 15,3-3-4-15,2 0-4 0,0-3-2 0,-2 3-6 0,2-1 2 16,-2 2-5-16,-2 1-3 0,-1 3 4 16,-2 3-5-16,0-3-7 0,-3 3 6 0,1 2-8 0,0-1-1 0,-4 3-1 0,7-2-1 15,-7 2-3-15,0 0-4 0,7 5 1 0,-4 0 1 0,-2 3-2 16,0-2 1-16,-2 6 1 0,0-3 3 16,1 3-5-16,0 1 2 0,0-3 2 0,-2 2-4 15,1-2-9-15,1-2-1 0,0-1 1 0,0-3 2 16,0 1 6-16,-1-1 0 0,2 1 7 0,-2-1 1 15,1-4 4-15,0 0-2 0,0 0 2 0,0 0 2 0,18-10 19 16,-8 3 3 0,-2-1-12-16,1-2-2 0,2-2-3 0,3 0-1 15,-1 0-2-15,2 0 2 0,-2 0-3 0,4 3 8 16,-3 0 1-16,-2 2 1 0,0 0 6 0,2 0-6 16,-1 2 1-16,-3-1 1 0,4 2-2 0,-2 2-2 15,-2-1 0-15,3 2 7 0,-2 1-25 0,-1 0 7 16,1 0-21-16,0 1-22 0,-2 2-19 0,1-1-28 15,-2 1-28-15,1 2-38 0,-3-1-47 0,3-1-49 0,-5-1-226 0,0 1-516 16,0-2 229-16</inkml:trace>
  <inkml:trace contextRef="#ctx0" brushRef="#br1" timeOffset="123269.15">8032 13321 170 0,'0'0'160'0,"0"0"-11"0,10 3-3 15,0 5-17-15,4 6-8 0,2 7-7 0,2 3-7 0,3 6-15 16,4 11 8-16,-1 0-7 0,4 2 1 0,-5 3-8 16,-5 1-9-16,1 1-2 0,0 3-6 0,-8-3-11 0,-2 0-1 15,-11-2-7-15,-5 1-3 0,-1-14-10 0,-4-1 1 16,-3 0-4-16,0-4-6 0,-2 1-1 0,-6-5 14 0,4-4 0 15,-3 0-4-15,-3-4-3 0,0-2 3 0,1-2-11 16,6-4 1-16,-1-2-1 0,-1-1-3 16,-1 1-4-16,3-2 1 0,8-3 2 0,-4 1-2 0,2 1-3 0,2-2-5 15,3 1-2-15,1-1-18 0,3 2-24 0,3-3-40 16,-8 1-56-16,8-1-51 0,0 0-180 0,0 0-388 16,0 0 172-16</inkml:trace>
  <inkml:trace contextRef="#ctx0" brushRef="#br1" timeOffset="125590.11">8967 13264 48 0,'2'-5'230'0,"1"0"-11"0,-3-2-16 0,2 2-17 0,-2 0-19 0,0 5-15 32,1-3-12-32,-1 3-19 0,0-5-13 0,0 5-14 0,0 0-11 0,-11 10-13 15,0 2-5-15,-3 3-11 0,-5 14-2 0,-13 10-9 16,0 4-4-16,0 1-7 0,3 0 1 0,3 2-7 16,2-3-3-16,5 3-1 0,10-12-7 0,1 11 1 15,7-12 4-15,6 14-4 0,7-15-1 16,7-1 2-16,15 8-1 0,10-7-1 0,7-6-1 15,8-2-34-15,5-7-54 0,34 2-83 0,-37-9-194 16,0-5-379-16,-2-3 167 0</inkml:trace>
  <inkml:trace contextRef="#ctx0" brushRef="#br1" timeOffset="126228.63">9223 13418 82 0,'1'-5'258'0,"2"-2"-12"0,-2 2-10 0,2 0-14 16,-1 3-22-16,-1-3-17 0,-1 5-22 0,3-5-21 15,-3 5-13-15,3-2-17 0,-3 2-23 0,0 0-11 16,0 0-9-16,4 13-6 0,-6-3-7 0,0 3-8 16,0 4 2-16,0 4-14 0,-1 5-2 0,-5 0-1 15,1 3-5-15,1-3-6 0,0 0 0 0,-1 1 0 16,4-8 0-16,-3 4-5 0,2-4-1 0,-1-4-2 15,2 1 0-15,2-6-1 16,-2 2 1-16,1-3 1 0,1-2-4 0,-1-3 4 16,4 0 4-16,-5 1 26 0,3-2 25 0,0-3 28 0,1 5 20 0,-1-5 2 15,0 0-8-15,0 0-11 0,19-16-12 0,-8 8-3 16,2-5-17-16,8-5 1 0,-4 0-13 0,5-3-6 16,2 1-4-16,0-4-6 0,-1 2-2 0,1-1-3 15,-3 2-6-15,0 2 0 0,-2 0-2 0,-7 6 5 16,1 2-13-16,-4 3 0 0,-3 3-8 0,-1-1 0 15,-1 3 5-15,0 0-13 0,0 0-12 0,-2-1-17 16,-2 4-9-16,0 0 2 0,0 0 6 0,0 0 1 16,-15 14 6-16,2-3 3 0,-2 3-4 0,-5 3 1 15,0 0 4-15,5-1 3 0,1-2 3 0,-1 2-1 16,2 0 1-16,1-1 0 0,1 0 1 0,-1-3 5 16,7 0-6-16,-1-2 2 0,-2-1 2 0,4-2 1 0,0 0-1 0,3 1-3 15,1-3 7-15,1 0-2 0,3 2 4 16,3-2 1-16,4 4-1 0,3-2-1 0,7-1-3 0,4 1-19 15,1 2-34-15,2-1-31 0,1-3-37 0,2 2-57 16,1 0-70-16,-1-2-248 0,-2-2-541 0,0 2 239 31</inkml:trace>
  <inkml:trace contextRef="#ctx0" brushRef="#br1" timeOffset="126776.3">9959 13644 16 0,'-8'-1'116'0,"8"1"-12"0,-10 1-14 16,10-1-4-16,-8 2-5 0,8-2-1 0,-6 0-8 15,6 0-2-15,0 0 3 0,0 0-1 0,0 0 2 16,-6-2-5-16,6 2 18 0,0 0-12 0,0 0 5 16,0 0-2-16,0 0-6 0,0 0-2 0,0 0-1 15,0 0-4-15,0 0-1 0,0 0-1 0,0 0-2 16,0 0-6-16,0 0 0 0,0 0-1 0,0 0-3 16,0 0-3-16,0 0-4 0,0 0 1 0,0 0-2 0,29-3-4 0,-11 3-2 15,10-2 2-15,0 1-6 0,3-3-1 0,3-1-7 16,7 3-4-16,12-2 2 0,-2-2-2 0,1 1 2 15,-14 2-6-15,0 0-1 0,-4-3-4 16,-2 1-3-16,-5-1-3 0,-9 2-8 0,-6 2-11 0,0-1-14 31,-4 2-17-31,-5-5-19 0,-1 4-18 0,-2 2-17 0,0 0-12 16,-14-5-14-16,0 2-18 0,-2 2-38 0,-5-2-96 16,-1 2-298-16,1-1 133 0</inkml:trace>
  <inkml:trace contextRef="#ctx0" brushRef="#br1" timeOffset="126984.5">10131 13537 150 0,'4'-5'220'0,"-4"-2"-3"15,4 2 0-15,-3-3 2 0,2 3 1 0,-2-2-9 16,3 3-9-16,-4-1-6 0,1 2-27 0,2-1-19 16,-3 4-15-16,0-5-20 0,0 5-16 0,1-3-23 15,-1 3-11-15,0 0-8 0,0 0 1 0,4 15-16 16,-8-5-4-16,3 5-1 0,1 1-4 0,-4 3-3 15,4 1-5-15,0 6 2 16,0-1 3-16,0-6-13 0,1 6-31 0,2-1-29 16,-3-5-28-16,5-2-27 0,-4 9-32 0,3-7-27 0,0-1-267 0,0-4-459 15,-2-5 203-15</inkml:trace>
  <inkml:trace contextRef="#ctx0" brushRef="#br1" timeOffset="127593.39">10742 13471 125 0,'0'0'257'0,"1"-6"-17"0,-1 6-21 0,3-3-18 16,-3 3-23-16,0 0-14 0,3-3-19 0,-3 3-18 31,0 0-15-31,0 0-14 0,4 8-8 0,-6-1-2 0,2 0-15 16,0 2-8-16,0 2-7 0,-2 0-6 0,0 2 0 16,0 1-9-16,-1 2-3 0,-1 1-6 0,0-2-4 15,2-2 2-15,-3-1-4 0,4 0-5 0,-2-5-1 16,2 2 0-16,1-3-2 0,-1-2 0 0,-1 1-1 15,1-2 1-15,1-3 25 0,0 4 8 0,0-4 3 16,0 0-18-16,14-5-2 0,-5-2-5 0,1 0 0 0,-2-1-5 16,7-3 9-16,-1-1-12 0,2 0-3 0,5-8 2 0,-5 8-7 15,-1-1 10-15,-1 0-8 0,3 3 0 0,-5 0 10 16,-4 4-9-16,-3 1-4 0,1 2-3 0,0 0-2 16,-2-2-4-16,-2 4-6 0,-2 1 0 0,0 0-2 15,0 0 0-15,10 8-1 0,-8-4 1 0,-2 3 0 16,2 3 0-16,-4 1 4 0,0 4-3 0,0-3-1 15,2 2 0-15,-3-2 5 16,1-2-2-16,0 0 1 0,1 1-1 0,0-5-3 16,0 0 3-16,1-1 0 0,0-2 3 0,0 0 1 0,0-3 17 15,1 4 12-15,-1-4-12 0,0 0-4 0,18-7 9 16,-11 3 15-16,2-3-10 0,3 1-5 0,-2-3-1 16,2 3-3-16,0-3-2 0,-1 4-1 0,0-3-1 15,-1 2-1-15,2 2-4 0,-2-2-3 0,4 1-3 0,-2 3 5 16,1-1-12-16,0 2-13 0,6 1-13 0,0 0-22 15,-2 1-36-15,1 2-42 0,-2 2-54 16,3-3-71-16,-3 4-233 0,2-5-524 0,0 2 232 16</inkml:trace>
  <inkml:trace contextRef="#ctx0" brushRef="#br1" timeOffset="128063.11">11564 13592 127 0,'-5'0'115'0,"5"0"-7"0,-5-3-3 0,5 3-10 15,0 0-3-15,0 0-5 0,0 0 2 0,-8-1 2 16,8 1 9-16,0 0-13 0,0 0 2 0,0 0-3 15,0 0-4-15,0 0-6 0,0 0-3 0,0 0-1 16,0 0-7-16,0 0 2 0,0 0-4 0,0 0 3 16,0 0-2-16,0 0-4 0,0 0-1 0,0 0-3 0,0 0-7 0,0 0-2 15,0 0 3-15,0 0-4 0,0 0-3 0,0 0-4 16,0 0 0-16,0 0-2 0,0 0-3 0,0 0-3 16,0 0-3-16,0 0 1 0,0 0 1 0,0 0 2 15,0 0 1-15,0 0 2 0,0 0 1 0,0 0 7 16,0 0 0-16,0 0-1 0,0 0 7 0,0 0 1 15,0 0-8 1,0 0-7-16,20-5-2 0,-8 2-2 0,7 3-2 0,1-4-2 16,1-1-2-16,7 2-5 0,4-1 1 0,-1 2-3 15,2-4-6-15,0 4-1 0,-2-1 0 0,-1 1 0 16,-3-2 9-16,-5 1-11 0,-3 0-1 16,-6 3-1-16,1-2-2 0,-2 2-1 0,-6-3-2 0,3 3-2 15,-4-1-18-15,-5 1-18 0,8-3-29 0,-8 3-39 16,0 0-26-16,0 0-25 0,0 0-33 0,0 0-48 0,-25 0-162 15,19 2-432-15,6-2 192 0</inkml:trace>
  <inkml:trace contextRef="#ctx0" brushRef="#br1" timeOffset="128426.37">12131 13366 113 0,'4'-6'290'0,"-3"0"-9"0,3 1-20 0,0 2-20 0,-1 0-28 0,-2 0-20 15,0-1-21-15,-1 4-19 0,4-4-21 16,-4 4-14-16,0 0-15 0,0 0-15 0,6 11-6 16,-6-3-12-16,0 4-7 0,0 5-7 0,0 2-8 15,-3 7 0-15,-1-7 0 0,1 8-12 0,1-2-4 16,-1-6-2-16,-1 0-4 0,3 1-3 0,-2-3-1 15,2-1 3-15,1-3-7 0,-1-1 0 0,1-2-5 16,-3-1 2-16,3-1-3 0,0-4-1 0,0 1 1 16,0-2 10-16,0 3-9 0,0-3 2 0,0-3 0 0,0 6 1 0,-1-4 15 15,1-2 0-15,0 0-2 0,0 0-3 0,0 0 1 16,0 0 2-16,0 0-34 0,0 0-21 0,0 0-24 16,0 0-28-16,1-13-41 0,-1 6-43 0,3-3-78 15,-2-1-200-15,0-2-477 0,3-1 210 0</inkml:trace>
  <inkml:trace contextRef="#ctx0" brushRef="#br1" timeOffset="128695.39">12267 13068 65 0,'6'0'164'0,"4"3"-6"0,1-2-11 15,8 9-11-15,4 4-7 0,1 4-7 0,0 6-5 0,4 2-3 16,6 10-11-16,-4 6 4 0,0 5-7 0,-7 4-4 16,-3-2-10-16,-5 5-4 0,-4-1-11 0,-10 1-5 15,-9-3-2-15,-6 3-11 0,-9-8-6 0,-2 4 2 16,-5-2-4-16,-7-7-6 0,-4-1-1 0,-6-3-4 0,-27 7 13 16,20-15-5-1,-3-1-2-15,-28 6-14 0,1-3-45 0,24-11-75 16,-3-4-108-16,-32 1-144 0,28-13-374 0,-24-8 166 15</inkml:trace>
  <inkml:trace contextRef="#ctx0" brushRef="#br1" timeOffset="136964.16">13194 13550 163 0,'0'0'185'0,"0"0"-11"0,0 0 2 15,0 0-8-15,0 0-10 0,-6-3-7 0,6 3-14 16,0 0-11-16,0 0-10 15,0 0-12-15,0 0-6 0,0 0-14 0,0 0-7 16,0 0-6-16,0 0-8 0,1-5-5 0,-1 5 1 16,0 0-12-16,0 0-1 0,0 0-5 0,0 0-4 0,0 0 3 15,0 0-11-15,0 0 0 0,0 0-7 0,0 0 2 16,0 0-5-16,0 0-5 0,0 0 2 0,4-5-2 16,-4 5-2-16,0 0 2 0,0 0-4 0,0 0-9 15,0 0 5-15,0 0 18 0,0 0-1 0,0 0-1 16,0 0-5-16,0 0 2 0,0 0 0 0,0 0 3 0,0 0-7 15,13 0-2-15,-3-3 1 0,12 1-4 16,7-2 7-16,3 1-3 0,7 0-3 0,1-1 0 16,15 1 1-16,-1-2 2 0,4 2 3 0,4-1 0 15,-2-1 0-15,-1-2 1 0,-3 4-4 0,-4-2-1 0,-16 1 3 16,-2 1-4-16,-5 1-4 0,-9 0 3 0,-4 2-3 0,-4-1-7 16,0-1-12-16,-6 0-13 0,0 0-38 0,-4-1-21 15,-2 3-18-15,0 0-7 0,-15-3-24 0,1 1-3 16,-3 1-13-16,-2-3-14 0,-3 2-10 0,3 2-142 15,-1-3-339-15,-1 1 150 0</inkml:trace>
  <inkml:trace contextRef="#ctx0" brushRef="#br1" timeOffset="137174.76">13602 13309 160 0,'0'-5'295'0,"-3"-2"-11"0,2 2-8 16,1-2-17-16,0 2-25 0,0 5-29 0,0-3-23 0,0 3-22 16,0 0-29-16,0 0-11 0,0 0-15 0,-5 20-11 0,1-5-12 15,2 13-3-15,-3 0-11 0,2 3-7 0,3 3-1 16,0 0-3-16,3 0-7 0,2 2-25 16,2-2-42-16,1-1-47 0,2-2-66 0,0 0-107 15,-2-3-187-15,1-9-458 0,1-3 203 0</inkml:trace>
  <inkml:trace contextRef="#ctx0" brushRef="#br1" timeOffset="138383.64">15080 12976 91 0,'4'-11'210'16,"1"4"-8"-16,-2 0-7 0,0 0-3 0,-1 2-18 16,2 0-17-16,-4 1-18 0,4 0-13 0,-4 4-16 0,2-4-18 0,-2 4-12 15,0 0-12-15,0 0-7 0,5 12-7 0,-6 0-5 16,-3 7-5-16,-5 9-3 0,3 2-4 0,-2 2-5 16,-2 4-4-16,-4 8-1 0,-1 0-1 0,1-12-6 15,-3 11-6-15,3-13 5 0,5 0-6 0,0 0 2 16,-1-3-4-16,2-3 1 0,3-7-5 0,1-1 0 15,0-5 0-15,-1 0 1 0,4-2-3 0,0-1 5 16,-2-2 1-16,2-2 28 0,1 1 24 0,-3-1 28 0,3-4 30 0,0 5 27 16,0-5-3-16,0 0-15 0,12-8-17 0,2-3-8 15,-1-2 0-15,7-4-21 0,3-4-7 0,1-3-10 16,1-1-9-16,2-1-11 0,8-8 14 0,-9 6-19 16,1 3 0-16,0-1-10 0,-3 1-1 0,-1 3-3 15,-3 0 3-15,-1 2-5 0,-6 6-10 0,1 0 7 16,-7 6-4-16,-1-1-1 15,-1 2-8-15,1 2 6 0,-2 1-6 0,0 0 1 16,-3 0-8-16,2 0-13 0,-3 4-4 0,4-3 5 16,-4 3-8-16,0 0-3 0,0 0 0 0,-20 14 3 0,5-2 3 15,-5 5 0-15,-6 0 5 0,2 2 0 0,1-1 10 0,4 0-9 16,-3-1 1-16,3 1-1 0,1-4 2 16,4-1-2-16,5 0-2 0,-2-5 2 0,4 1 1 15,2-4-1-15,-1 3-4 0,1-3 6 0,2-1-1 16,1 1 6-16,-1 2-4 0,3-4 2 0,0 2 0 0,5 2-1 15,-2-2 5-15,5 2-3 0,2 0 3 0,1-2 0 16,4 5-1-16,1-2 0 0,0 1-3 0,5 0-25 16,-2 1-35-16,0-3-47 0,-1 6-49 15,0-1-52-15,0-1-104 0,-4-1-195 0,2-1-551 0,-3-3 244 16</inkml:trace>
  <inkml:trace contextRef="#ctx0" brushRef="#br1" timeOffset="138947.1">15778 13277 75 0,'-10'0'136'15,"10"0"-2"-15,0 0 2 0,-8 0-5 16,8 0-3-16,0 0-7 0,0 0-1 0,0 0 2 16,0 0-9-16,0 0-1 0,0 0-8 0,-7-1-7 0,7 1-5 0,0 0-4 0,0 0-11 15,0 0 1-15,0 0-10 0,0 0-4 0,0 0-2 16,0 0-10-16,0 0-6 0,0 0-3 16,0 0-5-16,0 0-6 0,0 0 0 0,0 0 1 15,0 0 6-15,0 0 3 0,0 0 6 0,0 0-1 0,0 0 10 16,0 0-6-16,0 0-3 0,0 0-6 15,15-5-2-15,-5 2-4 0,8-1-6 0,1 1-3 16,8 0-5-16,1-1 2 0,4 0-7 0,3 1-1 16,3-2 0-16,17 0 1 0,-3-3-5 0,-3 6 4 15,3-3-1-15,-12 1 0 0,-3 1-4 0,-1-1-1 0,-4 1 1 16,-4-1 1 0,-10 3-7-16,-4-2-2 0,-1 2-9 0,-3 0-9 15,-4-1-16-15,0 0-17 0,-3 1-24 0,-3 1-28 16,0 0-21-16,0 0-20 0,-25 0-29 0,8 0-29 15,-4 0-161-15,-2 0-390 0,3 1 172 0</inkml:trace>
  <inkml:trace contextRef="#ctx0" brushRef="#br1" timeOffset="139162.84">16034 13122 205 0,'0'-6'275'16,"0"0"-4"-16,0 0-9 0,0 1-3 0,-3-1-13 15,6 4-25-15,-6-5-23 0,3 7-10 0,0 0-29 16,3-5-23-16,-3 5-28 16,0 0-15-16,0 0-14 0,0 0-7 0,0 18-13 15,0-6-8-15,1 5-4 0,-1 2-5 0,4 5-5 16,-4 1-4-16,1 2-14 0,-1 1-13 16,5-2-22-16,-2-1-29 0,-2 3-40 0,-2-2-27 0,-2-2-36 15,3-6-60-15,-5-1-201 0,9-3-443 0,-3-4 196 16</inkml:trace>
  <inkml:trace contextRef="#ctx0" brushRef="#br1" timeOffset="139848.41">16652 13060 129 0,'1'-6'248'0,"3"1"-12"0,0-1-4 0,-3 2-12 16,3-1-16-16,-4 2-16 0,3 0-22 0,-2 1-12 15,-1 2-19-15,5-4-16 0,-5 4-17 0,0 0-14 16,0 0-13-16,0 0-7 0,0 0-8 0,4 12-7 16,-3-2-4-16,-2 1-5 0,2 6-6 0,-2 0-4 0,0 0-2 15,-2 3 0-15,-1-2-9 0,3 0 1 0,-3 1-4 16,4-1-1-16,-4-1-2 0,4-1-2 0,-1-6-2 0,1 2-1 16,0-5 5-16,0 0-6 0,0 0 0 0,0-4 1 15,-2 2 4-15,2-3 24 0,2 3 38 16,-2-5-9-16,0 0-8 0,9-1-4 0,-4-5-7 15,5 3 0-15,3-9-4 0,-4 5-7 0,5-5-6 0,-1 0-1 16,0 0-1 0,0-1-3-16,2 0-5 0,-2 3-2 0,-2-1 0 15,-1 4-4-15,-1 0-2 0,-2 2-1 0,-1 2-8 16,2-1 3-16,-4 0-2 0,-2 3-6 0,-2 1-3 16,9-4-8-16,-9 4 5 0,0 0-4 0,10 5-3 15,-9 2-1-15,2-1 3 0,-3 0 2 0,1 3 1 16,2 2-3-16,-6 0 4 0,6 1 4 0,-6-2-7 15,3-1 5-15,3 1 3 0,-3-4 10 0,0 0-13 0,0-2-1 0,0 2 9 16,0-1-3-16,0-3 4 0,0-2 19 0,0 0 5 16,0 0-9-16,10-2 1 0,-6-3 12 0,6-2-18 0,-1-4-1 0,-1 2-5 15,3-4-2-15,2 0 2 0,0-1 2 0,-3-1-5 16,4 1 5-16,-1 3-7 0,-2-3 4 0,-1 4-3 16,0 3 1-16,-4 0-4 0,2 1 0 0,-3 2 1 15,0-1-5-15,1 3-9 0,-2 0 1 0,1 1-5 16,-5 1-1-16,13 3-8 0,-7-1-6 0,-1 3-8 15,1 0-15-15,0 2-14 0,1 2-19 0,-4 1-26 16,5 0-22-16,-6-1-33 0,2-1-44 0,0 2-261 16,0-5-511-16,-3 3 226 0</inkml:trace>
  <inkml:trace contextRef="#ctx0" brushRef="#br1" timeOffset="140102.31">17301 12832 157 0,'0'0'152'0,"13"5"-11"0,-4 2-4 16,0 6-6-16,-1 2-5 0,3 9-4 16,-2 2-4-16,0 8-4 0,0 14-6 0,-1-2-5 15,-7 5-7-15,-2 3-5 0,-9-4-12 0,-6-1-7 16,1 2-9-16,-6-5 12 0,-6-2-8 0,-1-5-5 15,-4 0-2-15,-3-4-9 0,-9-4-17 0,-2-4-42 0,-5 2-49 16,-1-7-61 0,0-1-212-16,-9-8-357 0,0-1 158 0</inkml:trace>
  <inkml:trace contextRef="#ctx0" brushRef="#br1" timeOffset="140678.35">14904 12808 16 0,'0'0'136'0,"0"0"-10"0,-12 14-7 15,2-1-10-15,-4 9-12 0,-5 3-8 0,-8 15-4 16,-2 1-4-16,1 10-4 16,-4-2-8-16,5 4-4 0,3 2 3 0,2-1-6 15,6-1-6-15,4-3 3 0,5-3-8 0,6 0-12 16,5-12 1-16,6-3 7 0,6-1-7 0,6-2-1 16,17 5-2-16,3-5-9 0,9-3-45 0,7-6-85 15,-3-6-151-15,1-2-274 0,-1-9 122 16</inkml:trace>
  <inkml:trace contextRef="#ctx0" brushRef="#br1" timeOffset="145934.81">17910 13239 76 0,'0'0'204'0,"-7"-2"-5"16,7 2-7-16,0 0-7 0,-4-3-10 0,4 3-7 0,0 0-13 15,-5-2-9-15,5 2-10 0,0 0-8 0,0 0-7 16,0 0-11-16,0 0-8 0,0 0-14 0,0 0-4 0,0 0-8 16,0 0-11-16,0 0-5 0,0 0-5 15,0 0-5-15,0 0 2 0,0 0-14 0,0 0-4 16,-2-4-3-16,2 4-2 0,0 0-4 0,0 0-1 15,0 0-5-15,0 0-1 16,0 0 0-16,0 0-1 0,0 0 2 0,0 0 7 16,0 0 6-16,0 0-3 0,0 0-5 0,0 0-1 0,0 0 0 0,0 0-1 15,0 0-2-15,0 0 0 0,0 0-3 0,0 0-2 16,0 0 0-16,0 0-4 0,0 0 3 0,0 0 0 0,0 0-1 16,0 0 0-16,0 0 3 0,0 0-3 15,0 0 2-15,0 0-1 0,0 0-2 0,0 0 3 16,0 0-2-16,0 0-1 0,0 0 7 0,0 0-5 15,0 0-2-15,16-3 2 0,-3 0-4 0,6 1 2 16,8-2-2-16,5-1 2 0,1 2-8 0,2 0 3 16,2-4-3-16,2 3 2 0,-3-1-1 0,4 0-3 15,-7 2 4-15,3-2-2 0,-7 1 0 0,-2-2-1 16,-7 4-1-16,0 0 2 0,-8-1-4 0,0 1-6 16,-1 1-12-1,-3 1-23-15,-3-1-22 0,2 0-25 0,-7 1-38 0,7-4-36 16,-7 4-33-16,0 0-30 0,0 0-204 0,0 0-464 15,0 0 206-15</inkml:trace>
  <inkml:trace contextRef="#ctx0" brushRef="#br1" timeOffset="146191.79">18625 12963 300 0,'4'-12'325'0,"-3"7"-10"0,-1-2-11 16,4 2-12-16,-4 0-42 0,0 1-26 0,1 1-28 0,-1 3-20 0,4-4-32 15,-4 4-21-15,0 0-16 0,3 9-9 0,-2 3-12 16,0 5-8-16,2 7-14 0,-2 5 8 0,3 0-14 16,0 4-8-16,-2 2-6 0,2-1-25 0,0 2-35 15,0-1-46-15,-3 0-60 0,3-1-49 0,-4-3-83 16,-4-1-196-16,4-5-488 0,-1-9 216 0</inkml:trace>
  <inkml:trace contextRef="#ctx0" brushRef="#br1" timeOffset="147516.84">18648 12496 91 0,'3'-4'205'0,"-3"4"-9"0,0 0-16 16,0-5-13-16,0 5-18 0,-3-3-14 0,3 3-14 16,4-4-11-16,-4 4-12 0,0 0-10 0,14 7-10 15,-2-5-17-15,0 1-1 0,4 4-6 0,0 0-2 16,1 0-7-16,1-2-8 0,1 0-5 0,0 0-4 15,0 0-4-15,-2-1-4 16,2 1-3-16,-1-2-2 0,-4-1 0 0,-2-2-4 16,0 1 1-16,-3-1-4 0,2-3 1 15,-4 3 2-15,-1-3-3 0,1-2-2 0,-2 3 5 16,0-3 5-16,0 0 2 0,-1-1 7 0,-1 1-5 16,-1-1 5-16,1-1 6 0,-2 0-2 0,0 2 3 15,2 0 0-15,-2-2 12 0,0 2-3 0,1 4-1 16,-1-6-9-16,0 5 2 0,1-2-3 0,-2 4-1 0,3-3-4 0,-3 3-5 0,0-6-1 15,0 6-10-15,0 0-6 0,2-3-19 0,-2 3-19 16,0 0 3-16,0 0 5 0,1 17 1 0,-1-5 1 16,-1 6 5-16,-4 12-1 0,-1 2 6 0,-3 16-2 15,-1 3 3-15,-4 2 2 0,1 0-5 0,-1 5 10 16,0 0 1-16,-2 25-3 0,4-28-2 0,7 1 4 16,-4-1 5-16,4-1-2 15,1 1 0-15,-1-5 4 0,2 0 13 0,1-4-4 16,-5-13 0-16,6 1-2 0,-5-2 1 0,2-1 2 15,-1-2-3-15,1-2-5 0,0 0 0 0,-1-8 0 16,0 0 2-16,1-1-4 0,0-1 0 0,3 0 0 16,-3-1 1-16,-1-4 0 0,3-2 7 0,0-1-7 0,-2 4 1 0,2-5 2 15,-2 0-1-15,3-3-2 0,-3 5 2 16,1-5 1-16,2 1-4 0,0 0 5 0,0-1-2 16,-1-3-2-16,0 3-1 0,0-3 5 0,1 1-2 15,1-3 1-15,-1 5 0 0,1-5-3 0,-1 4 8 0,1-4 3 16,0 0 2-16,-2 4-2 0,2-4 5 0,0 0-2 15,-2 2-1-15,2-2 5 0,0 0 3 0,0 0 1 16,0 0-3-16,0 0 0 0,0 0 1 16,0 0-3-16,0 0-1 15,0 0 0-15,0 0 2 0,-2 4 4 0,2-4 8 16,0 0-4-16,0 0-1 0,0 0-1 0,0 0 1 16,0 0 0-16,0 0 2 0,0 0-3 0,0 0-2 15,0 0 2-15,0 0-5 0,0 0-3 0,0 0 2 16,0 0-2-16,0 0-1 0,0 0 10 0,0 0 3 0,0 0 0 15,0 0 1-15,0 0 1 0,0 0-6 0,0 0 0 16,0 0-1-16,0 0-4 0,0 0 1 0,0 0-4 0,0 0-1 16,0 0-1-16,0 0-3 0,0 0-2 0,0 0 5 0,0 0-9 0,0 0 7 15,0 0 6-15,0 0 11 0,0 0 3 0,0 0-1 16,0 0 0-16,0 0-3 0,0 0 5 0,0 0-6 16,0 0-3-16,0 0-1 0,0 0 3 0,0 0-5 15,7-10-1-15,-7 10-5 0,0 0-1 0,0 0-4 16,0 0 2-16,0 0-4 0,2-4 1 0,-2 4 2 15,0 0-9-15,0 0 19 0,0 0-16 0,0 0-6 16,0 0 3-16,0 0-5 0,0 0-2 0,0 0 0 16,0 0-3-16,-6-3 4 0,6 3-4 0,-22-2 5 15,3-1 0-15,-14 1 10 0,1-2-12 0,-4 1-2 16,2-2 4-16,-2 0-6 0,-2 2 6 0,-11-4-2 16,8 5 2-16,4-3 6 15,5 3-7-15,2 1-3 0,8-1 0 0,4 0-3 16,4 1-1-16,4-1-2 0,2 2-6 0,0-3-5 15,2 3-13-15,6 0-8 0,-9-1-2 0,9 1 1 16,-8 0 3-16,8 0 1 0,0 0 5 0,-5-1-1 16,5 1 4-16,0 0 3 0,0 0 5 0,0 0 3 0,0 0 0 0,0 0-3 15,0 0-9-15,0 0-10 0,0 0-13 16,0 0-12-16,0 0-31 0,0 0-43 0,0 0-66 0,0 0-248 16,0 0-493-16,0 0 219 0</inkml:trace>
  <inkml:trace contextRef="#ctx0" brushRef="#br1" timeOffset="149204.37">3808 13091 161 0,'3'-13'181'0,"-3"2"-3"0,1-1-10 16,2 3-15-16,-2-3-13 0,3 4-8 0,-3 2-8 15,2 0-9-15,-3 1-12 0,1 0-10 0,1 1-14 0,-2 1-17 16,0 3-26-16,0 0 5 0,0 0-9 0,7 12-4 0,-4 7-6 16,3 11-3-16,-6 22 4 0,0 7-7 0,-6 33-5 0,-3 0 13 15,-1-2-2-15,-6-1-4 0,1-4 0 0,-2-2-4 16,5 0 1-16,5-26-4 0,1 3 2 0,-3-3-16 0,5-2-3 16,-1-3 1-16,-2-4 2 0,4-13-3 0,-1-2 2 15,0 1-4-15,2-7 3 0,-2 2 6 16,1-9-1-1,2-1-4-15,1-3 1 0,-4 0 1 0,4-6 2 16,0-2 2-16,0 1-1 0,-1-4-1 0,1 4-1 16,-3-5 2-16,3-1 2 0,0-1 0 0,0-2-2 15,0 9-3-15,0-9 3 0,0 4 1 0,0-4-3 16,-1 4-1-16,1-4 3 0,0 0 1 0,0 0-1 16,-4 6 0-16,4-6 2 0,0 0 1 0,0 0 2 15,0 0-1-15,0 4-5 0,0-4-2 0,0 0 6 0,0 0 0 16,0 0 2-16,0 0-7 0,0 0 4 0,0 0 0 0,0 0-1 15,0 0 2-15,0 0-1 0,0 0-1 0,0 0 2 16,0 0-2-16,0 0 2 0,0 0-2 0,0 0-3 16,0 0 4-16,0 0-6 0,0 0 4 15,4 2 0-15,-4-2-3 0,0 0 3 0,0 0-2 16,0 0 3-16,0 0-2 0,0 0 2 0,0 0-5 0,0 0 0 0,0 0 2 16,0 0-6-16,0 0 6 0,0 0 1 0,0 0 2 15,0 0-7-15,0 0-3 0,0 0 8 0,0 0 3 16,0 0-2-16,0 0 1 0,0 0-5 0,0 0 3 15,0 0 1-15,0 0 6 0,0 0 4 0,0 0-5 16,0 0 3-16,9 2-4 0,1-4-5 0,7 1 5 16,5-3-5-16,13 0 7 15,6-3-4-15,11-1 2 0,1-2 4 0,2 3-1 16,-16 0-1-16,1 3-2 0,-3-2-1 0,-5 0 2 16,0 2 2-16,-4-1-5 0,-10 3 1 0,-1 0-2 15,-5 1 1-15,-3-1-1 0,-2 0-7 0,-1 1-16 16,-1-1-3-16,0 1-28 0,-5 1-32 0,4-4-52 15,-4 4-174-15,0 0-334 0,-14-4 148 0</inkml:trace>
  <inkml:trace contextRef="#ctx0" brushRef="#br1" timeOffset="149805.29">3869 13101 30 0,'-4'0'226'0,"4"0"-4"16,0 0-15-16,0 0-23 0,0 0-18 0,0 0-16 16,0 0-10-16,23-1-1 0,5-6-15 0,12 5-10 15,24-10-12-15,35 3-19 0,5-7-42 0,4 1-55 0,5 2-110 16,-11 1-175-16,4-5-323 0,-4-2 143 15</inkml:trace>
  <inkml:trace contextRef="#ctx0" brushRef="#br1" timeOffset="151263.38">19971 12839 54 0,'4'-7'222'15,"-2"1"-14"-15,1-2 1 0,-2 0-10 0,2-1-19 16,-2 1-15-16,-1 2-15 0,0-5-9 0,0 7-17 16,-1-5-11-16,-2 4-13 0,2-2-12 0,-3 2-10 15,0 0-7-15,-1 2-10 0,-4 1-7 0,0 2-5 16,-4 1-8-16,-2 3-3 0,-2 4-4 0,-2 1-9 15,-5 5-1-15,5 3-2 0,-2 4-4 0,1-1-2 16,0 3-2-16,4 0-1 0,-1 0-2 0,2 3-1 16,3 0-3-16,2 3 2 0,4-2-4 0,0-1 1 0,3-6 0 15,0 5 1-15,3-6-3 0,0-2 2 0,4-1 2 32,0-4-3-32,0-4 3 0,-1 3 2 0,3-5 16 15,1 1 20-15,1-3 13 0,4-3 12 0,-1-1 7 0,2-1-2 16,5-6 7-16,-1-2-1 0,0-3-7 0,0 1-3 15,5-7-7-15,-2-2-4 0,-6 6-12 0,5-5 11 16,-2-3-23-16,1 2 4 0,-5-2-4 16,1-2-5-16,-4 8-4 0,0-1-1 0,-1 2-3 15,-1-1-5-15,-4 5 1 0,1 4 2 0,-3-3-4 0,3 4-3 0,-3 2-6 16,0-2 0-16,-1 1-12 0,1 3-18 0,-2 2-3 16,0 0 6-16,0 0-1 0,0 0-1 0,-14 18 2 15,7-7 1-15,-3 3 5 0,1 0 1 0,0 6-3 0,2-4 2 16,-4 8 0-16,4-4 3 0,0 0-1 0,2-1 2 15,1 0 2-15,4-1 1 0,-1-2-1 16,2 1 4-16,3 2 2 0,1-5 2 0,7 1 2 0,2-3 0 0,5-2 1 31,9 0-1-31,5-2-18 0,0-3-30 0,2-1-36 0,-2-4-47 0,-1 0-65 16,3-7-70-16,-3 0-223 0,-2-1-525 0,0-5 233 16</inkml:trace>
  <inkml:trace contextRef="#ctx0" brushRef="#br1" timeOffset="152087.54">20504 12925 129 0,'3'-4'249'0,"-1"-1"-14"0,0-3-12 16,-1 4-9-16,3-2-6 0,-2 1-24 0,0 0-11 16,1 1-16-16,-1 1-12 0,0 0-11 0,0 1-17 15,-2 2-13-15,1-5-14 0,-1 5-18 0,0 0-9 0,0 0-12 0,0 0-6 16,9 10-7-16,-9 0 0 0,0 2-6 0,-5 3-6 16,1 9-5-16,-1 5 1 0,0-3 0 15,1 0-7-15,-5 1-1 0,3 1 0 0,1 0-3 16,0-2 0-16,0 1 0 0,-1-2-2 0,0-5 0 0,2-2-4 15,-1-1 2-15,1-2 0 0,3-3-1 0,-3-1 0 16,3-5 1-16,-2 3-4 0,2-4 4 0,0 0-2 0,1 0 2 31,-1-1 37-31,1-4 29 0,-3 5 31 0,3-5 31 0,0 0 27 0,0 3 23 16,0-3-5-16,0 0-14 0,0 0-18 0,8-17-19 16,-2 7-11-16,3-5-14 0,4-2-3 0,1-6-17 15,2 1-9-15,1 0-9 0,-2 1-7 0,2-3-5 16,1 3 2-16,-5 5-14 0,-2 1 1 0,1 2-7 15,-2 0-5-15,-1 3 0 0,0 0-5 0,-3 3-1 16,-1 2-5-16,-1-1-2 0,2 3 0 0,-3 0-7 16,0-1-3-16,-1 1 0 0,-2 3 1 0,4-5-14 15,-3 3-23-15,-1 2-26 0,0 0-17 0,0 0-18 16,4-5-9-16,-4 5 8 0,0 0 9 0,0 0 8 16,-9 13 2-16,3-4 11 0,-2 0 4 0,-2 1 10 15,2 0 0-15,-2 2 6 0,0-3 3 0,1 1 5 0,1-2-5 0,-2 0 10 16,2-2 7-16,6 1-4 0,-5-2 2 0,3 0 15 15,3-3-6-15,-3 1 3 0,2 1-1 0,-2-2 1 0,4-2 0 16,-2 4 4-16,2-4 6 0,-2 4 5 0,2-4 5 31,0 0 8-31,-4 1-3 0,4-1-8 0,0 0 6 0,0 0-1 0,0 0-4 16,0 6-8-16,0-6 8 0,0 0-8 16,0 0-3-16,0 0 3 0,3 5 1 0,-2 0 1 15,3 0-4-15,0 2-1 0,2 4 0 0,3 3 4 16,3 2-1-16,3 4 6 0,-1 2-2 0,7-1-4 15,-5 3-39-15,2 0-28 0,1-1-65 0,-2 1-92 16,-2-2-406-16,3-1-682 0,-6-6 302 0</inkml:trace>
  <inkml:trace contextRef="#ctx0" brushRef="#br1" timeOffset="154630.16">21523 13028 151 0,'-10'-2'189'16,"-1"2"-1"-16,4 0-3 0,1 2-7 0,6-2-17 15,-9-2-4-15,9 2-11 0,-8 0-6 0,8 0-7 16,-5-2-7-16,5 2-3 0,0 0-11 0,0 0-7 15,-5-2-11-15,5 2-1 0,0 0-12 0,0 0-4 16,0 0-2-16,0 0-9 16,1-6-5-16,-1 6-8 0,0 0-3 0,0 0-3 15,0 0-3-15,0 0 0 0,3-4-4 0,-3 4-3 0,0 0 2 0,0 0-2 16,0 0-3-16,0 0-2 0,0 0 0 0,0 0-3 16,0 0-1-16,0 0-3 0,0 0-2 15,0 0-4-15,0 0 1 0,0 0-3 0,0 0-1 0,0 0-1 16,1-3-4-16,-1 3-5 0,0 0 2 15,0 0 1-15,0 0 0 0,0 0-3 0,0 0 4 16,0 0-5-16,0 0-5 0,0 0 4 0,0 0 2 0,0 0-1 16,0 0 5-16,0 0-6 0,0 0-1 0,0 0-1 15,0 0 1-15,0 0-2 0,0 0 1 0,0 0-4 16,0 0 3-16,0 0 1 0,0 0 2 0,0 0-4 16,0 0-1-16,0 0 12 0,0 0-9 0,0 0-1 15,0 0 2-15,0 0-1 16,0 0 4-16,0 0-1 0,0 0 1 15,0 0-1-15,0 0-2 0,0 0 1 0,0 0 0 16,0 0-1-16,0 0 0 0,0 0 1 0,0 0-1 0,0 0-1 16,0 0-2-16,0 0-4 0,0 0 3 0,0 0-3 0,0 0 2 15,0 0 0-15,0 0-2 0,0 0 1 0,15 2 6 16,-2-2-3-16,15 0-1 0,8 0 9 0,18-2-4 16,7 2-8-16,3 0 14 0,31 0-14 0,-1 0 2 0,-3-3-1 15,6-1 3-15,-3 4-1 0,1-2-1 16,-31 2 0-16,0-2 2 0,-3 2 0 0,-5-1 0 15,-17-1 0-15,-5-1 11 0,-4 1-9 0,-9 0-3 16,-5 1 3-16,-2-1 0 0,-3 1 1 0,-2 1-1 0,-6-4-2 16,-1 4-5-16,-2 0-2 0,0 0-33 0,-14-3-24 15,1 3-34-15,-6 0-44 0,-1 3-58 0,-3-3-292 0,0 4-532 16,2-1 236-16</inkml:trace>
  <inkml:trace contextRef="#ctx0" brushRef="#br1" timeOffset="160602.57">22246 12707 19 0,'-1'-7'234'0,"1"1"-3"16,1 0-7-16,-1 2-15 0,0 0-13 0,2 0-26 16,-2 4-20-16,0-5-18 0,0 5-28 0,0 0-9 15,0 0-14-15,1 18-9 0,-1 0-5 0,-1 7-6 16,-2 6-12-16,2 3-2 0,-2 1-3 0,3 12-5 15,0 1-9-15,-2-11 6 0,-3 10-6 0,4 2-2 16,-3-15-2-16,-3 16-28 0,5-15-21 0,-6 13-43 16,-3-3-49-16,2-11-86 0,-2-6-128 0,0-1-354 15,-2-4 157-15</inkml:trace>
  <inkml:trace contextRef="#ctx0" brushRef="#br1" timeOffset="161658.28">23333 12532 97 0,'1'-6'185'0,"1"-1"-17"16,2 2-13-16,3-3-17 0,2 3-5 0,3-4-13 0,5 6-9 16,1-2-10-16,2 0-6 0,1 1-11 0,1 4-6 15,6 0-7-15,0 2-9 0,-7 6-2 0,5-1-5 16,-2 6-3-16,-1 1-10 0,-1 4 2 0,-8 4-12 15,3-2 1-15,-7 4-3 0,-2 0-8 0,-4 4-3 16,-3 1-1-16,-6-1-2 0,0 1 2 0,-6 0-11 0,-8 1 4 16,-8 10 1-16,3-11-3 0,-8 5-2 0,-6-3 1 15,8-7-4-15,0-2-1 0,-1-4 3 0,4 0-1 16,4-5-5-16,-2-1 1 0,5-3 4 0,6-1 0 16,0-3-2-16,3 0 3 0,1-1 15 0,2-1 37 15,3-2 24-15,0 2 19 0,0-2 20 0,5-1 8 16,0 0 11-16,-12-5-9 0,11 1 2 0,1-2-7 0,1-1-20 0,4-3-10 15,5-6-14-15,5 1-10 0,0 3-7 0,-2 0-6 16,2 1-5-16,-2 2-11 0,-4 2-5 0,2 2-5 31,-1 0 12-31,-1 0-28 0,4 5 4 0,-4 0-10 0,5 0-3 0,-4 4 2 16,3 1-4-16,4 1-5 0,-2 5 15 0,2 0-17 16,-2 1 1-16,0 2 0 0,0-2 1 0,2 1-1 15,6 3 2-15,-10-4 3 0,2-1-5 0,-3-5-6 16,-2 2 5-16,9-3 2 0,-6-2 2 0,8-2 6 15,-4-5-7-15,1-1 0 0,1-4 9 16,-1 1-13-16,0-4 1 0,-3 2 3 0,0-4-2 0,1 1 1 16,-6-2-3-16,3 1-5 0,1-3 4 0,-5 3-5 15,5-1-3-15,-6 6-2 0,0 0-15 0,-2 1-22 16,-2 4-43-16,0 0-64 0,-2 0-91 0,1 3-313 0,-3 1-608 16,5-1 269-16</inkml:trace>
  <inkml:trace contextRef="#ctx0" brushRef="#br1" timeOffset="170678.29">24807 12301 81 0,'3'-5'215'0,"-2"0"-10"16,1 0-11-16,2 0-7 0,-2-1-1 0,-1 1 2 15,0 1-8-15,2 2-12 0,-2-4-13 0,0 2-8 16,1 0-14-16,-2 4-13 0,2-5-10 0,0 3-17 15,-2 2-12-15,0 0-24 0,-2-6-23 0,2 6-17 16,0 0-9-16,-10 15-1 0,-5 4 3 0,-7 9-4 16,-11 14 1-16,-6 3-5 0,1 3 3 0,-12 23-11 15,20-23 2-15,3 0-1 0,3 2-1 0,4-1 4 16,5-3 1-16,10-10-3 0,2 0-3 0,7 1-5 16,6 9-5-16,7-3-12 15,2-10-17-15,13 4-32 0,10-8-57 0,8-6-78 16,6-6-126-16,9-6-366 0,1-4 161 0</inkml:trace>
  <inkml:trace contextRef="#ctx0" brushRef="#br1" timeOffset="171411.06">25209 12404 12 0,'5'-9'227'0,"-3"-1"-27"0,1 1-12 15,1 1-14-15,-2 0-13 0,-1 2-10 0,2-1-9 16,0 1-9-16,-1 2-20 0,-1 1-10 0,1 0-21 16,-2 3-17-16,0 0-6 0,0 0-5 0,2 10-9 15,-3 3-4-15,-3 4-3 0,-1 10-5 0,-4 4-9 16,1 0 5-16,-3 3-4 0,-3 12-4 0,1-12-8 0,4-3 5 0,0 3-6 15,-1-2-5-15,2-3 5 0,3-1-1 0,-3-3 0 16,3-6-9-16,2 0 6 0,0-4 0 0,3-3-5 16,-3-3 5-16,2-2 0 0,1 1 1 0,0-3 4 15,0-2 33-15,0 2 32 0,-2-1 40 16,2-4 23-16,2 5 21 0,-2-5-3 0,0 0-22 0,0 0 8 16,19-16-26-16,-6 5-13 15,2-4-13-15,2-3-10 0,2-4-9 16,3-5-5-16,0 2-11 0,1-1-9 0,0-1 1 15,0 1-6-15,-2-3 8 0,-1 5-4 0,-3 1-17 0,-1 1-7 16,-6 5-3-16,4 3 0 0,-5 0 0 0,-3 4 5 16,1 1-7-16,-3 4-4 0,-1-3-5 0,0 4 2 0,1 2-11 15,-2-5 1-15,4 4-19 0,-5 1-23 0,-1 2-7 16,0 0 4-16,0 0 1 0,-7 14 6 0,1-1 0 0,-4 1 14 16,-9 8-3-16,1 1 1 0,-3 0 0 15,2 1 5-15,-3-3 5 0,3 0-1 0,1 0 3 16,0-3-1-16,6-4 0 0,3-3 4 0,1-3 3 15,-1 1-2-15,3-2 0 0,1 0 0 0,2-3 1 16,-1 0 0-16,2-1 1 0,0 2 3 0,2-1-1 0,0-1 2 16,4 0 2-16,1 1-2 0,3 0 6 0,5 0-5 0,1 2 0 15,4-2 1-15,4 2-3 0,-3-1 2 0,10 1 0 16,-1 1-25-16,0-1-27 0,2-1-41 0,-1 5-51 16,0-4-72-16,-1 0-91 0,-2-1-183 0,-3-1-529 15,-3-2 234-15</inkml:trace>
  <inkml:trace contextRef="#ctx0" brushRef="#br1" timeOffset="171880.75">26028 12651 57 0,'-8'0'91'0,"3"3"-4"0,-3-3-10 0,3 1-7 16,0 0 6-1,-1 1-11-15,0-1 5 0,6-1 4 0,-5 1 3 16,5-1-6-16,-5 1 9 0,5-1-4 0,0 0 3 0,0 0 4 15,0 0 2-15,-9 0-5 0,9 0 0 16,0 0-2-16,0 0 1 0,0 0 1 0,0 0-9 16,0 0-6-16,0 0 2 0,0 0-9 0,0 0 1 0,0 0 0 0,0 0 2 15,0 0 4-15,0 0 1 0,0 0 4 0,0 0-1 16,0 0-3-16,0 0 8 0,0 0-14 0,0 0-9 16,0 0-1-16,27-6-7 0,-5 5-5 0,7-4 3 15,3 0-10-15,5 2-3 0,0-1-5 0,20-2-3 16,-4 1 0-16,1 1-1 0,-14 2-1 0,-5-2-3 15,-1 0-5-15,-4 1 0 0,0-1 1 0,-10 4-6 16,-1-2-10-16,-7 0-11 0,-2 1-16 0,-1-1-11 16,-4 2-15-16,-1-2-42 0,-4 2-31 0,0 0-24 0,0 0-14 0,-14-7-23 15,0 5-152-15,-5-2-370 0,1 2 163 0</inkml:trace>
  <inkml:trace contextRef="#ctx0" brushRef="#br1" timeOffset="172112.26">26209 12511 127 0,'-2'-10'191'0,"2"-2"3"0,2 0 3 16,-1 1 0-16,3 0 3 0,-3 2 1 0,3 0-3 15,-2 2 0-15,0 1-11 0,-2 1-12 0,4 0-15 16,-3-1-20-16,2 2-10 0,-2 2-15 0,-1 2-20 16,0-4-20-16,0 4-19 0,0 0-5 0,5 9-5 15,-5-2-4-15,-1 4-5 0,-3 5-6 0,4 5 0 16,0 6-5-16,-4 0-5 0,4 1-3 0,-1-1-4 0,1 1 0 15,1-2-17-15,3 3-25 0,-4-6-22 0,4 2-34 0,-3-7-14 16,3 0-16-16,1-1-34 0,-1-2-53 0,-3-5-207 16,4 2-440-16,3-4 196 0</inkml:trace>
  <inkml:trace contextRef="#ctx0" brushRef="#br1" timeOffset="172698.12">26817 12475 244 0,'3'-4'269'0,"-1"1"-17"0,-2-2-17 16,0 5-23-16,4-5-20 0,-4 5-20 0,1-3-21 15,-1 3-16-15,4-1-22 0,-4 1-14 0,0 0-11 16,0 0-12-16,6 8-8 0,-4 0-12 0,1-2-3 16,-1 7-6-16,-2-3-6 15,2 2-4-15,0 5-2 0,-2 0-6 0,-2 2-5 16,0 0 0-16,2-1 2 0,-5 2-7 0,5-2-1 16,-4-1-2-16,4-5 5 0,-4 0-8 0,4-3-5 15,-2-1 7-15,2-2-5 0,-2 0 0 0,2-1 0 16,-1-3 6-16,1-2 23 0,0 6 27 0,0-6 3 15,0 0 3-15,0 0-16 0,14-8-5 0,-6 1-4 16,3-3-4-16,2-2-4 0,4-1-9 0,-3-1-2 0,5-5 2 0,3 0 5 16,-3-2-16-16,-6 8-1 0,0-2-1 0,-3 8-5 0,-1-4 1 15,-3 5 0-15,-1 1-5 0,0 0 1 0,-1 1-5 0,1 1-5 16,0 1-12-16,-1 1 3 0,-4 1 4 0,0 0-2 16,9 8 0-16,-9-3 1 0,1 2-4 0,2 3 3 15,-2 0 0-15,-1 2-1 0,0-2-7 16,4 1 1-16,-4-1-4 0,0 2 3 0,0-7-8 15,0 5 1-15,0-5 2 0,3-1 3 0,-3 1 7 0,2-2-1 16,-2-1 15-16,0-2 0 0,0 0 0 0,9-1 0 16,-9 1 2-16,14-9-2 0,-4 4 0 15,-1-2 1-15,2-1-2 0,0 3 2 0,-1-4-4 16,1 2 1-16,-1 1 2 0,0 0 0 0,0 1-2 0,-1 0-2 16,3 1 0-1,2 0-1-15,-2 1 1 0,0 2-4 0,3 1-12 16,-2 0-19-16,1 3-25 0,5 1-40 0,3-1-66 15,-3 2-69-15,-1-2-215 0,3 1-487 0,-2-1 216 16</inkml:trace>
  <inkml:trace contextRef="#ctx0" brushRef="#br1" timeOffset="173152.13">27750 12587 113 0,'0'0'156'0,"-9"0"-11"0,9 0-14 16,0 0-16-16,0 0-10 0,0 0-8 0,-5-1-13 16,5 1-13-16,0 0 1 0,0 0-12 0,0 0-10 15,0 0 1-15,-7 2-4 0,7-2-3 0,0 0-8 16,0 0-6-16,0 0-5 0,0 0 3 0,0 0-2 15,0 0-6-15,0 0-4 0,0 0 5 0,-2 3-8 16,2-3 2-16,0 0-4 0,0 0 0 0,0 0 2 0,0 0-2 0,0 0-4 16,0 0-5-1,0 0 7-15,0 0-8 0,0 0 9 0,0 0-8 0,0 0 13 0,-4 2 7 16,4-2 3-16,0 0 10 0,0 0 11 16,0 0 10-16,0 0 5 0,0 0 13 0,0 0-1 15,0 0-8-15,22-2-3 0,-8 2 0 0,5-3-2 16,9 1-3-16,2-2-1 0,6 1-2 0,-2 0-4 0,6-1-1 0,-1-1-1 0,-2 0-9 15,-1 3 0-15,-3-3-6 0,-4 2 0 0,-3-1-5 16,-4 3-3-16,-8-2-5 0,1 1 3 0,-3 0-2 16,-2-1-5-16,-2 2-6 0,-3 0-11 0,0-2-23 15,-1 1-22-15,-4 2-39 0,0 0-33 0,0-3-22 0,0 3-25 16,0 0-57-16,-12-4-129 0,12 4-380 16,-9-1 168-16</inkml:trace>
  <inkml:trace contextRef="#ctx0" brushRef="#br1" timeOffset="173507.03">28289 12416 143 0,'3'-6'299'0,"1"-3"-8"0,-2 2 0 0,0 0-19 15,0 0-14-15,1 2-22 0,-2-1-21 0,3 2-25 16,-2 0-15-16,0 1-20 0,-2 3-19 0,2-3-21 15,-2 3-21-15,0 0-10 0,0 0-12 0,5 11-7 16,-2-2-6-16,-2 2-11 0,-1 5-3 0,1 1 3 16,-1 2-14-16,-1 1-5 15,0 6-1-15,0-2-2 0,-1 1 0 0,2-6 6 16,-2-1-15-16,0 0-2 0,2-1-3 16,-1-2 26-16,1-5-3 0,0 2-4 0,0 0-2 15,-1-6-2-15,1 2-4 0,-1-1-2 0,1-2 4 0,0 0-5 16,0-1-1-16,0 0-1 0,0-4-2 0,-2 5 5 15,2-5-5-15,0 4-4 0,0-4 2 0,-1 3-5 16,1-3 0-16,0 0 0 0,0 0-11 0,0 0-13 0,0 0-24 16,0 0-32-16,0 0-41 15,0 0-92-15,-6-16-137 0,5 7-179 0,-2-3-563 16,3-5 249-16</inkml:trace>
  <inkml:trace contextRef="#ctx0" brushRef="#br1" timeOffset="173753.13">28457 12068 183 0,'14'1'188'0,"3"6"-5"16,7 4-11-16,1 4-1 0,2 8-6 0,1 5-16 16,9 11-1-16,-3 5-10 15,-4 6-11-15,-3 3-12 0,-5 1-4 0,-9 1-15 16,-10 2-11-16,-4-2-6 0,-8-5-7 0,-4 1-10 15,-6-7-6-15,-4 0-7 0,-5-4-3 0,-4-4-4 16,-8-4-4-16,0-5-4 0,-4 0-3 0,1-4-3 16,-6 1-9-16,-1-4-33 0,4-1-52 0,-6-1-65 0,-3-4-86 15,-8-2-144-15,3-7-389 0,7-7 173 0</inkml:trace>
  <inkml:trace contextRef="#ctx0" brushRef="#br1" timeOffset="174655.18">29525 12257 181 0,'1'-7'183'0,"-1"0"-4"0,0 0-15 0,0 1-17 16,0-1-16-16,-2 2-4 0,-6 1-20 0,4 0-12 16,-5 0-10-16,0 3-9 15,-5 0-6-15,-4 3-9 0,-1 2-3 0,-6 5-2 16,-1 5-4-16,4 1-11 0,-3 6-2 0,1 1-4 16,-1 0 0-16,2 4-6 0,5 0-1 0,-1 1-5 15,3 0 2-15,0 0-6 0,7-1-1 0,2 0-2 16,0-2 0-16,6-6 0 0,2-1-5 0,2-2 5 15,3-3-6-15,2 2 3 0,0-4 2 0,4-2 18 16,2-2 21-16,5-3 1 0,2-1 3 0,1-2 0 0,1-2-2 0,3-6 0 16,3-4 1-1,-4 0 5-15,-2-1 3 0,0-3-6 0,-4-3-6 16,-1-1-4-16,1-4-3 0,-2 0-4 0,2 0-3 0,-1-3-3 16,-4-1-6-16,-1 1 2 0,-2-1 5 0,0 7 7 15,-5 4 2-15,2 1 4 0,-4 6-2 0,-2 0-5 16,1 5-4-16,-1-2-9 0,1 2-24 15,-2 1-9-15,-1 4-2 0,0 0 1 0,0 0 1 16,1 17 1-16,1 0-1 0,0 2 0 0,-2 1 4 0,4 5 1 16,2 0-5-16,-1 1 6 0,7 2-4 0,-3-4-3 15,5 2-9-15,0 0-14 0,0-1-30 16,0-4-24-16,0-1-37 0,-1-4-78 0,-3-3-295 16,6-4-531-16,-7-2 235 0</inkml:trace>
  <inkml:trace contextRef="#ctx0" brushRef="#br1" timeOffset="175242.14">29938 12395 262 0,'0'-7'266'0,"1"4"-9"0,-1-2-19 16,3 0-15-16,-3 1-19 0,0 4-21 0,1-5-20 15,0 0-17-15,-1 5-19 0,0-2-17 16,0 2-17-16,0 0-9 0,0 0-10 0,5 12-9 0,-5-1-9 16,-1 1-4-1,-3 4-5-15,2 0-8 0,-5 4-3 0,3 5 1 16,-1-7-3-16,0 7-8 0,1-1-4 0,-5-3 0 16,4 2-1-16,0-5-4 0,1 2-4 0,0-3 3 15,1 1-2-15,0-7 2 0,-1 1-6 0,3-2 0 16,-3-3 0-16,4-2-2 0,0 2 1 0,-2-2-1 15,0-1 6-15,2 0 26 0,0-4 32 0,0 6 35 16,0-6 29-16,0 0 2 0,0 0-14 0,0 0-10 0,8-11-14 0,-3 5-8 16,5-5-12-1,-1-1-7-15,5-3-8 0,-1-1-7 0,1-6-4 0,4 1-12 16,-1 2 3-16,-5 4 3 0,0 1-25 0,-1-2 22 16,1 3-19-16,-2 0-4 0,-2 2-1 0,0 4-2 15,-3-3-5-15,0 7-14 0,-1-1-1 0,1-3 15 16,-2 2 0-16,-1 2-3 0,0 2-8 0,2-2-4 15,-4 3 2-15,1-5-17 0,-1 5-17 0,0 0-3 16,0 0 9-16,0 0-1 0,0 0 11 0,-10 12-8 16,0-3 0-16,-1 0 7 0,-6 6 1 0,3-2-2 15,-3 1 4-15,3-1 3 0,-1 3 0 0,2-4 2 16,0-1-3-16,6-2 3 0,0 0 0 0,1-4 2 16,-1 2-1-16,2-2-2 0,3-2 11 0,-1 1-3 15,2 0-3-15,-3-3 2 0,2 4-1 0,2-5 2 0,-2 3 3 0,2-3 7 16,4 4-10-16,1 1 5 0,0-2-1 15,3 1-2-15,-2-1 4 0,5 4 1 0,3-3-21 0,0 4-30 16,1 0-36-16,-1 1-35 0,1-1-50 0,1 3-66 16,0-1-107-1,-4-4-200-15,3 3-586 0,-1-6 260 0</inkml:trace>
  <inkml:trace contextRef="#ctx0" brushRef="#br1" timeOffset="175529.13">30313 12668 48 0,'-8'-2'202'0,"8"2"-14"0,0 0-14 0,0 0-12 0,0 0-16 16,0 0-13-1,0 0-8-15,23 2-13 0,-12-4-13 0,3 2-10 0,3 0-10 0,2 0-11 16,3-1-5-16,-3 1-31 0,3 0-49 16,0-2-65-16,-1 0-189 0,-3 0-292 0,2-1 129 15</inkml:trace>
  <inkml:trace contextRef="#ctx0" brushRef="#br1" timeOffset="175804">30716 12505 76 0,'1'-4'340'0,"-1"-1"-20"0,0 1-17 0,0 4-20 0,0-5-32 16,0 5-22-16,2-3-26 0,-2 3-21 0,0 0-29 15,0 0-33-15,0 0-17 0,0 0-13 0,0 0-11 16,3 17-10-16,-3-7-9 0,-2 6-5 0,1 2-7 16,-3 7-8-16,0 1-4 15,0 0-5-15,0-2 4 0,0 1-6 0,2-4-7 16,-3-2 2-16,1 0-3 0,0-1-5 0,0 0-16 16,2-2-14-16,-2-1-17 0,1-2-20 0,2-2-28 15,0-2-24-15,0-1-24 0,-2 1-32 0,3-6-35 16,-1 4-39-16,-1-2-139 0,0-3-402 0,2-2 179 15</inkml:trace>
  <inkml:trace contextRef="#ctx0" brushRef="#br1" timeOffset="176304.68">31331 12227 180 0,'0'0'250'0,"0"-4"-7"0,0 4-13 16,1-4-8-1,-1 4-13-15,0 0-12 0,3-3-15 0,-3 3-15 16,0 0-13-16,2-3-13 0,-2 3-15 0,6-3-14 0,-6 3-15 16,13 1-9-16,1-1-5 0,0 2-24 15,7 0-17-15,4-1-28 0,-3 1-32 0,6-1-32 16,-8 2-44-16,2-2-47 0,5 1-58 0,-8-4-184 15,2 1-414-15,-5 1 183 0</inkml:trace>
  <inkml:trace contextRef="#ctx0" brushRef="#br1" timeOffset="176497.31">31402 12320 230 0,'-2'2'243'0,"2"-2"-18"0,0 0-17 16,11 3-22-16,-1-2-17 0,8 2-17 0,3 2-17 0,12-2-12 0,1-1-21 31,3 1-28-31,2 3-38 0,-2-1-52 0,-4 0-56 0,3-4-70 0,-4 1-134 16,-3-2-298-16,0 2 131 0</inkml:trace>
  <inkml:trace contextRef="#ctx0" brushRef="#br1" timeOffset="176890.28">32189 12100 34 0,'-1'-3'193'0,"1"3"-18"16,-1-6-14-16,1 6-19 0,-1-5-18 0,1 5-10 0,0 0-12 0,-3-1-14 15,3 1-15-15,0 0 4 0,-14 2-7 0,5 3-13 16,-1 1-3-16,-6 5-12 0,4 0-5 0,-4 1 0 16,-3 7-1-16,0 1 7 15,6-5-7-15,-3 4 3 0,7-1-2 0,2 0-6 0,-1-1 3 0,5 1 3 16,0-1-9-16,7 0 2 0,0 0 3 16,2-1 13-16,6 0 4 0,2-4 2 0,2-1 10 15,6-5-9-15,9 3-2 0,-2-6 1 0,3-6-3 16,-2-2-6-16,1-2 2 0,-4-2-7 0,1-1-1 15,-5-8 0-15,-7 5-6 0,0-7-5 0,0-4 3 16,-5-1-9-16,-3 2-3 0,-4-2-2 0,-6 5-7 16,0-6 0-16,-6 4-5 0,-6-2 10 0,1 8-13 15,-10-2-7-15,-3 2-10 0,-6 4-36 0,-2 2-26 0,-5 4-51 0,-11 2-51 16,-1 7-200-16,16 3-412 0,3 2 183 0</inkml:trace>
  <inkml:trace contextRef="#ctx0" brushRef="#br1" timeOffset="177982.62">31327 13537 109 0,'5'-10'220'0,"0"0"-5"0,-2 4-13 0,0 0-15 16,0 1-17-16,1 1-20 0,-3 1-15 0,2 0-17 15,-3 3-25-15,3-2-20 0,-3 2-7 0,0 0-11 16,7 11-7-16,-7 0-3 0,0 1-5 0,-1 5-8 15,-3 10-1-15,0 0-4 0,-1-1 0 0,-2 3-4 16,-3 0 1-16,2-2-7 0,2 3-3 0,0 3 4 16,-1-4-5-16,2-5 1 0,3 0-4 0,0-5 1 15,0-2 0-15,2 0-4 0,-3-5 3 0,3-3-4 16,2 2 2-16,-2-2 7 0,-2-4 28 0,2-2 23 16,0 3 36-16,2-3 35 0,-2-3 30 0,0 3 24 15,0-3-8-15,0 0-21 0,12-10-17 0,-3 3-13 0,3 0-13 0,-1-5-12 16,6-1-9-16,3-4-7 0,0-4-13 0,5 0-8 15,-5-2-12-15,2 1-3 0,1 1-1 0,-1 1-8 16,-5 6-3-16,-2-2-8 0,-2 3-4 0,-1 5-3 16,-4-1-3-1,-1 1-5-15,1 1-3 0,-1 2-3 0,-3 0-4 0,1 1 5 0,-3 1 0 16,2-2-5-16,0 3 4 0,-3-1-9 16,-1 3-2-16,5-4-19 0,-5 4-17 0,4-3-8 15,-4 3 3-15,0 0 0 0,0 0 2 0,0 0 3 16,-20 10 2-16,11-5 7 0,-3 0 4 15,-2 4 6-15,3-3-8 0,-1-1 6 0,3 0-1 0,-1 0 5 16,1 1-3-16,4-3 5 0,0 1 6 0,0-1-6 16,0-1 8-16,0 0-12 0,0 2 9 0,5-4-1 15,-7 1 0-15,7-1-1 0,-4 3-1 0,4-3 1 0,0 4-2 16,0-4-1-16,0 0-2 0,0 0 0 0,0 0 0 0,-1 7 2 16,2-4 5-16,2 1-7 0,-2 4 15 0,4 0-9 15,-1 1-1-15,7 6 3 0,-3 1-1 0,1 0 0 16,0 2 0-16,4 7 8 0,-4-8-23 15,5 5-15-15,-1 2-31 0,-6-7-37 0,4 2-42 16,1 5-46 0,-4-6-88-16,-2 0-255 0,2-4-578 0,-2 1 256 0</inkml:trace>
  <inkml:trace contextRef="#ctx0" brushRef="#br1" timeOffset="178762.65">31843 13532 86 0,'-4'-3'176'15,"4"3"-13"-15,0 0-18 0,0 0-15 0,0 0-18 0,0 0-9 16,0 0-13-16,18 8-4 0,-9-1-9 0,0 0-7 16,1 5-10-16,7 1-9 0,-4-2-3 0,6 8-4 15,1-1-5-15,-4-4-6 0,-1-1 2 0,5 8-7 0,-6-9-2 16,4 1-7-16,-4-1-5 0,4 0-2 0,-4-3 2 15,0 0-10-15,-1-1 3 0,-3-4 4 0,-1 0-9 16,0 0 1 0,-2-4 12-16,0 0 2 0,1 0 20 0,0 0 9 15,-2-3 7-15,0 1 5 0,0-2 8 0,-1 1 6 0,1 2 14 0,0-5-2 16,-3 3 2-16,0 0 5 0,0-1-13 0,0 3-7 16,-2-3-9-16,-1 4-5 0,5-4-8 0,-5 4-5 15,5 0-10-15,-5 0-28 0,0 0 1 0,0 0-3 16,-2 9-3-16,-7 0 3 0,3 2-2 0,-12 11 1 15,-4 4-2-15,-2 3 1 0,-10 7 1 0,-3 1-6 16,2-1 2-16,10-10 3 0,-2 1 9 0,4 0-12 16,0-4 1-16,4 5 3 0,1-9-2 0,4 0 1 15,4-4-4-15,2-2 28 0,-1-2 0 0,3-4-2 16,2 1-5-16,-1-1 0 0,1-3 1 0,0 1 8 16,3-1 24-16,-3-3 13 0,4-1 28 0,0 5 20 15,-2-1 16-15,2-4-4 16,0 0 8-16,0 0-1 0,-3 4-3 0,3-4-7 15,0 0-17-15,-3 2-20 0,3-2 3 16,0 0-8-16,0 0-2 0,0 0-16 0,0 0-1 16,0 0-9-16,0 0-4 0,0 0-11 0,0 0-13 0,0 0-29 0,0 0-37 0,0 0-15 15,0 0-25-15,0 0-25 0,0 0-33 0,0 0-29 16,0 0-30-16,0 0-31 0,0 0-401 16,0 0-683-16,10-12 302 0</inkml:trace>
  <inkml:trace contextRef="#ctx0" brushRef="#br1" timeOffset="179179.84">32447 13982 90 0,'2'-5'252'0,"-2"5"-25"0,0 0-25 0,0 0-21 0,0 0-23 0,0 0-28 15,0 0-10-15,0 0-17 0,-15 12-9 0,4 0-13 0,-3 3-5 16,-6 4-7-16,-1 2-8 0,-2 4-4 16,0-1-7-16,-1 0-5 0,-2 1-3 0,8-1-8 15,-1-2-9-15,-1-1 2 0,7-6-3 0,-5 4 1 16,7-4-3-16,-2 1-7 0,3-5 1 0,3-1-4 15,1-3 0-15,0 0 1 0,-1-2 0 0,5-1 0 0,-1 0 5 16,-1 0 24-16,4-1 20 0,-1 1 18 0,1-4 23 16,-3 2 17-16,3-2 7 0,-2 3 0 0,2-3-1 15,0 0-5-15,-3 4-10 0,3-4-7 0,0 0-13 16,0 0 3-16,0 0-17 0,0 0-8 0,0 0-8 16,0 0 5-16,-4 2-19 0,4-2-15 0,0 0-26 15,0 0-29-15,0 0-42 16,0 0-44-16,0 0-35 0,0 0-43 0,0 0-388 15,16-18-622-15,-10 10 276 0</inkml:trace>
  <inkml:trace contextRef="#ctx0" brushRef="#br1" timeOffset="180281.74">32902 13465 25 0,'0'0'74'0,"0"0"-5"0,0 0-1 0,0 0-16 15,0 0 0-15,0 0-4 0,0 0 1 0,0 0-11 16,0 0 3-16,0 0-6 0,0 0 1 0,0 0-6 0,0 0-3 16,0 0 1-16,0 0 1 0,0 0-3 0,0 0 0 0,0 0 9 15,0 0-8-15,0 0 9 0,0 0-2 0,0 0 7 16,0 0 9-16,0 0 5 0,0 0 3 0,0 0 9 16,0 0-1-16,0 0-1 0,0 0 0 0,0 0 4 15,0 0 6-15,0 0 5 0,0 0 0 0,0 0-3 16,0 0 0-16,0 0 2 0,0 0 3 15,0 0-3-15,0 0-1 0,0 0-6 0,5-22-3 0,-5 22-7 0,0 0-3 16,0 0-14-16,0 0-2 0,0 0-19 0,0 0-10 16,0 0-5-16,0 0-4 0,0 0 0 0,0 0-5 15,-1 51 1-15,-3-24 0 0,0-1 1 0,-1 4 2 16,0-1 1-16,-1 1-1 0,1 0 3 0,-2 3-6 16,3-7 5-16,2 3 0 0,-1 0-5 0,0-5 9 15,0-8-8-15,1 2 1 16,0-1-1-16,0-4 0 0,2-4 4 0,-3 1-5 15,3-10 1-15,0 14 1 0,0-14 3 0,0 0-1 0,-1 13 1 0,1-13 2 16,0 0 0-16,0 9 2 0,0-9-2 0,-1 0-3 16,1 0 4-1,0 0-5-15,0 0 0 0,0 0-9 0,0 0-17 0,-3-14-5 16,3 8-34-16,-3 1-35 0,1 1-39 0,1-5-52 16,-3 4-171-16,1-7-387 0,-1 7 172 0</inkml:trace>
  <inkml:trace contextRef="#ctx0" brushRef="#br1" timeOffset="180561.18">32930 13372 188 0,'0'0'207'15,"0"0"-19"-15,0 0-24 0,0 0-19 0,0 0-15 16,0 0-17-16,0 0-8 0,0 0-7 0,0 0-13 16,-24 42-3-16,14-26-16 0,-7 10-6 0,-1-1-16 15,-3 1-5-15,-1-1-36 0,-2-1-32 0,2 4-59 16,-5 0-179-16,4-5-289 0,-4 0 128 0</inkml:trace>
  <inkml:trace contextRef="#ctx0" brushRef="#br1" timeOffset="180929.84">32718 13938 5 0,'0'0'220'0,"0"0"-8"15,0 0-2 1,0 0-5-16,0 0-5 0,0 0-5 0,0 0-4 0,0 0-9 16,0 0-13-16,0 0-18 0,0 0-15 0,25 3-16 15,-25-3-6-15,52 5-18 0,-15-3-32 0,14 5-63 16,0 0-89-16,-14-4-310 0,17 0-430 0,-17-6 191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42:02.10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3681 3280 45 0,'0'0'176'0,"0"0"1"0,0 0-6 0,0 0-6 0,0 0-6 15,0 0-6-15,0 0-7 0,0 0-5 0,-4-3-13 16,4 3-8-16,0 0-9 0,0 0-7 0,0 0-10 16,0 0-8-16,0 0-6 0,0 0-9 0,0 0-4 15,0 0-11-15,0 0-2 0,0 0-5 16,0 0-1-16,0 0-7 0,0 0-3 0,0 0 5 15,0 0 1-15,0 0 2 0,0 0-1 0,0 0 1 16,0 0-4-16,0 0-4 0,0 0-6 0,0 0-3 0,0 0-5 16,0 0-2-16,0 0-2 0,18-2-2 0,-5-1-1 0,6-1 2 15,2-1-7-15,8 1 0 0,-1-1 0 0,0-1-1 16,-8 2-2-16,10 1 0 0,-13-1 0 0,3-1-2 16,-7 3-2-16,-3 0 1 0,-4 0 0 0,2 2-3 15,-2 0 3-15,1-1-1 0,-7 1-2 0,7-1 1 16,-7 1-5-16,0 0-14 0,0 0-18 0,0 0-29 15,11-2-29 1,-11 2-39-16,0 0-43 0,0 0-58 0,0 0-161 0,0 0-423 16,0 0 187-16</inkml:trace>
  <inkml:trace contextRef="#ctx0" brushRef="#br0" timeOffset="838.57">3723 3232 92 0,'0'0'153'0,"-7"2"-10"16,7-2 1-16,0 0-4 0,0 0 0 0,0 0-12 0,0 0-4 15,0 0-7-15,0 0-7 0,0 0-11 0,0 0-6 16,0 0-4-16,0 0-6 0,0 0-10 0,0 0-5 16,0 0-9-1,0 0-4-15,0 0-7 0,0 0-5 0,0 0-8 16,0 0-4-16,0 0-1 0,0 0-4 0,20 0-1 15,0 3-1-15,1-3-2 0,13 0-6 0,2 0-1 16,4 1 1-16,12-2-1 0,-12 1-2 0,11 0-1 16,-13 1-2-16,-1 0 1 0,3-2-2 0,-5 0 1 0,-1 3-4 15,-4-2 0-15,-3 0 2 0,-5 0-1 0,-8 0 0 16,-2 0-3-16,-1 0 1 0,-2-1 1 0,-4 1-3 0,2 1 4 16,-7-1 0-16,7-1-4 0,-7 1-6 0,0 0-14 15,0 0-36-15,0 0-51 0,0 0-35 16,-24 8-60-16,2-4-114 0,-1-3-339 0,1 3 151 15</inkml:trace>
  <inkml:trace contextRef="#ctx0" brushRef="#br0" timeOffset="1277.33">3760 3500 112 0,'0'0'168'0,"0"0"0"0,-4 0-3 15,4 0-12-15,0 0-4 0,0 0-17 0,0 0-8 16,0 0-14-16,0 0-8 0,0 0-12 0,0 0-6 15,0 0-8-15,0 0-8 0,0 0-10 0,0 0 3 16,0 0-6-16,0 0-10 0,0 0-3 0,0 0-2 16,0 0-5-16,0 0-1 0,34-4-6 0,-18 2-4 15,7 0-2-15,9-3 0 0,3 2-4 0,-2-3-3 16,9 3-2-16,10-6-3 0,-15 6 2 0,2-1-3 16,-3 1 2-16,-3-2-4 15,-1 1 0-15,-3 0 0 0,-6 0 3 16,-4 4-2-16,-5-2-1 0,-1-1-2 0,-3 1 2 15,-2 0 11-15,0 2 7 0,-2 0 3 0,-1-3 2 16,-5 3-4-16,4-2-8 0,-4 2-11 0,5-2-12 16,-5 2-28-16,0 0-35 0,0 0-37 0,0 0-82 0,0 0-158 0,-24-2-373 15,15 1 165-15</inkml:trace>
  <inkml:trace contextRef="#ctx0" brushRef="#br0" timeOffset="1878.94">4196 3084 197 0,'-1'-3'288'16,"1"3"-26"-16,0 0-30 0,-2-5-23 0,2 5-25 15,0 0-19-15,0 0-19 0,-1-2-16 0,1 2-20 16,0 0-8-16,0 0-20 0,0 0-13 0,0 0-12 0,0 0-4 0,14 10-5 16,-6-3 0-16,2 1-7 0,4 1-3 0,0 1 1 0,3 2-6 15,6 0 0-15,-7 0-3 0,10 0-2 0,-8-2-3 16,9-1 2-16,-6-2-3 0,1 0-3 0,-3-3-5 16,2 0 2-16,-1-1-3 0,-6-1-1 0,-1-1-3 15,-3 0 4-15,-2-1 21 0,-2 0 25 0,2 0 28 16,-8 0 9-16,9-1 32 0,-9 1 13 0,10-1 2 15,-10 1 2-15,7-1-14 0,-7 1-6 0,0 0-12 16,7-4-18-16,-7 4-6 0,0 0-28 0,4-4-2 16,-4 4-25-16,0 0-34 0,0 0-36 0,0 0-47 15,0 8-15-15,-4 2-13 0,3 0 10 0,-12 18 15 16,-11 14 13-16,-3 7 11 0,-25 26 7 0,-1-8 5 16,17-20 14-1,2-1 6-15,-1-1 2 0,6-1 7 0,7-12 4 0,2-1-1 16,3-4 1-16,-1 1 3 0,4-4 6 0,2-8 2 15,4-2-3-15,3-1-2 0,-3-6 8 0,3-2 27 16,2 2 30-16,1-3 13 0,2-4 54 16,-4 6 14-16,4-6 24 0,-1 4 6 0,1-4 10 15,-3 3 3-15,3-3-4 0,0 0-8 0,0 0-8 16,0 0-11-16,0 0-8 0,0 0-13 0,0 0-10 0,0 0-12 0,-5 4-11 16,5-4-5-16,0 0-19 0,0 0 1 0,0 0-7 15,0 0-6-15,0 0-7 0,0 0-5 0,0 0-10 16,0 0-15-16,0 0-19 0,0 0-24 0,0 0-31 15,0 0-39-15,0 0-54 0,0 0-101 0,0 0-159 16,-4-21-487-16,4 21-967 0,4-12 428 0</inkml:trace>
  <inkml:trace contextRef="#ctx0" brushRef="#br0" timeOffset="9324.21">5746 2747 129 0,'-1'-9'166'0,"2"3"-1"0,-2-2 21 15,1 2-7-15,-2-2-11 0,4 2 0 0,-4 0-2 16,4 0 2-16,-2 0-9 0,-2 0-12 0,4 3-6 16,-2-2-15-16,0 5-9 0,0-5-13 0,0 1-14 15,0 4-22-15,0 0-24 0,2-3-24 0,-2 3-9 0,0 0-2 0,3 17-3 16,0-2 2-16,-5 13-1 0,1 7 0 0,0 19-2 16,-3 6 3-16,-1 29 2 0,-4-2 1 0,1 3-1 15,-1-1 5-15,-1-7-5 0,3-22 1 0,0-1 0 16,2-3-1-16,-1 0 1 0,4-1 3 0,2-4 0 15,5-1-2-15,-4 3 5 0,1-7-3 0,2-1 3 16,-4-14-5 0,-3 2 3-16,6-6-5 0,-3 0 0 0,-3-2 1 15,3-6-2-15,0-2-2 0,0 1 1 0,3-3 0 0,-6-4 1 0,3 2-3 16,0-2 2-16,0-1-2 0,0 1-1 0,0-5 1 16,0 1-1-16,0-2-2 0,0 0 1 0,0-1 0 15,0-2 2-15,0 3 0 0,0-5 10 0,0 6 5 16,0-5 4-16,0-1 8 0,0 0 2 0,0 0 3 15,0 5-2-15,0-5 0 0,0 0-4 0,0 0 2 16,0 0-3-16,-1 5-2 0,1-5-2 0,0 0-3 16,0 0-2-16,0 0-1 0,0 0 0 0,0 0-1 15,0 0-5-15,0 0-1 0,0 0 1 0,0 0-4 16,0 0 1-16,0 0 0 0,0 0-6 0,0 0 2 16,0 0 3-16,0 0-3 0,0 0-1 0,1 3-13 15,-1-3 12 1,0 0-2-16,0 0 3 0,0 0-2 0,0 0-1 15,0 0-1-15,0 0 1 0,0 0-1 0,0 0-2 16,0 0-2-16,0 0 7 0,0 0-1 0,0 0-5 16,0 0 2-16,0 0-3 0,0 0 3 0,0 0 15 0,0 0 1 0,0 0 2 15,0 0 0-15,0 0 1 0,0 0-6 0,11-8-2 16,5 0-8-16,12-5-16 0,5 0-27 0,17-5-51 16,-4-5-78-16,10 3-146 0,0-11-203 0,-2-2-558 15,-3-4 247-15</inkml:trace>
  <inkml:trace contextRef="#ctx0" brushRef="#br0" timeOffset="9893.94">5857 2735 115 0,'0'0'146'15,"-9"2"-6"-15,9-2-9 0,0 0 0 0,0 0-12 16,-4 0 0-16,4 0-7 0,0 0-8 0,0 0-7 15,0 0-8-15,0 0-10 0,0 0-8 0,0 0-5 16,22 1-4-16,0-1-5 0,12 0-3 0,21-3-11 16,1 0-42-16,10 1-86 0,-6-3-191 0,2 1-298 15,1-1 133-15</inkml:trace>
  <inkml:trace contextRef="#ctx0" brushRef="#br0" timeOffset="10926.81">6911 2996 205 0,'4'-9'245'16,"-4"2"-9"-16,4-1-20 0,-3 1-11 0,2 1-14 15,-2 1-21-15,-1 1-19 0,3 0-10 16,-3 1-22-16,0 3-27 0,0 0-5 0,5-1-14 0,-5 1-8 16,5 12-6-16,-4 4-5 0,3 3-5 0,-3 6-6 0,2 5-3 0,-6 2-5 15,2 5 0-15,-4 9 27 0,-3-13-5 0,6 1-9 16,-5 0-2-16,3-2-4 0,3 1-12 0,-3-5 7 16,-2 0-4-16,6-9-5 0,-3 2-2 0,2-3 1 15,0-2-4-15,-2-5-6 0,2-1-1 0,1-2 1 16,-4 0-2-16,4-2 12 0,0-2 26 0,0-4 17 15,0 8 30-15,0-8 21 0,1 4 37 0,-1-4 22 0,0 0-5 16,0 0-18-16,12-9-16 0,-2 0-16 0,2-4-14 16,4-7-9-16,4 0-20 0,-1-5-3 0,1 2-9 15,1-5-5-15,0 5-9 0,0 0 0 0,-1 1-9 16,-2 3-16-16,-4-2 7 0,-1 6-4 16,-3 1-7-16,0 6-5 0,-5-1 7 0,2 3-9 15,-3 1 4-15,-2 0-1 16,2 1-6-16,-1-1-1 0,-3 5 1 0,6-6-9 15,-6 6-8-15,1-2-5 0,-1 2-10 0,0 0-12 0,0 0-14 16,0 0 4-16,0 0-4 0,0 0 11 0,-14 15 6 16,8-7 1-16,-6 5 4 0,-3-1-1 0,2 1 6 0,-1-1-15 0,0-2 22 15,0 2-2-15,5-2-3 0,3-3-4 16,-3-1 7-16,4 0 1 0,1-1 6 0,0-2 1 16,0 0-7-16,4-3 2 0,-5 5-1 15,5-5 3-15,-3 5 3 0,3-5 3 0,-1 3-4 0,1-3-26 16,0 0 23-16,0 0 5 0,-4 6-7 0,4-6 0 15,7 9 4-15,-1-4 3 0,2 2-6 0,2 0 1 16,4 1 7-16,1 3 0 0,-1 1-30 0,3 0-4 16,6 4-39-16,-8-3-39 0,7 4-48 15,0-1-50-15,-6-2-86 16,0-2-364-16,3-2-711 0,-2 0 315 0</inkml:trace>
  <inkml:trace contextRef="#ctx0" brushRef="#br0" timeOffset="11515.18">7664 3301 25 0,'0'0'150'0,"-9"0"-16"16,9 0-7-16,0 0-16 0,0 0-7 0,0 0-13 0,-5 1 3 0,5-1-3 15,0 0 3-15,0 0-4 0,0 0-6 16,0 0 3-16,0 0-7 0,-5 2-2 0,5-2-12 16,0 0-1-16,0 0-10 0,0 0-4 0,0 0 1 15,0 0-10-15,0 0-3 0,0 0-5 0,0 0 0 16,0 0-9-16,0 0 0 0,0 0-2 0,0 0-2 0,0 0 2 15,0 0-5-15,0 0-1 0,0 0-2 16,0 0 1-16,0 0 4 0,0 0 6 0,0 0 1 16,0 0 20-16,0 0-3 0,0 0 1 0,0 0-3 15,0 0-1-15,0 0 30 16,0 0-7-16,15-8-7 0,3 4-1 0,4 1 0 16,7-2-6-16,3-2-7 0,4 2-9 0,3 0 3 15,13-3-3-15,-17 0-5 0,1 3-2 16,-4 1-1-16,0-1 1 0,-5-1-7 0,-4 4 2 0,-3-2-4 0,-2 1-5 15,-5 1-6-15,-3-1-12 0,-1 2-13 16,-4 1-9-16,-5 0-12 0,9-3-21 0,-9 3-39 16,0 0-36-16,0 0-35 0,0 0-29 0,-29-1-183 0,8 1-415 0,2 1 184 15</inkml:trace>
  <inkml:trace contextRef="#ctx0" brushRef="#br0" timeOffset="11751.71">7789 3151 299 0,'-1'-7'297'0,"1"1"4"0,-4-1-3 15,4 3-3-15,0 4-6 0,-1-9-22 0,1 9-27 16,1-8-26-16,-1 8-19 0,-1-4-24 0,1 4-37 16,0 0-24-16,0 0-13 0,0 0-13 0,0 0-11 15,1 24-8-15,-1-7-9 0,0 7-6 16,0 4 5-16,0 2-10 0,0 1-2 0,-1-2-5 0,2 2-5 0,3-2-36 15,-3-1-35-15,0 0-41 0,-1-1-34 0,4-3-35 16,0-7-47-16,0 1-121 0,-3-9-161 0,6 2-515 16,-1-6 228-16</inkml:trace>
  <inkml:trace contextRef="#ctx0" brushRef="#br0" timeOffset="12476.67">8386 3155 155 0,'1'-8'360'15,"-1"8"-16"-15,2-3-17 0,0 1-21 0,-2 2-22 16,0 0-26-16,0-5-29 0,0 5-16 0,0 0-23 16,0 0-25-16,0 0-26 0,0-5-15 0,0 5-34 0,0 0-8 15,0 0-7-15,5 14-8 0,-4-6-14 0,-1 2-4 16,2 6-6-16,-2-1-4 0,2 3-3 15,-2 0-4-15,-2 2 0 0,2 6-2 0,-2-9-2 16,2 2-19-16,2-4 16 0,-2 1-3 0,0-5-2 16,-2 1 1-16,1-2-10 0,1-3 0 0,0-2 1 15,0 1 5-15,0-3-2 0,0 2 5 0,0-5 20 16,0 6 17-16,0-6 56 0,0 4 23 0,0-4 5 16,0 0-15-16,0 0-14 0,9-15-12 0,-4 6-10 15,0-2-13-15,5-4-3 0,1 0-9 0,-1-2-8 16,0 1-5-16,2 0-9 0,-3 2-5 0,1 4-5 0,-4 3 1 0,-1 2-8 15,-1-2-4-15,0 2-1 0,0 0-8 16,-1 2-2-16,0-1-17 0,1 3-24 0,-3-3-16 0,-1 4-30 16,0 0 25-16,0 0 5 15,11 7 2-15,-10-4 5 0,1 4 0 0,0 2-1 16,-2 2-4-16,2-1 14 0,-2 1-8 0,2 1 7 16,-2-2-7-16,0-1 9 0,0-2 4 0,0-3 5 0,1 3-2 0,-1-4-2 0,0 1 11 15,0-2 6-15,0-2 13 0,1 5 21 0,-1-5-5 0,0 0-1 16,10-11-4-16,-3 2-11 0,0 1 2 15,5-5 1-15,1-2 3 0,3 3-4 0,-3-3-6 16,0-1-4-16,2 3 9 0,-3-1-3 0,2 2 2 16,-8 5-4-16,3-1 0 0,-5 4-21 0,5-2 27 15,-5 2-1-15,1 0-2 16,-4 2-13-16,4 1-6 0,-5 1-3 0,8 0-1 16,-8 0-9-16,10 4 4 0,-5 2-30 0,2 1 17 15,0-2-27-15,1 5-26 0,0-1-30 0,-1 0-39 16,0 2-38-16,-1 0-53 0,0-4-72 0,-2 0-254 15,-1-2-620-15,-1-2 274 0</inkml:trace>
  <inkml:trace contextRef="#ctx0" brushRef="#br0" timeOffset="12698.84">8937 2909 208 0,'0'0'199'15,"11"8"-11"1,-1 2-13-16,1 7-5 0,5 11-6 0,-3 3-8 16,6 14-12-16,-6 3-5 0,1 4-11 0,-9 3-9 15,-5 2-12-15,0 2-8 0,-8-4-4 0,-3-4-11 16,-4-3-8-16,-3 0-4 0,-2-6-8 0,-5 1-5 16,-7-5-8-16,-5 0-26 0,-8-4-39 0,-3-1-50 15,-3-4-76-15,-11-2-244 0,0-9-416 0,-27-1 184 16</inkml:trace>
  <inkml:trace contextRef="#ctx0" brushRef="#br0" timeOffset="13284.91">6707 2825 84 0,'1'-3'231'16,"-1"-1"-26"-16,0 4-24 0,0 0-21 0,0 0-19 15,-5 12-17-15,-4 2-9 0,-5 13-14 0,-9 22-7 16,-15 27-4-16,-3 4-9 0,-1 0-7 0,3 6-6 0,6-8-5 0,10-21-9 15,8 0 0-15,3-3-1 0,8 0-8 0,7-4 0 16,10-1 12-16,3-3 5 0,11-3 0 16,5-5-2-16,14-6-2 15,7-2-16-15,5-7-37 0,32 2-69 0,2-10-122 16,-27-7-175-16,29-8-389 0,-34-5 173 0</inkml:trace>
  <inkml:trace contextRef="#ctx0" brushRef="#br0" timeOffset="16352.7">9885 2687 157 0,'1'-5'237'0,"0"3"-11"0,-1 2-13 0,4-5-22 16,-4 5-22-16,0 0-20 0,0 0-19 0,-14 7-10 0,3 8-12 0,-12 8-10 15,-7 14-10-15,-4 4-12 0,-2 10-6 0,-10 20-2 16,3 3-4-16,18-23-6 0,1 5-8 0,6-1 0 16,5-1-3-16,7-4 2 0,6-1 2 0,6-14-3 15,6 0-2-15,2-1-5 0,14 2-4 0,0-12-2 16,13 3-16-16,5-3-33 0,5-11-37 15,2-4-74-15,4-6-109 0,3-6-145 0,-1-1-410 16,-4-9 181-16</inkml:trace>
  <inkml:trace contextRef="#ctx0" brushRef="#br0" timeOffset="16900.36">10046 2848 41 0,'1'-6'240'0,"2"-1"-15"0,1-1-15 0,2 2-21 16,4-2-18-16,0 0-13 0,7 1-9 0,-2 1-15 16,4 2-5-16,2 0-16 0,-2 4-6 0,4 0-13 15,5 4-7-15,-7 1-8 0,3 6-4 0,0 0-11 16,-5 1-1-16,-5 3-10 0,4 5-2 0,-9 5-8 15,0-2-1 1,-7 9-2-16,-5 1-3 0,-5 1-2 0,-15 12-2 0,0-5-6 16,-4 2-1-16,-3-5-2 0,4-10-1 15,-10 5-4-15,8-11-5 0,5-2 2 0,0-4-3 16,-1-3 0-16,11-5-1 0,3-2 5 0,1-1 16 16,3 0 29-16,-1-1 38 0,2-2 43 0,5-2 17 15,0 0-11-15,0 0-17 0,-11-9-12 0,12 2-11 16,3-2-16-16,2 0-11 0,2 0-15 0,5-3-7 0,2-1-7 0,2 2-1 15,2 4-13-15,-2-2-9 0,4 2 7 0,-3-1-9 16,-1 4-3-16,2-1-28 0,0 2-24 0,0 0-25 16,3 1-26-16,-3 1-30 0,-1 2-31 0,1 0-35 15,-2 0-47-15,-3-1-72 0,-3 0-265 0,3 3-604 16,-2-4 268-16</inkml:trace>
  <inkml:trace contextRef="#ctx0" brushRef="#br0" timeOffset="17438.75">10753 2878 1971 0,'6'-16'98'0,"0"0"76"0,-3 4-16 16,1 1-17-16,-1 1 5 0,0 1-5 0,-2 1-16 16,1 4-25-16,1-2-17 0,0 2-10 0,-3-1-7 15,0 3-17-15,0 2-11 0,0 0-8 0,0 0-2 16,0 0-5-16,1 18 1 0,-2-6-1 0,1 13-5 15,-6-6-2-15,0 6-1 0,0 4 1 16,-3 2 7-16,2 0-10 0,-3 1 1 0,4-3 8 16,1 2-10-16,-1-4-3 0,1-2 0 0,2-7-1 0,-1-1 0 0,3-1 1 15,0-5-1-15,-1-1 0 0,1-3 0 0,0-2 5 16,1 0 20-16,-2-1 32 0,2-4 43 0,-1 6 29 16,1-6 20-16,0 0-16 0,0 0-15 0,9-13-9 15,-2 5-13-15,4-6-12 0,-1-3-12 0,8-4-7 16,0-1-12-16,-2-3-3 0,5 0-7 0,-2 3 0 15,2 2-8 1,-10 5-8-16,2 1 0 0,-4 4-5 0,-4 1-4 0,3 0-3 16,-4 5-14-16,-1 0 5 0,1 1-1 0,0-1-11 0,-4 4-17 0,0 0-29 15,8-6-21-15,-8 6 9 0,0 0 8 0,0 0 5 16,-4 20 0-16,-4-3 1 0,1-3 16 0,-2 2 0 16,-2 0 2-16,-4 6-1 0,2-1 10 0,3-6-3 15,1 1 7-15,0-2-4 0,-1-3-2 16,6-1 5-16,-1-1-1 0,1-2 3 0,0-2 8 15,3 1-2-15,1-2-2 0,-4 1-2 0,4-5-3 16,-3 5 4-16,3-5 7 0,0 0-18 0,7 9 14 16,-2-6 4-16,4 2 7 0,10 0-4 0,-6-1 0 15,6 1-20-15,2 1-31 0,-2 1-45 0,1-1-42 16,6 5-51-16,1-4-37 0,-1 4-45 0,0-3-83 16,-7-3-227-16,8 2-627 0,-4-2 278 0</inkml:trace>
  <inkml:trace contextRef="#ctx0" brushRef="#br0" timeOffset="17754.8">11330 3125 164 0,'0'0'216'0,"0"0"-16"0,0 0-15 0,0 0-16 16,0 0-14-16,0 0-15 0,0 0-13 0,0 0-14 16,0 0-11-16,0 0-6 0,0 0-12 0,0 0-8 0,0 0-4 15,0 0-5-15,-9 0 5 0,9 0-2 0,0 0 0 16,0 0 13-16,0 0 6 0,0 0-1 0,33 0-5 16,-12 0-10-16,13-2-9 0,-1 1-4 0,3-1-7 15,3-1-4-15,13 0-9 0,-14 2-3 0,1-2-3 16,-1 2-1-16,-2 1-10 0,-4-1-24 0,-12 1-23 15,3-3-30-15,-5 3-29 16,-4 0-45-16,-4-1-62 0,-5 1-229 0,-5 0-451 16,0 0 199-16</inkml:trace>
  <inkml:trace contextRef="#ctx0" brushRef="#br0" timeOffset="17993.21">11532 2963 282 0,'-4'-12'325'0,"3"3"2"0,-2 4-5 16,2-3-2-16,0 3-21 0,1 0-32 0,0 5-27 16,-4-9-26-16,4 9-24 0,-1-3-54 0,1 3-6 15,0 0-12-15,0 0-22 0,0 19-1 0,-3-1-10 16,3 10-12-16,3-1 0 0,-3 4-8 0,1 1-2 16,3 0-8-16,-1 1-3 15,0-1-6-15,5-3-37 0,-2 0-25 0,3 0-36 16,-1-2-42-16,-3-8-39 0,-1-1-36 0,0-1-38 15,-1-6-67-15,0-1-216 0,2-1-531 16,0-6 236-16</inkml:trace>
  <inkml:trace contextRef="#ctx0" brushRef="#br0" timeOffset="18425.18">11913 2794 125 0,'7'-6'226'0,"4"0"-13"16,-2 0-9-16,1 1-17 0,0 1-14 0,2 3-13 15,0-3-12-15,1 4-8 0,1 0-12 16,-1 4-11-16,3 1-8 0,1 1-9 0,-3 6-7 15,-1 2-9-15,2 0-8 16,-6 1-6-16,0 9-5 0,-5 2-6 0,-4 2-6 16,-4 4-3-16,-4 1-3 0,-2 1-4 0,-5-2 0 0,-7 14-6 0,-1-6-4 15,3-12-3-15,-1 1-2 0,2-5-4 0,-1-2 2 16,7-8-5-16,0-2 1 0,7-2-3 0,-2-3-1 16,-1 0 7-16,5-3 37 0,2 0 44 0,-2 0 38 15,4-4 45-15,-4 2 16 0,4-2-25 16,0 0-11-16,0 0-25 0,0 0-15 0,5-17-13 15,3 10-14-15,2-3-11 0,-1 3-20 0,7-3-19 16,-1 4-14-16,0-3-26 0,2 2-20 0,2 2-30 16,-1-1-25-16,9-1-27 0,-4 4-35 0,-2 1-42 0,1 1-47 15,0-2-53-15,-3 0-90 0,0 0-223 0,-1-1-628 16,-1 1 278-16</inkml:trace>
  <inkml:trace contextRef="#ctx0" brushRef="#br0" timeOffset="18972.79">12375 2920 2015 0,'0'-8'161'0,"0"-1"41"16,0 0-52-16,0 3-7 0,3 1-25 0,-3-1-5 15,0 2-5-15,0 0-24 0,1 0-12 0,-1 4-15 16,-1-5-2-16,1 5-11 0,1-5 1 0,-1 5-10 15,0 0-4-15,0 0-5 0,7 11-5 0,-5-4-2 16,-2 3 3-16,4 2-4 0,-4 0 1 0,3 6-4 16,-3 0 0-16,1 2-2 0,-2 4-4 0,-2 2 4 0,3-6-2 0,-1-3-1 15,-2 2-2-15,3-4-2 0,0-5 1 0,0 1 2 16,0-3-3-16,0-3 5 0,0 2 0 0,0-7 10 16,0 6 25-16,0-6 43 0,3 4 32 0,-3-4-3 15,0 0-26-15,11-12 9 0,-3 3-14 0,-1 1-7 16,6-4-8-16,1-5-12 0,4-2-4 0,1-1-7 15,-1 0-5 1,0 1-3-16,-3 7-18 0,-3 0 9 0,-2 2 2 16,0 3-3-16,-2 0-4 0,-3 4-13 0,3-2 7 15,-4 1-14-15,-2 2 0 0,-2 2-21 0,0 0-14 16,0 0 8-16,0 0 0 0,20 6 0 0,-20 0 1 16,4 5 5-16,-4 2-4 0,3 3 5 0,1 1-7 15,-4 2-12-15,1-3 9 0,-1 0-9 0,1 1-8 16,1-4 1-16,-4-6 3 0,2 3 2 0,0-4 7 0,2 0-2 0,-2-2 9 15,0-4 25-15,0 7 24 0,0-7 52 16,0 0 3-16,0 0-10 0,0 0-10 0,15-14-6 0,-5 4-7 16,2-5-4-16,2 1-5 0,-3-1-6 0,2 4-2 15,2-3 0-15,-3 1-3 0,-2 7 6 0,-1-3-8 16,0 4-7-16,-5 0-1 0,2 1-2 0,2 1-8 16,-2 2-3-1,5 1-23-15,0 1-12 0,-2 6-27 0,3 0-27 16,-2 2-38-16,3 2-43 0,-1 4-52 0,-3 2-58 15,-1-1-114-15,-2-6-275 0,-2 3-716 0,2-4 317 16</inkml:trace>
  <inkml:trace contextRef="#ctx0" brushRef="#br0" timeOffset="21446.72">13462 2944 138 0,'-7'0'141'0,"7"0"-7"0,-9 0-7 0,9 0-9 16,-13 0-10-16,8 0-10 0,5 0-10 0,-6 2-10 16,2 0-7-16,4-2-1 0,0 0-22 0,-8 2 3 15,8-2 2-15,0 0-9 0,0 0 1 0,0 0-2 16,-7-1 4-16,7 1-6 0,0 0 6 0,0 0-3 15,0 0 1-15,0 0-2 0,0 0-5 0,0 0 1 16,0 0 2-16,0 0-5 0,0 0-3 0,0 0-3 0,0 0-4 16,0 0-1-16,-7-3-2 15,7 3-1-15,0 0 2 0,0 0 2 0,0 0-2 16,0 0 3-16,0 0-8 0,0 0-1 0,0 0-5 16,0 0 1-16,0 0-1 0,0 0-2 0,0 0-3 15,0 0 4-15,0 0 2 0,0 0-7 0,0 0 2 16,0 0 9-16,0 0 7 0,26-2 11 0,-7 1-2 15,14 0-1-15,3 0-4 0,20-2 0 0,-1 2 2 16,5-4 4-16,3 2 1 0,-2 0 28 0,-2 3-5 16,-7-5-8-16,-11 5-1 0,-8-1-8 0,1 0-3 15,-5-1-5-15,-9 2 0 0,-3 0-7 0,2 0 0 16,-7 0-7-16,-7 0-4 0,4 0-13 0,-3 0-10 16,-6 0-9-16,5-3-14 0,-5 3-27 0,0 0-25 15,0 0-30-15,-25 0-40 0,12 3-48 0,-5-3-199 0,0-5-432 16,4 5 193-16</inkml:trace>
  <inkml:trace contextRef="#ctx0" brushRef="#br0" timeOffset="21894.06">14174 2660 98 0,'6'-5'237'0,"1"-2"-20"16,3 1-20-16,1 1-10 0,-1 2-14 0,5-1-10 16,3 0-11-16,4 4-11 0,-3 1-12 0,0 3-7 15,4 1-13-15,-5 3-3 0,1 1-8 0,3 6-9 16,-2 2-10-16,-4 3-9 0,-5-4-4 0,-2 1-6 15,-4 9-6-15,-3-6-5 0,-5 6-4 0,-1 3-4 16,-12 2-1-16,-1 2-7 0,-10 6-1 0,4-10-1 0,-14 3-3 0,10-8-2 16,1-2-1-1,-1-2-2-15,3-2-3 0,7-6-4 0,1-2-2 0,4-3 0 16,3-1 4-16,0-1 9 0,1-1 31 0,3-1 45 16,0 0 37-16,5-3 6 0,-8 2 34 0,8-2-4 15,0 0-21-15,0 0-18 0,0 0-13 0,10-12-17 16,-1 8-9-16,4 1-27 0,4-3 8 15,2 2-13-15,1 3-8 0,2-2-8 0,6 3-15 16,-5-1-23-16,9 1-29 0,1 1-39 0,-1 3-50 16,2-1-51-16,0 1-54 0,-5 1-73 0,2-2-107 15,-1-3-210-15,-10 0-650 0,-1-2 288 0</inkml:trace>
  <inkml:trace contextRef="#ctx0" brushRef="#br0" timeOffset="22271.38">14836 2888 36 0,'0'0'248'16,"-5"0"-17"-16,5 0-19 0,0 0-13 0,0 0-17 15,0 0-18-15,-3-5-16 0,3 5-14 0,0 0-13 16,0 0-11-16,0 0-12 0,0 0-8 0,0 0-8 15,0 0-9-15,0 0-7 0,0 0-3 0,0 0-9 16,0 0 3-16,0 0-4 0,0 0 5 0,0 0-4 16,0 0 1-1,0 0 0-15,0 0 5 0,0 0-7 0,0 0 0 16,0 0-7-16,0 0 2 0,0 0 3 0,0 0 4 0,28 1-9 16,-11-1-1-16,12-1-6 0,1 1 0 0,6-2-9 15,15 1-2-15,-13-2-4 0,13 2 5 16,-11-1-7-16,0 4-3 0,-2-5-4 0,0 0-11 15,-6 2-13-15,-1 0-12 0,-3-2-25 0,-10 2-12 16,-5 0-18-16,-7 0-22 0,2-1-54 0,-3 1-64 0,-5-3-50 0,0 4-136 16,-10-6-434-1,-2 3 192-15</inkml:trace>
  <inkml:trace contextRef="#ctx0" brushRef="#br0" timeOffset="22464.28">15046 2760 16 0,'-1'-3'307'0,"-2"-2"14"0,-1-2-9 0,3 2-6 16,0 2 14-16,0-2-14 0,-1 1-21 0,2 4-45 15,0-5-7-15,0 5-34 0,0 0-18 0,-2-3-28 16,2 3-35-16,0 0-5 0,0 0-22 0,0 15-12 16,4-8-13-16,-1 9 1 0,1 2-6 0,1 2-13 15,0 4-2-15,3 0-13 0,0 2-20 0,4 1-25 0,-1 1-39 0,1-3-30 16,-1 0-42-16,0-2-47 0,-1-7-77 0,-5-2-292 15,3-4-583-15,4 2 258 0</inkml:trace>
  <inkml:trace contextRef="#ctx0" brushRef="#br0" timeOffset="22818.26">15730 2677 366 0,'1'-8'350'0,"-1"3"-18"0,0 1-15 0,1 0-28 0,-1 1-23 0,2-2-28 16,-2 5-23-16,-2-5-23 0,2 5-23 16,0 0-26-16,0 0-24 0,0 0-13 0,0 0-14 0,5 12-10 15,-5-2-8-15,0 5-8 0,5 1-8 0,-5 4-4 16,2 4-6-16,0 3-3 0,-2-2 1 0,3 0-9 15,-2-5-6-15,0 5-3 0,3-9 1 0,-4 3-5 16,3-2 0-16,-2-2 4 0,-1-2-5 0,1-1-5 0,-1-3 1 16,0-1-22-1,2-2-17-15,-2-1-11 0,0 1-6 0,0-6 0 0,0 6-1 16,0-6 2-16,-2 5-2 0,2-5-11 16,0 0-66-16,0 0-42 0,-14-2-32 0,14 2-31 0,-16-9-45 15,1-2-185-15,5 2-486 0,4-1 216 0</inkml:trace>
  <inkml:trace contextRef="#ctx0" brushRef="#br0" timeOffset="23049.91">15905 2380 73 0,'16'9'188'0,"7"8"2"16,4 3-7-16,1 5-9 0,7 12-5 0,-6 7-6 15,3 9 1-15,-5-2-12 0,-3 5-9 0,-6 2-13 16,-4 22-10-16,-5-22-8 0,-6-2-12 0,-8 2-6 16,-3-5-10-1,-7-3-3-15,-5-7-14 0,-5 1-2 0,-6-7-5 0,-2-3-5 16,-10-3-3-16,-5-2-10 0,-7-4-29 16,-33 4-57-16,-5-7-82 0,-3-8-292 0,5-4-452 15,25-10 201-15</inkml:trace>
  <inkml:trace contextRef="#ctx0" brushRef="#br0" timeOffset="24437.72">16671 2846 105 0,'-10'1'148'0,"10"-1"4"0,-2 1-3 0,2-1-2 16,0 0 2-16,0 0 3 0,0 0-1 16,0 0 5-16,0 0-10 0,0 0 8 0,0 0-6 15,0 0-11-15,0 0-10 0,0 0-13 0,0 0-10 16,0 0-11-16,39-6-10 0,-7 3-12 0,7-1-27 0,15 1-34 16,0 1-47-16,2-3-59 0,-2 2-90 0,-18 1-185 15,2-4-401-15,-1 2 178 0</inkml:trace>
  <inkml:trace contextRef="#ctx0" brushRef="#br0" timeOffset="24777.37">17425 2570 223 0,'0'-5'300'0,"2"1"-20"0,-2 4-28 16,0-6-17-16,0 6-19 0,1-2-30 0,-1 2-20 15,1-4-26-15,-1 4-18 0,0 0-18 0,4 16-9 16,-1-5-11-16,-1 8-7 0,4 8-6 0,0-1-7 15,-3 6-2-15,5-2-8 0,-1 0-1 0,0 4-8 16,2-3 3 0,-1-1-23-16,1 3-32 0,-2-3-30 0,1-2-42 15,1 1-37-15,1-7-49 0,-5-3-252 0,-1-6-451 0,-3-3 200 0</inkml:trace>
  <inkml:trace contextRef="#ctx0" brushRef="#br0" timeOffset="25602.48">17389 2092 154 0,'-1'-3'217'15,"2"0"-18"-15,-1 3-23 0,0-5-13 0,0 5-22 0,3-4-12 0,-3 4-17 16,3-2-10-16,-3 2-12 0,13 2-16 16,-1 2 2-16,5 0-8 0,5 3-5 0,4 2-9 15,2-3 3-15,-1 5-14 0,1 0-1 0,-1-3-9 16,4 0 1-16,-13-2-2 0,2-2-7 0,-1 1 7 15,-3-2-12-15,2 1 1 0,-6-4-4 0,5 2 1 16,-7-2-3-16,2-2 2 0,-1-2-2 0,-2 0 5 16,0 0 3-16,1-3 3 0,-3-1 15 0,-1 3 6 15,2-4 13-15,-3 3 2 0,0-2 7 0,0 0 11 0,-2 3-7 0,-1-2 5 16,1 1 9-16,-1 1-2 0,-2 1-4 0,3 1-11 16,-2 1-5-16,-1 2-8 0,3-5-4 0,-3 5-8 15,5-3-23-15,-5 3-24 0,0 0-26 0,0 0-21 16,0 0 11-16,4 10-7 0,-1 2 6 15,-1 15 7-15,-1 10 3 0,3 11 5 0,-5 10 5 0,4 29 7 16,-4-4-3 0,-3 0 4-16,2-2 0 0,-1-23 3 0,1 25 4 0,0-27 0 15,0 26 0-15,4-25 10 0,1 1-6 0,-2-2 3 16,0-2 0-16,2 1 2 0,0-4-3 0,2-1 1 0,-5-13 2 16,4-3-1-16,-2 0 1 0,1-2-7 15,-3-3 8-15,-3-2-3 0,1 1 5 0,0-10-3 16,-4-1-2-16,2 1 0 0,3-1 3 0,-3-2-3 15,3-4 2-15,-6 5-2 0,4-6-1 0,-1 1 2 0,0-1-4 16,0-1 1-16,0-1 4 0,0-1-2 16,3-1 5-16,-4 0-10 0,4-1 4 0,1-5 0 15,-5 9-1-15,3-6 2 0,2-3-4 0,-5 7 2 16,5-7 1-16,0 4 2 0,0-4-2 0,0 0 1 16,0 0 5-16,-2 6-7 0,2-6 4 0,0 0-2 0,0 0 5 15,0 0-5 1,0 0 7-16,0 0 6 0,0 0 14 0,0 0 3 15,-4 4 3-15,4-4-4 0,0 0 0 0,0 0 0 16,0 0-2-16,0 0-3 0,0 0-3 0,0 0 2 16,0 0-3-16,0 0 3 0,0 0 5 0,0 0-5 0,0 0 2 0,0 0-8 15,0 0 3-15,0 0 3 0,0 0 1 0,0 0-4 16,0 0 8-16,0 0 9 0,0 0-13 16,0 0 5-16,0 0-13 0,-32-7 0 0,-2 3-2 15,-2-3-10-15,-16-2-10 0,-3-2-35 0,-2 5-52 0,-7-5-66 16,3-1-92-16,-29-3-318 0,35 4-613 15,3-2 271-15</inkml:trace>
  <inkml:trace contextRef="#ctx0" brushRef="#br0" timeOffset="26588.98">18864 2613 186 0,'0'-22'188'16,"4"4"1"-16,-4-2-5 0,0 2 0 0,0-2-3 15,-4 3-8-15,3 3-9 0,-2 0-6 0,1 4-8 0,-1-1-23 0,2 0-12 16,-3 8-11-16,0-6-14 0,0 4-8 16,-1 4-18-16,-5 1-6 0,-3 1 0 0,-2 6-16 15,-2 3 0-15,-10 9-7 0,5 0-2 0,-3 3 4 0,2 5-12 16,0 0-3-16,3 2 2 0,-2 0-3 0,2 3-5 15,2 1 2-15,2-5-4 0,0 0 3 16,7-1-3 0,2 1-4-16,0-4 3 0,7-7-3 0,-1 0 1 0,2-1 1 0,0-5-3 15,4-1 8-15,-4-3-5 0,3 0 7 0,1-2 17 16,-1 0 15-16,1-3 16 0,9-2 13 0,-1 0 1 16,2-7-8-16,3-1 5 0,0 3 6 0,-4-5-1 15,3-2 2-15,0-1-3 0,-2-2-4 0,3-2-4 16,0-5-2-16,-3 0-12 0,3 1-2 0,-3 1-3 15,-1-4 1-15,-6 7-4 0,2 3 13 0,-1-2-8 0,-4 6 0 16,0-1-5-16,-1 2 8 0,2 1-1 0,-2 2-6 16,-1 0-4-16,-2 1-4 0,-1 1-8 15,1 2-12-15,-1 2 0 0,3-4-31 0,-3 4-27 16,0 0 2-16,0 0-3 0,0 0-4 0,-4 18 8 16,3-6 5-16,-2 3-1 0,-2 4 10 0,-5 4-4 15,6-3 19-15,-3 5-13 16,3-4-4-16,1-2 1 0,-2 1 8 0,3-1 0 15,0-2-2-15,0 0 3 0,2-5-3 0,0 1 6 16,-2-4-2-16,1 1 6 0,2-4-2 0,-2 0 6 16,2-1-7-16,-1-5 8 0,0 9 10 0,2-4 15 0,-2-5 29 0,0 0 19 15,0 7 25-15,0-7 23 0,0 0 19 0,0 0 7 16,0 0-16-16,16-5-13 0,2 1-10 16,13-8-34-16,4-2-65 0,18-3-76 0,5-4-81 0,-1-2-92 15,2 2-91-15,-4-4-143 0,-2 3-259 0,-4 1-788 16,-3-2 350-16</inkml:trace>
  <inkml:trace contextRef="#ctx0" brushRef="#br0" timeOffset="28477.03">19521 2710 207 0,'4'-8'282'15,"-3"-2"-10"-15,2 0-8 0,-1 5-13 0,2-2-19 16,-3 1-16-16,3 2-15 0,-3 0-23 0,1 1-20 16,-2 3-17-16,2-5-17 0,-2 5-27 0,0 0-10 15,0 0-13-15,4 11-6 0,-1-1-11 0,-6 2-4 16,3 6-1-16,0 1-9 0,-1 6-3 0,1 2-6 15,-3-1-1-15,2-1-5 0,2-7-2 0,-1 8-4 16,0-7 2-16,0 5 0 0,-1-3-2 0,1-2-4 16,0-3-1-16,0-3 0 0,0-1-3 0,-1-3-10 15,2 2 8-15,-2-6 1 16,1 1 0-16,0-1 3 0,0-5-2 16,0 7 43-16,0-7 22 0,0 0 31 0,0 6 25 15,0-6 22-15,0 0 20 0,0 0 16 0,0 0-1 16,0 0-24-16,0 0-16 0,9-17-14 0,-3 8-12 15,3-6-14-15,-1-1-15 0,3-1-10 0,6-3-12 0,1-2-13 16,-3 0-3-16,-2 6-5 0,3 2-3 16,-7 0-9-16,5 2-9 0,-5 3 2 0,-1 1-5 0,1-2 0 0,-3 3-8 0,-1 2 0 15,2 1-4-15,-5-1 4 0,2 3-8 0,-1-1 0 16,-2 0-5-16,-1 3-5 0,4-4-20 0,-4 4-10 16,5-3-12-16,-5 3-10 0,0 0-22 0,1-4-12 15,-1 4-23-15,0 0 32 0,0 0 0 0,0 0 3 16,-14 14 22-16,8-9 2 0,-6 3 3 0,2-2 0 15,-1 4 9-15,0-5-9 0,1 4 14 0,1-4 5 0,-1 3 1 16,2-4-2-16,3-1 8 0,0 2 5 16,0-4-1-16,5-1 0 0,-7 4 2 0,7-4 4 15,-3 4-3-15,3-4-3 0,0 0 9 0,-5 5-5 16,5-5 0-16,0 0 3 0,-4 4-3 0,4-4-4 16,5 10-12-16,0-6 25 0,4 8-6 0,4 2 11 0,7 7 0 15,-1 0-5 1,4 2 7-16,3 1-36 0,-3 2-47 0,0 0-64 15,2 3-81-15,-4-2-92 0,-1-2-375 0,1-1-745 16,-6-10 330-16</inkml:trace>
  <inkml:trace contextRef="#ctx0" brushRef="#br0" timeOffset="31297.19">20599 2624 164 0,'0'0'244'0,"0"0"-9"0,0 0-9 0,0 0-9 15,0 0-10-15,0 0-15 0,0 0-13 0,0 0-10 16,0 0-12-16,0 0-23 0,-1-7-14 0,1 7-15 16,18-4-11-16,1-1-18 0,2 2-20 0,8 1-23 0,3 0-25 0,2 0-34 15,2-2-29-15,-1 2-44 0,-2 1-40 0,-1 0-52 16,-10 2-160-16,-2 0-381 0,1-1 168 0</inkml:trace>
  <inkml:trace contextRef="#ctx0" brushRef="#br0" timeOffset="31450.84">20736 2784 121 0,'-4'4'188'15,"-2"-3"10"-15,2 3 1 0,-1-3-12 0,4 1-11 16,1-2-17-16,0 0-13 0,16 4-12 0,7-4-15 16,9-2-18-16,5 2-41 0,17 0-46 0,-16-2-65 15,15 0-82-15,-19 0-137 0,3 2-292 0,-3-5 129 16</inkml:trace>
  <inkml:trace contextRef="#ctx0" brushRef="#br0" timeOffset="32584.47">22521 2609 57 0,'-5'0'114'0,"5"0"3"16,-9 0-13-16,9 0-6 0,0 0-1 0,-9 0-3 16,9 0 5-16,-5-1 1 0,5 1-1 0,0 0 6 15,0 0-4-15,0 0 3 0,0 0 0 0,0 0 1 16,0 0-3-16,0 0 4 0,-4-1-2 0,4 1-3 0,0 0 1 16,0 0-7-16,0 0 0 0,0 0-6 0,0 0-2 0,0 0-9 15,0 0-6-15,0 0-5 0,0 0-7 0,0 0-8 16,0 0-2-16,0 0-6 0,0 0-4 0,0 0-2 15,0 0-7-15,0 0-1 0,0 0-6 16,0 0 1-16,0 0-7 0,0 0 0 0,0 0 1 16,0 0 0-16,0 0 2 15,0 0 5-15,0 0-6 0,0 0-1 0,0 0 4 16,0 0-2-16,0 0 1 0,0 0 2 0,0 0 5 16,0 0-3-16,0 0 3 0,0 0-1 0,0 0-2 15,0 0 3-15,0 0 6 0,0 0-12 0,0 0-6 16,0 0 6-16,0 0-5 0,0 0 1 0,0 0-8 15,0 0 1-15,0 0 0 0,0 0-1 0,0 0 0 16,0 0-2-16,0 0-3 0,0 0 0 0,0 0 0 0,0 0 1 16,0 0-3-16,0 0 2 0,0 0 5 0,0 0-1 15,0 0 3-15,0 0-1 0,0 0 1 0,0 0-3 16,0 0 0-16,0 0-6 0,0 0 5 0,0 0 3 16,0 0-6-16,0 0 1 0,0 0 6 0,0 0-9 15,0 0-1-15,0 0-2 0,0 0 5 16,14-2-2-16,4 0-1 0,13 1-2 0,2 1 0 0,4-1 1 0,4-1 3 0,14-2-7 15,0 2 4-15,0 1-4 0,-15 0 7 0,13 0-7 16,-12 1 4-16,-4-2-2 0,-1 2 1 0,-5 0 0 16,-10 0-2-16,-4 0 0 0,-3 0 1 0,-3 0 0 15,-3 0-4-15,2 0-1 0,-6 0-11 0,-4 0-12 16,10 0-13-16,-10 0-11 0,4 0-35 16,-4 0-38-16,0 0-35 15,0 0-54-15,-26 0-60 0,15 0-193 0,-3 0-506 16,4 2 225-16</inkml:trace>
  <inkml:trace contextRef="#ctx0" brushRef="#br0" timeOffset="33759.94">23628 2261 83 0,'0'0'216'16,"-4"-7"-23"-16,4 7-14 0,5-10-19 0,4 5-15 16,-1-2-16-16,-2 2-4 0,8 1-10 0,0-1-8 0,7 0-8 0,-2 2-7 15,1 3-4-15,8 0-13 0,3 0-1 0,-4 3-9 16,2 2 11-16,1 4-15 0,-2 3-4 0,-9-5-5 16,4 11-6-16,-4 0-5 0,-1 2-2 15,-7-2-7-15,1 6 1 0,-7 4-5 0,-5 1 2 0,-5 3-8 16,-3 2 1-16,-15 9 6 0,-3-2-10 15,-6-2 0-15,-7 1-1 0,1-7-3 0,-5-2 0 16,11-9 5-16,1-1-9 0,-2-5-3 0,2 0 2 16,4-3 1-16,4-2-4 0,5-4 10 0,4-1 5 15,5-2 27-15,4-1 37 0,-3-1 34 0,2 0 27 16,6-2 29-16,0 0-25 0,-11-7-13 0,12 2-16 0,1-2-33 0,6 1 7 16,0-4-10-16,1 2-9 0,6-2-4 0,3 1-13 15,1-1-7-15,-1 3-6 0,1 1-29 0,4 1 23 16,-6-1-9-16,4 5 2 0,2 1-15 0,-3 0 2 15,9 1-14-15,-1 5-26 0,-1-1-18 0,0 1-33 16,1-1-36-16,0 7-41 0,-1-7-37 0,0 6-59 31,2-5-105-31,-10 1-201 0,8-2-595 0,-4-2 263 0</inkml:trace>
  <inkml:trace contextRef="#ctx0" brushRef="#br0" timeOffset="34511.86">24691 2202 145 0,'6'-8'291'0,"-2"-1"-12"15,1 5-7-15,-2-3-29 0,-2 2-25 0,0 0-28 16,2 4-17-16,-2-3-22 0,-1 4-26 0,4-2-13 16,-4 2-14-16,0 0-13 0,0 24-2 0,0-7-9 0,-1 7-6 15,-2 5-8-15,-3 0-5 0,-2 3-8 0,-2 2-4 16,-1-3-4-16,4 1 1 0,-4 0-8 0,4-1 4 0,-2-2-5 16,3-3-6-16,2-6-2 0,-2 1 1 0,2-6-1 15,4 0-4-15,-5-6-6 0,3 1 5 0,0-5-2 16,1 2 3-16,1-2 34 0,-3-1 15 0,3-4 28 15,0 6 36-15,0-6 31 0,-1 2 25 0,1-2-15 16,0 0-16-16,14-12-19 0,-5 5-11 0,4-3-14 31,-1-5-14-31,10-6-10 0,1 0-8 0,0-2-10 0,-2 1-6 0,3 0-10 16,0-2-5-16,-1 2-6 0,-5 1-5 0,4 2 0 16,-9 6-5-16,3 0-7 0,-9 7 0 0,0-4-3 15,3 5-3-15,-6 0-1 0,1 1-1 16,-1-1-6-16,-3 3-5 0,3 0-3 0,0-1-16 15,-4 3-17-15,5-3-18 0,-5 3-18 0,0 0 10 0,0 0 1 16,-9 10-17-16,3-3 39 0,-4 3-9 0,-3 4 7 0,-3-2 7 16,1 3 8-16,-1 0-4 0,-2 4-19 0,5-6 22 15,-2-1 9-15,2 0-3 0,6-6-2 0,0 2 4 16,3-1 3-16,-1-2-6 0,1-1 4 0,0 0-3 16,2 0 5-16,-1-2-3 0,0 1 1 0,3 1-20 15,-1 0 24-15,4 0 2 0,-1 0 0 0,2 1 4 16,3 2 2-16,0 1 4 15,10 2-4-15,-2 0 2 0,4 3-3 0,8 0-34 16,1 3-50-16,2-3-58 0,0 2-62 0,0-3-78 16,-2-1-380-16,0-1-714 0,-1-2 316 0</inkml:trace>
  <inkml:trace contextRef="#ctx0" brushRef="#br0" timeOffset="34921.36">25322 2489 32 0,'0'0'181'0,"-9"2"-5"0,9-2-10 16,-7 1-5-16,7-1-14 0,0 0-11 0,-10 0-4 0,10 0-12 15,0 0-2-15,-6 1-6 0,6-1-3 0,0 0-5 16,0 0-1-16,0 0 3 0,0 0 8 0,0 0 8 16,0 0 2-16,-5 1-6 0,5-1-1 0,0 0-14 15,0 0-20-15,0 0 3 0,28-5-6 0,-5 3-8 16,9-1-11-16,0 0-3 0,1-2-8 0,7 1-4 15,-1-1-5-15,14 1-1 0,-12-1-7 0,-4 4-7 16,0-4-4-16,-4 4-13 0,-3-4-18 0,-9 1-12 0,-4 2-18 16,-3 0-16-16,-4 2-26 0,-6-1-27 0,1-3-46 15,-2 2-51-15,-3 2-48 0,-8-8-145 0,-5 5-430 16,2-1 191-16</inkml:trace>
  <inkml:trace contextRef="#ctx0" brushRef="#br0" timeOffset="35121.51">25473 2326 237 0,'-1'-5'290'0,"0"1"8"0,1-3-8 0,0 7 1 0,-2-8-8 15,1 4-13-15,1 4-25 0,-1-7-24 0,1 7-25 16,0 0-25-16,1-4-15 0,-1 4-35 0,0 0-27 16,0 0-19-16,0 0-5 0,3 18-7 15,-1-6-2-15,-3 6-6 0,2 0-9 0,2 9-4 16,2 0 0-16,1 1-26 0,-2 0-9 0,2 0-21 15,-1 1-40-15,1-1-38 0,-1 0-41 0,2-2-37 16,-3-7-61-16,-1-2-260 0,3-1-533 0,-5-5 236 16</inkml:trace>
  <inkml:trace contextRef="#ctx0" brushRef="#br0" timeOffset="35691.49">25959 2309 318 0,'2'-4'315'0,"2"0"-28"16,-4 1-21-16,1-2-28 0,1 0-24 0,1 4-23 15,1-1-20-15,-4 2-30 0,0 0-18 0,0 0-11 16,5 6-16-16,-3 4-9 0,0 2-7 0,-2 5-9 15,0-1-8-15,0 3-3 0,-2 0-7 0,0 8-5 16,-3 0-4-16,1 2-3 0,-2-3-8 0,-2-2-3 0,3-7-6 16,1-2 1-16,0-3-8 0,3-2-6 0,-1 0-7 15,-1-3 0-15,1-3 3 0,0 3-2 0,1-3 26 16,0-2 36-16,1-2 4 0,0 0-4 0,0 0-9 16,12-12-4-16,-2 6-7 0,2-8-7 0,4 0-3 15,4-6 0-15,-2 0-6 0,5-1-8 0,-1 3 1 16,-2-4-5-16,1 5-1 15,-9 4 0-15,4 4 14 0,-7-1 6 0,-3 4 1 16,0 4-10-16,-1-2-7 0,1-1-2 0,-3 4-4 16,1-1-13-16,-4 2-12 0,0 0-7 0,0 0 3 0,12 7 3 15,-10-1-3-15,-2 3 6 0,2 1-2 0,0 2-1 16,-2-2 1-16,0 7 3 0,0-6-5 0,0-1-4 16,0 1-3-16,0-5 5 0,0 1 0 0,0-2 0 15,0 0 10-15,0-1-1 0,0 0 16 0,0-4 25 16,0 4 30-16,0-4 23 0,0 0-2 0,0 0-15 15,18-7-11-15,-12 5 0 0,6-3-8 0,-2 0-7 16,0-2-8-16,2 0-1 0,1 1-8 0,-2-1 6 16,5 1-23-16,-5 0 3 0,2 1 7 0,-3-1-7 15,4 3-16-15,4 0-21 0,-5 2-30 0,2-1-26 16,0-1-34-16,0 3-51 16,-1 1-61-16,-2-1-81 0,1 0-310 0,0 0-665 15,-2 0 294-15</inkml:trace>
  <inkml:trace contextRef="#ctx0" brushRef="#br0" timeOffset="35938.92">26691 2402 174 0,'0'0'227'0,"0"0"-12"0,0 0-15 0,0 0-15 0,0 0-22 16,0 0-13-16,0 0-20 0,22-1-11 0,-5-2-10 15,4 2-13-15,7 1-12 0,5 1-6 0,1-1-7 16,2 3-13-16,3-3-25 0,-1 0-35 0,-3 0-39 16,-1-3-55-16,-7-1-48 0,-7 2-158 0,-1-3-327 15,-2 0 145-15</inkml:trace>
  <inkml:trace contextRef="#ctx0" brushRef="#br0" timeOffset="36292.83">27179 2227 183 0,'-1'-5'342'0,"1"5"3"15,-2-9-13-15,2 9-21 0,0-5-23 0,0 5-14 16,2-7-30-16,-2 7-34 0,0 0-26 0,0 0-18 16,0-5-24-16,0 5-32 0,0 0-21 0,0 0-9 15,0 0-10-15,1 19-11 0,3-4-10 0,-4 2-4 16,4 4-3-16,-3-2-4 16,0 6-6-16,-1 1 1 0,0 0-5 0,0 1 1 15,1 0-4-15,-1-8-4 0,2-1-1 16,-1 1-3-16,-2-4-2 0,2 2 5 0,-2-6-3 15,1-1-3-15,0-1 0 0,0-1 0 0,0-3-3 16,0 0-1-16,0 0-6 0,2-1 2 0,-3 2 2 16,1-6-5-16,0 2 7 0,0-2-6 0,0 0-1 0,1 3-14 0,-1-3-33 15,0 0-33-15,0 0-32 0,-1-14-25 0,2 8-37 16,-1-4-54-16,2-2-39 0,0-3-224 0,1-1-529 16,4-4 235-16</inkml:trace>
  <inkml:trace contextRef="#ctx0" brushRef="#br0" timeOffset="36530.61">27497 2012 148 0,'0'0'210'0,"1"-4"-28"0,-1 4-13 16,0 0-13-16,9 9-10 0,-1 1-12 0,-2 9-4 15,6 5-5-15,-2 7 1 0,0 19-2 0,-1 1-2 16,-2 6-1-16,-5 3-7 0,-3 22-5 0,-3-26-6 15,-6 0-12-15,-3-1-5 0,-1-6-7 0,-8-1-8 0,-2-3-2 0,-6-2-5 16,-5-3 2-16,-6-6-12 0,0-2-9 0,-9-3-11 16,-9 0-31-16,-25 7-45 0,-1-9-66 0,21-15-67 0,-40-2-251 15,4-2-462-15,10-9 204 0</inkml:trace>
  <inkml:trace contextRef="#ctx0" brushRef="#br0" timeOffset="37078.4">24659 1945 202 0,'0'-3'270'0,"0"3"-31"0,0 0-31 0,0 0-22 16,0 0-23-16,-8 15-18 0,3 4-15 0,-13 10-12 0,-6 14-11 16,-4 11-9-16,-13 28-7 15,9-5 0-15,0 4-15 0,9-3-4 0,10-21-2 16,8 0-8-16,5 0-8 0,7 0 4 0,9-3-12 16,11-1 0-16,26 17 0 0,8-12-2 0,-11-19-17 15,35 10-45-15,6-5-89 0,1-12-314 0,8-7-456 0,-4-10 202 0</inkml:trace>
  <inkml:trace contextRef="#ctx0" brushRef="#br0" timeOffset="38095.99">28522 2186 92 0,'8'-15'249'0,"-3"-1"-8"0,0 1-7 0,-3 4-41 0,4-3-10 0,-3 0-8 16,-3 2-10-16,0 3-17 0,0-2-4 0,0 2-17 16,0 0-10-16,0 4-13 0,-3 1-8 0,1-2-16 15,2 4-7-15,-7-1-13 0,-2 6-13 0,-9 1-6 16,-8 6-4-16,-2 5-2 0,0 4-7 0,-13 14 0 15,3-2-4-15,6 7 8 0,0-2-12 0,2 3 3 16,9-7-5-16,5 2-3 16,-3-1 0-16,0 10-2 0,8-11 2 0,5-5-4 15,5 4 3-15,1-8-4 0,0 2 5 0,5-7 1 16,-1-4-1-16,4 0 1 0,-1-6-1 0,5 1 18 16,2-3 9-16,5-4 9 0,0 1 5 15,2-8 2-15,7 0 12 0,-3-7-5 0,-3 6-3 16,2-10-6-16,1-2 6 0,-2-2-4 0,-3-1-2 15,3-1-5-15,-4-2-3 0,0-2-2 0,-2 1 2 0,2-3-11 0,-5-1 3 16,-1 4 4-16,-3 1 1 0,-1 5 3 0,-4 7 8 16,-1 4-6-16,0-1 7 15,-3 4-6-15,3-2-23 0,-2 4-26 0,0 1-17 16,-2 2-11-16,0 0 3 0,0 0-2 0,-5 26 6 16,1-9 3-16,-2 8 0 0,3 1 7 0,0 3 1 15,6 3-6-15,2-3-11 0,4 8-19 16,5-4-30-16,9 7-33 0,-2-11-47 0,0-2-61 15,5-2-102-15,-6-4-217 0,3-4-577 0,2-4 257 16</inkml:trace>
  <inkml:trace contextRef="#ctx0" brushRef="#br0" timeOffset="38735.17">28849 2380 156 0,'0'-4'301'0,"3"-3"-11"16,-3 2-17-16,0 1-28 0,2 0-7 0,-1 0-24 16,-1 4-22-16,0-4-19 0,0 4-23 0,4-2-17 15,-4 2-14-15,0 0-18 0,4 7-6 0,-3 0-11 16,-1 6-16-16,2 3 0 0,-2 2-6 0,0 10-9 15,-4-3-1-15,-3 4-8 0,1 2 1 0,-2-3-6 16,-1 2-2-16,-1-1-10 16,4-2 1-16,-1-1-5 0,2-2 0 0,0-6-2 15,1-2-5-15,-2 1 7 0,4-10-4 0,0 4-6 16,2-6 0-16,0 3 3 0,-4-4 1 0,4 1 30 16,0 0 37-16,0-5 36 0,0 4 24 0,0-4 41 15,0 0 23-15,0 0-13 0,0 0-20 0,9-8-21 0,1 2-13 0,3-6-14 16,3 2-12-16,-4-3-11 0,9-8-14 15,3-1-10-15,-3 2-8 0,5-4-7 0,-1 2-8 0,-4 1-4 16,1 1-8-16,-1-1-3 0,0 1-4 16,-8 6-6-16,2 2-7 15,-3 0 4-15,-4 4-6 0,-1 1-2 0,1 0-6 0,-3 3 1 16,-1 0 0-16,-2-1-2 0,2 1-8 0,-2 1-4 16,-2 3-2-16,6-1-15 0,-6 1-16 0,0 0-22 15,2-5-12-15,-2 5-2 0,0 0 17 16,-12 13 4-16,3-3 5 0,-3 2 1 0,-4 3 8 15,-2-4-1-15,-3 7 5 0,7-4 5 0,-8 3 4 16,9-7-4-16,0 0 7 0,1 1-1 0,5-3-3 16,-1-1 4-16,4-2 5 0,-4-2-1 0,5 1-1 15,1 0 5-15,2-4-4 0,-5 6 5 0,4-5-3 16,1-1 1-16,0 0 2 0,-1 9-1 0,4-7 5 16,0 4 0-16,3-1 0 0,3 1 5 0,0 2-2 0,5 1 1 15,0 1-3-15,4 2-7 0,-4-1-42 0,4 2-59 0,1 4-64 16,3 0-73-16,-4-3-74 0,-5-1-406 15,1-1-787-15,-3-3 348 0</inkml:trace>
  <inkml:trace contextRef="#ctx0" brushRef="#br0" timeOffset="39037.25">29255 2682 202 0,'0'0'233'0,"0"0"-10"0,0 0-9 15,0 0-13-15,0 0-11 0,0 0-11 0,0 0-15 0,0 0-15 0,0 0-15 16,0 0-13-16,0 0-10 0,26-1-11 0,-7 1-12 16,11 1-24-1,-2 1-39-15,4-2-38 0,0 1-51 0,-2-1-53 0,1-3-74 16,-11 2-145-16,3-3-363 0,-3 2 160 0</inkml:trace>
  <inkml:trace contextRef="#ctx0" brushRef="#br0" timeOffset="39252.21">29713 2518 212 0,'0'-5'338'0,"0"5"-31"0,0 0-28 0,0-4-27 15,0 4-30-15,0 0-31 0,0 0-28 0,0 0-15 16,0 0-16-16,-3 23-11 0,3-6-11 0,0 8-9 15,-1 2-11-15,1-1-3 0,1 2-27 0,2-1-38 16,-2 4-50-16,3-2-74 0,1 0-91 0,-6-8-226 16,2-3-454-16,2-3 202 15</inkml:trace>
  <inkml:trace contextRef="#ctx0" brushRef="#br0" timeOffset="39846.32">30768 2716 5 0,'0'0'294'15,"0"0"-30"-15,0-5-29 0,0 5-27 0,0 0-22 16,0 0-25-16,0 0-21 0,0 0-12 0,0 0-14 16,-5 16-8-16,2-8-8 0,1 0-7 0,-2 4-15 15,3 0-3-15,-5 3-6 0,2-3-8 0,-3 4-35 16,1-5-26-16,0 5-22 0,-2-1-26 0,-1-1-33 15,0-3-52-15,-2 0-205 0,-3-7-367 0,1 1 163 16</inkml:trace>
  <inkml:trace contextRef="#ctx0" brushRef="#br0" timeOffset="40015.56">30756 2467 66 0,'4'-10'308'0,"3"3"-25"0,-6-1-27 15,3 4-26-15,-3 1-30 0,2-1-42 0,-2-1-40 0,-1 5-24 0,8 0-26 16,-8 0-28-16,10 6-54 0,-1-1-62 0,0-1-213 16,-1 5-313-16,3-2 140 0</inkml:trace>
  <inkml:trace contextRef="#ctx0" brushRef="#br0" timeOffset="40569.83">31567 2288 1726 0,'5'-12'211'0,"0"1"-113"0,2-1 6 0,-4 1-28 16,0 5-18-16,0 0-23 0,-2 1-4 0,1 0-17 0,0 3-8 15,-2 2-9-15,0 0-2 0,0 0 5 0,2 13-7 16,-4-2 6-16,0 8 2 0,-3 8-6 0,-2 2 3 15,0 0 0-15,0 5 3 0,1 0-4 0,-1 2 3 16,-1-2-1-16,0-3 0 0,-3 1 3 0,5-3 5 16,-1 0-5-1,3-3 3-15,2-9-5 0,-1 3 2 0,-3-4 1 0,3-3 2 16,1-4 0-16,-2 1 1 0,3-5-2 0,-2 4 23 16,3-4 38-16,-1-2 31 0,1 0 49 0,0-3 30 15,0 0 22-15,0 0-20 0,0 0-17 0,0 0-17 16,14-14-15-16,-6 5-10 0,-1-3-17 0,6-2-11 15,4-6-10-15,-2-1-8 0,0-3-11 0,4 2 0 16,-1 2-5-16,4-4-10 0,-4 4-2 0,-8 6-7 16,5 0-6-16,-3 2 0 0,-4 3-8 0,-2 1-3 0,2 1 2 0,-3 2-4 15,-3 0 1-15,4 2-5 0,-4-1-7 16,1 1-5-16,-1 1-10 0,1-1-24 0,-3 3-30 16,0 0-6-16,0 0-10 0,0 0 12 0,0 0 7 15,-9 12 4-15,2-2 7 0,0 0 8 0,-5 2 4 16,-1 2 1-16,2 1 7 0,-2-3 0 0,0 3 5 0,2 1-1 15,1-3 5-15,1 1 0 0,1-2 8 0,2-2-3 0,-1 0 1 16,3-1 1-16,-1-2-1 0,3 3 3 0,0-5 0 31,-1 1 4-31,6-1 0 0,0 3 9 0,1 1-4 0,4-1 5 0,-1 0-9 16,5 0-18-16,-1 0-38 0,7-1-33 0,-4 6-49 16,-5-8-58-16,8 4-92 0,-7-4-208 0,1-2-541 15,-2 3 239-15</inkml:trace>
  <inkml:trace contextRef="#ctx0" brushRef="#br0" timeOffset="41055.96">31950 2288 148 0,'0'0'198'0,"-2"-5"-24"0,2 5-16 16,0 0-20 0,0 0-12-16,0 0-15 0,4 13-10 0,-2-2-4 0,2 1-12 0,2 3-4 15,1 2-13-15,4 8-2 16,-3-7-7-16,1 1-6 0,6 3-3 0,-6-6-4 16,3 0-6-16,0-2-3 0,-4-4-8 0,1 0 1 0,1-2-4 15,-1 0 1-15,-4-3-3 0,-1 0-4 0,1-2-1 16,3 1 10-16,-4-3 14 0,-2 0 15 15,-2-1 11-15,0 0 18 0,12-1 12 0,-12 1 7 16,4-3 2-16,-4 3-13 0,0 0-12 0,6-2-8 16,-6 2-10-16,0 0-6 0,0 0-27 0,0 0-5 0,1 6-6 0,-4 0 1 15,-4 3-6-15,-3 5 1 0,-4 4-2 0,-7 6 0 16,-2 0-5-16,1 4 4 0,-10 7-6 0,7-9 1 16,5 1 1-16,-3 1 1 0,1-2-4 0,4 0 1 15,0 0-5-15,4-5 3 0,0 2-4 0,5-10 7 16,0 3-2-16,0 0-2 0,4-7 6 0,1 0-3 15,0-2-5-15,3 1 4 0,-3-6 0 0,4 5 2 0,-4-3 3 32,4-4 16-32,0 0 2 0,-4 6 10 0,4-6 4 0,0 0-5 0,-4 7 4 15,4-7-7-15,0 0-19 0,0 0-41 0,0 0-36 16,0 0-43-16,0 0-44 0,0 0-48 0,12-24-72 16,-8 18-200-16,1-5-505 0,4 2 224 0</inkml:trace>
  <inkml:trace contextRef="#ctx0" brushRef="#br0" timeOffset="41287">32299 2721 96 0,'4'-1'272'0,"-4"1"-29"0,0 0-29 0,0 0-24 16,0 0-15-16,-8 11-17 0,4-4-13 0,-7 5-11 15,2 4-13-15,-11 5-11 0,7 1-8 0,-6 1-4 16,2 4-13-16,-1-4-8 0,3 2-5 0,-3 2-32 16,4-2-26-1,0-4-35-15,1 2-33 0,-1-6-55 0,5-3-60 0,-4 0-164 16,4-5-359-16,4-4 159 0</inkml:trace>
  <inkml:trace contextRef="#ctx0" brushRef="#br0" timeOffset="42120.35">32817 2259 257 0,'1'-3'269'0,"-1"3"-20"0,1-4-16 15,-1 4-26-15,0 0-17 16,0 0-21-16,0 0-24 0,2-6-35 16,-2 6-13-16,0 0-10 0,0 13-11 0,0-1-8 15,-2 5-6-15,0 8-7 0,-1 4-7 0,2 2-2 16,-2 2 24-16,2 1-2 0,0 2-8 0,-3 10-3 16,3-13-3-16,1 0-9 0,0 4 1 0,0-6-6 15,1-2-1-15,0-4-4 0,3 3 2 0,-3-9-10 0,1-4 0 16,-2 1-27-16,0-4-25 0,1-2-23 0,0-2-20 0,-1-1-9 15,0-2 1-15,1-1-1 0,-1-4-46 0,0 0-76 16,0 0-181-16,0 0-412 0,0 0 182 0</inkml:trace>
  <inkml:trace contextRef="#ctx0" brushRef="#br0" timeOffset="42352.03">32780 2193 175 0,'1'-9'340'15,"0"4"-20"-15,-1 0-15 0,3 0-35 16,-2 0-24-16,-1 5-32 0,3-9-21 0,-3 9-35 16,0 0-44-16,0 0-30 0,0 0-2 0,0 0-13 15,0 0-16-15,-17 39 10 0,0-11-6 16,3 3-7-16,-9 11-13 0,-2-1-37 0,-3 3-32 15,1-1-44-15,-1 1-36 0,7-13-63 0,-8 7-232 16,7-10-438-16,4-4 193 0</inkml:trace>
  <inkml:trace contextRef="#ctx0" brushRef="#br0" timeOffset="42657.1">32577 2900 72 0,'0'0'320'0,"0"0"-18"0,0 0-28 0,0 0-27 16,0 0-24-16,20 0-20 0,-1 0-33 0,11 3-48 0,6 1-70 15,18-1-81-15,0 4-127 0,-2-5-144 16,-1-7-325-16,-14 0 143 0</inkml:trace>
  <inkml:trace contextRef="#ctx0" brushRef="#br0" timeOffset="45452.97">4303 6884 111 0,'0'0'103'15,"-10"-1"-2"-15,10 1-4 0,-9 0 6 0,5-1-6 16,4 1-6-16,-8-2 12 0,8 2-6 0,-6-2 0 16,6 2-6-16,0 0-3 0,-9-1-7 0,9 1-2 0,0 0-4 0,0 0-5 15,0 0 5-15,0 0-8 0,-5 3-1 0,5-3 0 16,0 0-8-16,0 0-2 0,0 0-3 0,0 0-2 16,0 0-8-16,0 0-4 0,0 0-3 0,0 0-1 15,0 0-7-15,0 0 0 0,0 0-3 0,19 0-3 16,-5-3 0-16,8 1 2 0,10 1-7 0,4-3 2 15,2 0-4-15,15-2 0 0,0 0-1 0,-14 1-2 16,12 2 3-16,-13 0 1 0,0-1-2 0,-1 2 0 16,-2-3-1-16,-5 2-2 0,-8 1 2 0,-1 0-4 0,-3 1-1 0,-7 1-2 15,-1-2-10-15,-1 4-15 0,-2-2-8 0,-7 0-1 16,5 1 4-16,-5-1-12 0,0 0-27 0,-19 9-15 16,7-4-36-16,-6 2-48 0,0-3-161 0,-2 1-349 15,3 1 154-15</inkml:trace>
  <inkml:trace contextRef="#ctx0" brushRef="#br0" timeOffset="45743.15">4500 6877 139 0,'0'0'272'16,"-5"-3"-10"-16,5 3-15 0,-4-1-16 0,4 1-17 16,0 0-24-16,0 0-10 0,0 0-26 0,-8-1-17 15,8 1-17-15,0 0-13 0,0 0-9 0,0 0-10 16,0 0-10-16,17 6-6 0,-7-2-8 0,3-2-4 16,0-2-4-16,9 3-7 15,-3-2-15-15,9 1-17 0,-6-3-21 0,8 2-24 16,-2 1-24-16,3-2-12 0,0 3-21 0,-2-3-8 15,4 2-18-15,-2-1-12 0,-2-1-12 0,0 1-21 16,-8-2-30-16,-3 0-120 0,-4 1-331 0,-1-2 147 16</inkml:trace>
  <inkml:trace contextRef="#ctx0" brushRef="#br0" timeOffset="46454.93">4411 6890 28 0,'-8'0'138'16,"8"0"-15"-16,-13 0-3 0,6 5-10 0,0-8-7 0,7 3-4 0,-10 0-7 15,5 3 1-15,5-3-9 0,-9 0 7 0,9 0 2 16,0 0-3-16,-8 0 11 0,8 0-3 0,0 0 0 16,0 0-1-16,0 0-2 0,0 0-10 0,0 0-4 15,0 0-9-15,0 0-8 0,0 0-8 0,17-6-5 16,-4 5-6-16,7-2-3 0,8 1-4 0,4-3-6 15,5 0-2-15,0-1 0 0,3 0 1 0,12 3-11 16,-11-3-4-16,-4 3 1 0,-1-3 3 0,0 4-3 16,-4 0-1-16,-4 0-1 0,-9-1-7 0,-6 3 4 0,-2 0-2 15,-3-2-5-15,1 2-1 0,-3 0-13 0,-6 0-15 0,12 0 1 16,-12 0-22-16,0 0-15 0,0 0-30 0,-17 7-39 16,7-4-48-16,-8 1-159 0,1 3-363 0,-1-2 160 15</inkml:trace>
  <inkml:trace contextRef="#ctx0" brushRef="#br0" timeOffset="46940.28">4432 7175 105 0,'-5'2'216'16,"0"-1"4"-16,5-1 4 0,-10 1 3 0,10-1-7 15,-5 0 1-15,5 0-8 0,0 0-11 0,-7 2-21 16,7-2-15-16,0 0-15 0,0 0-11 0,0 0-19 16,0 0-9-16,0 0-10 15,0 0-6-15,0 0-6 0,0 0-2 0,0 0-5 16,0 0-4-16,0 0-3 0,0 0-10 0,0 0-7 15,0 0 14-15,0 0-11 0,0 0-16 0,0 0-8 16,-6 0-7-16,6 0 5 0,0 0-2 0,0 0-3 16,0 0-3-16,0 0-5 0,0 0-1 0,0 0-4 0,0 0-5 0,0 0 3 0,0 0-3 15,0 0 3-15,0 0-6 0,0 0-1 16,0 0-1-16,0 0-1 0,0 0 2 0,0 0-4 16,0 0 1-16,22-6-3 0,-7 4 0 15,5 0-3-15,1-2 2 0,8 0 1 0,2-3 1 16,1 3-11-16,6-2 10 0,-3 1-8 0,-1-2-3 0,-2 5 10 15,0-3-1-15,-9 1-1 0,-5 1-3 0,0 0 3 16,-6 1 5-16,-1 0-2 0,-2 1-1 0,-1 0 2 16,-3 0 4-1,0-1-5-15,0 1-1 0,-5 1 1 0,6-1 5 16,-6 1-10-16,4 0-7 0,-4 0-18 0,0 0-7 16,0 0-13-16,8-3-16 0,-8 3-32 0,0 0-42 15,0 0-41-15,0 0-41 0,0 0-84 0,-17-3-186 16,12 1-530-16,-1 0 234 0</inkml:trace>
  <inkml:trace contextRef="#ctx0" brushRef="#br0" timeOffset="47478.62">4832 6711 234 0,'-1'-6'326'16,"0"1"-12"-16,-1 0-17 0,1 2-19 0,0-2-26 15,1 5-27-15,-3-5-23 0,3 5-26 0,0 0-25 16,0-3-16-16,0 3-17 0,0 0-1 16,0 0-25-16,9 9-4 0,-1-2-9 0,2 2-9 0,3 2-7 15,2 4-7-15,7 0-3 0,-7-1-4 0,7 1-6 16,-7-1-9-16,10 3-1 0,-5-1-3 0,2 0-7 16,-6-4-4-1,0-1-12-15,0-3-2 0,0 2 0 0,-4-4-3 16,0-1 4-16,-2-2-1 0,-1 0 5 0,-5 0-4 0,2-2 13 15,0 1 7-15,-6-2 1 0,11-2 4 16,-11 2 12-16,6-2 12 0,-6 2 3 0,7-5 7 16,-5 3 0-16,1 0 8 0,-3 2-11 0,4-4-11 0,-4 4 2 0,2-1-7 15,-2 1-29-15,0 0-8 0,0 0-20 0,0 0 4 16,-2 12-1-16,-6 0 1 0,-3 13-1 0,-6-1 3 16,0 6 1-16,-10 12-1 0,-1 4-3 0,-4 0 0 15,2 0 2-15,-1-1-3 0,-1-3 5 0,4 0 1 16,8-14 2-16,2 1 8 0,0 0-4 0,4-4-11 15,-2-2-2-15,6-6 1 0,-1 1 6 0,2-4 6 16,1 0-6-16,2-3-2 0,1-4 9 0,1-3 2 16,0 3-4-16,4-4 8 15,-4 1 24-15,4 1 28 0,-4-2 9 0,4-3 32 16,-1 3 9-16,1-3 1 0,-4 1 0 0,4-1 0 16,0 0-7-16,0 0-9 0,0 0-14 0,0 0-10 15,-4 4-4-15,4-4-10 0,0 0-29 0,0 0-33 0,0 0-33 0,0 0-25 0,0 0-61 16,0 0-63-16,0 0-137 0,0 0-465 0,0 0-850 15,8-17 376-15</inkml:trace>
  <inkml:trace contextRef="#ctx0" brushRef="#br0" timeOffset="49097.49">7963 6730 181 0,'0'-7'207'0,"3"0"-3"0,1-3-6 15,-1 0-6-15,-2 1-6 0,2-2-3 0,-2 2-5 0,1-1-3 16,0 1-12-16,-2-3-7 0,0 5-7 0,0-2-11 15,0 1-9-15,0 0-12 0,-2 3-10 0,0-1-11 0,1 1-10 16,-3 0-9-16,1 2-4 0,-1 0-6 0,-3-1-20 16,2 4-8-16,-8 1-3 0,0 5-6 0,-5 1-6 0,-4 6-4 0,-1 6-4 15,-3 0-4-15,3 5 0 0,1 2-4 16,-10 11 0-16,13-5-5 0,-8 9 3 0,9 2 2 16,3-10-3-16,2 0 0 0,6 3 3 0,-1-5-5 15,4-1-1-15,2-1 4 0,2-5-3 0,0-4-2 16,3-2 3-16,0-1 1 0,1-5 0 0,1-2 1 15,1 1 2-15,-2-3 3 0,1-2 7 0,-1-2 22 0,3 1 21 16,1-3 26-16,3-1 40 0,-2-2 11 16,2-3 8-16,1-1 3 15,4-4 7-15,-3-1-7 0,1-4-6 0,0 3-2 16,2-3-6-16,-1-1-17 0,-1-5-11 0,2-5-12 16,-1 3-6-16,0-3-8 0,-4 1-13 0,3 1-6 15,-3 1-5-15,-4 6-3 0,2 6-3 0,-5-1-2 16,1 5-7-16,-1-1-4 0,-4 1-5 0,3 2-3 15,-1 2-9-15,-2-3-7 0,4 4-26 0,-4 1-24 16,0 0-31-16,3-5-21 0,-3 5 5 0,0 0 5 0,-2 13 10 0,1-5 10 16,1 4 4-1,0 3 3-15,-3 4 12 0,2-2-1 0,1-1 4 0,0 2 4 16,1-1-1-16,2-1 8 0,-2-4 1 0,1-1 7 16,1 0-1-16,2-2-4 0,-1-1 15 0,1 1 3 0,3-3 5 15,6 0 1-15,-1-2-2 0,6-1-12 16,13-3-36-16,1-2-58 0,0-1-56 0,1-2-61 15,-4-1-92-15,4-9-377 0,0 2-749 0,-3-3 332 16</inkml:trace>
  <inkml:trace contextRef="#ctx0" brushRef="#br0" timeOffset="49861.35">8465 6927 174 0,'0'-13'290'16,"3"1"-15"-16,-2 0-14 0,2 5-5 0,-2-4-16 16,0 4-10-16,-1 1-21 15,3 1-17-15,-3 3-17 0,1-1-28 0,-1 3-14 16,0-7-20-16,0 7-20 0,0 0-3 0,0 0-18 16,0 0-10-16,3 14 3 0,-3 3-16 0,-3 0-2 15,3 9 5-15,-1 2-17 0,-4 3-4 0,-2 2 6 16,2-1-6-16,1 2-12 0,-2 2 1 0,-2-4-7 15,3-1 1-15,1-2-1 0,0 0-4 0,3-10 4 16,-2 1-4-16,1-4 3 0,1-3-5 0,-2-4 3 0,3 1 0 0,0-3-3 16,0 0 7-1,-1-3 16-15,1 0 22 0,0 1 40 0,0-5 49 0,1 6 38 16,-1-6 35-16,4 1 25 0,-4-1-13 0,0 0-18 16,6-9-22-16,1 4-17 0,-1-5-20 0,7-5-8 15,0 1-20-15,2-8-14 0,2-2-14 0,2-2-5 16,0-1-10-16,3-1-10 0,-1 2-7 15,-1 0-5-15,1 2-7 0,-3-1-4 0,0 5-6 16,-4 3 1-16,-2 1-8 0,-2 2-4 0,-3 5-4 0,1 0 0 16,-4 0-1-16,2 2-1 0,-2 2-3 0,-1 1 0 15,2 0-4-15,-4 0-1 0,2 1-6 0,-2 1-12 16,-1 2-12-16,0 0-16 0,3-4-17 0,-3 4-17 16,0 0-11-16,0 0 5 0,0 0 8 0,-13 6 2 15,6 2 8-15,-2-1 5 0,-2 0 0 0,0 3 12 0,0-3 0 16,2 3 3-16,-1-1 2 0,1-2 6 0,0-1 0 15,3 0 3-15,2-1 1 0,0-2 3 0,-1 1 0 0,2-3 4 16,2 2 6-16,1-3-1 0,-4 4 1 0,4-4 4 16,-1 4-2-1,1-4 1-15,0 0 0 0,-3 2 1 0,3-2-6 0,0 0 0 16,0 0-3-16,-1 4 0 0,1-4-6 0,4 5 7 0,-1 2-1 0,3 2 4 0,-1 1 2 16,8 5-3-16,-3 2 6 0,3 7-2 0,6-1 4 15,-1 0 1-15,0 4-31 0,1-4-35 0,-1 2-45 16,2-2-62-16,-2 0-53 0,-2 2-59 0,-2-1-63 0,-3-6-365 15,-1 6-776-15,3-11 344 0</inkml:trace>
  <inkml:trace contextRef="#ctx0" brushRef="#br0" timeOffset="50754.78">9756 6895 20 0,'0'0'196'0,"0"0"-1"0,-4-3-8 16,4 3-4-16,0 0-7 0,0 0-4 0,0 0-4 16,0 0-10-16,0 0-9 0,0 0-13 0,0 0-6 15,0 0-10-15,0 0-8 0,0 0-10 0,0 0-9 16,0 0-8-16,0 0-10 0,0 0-2 0,0 0-4 15,0 0-8-15,0 0 4 0,0 0-11 16,0 0-7-16,0 0 6 0,0 0-13 0,0 0-5 0,9-5-1 16,-4 3-7-16,3 2-4 0,2-2-1 0,9-1 0 15,3 0-2-15,6-1-2 0,2-2-1 0,5 0 10 16,1 3-6-16,-3-2 0 0,4 1-1 16,0-3 0-16,1-1-2 0,-2 3 1 0,0 3 1 0,-1-4 4 15,-7 2-3-15,-8 4-3 0,-3-2-4 0,-3-1-1 0,-3 2-2 16,1-2-6-16,-5 3-17 0,-1 0-18 0,-6 0-25 15,7 2-23-15,-7-2-22 0,0 0-32 0,0 0-39 0,-16 5-62 16,4-3-200-16,-5 5-470 0,5-2 208 0</inkml:trace>
  <inkml:trace contextRef="#ctx0" brushRef="#br0" timeOffset="51072.15">9882 7090 106 0,'-7'0'217'16,"7"0"0"-16,-8 1-7 0,4 1-9 0,4-2-1 15,0 0-2-15,-6 1-9 0,6-1-18 0,0 0-14 16,0 0-18-16,0 0-13 0,29-3-12 0,-8 1-11 15,13-1-12-15,17 1-5 0,4-1-9 0,1-4-10 16,-1 4-2-16,-1 1-3 0,1-1 10 0,-1-1-4 0,-15 1-1 0,-3-2 0 31,-3 3-6-31,-6 0-2 0,-7 0-11 0,-3 1 11 0,-5-3-17 0,-6 4-3 16,0-1-7-16,3 1 1 0,-5-2-13 0,-4 2-20 16,0 0-24-16,0 0-35 0,0 0-45 0,-13 8-62 15,1-4-85-15,-6-2-226 0,4 1-516 0,2-3 228 16</inkml:trace>
  <inkml:trace contextRef="#ctx0" brushRef="#br0" timeOffset="54292.87">11960 6829 8 0,'-9'0'180'0,"9"0"-6"0,-4 0-3 0,4 0-9 0,0 0 0 16,0 0-9-16,-10-1-9 0,10 1-13 0,0 0-1 16,0 0-12-16,0 0-6 0,0 0-10 0,0 0-5 15,0 0-1-15,0 0-8 0,-4-1 1 0,4 1-5 16,0 0-4-16,0 0-1 0,0 0 0 0,0 0-10 0,0 0-1 16,0 0-1-16,0 0-3 0,0 0-3 15,0 0-6-15,0 0-1 16,0 0-3-16,0 0-1 0,0 0-6 0,0 0-3 15,0 0-4-15,0 0-7 0,0 0 2 0,0 0-7 16,0 0 8-16,0 0-10 0,0 0-3 0,0 0-3 0,0 0-2 0,0 0-4 16,0 0 2-16,0 0-4 15,0 0 2-15,0 0-2 0,0 0 2 0,0 0-3 16,0 0-4-16,0 0 1 0,0 0 0 0,0 0 0 16,0 0-1-16,0 0-1 0,0 0 5 0,0 0-3 0,0 0 6 0,0 0-2 15,0 0 5-15,0 0 0 0,0 0 0 0,0 0-2 16,0 0 3-16,0 0-5 0,0 0 1 0,0 0-2 15,0 0 0-15,0 0-2 0,0 0 2 0,0 0 1 16,0 0-3-16,0 0 6 0,0 0-11 0,0 0 3 16,0 0-5-16,0 0 2 0,0 0-2 0,0 0 3 15,0 0-2-15,0 0 0 0,0 0 2 0,0 0-3 0,0 0 3 0,0 0-3 16,0 0 0-16,0 0-1 0,0 0 0 0,0 0 1 16,0 0 3-16,0 0-2 0,0 0 1 0,0 0 0 15,0 0-2-15,0 0-1 0,0 0 6 0,0 0 8 16,0 0-16-16,0 0 1 0,0 0-1 0,0 0 1 15,0 0 3-15,0 0-5 0,0 0 7 0,18-5-4 16,-13 4-3-16,2 1 1 16,-7 0 2-16,15 1 1 0,-9-1-3 0,2-1 0 15,0 0 6-15,0 1-3 0,-1 0-3 0,1 0 3 0,-2 0 0 0,-6 0 0 16,13 0-1-16,-8 0-1 0,0 0 0 16,-5 0 2-16,0 0 2 0,9 0-3 0,-9 0 2 15,6 0-1-15,-6 0 0 0,0 0 3 0,4-3 7 16,-4 3-13-16,0 0 2 0,0 0 2 0,0 0 2 0,0 0-4 15,0 0 3-15,0 0 5 0,9 3-12 0,-9-3 3 16,0 0 1-16,0 0 1 0,0 0-2 16,0 0 3-16,0 0 1 0,0 0-6 0,0 0 5 15,0 0-5-15,0 0 3 0,0 0 5 0,0 0-5 0,0 0 1 16,0 0-2-16,0 0-5 0,9-3 10 0,-2 3-3 16,5-2-2-16,6 4-2 0,9-6 4 0,4 3-3 15,2-1-2-15,3 0 7 0,1-3 0 16,1 2-7-16,-1 3 3 15,4-1 4-15,-7-3-4 0,-3 2 11 0,-3-2-10 16,-10 5-2-16,1-3 4 0,-7 2-4 0,-1-2 5 16,-3 2-2-16,-3-2 12 0,3 2-12 0,-8 0 2 0,10-1-10 0,-6 0-9 15,-4 1-19-15,0 0-21 0,8-1-35 0,-8 1-28 0,0 0-37 16,0 0-61-16,0 0-265 0,-17 7-522 16,17-7 230-16</inkml:trace>
  <inkml:trace contextRef="#ctx0" brushRef="#br0" timeOffset="59758.21">14256 6081 51 0,'0'-4'182'0,"-5"-1"-10"0,3 0-5 15,0 0-5-15,1-2 5 0,1 2-2 0,0-2-9 0,-4 0-4 16,4 2-13-16,0-2-4 0,0 3-12 16,0-2-8-16,2 1-12 0,0 0-9 0,1-1-12 0,2 1-6 0,1-1-11 15,3 0-4-15,-2 2-6 0,4-3-4 0,2 5-8 16,-2-2-4-16,3 1-5 0,2 3-4 0,-2 2-3 16,2-1-3-16,-2 5-7 0,2 2-4 0,0 0-2 15,-2 4 0-15,0 4 0 0,1 6-2 0,-5 5-1 16,-3 2 0-16,-3-1 2 0,-6 6 1 0,-5 0-9 15,-7 12 5-15,-9 1-1 0,-4-1 1 0,-2-6 4 16,-4 1-2-16,-3-4-2 16,10-13 6-16,-2-2-8 0,3-1-2 0,0-4 3 15,8-4-4-15,1-2 1 0,6-3 3 0,0-2 3 16,2-1 18-16,2 0 34 0,0-2 39 0,2-1 43 16,0-1 38-16,4-1-14 0,0 0-11 0,-3-6-30 15,10-4-13-15,4 2-15 0,4-2-7 0,3-2-28 16,6 0 8-16,3 2-11 0,-2-1-14 0,4 2-8 15,2 2-11-15,-2 2-24 0,4 1-9 0,2 1-7 0,-1 1-37 0,-1-1-32 16,3 3-37-16,0 3-32 0,-1-6-70 0,3 6-84 16,-5-3-279-1,0 2-632-15,-2-4 280 0</inkml:trace>
  <inkml:trace contextRef="#ctx0" brushRef="#br0" timeOffset="61282.67">15311 5929 120 0,'3'-12'248'0,"2"3"-5"0,0-2-5 0,-1 0-6 16,4 1 2-16,-5 3 4 0,1 0-8 0,0 2-17 15,-1 1-16-15,-2 1-21 0,1-2-16 0,0 3-18 16,-2 2-18-16,1-5-20 0,2 3-22 0,-3 2-31 16,0 0-20-16,0 0-1 0,4 11-7 0,-4-1-7 15,-3 4 0-15,2 6 0 0,-2 4-3 0,-2 4 0 16,1-3 1-16,0 4 0 0,-2-1-5 0,1-3 2 16,0 4-3-16,1-5 5 0,0 1-5 0,2 0-1 0,-2-7 1 15,0-1 0-15,0-1 0 0,3-4-3 0,0-1 3 16,1-1 0-16,-3-3-2 0,3-2 5 0,0 0-5 0,0 1 1 15,0-3 26-15,0-3 27 0,0 6 19 0,0-6 19 16,0 6 33-16,0-6 13 0,0 0 12 0,0 0 10 16,0 3 4-16,0-3-16 0,0 0-12 0,5-12-15 15,-1 7-14 1,1-7-10-16,7-1-12 0,1-2-11 0,3-8-5 0,-2 2-11 16,4 1-9-16,0 0-1 0,0-1-6 15,-4 4-6-15,0 2-4 0,-1 1-4 0,-2 1-5 16,0 1-5-16,-4 3-3 0,1 1 2 0,-2 0-4 15,-1 3-3-15,-1-1-8 0,0 1 7 0,-1 4-2 0,-1-4-4 16,2 2-3-16,-4 3-1 0,4-3-14 0,-4 3-7 16,1-2-15-16,-1 2-11 0,0 0-19 0,0 0-3 0,0 0 8 15,0 0 2-15,0 0 8 0,-18 12 15 0,8-5-8 16,-1 1 4-16,-1 7 4 0,2-6 3 0,-2 3-3 16,3-2 8-16,-1-2-1 0,1 5 0 0,2-1 4 15,-1 3 1-15,3-4 5 0,-3-2-20 0,3 1 17 16,4-1 0-16,-2 0-2 0,3-1 7 0,0 3 2 15,4-3-10-15,1 2 19 0,3-2-7 0,2 5 2 0,5-1 6 0,2 1 4 16,7 0-19-16,2 1-27 0,2 0-36 0,2-2-61 16,-2 2-49-16,2 3-60 0,-1-5-107 0,-4-1-294 15,-5-5-703-15,0 4 312 0</inkml:trace>
  <inkml:trace contextRef="#ctx0" brushRef="#br0" timeOffset="62006.94">16023 6217 163 0,'-5'0'196'0,"5"0"-10"0,-8-1-13 0,8 1-8 15,-7 0-9-15,7 0-13 0,0 0-10 0,0 0-1 16,-9-1-1-16,9 1-4 0,0 0-1 0,0 0-7 16,0 0-6-16,0 0-7 0,0 0-10 0,-4 2-6 15,4-2-4-15,0 0-6 0,0 0-5 0,0 0-3 16,0 0-4-16,0 0-8 0,0 0-1 0,0 0-9 15,0 0-5-15,0 0-6 16,0 0-6-16,0 0 1 0,0 0-4 0,0 0-3 16,0 0-1-16,0 0-6 0,0 0 2 0,0 0-5 0,0 0 1 15,0 0-4-15,0 0 6 0,0 0-7 0,0 0-5 16,0 0-1-16,0 0 3 0,0 0-3 0,0 0 1 16,0 0 0-16,0 0 1 0,0 0-1 0,0 0 1 15,0 0 0-15,0 0-3 0,0 0 5 0,0 0-4 0,0 0-1 16,0 0-3-16,0 0 5 0,0 0-3 15,0 0 0-15,0 0-3 0,0 0 2 0,0 0-3 16,0 0 2-16,0 0-1 0,-5 0 1 0,5 0-3 16,0 0-1-16,0 0 2 0,0 0 2 0,0 0 0 0,0 0-2 15,0 0 2-15,0 0-2 0,19-2 2 0,-6 2-3 16,9-2 3-16,5 1 0 0,2-1-3 0,7 1 1 16,1 2 1-16,1-3-3 0,2 1 2 0,13-3 11 0,0 0-13 15,-15 3 1-15,-1-2 4 0,-1 0 0 0,-4 2-3 16,-1-2-4-16,-10 3-7 0,0-2-10 0,-7 0-11 15,-1 2-11-15,-6-1-14 0,0 0-11 0,-3 0-32 16,-4 1-40-16,0 0-25 0,0 0-24 0,-18-7-35 16,4 4-180-1,-4 1-435-15,-3 0 193 0</inkml:trace>
  <inkml:trace contextRef="#ctx0" brushRef="#br0" timeOffset="62237.55">16229 6093 56 0,'1'-9'272'16,"2"2"9"-16,-2 0-3 0,-1 0 1 0,0 1-3 0,4-1-16 0,-4 5-20 15,0-4-23-15,1 2-17 0,-1 4-28 0,0-6-17 16,0 6-34-16,0 0-21 0,0 0-15 0,0 0-13 16,3 16-8-16,-2-1-2 0,-1 3-9 0,3 10-4 15,-6-4 0-15,3 7-8 0,3-3-2 0,-2 4-23 16,2-1-27-16,-2 1-45 0,-1 1-44 0,0-4-36 15,0 1-59-15,0-3-296 16,4-2-529-16,1-8 234 0</inkml:trace>
  <inkml:trace contextRef="#ctx0" brushRef="#br0" timeOffset="62901.45">16827 6032 256 0,'2'-6'321'0,"0"1"-16"0,1 0-5 0,-1 0-14 16,1 1-17-16,-1 0-10 0,0 1-26 16,0 0-20-16,-1 1-19 15,-1 2-23-15,0-5-19 0,0 5-27 0,4-3-20 16,-4 3-21-16,0 0-12 0,0 0-7 0,2 10-4 16,0-3-4-16,-2 3-12 0,0 1-3 0,0 7-3 15,0 1-8-15,0 0 3 0,-2 6-3 0,0 0-2 0,2-7 0 16,-4 0-11-16,3 1 14 0,1-5-13 0,0-2-4 15,0-4 1-15,0-1 6 0,0 0-9 16,0-2-3-16,0 2 4 0,0-4-2 0,-2 2 9 16,2-1 15-16,0-4 2 0,0 0-1 0,0 0-1 0,21-11-14 0,-12 6 18 15,0-3-6-15,5-5 2 0,0 1-1 0,0-1-10 16,7-9 7-16,-2 2-11 0,-2 2 1 0,-3 4 0 16,-1 0 0-16,-1 2 8 0,-4 3 4 0,0 3-10 15,-3 1-3-15,0 0-9 0,0 1 2 0,-3 0 4 16,2 3-12-16,0-2-10 0,-4 3-36 0,3-4-14 15,-3 4 0-15,0 0 7 16,4 12-1-16,-2-4 20 0,-2-1-9 0,0 7 0 16,0-4-8-16,0-2 3 0,1 3-3 0,-1-3 0 15,0 4-6-15,0-7 1 0,0 2 7 0,3-2 4 16,-3-1 8-16,0 0 11 0,0-4 23 0,2 4 11 16,-2-4 0-16,0 0 4 0,18-7 4 0,-9 1 6 15,5-1 2-15,-1-2-5 0,4 1 13 0,-6 1 5 16,1 0-4-16,-2 0 6 0,0 0-8 0,0 1 4 0,-3 0-2 0,-2 5-5 15,0-3-5-15,-2 3-13 0,2-2 2 0,2 2-13 16,-7 1-10-16,14 7-16 0,-5-2-29 0,4 2-36 16,-3 1-39-16,2 5-53 0,-1-2-84 0,2 0-350 15,-3-3-662-15,-1 0 293 0</inkml:trace>
  <inkml:trace contextRef="#ctx0" brushRef="#br0" timeOffset="64542.02">17738 6164 8 0,'-6'0'183'16,"0"0"-5"-16,6 0-7 0,-7 0-10 0,7 0-1 16,-10-2-7-16,10 2-4 0,0 0-9 0,0 0-3 0,0 0-3 0,-8-1-1 15,8 1-8-15,0 0-6 0,0 0-4 0,0 0-5 16,-4 4 0-16,4-4 1 0,0 0-12 0,0 0-8 16,0 0-5-16,0 0-6 0,0 0-6 15,0 0 0-15,0 0-10 0,0 0-3 0,0 0-7 16,0 0-7-16,0 0-2 0,0 0-2 0,0 0-7 0,0 0-2 15,0 0 0-15,0 0-11 0,0 0 1 0,0 0-3 16,0 0-1-16,0 0-4 0,0 0 13 0,0 0-16 16,0 0-3-16,0 0 7 0,0 0-5 0,0 0 0 0,0 0 0 15,0 0-3-15,0 0 1 0,0 0 2 0,0 0-4 0,0 0 3 16,0 0-5-16,0 0 0 0,0 0 11 16,0 0-9-16,0 0 0 0,0 0-3 0,0 0 2 15,0 0 4-15,0 0 15 0,0 0-10 0,0 0-4 16,0 0 4-16,0 0 1 0,0 0 2 0,0 0 6 0,0 0-5 15,0 0-1 1,0 0-2-16,0 0 2 0,0 0 10 0,0 0-6 16,0 0-10-16,0 0 2 0,0 0 0 0,0 0-4 0,0 0 4 0,0 0-2 15,0 0-1-15,0 0-4 0,0 0 2 0,0 0-6 16,0 0 2-16,0 0 2 0,0 0-2 0,0 0-1 16,0 0-1-16,0 0-2 0,0 0-1 0,0 0 2 15,0 0 2-15,0 0 1 0,0 0-7 0,0 0 7 16,0 0 0-16,0 0-7 0,0 0-4 0,0 0 5 15,0 0 3-15,0 0 0 0,0 0 1 0,0 0-5 16,0 0 4-16,0 0 1 0,0 0 13 0,0 0-15 16,0 0-1-16,0 0 1 0,0 0 2 0,0 0-1 15,0 0 3-15,0 0-2 0,0 0 1 0,0 0-3 16,25-8-3-16,-10 8-3 0,4-4 3 0,12 0 7 16,0 0-11-16,1 2 6 15,1 0-2-15,-1-1 4 0,2-2-8 0,-2 5 9 16,0-1-6-16,-1-1 9 0,-3 0-15 0,-8 1 2 15,-1-1-6-15,-2 2-6 0,-4 0-10 0,-3-2-12 16,-3 2-14-16,0-1-16 0,-2-1-7 0,-5 2-13 16,9 0-12-16,-9 0-3 0,4-2-13 0,-4 2-16 0,0 0-16 0,0 0-22 15,-18 4-17-15,11-3-15 0,7-1-34 16,-15 2-149-16,9-4-419 0,6 2 185 0</inkml:trace>
  <inkml:trace contextRef="#ctx0" brushRef="#br0" timeOffset="64889.45">18379 6011 304 0,'3'-7'332'0,"-1"2"-10"16,0-1-14-16,-2 1-6 0,1-1-30 0,2 2 3 16,-2-1-19-16,-1 1-20 0,0 4-26 0,2-6-20 0,0 4-16 15,-2 2-24-15,0 0-10 0,0-5-26 16,0 5-28-16,0 0-23 0,0 0-10 0,0 0-14 15,0 0-5 1,8 13-6-16,-7-5-5 0,3 1-1 0,-3 2-11 0,4 4 3 16,-1 4 17-16,1 0-19 0,-2 1-1 0,-2-4-1 15,3-1-1-15,-3 2 0 0,3-2-2 0,-1-1 3 16,0-4-3-16,0 0 0 0,-2 0-5 0,-1-4 7 16,3-1 3-16,-2 0-3 0,-1 1-2 0,3-2-1 15,-3-2-6-15,1 2 11 0,-1-4-4 0,1 6 0 16,-1-6 5-16,0 0-1 0,0 5 9 0,0-5-6 0,0 0-7 0,0 0-6 15,0 2-3-15,0-2-10 0,0 0-10 0,0 0-14 16,0 0-20-16,0 0-16 0,0 0-15 0,0 0-22 16,0 0-30-16,0 0-167 0,4-13-256 0,1 3-607 15,5-3 269-15</inkml:trace>
  <inkml:trace contextRef="#ctx0" brushRef="#br0" timeOffset="65127.67">18784 5776 195 0,'1'-2'250'0,"-1"2"-29"0,0 0-23 0,0 0-16 15,11 5-18-15,-5 5-10 0,4 5-16 0,0 4-10 16,2 8-4-16,0 5-9 0,0 3-5 0,4 14-3 16,-3 6-10-16,-6-4-9 0,0 5-8 15,-7-6-6-15,-3-1-7 0,-4 1-3 0,1-16-2 16,-7 10-8-16,-8 0-4 0,-3-2 0 0,-8-6-10 15,-6 0-1-15,-3-3-8 0,-9-1-7 0,-7-3-44 0,-32 9-65 16,-4-7-89-16,-13-5-265 0,1-11-473 0,2-8 210 16</inkml:trace>
  <inkml:trace contextRef="#ctx0" brushRef="#br0" timeOffset="65785.39">15235 5642 131 0,'1'-3'237'0,"-1"3"-14"0,0-5-25 0,0 5-22 15,0 0-15-15,0 0-29 0,0 0-8 0,0 0-16 16,-19 23-16-16,8 1-11 0,-10 6-5 0,2 16-9 15,-4 0-6-15,-4 5-7 0,-5 27-4 0,12-20-2 16,4-2-3-16,5 6-1 0,6-4-6 0,9 0-2 0,7 0-5 0,8-4-6 16,10-1 5-16,10-4 1 15,26 12-4-15,8-14-26 0,6-6-51 0,12-8-96 16,-28-13-210-16,31 2-385 0,-4-12 171 0</inkml:trace>
  <inkml:trace contextRef="#ctx0" brushRef="#br0" timeOffset="67817.89">13346 7099 154 0,'0'0'155'0,"0"0"-13"0,0 0-10 0,-2-3-16 16,2 3-9-16,0 0-5 0,0 0-14 0,0 0-6 15,0 0-2-15,0 0-14 0,4-6-7 0,-4 6-5 16,0 0-9-16,6 0-3 0,-6 0-8 0,7-2-2 16,-7 2-2-16,12-2-3 15,-3 2 8-15,0 0-15 0,5-2 0 0,-1 0 7 16,7 1-3-16,4-2 0 0,5-1-4 0,2 2 0 16,-1 1 5-16,7-2-7 0,0-1 4 0,17-3-7 15,-2 3 4-15,5 2 0 0,0-4-1 0,-2 1-5 16,1 3 12-16,0-1-7 0,2 1-9 0,-8-3 2 15,1 5-1-15,2-3 7 0,1 1-11 0,0 0 5 0,1-1-7 16,0 1 3-16,-2 2 4 0,3-1-1 0,-3-1-5 0,1 2 6 16,-1 2-5-1,0-2-1-15,-1 2 3 0,-2-3 0 0,1 1-1 0,-10 1 0 16,9-2-1-16,-8 2-2 0,-4 0 3 0,16 1-3 16,-17-2 1-16,2 0 6 0,0 0-2 0,1 0-7 15,13-2 9-15,-3 1-6 0,-10 0 3 16,-1 2-4-16,12-1 1 0,-11 1 1 0,0-1 0 0,13 0-2 15,-14 0-1-15,13-2 0 0,-15 2-1 0,4-1 3 16,-4 1-3-16,4-2 3 0,13 0-3 0,-2 2-2 16,-11-1 0-16,11 1 4 0,-12-1-2 0,-2 1 1 15,16 0 0-15,-14 0-1 0,11-4-2 0,-13 4 3 16,2-1 0-16,12-1-2 0,-12 2 1 0,-1 0 1 16,12-2-6-16,-12 1 1 0,0-2 4 0,2 3-3 15,13 0 2-15,-15 0 2 0,1-2 0 0,-3 3-3 0,2 0 1 16,0-1-2-16,-1 0 0 0,1-1 3 0,-2 1-1 0,1-1-2 15,-1 1 5-15,2 0-2 0,-4-3-2 0,2 4-2 16,-1-4 1-16,0 3-1 0,-3 0-1 0,0-1 4 16,3 0-1-16,-1 0-1 0,-1 1 4 0,2-2-1 0,-3 0-6 0,2 2 1 15,-1 0 2-15,1-3 2 0,-1 3-3 16,3 0 7-16,-1 0-3 0,0 0 1 0,0 0-1 16,-2 0-2-16,1-1 1 0,-1-2 2 0,2 3-3 15,-3 0-3-15,-1-1 5 0,0 2-4 0,-3 1 3 0,2-2-5 16,-3 1 7-16,0 0-3 0,2-2 0 0,-4 1 2 15,-5 0-15-15,8 1 13 0,0-1 3 16,-3 0-6-16,2 0 4 0,3 0-2 0,-3-1 1 16,3 2 2-16,0-2 1 15,-2 0-1-15,2 1-3 0,-1 0 2 0,2-3-8 16,-2 4 4-16,0-4 0 0,0 5-3 0,-2-4 1 16,1 4-1-16,-1-1-4 0,0-1-3 0,2 2 8 15,-2-4-3-15,0 2-8 0,0-1 9 0,3 1 4 16,-2-2-2-16,4 2 4 0,-1-1-4 0,-1 1 1 0,1-1-3 15,-1 2 4-15,0-2 0 0,0 1-3 16,1 0 2-16,-1 0 3 0,-3 0-4 0,1 0 3 0,-1 0-10 0,3-3 11 16,-2 3-2-1,-2 0 2-15,3 0 1 0,-10-2-1 0,10 2 0 0,-2-2-1 16,0 4-1-16,-1-4 2 0,-4 2 2 0,4-1-1 16,-1 1-2-16,-3 1 1 0,0-1-3 0,7-1 5 15,-1 0 2-15,2 1-4 0,-3-4 2 0,1 1-4 16,-1 3 3-16,4-1 2 0,-2-2-1 0,-1 1-1 15,0 2 1-15,1-3 1 0,-2 2 4 0,5 0-3 16,-2 1 2-16,-4 0-2 0,2-2-2 0,2 2 0 16,-9-2 0-16,0 2 4 0,0 0-8 0,0 1 12 15,1-2-5-15,4 1-2 0,0 1-2 0,-6-1 1 16,1 0-3-16,0 1 2 0,-1 1 0 0,0-1 1 16,7-1 4-16,-5 1-5 0,5 0-3 0,2-2 3 15,-2 0-3-15,-2 1 3 0,3 0-3 0,-1-1 5 0,1-1-3 0,-1 1 2 16,-1-1-1-16,1 0 1 0,-1 2-6 0,-5-2 2 0,-3 1-3 15,1-1 6-15,2-1-1 0,1 2 3 0,-5 1-5 16,4-5-3-16,-2 4 9 0,-2 1-1 0,4-2-3 16,-1 0 3-1,6-3 2-15,-6 3-6 0,-1-1 2 0,3 0 0 16,-5 1-2-16,1 2 4 0,3-1-4 0,-3-2 2 0,0 0 1 0,3-2-2 0,-4 4-1 0,1 0 2 16,-2-2 2-16,1 2-8 0,-2-1 6 15,-3-2-3-15,0 1 5 0,1 2-1 0,-4-3-4 16,5 2 6-16,-2 0-8 0,0 1 11 0,-2-4-4 0,2 1-2 15,1 1-2-15,3-1 0 0,1 1-1 0,0 1 4 16,0-1-5-16,1-1 4 0,0 1-1 0,0 3-3 16,3-2 7-1,-4-1-2-15,0 1 3 0,-2 0 0 0,-1 1-5 0,0 1 2 16,-3-3-1-16,1 2 3 0,1-2-4 0,0 3 2 16,-2 0 5-16,3 0-6 0,-5-2 7 15,0 2 1-15,2-2-1 0,-3 1-3 0,0 0 1 16,-3 0 5-16,2-1 2 0,-3 2-3 0,4-1 7 0,-4-1-3 15,-5 2 5-15,9-1 5 0,-5 0-1 0,-4 1 4 16,6 0-6-16,-6 0-4 0,0 0 4 0,8-3-3 0,-8 3-3 16,4 0 0-1,-4 0-5-15,0 0 0 0,0 0-6 0,0 0 1 0,0 0-1 16,0 0-16-16,0 0-12 0,0 0-12 0,7 3 5 16,-7-3-3-16,0 2-26 0,0-2-18 0,4 6-44 15,-4-6-211-15,0 4-360 0,0-4 159 0</inkml:trace>
  <inkml:trace contextRef="#ctx0" brushRef="#br0" timeOffset="71633.6">14049 7632 45 0,'0'-11'254'0,"1"1"-10"0,2 1-5 16,-2 1-4-16,3-4-10 0,-4 7-12 0,4-2-13 15,-4 0-16-15,0 2-16 0,1 0-15 0,3 2-15 0,-4-2-12 16,4 1-18-16,-4 4-13 0,1-2-21 0,-1 2-18 15,0 0-33-15,0 0-6 0,0 0-5 16,4 10-4-16,0-1-7 16,-4 12 0-16,1 7 1 0,-1 3-4 0,-4 3 3 0,-1 14-1 0,-1-3-1 15,-2-10 0-15,4 1 1 0,-1 0 1 0,-3-2 2 16,4 0-5-16,-2-5 2 0,5 0 0 16,-3-2 1-16,0-7 0 0,3-4-1 0,1-2 0 15,-2-3 0-15,0-2 2 0,2 0-1 0,-2-1 3 16,2-3 1-16,0 0 17 0,0-1 22 0,-2-1 29 0,2-3 25 15,2 4 40-15,-2-4 23 0,0 0 32 0,0 0 5 16,0 0-20-16,0 0-21 0,6-11-12 0,-1 2-14 16,6-6-15-16,1 0-12 0,1-10-13 0,5-1-10 15,1 0-8-15,2-3-13 0,1 1-2 0,0-2-1 16,-1 6-14-16,-2-1-5 0,-2 4-1 0,-5 4-4 16,-3 4-7-16,-1 1 0 0,2 4-5 0,-4-1 3 15,1 1-5-15,-4 4-7 16,-1 0 5-16,4-1-9 0,-6 1-15 0,4 2-20 15,-4 2-27-15,4-2-9 0,-4 2-38 0,0 0 9 16,0 0 12-16,0 0 7 0,-13 17 11 0,3-2 2 16,1-1 6-16,-9 8 6 0,1-2 11 0,4-1-3 0,-3-1 9 15,2-4 3-15,5 1-9 0,-2-1 15 0,1-3 0 0,3-2 4 16,1-1-7-16,0-2 9 0,3 0-4 0,-1-3 8 16,3 2 7-16,-2-2-6 0,1-1-1 0,2-2-2 15,-3 7 6-15,3-6 0 0,0-1-1 0,5 6 2 16,-1-4 3-16,5 2 14 0,0 1-15 15,4-1 0-15,-1 0-1 0,8 5-19 0,0-4-44 0,-1 5-45 16,4 2-50-16,4 0-67 0,0 0-107 0,-3-1-206 16,-5-2-589-16,-3-3 261 0</inkml:trace>
  <inkml:trace contextRef="#ctx0" brushRef="#br0" timeOffset="72188.09">14646 7954 11 0,'-6'2'152'16,"1"-2"-4"-16,-1 1-3 0,6-1-19 0,-6 1 3 16,6-1-3-16,0 0-9 0,-5 2-1 0,5-2-4 0,0 0-2 0,-6 1-3 15,6-1-5-15,0 0-1 0,0 0-6 0,0 0-5 16,0 0-2-16,0 0-8 0,0 0-10 0,-7 0-2 16,7 0-7-16,0 0-8 0,0 0-5 0,0 0-6 15,0 0 0-15,0 0-5 0,0 0-3 0,0 0 1 16,0 0-4-16,0 0-1 0,0 0-4 0,0 0-2 15,18-5-2-15,-5 2-3 0,5 1-2 0,2 0-4 16,7-2-6-16,1-1 6 0,4 1-2 0,3 1 5 16,0-1-10-16,0-1 2 0,3 2-2 0,-5-3-1 15,2 2 1-15,-3 1 1 0,-10 2-11 0,-3-2-4 0,-7 2-10 0,0 0-10 16,-2-2-15-16,-3 3-15 0,-4-2-34 0,-3 2-30 16,0 0-24-16,0 0-29 0,-16-3-162 0,2 1-364 15,-5 4 162-15</inkml:trace>
  <inkml:trace contextRef="#ctx0" brushRef="#br0" timeOffset="72403.8">14778 7848 186 0,'0'-8'230'0,"1"3"0"0,-1-3 1 0,0 2 6 16,1 0 0-16,-1 2-11 0,0-1-7 0,3 0-14 0,-3 1-20 15,0 4-23-15,1-2-2 0,-1 2-33 0,0 0-14 16,3-6-18-16,-3 6-25 0,0 0-6 0,0 0 0 15,2 14-17-15,-2-3-4 0,1 6-9 0,-1 5-4 16,0 3 4-16,-2 1-8 0,1 3-1 0,1 0-2 16,0-1-12-16,-3 0-25 0,3-1-34 0,-1 1-34 15,1-4-31-15,-3 1-36 0,1-1-31 0,0-5-275 16,1-3-493-16,1 0 219 0</inkml:trace>
  <inkml:trace contextRef="#ctx0" brushRef="#br0" timeOffset="73120.84">15327 7830 271 0,'1'-3'303'0,"1"-2"-13"0,-2 1-17 16,2-1-21-16,0-1-11 0,0 5-23 0,-2-3-26 16,0 4-17-16,0-5-17 0,0 5-23 0,0 0-20 15,3-2-25-15,-3 2-13 0,0 0-7 0,0 0-11 16,0 12 3-16,0-5-14 0,2 3-8 0,-2 5-1 31,-2 2-5-31,0-1-1 0,1 1-4 0,1 2-6 16,-2-2 4-16,0 3-7 0,0-3 0 0,0-1-3 0,1-1 2 0,1-2-4 15,-1-5-3-15,2 1 1 0,-2-4 1 0,-1 2 2 16,1-2-4-16,1-1 2 0,0-1 20 0,0 1 22 16,0-4 40-16,1 3 28 0,-1-3 6 0,0 0-18 15,0 0-9-15,12-13-12 0,-7 4-12 0,5-5 0 16,2-1-12-16,4-6-5 0,1 1-11 0,2-2-10 15,-1 1 0-15,-4 8-13 0,0-2 10 0,-4 6-6 0,-2 0-9 16,0 1 0-16,-2 1-2 0,0 5-3 0,-2-5-10 0,0 5-16 16,-1-1-23-16,1 0-31 0,-4 3-6 0,0 0 4 15,0 0 3-15,11 7 9 0,-7 1 4 16,-4-3 2-16,1 6 8 0,-2-1 2 0,1 3 4 16,-1-1 5-16,-2 4 2 0,1-5-1 0,-1 1 0 15,2 0-2-15,-2-2 6 16,3-1 5-16,-2-3-5 0,0 0 22 0,2-2-12 15,-1 0 6-15,1-4 39 0,0 6 30 0,0-6 25 16,0 0 20-16,0 0-22 0,0 0-11 0,9-14-10 16,-1 4 1-16,1-4-12 0,2 0-10 0,3-2-2 0,0-5 6 0,8 2-17 15,-9 2-6-15,1 2 6 0,-1 4-5 0,1-2 2 16,-5 3-14-16,-3 2-1 0,2 0-1 0,-2 2 7 16,-1 3-14-16,-1 0-10 0,0-1-19 0,1 3-14 15,-1 0-7-15,-4 1 3 0,10 1-3 0,-5 3-6 16,1-1-6-16,2 4-2 0,0-2-9 0,-2 4-19 15,3-2-8-15,0 2-16 0,-1 0-20 0,-1 0-24 16,1 1-28-16,-3-1-38 0,0-1-59 0,0-6-272 16,-1 2-596-16,0-1 265 0</inkml:trace>
  <inkml:trace contextRef="#ctx0" brushRef="#br0" timeOffset="73374.48">15905 7482 194 0,'1'-3'231'0,"0"2"-26"0,-1 1-22 15,0 0-18-15,14 4-17 0,-5 3-10 0,3 6-13 16,4 7-10-16,1 7-9 0,3 3-5 0,7 16-1 16,-4 1 2-16,-5 4-10 0,-1 1-4 0,-6 3-7 15,-4 0-7-15,-6-5-8 0,-4 0-2 0,-3-3-8 16,-7-1-3-16,-7-4-4 0,-6 1-9 0,-4-4-9 15,-9-1-23-15,-5-4-43 0,-8 0-48 0,-3 0-41 0,-26 9-84 16,-5-13-154-16,23-12-390 0,-2-8 173 0</inkml:trace>
  <inkml:trace contextRef="#ctx0" brushRef="#br0" timeOffset="74007.08">13689 7541 67 0,'-24'42'141'15,"-6"7"2"-15,-7 26 0 0,-4 1-18 0,-3 4-9 0,4-1-18 16,16-24 3-16,-2 2-7 0,9 1-11 15,6 2-6-15,2-7 13 0,6-1 22 0,6-1 2 0,3-3-8 16,5-14-6-16,5 9-14 0,-2-14 1 0,7 0-4 16,0-5-5-16,5-4-5 0,3-3 10 0,3-3 4 15,0-2 8-15,3-1-11 0,-6-5 6 0,3 1-1 16,-9-5 9-16,-5 1 2 0,-3-2 13 0,-3-1 7 16,-1 0 8-16,-4 0-10 0,-1 0 32 0,1 0-13 15,-7 0-7-15,10 0-6 16,-10 0-17-16,6 0-11 0,-6 0-4 0,0 0-13 15,9-1-11-15,-9 1-19 0,0 0-25 0,4-3-43 16,-4 3-34-16,0 0-51 0,5-2-111 0,-5 2-143 16,0-7-248-16,1 2-655 0,3 1 291 0</inkml:trace>
  <inkml:trace contextRef="#ctx0" brushRef="#br0" timeOffset="75963.83">16981 7440 134 0,'5'-12'183'0,"0"-4"-5"0,-1 4 2 15,-2-2 1-15,2 2 2 0,-1 5-8 0,-1-4-7 16,0 4-13-16,-1 1-14 0,1 1-11 0,0 1-13 15,0 1-15-15,-2 3-20 16,0 0-11-16,0 0-8 0,-11 11-9 0,-4 9-4 16,-5 8-4-16,-14 15-9 0,-4 7-2 0,-9 23-1 15,2 0-5-15,19-21 0 0,1 2-4 0,4-1-1 16,9 2-1-16,7 1-4 0,4-5 1 0,5 1 1 16,8-5-5-16,11-6-5 0,7-2-11 0,3-4-20 15,11-4-36-15,9-7-58 0,9-3-100 0,3-8-172 16,28 1-417-16,-32-13 184 0</inkml:trace>
  <inkml:trace contextRef="#ctx0" brushRef="#br0" timeOffset="76533.57">17286 7489 154 0,'6'-8'196'16,"2"-2"-19"-16,-2 3-10 0,7-1-15 0,-4 2-16 16,0 1-5-16,4 1-14 0,-3 2-7 0,2 2-13 15,0 2-11-15,0 3-8 0,0 2-8 0,1 4-4 16,-2 3-10-16,-1 0-6 0,-2 10-2 0,-3 3-4 15,-4 3-3 1,-4 1-2-16,0 3-10 0,-13 13-1 0,1-4 1 16,-8 0-2-16,-1-2-2 0,3-10-4 0,-7 8-2 15,5-10-2-15,0-6-3 0,1-3-2 0,4-2 1 16,4-5 1-16,7-7-2 0,-1 1 1 0,0 1 16 16,3-6 41-16,0 1 49 0,1-2 10 0,4-1-11 15,0 0-14-15,0 0-10 0,-4-12-10 0,8 3-8 16,2 0-7-16,2 1-11 0,1-5-2 0,5 3-11 0,2 1-8 0,-1-1 1 15,2 1-6-15,2 1-13 0,0 1-9 0,0 2-5 16,4 1-6-16,-5 2-26 0,2 1-17 0,1 2-29 16,-3 1-28-1,0-1-40-15,-5 2-46 0,4-2-53 0,-6 3-205 16,-2-1-481-16,-1-1 213 0</inkml:trace>
  <inkml:trace contextRef="#ctx0" brushRef="#br0" timeOffset="77081.61">17775 7485 36 0,'7'-10'264'0,"-5"2"-18"16,2 4-24-16,0-3-23 0,-4 4-24 0,4 0-20 15,0 2-16-15,-4 1-17 0,0 0-10 0,10 12-15 16,-9-3-9-16,3 5-10 0,-4 4-7 0,1 1-9 15,-3 9-5-15,-1 1-4 0,2 0-5 0,-2 2-6 16,-3-1-1-16,5 0-6 0,-7 0-3 0,4-2-5 16,-1-2 1-16,-3-2 1 0,8-8-11 0,-6 2 1 0,5-5-2 0,-2-3-1 15,3 0 0-15,-1-1-3 0,-2-4 3 0,2 0 43 16,1 0 33-16,0-5 30 0,0 6 40 0,0-6 39 16,1 3 24-16,-1-3-16 0,0 0-20 0,7-11-21 15,-5 1-19-15,7-5-18 0,3-2-12 0,3-5-13 16,3-3-8-16,0-3-13 0,0-1-10 0,2 2-9 15,1-2-8-15,-3 6-4 16,-2-2-9-16,-3 9-6 0,-3 2-2 0,-1 2-2 16,-3 5-5-16,1-2 4 0,-3 4-12 0,-1-2-4 15,1 2-15-15,-1 0-24 0,-2 1-24 0,3 3-33 16,-4 1-20-16,0 0 6 0,0 0 10 0,0 0 10 16,-8 19 4-16,1-3 9 0,-6 4 11 0,-4 3 5 15,1-1 7-15,0 0-3 0,2 2 8 0,0-8-1 16,3-1 11-16,-1 0-2 0,1-3 3 0,2 2 3 0,4-7 1 0,-2 3-2 15,1-6 4-15,5 0 1 0,-3 0 5 0,3 0 1 16,-2-1-3-16,2 1 1 0,-2-1-1 0,3-3 6 16,0 6-2-1,4-2 6-15,1-2-8 0,3 4 5 0,1-2-2 0,4 1 6 16,3 3 0-16,2-2 2 0,1 5-6 16,9 1-25-16,-1-1-31 0,-3 1-42 0,3 4-39 15,-4-5-57-15,4 0-72 0,-9-1-291 0,0-2-605 16,0-2 267-16</inkml:trace>
  <inkml:trace contextRef="#ctx0" brushRef="#br0" timeOffset="77713.56">18466 7781 123 0,'0'0'208'0,"-11"1"-10"16,11-1-9-16,-5 0-6 0,5 0-9 0,0 0-8 15,0 0-13-15,-8-1-14 0,8 1-12 16,0 0-10-16,0 0-7 0,0 0-2 0,0 0-3 0,0 0-6 0,0 0-2 15,0 0-7-15,0 0-4 0,0 0-4 0,0 0-6 0,-6 2-5 16,6-2-10-16,0 0-2 0,0 0 2 0,0 0-18 16,0 0-7-1,0 0 1-15,0 0-3 0,0 0-7 0,0 0 2 16,0 0-8-16,0 0 1 0,0 0-2 0,0 0 0 16,0 0-6-16,0 0-1 0,0 0-3 0,0 0 3 15,0 0-5-15,0 0 1 0,0 0 0 0,0 0-1 16,0 0-2-16,0 0 4 0,0 0 0 0,0 0-2 15,0 0-2-15,0 0-2 0,0 0 5 0,0 0-6 16,27-5 1-16,-13 2-2 0,3-3 0 0,9 2 2 0,5 0-4 16,0-3 2-16,3 2-5 0,2 0 5 15,2 0-1-15,-1-2 1 0,2 3-2 0,-1 0 1 16,-4 0-1-16,0-1-5 0,-8-2-8 0,-5 5-12 0,-4-1-10 0,-4 3-17 16,-3-1-20-16,-4-3-19 0,-1 2-9 0,-1 1-37 15,-4 1-25-15,0 0-18 0,0 0-22 0,-18-5-174 16,4 4-407-16,-4-2 180 0</inkml:trace>
  <inkml:trace contextRef="#ctx0" brushRef="#br0" timeOffset="77929.7">18658 7611 112 0,'-2'-8'234'16,"-3"1"6"-16,2 1 7 0,-2-2-5 0,5 4 2 16,-4 1-6-16,4 0-18 0,0 3-20 0,-1-7-22 15,-2 2-19-15,3 5-5 0,0 0-35 0,0-3-29 16,0 3-2-16,0 0-25 0,0 0-7 0,0 18-9 15,0-4-5-15,-1 5 1 16,1 7-4-16,-3 3 7 0,3 2-14 0,-1-1-3 16,1 2 1-16,4-3-4 0,0 0-15 0,-3-2-35 15,3 2-25-15,0-3-40 0,1 2-19 0,0-5-32 16,-1 2-21-16,0-7-73 0,-3-6-170 0,3 0-438 16,0-6 193-16</inkml:trace>
  <inkml:trace contextRef="#ctx0" brushRef="#br0" timeOffset="78733.5">19145 7490 40 0,'3'-5'221'16,"1"-2"-12"-16,-1 0-9 0,3-1-20 0,0 0-8 0,2 2-15 0,1 1-8 15,0-2-16-15,2 2-12 0,-1 2-8 0,3 2-12 16,-2 0-8-16,2 1-8 0,1 0-7 0,-1 2-7 16,5 5-9-1,-4 2-7-15,0 1-6 0,-1 3-3 0,-3 3-7 0,-2 2-3 16,-2 4-3-16,-1 7-3 0,-3-3-2 0,-6 3 1 16,-3 3-8-16,-4-1 3 0,-6 4-3 0,-2-4-5 15,-8 7-1-15,3-9-3 0,0-2 1 0,1 0-2 16,1-6-3-16,3-1-1 0,3-8 1 0,7-4 0 15,-1 1 0-15,3-3 1 0,2 0 2 0,-2-1 33 16,3-1 31-16,2-2 42 0,-2 0 31 0,4-2 23 16,-4 1-2-16,4-1-12 0,0 0-17 0,0 0-14 15,0 0-13-15,0 0-11 0,0 0-9 0,10-12-16 16,-6 10-8-16,3-3-8 0,0 2-5 0,2-1-7 0,3 1-14 0,-2-1-26 16,3 1-21-16,-2 1-21 0,4 1-38 0,2 0-28 15,2 0-32-15,-1 2-36 0,1 1-48 0,-1-3-60 16,-5 3-314-16,-3-2-637 0,4 0 282 0</inkml:trace>
  <inkml:trace contextRef="#ctx0" brushRef="#br0" timeOffset="79258.56">19555 7628 176 0,'2'-3'316'16,"-2"-4"-31"-16,0 5-25 0,0 2-26 0,1-3-23 0,-1 3-24 16,0-5-25-16,0 5-19 0,0 0-15 0,0 0-13 15,0 0-14-15,4 17-10 0,-4-7-9 0,0 2-7 16,-1 4-8-16,-2 2-6 0,3 1 1 0,-3 1-8 16,0 4-11-16,-4-1-4 0,5-4 0 0,-1 2-7 15,-1-4-5-15,3-5-1 0,-3-1-1 0,3 0-2 0,-3-6-6 16,4 4 2-16,0-4-1 0,0-3 4 0,-1 4 31 0,1-6 26 15,-3 4 38-15,3-4 24 0,0 0-5 0,0 0-18 16,0 0-10-16,14-16-13 0,-6 5-10 0,1-2-9 16,4-3-9-16,-2 1-10 0,6-6-2 0,1 2-7 15,-7 2-6-15,4 2-5 0,-2 1 1 0,-3 5-10 16,-2 1 0-16,-1 0-6 0,-1 4 4 0,0-4-11 16,-2 4-17-16,0 2-28 15,-3-1-21-15,3 3-8 0,-4 0 2 0,0 0 20 16,7 7-11-16,-5 2 8 0,-2-1-1 0,0 2 7 15,1 7 5-15,-1-1 1 0,0-1-3 0,0-1 1 16,0-1 15-16,-1-2-16 0,1 0-1 0,0-1 2 16,0-4 6-16,0 1 4 0,0-3 3 0,0 1 2 15,-2-1 29-15,2 0 22 0,0-4 26 0,2 4 32 16,-2-4-1-16,0 0-14 0,0 0-13 0,10-9 0 0,-2 0-14 0,-2 1 9 16,5-3-13-16,-1 4-12 0,-4-3 3 0,4 4-5 15,0 0-15-15,-3-3 5 0,-1 2-1 0,2 2 8 16,-2 0-17-16,1 2-6 0,-2 0 5 0,0 1-19 15,3-1-16-15,3 1-27 0,2 0-33 0,2 4-18 16,-2-1-45-16,4 0-34 0,-5 2-55 0,6 0-70 16,-5 0-314-1,6 3-668-15,-6-4 297 0</inkml:trace>
  <inkml:trace contextRef="#ctx0" brushRef="#br0" timeOffset="79686.75">20251 7750 197 0,'0'0'253'0,"0"0"-7"16,0 0-20-16,0 0-11 0,0 0-13 0,0 0-18 16,0 0-18-16,0 0-18 0,0 0-13 0,0 0-16 15,0 0-10-15,0 0-11 0,0 0-9 0,0 0-7 16,0 0-11-16,0 0-5 0,0 0-9 0,0 0-5 0,0 0-5 0,0 0-6 15,0 0 4-15,0 0-13 0,0 0-3 0,0 0-5 32,0 0-2-32,0 0-3 0,0 0-1 0,0 0-1 0,0 0 1 0,0 0-2 15,0 0-3-15,0 0 7 0,0 0 4 0,0 0 1 16,0 0 0-16,0 0-1 0,0 0 3 0,0 0 1 16,0 0 6-16,0 0 0 0,0 0 3 15,0 0 13-15,0 0-4 0,0 0 1 0,0 0 3 0,0 0-10 16,0 0-5-16,19-4-2 0,-8 3-5 0,2-3-6 15,4 0-1-15,4 0 0 0,7-1-1 0,2 1-3 16,-2 0 0-16,3-1-7 0,-2 1 4 0,-8 1 1 16,1 1-5-16,-4-1-2 0,0 2 0 0,-4-1 0 15,-2 0-1-15,-6 0 0 0,3 1-4 0,-4 0-3 16,3 0-8-16,-3 1-15 0,-5 0-23 0,5-2-22 0,-5 2-24 0,8-1-33 16,-8 1-30-16,0 0-39 0,0 0-52 15,0 0-240-15,0 0-526 0,0 0 233 0</inkml:trace>
  <inkml:trace contextRef="#ctx0" brushRef="#br0" timeOffset="80087.67">20792 7600 167 0,'3'-5'323'0,"-2"0"-5"0,1 0-3 0,0-1-11 0,-2 1-8 16,4 1-15-16,-3-1-41 0,-1 1 4 0,0 1-41 0,0 3-19 16,0 0-27-16,5-5-13 0,-5 5-25 0,0 0-26 15,0 0-28-15,0 0-14 0,0 0-14 0,5 8 6 16,-1-1-14-16,-4 4-6 0,3 0-2 0,-1 5-3 16,-2 0-1-16,3 2 2 0,-2 7 0 0,-1-4-2 15,0 3-1-15,0-6-3 0,3 3-4 0,-2-4 1 16,-1 0 1-16,0-5-1 15,3 0-1-15,-3-1-1 0,0-2-4 0,0-1 5 16,0-2-4-16,0 0 1 0,0 0-2 0,0-1 5 16,0-2-2-16,0 1-5 0,0-4 15 0,0 5-11 0,0-5 3 0,0 5 3 15,0-5 2-15,0 0-8 0,2 3 3 0,-2-3 3 16,0 0 1-16,0 0-4 0,0 0-3 0,0 0-2 16,0 0-5-16,0 0-14 0,0 0-25 0,0 0-50 15,0 0-58-15,0 0-54 0,-2-18-80 0,3 10-255 16,0-4-581-16,-1-1 257 0</inkml:trace>
  <inkml:trace contextRef="#ctx0" brushRef="#br0" timeOffset="80357.02">20874 7313 166 0,'0'0'216'0,"0"-5"-18"0,5 4-21 0,-5 1-13 16,13 4-9-16,-3-2-12 0,4 8-15 0,3 2-11 16,5 5-7-16,3 5-6 0,-2 2-8 0,8 13-4 15,-2 2 0-15,-6 6 0 0,0 1 3 0,0 5-2 16,-5 1-5-16,-6 2-6 0,-5-2-4 0,-2-4-8 16,-5 3-2-16,-5-16-13 0,0 2 0 0,-5-4-5 15,-4-1-1-15,-3 2-5 0,-3-4-7 0,-7-4-1 16,-10 5 1-16,-3-2-9 0,-2-3-7 0,-5-1-17 15,-3-3-48-15,-5-2-66 0,-5-6-77 0,-5-1-264 16,-23 1-486-16,30-10 215 0</inkml:trace>
  <inkml:trace contextRef="#ctx0" brushRef="#br0" timeOffset="81606.03">21525 7775 112 0,'-7'0'175'0,"7"0"1"0,0 0-6 0,-6-1-7 16,6 1-3-16,0 0-2 0,0 0-5 0,0 0-1 0,0 0-13 0,0 0-4 15,0 0-7-15,0 0-4 0,0 0-5 0,0 0-5 16,0 0-3-16,0 0 2 0,0 0-3 0,-6 4-7 16,6-4-1-16,0 0-2 0,0 0-11 0,0 0-8 0,0 0-9 15,0 0-6-15,0 0-4 0,0 0-10 16,0 0-3-16,0 0-4 0,0 0-4 0,0 0-3 15,0 0-2-15,0 0-5 0,0 0 1 0,0 0-2 16,0 0-10-16,0 0 0 0,0 0 1 0,0 0-2 0,0 0-5 0,0 0 1 16,0 0 2-16,0 0 16 0,0 0-11 0,0 0-1 15,0 0 1-15,0 0-6 0,0 0 9 0,0 0-8 16,0 0 5-16,0 0 1 0,0 0-10 0,0 0 13 16,0 0-14-16,0 0 2 0,0 0 2 0,0 0 5 15,0 0-7-15,0 0 2 0,0 0-1 0,0 0 1 16,0 0 1-16,0 0 3 15,0 0 11-15,0 0-11 0,0 0 0 0,0 0 2 16,0 0 0-16,0 0-2 0,0 0-11 0,20-9 8 16,-1 8-6-16,2-2 3 0,9-1-12 0,2 0 1 15,2 0-2-15,2 0-2 0,0-1-3 0,1 0 15 16,-2 1-22-16,-1-2 4 0,-1 4-6 0,-6-1 3 16,-4 1-3-16,-5 0-1 0,-4 0-3 0,-1-1-4 15,-4 0-11-15,-3 6-16 0,0-7-10 0,0 3-14 0,-6 1-17 0,6-2-28 16,-6 2-30-16,0 0-20 0,0 0-21 0,-15-2-10 15,10-1-15-15,-2 3-48 0,-2-3-168 0,1 1-464 16,1 0 206-16</inkml:trace>
  <inkml:trace contextRef="#ctx0" brushRef="#br0" timeOffset="81859.87">22161 7536 14 0,'4'-12'312'16,"0"4"-2"-16,1-2 0 0,0 1 8 0,0 1 1 15,-3 2-11-15,2 1-23 0,-2 1-29 0,0 1-27 0,-1 0-29 0,-1 3-41 16,0 0-29-16,0 0-14 0,13 15-16 16,-9-3-6-16,0 6-11 0,1 12-14 0,-1 5-6 15,4 10-2-15,-6 3 1 0,6 1-11 0,-3-3-53 16,-4-11-51-16,0 12-62 0,-1-10-59 0,0 11-60 0,-4-16-312 15,4 0-590-15,-1-6 261 0</inkml:trace>
  <inkml:trace contextRef="#ctx0" brushRef="#br0" timeOffset="84611.88">21779 6827 38 0,'0'0'131'0,"0"0"7"0,-4-3-2 0,4 3-1 16,0 0-8-16,0 0-3 0,0 0-7 0,0 0-3 0,0 0-8 15,0 0 0-15,0 0-7 0,0 0-6 0,0 0-9 0,0 0-5 16,0 0-9-16,20-4-5 0,1 1-6 0,8-2-7 16,7-4-4-16,16 4 5 15,4 0 3-15,4 1-2 0,7-2 2 0,25-3 3 0,-27 2 2 16,2 2-6-16,-2 2 2 0,-4-2-10 0,-2 3-3 16,-8 2-4-16,-16 0-7 0,-3 0 1 0,-6 0-4 15,-8 0-3-15,-4 0-3 0,-3 2-18 16,-4-2-18-16,0 0-9 0,-1 2-3 0,-6-2-3 15,0 0-9-15,0 0-28 0,-18 8-35 0,4-6-47 16,-4 1-226-16,-1-1-402 0,-1 1 178 0</inkml:trace>
  <inkml:trace contextRef="#ctx0" brushRef="#br0" timeOffset="85830.56">24683 6278 176 0,'4'-15'221'0,"-4"1"-8"0,0 2-10 15,0 0-11-15,0 2-9 0,0-2-19 0,-5 1-13 0,3 5-17 0,-2-3-17 16,-3 2-13-16,-2-1-9 0,-2 3-12 0,-7 2-10 16,1 3-6-1,-3 3-9-15,-2 1-3 0,-3 6-10 0,-2 2-2 0,-3 4-6 16,2 2-5-16,0 1-3 0,1 4 1 0,-1-1-6 16,3 4-5-16,-1 0 0 0,4 3-4 15,2-4-7-15,2 2 4 0,5-3 2 0,2 2-2 16,3-8-1-16,2 0 1 0,3-1-5 0,1-5-1 15,4 1 2-15,-2-1 5 0,3-2-3 0,1-1 2 16,0 1 1-16,2-3 1 0,0 2 11 0,-1-6 12 16,-1 2 22-16,1-3 16 0,5-1 12 0,-1-1 7 0,3-3 4 15,-1-2-4-15,5-2 1 0,0-5-13 0,0 0-13 16,4-5 0-16,2-1-10 0,-4-1-5 0,1-3-4 16,-2-2-8-16,-1-2-1 0,-2 3-10 0,0-3 4 0,-1 5-4 15,-3 5 0-15,-5 1 9 0,-1 4-1 0,4 2 5 16,-4 0-3-16,0 1-1 0,1 4-13 0,-4-1-3 15,0 2-11-15,-1-1-22 0,0 4-22 0,4-2-7 16,-4 2 2-16,0 0 6 0,-1 14-1 0,-3-2 5 16,1 2 4-16,0 6 3 0,0-2 2 0,3 3 2 0,3 5 2 15,2 1 0 1,1-2 1-16,4 2 1 0,8-3 1 0,-1-2-12 16,6 0-21-16,2-2-42 0,-2-3-38 0,0 0-46 15,4-4-69-15,-8-5-304 0,2-3-586 0,-2-1 260 16</inkml:trace>
  <inkml:trace contextRef="#ctx0" brushRef="#br0" timeOffset="86432.31">24980 6312 50 0,'1'-3'273'16,"-1"-2"-14"-16,1 0-17 0,-1 1-17 0,2 1-15 16,-2 3-22-1,1-5-19-15,0 1-15 0,-1 4-23 0,0 0-14 0,0 0-15 16,0 0-13-16,7 12-9 0,-6-3-7 0,2 7-6 16,-5 2-10-16,2 9-2 0,-1 0-5 0,-4 2-7 15,0 2-5-15,-2-1-4 0,-3 1 0 16,4-1-4-16,-1-1-6 0,-2-1-1 0,4-1-2 15,-4-4-2-15,5-3-2 0,2-4-1 0,-1 0-3 16,3-5 0-16,-4-1-2 0,3 1 5 0,-1-6-8 16,0 1 5-16,2-2 16 0,-1 1 31 0,1-5 28 0,-3 6 30 15,3-6 41-15,0 4 22 0,0-4 3 16,0 0-16-16,0 0-16 0,8-12-18 0,0 0-15 16,1 2-7-16,5-5-11 0,-1-1-13 0,3-5-9 0,6-4-17 0,0 0-9 15,1-1-5-15,0 2-6 0,-3 1-5 0,-1 2-4 16,-3 0-4-16,-5 7-4 0,2 1 0 0,-2 1 0 15,-4 3-6-15,-1 1-3 0,-2 3 4 0,1 0-7 16,0 1 4-16,-1 1-8 0,0-4-9 0,-3 6-7 0,-1 1-23 16,3-4-19-1,-3 4-20-15,0 0-3 0,0 0 6 0,0 0 23 16,-4 15-7-16,-4-6 0 0,-6 1 4 0,4 5 11 16,-7-2 0-16,3 0-2 0,-4 1 15 0,6-2 10 15,-4 2-13-15,5-3 3 0,2-2 0 0,-1-1 2 16,3 1 6-16,5-6-2 0,-3 4 1 0,1-2 4 15,1-2-1-15,-2-1 1 0,3 1-1 0,-1 1 6 16,3-1-5-16,0-3 6 0,0 5 5 0,1-1 0 16,3-2-5-16,4 1 3 0,1 2 2 0,2 2 1 0,2-3 1 0,2 2-6 15,3 1-39-15,1 2-31 0,-1-1-41 0,1 0-53 16,-2 1-58-16,1-1-101 0,-5-3-244 0,1 0-618 16,-3-1 273-16</inkml:trace>
  <inkml:trace contextRef="#ctx0" brushRef="#br0" timeOffset="86752.06">25418 6578 81 0,'-5'2'274'0,"5"-2"-16"0,0 0-14 0,0 0-19 0,0 0-18 0,0 0-24 15,0 0-15-15,0 0-19 0,0 0-10 0,26-3-13 16,-11 0-16-16,2 2-22 0,4-1-28 0,2 1-35 15,4-1-37-15,-6 1-40 0,8-2-53 0,-9 3-51 16,1-5-180-16,1 1-363 0,-3-1 161 0</inkml:trace>
  <inkml:trace contextRef="#ctx0" brushRef="#br0" timeOffset="86948.92">25883 6387 117 0,'0'0'317'0,"0"-5"-20"0,0 5-23 0,1-5-29 0,-1 5-23 15,0-3-28-15,0 3-26 0,0 0-15 0,0 0-20 16,0 12-18-16,-1-2-6 0,1 8-14 0,0 1-12 16,0 7-7-16,0 1-6 0,3 2-19 0,-2-1-24 15,0 0-41-15,2 3-53 0,-2-1-73 0,0-4-282 16,-1 0-455-16,2-7 202 0</inkml:trace>
  <inkml:trace contextRef="#ctx0" brushRef="#br0" timeOffset="88273.34">29862 6055 126 0,'4'-12'242'16,"1"5"-7"-16,-1-4-9 0,1 2-5 0,-3 3-10 0,0-1-9 0,3 1-15 15,-5 2-16-15,1 1-20 0,2-1-10 0,-2 0-24 16,-1 4-22-16,0-4-21 0,0 4-13 0,0 0-6 16,4 10-5-16,-4-1-6 0,0 3-5 0,-4 4-5 15,3 2-3-15,-3 9 5 0,2 0-10 0,-5 3-1 16,4-3-5-16,-1 2-2 0,-2-3-1 0,1 1-2 15,0-2-2-15,2-5 2 16,1-2-4-16,-2-1-1 0,3-4-2 16,-3-1 2-16,4-3 0 0,-1-2 0 0,0-2 2 0,1 0 23 0,-2 2 18 0,2-5 34 15,0 1 31-15,0-3 32 0,0 0 5 0,0 0-20 16,0 0-2-16,17-12-25 0,-7 4-5 16,1-3-16-16,1-1-12 0,4-3-1 0,-2 3-15 15,2-7-2-15,6 0-9 0,-4-1-4 0,-2 7-5 0,-3-1-6 16,1-1 0-16,-2 4-5 0,-3 1 3 15,-2 1-8-15,0 1-3 0,-3 3-3 0,0 1 5 16,-1-1-11-16,2 2 1 0,-3 1-6 0,0-1-13 16,-2 3-17-16,5-4-30 0,-5 4 3 0,0 0 1 15,0 0 4-15,0 0 8 0,0 0 6 0,-17 16 5 0,9-7-9 16,-1-2 10-16,-1 2 3 0,2 0-1 16,0 0 10-16,1 2-1 0,0-4-3 0,0 2 1 0,3-1 7 0,0 0-13 15,-1 0 15-15,2 0-5 0,1-3 2 0,0 2 2 16,-1 0 4-16,4 1-7 0,1-3 4 0,0 3 6 15,0-2-2-15,5 2 0 0,-2-1-1 0,4 2-12 16,1-1-13-16,4 1-1 0,0 0-27 0,-2-1-36 31,0 0-32-31,4 1-44 0,-5 2-71 0,1-3-323 0,-3-3-611 0,2 0 270 16</inkml:trace>
  <inkml:trace contextRef="#ctx0" brushRef="#br0" timeOffset="88789.81">30421 6016 131 0,'0'0'256'0,"0"-4"-24"15,0 4-18 1,0 0-29-16,0 0-21 0,0 0-16 0,4-2-14 16,-4 2-14-16,0 0-10 0,11 11-13 0,-3-3-11 0,1 1-8 15,1 2-7-15,1 2-7 0,2 2-4 0,1 0-6 0,-1 1-7 16,2-2-3-16,2 4-3 0,-6-6-8 0,-2-3 2 16,0 0-7-16,3-1 0 0,-3 0-5 15,-3-2-3-15,-2 0-3 0,0-4 1 0,2 3-2 16,-6-1 9-16,4-1 16 0,-3 0 8 0,-1-3 7 0,4 2 3 15,-4-2-8-15,2 3-2 0,-2-3-7 0,5 1-4 16,-5-1-5-16,1 4-15 0,-1-4-8 0,0 0-2 16,-3 9 3-16,0-1-8 0,-4-1 1 0,-3 8 0 15,-3 1-1-15,-5 3 2 0,3 2-4 0,-7 1 1 16,4 2 1-16,-1-3-1 0,1 2 0 0,2-2-1 16,-2-2 2-16,1 2-3 15,6-8 5-15,2 1-6 0,0-4 1 0,1-1 5 16,3 0-2-16,1-3 0 0,0-1-1 0,2 0-3 15,-1-2 4-15,-1 1 3 0,3-2-2 16,1-2 7-16,-4 5 1 0,4-5 5 0,-2 5 2 0,2-5-4 0,-3 2-3 0,3-2 0 0,-4 1-7 16,4-1-17-1,0 0-15-15,0 0-21 0,0 0-36 0,0 0-57 0,0 0-59 16,0 0-250-16,-5-6-487 0,5 6 216 0</inkml:trace>
  <inkml:trace contextRef="#ctx0" brushRef="#br0" timeOffset="88997.57">30703 6418 24 0,'4'-2'299'0,"-4"2"-22"0,0 0-24 16,1-5-25-16,-1 5-23 0,0 0-26 0,0 0-23 15,0 0-13-15,0 0-18 0,-7 14-10 0,2-6-11 16,-2 2-11-16,-3 4-24 0,-3 0-20 0,2 1-37 15,-2-1-37-15,1 3-36 16,-2 0-56-16,3-2-238 0,-1-1-384 0,1 0 169 16</inkml:trace>
  <inkml:trace contextRef="#ctx0" brushRef="#br0" timeOffset="89553.71">31132 6048 273 0,'2'-6'288'16,"-1"2"-9"-16,2 2-10 0,-3 2-18 0,1-7-25 15,0 4-23 1,-1 3-19-16,0 0-18 0,0 0-25 0,0 0-20 16,0 0-28-16,0 0-9 0,0 0-11 0,5 10-7 15,-5-3-6-15,2 13-5 0,-1 4-7 0,0 2-8 16,2 4-10-16,-1 1-20 0,-2 0-36 0,0 6-38 16,0-2-58-16,-7-3-132 0,3 0-162 0,-4-6-451 15,-1-1 200-15</inkml:trace>
  <inkml:trace contextRef="#ctx0" brushRef="#br0" timeOffset="90177.46">29259 6549 171 0,'2'-5'249'0,"-2"5"-22"15,2-3-25-15,-2 3-22 0,0 0-22 0,1-5-19 16,-1 5-17-16,0 0-17 0,0 0-8 0,4 10-9 0,-5-5-10 16,-2 2-6-16,2 2-6 0,-3 2-8 0,0-2-6 15,-1 2-7-15,-1 3-4 0,-2-2-13 0,-1 0-27 16,-3 2-23-16,1-1-35 0,-3 0-42 0,-1-5-74 16,3-1-132-1,1 1-331-15,-1-7 147 0</inkml:trace>
  <inkml:trace contextRef="#ctx0" brushRef="#br0" timeOffset="90355.87">29314 6363 93 0,'4'-9'346'16,"-3"3"-24"-16,2 0-21 0,-2 2-44 0,2-2-22 15,-2 2-40-15,0 0-58 0,-1 4-51 0,0 0-21 16,0 0-31-16,3 10-37 0,-4 1-66 0,-2-2-265 15,-1 2-360-15,4-1 159 0</inkml:trace>
  <inkml:trace contextRef="#ctx0" brushRef="#br0" timeOffset="91858.76">6748 5519 22 0,'1'-6'157'0,"-1"-3"-6"15,0 3-6-15,0 1-10 0,3-1-13 0,-3 3-13 16,0-2-5-16,0 5-13 0,0-5-8 0,1-1-11 0,-1 6-10 16,0 0-3-16,0 0-5 0,0 0-10 0,4 25 3 15,-8 0-11-15,4 6-1 0,0 17-2 16,-1 7-4-16,-3 4-3 0,-4 26-3 0,3 5-4 15,-4-1-5-15,0 1 7 0,0 4-2 0,5-6-1 16,-1 1-4-16,-4-4 4 0,9-3-3 0,-1-24-7 16,1 0 3-16,-4 29 5 0,0 1-4 0,4-28 2 15,-1 29-2-15,-4-7-2 0,2-21-4 0,-2 21 6 16,-1-26-4-16,2 5 4 0,0-1-16 0,0 22 16 16,0-27-3-16,-2 4 5 0,2 2-4 0,-6-1 2 0,4 1-3 0,-6 18 10 15,3-23-2-15,4 0 1 0,1-1 4 0,-3 0-6 16,1-1-2-16,-1-2 6 0,0-1 5 0,1 1 6 15,0-4-1-15,3-1-7 0,0-11 1 0,0 0 6 16,-1-1-8-16,1-2-1 0,1 0-5 16,1 1 5-16,-2-6-2 0,3 3 0 0,0-3-6 0,0-1 3 15,0-1-5-15,3-6 0 0,0-2-1 0,-5 0-1 16,2 0 3-16,0-2-5 0,1 1 2 0,-2-2 0 0,0-1-1 16,1-1-1-16,1-2 0 0,0-1 1 0,-1 2-1 15,0-5-7-15,-1 1-7 0,1-3-8 0,0 0 0 0,0-1-15 16,0-4-94-16,0 0-263 0,-14-10-419 0,6-1 185 15</inkml:trace>
  <inkml:trace contextRef="#ctx0" brushRef="#br0" timeOffset="94902.39">6847 5134 53 0,'0'0'121'16,"0"0"-17"-16,0 0-9 15,0 0-16-15,0 0-2 0,0 0-7 0,0 0-8 16,0 0-10-16,0 0-5 0,0 0-2 0,0 0-7 16,0 0 1-16,31-5-9 0,-19 4 0 0,8-2-2 15,-1 2-7-15,12-2 2 0,0 0 2 0,2-1 0 0,-1 2 0 0,2-1-11 0,2 3 2 16,0 0 12-16,1-2-24 0,3-1 2 0,13 1-1 15,1-4 4-15,-2 2-4 16,3 2-4-16,-4-3 6 0,4 0 0 0,0 0-5 0,1 3-2 16,-1-3 6-1,3 0 0-15,-2 1-6 0,-1 1 3 0,1-2-4 16,-1 2 0-16,-5-3 2 0,4 1-1 0,-2 2 0 16,0-4 2-16,1 4 2 0,-2-1-7 0,1 1 6 15,-12 1 6-15,11 0-9 0,3-4-3 0,-1 5 1 0,1-5-1 16,1 1 5-16,-5 1-2 0,6-1-4 0,-4-3-3 15,2 4 3-15,-4-1 0 0,2-2-2 0,-1 4 3 16,-2-3 11-16,-7 2-7 0,13 0 3 16,0 1 0-16,-1-2-3 0,2 0-4 0,0 1 2 15,2 0-2-15,-1 0-5 0,3-3 2 0,-1 5 11 0,-4-2-2 16,4 0 3-16,-2 1-6 0,1-2 0 0,-1 2-4 16,2-2 6-16,1 3-6 0,-2-1-3 0,-1-4 9 15,3 5-8-15,-1-4-7 0,-2 3 16 0,1-1-13 0,0 1 8 16,-1 1-6-16,-1-3 0 0,3 1 4 0,0 3-7 15,-3-3 7-15,-3 1-1 0,4 1 1 0,-3-3-3 0,2 0 1 16,1 0 1-16,-2 1 5 0,3-2-9 0,-2 2-2 16,-4-2 4-1,5 0 3-15,-5 1-2 0,0-1 2 0,-1 0 2 16,3 3-6-16,1-1 5 0,-3 3 3 0,-12-1 0 0,15 0 4 0,-3-1-2 0,3 1 1 0,-5 2 2 16,5 0 0-16,0-3-4 0,3 3 9 0,-1 1-6 15,1-2 2-15,4 1-5 0,-3 0 4 0,-2 0-2 16,4-1 0-16,-1 1 0 0,2-3-2 0,1 5 8 15,-3-1 1-15,1-1-6 0,-2 0 0 0,4 0 2 16,-1 1-4-16,0-3 6 0,0 3-3 0,-3 0-5 16,4-2-2-1,-5 1 3-15,5 1 4 0,-6-1-2 0,2 3 2 0,4-3-5 16,-2 0 1-16,-1 2 3 0,0 1 4 0,2 0-8 16,-5-2 1-16,3 2-1 0,0-1-2 0,-2 1-3 15,0 1 4-15,-1-2 6 0,-1 1-7 16,-5 1-2-16,1 0 4 0,3-2-1 0,-5 2 0 15,3 2 9-15,-2-2-8 0,1 2 1 0,-11-2 6 0,10 0-7 0,4 2 1 16,-1-1 6-16,-1 0-6 0,1 2 1 0,0 0-6 16,-15-5 4-1,16 4 0-15,-2-1 1 0,-2-1-3 0,-13 1 4 0,13 0 0 16,4-3-3-16,-15 3 1 0,11-2-3 0,-13 1 4 16,15 0 0-16,-14-2 3 0,16-1 0 0,-16 2-7 15,0-1 2-15,2 1-1 0,9-1 4 0,4 3-4 16,-19-3-1-16,6 2 2 0,-2-3 4 0,14 2-1 15,-17 1-5-15,5-3 7 0,0 3-6 0,11-3 1 16,-11 2 4-16,-4-2 1 0,3-1-8 0,-2 3 1 16,2-3-1-16,-5 0 4 0,4-3 5 0,-3 3-11 15,1-2 5-15,0 0 0 0,-1 4 1 0,-1-2-3 16,4-2 1-16,-5 2 5 0,1 2 4 0,-1-2-8 16,1 1 4-16,-1-1 1 0,-2 1-6 0,5-1 5 15,0 4-10-15,1-3 3 0,0 1-4 0,0 0 0 0,4 0 6 0,-5-1 0 16,2 2 3-16,0-3-4 0,-1 2 8 0,12-2-10 15,-9 2-3-15,-3-1 3 0,1 0 4 0,13 0-8 16,-15-1 5-16,16 4 1 0,-4-5 5 0,-10-2-5 16,14 6-3-1,-13-1 6-15,14 0-4 0,-17-4 8 0,3 4 2 0,0-2 6 16,13 0-17-16,-14 3 3 0,13-1 0 0,-3 3 9 0,4-2-12 0,-1 1 8 0,2-1-3 16,-1-3-6-16,1 2 3 0,-4 2-1 0,1-1 3 15,0-1 2-15,0 1-3 0,0-2 6 0,-11 0 0 16,12 5-2-16,1-2-2 0,-5-1-4 0,5-1 2 15,-15 0-1-15,16 3 2 0,-1-2 2 0,2 0 2 16,-3 3-2-16,1-1-3 0,2-1 5 0,-4-1-2 16,2 1-4-16,-1 0 3 15,-1 1-1-15,4 0 6 0,-5-3-8 0,-9 0 5 16,-2 1 2-16,15 4 0 0,-16-5-7 0,2 1 3 16,16-1-5-16,-17 1 13 0,13 2-8 0,-15-1 3 15,2-1-6-15,0-1 11 0,1 0-3 0,11 1-9 16,-13 1 11-16,-1-1-6 0,3-3-3 0,-1 3-2 15,0-2 2-15,0 0-4 0,1 2 14 0,-1-1-5 16,-3 1-3-16,4-1-5 0,-6 0 5 0,2-2 6 0,0 3-10 16,-4-3 8-1,0 0-7-15,0 0 1 0,-3 0 4 0,3 0-4 0,0 1-4 0,0 2 13 16,-1-3-9-16,2 1 7 0,-5 0-5 16,1-1 1-16,2 3-2 0,2-6-1 0,-6 6 1 15,3-3 1-15,0-3-6 0,0 6 12 0,0-7-3 16,-3 3-4-16,2 1 6 0,2-2-5 0,-4 0-1 0,4 2-5 15,-3-3 9-15,2 1 1 0,1 1-11 16,-3 0 11-16,0-2-2 0,2 3-5 0,-9 0 7 16,7-1-8-16,-1 0-1 0,0 1 6 0,1 0 1 15,-1 2-3-15,-4 2 7 0,-1-4 0 0,4 3-6 16,2-3 7-16,1 3-4 0,-1-3 1 0,3 1 1 0,-1 0 3 16,5 2 1-16,-1 1 0 0,1-2-7 0,-1 0 3 15,0 1-2-15,1-2 5 0,4 3-1 0,-1-2-4 0,0 1 8 16,-1 0-8-16,1 1 4 0,1 1-4 0,-2 0 3 15,0-2 0-15,2 2-2 0,1-1 3 0,-4-1-8 16,4 2-2-16,-2-2 7 0,3-1 0 0,10 2 0 0,-13-3-3 16,2 3 7-1,-3-2-6-15,4-1-1 0,-1 1-3 0,-1-1 4 0,2 0-2 16,-4 2-2-16,4-3 6 0,-1 1-3 16,-1-1-1-16,0 3-2 0,0-2 2 0,2-2-2 15,-3 1 2-15,0 3 7 0,-1-1-6 0,0 1 8 16,1-2-7-16,-2 0-3 0,-2-1 1 0,-2 3-8 15,3-3 3-15,-3 0 4 0,3 1-2 0,-3-1 4 16,2-4 4-16,-2 4-5 0,1 3 2 0,1-3-3 16,-6-3 6-16,3 3-5 0,-3 0-3 0,0-1 3 15,2-3 1-15,-2 3 1 0,-8 1-3 0,8-3 2 0,-1 1-6 0,1 0 5 16,-1 1-2-16,-4 1 0 0,6 0 4 0,1-3-1 16,-2 2-1-16,1 0-1 0,-2-1-2 15,-4 2 4-15,7 0-6 0,-9 0 10 0,9-1 0 16,-9 1-1-16,9 0-5 0,-10 0 3 0,10 3 2 0,-1-2-4 15,-7 0 2-15,6 2-7 0,0-3 0 0,1 3 5 16,-1-2-1-16,1 0-6 0,1 2 9 0,-3-1 1 0,1 1-1 16,4-2-4-1,-1 2 2-15,0-1 3 0,-2 1-6 0,-1 0 6 0,4-2-4 16,-4 2 0-16,3-1 3 0,-2 0 1 0,-1-1 0 16,2 3 2-16,-1-1 4 0,-1-1-8 0,3 1 5 15,-4-3-5-15,2 2 2 0,0 0 3 0,2 0-4 16,0-1-2-16,2 1 5 0,-4 1-1 0,5-1-1 15,-2 1 5-15,1-2 2 0,1 0 0 0,-3 1 0 16,2-1-1-16,0 1-3 0,-2 3 5 0,1-4 1 16,-4-2-6-16,0 2 3 0,1 3 1 0,-1-4-4 15,-2 4 2-15,4 1 0 0,-1-5-1 0,-1 3 1 16,2 1 0-16,0-1-5 0,-2 1 11 0,4-1-7 16,-1-2-3-16,1 3-4 0,-1-2 3 0,-1 1 4 15,0-1 2-15,-1 1-6 0,0-1 0 0,2-2 3 0,-3 2-3 0,3 3-4 16,-3-2 1-16,0-3 4 0,-1 5-3 0,-8-5 0 15,4 0 1-15,-4 2 2 0,-1-1-1 0,-4-1 0 16,-1 1 5-16,-3-1 20 0,-1 1 12 0,3-1 14 16,-12 0 4-1,14-1 10-15,-9 0-16 0,1 0-5 0,1-1-2 16,-7 2-8-16,10-2-2 0,-4 2-2 0,-6 0-4 16,11-3 8-16,-8 1-11 0,3 0-1 0,2 1-5 15,-1-2-3-15,2-1-1 0,2 4-3 0,-2-1-3 16,0-1 2-16,1 2 1 0,-5-2 2 0,1 1 7 15,1-1 1-15,-7 2 0 0,9 0 1 0,-9 0-1 0,6-1-3 16,-6 1-4-16,0 0 0 0,8 0-2 0,-8 0 0 16,0 0 3-16,5-1-1 0,-5 1 2 15,0 0 6-15,0 0 1 0,0 0-2 0,8 0-2 0,-8 0 4 0,0 0-4 16,0 0 5-16,0 0-1 0,0 0 0 0,0 0 0 16,0 0 4-16,0 0-3 0,0 0-2 0,0 0 2 15,0 0-5-15,0 0 1 0,0 0-6 0,0 0 0 16,0 0 1-16,0 0-4 0,0 0-3 0,0 0-1 15,0 0 1-15,4-3-2 0,-4 3-4 0,0 0 3 16,0 0-3-16,0 0 2 0,0 0-1 0,0 0-5 0,0 0 0 0,0 0-1 31,0 0 0-31,0 0 3 0,0 0-2 0,0 0 0 0,0 0 1 0,0 0-2 16,0 0 2-16,0 0-1 0,0 0 0 0,0 0 1 16,0 0-2-16,0 0 0 0,0 0 0 0,0 0 0 15,0 0-2-15,0 0 0 0,0 0-2 0,0 0 2 16,0 0-3-16,0 0-2 0,0 0 2 0,0 0 7 15,0 0-4-15,0 0-3 0,0 0 0 0,0 0 2 16,0 0 2-16,0 0 1 0,0 0-3 16,0 0 1-16,0 0-14 0,0 0 6 0,0 0-19 15,0 0-11-15,0 0-12 0,0 0-6 0,0 0-11 16,0 0-1-16,0 0 1 0,0 0 2 0,0 0 7 0,0 0 10 16,0 0 6-16,0 0 2 0,0 0 6 0,0 0-1 15,0 0 11-15,0 0-3 0,0 0 5 0,0 0 0 0,0 0 5 16,0 0 5-16,0 0-4 0,0 0 2 0,0 0 6 15,0 0 2 1,0 0-2-16,0 0 5 0,0 0 0 0,0 0 10 0,0 0-9 16,0 0 15-16,0 0-17 0,0 0 2 0,0 0-3 0,0 0 0 15,0 0 3-15,0 0-2 0,0 0-1 0,0 0 5 16,0 0-2-16,0 0 1 0,0 0 5 16,0 0 1-16,0 0 0 0,0 0-1 0,0 0-3 15,0 0 4-15,0 0 3 0,0 0-1 0,0 0 1 16,0 0-2-16,0 0 4 0,0 0 0 0,0 0-2 15,0 0 1-15,0 0 1 0,0 0-1 0,0 0 4 16,0 0 1-16,0 0-2 0,0 0 0 0,0 0 2 16,0 0-1-16,0 0-1 0,0 0-4 0,0 0-7 15,0 0-13-15,0 0-30 0,0 0-57 0,0 0-89 0,0 0-103 0,0 0-318 16,0 0 141-16</inkml:trace>
  <inkml:trace contextRef="#ctx0" brushRef="#br0" timeOffset="96589.92">26462 5351 23 0,'0'0'53'0,"0"0"-1"0,0 0-12 0,0 0 0 15,0 0-7-15,0 0-2 0,0 0-2 0,5 8-1 0,-5-4-3 0,0-4-2 16,0 6 0-16,0-1-7 0,0-1-2 0,0 3 2 16,0-2-6-16,0 1-1 0,0 2-2 0,-1-1 6 15,1 3-9-15,-3-1 8 0,2 2-1 0,-3-2 0 16,-1 4-3-16,1 3 0 0,2 1-1 0,-2 0-7 15,-2 0 12-15,0 2 0 0,2 2-11 0,-2 0 10 16,-3 0-5-16,4 3-4 16,-3-6 1-16,2 1 1 0,2 0-2 0,-1 1-4 15,-4 4 10-15,5-6-7 0,-4 0 4 0,0 1 1 0,-3-1-1 0,5 0 3 16,-1-3-9-16,-1 0 5 0,3 2 2 0,1-3-3 16,-1 2-1-16,-2 0-1 0,2-2-2 0,0 3 3 15,0-5 4-15,1 5-5 0,-1-2 7 0,1 1 7 16,-1-1-4-16,3-3-4 0,-1 4 6 15,-2 1-2-15,2-6-1 0,-2 6-2 0,1-5-5 0,2 2 1 16,-6-1 2-16,4 3 5 0,-1 0 0 16,1 0 2-16,-1-2-4 0,1 3 7 0,-2-2-4 15,2 0-1-15,0 2-2 0,1-1 2 0,-1 1-5 16,1-2-1-16,-1 2 4 0,-2 0-1 0,2 0-6 16,0-1 2-16,0 1 8 0,1 0-6 0,-1-2-4 0,0 2 1 15,1-5 1-15,-2 0 10 0,2 0 5 0,0 3-15 0,0-2 9 16,1-2 0-16,-1 3-1 0,1-3-4 0,-1 2 2 15,1-1 2-15,0 0-6 0,1-1 4 0,0-1-1 16,-1 3 10 0,1-3-9-16,1 0 0 0,0-1 3 0,-2 0-5 0,2 0-1 0,0 0-2 15,0-2 0-15,0 2 4 0,0-3-1 0,0 4 2 16,-2-4-6-16,2 1-4 0,-1 0 4 16,0 0 5-16,1-1-5 0,-1 2-7 0,-1-1 12 15,1 0-9-15,0 1 15 0,1-1-3 0,-2 1-4 16,2 0-3-16,-1 2 5 0,0-5 4 0,0 5 0 15,-1 0-7-15,1-1 3 0,0-2 7 0,1 4-5 16,0-4 13-16,-2 2-20 0,2 0 6 0,0 1-7 16,0 0-3-16,0-4 2 0,0 2-2 0,-1 2 3 15,0-3-1-15,1 3-3 0,-1-3 2 0,1 1 3 0,-2-1 2 0,1 3-8 16,0-2 14-16,1 0 0 0,-3 0-13 0,2-3 2 16,1 5 3-16,0-4-5 0,0 2 0 0,0 1-5 15,0-3-4-15,0 1 12 0,0 0-5 16,0 0 8-16,0 2 2 0,0 0-3 0,0-3-5 0,1 4 5 15,2-3-10-15,-2 0 7 0,-1 1 2 0,0-2-4 16,1 2-5 0,1 2 8-16,-2 0-6 0,0-4 1 0,1 2 0 15,-1 2 0-15,-1-2 9 0,1-1-9 0,0 4 0 0,-2-4 7 0,2 2-7 16,-1 0 1-16,1 2 1 0,-1-6 3 0,-2 5 2 16,3-2-4-16,-1 1-8 0,1-2 11 0,-1 1-4 15,0-2 3-15,1 2 5 0,-2-2-3 0,1 0-4 16,1 1 7-16,-1-1 0 0,-1 1-6 0,2-2-5 15,0 0 10-15,-1 0-3 0,0 3 2 0,-1-5-6 16,1 3-10-16,0 1 19 0,0-3-3 0,-2 3-4 16,2 1 0-16,-2-3-4 0,1 7 5 0,0-7-1 15,-4 7-3-15,5-3 1 0,-3 3 4 0,0 0-3 16,0-1 4-16,2 0-5 0,-2 2 2 0,0-1 4 16,1 6 6-16,0-3-3 0,0 1-1 0,-1 0 0 15,0 2 15-15,3-1-17 0,-3 1 5 0,3 0 3 0,-3 0 0 0,2 0-3 16,0 1 2-16,2 0 0 0,-5 3-4 0,5 2-1 15,-1-5-3-15,1 6 4 0,-3 2 1 0,3-7-7 32,0 6 4-32,-1 0 9 0,2 0-10 0,-2 0 3 0,1-3 2 0,0 3-3 15,0-6-7-15,-2 6-5 0,2-7 10 0,-2-1-9 16,2 1 5-16,-4-1 1 0,3 2-1 16,-3-2 2-16,3 2-4 0,-3-1 2 0,0-1 4 15,-1 1-5-15,2-1 3 0,1 2-5 0,-2-3 3 0,2 2-1 16,-1 1 1-16,1-1 2 0,0-1 3 0,-3 4 0 15,3-5 4-15,-1 3 2 0,3-3-7 0,-2 1 7 16,0 0-2-16,1-3 1 0,0 1 1 0,1 1-1 16,-1-2-7-16,-1-3 2 0,2 0 2 15,-1 0-6-15,0 4-7 0,-1-5 7 0,1 1 3 0,0 1 0 0,-2 0-1 0,2-2-2 16,-3 5 5-16,3-2-6 0,-2-1-1 16,0-1 3-16,-1 3-3 0,1 1 3 0,2-3-1 15,0-1 5-15,1 1 11 0,-2-2 4 0,1 1-4 16,0 3 2-16,1-4-5 0,-2-1 1 0,1 1-2 0,1 0-4 15,-1 1-1-15,1-1 0 0,0-1-2 0,-1 1 3 16,1-2-1 0,-2 1-2-16,1 1-1 0,0-2-5 0,1 2 2 15,-2-1 0-15,1-5-2 0,1 2 4 0,0 1-3 0,-1-3-1 16,1 1 4-16,0-3 8 0,0 1 23 0,0-4 23 0,-1 6 19 16,1-3 15-16,0-3 5 0,0 0-2 0,0 0-4 15,0 0 3-15,0 0-32 0,0 0-80 0,0 0-101 16,0 0-126-16,3-14-180 0,-3 5-458 0,-1-8 203 15</inkml:trace>
  <inkml:trace contextRef="#ctx0" brushRef="#br0" timeOffset="97970.89">6488 8836 144 0,'3'-5'222'0,"-3"-1"-14"0,1-3-5 16,-1 2-15-16,0 0-8 0,0 2-11 0,-1-2-5 0,2 2-14 0,-1 2-16 15,0 3-13-15,0-7-17 0,0 4-13 0,0 3-21 16,0 0-48-16,0 0-7 0,0 0-2 0,-5 17 0 15,5 0-5-15,-4 12 1 0,-1 1 3 0,0 6-8 16,-4 10 0-16,4 5 2 0,-2-2-3 0,1-2 3 16,1-1 5-16,1-11-5 0,0 0-5 0,0-2 4 15,3-2 0-15,2-2 2 16,-2-3-1-16,2-5-3 0,2-3 1 0,-2-4-1 16,1-2-14-16,2 1-5 0,-2-2-5 0,2-1 4 15,-1-2-2-15,-1-1 8 0,3-2-8 0,0-1-22 16,-1-3-52-16,4-1-59 0,-8 0-167 0,12-4-347 15,-4 0 154-15</inkml:trace>
  <inkml:trace contextRef="#ctx0" brushRef="#br0" timeOffset="101252.23">6600 9636 10 0,'0'0'144'0,"-7"-3"-8"0,7 3-21 16,0 0-6-16,0 0-15 0,0 0-8 0,0 0-3 0,0 0-15 15,0 0-4-15,0 0-5 0,19-4-10 0,-8 3-2 0,2-2-7 16,4 0-3-16,5 2 0 0,6-3-8 0,0 2 1 16,4-3-9-16,1 2 4 0,3 0-1 15,-1 2-5-15,3-3 2 0,0 0-3 0,1 2 2 0,-1-1-14 16,14 1 2-16,-16 1 5 0,1-1-1 0,3 2-1 16,-2 1-5-16,0-2 5 0,0 1 0 0,1 0-4 15,11-3 5 1,-9 2-9-16,-2 1 1 0,1-3-3 0,1 3 2 15,-3-2-2-15,16 4 0 0,-16-4-9 0,2 0 16 0,12 0 5 16,-12 0-11-16,-1 1-2 0,1 0 3 0,11-3-3 0,-12 1-1 0,14 1 5 31,-14-2-6-31,12-2 1 0,-1 1 11 0,3 1-9 0,-1-1 1 0,2 2 0 16,-3 1 1-16,3-6-3 0,-3 6 1 0,0-1 3 16,2 1-3-16,0 0-1 0,3-2 3 0,-2 1-2 0,3 3 6 15,-4-3-7-15,1 3-1 0,1 0-3 0,1 0-2 16,-1 1 8-16,5 1-3 0,3-4 15 0,-1 2-15 15,6 0-5-15,-3 2 6 0,0-2-2 0,-1 0 6 16,4 0-5-16,-3-2-2 0,1 1 7 0,-3-2-8 16,30 2 0-16,-29 0 6 0,0-1 5 0,28-2-4 15,-29 3 1-15,2-2-1 16,30-1 2-16,-30 1-2 0,1-2-1 0,-1 1-5 16,-1 4 4-16,3-3 2 0,-6-2-3 0,2-1 4 15,3 3-2-15,-1 1-1 0,0-3 8 0,-2 0-4 16,-7 2-4-16,2 1 1 0,-2-1 0 0,0 0-3 15,0-1 9-15,-2-1 2 0,0 1 6 0,1 1-1 16,-2 1 0-16,0-5 7 0,2 2-2 0,2 0 1 16,-3 0-2-16,2-2-2 0,2 2 2 0,-2-3-2 0,1 1 1 0,2 1 0 15,-2-2-8-15,2 0 5 0,-5 1 2 0,2 2 1 16,0-4-5-16,-2 4 1 0,-4-2-3 0,2 0 4 16,2 2 1-16,0-3-3 0,-3 3 5 0,1 1-6 15,-1-3-2-15,3-1 0 0,-2 6-7 0,2-3-2 16,2-1 1-16,-1 0-6 0,0 3-6 0,-4-6-2 15,4 5-2-15,-1 0 7 0,-3-2-5 0,1 3 3 0,2-4 2 16,-3 5 1-16,-1-1 0 0,1 1 2 0,-12 1-8 16,14-4 7-16,1 3-3 0,-1-2 7 0,1 6-3 0,1-2 10 15,3 0-10-15,-2 3-4 0,-1-3 2 0,3-3-4 16,1 2 4-16,-4 1 2 0,4-1 2 16,0 0-5-16,-4-1-2 0,0 4 1 0,-2-1 1 15,1-1-4-15,1-1 3 16,-1 1 3-16,-1 3-2 0,-3-5-8 0,-8 2 6 15,8 1-5-15,-10 0-4 0,11-2 4 0,-10 1 3 16,10 3 3-16,0-1-5 0,-13-2 5 0,16 1 8 16,-3-1-5-16,1-1 3 0,0 2-7 0,1 3 4 0,0-6-7 0,-1 4 6 0,-1-4-5 15,2-1 2-15,-1 4-2 0,-1-1 0 16,0 0 8-16,0 2-4 0,-1 0-3 0,-8-1 2 16,10 1-3-16,2-2 5 0,0 4 1 0,0 0-6 15,-3-4 6-15,1 1-11 0,-1 2 7 0,2 0 4 16,0-1-3-16,2 0 6 0,3 1-4 0,-3-3 3 15,1 2 8-15,1-2-7 0,-3 0-5 0,5 1 2 16,-4 0-1-16,-3-3 5 0,4 4-4 0,0-2-1 16,-4-1 4-16,0 1 3 0,2 1 0 0,0-2 0 15,1 2-3-15,-2-2 1 16,3 2-4-16,1 2 8 0,-1-2-1 0,0 1-3 16,-1-2 5-16,3 1-3 0,-1-1 3 0,-1 0-8 15,2 3 3-15,-2-2 0 0,3-2 1 0,-3 2 4 16,4-1-5-16,0 1 5 0,4-2-6 0,-4 2 3 15,5-1-1-15,-2 3 4 0,-2-3-2 0,2 2-1 16,1-4 13-16,-4 4-7 0,1-2 7 0,-1 3-10 16,-1-2 1-16,-2-1 1 0,5 1 4 0,-4 1-6 0,3-1 2 0,-1-2 2 15,1 1-2-15,-2 1-9 0,-2-1 10 0,2 2 6 16,3-1-4-16,-4-2 1 0,2 3 0 0,-5-3-6 16,3 0 9-16,-1-2-11 0,-1 1 6 0,3 1 6 15,-3 1-9-15,-3-1-3 0,3 1 7 0,0 0-9 16,-1-3 6-16,-1 3-3 0,-2-2 0 0,3 4 1 15,-1-4 1-15,-1-2 1 0,0-3-4 0,-2 6-1 0,4 1-3 0,-1-3-1 16,-2 3 13-16,3-4-15 0,0 2 4 16,1 1-3-16,-1-1 7 0,-1-1-7 0,0 1 8 15,-2-1-14-15,0 3 6 0,-2-2-1 0,4 2-6 0,-3-2 9 16,-13 2 0-16,3 0-3 0,0-1 2 0,8 1-13 16,2 0 19-16,-12 1-8 0,12 1 2 0,-11-4-6 15,14 4 11 1,-1-2 0-16,-3 0-3 0,3 1-2 0,-15-1 3 15,14 0 0-15,-11 0 1 0,9 0 2 0,-10 1 1 0,13-3-1 16,-3 2 0-16,-12-2 2 0,2 4 1 16,13 0-1-16,0-2-2 0,-2 0 0 0,-12 0-10 15,14 0 6-15,0 3 1 0,0-3 3 0,-2 2-6 16,4-1 4-16,-3-1 1 0,-13-1-2 0,16 1-1 0,-4-2-1 16,3 4 6-16,-16-2-7 0,1-2-4 0,14-2 13 0,-2 3-6 15,-11-1-3-15,12 1 2 0,3-3 3 0,-5 2-9 16,9 2 5-16,-3 2 0 0,0-2 2 0,2 0-9 15,-2 0 0-15,-5 2 14 0,4-1-13 0,1 1 5 16,-1 1-8-16,-4 1-2 0,-1-2-3 0,-10 0 14 16,-2 2-6-16,3-3 1 0,-4 3 1 0,1-3 4 15,2 2 2-15,-4-2 0 16,-3 2 0-16,2 0 8 0,-3-1-4 0,-4-3 2 16,1 2 5-16,-1 2-1 0,-5-3 7 0,0 0-11 15,-2 0 11-15,-1 2 6 0,2-4-9 0,-3-1 1 16,-1 3 1-16,2-4 0 0,-2 4-4 0,3-1 1 15,0 0 2-15,1-2-6 0,1 3-1 0,4-3 6 16,1 6-7-16,-6-3 2 0,-1 0-4 0,1 0-1 16,6 0 0-16,0 0 1 0,-1 3 1 0,-6-2-4 0,-1-1 7 0,4 0-5 15,3 3-7-15,-3-1 5 0,2-2 3 0,-5 0-6 16,0 3 2-16,10-1 5 0,-12-2-3 0,2 4-2 16,-1-1 2-16,-1-2-2 0,0 3-1 0,0-4 1 15,-1 4 9-15,0-4-1 0,-5 1-1 0,6 1 2 16,-5 0-3-16,4-1 2 0,-4 1-4 0,5 1-4 15,-1-3 11 1,0 2-2-16,0-2-4 0,-1 3 4 0,-3-3 5 16,0 0-4-16,0 0 1 0,-1 0 3 0,1 0 4 0,1 0-1 15,-4 0 1-15,2 0 1 0,-1 0-4 0,2 1 0 16,-1-1-4-16,-1 1 0 0,0-1-5 16,2 0 3-16,-4 2-3 0,0-2 0 0,2 0-1 15,-5 0 1-15,2 1-4 0,4 0 1 0,-5-1 4 0,0 1 1 16,-1-1 3-16,3 2-4 0,-2-2 1 0,-3 0 1 0,3 0-2 15,-3 0 5-15,-5 0-2 0,11 2 1 0,-3-2 2 16,-3-2-3-16,4 2-2 0,-1 0-1 0,-2 0-2 16,-6 0-2-16,12 0 6 0,-3 0-6 0,-3 0 0 0,2-2 2 0,0 4-4 15,0-2 1-15,-1 0 0 0,2 0-2 0,0 2 0 16,-3 0 3-16,2-2-8 0,-3 1 7 0,1 1 0 16,4-2-1-16,-6 1-2 0,-4-1 2 0,9 1-1 15,-5 0 0-15,-4-1 0 0,10 2 1 0,-10-2 0 16,5 1-1-16,-5-1-1 0,0 0 4 0,0 0 1 15,8 0 3-15,-8 0 5 0,0 0-4 0,0 0 3 16,0 0 3-16,9-1-2 0,-9 1-2 0,0 0 1 16,0 0-4-16,0 0-2 0,8 0 1 0,-8 0-4 15,0 0 3 1,0 0 2-16,7-2-7 0,-7 2 2 0,0 0-1 0,5 0-1 16,-5 0-1-16,0 0 1 0,11-1 0 0,-11 1 1 15,7 0 2-15,-7 0-4 0,4 1 5 0,-4-1-5 16,8 2 2-16,-8-2-2 0,6 0 1 0,-6 0 2 15,0 0-3-15,4 1 0 0,-4-1-1 0,0 0-1 16,0 0 8-16,0 0 2 0,9 0 1 0,-9 0-1 16,0 0 1-16,0 0-4 0,0 0 1 0,0 0-2 0,0 0 3 15,0 0-5-15,0 0-3 0,0 0 3 0,0 0 2 16,0 0-2-16,0 0-2 0,0 0 0 0,0 0 3 0,6 0 1 16,-6 0-4-16,0 0 2 0,0 0 3 0,0 0-4 15,0 0-1-15,0 0 1 0,0 0-3 16,0 0 3-16,0 0-1 0,0 0 1 0,0 0 0 15,0 0 0-15,0 0 3 16,0 0-6-16,0 0 4 0,0 0-2 0,0 0-5 16,0 0 5-16,0 0 0 0,0 0 0 0,0 0 2 15,0 0-1-15,0 0-1 0,0 0 2 0,0 0 0 16,0 0-2-16,0 0 7 0,0 0 4 0,0 0 3 16,0 0 11-16,0 0 0 0,0 0 1 0,0 0 12 15,0 0-5-15,0 0 3 0,0 0 1 0,0 0 5 16,0 0 8-16,0 0 10 0,0 0 8 0,2-4 16 0,-2 4-11 0,0-5-3 15,0 5-8-15,1-6-9 0,0 3-2 0,2-4-11 16,-1 0-3-16,2-3 0 0,1 0-8 0,4-6-3 16,-2 3-4-16,0-3-1 15,2 1-10-15,1-2-5 0,2 0-9 0,3-4-4 16,-1 0-9-16,0 5 1 0,-1-1 4 0,-3 3 1 16,3-1 1-16,0 0 1 0,-2 1 0 0,-2 0-1 0,-1 4 3 0,0-2 4 0,-1 5-2 0,0-3-1 15,-2 3 0-15,-1 1 2 0,-2 0 0 0,2 1 0 16,-2 2 0-16,0-1-7 0,2 1 6 0,-3 1 1 15,-1 2 0-15,1-5-4 0,-1 5 6 0,2-5-3 16,-2 5 2-16,1-5-2 0,-1 5-2 0,0 0 2 16,2-2 0-16,-2 2 0 0,0 0 2 0,0 0 0 15,0-4 1 1,0 4 0-16,0 0-3 0,0 0 0 0,0 0 5 0,0 0-4 16,3-3 3-16,-3 3 10 0,0 0-14 15,0 0 5-15,0 0-3 0,0 0-2 0,0 0 1 16,0 0-1-16,0 0 4 0,0 0-1 0,0 0 0 15,0 0-3-15,0 0 4 0,-3-5-4 0,3 5 4 0,0 0-3 16,0 0 1-16,0 0-3 0,0 0-1 0,0 0-2 16,0 0 3-16,-3-5 1 0,3 5-2 0,0 0-4 0,0 0-2 15,0 0 0-15,0 0-3 0,0 0 3 0,0 0-1 16,0 0-4-16,0 0-4 0,-3-2-2 0,3 2-1 0,0 0-15 16,0 0-22-16,-6-3-7 0,6 3-16 0,-5-3-6 15,5 3-3-15,-6-2 8 0,1 1 3 16,5 1-4-16,-6-2 2 0,0 0 4 0,-1 2-3 15,7 0 2-15,-9-2 3 16,4 0 9-16,5 2-2 0,-8-1-5 0,2 0-3 16,1 0 8-16,5 1-3 0,0 0 4 0,-12 1 3 15,12-1-2-15,-5-1 22 0,5 1 1 0,0 0 6 16,0 0-2-16,0 0 23 0,0 0 3 0,0 0 23 16,-9-2 3-16,9 2 13 0,0 0 0 0,0 0 6 15,0 0-4-15,0 0 2 0,0 0 2 0,0 0-4 16,0 0-3-16,-1-3 3 0,1 3-8 0,0 0 6 0,0 0-7 0,0 0-5 15,0 0-10-15,0 0-17 0,0 0-26 0,0 0-27 16,0 0-48-16,0 0-127 0,0 0-263 16,0 0 117-16</inkml:trace>
  <inkml:trace contextRef="#ctx0" brushRef="#br0" timeOffset="101561.07">25948 8814 120 0,'4'-5'193'15,"-4"5"-19"-15,0 0-14 0,0 0-13 0,3-3-14 16,-3 3-14-16,0 0-18 0,0 0-18 0,0 0-19 16,0 0-24-16,0 0-12 0,4 9-5 0,-4 1-1 0,-2 1-3 0,-1 7-1 0,-1 7 5 15,-3 5-7-15,-3 1-4 0,-5 15-2 0,-4 4 3 16,-3-4-13-16,-1 5-32 0,-3-4-55 0,-1-1-147 16,3-4-252-16,6-10 111 0</inkml:trace>
  <inkml:trace contextRef="#ctx0" brushRef="#br0" timeOffset="113926.24">3068 11392 152 0,'-3'-6'149'0,"3"3"-11"0,0 3-6 0,0-4-5 16,3 0 0-16,-3 4-8 0,1-8-3 0,-1 5-3 0,1-1-5 0,0-1-1 15,-1 5 2-15,2-8-7 0,-1 3-2 0,0 2 0 16,-1-1-2-16,0 4-9 0,2-9 0 0,-1 6-6 16,-1-1-8-16,0 0 0 0,0 4-5 0,0-5-8 15,0 5-3-15,2-4-8 0,-2 4-5 0,0 0-2 16,-2-5-8-16,2 5-4 0,0 0-6 0,0 0-5 15,0 0-14-15,0 0-26 0,0 0-31 0,0 0-8 16,0 0 8-16,0 0 12 0,0 18-2 0,2-5 3 16,-4 5 2-16,2 8 4 0,0-1 2 0,-1 3 5 15,-1 4 3-15,-2-1-1 0,3 3 6 0,0-2-1 16,-3 2 3-16,1-4 3 0,2 2 1 0,0-1 2 16,0-2 5-16,1-3 10 15,0-5-2-15,-3-2-2 0,3-3 3 0,0-3-1 16,0-3 1-16,0 0 0 0,0-3-1 0,0-2 16 15,0 2 23-15,-1-1 15 0,1-5 26 0,0-1 27 16,0 7 31-16,0-7 40 0,1 3 43 0,-1-3 7 16,0 0-19-16,0 0-26 0,3-19-16 0,0-1-23 0,4-8-18 0,-1 1-11 15,3-4-11-15,-1-1-14 0,2-4-11 0,5-10-26 16,-4 14 2-16,-1-2-5 0,3 5-11 16,-1 2-3-16,1 3-14 0,-8 8 4 0,3 0 2 0,-3 7-8 15,0 0 14-15,0 2-23 0,-1 2-6 0,-3-1-3 16,2 4-17-16,1-1-35 0,-2 1-10 0,-2 2-7 15,0 0-1-15,18 7-10 0,-10 0 2 0,-3 4 4 16,4 3-1-16,0 3 9 0,0 7 6 16,0 2 7-16,-1-2 4 0,-1 5 5 0,0 0 3 0,-2-1 4 0,-3-2 7 0,2 2-3 15,0-1 5-15,-3-7 2 0,3 0-2 16,-2-4 10-16,0-2 0 0,-1-1-3 0,-1-5 5 16,1 2 3-16,1-4 9 0,-1 1-6 0,-1-3 20 15,0-2 54-15,1 1 27 0,-1-3 38 0,1 5 32 0,-1-5 22 16,0 0-6-16,0 0-19 0,4-14-22 0,1-4-16 15,1 0-9 1,2-8-18-16,4-2-18 0,1-2-7 0,-2-2-11 16,3 1-14-16,0 1-7 0,3 0-5 0,-4 5 0 0,-4 8-8 0,-3 3-3 15,2 2-4-15,-3 4-3 0,-1 1-8 0,-3 2-7 16,3 0-33-16,-2 3-41 0,1-1 1 0,-3 3-3 16,0 0 10-16,15 11 1 0,-7 0 7 0,-2 0 2 15,2 4 0-15,1 5 12 0,-1-3 3 0,-1 8 1 16,1 1 2-16,-2-1-6 0,-1 3-2 0,1-4-5 15,-4-2-11-15,1-3-2 0,-2 0 4 0,2 1-39 16,-1-3-1-16,-2-2-19 0,1-3-10 0,2 1-20 16,-3-2-12-16,0-1-25 0,1-1-16 0,-2 3-21 15,1-7-33-15,1 2-27 0,2-1-34 0,-3-2-191 16,3-1-546-16,-3-3 242 0</inkml:trace>
  <inkml:trace contextRef="#ctx0" brushRef="#br0" timeOffset="114751.62">4105 11613 97 0,'0'0'184'0,"-5"0"-4"0,5 0 0 0,0 0-3 16,0 0-1-16,0 0-10 0,-5-5-1 0,5 5-9 0,0 0-9 0,0 0-10 15,0 0-10-15,0 0-12 0,0 0-10 0,0 0-14 16,0 0-5-16,0 0-11 0,0 0-7 0,0 0-6 16,0 0-7-16,0 0-3 0,0 0-7 15,0 0 3-15,0 0-6 0,0 0-7 0,0 0-4 16,0 0-2-16,0 0 4 0,0 0-10 0,0 0-1 0,0 0-4 15,0 0 1-15,0 0 2 0,0 0-7 0,0 0-2 16,0 0-4-16,0 0 1 0,0 0-1 0,14-2 2 16,0 1-3-1,8-3-1-15,8 0-1 0,1-1-2 0,6-2 0 16,0 2 3-16,14-2-6 0,1 1 5 0,-13-1 1 0,-2 0-4 16,-1 2 3-16,0 3-1 0,-7-5 6 15,-5 4-6-15,-5 2-1 0,-6 0-5 0,-1 0 1 16,-2 1-13-16,-2 0-14 0,-3-2-15 0,0 2-20 15,-5 0-2-15,0 0 3 0,0 0 0 0,0 0-15 0,-19 12-26 0,1-4-17 16,0-1-9-16,-1-2-16 0,-3 1-37 0,-2 5-152 16,-2-2-362-16,7-1 161 0</inkml:trace>
  <inkml:trace contextRef="#ctx0" brushRef="#br0" timeOffset="115106.4">4154 11802 73 0,'-3'1'149'15,"-2"1"-7"-15,5-2-8 0,-6 3-5 0,6-3-6 0,-4 1-6 16,4-1-2-16,0 0-8 0,0 0-11 0,0 0-9 15,0 0-4-15,0 0 7 0,19 3 2 0,-2-6-6 16,11-1-5-16,5 0 0 0,6-4-2 16,14 0-2-16,2-1-4 0,4 2 1 0,-2-3 3 0,-2 2-6 0,-4 0-1 15,-14 0-9-15,-1 0-9 0,-4 3 0 0,-9 2-8 16,-5 1-3-16,1-1-4 0,-7 1-5 0,-1 0-2 16,-5 0-3-16,0 2-4 0,-1-3 5 0,-5 3-23 15,10 0-18-15,-10 0-9 0,0 0-7 0,0 0-16 16,-1 7-17-16,1-7-45 0,-14 6-35 0,6-2-55 15,-2-1-157-15,2 1-383 0,2-1 170 0</inkml:trace>
  <inkml:trace contextRef="#ctx0" brushRef="#br0" timeOffset="115782.78">5365 11243 137 0,'-3'-1'247'0,"2"-3"-14"16,1 0-20-16,0 4-19 0,0 0-14 0,0-5-24 16,0 5-15-16,-2-3-22 15,2 3-28-15,0 0-16 0,0 0-12 0,0 0-3 16,-4 9-8-16,4 2-7 0,0 0-6 0,-4 4-3 15,2 3-4-15,-2 0-4 0,1 9-4 0,-3-2-4 16,3 0 1-16,-1 2-2 0,3 0-3 0,-1-1 4 16,-1 0-7-16,2 0-5 0,-2 3 3 0,3-6-1 0,0-3-2 0,0-3 0 0,0 1 0 15,-2-2-11-15,2-2 11 0,0-1-3 16,-2-4 1-16,2-1 0 0,0-2-2 0,0 1 1 16,-1-2 0-16,1-2 0 0,0 2 6 0,0-5 25 15,0 4 14-15,0-4 17 0,0 0 17 0,0 5 25 16,0-5 16-16,0 0 20 0,0 0 27 0,0 0 11 15,0 0-11-15,0 0-26 0,0 0-9 0,-1-17-16 16,1 5-9-16,0 1-11 0,-2-8-15 0,2-6-17 16,0-4-27-16,0 0 2 15,3 2-9-15,-2-3-12 0,1 1-1 0,0 2-3 16,-1-1 7-16,1 10-10 0,2-7-7 0,-2 8 4 16,0-4-1-16,0 3 2 0,-1 6 0 0,0-1-1 15,1 2-2-15,-2 3 2 0,0 1 10 0,1 1-11 16,-1 1-2-16,0 2 1 0,1-1-7 0,-1-1-7 15,0 5 0-15,2-6-34 0,-2 6-20 0,0 0-1 16,0 0 7-16,0 0 1 0,-16 15 11 0,6-1 1 0,-5 6 10 0,-5 3-25 16,-1-1-29-16,-6 8-31 0,-2 8-40 0,-6 1-41 0,3-4-67 15,-2 2-316-15,8-9-625 0,7-6 277 0</inkml:trace>
  <inkml:trace contextRef="#ctx0" brushRef="#br0" timeOffset="116108.23">5240 11830 292 0,'0'0'303'16,"0"0"-17"-16,0 0-21 0,0 0-30 0,0 0-23 15,-6 1-18-15,6-1-20 0,0 0-15 0,19 0-19 16,2-2-18-16,14-1-33 0,17 0-69 15,1 2-93-15,3-1-130 0,-4 0-167 0,-13-2-399 0,-1-1 177 16</inkml:trace>
  <inkml:trace contextRef="#ctx0" brushRef="#br0" timeOffset="116815.86">2646 12342 63 0,'0'0'158'0,"0"0"-8"0,0 0 2 16,-4 0-11-16,4 0-10 0,0 0-9 0,0 0-4 15,0 0-9-15,0 0-9 0,0 0-2 0,0 0-7 16,0 0-4-16,0 0-9 0,0 0-4 0,0 0-6 15,0 0-7-15,0 0-10 0,0 0-6 0,0 0-5 16,0 0-4-16,0 0-2 0,0 0-5 0,0 0-3 0,0 0-4 16,0 0-1-1,0 0-3-15,15 4 1 0,-2-3-1 0,9-2-3 16,10 1 0-16,5-3-3 0,19 1 1 0,5-4 0 16,34-4 1-16,5 2 12 0,13-5 12 0,15-2 13 15,14-1 9-15,7 1 4 0,10-3 5 0,11 1 6 16,5-1-6-16,5-3-3 0,-6 4-5 0,-4 3-5 15,-9-3-2-15,-9 2-2 0,-5 1-4 0,-12 0-4 16,-12 3-5-16,-9 1-7 0,-18 1-2 0,-7 1-1 0,-30 1-2 0,-21 6-3 16,-1-4-2-1,-10 2-1-15,-8 1 3 0,-5 1-8 0,-2 0 12 0,-4 0 12 16,-2 1-3-16,3-2-2 0,-4 2-12 16,-5 0-3-16,0 0-28 0,0 0-41 0,0 0-57 15,-24 9-74-15,-2-2-127 0,-6 0-172 0,0-1-519 16,0-1 230-16</inkml:trace>
  <inkml:trace contextRef="#ctx0" brushRef="#br0" timeOffset="124157.69">8317 12154 100 0,'0'-6'201'0,"1"-1"-16"0,2 3-12 16,-2-3 1-16,0 3-10 0,1-2-9 0,-2 0-7 0,1 0-13 16,-1 0-11-16,-1 1-7 0,-1-1-10 0,1 0-4 0,0 1-8 15,-1 1-15-15,1-1-6 0,-1 2-8 0,0-2-7 16,2 5-8-16,-4-7-7 0,-1 6-6 0,-1-1-12 16,6 2-2-16,-15 1-11 0,6 0 3 0,-5 3-7 15,2 2 4-15,-4 3-7 0,-1 2-2 0,-6 5 0 16,0 4-1-16,0 2-4 0,2 5 0 0,1-1 0 15,0 4 0-15,3 1-2 16,0 1 2-16,2 1-5 0,1-2 2 0,5 1 1 16,0-2-1-16,5-2 1 0,-1 1 1 0,4-3 1 0,1-6-1 0,6 4 1 15,-3-6-1-15,3-3 9 0,1 1-4 0,-1-6 1 16,4-1 1-16,-1-2-1 0,3 1 3 0,0-4 5 16,3-2 13-16,-2 1 9 0,0-3 15 0,1-3 14 15,0-2 5-15,1 0 15 0,1-7-4 0,-2 2 0 16,0-2-2-16,-1-1-10 0,1-2-7 0,-1-8-4 15,-2 2-7-15,2-3-5 0,0-1-3 0,-4 0-2 16,-1-2-10-16,1-1 0 0,-2 2 1 0,-3 3-3 16,-2 6 7-16,1 0 12 0,0 0-6 0,-2 3 5 15,-1 4 5-15,1-1 5 0,-1 3 7 0,1 0 0 16,1 3-9-16,-4 0-2 0,2 5-9 0,0-10-6 16,0 10-4-1,3-4-29-15,-3 4-23 0,1-3-18 0,-1 3 3 0,0 0 3 16,0 0-1-16,0 19 8 0,0-8-2 0,-1 6 3 15,0 0 4-15,-2 8 2 0,2-5 1 0,0 4 0 16,-2 1 4-16,3-1 4 0,-3 1 2 16,2-6-1-16,0 2-3 0,1-4 3 0,-1 3-2 0,1-2 3 0,-3 0-1 0,2-2 3 15,1-3 2-15,0-3 3 0,-3 3-2 16,6-4 10-16,-6 1 2 0,3-4-12 0,-1 1-3 16,1 1 2-16,1-6 3 0,-1 3 0 0,0-1 0 15,4-1 1-15,-4 2 12 0,0-5-14 0,-1 3 10 16,1-3 14-16,0 0 9 0,1 4 17 0,-1-4 8 15,0 0-1-15,0 0 12 0,0 0 6 0,0 0-11 16,0 0 0-16,18-9-8 0,8-6-54 0,4 2-54 16,17-5-72-16,2-4-89 0,6-5-163 0,4-2-217 0,21-13-643 0,-29 12 285 15</inkml:trace>
  <inkml:trace contextRef="#ctx0" brushRef="#br0" timeOffset="125175.16">8617 12310 194 0,'4'-7'251'0,"-3"0"-16"0,3 0-10 0,0 1-19 0,-3-1-5 0,2 3-13 15,-2-1-16-15,3 2-20 0,-3-1-17 0,-1 4-14 16,4-5-14-16,-4 5-14 0,0-2-11 16,0 2-12-16,0 0-8 0,5 9-6 0,-5-4-2 15,1 7-12-15,2 0-2 0,-3 5-12 0,0 9 3 16,-4 1-5-16,3-1-4 0,-3 2 0 0,0 0-1 0,-1 1-6 15,0-3 0-15,1 2-1 0,-1-2-3 16,2 0 8-16,2-8-10 0,-3 1 0 0,3-1-1 16,1-2 1-16,0-4-4 15,-3 0 1-15,3-3 3 0,-1-1-2 0,1-1-2 16,0-2-1-16,0 0 7 0,0 0-2 0,0-2 22 16,0-3 30-16,0 5 24 0,0-5 28 0,0 0 31 15,0 6 16-15,0-6-13 0,0 0-14 0,0 0-10 16,13-12-13-16,-4 2-12 0,1-2-16 0,3-3 0 15,0-1-13-15,5-3-10 0,-1-2-3 0,1 0-3 0,0 2 2 0,-5 4-15 16,0 2-4-16,-3 0-2 0,0 1-2 0,-1 3-7 16,-2 0 0-16,-1 3-8 0,1-4-2 0,-2 7 3 15,-2-1-1-15,1 1-2 0,0-2-6 0,-3 1-2 16,3 1 1-16,-4 3-2 0,4-1-2 0,-4 1-4 16,0-5-17-16,0 5-8 0,4-3-15 0,-4 3-17 15,0 0-5-15,0 0 16 0,0 0-3 0,0 0 9 16,-8 12 1-16,4-10 3 0,0 6 7 0,-1-4 1 0,-1 1-3 15,0 2 9-15,0-2 5 0,1 3 2 0,0-3-1 0,-1 1 14 16,3-3-13-16,0 1 3 0,-1 0 4 0,1-2-3 16,2 2-4-16,1-4 8 0,-4 5 3 0,4-5 7 15,-4 1-1-15,4-1 10 0,-1 2 16 0,1-2 9 16,0 0 5-16,0 0 8 0,-3 4-1 0,3-4-4 16,0 0-4-16,0 0 2 15,0 0 4-15,0 0-18 0,0 0-2 0,-3 3-11 16,3-3-3-16,0 0-6 0,0 0-4 15,0 5 2-15,4-2 0 0,0 2-10 0,2 4 6 16,1 0-4-16,5 6-3 0,-1-1-5 0,2 0 16 0,4 6-2 16,-5-3 5-16,5 4-4 0,1-1-5 0,-4-5 13 0,-1-1-9 0,-2 1-10 15,2-2 4-15,0-2 11 0,-6 1-9 16,2-4-1-16,-3 0 1 0,1 0 1 0,-3-3-4 0,0 0 4 16,0 0-1-16,-2-1 5 0,1-2 2 0,-1 1-3 15,-2-3 2-15,4 5 4 0,-4-5-2 16,4 2 10-16,-4-2 5 0,0 0 5 0,0 0 7 15,5 3 5-15,-5-3-8 0,0 0-5 0,0 0-4 0,1 1 1 16,-1-1-4-16,0 0 1 0,0 0-2 0,0 0-9 16,0 0-18-1,0 0-30-15,0 0-32 0,0 0-36 0,0 0-32 16,3 4-32-16,-3-4-49 0,0 0-59 0,0 0-58 16,0 0-297-16,0 0-685 0,0 0 303 0</inkml:trace>
  <inkml:trace contextRef="#ctx0" brushRef="#br0" timeOffset="125829.61">9720 12417 132 0,'0'0'176'15,"-9"-1"-3"-15,9 1-6 0,0 0-6 0,-6-1-5 16,6 1-9-16,0 0-10 0,0 0-7 0,0 0-6 16,0 0-9-16,0 0-13 0,-8 0-6 0,8 0-12 15,0 0-5-15,0 0-14 0,0 0 2 0,0 0-12 16,27-4-3-16,-13 4-4 0,5-3-3 0,4 2-5 15,4-1-4-15,2 0-5 0,1 0-4 0,0 1-3 16,1-1 1-16,1 1 0 0,-4-1 1 0,0 2-1 0,-6 0-2 0,-4 0-3 16,0-1-5-16,-7 1 9 15,2 0-9-15,-7 0-1 0,1 0-1 0,-1 1-4 0,-6-1 0 16,10-2-11-16,-10 2-9 0,7 2 0 0,-7-2-3 16,0 0-21-16,-13 6-19 0,1-4-21 0,2 3-37 15,-1-1-30-15,-1-2-34 0,-2 1-171 0,3 1-376 16,-1 1 167-16</inkml:trace>
  <inkml:trace contextRef="#ctx0" brushRef="#br0" timeOffset="126123.9">9843 12622 226 0,'-5'3'220'0,"5"-3"-8"0,-8 0-10 0,8 0-8 16,-7 1-12-16,7-1-16 0,0 0-16 0,-1 3-13 0,1-3-13 15,14 0-6-15,-1-2-10 0,9 2-10 0,8-2-11 16,5 2-7-16,-2-3-5 0,4 2-11 0,0-3-1 16,0 3 3-16,-1-2-2 0,-4 0-3 0,-1 1-5 0,-11-1-5 15,-1 3-2-15,-7-2-5 0,-1 0-5 16,-2 1-3-16,-2 1-7 0,0-1-1 0,-1 1-11 15,-6 0-30-15,8 0-26 0,-8 0-35 0,0 0-34 16,0 0-73-16,-18 6-258 0,7-6-475 0,0 0 210 0</inkml:trace>
  <inkml:trace contextRef="#ctx0" brushRef="#br0" timeOffset="127786.43">11344 12417 70 0,'0'0'141'0,"-9"0"-6"0,9 0-6 0,-5 2-4 16,5-2-1-16,0 0-8 0,0 0-1 0,-8 1-6 15,8-1 5-15,0 0-3 0,0 0-4 0,0 0-3 0,0 0-3 0,0 0-7 16,0 0-7-16,0 0-5 0,0 0-4 0,0 0 1 15,0 0-8-15,0 0 4 0,-5-5-3 0,5 5-5 16,0 0-4-16,0 0-5 0,0 0-3 0,0 0-6 16,0 0-2-16,0 0-3 0,0 0-4 0,0 0-5 0,0 0-4 0,0 0-3 15,0 0-5-15,0 0-2 0,0 0-1 16,0 0-2-16,0 0-2 0,0 0-2 0,0 0-2 16,0 0-1-16,0 0-1 0,0 0 0 0,0 0-4 0,0 0 2 15,0 0-2-15,0 0 2 0,0 0-3 0,0 0-3 16,0 0 0-16,0 0-2 0,0 0 4 0,0 0-2 15,0 0 0-15,0 0-2 0,0 0 0 0,0 0 0 16,0 0 5-16,0 0-4 0,0 0-7 0,0 0 6 16,0 0 0-16,23-1 3 15,-5-1 0-15,10 0-2 0,6-1 0 16,6 0-6-16,14-1 8 0,5 1-6 0,0-2 5 16,6-2-1-16,-4 2-1 0,4 3 2 0,3-1-2 0,-3-1 3 15,-6-1-1-15,-3 3 0 0,-18-1 0 0,-3 0 1 16,-3 0-1-16,-12 1-1 0,-2 0 2 15,-4 2 2-15,-3-3-2 0,-4 3 6 0,2 0 1 16,-2 0 1-16,-2-1-2 0,-5 1-2 0,6-1-2 0,-6 1-14 0,0 0-18 16,0 0-28-1,-22-3-31-15,3 8-53 0,1-5-61 0,0 3-222 0,-2-1-455 16,1-1 202-16</inkml:trace>
  <inkml:trace contextRef="#ctx0" brushRef="#br0" timeOffset="133438.32">14301 11509 28 0,'0'0'98'0,"-1"-5"-7"16,1 5-11-16,0 0-7 0,-3-4-7 0,3 1-4 16,0 3-7-16,0 0-6 0,-1-6-1 0,1 6-9 0,0 0 5 0,-4-2 2 15,4 2 1-15,0 0 2 0,0 0 4 0,0 0 1 16,0 0 8-16,0 0-3 0,-4-3 3 0,4 3-5 16,0 0-4-16,0 0 0 0,0 0 1 0,0-6-3 15,0 6 0-15,0 0-1 0,0 0 0 0,0 0-5 16,0 0-6-16,1-4 1 0,-1 4-3 0,0 0-3 15,3-3-2-15,-3 3-4 0,0 0-2 0,0-4-1 16,0 4-3-16,5-1 0 0,-5 1-2 0,4-3-6 16,1 2 0-16,0-2-3 0,4 2 2 0,0-1 2 15,3 1 1-15,-1-1 0 16,2 1-1-16,2 0-4 0,-1-1 6 0,0 2-9 16,-1 0 5-16,6 0-6 0,-3 2 0 0,0 0 1 15,-2 1 3-15,4 3-4 0,-1 1 3 0,-2 2-2 16,-1 1-5-16,-2 2-2 0,-3 3 1 0,-3 1-1 15,1 3-1-15,-6 5 3 0,-4 3-6 0,-5 3-2 16,-3 1-1-16,-8 2 2 0,-8 9-1 0,-8-1 3 16,3-3 1-16,-3-2 1 0,5-11-5 0,-6 9 2 0,7-12-4 0,1 0 8 15,2-3 4-15,2 3-4 0,0-6 1 0,9-5-3 16,-1-1 0-16,6-4 3 0,1 0 0 0,4-2 3 16,-1 0 14-16,1-1 37 0,1-1 31 0,4-2-3 15,0 0-8-15,0 0-9 0,0 0-6 0,7-18-6 16,3 10-6-16,5-4-5 0,1-2-6 0,0-1 1 15,7 1-6-15,-2-3-4 0,2 5-4 0,3-1-3 0,-7 8-3 0,-1-2-6 16,4 0 0-16,-1 3-1 0,1 1-1 0,-1 2-1 16,0 2 0-16,6 1-3 0,-7 1-3 0,-2 2-6 15,3-1-15-15,-3 3-29 0,0 1-35 0,1 0-50 16,-1-1-68-16,-1 0-230 0,0-1-463 0,0-2 206 16</inkml:trace>
  <inkml:trace contextRef="#ctx0" brushRef="#br0" timeOffset="134176.97">15013 11436 36 0,'1'-2'237'0,"1"-2"-12"16,0 1-17-16,-2 3-19 0,2-4-18 0,-2 4-21 15,0 0-16-15,3-4-17 0,-3 4-16 0,0 0-14 0,0 0-6 16,3 11-9-16,-3-5-10 0,0 5-8 16,-2 2-2-16,0 2-6 0,0 7-3 0,0 2-6 0,-1 2-2 0,2 2-4 0,0-2-3 0,-4-1-4 15,1 3-11-15,0-3 3 0,0 1-5 0,2-9 2 16,-2 3-1-16,0-1-4 0,1 0 2 0,-3-3-2 16,6-2 0-16,-4-2 2 0,3-1-5 0,1-5 0 15,-1 2 4-15,1-1-4 0,-3-3-4 0,6 0 21 16,-3-1 17-16,0 1 17 0,0-4 13 0,-3 3 26 15,3-3 7-15,0 0 18 0,0 0 16 0,5 3 2 16,-5-3-29-16,10-8-9 0,-2-1-13 0,1 1-12 16,4-6 2-16,0-3-16 0,4-5-7 0,-1 3-3 15,0-2-7-15,-3 6 11 0,0-1-25 0,0 0 4 16,2 2-3-16,-4-1-11 0,1 2 0 0,-2 0 2 16,-1 4-1-16,0 0-1 0,-4 2-2 0,2 2 8 15,-2-1-4-15,0 2 0 16,-1 0-3-16,-2 1-11 0,1 1 2 15,-3 2 23-15,1-5-32 0,3 5 0 16,-4 0-11-16,0 0-12 0,3-4-7 0,-3 4 4 0,0 0 3 0,0 0-6 16,-9 12 9-16,5-3 4 15,-3-3 1-15,0 5 0 0,0-3 2 0,-3 4-2 0,1 2 4 16,0-3 0-16,0-2 3 0,4 3 1 0,-3-3-3 0,2 0 3 16,0 2 0-16,3-5 2 0,-1 0 0 0,0 0-1 0,3-3-1 0,-3 2 4 15,2-2 1-15,0 1-4 0,2-4 2 16,-3 5 3-16,1-2 0 0,2-3-5 0,-1 4 2 0,1-4-2 15,1 5 1-15,-1-5-1 0,3 7-3 0,1-1 5 16,2 2 6-16,1 1-7 0,0 1 0 0,3 6 2 16,2-4 2-16,1 5 12 0,6 3 4 0,-1-1-4 15,0 1 1 1,2 3-2-16,0-2-7 0,-3-1-36 0,2 0-51 0,-1 2-58 16,-4-1-73-16,-3-4-362 0,-2-2-623 15,1-1 276-15</inkml:trace>
  <inkml:trace contextRef="#ctx0" brushRef="#br0" timeOffset="135611.34">13290 12586 77 0,'1'-5'116'0,"-1"5"0"0,0 0-4 0,0 0-5 15,0 0-5-15,2-3-14 0,-2 3-13 16,0 0 4-16,0 0-2 0,0 0-2 0,0 0-15 15,0 0-2-15,0 0-6 0,4-4-6 0,-4 4-5 0,0 0-1 16,0 0-10-16,0 0-2 0,0 0-3 0,0 0-1 16,0 0-2-16,0 0-6 0,0 0-10 0,0 0 11 15,0 0-2 1,6 0-5-16,-6 0 10 0,0 0-17 0,10 0 3 0,-10 0 7 16,12 0-4-16,-5 0-6 0,5 0 8 0,-1 0-6 15,7-2 3-15,0 2-6 0,4 0 0 16,3 2 2-16,6-2 1 0,0 0-3 0,2 0 0 15,0-2 2-15,3 2-1 0,1 0 4 0,15-1-8 0,1 0-2 16,-1 0 8-16,7-3 0 0,1 3-8 0,0-1 3 16,4-1 1-16,1-3-4 0,30 3 0 0,-29 0 4 0,26-4-1 15,-25 4 2-15,26 1 0 0,-28-1 3 0,27-2 2 16,-29 4-4-16,2 0-4 0,1-2 5 0,-1 2-5 16,29-2-1-16,-32 1 7 0,5 0-8 0,-3-1 1 15,30-2 3-15,-30 5-5 0,4-1 3 0,25-3 5 16,-30 4 1-16,26 0-7 0,-25-2 6 0,0 2 0 15,0 0-1-15,1-6 1 16,4 7-5-16,-4-1-3 0,-2-1 4 0,2 1 1 16,26 0 1-16,-31-1-4 0,5 1 7 0,-2-1-7 15,-1 1 0-15,2 1 9 0,0-2-4 0,-3 1-6 16,0 0 6-16,-3 0-3 0,0 0 1 0,-1 0 4 16,2-2-8-16,1 4 4 0,0-2 1 0,1-2 3 15,0 2 4-15,0 0-4 0,1-2-4 0,-4 4-4 16,3-4 6-16,1-1-3 0,-7 1 5 0,-2 2-2 0,-3-3-7 0,-9 1 14 15,-1 0-7-15,11-1-5 0,-12 3 8 0,12-2-10 16,-11 0 1-16,0 0-2 0,-1 0 7 0,-2 1-4 16,-1-2 0-16,0 1 2 15,-3 2 1-15,-2-3 8 0,-4 3-1 0,-7 0 4 16,-2-2 2-16,-4-1 8 0,-1 1 9 0,-2 2 11 16,-2-2 9-16,-4 2 6 0,3 0 1 0,-8 0-4 0,8 0-1 0,-2-3-2 0,-6 3-8 0,5-2-2 15,-5 2-5-15,0 0-6 0,8 0-5 0,-8 0-7 16,0 0-14-16,0 0-12 0,0 0-25 0,5 0-24 15,-5 0-31-15,0 0-30 0,0 0-41 0,0 0-157 16,0 0-343-16,0 0 152 0</inkml:trace>
  <inkml:trace contextRef="#ctx0" brushRef="#br0" timeOffset="142979.26">13828 13181 37 0,'0'-7'151'16,"0"0"-4"-16,1-1-3 0,-1-1-7 0,3 3-5 0,-2-1-2 0,-1 0-12 15,4-1-8-15,-4 0-6 0,1 3-2 0,3-3-7 16,-4 4-6-16,2-1-8 0,0 2-7 0,-2-2-8 16,1 3-9-16,-1 2-7 0,3-4-12 0,-3 4-17 15,0 0-13-15,0 0 4 0,0 0-9 0,4 14 0 16,-4-5-4-16,0 8 7 0,-4 2-3 0,0 6 4 15,0 4-1-15,-1 2-3 0,-3-2 0 0,2 4-1 16,-2 0-2-16,2-1 1 0,2-2 0 0,-2-3 2 16,0 1-2-16,2-7 4 0,0 0-3 0,1-4 3 15,1 0-12-15,-1-5 10 0,2 0-4 0,-1-1 2 16,1-2 1-16,0-1 0 16,0-4 8-16,1 1 28 0,-2 0 19 15,2-1 22-15,0-4 20 0,-1 4 19 0,1-4 11 0,0 4 8 16,0-4-7-16,0 0-15 0,0 0-9 0,5-9-8 15,0 1-14-15,2-4-6 0,1 2-15 0,2-7-1 16,5-7-7-16,4-1-9 0,-2-1-4 0,-2-1-2 16,7 1-4-16,-7 0-5 0,4-1-5 0,-1 5-6 15,-1 0 12-15,0-1-14 0,-5 10 2 0,0-3-6 0,-1 3-2 16,-2 5 0-16,-2-1-7 0,-1 1 6 0,-1 2 11 16,1 0-17-16,-2 4 1 0,0-2-8 0,-3 1 4 15,-1 3-6-15,4-3-13 0,0 0-21 0,-4 3-17 0,0 0 1 16,0 0 6-16,0 8 5 0,-4-2 4 15,-1 5 5-15,-4 1 3 0,-1 4 5 0,0 2 0 16,-2 4 2-16,2-7 5 16,1 3 1-16,-1-1 2 0,1-2 4 0,0 2-1 15,2-3-1-15,2-2 1 0,-1-2 9 0,2 1-8 16,2-2 3-16,-1-2-1 0,3-1 3 0,-1 3-1 16,1-2 4-16,1-1 1 0,3 0-1 0,0 1 3 15,5 0-1-15,1 0 1 0,6 3 0 0,2-2 3 16,2-1-2-16,5 3-21 0,3 1-31 0,-3-3-47 15,-5 0-51-15,7-2-73 0,-7-1-221 0,-1 1-480 0,1-4 213 0</inkml:trace>
  <inkml:trace contextRef="#ctx0" brushRef="#br0" timeOffset="143342.13">14355 13368 154 0,'0'0'165'16,"-4"-2"-11"-16,4 2-19 0,0 0-14 0,0 0-14 15,-5-4-9-15,5 4-8 0,0 0-11 16,-5-1-10-16,5 1-5 0,0 0-7 0,0 0-4 15,0 0-3-15,0 0-5 0,0 0 3 0,0 0-2 0,0 0 3 16,0 0-5-16,0 0 1 0,0 0-1 0,0 0-6 16,0 0 2-16,0 0 0 0,0 0 10 0,0 0 5 0,20-3-2 15,-7 2-8-15,5-2 3 0,3 2-4 0,11-1-2 16,4-1-3-16,0-1 0 0,1 3-4 0,4-3-6 0,-4-1-6 16,-1 0 2-16,-3 2-7 0,-5 0-15 15,-6 1-18-15,-2-3-27 0,-7 3-18 0,-4-1-27 16,4-1-40-16,-8 2-57 0,-4-3-128 0,-1 5-337 15,0 0 149-15</inkml:trace>
  <inkml:trace contextRef="#ctx0" brushRef="#br0" timeOffset="143595.94">14508 13176 224 0,'0'-4'257'0,"1"-1"-6"0,-1 5-23 16,0-3-21-16,0-2-23 0,0 5-23 0,0 0-18 16,0-4-23-16,0 4-17 15,0 0-15-15,0 0-6 0,3 14-11 0,-2-4-10 16,0 4-5-16,2 1-6 0,2 6-5 0,0 4-6 16,0 1 0-16,2 0-3 0,-1 0-4 0,-2 0-3 15,1 3-4-15,3-4-20 0,-2 2-21 16,0-4-27-16,2 3-27 0,-3-9-23 0,2 1-39 0,-2-2-60 15,0-5-140-15,0-2-360 0,0 0 160 0</inkml:trace>
  <inkml:trace contextRef="#ctx0" brushRef="#br0" timeOffset="143912.31">15006 13186 222 0,'2'-7'304'0,"-1"2"-20"0,3 0-26 0,-3 0-28 0,0 2-16 16,0-2-32-16,-1 5-21 0,3-4-27 15,-3 4-17-15,0 0-13 0,0 0-7 0,0 0-15 0,1 17-11 0,-2-5-6 16,2 3-5-16,-1 2-7 0,0 3-6 0,2-2-4 16,-2 8-7-16,1-3-1 0,0-1-5 0,2-3-3 15,-2 0-2-15,0-1-5 0,2-2 1 0,-2 0-4 16,2 0 0-16,-3-7 0 0,2 3 0 0,-2 0-3 0,0-6 0 15,2 2-2-15,-2-2-1 0,0-2 1 16,0 2-10-16,2-4-12 16,-2 3-3-16,0-5-10 0,0 5-2 0,0-5 1 15,0 6-5-15,0-6-3 0,0 0-13 0,0 0-42 16,0 0-22-16,0 0-40 0,0 0-60 0,-14-14-175 16,12 4-415-16,-1-1 184 0</inkml:trace>
  <inkml:trace contextRef="#ctx0" brushRef="#br0" timeOffset="144143.79">15273 12982 124 0,'8'2'200'15,"0"1"-11"-15,3 4-10 0,0 4-12 0,2 4-10 0,4 8-7 16,-2 5-9-16,2 2-11 0,-3 17-11 0,-2 1-11 15,-7-2-6-15,-4 5-13 0,-6 0-2 0,-4-3-13 16,-9 0-6-16,-2-4-5 0,-6-3-9 16,-5 0-8-16,-1-5-11 0,-7-2-31 0,-6-2-31 0,-1-3-22 15,-6-3-40-15,-3 1-74 0,-8-10-164 0,1 2-354 16,-4-9 158-16</inkml:trace>
  <inkml:trace contextRef="#ctx0" brushRef="#br0" timeOffset="144544.78">13523 12989 67 0,'-10'11'152'15,"-5"13"-1"-15,-2 3-14 0,-5 16-9 0,0 5-8 0,-1 4-16 0,4 5-10 16,1-1-9-16,2 3-6 0,5-4-5 0,6 0-9 16,5-4-4-16,10-2-1 0,8-3-10 0,8-6-5 15,8 2 1-15,14-8-2 0,5-1-3 0,6-3-12 16,24 1-57-16,-20-13-101 0,-1-5-118 0,1-5-265 16,-7-6 118-16</inkml:trace>
  <inkml:trace contextRef="#ctx0" brushRef="#br0" timeOffset="147150.21">15967 12834 92 0,'0'0'170'0,"0"-4"-22"16,0 4-18-16,0 0-10 0,0 0-18 0,-7 13-9 15,-2 1-3-15,-4 8-11 0,-5 8-6 16,-4 15 2-16,-1 5-14 0,-1-1-4 0,1 7-3 15,2 0-11-15,5 1 0 0,3-1-7 0,9-3-1 0,4-2-8 16,8-3 0-16,6-5 6 0,1-11-10 16,15 7 6-16,4-3-3 0,6-9-9 0,3-2-30 15,9-7-56-15,1-1-199 0,2-6-288 0,1-6 128 16</inkml:trace>
  <inkml:trace contextRef="#ctx0" brushRef="#br0" timeOffset="147673.09">16204 12933 53 0,'6'-6'197'16,"-3"4"-22"-16,1-2-14 0,2 1-13 0,0 2-15 15,-1 0-17-15,3 1-11 16,1 4-7-16,1 1-10 0,-1 2-7 0,0 3-8 16,0 3-4-16,-1 5-12 0,-2 6-5 0,1 1-2 0,-5 3-6 0,-1 4-4 0,-4-3-5 15,-4 7-3-15,1-2-4 0,-7 0-2 0,0 0-1 16,-6-3-5-16,5 1 2 0,-4-4-6 16,1-3-3-16,2-6 0 0,4-2 2 0,1-4-2 15,2-2-1-15,1-6-2 0,2 5 2 16,1-5 30-16,2 0 49 0,-1-4 25 0,3-1 1 0,-5 4-6 15,5-4-15-15,0 0-10 0,0 0-10 0,13-15-10 16,-4 8-3-16,1 2-10 0,2-2-6 0,3 0-10 16,4 3-10-16,0-2-8 0,2 1-14 0,-2 1-18 15,1 0-29-15,0 2-35 0,0 0-32 0,-1 2-45 16,0 0-49-16,-1-4-212 0,-4 3-449 0,0-2 199 16</inkml:trace>
  <inkml:trace contextRef="#ctx0" brushRef="#br0" timeOffset="148190.03">16648 12951 110 0,'4'-5'261'0,"0"1"-29"15,-3-1-26-15,1 2-21 0,0 1-28 0,-2 2-19 16,0 0-13-16,0 0-18 0,4 11-9 0,-3-3-11 15,-2 6-7-15,-3 6-4 0,0 4-9 0,0 1-7 16,-2 1-6-16,1 1-5 0,1 0-13 0,-4 1 3 0,3-4-6 16,1 3 2-16,0-9-9 0,0 0-3 0,0-1-4 0,1-4 2 15,1-1-2-15,0-3-2 0,1-4-1 0,0 4 0 16,1-5 13-16,0 2 49 0,-2-3 29 0,2-3 37 16,0 5 27-16,0-5 16 0,0 0-10 0,0 0-14 15,9-14-23-15,-1 5-8 0,4-4-18 0,3-9-11 16,2 1-11-16,-1-4-11 0,2 0 4 0,5-2-23 15,-2-1-3-15,-2 4-5 16,1 0-2-16,-3 5-3 0,-3 6-9 0,-3 1-1 16,-4 4-14-16,-1-1 5 0,-2 4-5 0,0 0-7 0,0 1-7 0,-2-1-18 15,1 3-25-15,1 1-16 0,-4 1-2 0,0 0 5 16,0 0 3-16,-2 12 6 0,-3-1 3 0,-4 3 4 16,-2 2 2-16,-3 6 1 0,1-7-2 0,0 3 15 15,1-5-4-15,0 2 0 0,2 0 5 0,-1 1 0 16,1-4-1-16,4-4-1 0,-1 1 3 0,2-2-1 15,0-2-1-15,3 1 6 0,-1-1-5 0,2-1 3 16,-2-2 3-16,3 3-4 0,-1-2 0 0,1-3 7 16,4 7-1-16,-3-2 5 0,4-1-5 0,4 0 7 15,0 1-5-15,0 1 4 0,4 1-23 0,2 0-27 16,3-2-33-16,-4 4-28 0,3-1-33 0,-2 1-48 16,4-3-53-1,-6-1-296-15,-2 2-581 0,2-3 257 0</inkml:trace>
  <inkml:trace contextRef="#ctx0" brushRef="#br0" timeOffset="148474.97">17139 13132 107 0,'0'0'149'0,"-10"1"-3"16,10-1-8-16,0 0-6 0,0 0-8 0,0 0-15 0,-8 0-5 0,8 0-18 15,0 0-1-15,0 0-7 0,0 0-5 0,0 0 8 16,0 0 1-16,0 0 0 0,26 2-7 0,-13 0-6 16,3-4-8-16,8 2-5 0,7 0-6 0,2-2-7 15,-1 2-1-15,4 0-6 0,-5-3-12 0,-2 3-22 16,-1-2-26-16,-11 1-41 0,3 0-35 0,-6 0-52 15,-5-2-131-15,-2-1-305 16,-2 4 135-16</inkml:trace>
  <inkml:trace contextRef="#ctx0" brushRef="#br0" timeOffset="148706.54">17282 12985 60 0,'-2'-5'316'0,"0"1"-16"0,4 0-13 16,-4-2-27-16,2 6-14 0,0-5-29 0,0 5-21 0,0 0-28 16,0 0-28-16,2-2-17 0,-2 2-2 0,0 0-24 15,2 12-12-15,0-3-10 0,-2 4-13 0,2 3-6 16,4 4-5-16,-4 0-19 0,4 6-16 16,-1-1-30-16,-1 2-23 15,0 0-27-15,-1 0-21 0,1-3-27 0,0-4-29 0,0-2-63 16,-3 0-172-16,3-6-406 0,0-1 180 15</inkml:trace>
  <inkml:trace contextRef="#ctx0" brushRef="#br0" timeOffset="148998.46">17673 13017 34 0,'3'-8'345'0,"1"-3"-11"0,-1 5-16 0,-1 1-23 15,0-2-33-15,-1 4-22 0,-1-1-25 0,4-1-27 16,-4 5-32-16,0-5-35 0,0 5-16 0,0 0-10 16,0 0-14-16,2 17-2 0,-4-7-13 0,2 4-4 0,-2 4-3 0,-1 3-10 15,1 4-1-15,0 3-1 0,-3-2-9 0,4 0-2 16,0 2-6-16,0-4-3 0,-2-3-3 0,2-3 9 16,1 1-19-16,-2-4-14 0,2 1-11 0,-2-7-19 15,0 2-11-15,1-1-8 0,0-3-5 0,0-1-5 16,-1 0 4-16,1-3 5 0,0 0 5 0,1-3-11 15,-3 2-40-15,3-2-48 16,0 0-39-16,-15-10-239 0,6 3-456 0,3-5 202 16</inkml:trace>
  <inkml:trace contextRef="#ctx0" brushRef="#br0" timeOffset="149245.73">17692 12810 231 0,'2'-4'222'0,"1"3"-22"0,3 0-17 0,-6 1-10 0,19 4-9 16,-4 2-9-16,4 5-11 0,7 6-8 16,-2 2-8-16,0 4-3 0,1 4-14 0,-4 4-4 15,6 16-11-15,-8 0-5 0,-1-1-8 0,-9-12-10 16,0 14-10-16,-9-2-3 0,-4-10-4 0,-1 11-5 16,-2-14-6-16,-4-1-3 15,-5-3-8-15,-2 0-5 0,-4-1 0 0,-1-3-8 16,-2-4-1-16,-5-3-9 0,2-1-22 0,-4-3-37 15,0-2-33-15,-4 0-23 0,3-4-34 0,5-6-57 16,5 2-190-16,4-2-416 0,2-2 185 0</inkml:trace>
  <inkml:trace contextRef="#ctx0" brushRef="#br0" timeOffset="149871.16">18285 13225 61 0,'0'0'181'0,"0"0"-11"0,-10-3-14 16,10 3-4-16,0 0-5 0,-6 0-6 0,6 0-10 15,0 0-2-15,0 0-9 0,0 0-2 0,0 0-12 16,0 0 5-16,0 0-4 0,0 0-1 0,-8 0-7 16,8 0-3-16,0 0-5 15,0 0-6-15,0 0-10 0,0 0-3 0,0 0-7 16,0 0-8-16,0 0-4 0,0 0-10 0,0 0-1 15,0 0-5-15,0 0-4 0,0 0-5 0,0 0-1 16,0 0-1-16,0 0-5 0,0 0-2 0,0 0-2 16,0 0-2-16,0 0 4 0,0 0 4 0,0 0-1 15,0 0 2-15,0 0-3 0,0 0 3 0,0 0-3 16,0 0-4-16,18-4-3 0,-7 2 2 0,2 1-2 0,9-3-2 0,5 1 0 16,3 0-1-16,1 1-2 0,-2-3-4 0,2 1 1 15,1 3-4-15,0-5 1 0,-1 2-5 0,-3 0-5 16,-8 3-5-16,-2-1-13 0,-5 2-14 0,-2-3-19 15,0 1-16-15,-5 0-20 0,1 0-32 0,-4 0-46 16,1 1-48-16,-4 1-178 0,0 0-430 0,0 0 191 16</inkml:trace>
  <inkml:trace contextRef="#ctx0" brushRef="#br0" timeOffset="150109.53">18887 13005 109 0,'3'-7'355'0,"-2"2"-13"0,-1 0-22 15,4-1-26-15,-3 4-33 0,1-1-28 0,-2 3-27 16,0 0-32-16,0 0-25 0,0 0-17 0,7 18-18 16,-7 1-7-16,0 10-8 0,-1 3-10 0,1 3-7 15,0 12-9-15,-3 0-8 0,3-12-32 0,3 10-39 16,-2-10-53-16,-1-3-56 0,0 4-65 0,-4-5-83 15,-2-4-173-15,2-8-472 0,0-7 209 0</inkml:trace>
  <inkml:trace contextRef="#ctx0" brushRef="#br0" timeOffset="151296.09">18203 12484 147 0,'-1'-4'184'0,"1"4"-17"0,0 0-11 16,0 0-18-16,0 0-21 0,0 0-9 0,0 0-4 0,0 0-19 0,0 0-5 0,-5-3-9 0,5 3-5 15,0 0-4-15,0 0-4 0,0 0-6 0,0 0-6 16,0 0 2-16,0 0-3 0,0 0-11 0,0 0 5 16,0 0-2-16,0 0 1 0,0 0-3 0,0 0-4 15,0 0-1-15,0 0 0 0,0 0-1 0,18-2 3 16,-3 2-2-16,6-3-1 0,9 1 2 0,8-2-5 16,13 0-5-1,6-3 0-15,7 2-1 0,33-4 3 0,-6-1 0 0,-3 1-2 16,-21 6 2-16,28-8-4 0,-32 6 0 0,-2 2-4 15,-1-3-3-15,-9 0-1 0,-12 3 0 16,-5 0-4-16,-4 1-5 0,-11 0-2 0,-5 2-4 16,-4-1-4-16,-2-1-11 0,-1-2-1 0,-3 2-6 0,-4 2 2 0,0 0-12 0,0 0-21 15,-20-1-20-15,8 1-32 0,-7 3-30 16,1-1-180-16,0 1-347 0,3-1 154 0</inkml:trace>
  <inkml:trace contextRef="#ctx0" brushRef="#br0" timeOffset="153947.41">21178 11672 160 0,'-7'-8'154'0,"2"-1"-9"16,1 1-11-16,-3 1-11 0,2-1-10 0,-4 1-19 15,2 1-5-15,-1 1-10 0,-2 0-12 0,0 5-5 16,-1 0-5-16,-3 2-6 0,0 5-7 0,-5-1-1 15,2 5-6-15,-6 1-8 0,0 8 3 0,3-2-4 16,1 7-4-16,-4 1 2 0,3 2 3 0,3 0-5 16,-1 2 1-16,4 2-8 0,2-2 0 0,1-1 7 15,2-1-9-15,2-1-2 0,6-2 2 0,-2 1-1 16,3-6-2-16,4-4-2 0,0 0-3 0,1-4 7 16,-1-2-6-16,3-1 41 0,0-1 18 0,0-1 14 15,-2-2 21-15,0-1 14 0,1-4 8 0,3 3 12 0,1-3 2 0,1-4-7 16,0 0-9-16,1-2 4 0,-2-2-7 0,4-2-9 15,-4-2-7-15,3-4-10 0,2 2-10 0,-6-2-14 16,5-1 3-16,-1-7-14 0,2 2-4 0,-2 1-7 16,-3 4-2-1,-1 3-3-15,-2 0 6 0,-1 2 0 0,-2 3-3 0,0 2-3 0,-1 1-1 16,-1-1-1-16,0 3-12 16,0 1-10-16,-1-1-4 0,1 1-9 0,-2 3-16 15,0 0-13-15,0 0 1 0,4 8 1 0,-5 1 4 16,0 3-4-16,1 5 4 0,-3 0 4 0,-1 1 0 0,2 6 3 15,-2-3-3-15,0 3 3 0,2-4 1 0,2-1-4 16,-3 0 6-16,3-2 4 0,0-3 9 16,0-3-12-16,0-1 4 0,3-2-5 0,2 3 7 15,-3-6 5-15,5 2 0 0,3 1 4 0,8-4-4 0,2-2 2 0,13-2 3 16,-1-2-13-16,0-1-35 0,0-4-38 0,0 0-52 16,1 0-59-16,-2-8-80 0,-3-1-288 0,-4-1-600 15,2-1 266-15</inkml:trace>
  <inkml:trace contextRef="#ctx0" brushRef="#br0" timeOffset="154601.65">21509 12022 242 0,'5'-10'242'0,"-1"-1"-1"0,0-1-11 16,0 2-9-16,-2 1-7 0,1 1-11 0,0 3-12 16,-1-1-17-16,0 2-15 0,1-1-16 0,-2 1-16 15,1 2-9-15,-1-1-19 0,-1 3-15 0,1-3-7 0,-1 3-15 0,0 0-9 16,3 8-3-16,-3 1-9 0,-1 2-4 0,-1 6-4 15,0 1-4-15,-2 8-5 0,-2 3-4 0,-2-1-1 16,0-2-4-16,-1 2 2 0,3 0-2 0,-2 1-3 16,4-2-2-1,-2-4 0-15,2-3 2 0,-2-2-4 0,3 0-2 0,-1-3-1 16,3-3 3-16,0-3-2 0,1 1 1 0,-3-3 0 16,3-2 2-16,0-1 3 0,-1 1 34 15,1-5 30-15,-3 6 38 0,3-6 38 0,3 2 22 16,-3-2 18-16,0 0-10 0,0 0-21 0,5-9-17 0,4 1-17 15,1-6-12-15,-1-2-9 0,9-4-10 0,-1-2-11 16,1-2-10-16,1 2-6 0,0 0-7 0,-1 2-6 16,0 1-5-16,-4 2-6 0,-3 3-3 15,2-1-7-15,-7 6-2 0,2-1-4 0,-3 3-2 0,-1 0-2 0,1 1-4 0,0 2-5 16,-2 1-2-16,-1-1-6 0,2 1-31 16,-4 1-20-16,0 2-23 0,4-3-18 0,-4 3-26 15,0 0 8-15,0 0 14 0,0 0 5 0,-10 14 12 0,-2-5-3 16,2 2 19-16,-3 3 15 0,-1-1-11 0,1 1 7 15,1 1 15-15,0-1-10 0,1-1 5 0,-1 0 0 16,3 2 12-16,3-5-7 0,0 0 1 0,0-2 0 0,3-1 10 16,0-2 5-1,0 1-4-15,1 0 10 0,1-1-8 0,-2 0 1 0,2 0 6 0,1-5-12 16,2 8 11-16,1-3 12 0,1 1-9 0,2 0-2 16,2 1 1-16,3 3 4 0,3-1-16 0,2-1-36 15,0 4-24-15,-2-2-38 0,-1 0-34 0,1 1-42 16,-1 1-59-16,-3-4-330 0,0 1-629 15,2-3 280-15</inkml:trace>
  <inkml:trace contextRef="#ctx0" brushRef="#br0" timeOffset="154902.34">21981 12248 62 0,'0'0'191'0,"0"0"-3"0,0 0-12 15,-4-1-2-15,4 1-9 0,0 0-9 0,0 0-8 16,0 0-14-16,0 0-8 0,0 0-9 0,0 0-13 15,0 0-9-15,-1-6-8 0,1 6-10 0,0 0-5 16,11-1-8-16,3 1-6 0,5-2-5 0,3 2-5 16,6-1-6-16,4-1-3 0,-1 2-26 0,0-2-26 15,-5 2-40-15,-3 0-43 0,-5-3-52 0,1 3-199 0,-1-5-375 0,-4 2 166 16</inkml:trace>
  <inkml:trace contextRef="#ctx0" brushRef="#br0" timeOffset="155118.59">22413 12076 67 0,'0'-7'352'0,"1"4"-17"0,-1 3-23 16,1-6-12-16,-1 4-43 0,0 2-29 0,0 0-29 16,0 0-34-16,0 0-20 0,0 0-17 0,-2 16-12 15,0 0-12-15,1 3-13 0,0 8 5 0,0 2-22 16,-1 2-4-16,5 0-9 0,-3 0-39 0,1 2-47 15,-1 1-43-15,1-3-58 0,-1 1-52 0,0-4-277 16,0-3-492-16,-1-8 218 0</inkml:trace>
  <inkml:trace contextRef="#ctx0" brushRef="#br0" timeOffset="156281.47">24566 11789 72 0,'4'-4'223'15,"-2"-1"-12"-15,2 1-12 0,-3 2-13 0,-1 2-20 0,4-5-16 16,-4 5-19-16,4-1-15 0,-4 1-16 0,0 0-14 15,4 6-6-15,-3 2-7 0,-2 1-4 0,0 5-7 16,-1 3-4-16,1 1-5 0,-7 9-5 16,2-2-8-16,2-6-3 0,-2 6-3 0,-1-1-2 0,1-5-4 15,0-1-5-15,2 2 3 0,-1-5-7 0,-2 1 0 0,3-4-1 16,3-4-1-16,0 2-7 0,-2-2 1 0,2-2 4 16,-2 0-3-16,3-1 0 0,-5-1 29 0,5-1 38 0,0-3 39 15,-1 4 33-15,1-4 15 0,0 0-13 0,0 0-14 16,0 0-15-16,14-9-15 0,-5 4-4 0,6-7-13 15,-2 2-14-15,4-3-2 0,2-4-7 16,4-2-13-16,-1 0 1 16,-2-3-7-16,4 3-2 0,-1-2-9 0,0 1 4 15,-2 2-11-15,-2 0-5 0,-5 5 1 0,-1 1-8 0,-3 3 2 0,-1-1-10 16,0 2 10-16,-1 2-13 0,-2 1 17 0,-2 1-17 16,3-1-4-16,-3 3-3 0,-1 0 12 0,-1-2-18 15,-2 4-44-15,4-2-7 0,-4 2 4 0,0 0-3 16,0 12 10-16,-4-3 5 0,-1 1 8 0,-6 7 2 15,-1-3-1-15,-3 8 7 0,-2-2 3 0,1 1-3 16,3-6 6-16,3 0 1 0,-4-4 1 0,1 4 1 16,3-3-3-16,2-5 8 0,0 0 2 0,3-2-4 15,0 3 2-15,0-6 4 0,1 2 1 0,3-1 5 16,-3 0 2-16,4-3 16 0,-2 5 6 0,2-5-2 16,-4 1 2-16,4-1-5 0,-3 5 2 0,3-5-2 15,0 0-11-15,0 0 2 0,0 3-6 0,0-3 4 0,0 0-1 0,0 5-7 16,0-5 3-16,3 5 0 0,-1-2-3 0,3 2-1 15,-1 1 6-15,1 0-5 0,4 0-12 0,-1 3-12 16,-2 0-18-16,7 0-30 16,-4 1-37-16,1 2-40 0,4 1-40 0,-3-5-55 0,-4 1-302 0,3-1-589 15,1-1 260-15</inkml:trace>
  <inkml:trace contextRef="#ctx0" brushRef="#br0" timeOffset="157470.06">23895 12165 98 0,'0'0'132'0,"-6"10"-17"0,3-4-11 0,-2 2-26 16,0 0 12-16,0 1-6 0,1 3-23 0,-1-2 1 16,-2 6-6-16,2-5-5 0,-1 5 6 0,-6 0-7 15,7 0-11-15,-4-4-4 0,-3-1-31 0,1 2-22 16,-1-5-44-16,1-4-111 0,0 3-188 0,-1-2 84 15</inkml:trace>
  <inkml:trace contextRef="#ctx0" brushRef="#br0" timeOffset="157639.22">23816 11972 267 0,'2'-4'249'15,"-2"-2"-23"-15,0 3-25 0,0-2-21 0,0 5-35 16,4-6-39-16,-4 6-22 0,0 0-24 0,0 0-23 0,0 0-27 16,1 14-27-16,-1-8-48 0,4 2-183 0,0 2-268 15,0 0 119-15</inkml:trace>
  <inkml:trace contextRef="#ctx0" brushRef="#br0" timeOffset="159264.57">25129 11748 161 0,'2'-4'214'16,"-2"4"-13"-16,0-5-11 0,0 5-19 0,2-2-16 16,-2 2-21-16,4-3-13 0,-4 3-10 0,0 0-18 15,0 0-6 1,0 0-12-16,15 5-6 0,-10-1-7 0,7 1-6 0,3 4-3 16,-1 2-10-16,3 1-4 0,6 4-2 0,-1 0-2 15,1 1-2-15,2 0-4 0,-2-5-5 0,0 2 0 16,-4-1 0-16,-2-5-2 0,0 0-2 0,-3-2-3 15,4 2 0-15,-8-5-4 0,1 2-1 0,0-2 2 16,-2 1-2-16,-1-4 16 0,-3 2 7 0,2-1 13 16,-1-1 12-16,-6 0 4 0,9-1 7 0,-9 1 2 0,8-2-4 15,-8 2-3-15,8 0 10 0,-8 0-20 0,0 0-7 0,7 0-4 16,-7 0-9-16,0 0-7 0,0 0-16 0,4 2-6 16,-4-2 1-16,-6 6 6 0,1 3-8 15,-4 2-3-15,-5 3-1 0,-7 7 0 0,-2 1 3 16,-1 0-7-16,0 2 4 0,2 0 0 0,-5 0 1 15,4-1-6-15,1 0 2 0,4-3 0 0,2 3 7 0,3-7-6 0,0 0-1 16,3-2 1-16,1-3-3 0,3-1 7 0,-2-2-2 16,4-1-3-16,2-1 5 0,-2-3-4 0,2 1 1 15,1-1 6-15,-1 0-4 0,2-3 6 0,-5 5 11 0,2-4 12 16,3-1 4-16,0 0 9 0,-2 3 6 16,2-3 0-16,0 0 1 0,0 0-2 0,-3 2-5 15,3-2 2-15,0 0-10 16,0 0-3-16,0 0-3 0,0 0 0 0,0 0-3 15,0 0-14-15,0 0-16 0,0 0-24 0,0 0-13 16,0 0-16-16,0 0-26 0,0 0-25 0,0 0-10 16,0 0-27-16,0 0-34 0,-1-11-33 0,1 11-46 0,1-6-188 0,2 2-479 15,-3 4 213-15</inkml:trace>
  <inkml:trace contextRef="#ctx0" brushRef="#br0" timeOffset="159495.68">25651 12167 236 0,'1'-3'270'16,"-1"3"-27"-16,1-6-24 0,-1 6-23 0,0 0-23 15,0 0-19-15,0 0-17 0,0 0-11 0,-21 12-17 0,4-7-6 16,-1 7-13-16,1-1-9 0,-7 5-7 0,1 2-4 15,0-2-10-15,0 5-20 0,-1-2-33 0,1 1-16 16,-1 1-35-16,-2 1-27 0,3 0-38 0,0-5-70 16,3-6-151-16,4 0-357 0,0-2 158 0</inkml:trace>
  <inkml:trace contextRef="#ctx0" brushRef="#br0" timeOffset="160212.79">26221 11679 182 0,'2'-7'274'0,"-1"2"-12"16,2 0-20-16,-2 1-18 0,-1 0-23 0,4 2-23 16,-4 2-18-16,0-5-20 0,0 5-32 0,0 0-10 0,0 0-15 0,0 0-10 0,1 20-7 15,-3-4-6-15,-2 6-10 0,0 7-2 16,-1 1 1-16,-4 2-5 0,1-2-4 0,3 6-2 16,0-2-3-16,-1-2-2 0,2-3-2 0,2 2-3 15,0-1-3-15,-2-2-2 0,4-3-3 0,-2-6 1 0,0-1-2 16,2-3-2-16,-1-1-1 0,1-3 7 0,0-1-10 15,0-3-3 1,0 3 0-16,0-4-1 0,0-1 4 0,0-2-2 16,0 0 0-16,0 2-1 0,0-5 3 0,0 4 11 15,0-4 7-15,0 0-1 0,0 5 14 0,0-5-7 16,0 0 2-16,0 4-1 0,0-4-6 0,0 0 0 16,0 0-5-16,0 0-7 0,0 0-2 0,0 0-25 15,-4-16-20-15,2 11-28 0,-1-2-21 0,-1-3-32 16,-1 2-27-16,3-1-37 0,1-5-35 0,-3 2-226 0,0-3-469 0,3-2 208 15</inkml:trace>
  <inkml:trace contextRef="#ctx0" brushRef="#br0" timeOffset="160428.73">26221 11664 197 0,'2'-7'275'0,"-1"1"-3"16,2-1-14-16,-2 2-16 0,2 1-21 0,-2 1-25 0,0-3-21 15,-1 3-21-15,0 3-16 0,4-4-18 0,-4 4-16 16,0 0-8-16,0 0-11 0,-9 13-8 0,2-4-9 16,-4 5-5-16,-3 10-8 0,-5-2-22 0,4 2-14 15,-4 2-18 1,-1 1-27-16,-3 0-31 0,-1 4-32 0,-8 5-46 0,9-10-46 16,-1 0-213-16,0-2-427 0,5-3 190 15</inkml:trace>
  <inkml:trace contextRef="#ctx0" brushRef="#br0" timeOffset="160797.94">26025 12266 48 0,'0'0'205'0,"0"0"-14"16,0 0-9-16,0 0-6 0,0 0-7 0,0 0-2 16,0 0-9-16,0 0-8 0,0 0-17 0,0 0-10 0,13 3-12 15,1-1-11-15,6 0-12 0,14 1-27 0,-1-3-57 16,5 6-90-16,13-7-244 0,3 2-358 0,-4-7 158 16</inkml:trace>
  <inkml:trace contextRef="#ctx0" brushRef="#br0" timeOffset="173572.14">3900 15591 84 0,'0'-5'128'0,"2"-1"-5"0,-2 1-2 16,1 1-10-16,-1-2 2 0,0 0-14 0,-1 1-10 16,1 5 1-16,1-9-13 0,-4 6-11 0,3-2-6 15,-3 0-4-15,2 1-5 0,-3-1-5 16,0-2 0-16,-4 2-13 0,2-2 2 0,-6 2-5 15,3 1-4-15,-1 1-5 0,-5-2 2 0,-2 4-3 16,-4-1 3-16,0 2-5 0,0 0-8 0,0 6 0 16,-7-3-11-16,1 3 15 0,-1 4-7 0,-3 0-1 15,4 4 0-15,1 1-4 0,-1 2-1 0,5 2 0 16,-2 5-2-16,2-1-2 0,0 6-2 0,4-3-2 16,3 0 4-16,1 0-4 0,4 1 2 0,0-2 5 0,3-2-2 0,7-5-4 15,0 1 3-15,0 0 6 0,1-1 1 0,7-1-5 16,1-3 2-16,0 0 7 0,5-3-2 0,0 0 11 15,0-4 1-15,4-2 23 0,-1 0 38 0,3 0 9 16,0-8 11-16,0 2 13 0,0-2 8 0,-1-4 6 31,1-1 7-31,-1-1 0 0,-3-4 9 0,7-1 0 0,-2-5-4 16,-7 4-1-16,4-7 4 0,-3-2-10 0,0 1-12 16,-2-1-4-16,0 0-8 0,-3-2 5 0,1 5-16 15,-1-4-6-15,-4 9-7 0,0-2 0 0,0 0-2 16,0 4-4-16,-2 1-6 0,-2 5-4 0,-1-2-9 15,2 3-2-15,0 2-6 0,-2-1 0 0,0 2-11 16,0-1-6-16,-1 5-6 0,0 0 0 0,3-6-20 16,-3 6-21-16,1-3-18 0,-1 3-19 0,0 0-5 0,0 0 5 0,3 15 6 15,-3-4 11-15,1 1-2 0,-2 6-16 0,1 1 25 16,0 7-3-16,-3 1 9 0,2-1 3 0,1-1 2 16,-4 1 1-16,3-6-3 0,-2-1 1 0,3 1 2 15,-1-3 4-15,1 1 3 0,-3-3 1 0,2-3 3 16,1 0-3-16,0-1 3 0,0-4 0 0,0 2-3 15,0-2 0 1,0-3 2-16,0 1-1 0,0 1 0 0,0-1 1 16,0-5 7-16,0 6-4 0,0-6 10 0,0 3-9 0,0-3 4 0,0 0-16 0,0 6 21 15,0-6 12-15,0 0-4 0,0 3 29 16,0-3-2-16,0 0 0 0,13-1-1 0,-3-1-2 16,7-2-5-16,11 0-3 0,7-3-10 0,4 0-44 15,16-3-94-15,-3-2-118 0,7-7-469 0,31-3-759 16,-33 3 336-16</inkml:trace>
  <inkml:trace contextRef="#ctx0" brushRef="#br0" timeOffset="174188.81">4344 15841 242 0,'0'-8'280'0,"-1"6"-17"16,1 2-17-16,1-4-24 0,-1 4-23 16,0 0-19-16,0 0-22 0,0-7-17 0,0 7-19 0,0 0-17 0,0 0-32 15,0 0 21-15,0 0-12 0,-1 13-12 0,0-1-4 16,-2 5-5-16,2-2-10 0,-2 11-5 0,3-7-5 16,-4 6-6-16,3 1-4 0,0 1-3 0,-3-1-1 15,4 1-4-15,0-4-2 0,-1-2 0 0,1-3-4 16,1 0 1-16,-2-1-5 0,-2-5 1 0,6 0-5 15,-3-3 6-15,0-1-3 0,0 0 1 0,0-2-5 16,0-2 7-16,0 2-1 0,1-3 0 0,-1-3 20 16,0 5 12-16,0-5 5 0,0 3 1 0,0-3 4 15,0 0-9-15,0 0-5 0,0 4-1 16,0-4-16-16,0 0-24 0,0 0-30 0,0 0-29 16,0 0-56-16,4-18-59 0,-2 12-89 0,2-1-214 0,0-1-513 0,1 0 227 15</inkml:trace>
  <inkml:trace contextRef="#ctx0" brushRef="#br0" timeOffset="174789.91">4955 15819 165 0,'0'0'206'0,"0"0"-17"0,-12-3-17 0,12 3-12 16,0 0-10-16,0 0-17 0,0 0-10 0,0 0-11 16,0 0-8-16,0 0-4 0,0 0-10 0,0 0-9 15,0 0-6-15,0 0-7 0,0 0-2 0,0 0-9 16,0 0-5-16,0 0-5 0,0 0-4 0,0 0-6 16,0 0-5-16,30 0-2 15,-13-3 0-15,3 3-5 0,8-1-2 0,1 1-3 16,3-2 0-16,4-2-4 0,-4 2 2 0,4 0-4 15,-1 4 0-15,-3-4-3 0,-3 0 0 16,-2 1-3-16,-10 0 1 0,-4 0 4 0,0-1-6 0,-4 2-3 16,0 0-2-16,-3 0-3 0,-6 0-10 0,9 0-8 0,-9 0-2 15,0 0-12-15,0 0-16 0,-19 7-34 0,7-4-36 16,0 1-33-16,-4-1-36 0,3 0-123 0,2 1-336 16,-3 3 149-16</inkml:trace>
  <inkml:trace contextRef="#ctx0" brushRef="#br0" timeOffset="175152.9">5139 15983 28 0,'-4'0'194'0,"-2"3"-10"0,6-3-11 16,-8 0-10-16,8 0-9 0,-4 1-2 0,4-1-3 0,0 0-3 0,-9 0-11 15,9 0-11-15,-2 4-12 0,2-4-8 0,0 0-12 16,0 0-4-16,18 0-3 0,-7-4-10 0,8 3-7 16,2 1-4-16,7-5-9 0,0 5-2 0,0-3-10 15,3 1 2-15,-2-3-1 0,1 0-1 16,-4 2 8-16,4 2 2 0,-10 1 1 0,-2-2 1 15,-5-1 0-15,-2 3 1 0,-2-2-1 0,0 2 0 16,-2-1-5-16,-2 1-5 0,-5 0-4 0,9 0-6 16,-9 0-33-16,6-2-35 0,-6 2-42 0,0 0-47 0,0 0-44 15,0 0-76-15,0 0-182 0,0 0-459 16,-20 5 203-16</inkml:trace>
  <inkml:trace contextRef="#ctx0" brushRef="#br0" timeOffset="176678.28">6240 15781 68 0,'-6'1'179'16,"6"-1"-10"-16,0 0-6 0,-9 0-9 0,9 0-6 16,0 0-2-16,0 0-5 0,0 0-9 0,0 0-8 15,0 0-10-15,0 0-7 0,0 0-10 0,0 0-6 16,-6 0-9 0,6 0-2-16,0 0-6 0,0 0-5 0,0 0-3 15,0 0-4-15,0 0 3 0,0 0-11 0,0 0-7 0,0 0-3 16,0 0-5-16,0 0-3 0,0 0-3 15,0 0 1-15,0 0-7 0,0 0-4 0,0 0-4 16,0 0 2-16,0 0-4 0,0 0-1 0,0 0-3 16,0 0-4-16,0 0 3 0,0 0-4 0,0 0 1 0,0 0 0 0,0 0-3 0,0 0 2 15,0 0-4-15,0 0 5 0,0 0-8 16,0 0 5-16,0 0 2 0,0 0-4 0,0 0-1 16,0 0 2-16,0 0 0 0,0 0-1 0,0 0 2 15,0 0 0-15,0 0-4 0,0 0 0 0,0 0-5 16,0 0 5-16,0 0-1 0,0 0 2 0,0 0 1 15,0 0-2-15,0 0 0 0,0 0 1 0,0 0-1 16,0 0-1-16,0 0 2 0,0 0-3 0,0 0-1 16,0 0 2-1,0 0 0-15,0 0-2 0,0 0 1 0,0 0-2 0,0 0 0 16,0 0-1-16,0 0 4 0,0 0-3 0,0 0 4 16,0 0-2-16,0 0-3 0,0 0 6 15,0 0-6-15,0 0 3 0,0 0-2 0,0 0 1 16,0 0 2-16,0 0-2 0,0 0 2 0,0 0-4 15,0 0 2-15,0 0-1 0,0 0 0 0,0 0 3 16,0 0-1-16,0 0 1 0,0 0-1 0,0 0-3 0,0 0 2 0,0 0-1 16,0 0 2-16,0 0 6 0,0 0-6 0,0 0-1 0,0 0-1 0,0 0-2 15,0 0 0-15,0 0 3 0,0 0 2 0,0 0-1 16,0 0 2-16,20-2 1 0,-3 0-3 16,3 0 2-16,12-1-4 0,7 0 2 0,12-3-1 15,1 0-1-15,3 3 4 0,-1-2-1 0,1 0 1 0,-2 1 5 16,-12 0 1-16,10-2-1 0,-12 2 2 0,-6-1 1 15,0 2 0-15,-5-1-2 0,-9 1-1 0,-7 0-2 16,-2 3-3-16,0-1 2 0,-3 0 2 16,-1 1-5-16,-2-2 0 0,-4 2-12 0,5-1-20 15,-5 1-39-15,0 0-34 0,-15 4-53 0,-2-3-72 16,-1 2-165-16,-1 0-426 0,2-3 188 0</inkml:trace>
  <inkml:trace contextRef="#ctx0" brushRef="#br0" timeOffset="180686.26">3060 14292 14 0,'1'-3'172'0,"2"-2"-9"0,-2 0-12 15,-1 1-19-15,4 1-6 0,-3 1-2 0,0-1-9 0,-1 3-12 0,3-5-8 16,-3 5-12-16,1-4-8 0,-1 4-11 0,0 0-6 15,0 0-16-15,0 0-17 0,0 0-3 0,0 0-7 16,0 0-1-16,0 20-12 0,-4-9 10 0,-2 7-4 16,2-2 2-1,-2 3-1-15,-3 7-5 0,0-3 2 0,0 6-12 16,0-5 6-16,-1 1 0 0,1 1 0 0,-3-3 3 0,6-5-3 16,2 1 6-16,-1-2-3 0,1-2 2 15,-1-3-8-15,2-3 8 0,1 1-4 0,-2-2 1 16,3-1 2-16,0-3 11 0,1 0 16 0,-2 0 13 15,1-2 19-15,1-2 26 0,-3 5 21 0,3-5 17 16,0 0 2-16,0 0-17 0,0 0-8 0,14-11-14 16,-5 0-6-16,3-1-10 0,2-2-6 0,0-1-8 0,4-4-5 15,-4 4-6-15,8-5 3 0,-3-1-15 0,-6 7-3 0,7-7 3 16,-3 1-4-16,-3 6-1 0,1-1 2 0,-1 2 2 16,-4-1 3-16,2 1 1 0,-5 7 5 0,1-4 5 15,0 4-7-15,-4 0-1 0,0 2-2 0,-2-2-5 16,3 4-2-16,-1-1-6 0,-3 1-3 0,2-2-1 15,-3 4-5-15,1-4-3 0,3 1-6 0,-4 3-16 16,0 0-7-16,0 0-5 0,0 0 1 0,0 0 4 0,0 0-5 0,-14 8 4 31,5-3 5-31,1 0-2 0,-1 2 0 0,-1 1 8 0,0-2-6 16,4 3 1-16,-1-5 2 0,-3 1-1 0,2 2 1 16,3-2-1-16,0-1 2 0,2 0-2 0,-1-1-3 0,1 1 0 15,3-4 3-15,-5 2 3 0,4 1-2 16,1-3 3-16,-3 4 1 0,3-4-2 0,0 0 0 15,-1 7-1-15,1-7 1 0,4 5-1 0,-1-2 1 16,3 2 1-16,2 2-1 0,0-2 0 0,1 2 2 16,1 2 2-16,0-1 0 0,6 4 2 0,-1 0-4 15,-1-1 4-15,3 1-13 0,-3-2-7 0,2 4-21 16,6 4-24-16,-9-3-28 0,2-2-28 0,-2 0-41 16,1 0-35-16,0 4-260 0,-4-2-494 0,3-2 219 15</inkml:trace>
  <inkml:trace contextRef="#ctx0" brushRef="#br0" timeOffset="181187.3">3704 14518 24 0,'0'0'176'0,"0"0"-10"0,0 0 2 0,0 0-9 16,0 0-5-16,0 0-11 0,0 0-6 0,0 0-14 16,0 0-11-16,0 0-11 0,0 0-10 0,0 0-7 15,0 0-12-15,22-4-9 0,-12 4-5 0,4 0-19 16,3-2-20-16,3-1-17 0,-1 3-26 0,3 0-22 16,-3 0-29-16,-1 0-23 0,0 0-30 0,-8 0-126 15,3 0-274-15,-3 0 121 0</inkml:trace>
  <inkml:trace contextRef="#ctx0" brushRef="#br0" timeOffset="181365.75">3694 14645 78 0,'0'0'166'0,"-3"2"-9"0,3-2-8 0,0 0-3 0,12 0-1 15,1-2-21-15,0 2-8 0,8-3-15 16,-2 1-4-16,11-1-20 0,-1 0-18 0,-1 2-32 15,0-6-45-15,3 5-32 0,-2-6-59 0,-1 4-103 16,0-1-227-16,-1 0 100 0</inkml:trace>
  <inkml:trace contextRef="#ctx0" brushRef="#br0" timeOffset="181704.22">4377 14368 208 0,'0'-2'232'0,"0"2"-7"0,2-7-18 15,-2 7-6-15,0-5-14 0,0 5-18 0,2-4-12 16,-2 4-10-16,0-5-14 0,0 5-12 0,0 0-15 15,4-3-5-15,-4 3-13 0,0 0-12 0,0 0-10 16,0-5-1-16,0 5-20 0,0 0-15 0,0 0-3 16,0 0-5-16,0 15-3 0,2-3-3 0,-4-2-1 15,2 2-4-15,0 7 2 0,0 1-4 0,-1 0 2 16,2-1-2-16,-1 8-2 0,4-2 2 0,-2 2-3 16,1 0 4-16,1-7 1 0,-3-1-41 0,2 0-25 15,-2-4-46-15,0 1-20 0,1-3-28 0,0-2-45 0,-3-1-158 0,0 0-381 16,2-5 169-16</inkml:trace>
  <inkml:trace contextRef="#ctx0" brushRef="#br0" timeOffset="182525">2839 15044 114 0,'0'0'189'0,"-6"-2"-12"16,6 2-12-16,0 0 2 0,0 0-14 0,0 0-7 15,0 0-13-15,0 0-9 0,0 0-11 16,0 0-12-16,0 0-8 0,0 0-9 0,0 0-6 16,0 0-8-16,0 0-4 0,0 0-8 0,0 0-6 0,0 0-1 15,0 0-5-15,0 0-5 0,0 0-7 0,0 0-5 16,0 0-1-16,-3-2-3 0,3 2-4 0,0 0-2 16,0 0-1-16,0 0 6 0,0 0-8 0,0 0-5 0,0 0 0 15,0 0 0-15,0 0-4 0,0 0 4 0,0 0-4 16,0 0 1-16,0 0 1 0,0 0-2 0,0 0 0 15,0 0 2-15,0 0 0 0,0 0-1 0,0 0 3 16,0 0-5-16,0 0 0 0,23-3-3 0,-1 0 2 16,8-1 1-16,10-1 3 0,20-4-7 0,36-2 5 15,2 2 17-15,7-1 2 0,2 0 2 0,10 0 9 0,-1-1-2 0,-2 1 1 16,2 1-1-16,-10-2 1 0,0 4-4 0,-13-2 4 16,-2 1-7-16,-31 3-4 0,-5 0 2 15,-15 1-3-15,-3 1-3 0,-4-1-1 0,-4 1-3 0,-8 1 1 16,-6 0 12-16,-2 1 3 0,-6-1 7 0,0 2-5 15,-1-1-3-15,3 0-2 0,-9 1-4 0,8-1-10 32,-8 1-16-32,0 0-23 0,0 0-39 0,0 0-40 0,0 0-47 0,0 0-54 15,-10 8-266-15,1-4-509 0,2-1 225 0</inkml:trace>
  <inkml:trace contextRef="#ctx0" brushRef="#br0" timeOffset="185026.28">7992 15146 25 0,'0'0'190'0,"0"-5"-11"0,0 5-13 0,3-6-19 16,-2 4-4-16,-1 2-14 0,5-7-7 0,-1 5-10 16,-3-2-12-16,6 1-13 0,-2-1-2 0,0 0-15 15,5 2-9-15,-1-2-8 0,3 3-2 0,-1-1-8 16,1-1-3-16,-1 3 0 0,4 0-6 0,-2 0-3 15,0 0-4-15,-3 0-7 0,4 0 0 0,-3 3-2 16,0 0-10-16,-1 2 1 0,-1-1-5 0,-1 3-6 16,2 0-6-16,-5 1 4 0,-1 2 4 0,-4 1-7 15,0 9-3-15,-4-3 0 0,-6 7-1 0,-3 3 5 16,-5 0 4-16,-1 0-3 0,-15 9 0 0,-1 0 1 16,8-12-3-16,-2 2 5 0,-8 3 2 0,8-7-3 15,2 0-4-15,1-4 2 16,2-2 0-16,7-6 2 0,4-1 0 0,3-1 1 15,0-3 0-15,4-1 3 0,0 0-3 0,0 0 13 16,1 0 20-16,4-3 30 0,-3 1 30 0,0 0 32 16,4-2 21-16,0 0 5 0,0 0-13 0,0 0-15 15,0-12-14-15,7 7-14 0,0-4-14 0,5-4 1 16,-2 1-15-16,3 0 0 0,-1 0-7 0,0 5-9 16,-3 0-9-16,0-1-2 0,-1 2 2 0,-1 3-10 0,-1-1 3 15,2 0-13-15,0 2-6 0,-1 2-2 0,1 1-4 16,-1 3 0-16,5 0 1 0,-4 1-6 0,1 4-3 0,-3-1-2 15,3 2 7-15,-1-1-2 0,1 7-2 0,-1-2 0 16,-1 1 1-16,2-1 2 0,-2 0-5 16,2 0 1-16,-2-5 3 0,1 0 0 0,-2-1 0 15,1 0-5-15,0 0 3 16,1-3 3-16,1 0 1 0,2-3-1 0,0 0 7 16,1-4-11-16,5-2 7 0,1-3-3 0,1 0-3 15,-1-2 2-15,0 0-1 0,0-4 2 0,5-4 3 16,-8 4-6-16,7-4 1 0,-8 4 0 0,2 0-1 15,-4 1 3-15,-1 4 0 0,-3 0 4 0,-4 3-2 16,1 0 3-16,0 3-4 0,-1-3-2 0,1 2-6 16,-5 3-31-16,6-1-8 0,-6 1-9 0,7 7-30 0,-6-3-32 0,0 4-44 15,-1 3-61-15,-1 2-289 0,-4-2-548 0,1 0 243 16</inkml:trace>
  <inkml:trace contextRef="#ctx0" brushRef="#br0" timeOffset="186627.52">7254 16012 138 0,'0'0'182'0,"-4"0"-12"0,4 0-11 0,0 0-14 16,0 0-7-16,0 0-20 0,0 0-20 0,0 0-1 16,0 0-10-16,0 0-9 0,0 0-9 0,0 0-5 0,0 0-5 15,0 0 0-15,0 0-14 0,-4-2-1 0,4 2-4 16,0 0-4-16,0 0 1 0,0 0-9 0,0 0 1 16,0 0-3-16,0 0-3 0,0 0 1 0,0 0-4 0,0 0 1 15,0 0-3-15,0 0-4 0,0 0-6 0,0 0-2 16,0 0-1-16,0 0 3 0,0 0-1 0,0 0-8 15,0 0-5-15,0 0 5 0,0 0 1 0,0 0 0 16,0 0-2-16,0 0 3 0,0 0 2 0,0 0-2 16,12 5 0-16,-7-4-3 0,-5-1 2 0,14 0 3 15,-4 0-6-15,2 0 5 16,5 0 1-16,5 0-4 0,10 0 0 16,6-1-1-16,21-2 2 0,5 3 3 0,31 0-1 15,3-1-2-15,12-2 0 0,6 0-6 0,6 1 0 16,8-1 1-16,10 3 4 0,14-2 2 0,-2 2 2 15,4 0 3-15,-4 2-12 0,0-4 6 0,-1 2 4 0,1 2 0 16,-4-2-5-16,-5 3 5 0,-11-3-2 0,-10 4 3 16,-3-4-2-16,-9 0-2 0,-3 1-2 0,-7-4 2 0,-10 3 1 15,-33 2-1-15,2-1 1 0,-7-1 0 0,-13 2-1 16,-4-2-3-16,-4-2 0 0,-2 2 0 0,-6-3 5 16,-5 1-3-16,-5 2 0 0,-1 0 13 0,-1-1 5 15,-3 1 7-15,-3 0-1 0,-5 0 0 0,11-2 1 16,-4 2-6-16,-7 0 2 0,6 2-8 0,-6-2-8 15,0 0-8-15,0 0-10 16,0 0-18-16,0 0-37 0,0 0-34 0,0 0-53 16,-20 1-167-16,7-2-348 0,-1 1 155 0</inkml:trace>
  <inkml:trace contextRef="#ctx0" brushRef="#br0" timeOffset="188578.49">7571 16419 32 0,'-3'-3'115'0,"3"3"-1"16,-4-2-11-16,4 2-6 0,-4-4-4 0,4 4-8 0,-1-6 4 0,1 6-9 15,-1-3 4-15,1 3-2 0,-3-4-8 0,3 4 5 16,-1-5-4-16,1 5-5 0,0 0 1 16,0-5-5-16,0 5-1 15,0 0-5-15,1-5-7 0,-1 5-3 0,4-7-4 16,0 5-9-16,1-1-1 0,-1-1-5 0,5 1-3 16,4-2-6-16,1 3 2 0,-2 0-5 0,5-1 1 15,2 1-5-15,2 2 4 0,-2-1-2 0,1 2 0 16,2 4 0-16,-7-1-6 0,3 1-4 0,0 5 0 15,-9-3 2-15,0 3-2 0,0 4-7 0,-4 3 1 16,-1 0-5-16,-5 7-1 0,-8 1-3 0,-4 0 5 16,-10 0-3-16,2 4 4 0,-7-2-3 0,-11 9-6 15,-2-7 7-15,1 0 1 0,8-9 4 0,0 1-2 16,-2-5 1-16,8 1 0 0,-3-4 0 0,5 2 0 0,5-8-3 0,3 1 3 16,2-1 2-16,5-3 3 0,0-1 21 0,3-1 34 15,2 0 41-15,0-1 25 16,4-1 10-16,0 0-11 0,-6-5-15 0,6 5-11 15,1-7-12-15,4 0-11 0,3-1-5 0,2 1-11 16,2 1-3-16,3-4-9 0,-4 6-6 0,6-3-7 16,1 2-1-16,-4 1-10 0,-1 2 2 0,6-1-8 0,0 5-1 0,-2-2-7 0,3 0 1 15,-2 2-6-15,4 3-1 0,-2 0-2 0,2 0-18 16,-2 0-13-16,1 2-25 0,-3 1-25 0,-1 0-25 16,-1-2-31-16,-1 4-32 0,2-5-50 0,-6-1-215 15,-2 0-467-15,3 0 206 0</inkml:trace>
  <inkml:trace contextRef="#ctx0" brushRef="#br0" timeOffset="188773.92">8046 16723 170 0,'0'0'383'0,"4"-4"-9"0,-2 3-31 15,-2 1-37-15,3-2-21 0,-3 2-21 0,6-5-34 0,-6 5-23 16,1-2-26-16,-1 2-26 0,0 0-42 0,6-4-58 31,-5 3-64-31,-1 1-67 0,9-2-61 0,-3 1-78 0,-2-1-224 16,4 0-474-16,-8 2 210 0</inkml:trace>
  <inkml:trace contextRef="#ctx0" brushRef="#br0" timeOffset="189787.7">8447 16358 55 0,'9'-3'176'16,"0"-1"-16"-16,0 1-14 0,5-1-8 0,-1 1-14 15,6-1-11-15,-1 4-6 0,2 0-12 0,-1 0-4 16,3 0-12-16,0 4 2 0,-2-1-13 0,1-1-5 16,-2 5-8-16,0-2-5 15,-3 3-10-15,-6-1-5 0,0 0-2 0,-2 0-11 0,-3 1-11 16,0 2 1-16,-4 0-4 0,-2 1 0 0,-3-1 1 16,-5 3-3-16,-1 3 2 0,-3-4-8 0,-1-1 1 15,0 2 4-15,-1-3-4 0,1-1 3 16,3-3-3-16,1 2 2 0,1-2-2 0,0-2-1 15,4 1 0-15,-3 0 2 0,4-3-4 0,-2 2 2 0,5-2-2 16,-3 4-1-16,3-4 1 0,1-2 1 0,5 7 3 16,2-3-3-16,3 1 8 0,1 0 1 0,4 2 9 15,2-2-5-15,1 4 4 0,-4-2-10 0,6 3 3 16,-4-2-3-16,0 3 1 0,-5-3 0 0,-1 1-2 16,-2 0-3-16,-1 1 4 0,0-2-7 0,-5 1 2 15,2-3-2-15,-4 3 3 0,-4-2-3 0,-1 3 0 16,-3-3 1-16,-2 1 0 0,-5-1 0 0,-2 0 2 0,-5 0-2 0,2-2 0 15,-2-2 3-15,2 1-3 0,-2-2 3 0,1-2-3 16,2 0 6-16,6-1-7 0,-2 0 3 0,5-1 0 31,1 0-11-31,3 2-29 0,6 0-22 0,-10-5-43 0,8 0-183 16,5-2-311-16,3-2 138 0</inkml:trace>
  <inkml:trace contextRef="#ctx0" brushRef="#br0" timeOffset="190273.45">9158 16667 73 0,'0'0'171'16,"0"0"-6"-16,0 0-12 0,0 0-15 0,0 0-12 0,-7 0-12 16,7 0-13-1,0 0-4-15,0 0-2 0,0 0-18 0,0 0-3 16,0 0-8-16,0 0-4 0,0 0-6 0,0 0-5 16,0 0-6-16,0 0-2 0,0 0-8 0,0 0 2 15,0 0-4-15,0 0-2 0,0 0-10 0,0 0 4 16,0 0-5-16,0 0-2 0,0 0 1 0,0 0-2 15,0 0 2-15,0 0-2 0,0 0 11 0,0 0-6 16,0 0-3-16,0 0 1 0,0 0 4 0,0 0 6 0,0 0 6 0,0 0 8 16,0 0 8-16,0 0 2 0,0 0-2 0,0 0-3 15,0 0-3-15,0 0-4 0,25-6-6 0,-14 3-2 16,6 0-4-16,10-2 2 0,1 0-10 16,6 0 10-16,2-3 4 0,6 5-1 0,-5-3 1 15,4 2 0-15,-5 0 1 0,-2 0-6 0,-4-1-4 16,-3 1-2-16,-10 1-2 0,-5 3-7 0,-1-1 5 0,0-2-5 0,-5 3-5 15,2-1-16-15,-8 1-9 0,9 0-15 0,-9 0-12 16,0 0-36-16,0 0-23 0,0 0-30 0,0 0-32 31,0 0-27-31,-26 1-28 0,20-1-132 0,-1 0-376 0,7 0 166 0</inkml:trace>
  <inkml:trace contextRef="#ctx0" brushRef="#br0" timeOffset="190498.52">9717 16486 132 0,'0'-5'338'0,"3"1"-2"16,-3 0-9-16,0 4-36 0,0-6-12 0,0 6-34 0,1-5-26 0,-1 5-22 16,0 0-34-16,0 0-16 0,0 0-20 0,3 12-17 15,-3-2-11-15,-3 4-10 0,3 4-9 0,-1 1-4 16,1 7-8-16,4 1-4 0,-3 1-53 0,-1 0-57 15,5 0-66-15,-5-1-68 0,5 1-76 16,-2-3-212-16,-2-7-506 0,0-5 224 0</inkml:trace>
  <inkml:trace contextRef="#ctx0" brushRef="#br0" timeOffset="191537.66">11661 15548 62 0,'-4'-7'199'0,"-1"2"-19"0,1-4-19 16,0 1-12-16,-1 2-19 0,0 2-10 0,0-3-12 16,-1 2-16-16,-1 2-5 0,-2 2-7 0,0 0-10 15,-2 2-3-15,-2 1-10 0,-2 5 0 0,-2 3-11 16,0 2-5-16,-3 6 0 15,0 2-9-15,-1 1-5 0,2 4-1 0,1-1-3 16,3 4-5-16,0-2 0 0,2-3-3 0,2 2-2 16,1-1 2-16,5-6 0 0,1-1-4 0,3-1-3 0,1-6 4 15,4 2 2-15,-2 1 24 0,2-4 11 0,3-1 18 16,-1-2 9-16,-1-2 6 0,4 0 11 0,2-2 8 16,0 0 14-16,-1-4 6 0,1 0 9 0,1-1 4 15,1-3-5-15,2-1-6 0,-2-4-6 0,2 1-11 16,1-2-11-16,0-2-8 0,-5-4-8 0,8-1-3 15,-7 2-10-15,1 2 3 0,-3-2 1 0,-1 3 0 16,-1 4 2-16,-3-1 1 0,1 3-9 0,-2 2-2 16,0 0-9-16,-2 1-2 0,0 1-14 0,-1 2-6 15,6 0-23-15,-7 2-22 0,3-4-20 0,-3 4 6 16,0 0 0-16,3 11 4 0,-6-3 0 0,3 0-1 0,-1 6 6 0,-1-2 1 16,2 3-2-16,-3 1 15 0,-1 0-9 0,3-2 2 15,-1-1-4-15,0 1 7 0,2 0 2 0,0-7-2 16,0 5 3-16,-2-7 3 0,4 3-3 15,-2-1 2-15,4-5 14 0,-3 5-9 0,6-3 4 16,-1 0 1-16,3-3 8 0,1-1-8 0,7 0-4 0,2-4-25 31,2 0-36-31,-1-1-45 0,8-3-65 0,-8-1-67 0,6-4-90 16,-2-4-231-16,-1 2-604 0,0-1 268 0</inkml:trace>
  <inkml:trace contextRef="#ctx0" brushRef="#br0" timeOffset="192042.73">12139 15758 152 0,'0'0'228'15,"0"0"-16"-15,0 0-12 0,0-4-19 0,0 4-17 16,0 0-16-16,0 0-14 0,0 0-15 0,0 0-17 15,0 0-10-15,0 0-14 0,0 0-7 0,-13 7-4 16,4-1-12-16,1 2-9 0,2 0 0 0,-4 2-7 16,1 2-5-16,3-1-2 0,-4 4-2 0,3-1-8 15,3-2-2-15,2 0 2 0,-1-2-5 16,2 2 1-16,2-2-2 0,2 2 3 0,2-2-4 0,6-2 5 0,-1 1-4 0,8-1 4 16,0-2-2-16,4-3 1 0,-2 1 0 15,1-5 0-15,0-3-3 0,0 2 2 0,-3-4-1 16,-2-1-1-16,1-3 0 0,-6-1-3 0,1-1 3 15,-5-2-4-15,1-1 0 0,-4 1-3 0,-4-3-1 16,-2 0-10-16,-5-1-18 0,0 3-3 0,-5 0-21 16,-2 7-20-1,-1-2-23-15,-4 3-50 0,2 0-55 0,-4 0-157 0,9 6-379 0,-6-1 168 16</inkml:trace>
  <inkml:trace contextRef="#ctx0" brushRef="#br0" timeOffset="192702.59">14490 15512 141 0,'-9'-1'174'0,"9"1"-8"0,-5-1-4 15,5 1-3-15,0 0-7 0,-4-2-8 0,4 2-4 16,0 0-12-16,0 0-11 0,0 0-11 15,0 0-12-15,0 0-9 0,13-4-10 0,7 2-5 16,11 0-3-16,5-1-5 0,2 0-12 0,17 1-8 0,-2-4-2 0,4 1-4 16,-1 1-5-16,-6 3 2 0,-13 0-9 0,0-1-2 15,-6 2-1-15,-9 0 0 0,-2-3-6 0,-2 2-10 16,-8 0-23-16,-2 2-19 0,-2-1-21 0,-6 0-29 16,9 1 15-16,-9-1-17 0,0 0-32 0,-13 7-48 15,-3-2-120-15,-5 0-313 0,1 1 140 0</inkml:trace>
  <inkml:trace contextRef="#ctx0" brushRef="#br0" timeOffset="192956.26">14559 15795 102 0,'0'0'261'16,"-5"3"-17"-16,5-3-18 0,0 0-15 0,0 0-17 16,0 0-19-16,0 0-20 0,18 0-14 0,1-3-16 0,9 1-12 15,4-3-10-15,3 5-1 0,0-1-19 16,-1-2-6-16,-1 1-11 16,-4 1-24-16,-6 0-30 0,-1 1-28 0,-3 0-37 15,-5 0-33-15,0-2-37 0,-6 2-43 0,-1 0-166 16,0 2-358-16,-7-2 158 0</inkml:trace>
  <inkml:trace contextRef="#ctx0" brushRef="#br0" timeOffset="193472.8">14924 15371 188 0,'-1'-5'276'0,"1"1"-18"0,0 4-19 0,0-10-22 0,0 10-24 16,0-5-22-16,0 5-19 0,0-4-17 0,0 4-17 15,0 0-11-15,0 0-13 0,0 0-10 0,17 9-9 16,-6-2-6-16,-2 0-7 0,4 3-6 0,4 1-8 16,-2 2-3-16,7 4-4 0,-6-5-5 0,0 0-5 15,2 1-9-15,-4-2-3 0,3-1-5 0,0-1-2 16,-7 0-4-16,2-4 1 15,-2 1-1-15,-1 0 0 0,-4-4-6 0,-1 1 7 16,1-2 0-16,-1 2 0 0,0-1 3 0,0 0 14 16,-4-2-1-16,5 4 10 0,-5-4-13 0,5 2-1 0,-5-2-4 15,5 1-4-15,-5-1-3 0,0 0-15 0,3 6-9 16,-3-4-1-16,-2 5 0 0,-3 1 2 0,0 8 1 16,-9 6 3-16,0 2 2 0,-7 5 5 0,2 4-6 15,-8 7 1-15,-3 1-4 0,0-2 5 0,1-3-3 16,6-4 4-16,0-4 0 0,0 1-2 0,2-3 0 15,1-1 4-15,2 0 6 0,7-8-5 0,-1-3-2 16,5-5 0-16,0 2 2 0,1-2 1 0,1-4 8 16,1 0 30-16,1-1 26 0,0-1 21 0,0-1 21 15,-1 2 31-15,2-1-2 0,2-3 17 0,-3 3-1 16,3-3-6-16,0 0-3 16,0 0-15-16,0 0-10 0,0 0-12 0,0 0-11 15,0 0-25-15,0 0-40 0,0 0-50 0,0 0-59 16,0 0-75-16,5-15-95 0,-2 11-119 0,1-2-237 15,4-1-659-15,-3-2 292 0</inkml:trace>
  <inkml:trace contextRef="#ctx0" brushRef="#br0" timeOffset="194844.62">16997 15393 6 0,'3'-15'224'0,"-2"-1"-8"0,-1-2-13 15,3 1-13-15,-5 2-7 0,1-2-13 0,1 6-18 16,-1-1-10 0,-1-1-11-16,1 4-6 0,-1-4-15 0,-2 4 0 15,1 1-17-15,1 0-9 0,-2 3-5 0,1-3-13 0,1 3-4 0,-2 3-9 0,0 0-8 16,-1-1-9-16,-6 3-7 0,-2 5-5 0,-5 0-5 15,-7 7-1-15,1 3-3 0,1 1 1 0,-4 6-6 32,3-4-2-32,1 4-3 0,1 6 2 0,-1 1-2 15,4-2 0-15,0 0-1 0,4 1-21 0,3 0 3 0,2-3 1 0,-1 0 3 0,4-1 2 16,5-5 1-16,0-2 1 0,2-2 6 0,2-4 5 16,0 2 4-16,2-4-3 0,-1 0 8 0,4-2 11 15,-2-1 8-15,-1-3 17 0,4 4 18 0,-2-5 16 16,4-1 18-16,-2-1 2 0,1-3 1 0,1-4 5 15,3 2-5-15,-4-2-9 0,5-4-6 0,-1 0-8 16,-1-2-8-16,0 1-9 16,-2-2-6-16,2 0-7 0,-1 2-6 0,-2-3 2 15,1 3-9-15,-4 1-4 0,-1 3-6 0,1-1 0 16,-2 2-1-16,-1 0-3 0,0 3-6 0,-2-1-1 16,2 2 1-16,-3 3-8 0,1-7-2 0,2 4-16 15,-3 3-15-15,0 0-14 0,0 0-9 0,0 0 0 16,0 0 7-16,0 13 6 0,-3-5 2 0,-1 4 3 15,0 2-1-15,4 0 3 0,-3 1 0 0,-1-1 6 0,2 1 3 16,0-2 2-16,-2 2 0 0,3-2 0 0,1-3 4 0,-2 1 3 0,0-2 2 31,2-2-1-31,0 0-4 0,0 1 8 0,0-3 2 0,2-1 8 0,-2 0-5 16,3 0 15-16,3-2 13 0,0-1-1 0,9-1-1 16,3-1-6-16,0-2-1 0,14-4-5 0,-4 0-48 15,3-3-52-15,-2-2-71 0,3-3-80 0,0-2-344 0,-4 0-626 0,4-2 277 16</inkml:trace>
  <inkml:trace contextRef="#ctx0" brushRef="#br0" timeOffset="195314.01">17369 15559 37 0,'3'-4'343'15,"-3"-1"-16"-15,1 3-14 0,0-4-21 0,1 2-24 0,-1 2-24 16,-1 2-25 0,1-6-26-16,-1 6-13 0,0-3-24 0,0 3-26 15,0 0-26-15,0 0-29 0,0 0-14 0,0 0-8 16,0 0-5-16,-4 21-5 0,-1-7-4 0,1 4-4 16,-1 7 6-16,-4 1-14 0,3 1-3 0,-2-2-5 15,0 0 1-15,3 0 0 0,0-7-3 0,0 1 19 16,4-5 9-16,-2 0-3 0,2-1-7 0,1-4-2 15,0 2 1-15,-3-6-3 0,3 3-4 0,0-4 1 0,-1 1 0 0,1-1-2 16,0-4-2-16,0 8 8 0,0-8-4 0,-2 2-2 16,2-2-3-16,2 4-6 0,-2-4-10 0,0 0-7 0,0 0-22 15,0 0-47-15,0 0-63 0,0 0-61 0,0 0-70 16,0 0-14-16,4-16-206 0,1 6-523 0,1-2 233 16</inkml:trace>
  <inkml:trace contextRef="#ctx0" brushRef="#br0" timeOffset="195529.97">17806 15550 135 0,'-5'-5'340'0,"5"5"-33"0,0 0-28 16,0-4-23-16,0 4-34 0,5-4-23 0,3 3-30 16,3-3-35-16,7 2-45 0,5 1-46 0,3-1-57 0,3 1-84 0,-1-1-246 15,-5-1-372-15,0 1 165 0</inkml:trace>
  <inkml:trace contextRef="#ctx0" brushRef="#br0" timeOffset="195692.73">17880 15724 3 0,'-4'2'253'0,"4"-2"-2"0,-2 3-10 0,2-3-13 16,0 0-22-16,0 0-21 0,15 0-20 0,6-3-30 16,11 1-52-16,3-3-65 0,19-5-93 0,-18 4-208 0,16-3-305 15,-15 2 135-15</inkml:trace>
  <inkml:trace contextRef="#ctx0" brushRef="#br0" timeOffset="196285.87">18915 15555 180 0,'-5'2'169'0,"5"-2"-10"0,-6 0-14 0,6 0-9 15,0 0-3-15,-10 1-12 0,10-1-3 0,0 0-7 16,0 0-4-16,-4 1-1 0,4-1 2 0,0 0-1 16,0 0-3-16,0 0-2 0,0 0-2 0,0 0-3 0,0 0-4 15,0 0 0-15,0 0 0 0,0 0-3 0,0 0-4 16,0 0 3-16,0 0 0 0,0 0-10 0,0 0-1 0,0 0-7 16,0 0-1-16,0 0-7 0,0 0 0 15,0 0-5-15,0 0-3 0,0 0-8 0,0 0-3 16,0 0-3-16,0 0-3 0,0 0-1 0,0 0-9 15,0 0 9-15,0 0-12 0,-7-4-2 0,7 4 0 16,0 0-2-16,0 0-4 16,0 0 2-16,0 0-1 0,0 0-1 0,0 0-6 15,0 0 0-15,0 0 9 0,0 0-6 0,0 0 3 16,0 0-3-16,0 0-16 0,27-3 15 0,-3 1-2 16,8 0-4-16,5-5 3 0,14 2-1 0,2-2-3 15,1 1 3-15,-1-1-1 0,-2 3 8 0,3 0 2 16,-13-2 7-16,-5 2-8 0,-2 0 6 0,-4 2-4 15,-9-3 6-15,-4 2 9 0,-6 1 5 0,2 0 7 0,-6 1-6 16,0-2-23-16,0 2 15 0,-7 1-10 0,9-3-31 16,-9 3-9-1,2-4-49-15,-2 4-49 0,0 0-46 0,0 0-55 0,-32 0-100 16,19 2-239-16,-1 0-602 0,2-1 266 0</inkml:trace>
  <inkml:trace contextRef="#ctx0" brushRef="#br0" timeOffset="197681.21">20299 14952 71 0,'-1'-5'148'16,"1"5"-7"-16,-2-6-9 0,4 2-4 0,-1 0-6 15,4 1-7-15,-5-1-8 0,3-1-7 0,1 2-8 16,0 0-1-16,1-1-8 0,2 0-8 16,0 1-2-16,0 0-6 0,1 2-6 0,2-1-3 0,-1 0-8 15,3 0-3-15,-2 4-5 0,0 2-1 0,2-2-3 16,-2 4-6-16,0 2-5 0,4 2-1 0,-4 4-4 16,-2 1-1-16,-2 2-17 0,3 7 0 0,-5-5 1 0,-3 8-3 15,-3 2-1-15,-6 2 0 0,-1 0 4 0,-4-1-6 0,-2 2 4 16,-3 1-3-16,-2-3-1 0,-11 9 3 15,8-10 4-15,-11 7-6 0,11-12 4 0,-3-3 3 16,7-3-4-16,-4-5-3 0,9-2 3 0,1-5 4 16,4 2 11-16,0-3 23 15,4 0 33-15,1-3 31 0,-1-2-8 0,5 0-9 16,-5-6 4-16,2 1-5 0,6-4 2 0,1 0-16 16,2-3-11-16,3 0-5 0,9-8-6 0,-4 5-4 15,4-3-2-15,5-1-1 0,-7 9-14 0,0 0-4 16,0 3 1-16,1-2-7 0,-8 4-6 0,5 4 2 15,-4-2-7-15,3 3-1 0,0 3-5 0,2 4-2 16,-2 1 1-16,4 0 2 0,-5 5 2 0,9 5-4 16,-7-2-1-16,4 1 0 0,-1 3 3 0,-4-5 6 0,0-1-30 0,1 0-24 15,-5-2-21-15,0-2-22 0,-1 1-20 0,-2-5-32 16,2 1-13-16,-3-1-25 0,-1-4-39 0,-3-2-170 16,-1 0-417-16,0 0 184 0</inkml:trace>
  <inkml:trace contextRef="#ctx0" brushRef="#br0" timeOffset="198290.96">19991 15777 78 0,'-7'1'198'0,"0"-1"-18"0,2 2 1 0,5-2 1 0,-9 1-1 0,4 0-8 0,5-1-15 15,0 0-10-15,0 0-16 0,-9 1-9 16,9-1-13-16,0 0-11 0,0 0-9 0,0 0-4 15,0 0-5-15,0 0 1 0,0 0-5 0,0 0 0 16,0 0-5-16,0 0-7 0,0 0-8 0,0 0-4 16,0 0-6-16,0 0-6 15,0 0 3-15,0 0-10 0,0 0-6 0,0 0 1 16,0 0-4-16,0 0-5 0,0 0-1 0,0 0-2 16,0 0 0-16,0 0-4 0,0 0-1 0,0 0-3 15,0 0 1-15,0 0-1 0,0 0 0 0,0 0-4 16,0 0 1-16,0 0 0 0,0 0-3 0,0 0 2 15,0 0-3-15,0 0-2 0,0 0 3 0,0 0 3 16,0 0-4-16,0 0 0 0,0 0-2 0,0 0 8 16,0 0 0-16,0 0 5 0,0 0-3 0,0 0 0 0,0 0-3 15,0 0 1-15,0 0 0 0,0 0-2 0,35-5 2 0,-7 3-4 16,8 1 2-16,15-2 4 0,10-1-6 16,3-1 3-16,29 0-2 0,2 0 10 0,3 1 2 15,4 0 8-15,-3 0 1 0,-9 1-1 0,-28 2-2 16,-4 0 2-16,-7-3-3 0,-12 3-2 0,-7-1 3 15,-12-1-7-15,2 1-3 0,-5 0 6 0,-5 0 9 0,-5 1 6 0,0-1 0 16,0 1-2-16,-2 0-1 0,-4-2-11 0,-1 3-19 31,0 0-22-31,-6-7-26 0,1 5-26 0,-6 2-43 0,-2-1-42 0,-3 3-50 16,-3-1-45-16,-3 2-215 0,4 1-505 0,-1 0 225 16</inkml:trace>
  <inkml:trace contextRef="#ctx0" brushRef="#br0" timeOffset="199037.3">20368 16034 215 0,'0'0'274'15,"-8"-1"-27"-15,8 1-26 0,0 0-19 0,0 0-20 0,0 0-20 16,13-8-17-16,-4 2-17 0,9 4-9 16,4 0-15-16,5-2-12 0,-2 0-7 0,3 0-8 0,0 1-9 0,-6 3-7 15,-3-5-5-15,-1 4 23 0,-8 1-6 0,3-3-16 16,-5 2-17-16,-3-2-14 0,3 3-17 0,-3-1-14 16,-5 1-8-16,0 0-5 0,0 0-2 0,0 0 1 15,0 0 1-15,0 0-1 0,-23 1 6 0,11 2 3 16,-2-2-2-16,0 1 2 0,-4 0-1 0,2 1 4 15,-2-1-3-15,5-2 3 16,-5 3 0-16,4 1 3 0,-4-1-4 16,7-1 5-16,-3 1-4 0,3-1 2 0,-4 2-2 0,6-1 2 0,0 0 6 15,4 1-8-15,-4-3-2 0,5 0 4 0,-1 0-4 16,-3 3 3-16,7-4 4 0,1 0-3 0,-9 3 7 16,9-3 0-16,-4 3 5 0,4-3-2 0,0 5 0 15,0-5 1-15,0 0 0 0,7 6 15 0,-3-3 2 16,3-2 2-16,5 3-2 0,-1 1-2 0,5 3-2 15,0 1-2-15,2 0-2 0,0 2-2 0,1 6-1 16,2 0 0-16,-6-3 1 0,0 8-5 0,1-2-1 16,-4 3 0-16,-4-4-1 0,-4-1 0 0,1 1-2 15,-8 7 0-15,1-7-13 0,-2 1-1 0,-4-1 2 16,1-1 1-16,-6-2-1 0,-1-2-1 16,-9 2 4-16,9-5 5 0,-5-1-1 0,0-4 7 0,-1-3 12 0,5 0 20 15,5-2 37-15,-2-2 25 0,5-2 6 0,-4-4-2 16,1 0-7-16,4-2 18 0,2-1 10 0,-2 1-9 15,6-1-12-15,2-2-12 0,-2 4-11 0,4-2-23 16,6-2 14 0,4 0-10-16,4 3-11 0,6-3 1 0,2 2-3 0,3 2-35 0,3 1-31 15,3 2-38-15,0 0-47 0,5 1-62 16,11-1-77-16,-15 3-364 0,1-4-656 0,-1 3 290 16</inkml:trace>
  <inkml:trace contextRef="#ctx0" brushRef="#br0" timeOffset="199723.48">21826 15404 181 0,'-2'-9'222'0,"0"0"-9"0,-2 1-19 16,1-1-15-16,1 2-16 0,-3 4-15 0,3-4-14 15,-1 3-15-15,-1-1-13 0,2 4-12 0,-3-1-9 16,-1-1-6-16,6 3-14 0,-13 4-5 0,5-2-6 16,-3 5-9-16,-1 4-4 0,0 2 1 0,-3 1-7 0,-3 5-8 15,0 3-6-15,4-3 3 0,-4 2-7 0,5 2-5 0,-1-3 4 16,7-2 0-16,-2 0-7 0,1-1 1 0,3-2 1 15,1 1-3-15,2-4-2 0,-1 0-1 0,2-2 5 16,-1-3 4-16,1 0 21 0,1-1 21 16,0 0 20-1,0-1 24-15,1-3 17 0,-1-2 22 0,6 3 13 0,-4 0-5 16,-2-3-9-16,15-4-4 0,-7 1-7 0,2-3-8 16,3 0-11-16,-4 0-5 0,1-2-6 0,3-1-7 15,0 0-9-15,-7 2-6 0,6 0-5 0,-6 0-5 16,2 3-9-16,-3-1-4 0,-1 3-3 0,0-2-8 15,-2 1-9-15,-2 3-6 0,7-3-5 0,-7 3-11 16,0 0-8-16,6-1-16 0,-6 1 0 0,0 0-1 16,1 11-4-16,1-6 4 0,-4 2-2 0,2 3 10 0,-1 0-1 15,1 1-6-15,0 2-1 0,0-3 7 0,1 1 4 0,1 0 0 16,-1-2 2-16,1 2 5 0,2-3-1 0,2-1 0 16,2 0 9-16,3-2-7 0,5 1-23 0,3-2-40 15,4-2-44-15,8-2-43 0,-3-1-37 0,3-2-53 16,-3-6-63-16,-1-2-302 0,-1 2-651 15,-8-1 288-15</inkml:trace>
  <inkml:trace contextRef="#ctx0" brushRef="#br0" timeOffset="200176.46">22222 15638 22 0,'2'-2'304'0,"-2"2"-12"16,1-9-8-16,-1 7-21 0,0 2-23 0,1-5-24 16,-1 5-23-16,0 0-20 0,0 0-20 0,0-5-19 0,0 5-17 0,0 0-17 15,0 0-10-15,-10 10-8 0,2-2-11 0,-5 4-10 16,3 4-4-16,-4-1-4 0,4 0-10 0,1-1-5 16,0 1-4-16,0 2-3 0,4-3-2 0,0-2-1 15,2 1-1-15,3-2 0 0,0 0-6 0,4 1 8 16,4-3 2-16,2-1 10 0,8-2 5 0,2-3-3 15,8 1 2-15,-2-4-9 0,4-4-1 0,-4-1-5 16,-4-2 4-16,-3-4-6 0,-2 0-6 0,-1-3-5 16,-5-1-17-16,-1-8-14 0,-6 5-23 0,-4-2-16 0,-8 2-31 0,-7-7-35 15,-10 8-48-15,-3-2-82 0,-18 0-235 0,-7 5-522 32,-5 2 231-32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45:50.06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4639 2938 125 0,'3'-4'147'0,"-4"-1"-6"0,1 5-10 0,2-7-10 0,1 2 2 0,-3 2 23 15,1-3-3-15,0 3-11 0,1-2 2 0,-2-1-12 16,2 0-8-16,-1 2 4 0,2 0-2 0,-2-2-1 16,3 3 1-16,-3-2 8 0,-1 2-5 0,0-4-1 15,0 4 6-15,0-3-7 0,1 1 0 0,-1 2 7 16,0 3 0-16,0-9-8 0,0 6-10 0,0 3-2 15,2-7-9-15,-5 4 1 0,3 3-18 0,-1-7-8 16,-3 3-16-16,2 2 1 0,2 2-8 0,-5-6-3 16,1 4-6-16,-1 0-10 0,-1 1-5 0,-2 1-2 15,-3 1-10-15,-4 3-5 0,-4 2 11 0,-5 4-12 16,-6 6 1-16,2 2-21 0,-3 4 18 0,2-1 0 16,-5 14-13-16,2 2 11 0,10-8 2 0,0 0 6 0,-5 11-5 0,12-12 1 15,-1 1 2-15,5 0-3 0,2-3-1 16,3 1 5-16,1-2-13 0,2 0 9 0,6-7-12 15,-1 1 4-15,-1-4 4 0,3-4-3 0,1 1 1 16,8 0 4 0,-3-6 7-16,7 1-7 0,5-2 6 0,7-3-19 0,1-2 12 0,-4-4 8 15,1-1 1-15,0-5 4 0,-2 0-2 16,1-2 7-16,-3 0 1 0,-5-3-1 0,3-3-19 16,-2-3 20-16,0-1 3 0,-4-3-1 0,-1 4 1 15,-4-2 5-15,1-4 9 0,-3 4 17 0,-1 5 15 16,-2-2 0-16,0-1 18 0,-1 3 9 0,-4 1 2 15,1 0 2-15,-1 1-6 0,0 5 12 0,0 0 8 16,2 1 4-16,-4 1-4 0,2 2-1 0,0-1-7 16,-1 3-8-16,1 1-7 0,0-3-10 0,0 7-11 0,0-5-17 15,0 5-3-15,0-3-6 0,0 3-17 0,-2-4-34 0,2 4-31 16,0 0-22-16,0 0-3 0,0 0 3 16,0 0 8-16,0 14-7 0,0-2 6 0,0 1 17 15,0 3-7-15,-2 1 16 0,2 0 7 0,0 2-2 16,0-2 8-16,-1 3-5 0,1-2 6 0,-1 1 0 15,2 1 0-15,-2 0 4 16,-1-1 2-16,1-2 0 0,-1 0 2 0,2 1-2 16,0-2 7-16,-2-6-3 0,1 3-2 0,1-1 4 0,0-3 0 0,-1-1 4 15,2-1-4-15,-2-1-2 0,2-1 6 0,-1-1-1 16,-1 2 6-16,1-1-3 0,0-1 1 0,0-4-2 16,-2 5-10-16,2-1 9 0,0-4 6 0,0 4-7 15,0-4 2-15,0 4 0 0,0-4-5 16,0 0 3-16,0 4-3 0,0-4 5 0,0 0-1 15,-1 4 0-15,1-4-1 0,4 2-2 0,-4-2 1 0,0 0 3 16,-1 5-2-16,1-5 3 0,1 5-9 0,-1-5 10 16,0 0-2-16,0 5 3 0,0-5 3 15,0 0 0-15,0 0 10 0,0 4-2 0,0-4 11 16,0 0-3-16,0 0 8 0,0 0 2 0,24-7-6 16,-5 0-3-16,12-4-4 0,9-1-46 0,-6-5-68 0,24-11-117 0,-5-1-184 15,0-3-464-15,-1-3-925 0,-3-4 410 0</inkml:trace>
  <inkml:trace contextRef="#ctx0" brushRef="#br0" timeOffset="986.16">5047 3146 182 0,'0'0'317'0,"0"-4"-29"16,0 4-23-16,4-5-25 0,-4 5-29 0,6-2-17 0,-2 1-28 0,1-2-19 15,-5 3-10-15,14 3-12 0,-2 0-13 0,-1 2-10 16,3-1-1-16,0 6-7 0,1 0-12 15,1 2-3-15,-1 3-6 0,-2 0 3 0,-4 3-10 16,0 0-5 0,0 5-3-16,-8 2-5 0,-1-1 0 0,-2 2-4 0,-5-2-4 15,-3 2-7-15,1-5 0 0,-4 4-5 0,2-9 0 16,-2-2-1-16,-1 3 2 0,1-2-16 0,-1-2 9 16,0 1 2-16,6-7 0 0,0 4 5 0,-1-6-8 15,1 4-3-15,1-5-1 0,2 0 12 0,-1 1 11 16,2 0 17-16,3-2 7 0,1-3 11 0,-5 5 2 15,5-5 6-15,-4 4 3 0,4-4 3 0,-4 0-5 16,4 0-3-16,-3 4-7 0,3-4-9 0,0 0 2 16,0 0-3-16,0 0-3 0,0 0-7 0,0 0-6 0,0 0-3 0,0 0-7 15,0 0-3-15,0 0-1 0,0 0-6 0,0 0 0 16,0 0-7-16,0 0-7 0,0 0 10 16,0 0-9-16,0 0 2 0,-1 3-2 0,1-3-2 15,0 0 2-15,0 0 6 0,0 0-3 0,0 0 3 16,0 0-2-16,0 0-1 0,0 0-3 0,0 0 0 15,0 0-4-15,0 0 1 16,0 0-5-16,0 0-4 0,0 0 4 0,0 0-4 16,0 0-2-16,0 0 5 0,0 0-4 0,0 0-2 0,0 0 1 0,0 0-3 15,0 0-1-15,0 0-1 0,0 0 4 0,0 0 1 16,0 0-3-16,0 0-2 0,22-3 2 0,0 2 1 16,4-2-1-16,8-1 0 0,4-1-5 0,16-2 2 15,-1 1 0-15,5 2 1 0,-3 0 4 0,2 1-5 16,-3-2 2-16,-17 4 1 0,0-1-5 0,-1 0 0 15,-7 2 1-15,-7 0 4 0,-4-1-3 0,-4 1 2 16,-1 0-3-16,-7-2 1 0,-1 4 0 16,4-2 4-16,-9 0 3 0,8-2 5 0,-8 2-4 15,0 0-6-15,0 0-12 0,0 0-22 0,0 0-25 16,0 0-33-16,-26-1-47 0,16 1-61 0,-4 0-70 0,1-1-89 16,-2-1-425-1,6 0-846-15,-1-1 374 0</inkml:trace>
  <inkml:trace contextRef="#ctx0" brushRef="#br0" timeOffset="3437.4">6188 2903 112 0,'0'0'225'0,"-6"0"-8"0,6 0-7 0,0 0-3 15,0 0-8-15,0 0-9 0,0 0-18 16,0 0-12-16,0 0-17 0,0 0-15 0,0 0-14 0,0 0-10 15,11-6-13-15,2 4-7 0,7-1-13 0,11 1-15 16,-4 0-36-16,4 1-37 0,-3 1-45 0,-8-3-56 16,9 3-57-16,-11-2-181 0,1 0-385 0,-2 0 171 15</inkml:trace>
  <inkml:trace contextRef="#ctx0" brushRef="#br0" timeOffset="3606.32">6219 3091 53 0,'-3'3'221'0,"-2"-1"-18"0,0 1-15 0,5-3-2 0,4 5-6 15,6-3-9-15,9-2-19 0,8-1-16 16,5-1-10-16,4-2-14 0,3 1-22 0,20-2-27 16,4-5-37-16,-2 5-50 0,28-7-75 0,-31 7-199 15,1-1-322-15,-2-3 143 0</inkml:trace>
  <inkml:trace contextRef="#ctx0" brushRef="#br0" timeOffset="4523.96">7881 2631 162 0,'-6'0'215'0,"6"0"-9"0,0 0-7 0,0 0-11 16,0 0-8-16,0 0-16 0,0 0-9 0,-7 3-10 16,7-3-13-16,0 0-9 0,0 0-11 15,0 0-10-15,0 0-6 0,0 0-5 0,0 0-2 16,0 0-3-16,0 0-3 0,0 0-3 0,0 0-5 15,0 0-2-15,0 0-7 0,0 0-5 0,0 0-4 16,0 0-3-16,0 0-9 0,0 0-1 0,0 0-8 0,0 0-2 0,0 0 0 16,0 0-6-1,0 0-7-15,0 0-1 0,-6 0 2 0,6 0-2 0,0 0-2 0,0 0-1 16,0 0-5-16,0 0 4 0,0 0-3 0,0 0 1 16,0 0-1-16,0 0-5 0,0 0 0 15,0 0 3-15,0 0-7 0,0 0 2 0,0 0 2 16,0 0 0-16,0 0-1 0,0 0 8 15,0 0-9-15,26 0 0 0,-8 0 11 0,10-3-12 16,4 1-4-16,6-3-1 0,-1 3 1 0,16-3 1 16,-3 2 2-16,-9-2 3 0,9 1 13 0,-9 2-4 15,-8 0-2-15,3-1 10 0,-7 0-12 0,-7 0 0 16,0 3-1-16,-3-1-1 0,-9 0 3 0,3 1 5 16,-5 0-1-16,-2-2 1 0,1 2-3 0,-7 0 1 15,11 0-1-15,-7 0-6 0,-4 0 0 0,5-1-13 0,-5 1-20 0,0 0-23 16,0 0-22-16,0 0-28 0,3 3-40 0,-3-3-39 15,0 0-49-15,0 0-275 0,0 0-541 0,-13 8 240 16</inkml:trace>
  <inkml:trace contextRef="#ctx0" brushRef="#br0" timeOffset="5457.12">9077 2126 247 0,'0'-5'258'0,"0"5"5"0,3-3 2 0,-3 3-1 16,1-5-3-16,-1 1-3 0,0 4-13 0,0 0-8 0,0 0-15 15,4-5-20-15,-4 5-13 0,0 0-30 0,0 0-16 16,0 0-10-16,0 0-24 0,0 0-4 0,0 0-25 16,0 0-2-1,0 0-20-15,0 0-11 0,0 0-16 0,0 0-1 16,-4 15-27-16,0-10 18 0,0 8 1 0,0 3-9 16,-1 2 5-16,-3 9-2 0,-1-1 1 0,-2 2-4 15,2-1 3-15,-1-1 0 0,0 0-9 0,0-1-13 16,1-1 18-16,2-6 4 0,3 3-11 0,-4-5 7 15,1 0 0-15,2-4-4 0,1 2-3 0,-1-5 8 16,4 1-9-16,-2-4 6 0,2 1-8 0,-3-2 5 0,3 0-3 0,0-1 2 16,-2-1 6-16,2 1-2 0,-3-3-5 0,4-1 0 15,0 4 4-15,0-4-1 0,0 0 0 0,0 4-4 16,0-4 0-16,0 0 1 0,0 0-1 0,0 0 2 16,0 0 10-16,0 0 3 0,0 0 11 15,0 0-9-15,-3 5 7 0,3-5-3 0,0 0 9 0,0 0-7 16,0 0 0-1,0 0-3-15,0 0-9 0,16-2 5 0,-16 2-9 16,13-3 0-16,-3 1 3 0,2 0 2 0,0-1-13 16,2 2-25-16,4-3-20 0,-4 0-25 0,4 0-29 15,1 0-34-15,-6 2-33 0,6-2-27 0,-5 0-27 16,0 0-32-16,-1 1-33 0,-2-2-239 0,-4 1-562 16,-1 1 249-16</inkml:trace>
  <inkml:trace contextRef="#ctx0" brushRef="#br0" timeOffset="5726.23">9169 2428 215 0,'-1'-7'292'0,"1"5"1"0,0-3-1 16,0 5-10-16,-1-8-5 0,1 8 0 0,0 0-2 0,-2-8-11 0,2 8-7 0,0 0-29 15,0 0-18-15,0 0-22 0,0 0-24 0,-2-4-20 16,2 4-22-16,0 0-17 0,0 0-8 0,0 0-15 16,-4 15-5-16,4-3-12 0,0 5-2 0,-3 0-8 15,2 9-7-15,1 2 0 0,-4-3 0 0,4 2-6 16,-1 0-3-16,5-2-9 0,0 0 7 0,-3-5-8 15,1-3-3-15,0 2 6 0,2-4-2 0,-2-3-5 16,0-1-3-16,0-2 0 0,-1 2-6 0,1-4 6 16,-1 1-22-1,-1-1-17-15,3-4-6 0,-2 4-27 0,-1-7-10 16,3 5-28-16,0-1-26 0,-3-4-32 0,0 5-41 16,0-5-88-16,0 0-372 0,0 0-701 0,0 0 311 15</inkml:trace>
  <inkml:trace contextRef="#ctx0" brushRef="#br0" timeOffset="6596.4">7835 3087 75 0,'0'0'169'0,"-8"1"0"0,8-1-12 16,-6 0-9-16,6 0-9 0,0 0-8 0,0 0-10 15,0 0-8-15,-7 3-13 0,7-3-3 0,0 0-10 16,-4 1-6-16,4-1-7 0,0 0-6 0,0 0-7 15,0 0 0-15,0 0-6 0,0 0-7 0,0 0-4 16,0 0-4-16,0 0-3 0,0 0-4 0,0 0 0 0,-3 2-6 0,3-2-3 31,0 0-1-31,0 0-6 0,0 0 0 0,0 0-2 0,0 0 1 16,9 2-1-16,0 1 0 0,-1-3 1 0,1 1 28 0,5-2-4 16,4 2-1-16,2-2-2 0,11 1 0 0,3 0-1 15,20-5 1-15,5 0-3 0,3 0 0 0,30-5 2 16,7 3 5-16,5 2 4 0,15-2-2 15,9 1 5-15,8 0-3 0,8 1-3 0,7 1 5 16,11-3-6-16,7-1-5 0,6-1-4 0,-8-3-3 16,-7-5 1-16,-1 3-11 0,0 0 2 0,-8 2-5 15,-10-5 1-15,-10 5-3 0,-5-2 6 0,-7 0-4 16,-9 1-6-16,-4 5 1 0,-10-3 0 0,-32 5 0 16,5-3 3-16,-7 2 12 0,-3 0 14 0,-4 1 15 15,-2-1 10-15,-19 3 15 0,-2-1 14 0,-4 0 7 0,-7 2 9 0,-8 2 11 16,-2 0 8-16,-3-1 1 0,-2 1 1 0,0 0-3 15,1 0-6-15,-1 1-10 0,-6 0 1 0,7-2-12 16,-7 2-5-16,5 0-11 0,-5 0-13 16,0 0-26-16,6-2-25 15,-6 2-34-15,0 0-49 0,0 0-33 0,6-1-50 0,-6 1-48 16,0 0-41-16,0 0-34 0,0 0-58 16,0 0-342-16,-19 3-721 0,19-3 319 0</inkml:trace>
  <inkml:trace contextRef="#ctx0" brushRef="#br0" timeOffset="9116.36">8119 3434 127 0,'0'0'148'15,"0"0"10"-15,0 0-6 0,0 0-3 0,0 0-11 16,0 0-7 0,0 0-5-16,0 0-10 0,0 0-13 0,6-7-12 0,-6 7-10 15,5-2-7-15,-1 0-5 0,1 0-8 0,4-2-9 16,3 0-6-16,-1 4-3 0,4-3-5 15,5-1-4-15,-1 3-5 0,0-1-5 0,3-1 3 16,-3 3-6-16,3 3 2 0,-2-2-5 0,1 1-4 16,-2 2 0-16,-1-1 0 0,-1 2-1 0,-5-1-4 15,-1 1-7-15,1 1 4 0,-4 0-2 0,-3 1-2 0,0 2 2 0,-5-2-3 16,-4 4 1-16,-2 0 1 0,-6 3-1 0,-3 0 2 16,-1 1-8-16,-6-1 5 0,1 0 3 0,-3-2 3 15,6 1 1-15,-2-4-6 0,3-2 3 0,-2 1-2 16,1-2-1-16,5-1-2 0,0 1 3 0,3-3-1 15,1 1-1-15,1-2 0 0,3 0 1 0,0 0-2 16,1 2 3 0,4-4 2-16,-3 0-2 0,3 0-2 0,0 0 1 0,0 0 3 0,26 4-3 15,-12-3 1-15,-1 0-3 0,9 0-2 0,-3 3-2 0,3-3 6 16,-3 5-1-16,8 1-2 0,-8-3-2 16,9 3 8-16,-9 0-6 0,-2-1 2 0,-2 2-3 15,-1 0 2-15,-1 1 3 0,-4-3-1 0,-1 6-2 16,-2 0 1-16,-2-2-1 0,-3 4 2 0,-2-3 7 15,-5 1 2-15,-2 4-7 0,-5-5 5 0,-1 4 3 16,-7 0 3-16,-5 2-4 0,-1-7 7 0,-1 0 3 16,-4 2-2-16,-2-3 1 0,0-3 6 0,-3 0 3 15,1-4 8-15,2 3 8 0,0-3 13 0,4-2 3 16,-1-4 15-16,3 1 6 0,9-1 5 0,-2-1 7 16,2 0 13-16,5-3 28 0,0 4 13 0,3-4 18 15,1 2-3-15,1-1 3 0,3 2-8 0,0 2-2 0,2-1-18 16,-2-1-8-16,2 1-12 0,4 4-13 0,-5-5-12 0,5 5-10 15,-4-4-14-15,4 4-7 0,0 0-15 0,-4-4-6 16,4 4-16-16,0 0-17 0,0 0-11 0,0 0-25 31,-5-3-15-31,5 3-11 0,0 0-13 0,0 0-14 0,0 0-19 16,0 0-17-16,0 0-22 0,0 0-21 0,0 0-24 16,25 3-22-16,-25-3-25 0,10 1-33 0,-10-1-34 15,11-1-224-15,-11 1-564 0,17-3 251 0</inkml:trace>
  <inkml:trace contextRef="#ctx0" brushRef="#br0" timeOffset="9902.85">8806 3754 111 0,'0'0'241'0,"4"-4"-20"16,-4 4-16-16,0 0-18 0,0 0-21 0,0 0-14 15,0 0-15-15,0 0-17 0,0 0-12 0,0 0-14 16,0 0-9-16,0 0-8 0,0 0-8 0,0 0-8 16,0 0-8-16,0 0-7 0,0 0-3 0,0 0-3 0,0 13-6 0,0-13 1 15,-2 8-5-15,0-4-2 0,2-4-6 0,-1 8-2 16,1-8-1-16,1 6-2 0,-1-6-1 16,-1 4-3-16,1-4-1 0,0 0 8 0,-1 5-8 15,1-5 2-15,0 0-3 0,0 0 11 0,0 0 16 0,0 0 15 16,0 0 11-16,0 0 10 0,0 0-2 0,0 0-7 15,0 0-7-15,0 0-1 0,0 0-5 16,0 0-6-16,0 0 1 0,6-15 6 0,-6 15-4 16,0-6-6-16,0 6-5 0,0-6-10 0,0 6-1 15,2-7 1-15,-2 7-8 0,0 0-3 0,0 0-4 0,0 0-8 0,0 0-15 16,0 0-6-16,0 0 4 0,0 0 5 0,0 0 4 16,0 0-4-16,0 0-1 0,-8 18 1 0,6-12-2 15,1-2 6-15,1-4-8 0,-2 7-2 0,2-7-1 16,-2 6 5-16,2-6-1 0,-1 4 6 0,1-4 1 15,0 0 0-15,0 0 8 0,0 0 25 0,0 5 2 16,0-5 5 0,0 0-4-16,0 0-1 0,0 0-2 0,0 0-8 15,0 0 0-15,1-20 5 0,-1 14 2 0,2 1 4 16,0-2-1-16,-2 2-5 0,0 5-7 0,0-9 8 0,0 6-2 16,0 3-1-16,0-8-5 0,0 8-1 0,-2-5-4 15,2 5-6-15,0 0-10 0,2-4-14 0,-2 4-21 16,0 0-19-16,1-4-31 0,-1 4-27 15,0 0-50-15,0 0-49 0,4-5-55 0,-4 5-224 0,4-3-532 0,-4 3 236 16</inkml:trace>
  <inkml:trace contextRef="#ctx0" brushRef="#br0" timeOffset="10719.87">9247 3467 170 0,'0'0'197'0,"0"0"-25"0,0 0-2 0,0 0-10 15,0 0-11-15,0 0-15 0,-5-2-19 0,5 2-9 0,0 0-10 0,0 0-7 16,0 0-12-16,24-3-6 0,-11 1-6 0,1 1-2 16,4-2-11-16,0 1-7 0,5 0-5 15,4-3-3-15,-6 4-3 0,1-2 23 0,0 2-8 16,-3 1-2-16,-1-3-7 0,-3 2-4 0,-2 0-4 15,-3-1-6-15,-2 2-10 0,0-1-15 0,-3 0-4 16,-5 1-1-16,0 0-1 16,0 0 1-16,0 0 1 0,0 0-1 0,-21 5-2 15,3-4 2-15,2 2-2 0,-5-2 6 0,1 2-3 0,-2-1-2 0,2 1 3 16,-8-2 1-16,1 2-1 0,4-2 0 0,-4 2-1 16,-1-3 8-16,11 4 6 0,3-4 3 0,3 1 2 15,0-1 8-15,3 1 1 0,1 0 6 0,2-1 3 16,-1 1 0-16,6-1 2 0,-10 0-2 15,10 0-2-15,-7 1 4 0,7-1-5 0,0 0-1 16,-8 0-4-16,8 0 0 0,0 0-4 0,-6 0-1 0,6 0-1 16,0 0-5-16,0 0-2 0,0 0 1 15,0 0-7-15,0 0 1 0,0 0-2 0,0 0 0 16,0 5-1-16,0-5-2 0,0 0-1 0,5 8 2 16,0-5 0-16,2 1 3 0,1 2 11 0,4 0 16 15,2 4-2-15,4 1 0 16,4 2 6-16,-6-1-3 0,2 2-2 0,-1-2-18 15,6 5 14-15,-4 3-1 0,-6-4-3 0,-1 1 1 16,-3 0-3-16,1 6-2 0,-4 4-1 0,-1-3-2 16,-6-3-1-16,-6 2-2 0,2-4-4 0,-4-2 2 0,-6 4 0 0,2-6-2 15,-10 3 0-15,-1-2 1 0,6-7-2 0,-4-1-1 16,3-2 2-16,0 1-1 0,-2-3-3 16,3-3 1-16,1-1 1 0,4-2 8 0,1-4 17 15,2 0 6-15,1-3 16 0,2-3 6 0,0 4-4 16,6-4-5-16,0-6 12 0,2 1-21 0,0 5 0 15,8-4-8-15,-1 5 2 0,2-2-14 0,3 1-6 16,2 4-4-16,1-1 6 0,4 4-5 0,2 0-8 16,-2 2 9-16,3 2-20 0,4 1-36 0,0 1-36 15,-7 2-47-15,9-1-52 0,-9 5-66 0,0-2-104 0,0 0-179 0,1-1-568 16,-2-4 252-16</inkml:trace>
  <inkml:trace contextRef="#ctx0" brushRef="#br0" timeOffset="11669.32">10305 3733 126 0,'-6'1'214'0,"2"2"-10"0,4-3-5 15,-6 1-7-15,6-1-9 0,-6 1-9 0,6-1-6 16,0 0-12-16,-6 0-12 0,6 0-8 0,0 0-11 16,0 0-6-16,0 0-10 0,0 0-10 0,0 0-8 0,0 0-8 0,0 0-8 15,0 0-8-15,0 0-7 0,0 0-8 16,0 0-6-16,21-1 1 0,-21 1-5 0,0 0-5 15,0 0 1-15,6-1 1 0,-6 1-6 0,0 0 3 16,0 0-4-16,0 0 17 0,0 0-9 0,6-3 2 16,-6 3 3-16,0 0-3 0,0 0 3 0,0 0 0 0,0 0-1 15,0 0-8 1,7 0 3-16,-7 0-7 0,6 0-3 0,-6 0 3 16,9-1-10-16,-1 1-2 0,-8 0 3 0,11 0-3 15,-6 0-3-15,-5 0 2 0,9 0-2 0,-9 0-1 16,9 1-5-16,-9-1 1 0,8 0-3 0,-8 0 1 15,0 0-11-15,5 3 7 0,-5-3-1 0,0 0 1 16,0 0 0-16,0 0 0 0,5-4-2 0,-5 4-1 16,0 0 0-16,0 0 2 0,0 0 1 0,0 0-5 0,0 0-2 0,0 0 4 15,6 4 3-15,-6-4-4 0,0 0-2 0,0 0 4 16,0 0 4-16,0 0-7 0,0 0 1 0,0 0 3 0,0 0-3 16,0 0 4-16,0 0-1 0,0 0-1 0,0 0 1 15,0 0 6-15,0 0-5 0,0 0-3 0,0 0 5 16,0 0 0-16,0 0-6 0,0 0 5 15,0 0-2-15,0 0-4 0,0 0 5 0,0 0-4 0,0 0 8 16,0 0 0-16,0 0-3 0,0 0 4 0,0 0-3 0,0 0 0 16,0 0 0-16,0 0-2 0,0 0 5 0,0 0 0 15,0 0-8-15,0 0 12 0,0 0 4 0,0 0-18 16,0 0 5-16,0 0-6 0,0 0 1 16,0 0 6-16,0 0-4 0,0 0-1 0,0 0-1 15,0 0 4-15,0 0-1 16,0 0-3-16,0 0 0 0,0 0 6 0,0 0 2 15,0 0 2-15,0 0 1 0,8-7 0 0,1 7-2 16,4-3-10-16,4 1 6 0,3-5 0 0,0 5-5 16,10-1 6-16,-1 0-4 0,-1-1 2 0,3-2 1 0,-3 2-2 0,-6 3-1 15,-2-2 4-15,-1-1-8 0,1 3 2 0,-4-2 3 16,-4 1 0-16,-1 1 2 0,-3 0-5 0,-1 0 2 16,1-1 2-16,-4 2-2 0,-4 0 5 0,0 0-2 15,9 0 4-15,-4-3-13 0,-5 3-19 0,5-1-14 16,-5 1-8-16,0 0-16 0,7-2-14 0,-7 2-18 15,0 0-15-15,0 0-28 0,0 0-33 0,0 0-32 16,2-1-44-16,-2 1-279 0,0 0-566 0,0 0 250 16</inkml:trace>
  <inkml:trace contextRef="#ctx0" brushRef="#br0" timeOffset="11922.91">10982 3492 67 0,'0'0'341'0,"2"-4"-10"0,-2 4-17 16,0 0-22-16,0 0-27 0,0-5-25 0,0 5-32 16,0 0-24-16,0 0-23 0,0 0-11 0,0 0-16 15,1 20-11-15,-1-3-11 0,-4 8-15 0,4 1-5 16,-2 4-6-16,4 0-6 0,-2 3-5 0,3 2-12 15,-2 0-49-15,0-1-48 0,1-2-59 0,-2-4-85 0,-3-2-127 0,3-7-166 16,-3-9-508-16,3-1 225 0</inkml:trace>
  <inkml:trace contextRef="#ctx0" brushRef="#br0" timeOffset="16833.38">12627 2638 175 0,'0'0'250'16,"-5"-1"-11"-16,5 1-8 0,0 0-11 0,0 0-11 15,0 0-5-15,0 0-11 0,0 0-13 0,0 0-10 16,0 0-17 0,0 0-27-16,-4-3 0 0,4 3-15 0,0 0-13 0,0 0-28 15,19 0-29-15,-5 0-40 0,7 0-48 0,7-3-64 16,1 3-78-16,-7 0-220 0,6-4-442 0,-9 4 196 16</inkml:trace>
  <inkml:trace contextRef="#ctx0" brushRef="#br0" timeOffset="17018.3">12904 2727 123 0,'0'0'306'0,"0"0"-29"0,0 0-29 0,0 0-27 16,0 0-25-16,23-7-19 0,-5 3-33 0,4 3-37 15,10-4-45-15,1 1-52 0,0 3-58 0,4-2-78 16,-5-1-158-1,1 0-305-15,-1-1 135 0</inkml:trace>
  <inkml:trace contextRef="#ctx0" brushRef="#br0" timeOffset="18020.62">12793 2617 137 0,'0'0'149'0,"0"0"-4"0,-5 0-11 16,5 0 0-16,0 0-8 0,0 0-13 0,0 0-7 15,0 0-7-15,-8 0-6 0,8 0-8 0,0 0-8 16,0 0 3-16,0 0-10 0,0 0-2 0,0 0-8 0,0 0-5 16,0 0-6-16,0 0 0 0,27 4-4 0,-10-3-6 0,12 1 0 15,2-1-6-15,6 0 0 0,0-1-4 0,1 1-1 16,2-1-2-16,1 2-3 0,-4-1-5 0,-4 0-1 16,-1-1-1-16,-1-1-3 0,-11 2 0 15,2 2-14-15,-4-3-13 0,-4 0-28 0,-3 2-21 16,0-2-25-16,-4 0-23 15,-3 1 0-15,0 0-30 0,-4-1-131 0,0 0-295 16,0 0 131-16</inkml:trace>
  <inkml:trace contextRef="#ctx0" brushRef="#br0" timeOffset="18383">12893 2809 168 0,'0'0'180'0,"0"0"-12"0,0 0-14 15,-4 1-14-15,4-1-10 0,0 0-9 0,0 0-5 0,0 0-14 16,0 0-5-16,0 0 5 0,0 0-2 0,0 0-12 15,23 0 2-15,-1-1-9 0,7 1-9 0,7-1-12 16,16-2-2-16,1 1-5 0,4-3 6 0,1 5 9 16,-3 0-10-16,-4-2-3 0,-17 0-5 0,2 4-4 0,-5-5-5 15,-11 3-3-15,3-1-5 0,-6 2-2 0,-5-2-9 16,-1 2 4-16,-4-2-4 0,-1 1 0 0,2 0-9 16,-8 0-14-16,9 1-13 0,-9-1-3 0,0 0-11 15,0 0-30-15,0 0-33 0,0 0-26 0,-24 5-51 16,13-5-194-16,-1 0-392 0,2 2 173 0</inkml:trace>
  <inkml:trace contextRef="#ctx0" brushRef="#br0" timeOffset="20155.7">10324 2167 157 0,'0'-5'211'0,"-1"-2"-9"16,2 0-2-16,-2-3-13 16,1 7-5-16,-2-4-12 0,2 0-8 0,-3 2-43 15,0-2-9-15,1 2-8 0,-1 2-10 0,-3-1-7 16,2-1-10-16,-2 2-7 0,2 3-6 0,-1-2-8 15,5 2-9-15,-18 2-2 0,8 1-7 0,-4 3-2 16,-3 0-7-16,-6 8-3 0,0 3-3 0,1 1-4 16,-1 3 0-16,2 3-2 0,1 1 1 0,0-1-4 15,1 2 1-15,7 2-4 0,-4 0 6 0,4-6-7 0,3 4 2 16,2-9 0-16,0 2 2 0,5-1-2 0,-1-2-1 16,3 0 2-16,0-4-3 0,3 0 3 0,-1-3-2 15,2 0 11-15,4-1 4 0,-6-2 10 0,7 1 12 16,0-2 6-16,-2-2 2 0,5-2 9 0,0 0-1 15,0-2 11-15,1-2 3 0,1 1 3 0,-1-3 4 16,3-5 0-16,0 4-1 16,2-2 6-16,-5-4-5 0,2 2 3 0,-5-2 3 15,3 2-4-15,-2 0 7 0,0 1 5 0,-3-1 3 16,-3 3 1-16,1 2 10 0,-2-2 2 16,1 4-4-16,-1-1-13 0,-2 0-9 0,2 2-8 0,-4 2-6 15,5-4-14-15,-5 4-8 0,4-3-12 0,-4 3-7 16,0 0-21-16,0 0-27 0,0 0-23 0,0 0-5 15,0 0 3-15,0 0-2 0,6 12 8 0,-6-4 5 0,-1 3-5 16,0 0 8-16,1-1 6 0,-1 4 8 0,-1-2-6 16,2 1 2-16,-1-2 0 0,1 0 5 0,-4 0 4 0,7-2-10 0,-6 0 10 15,3-1 6-15,0-3 2 0,-1-1-8 0,2 0 4 16,-2-1 5-16,1-3 1 0,0 6 5 0,1-3 25 16,-1-3 6-16,0 0 12 0,3 5 15 0,-3-5-4 15,0 0-2-15,19-9-10 0,1 2-7 0,7-2-18 16,5-4-55-16,3 0-55 0,10-7-64 0,-12 6-74 15,-3-3-82-15,5 0-126 0,-2-2-224 0,-1 4-711 16,-1-3 314-16</inkml:trace>
  <inkml:trace contextRef="#ctx0" brushRef="#br0" timeOffset="20672.07">10770 2467 188 0,'2'-4'346'0,"0"-2"0"16,-2 1-5-16,1 0-3 0,2-1 2 0,-3 3-21 15,1 0-3-15,-1 0-14 0,2-3-11 0,0 3-20 16,-2 3-23-16,1-3-26 0,-1 3-22 0,0 0-25 15,0 0-18-15,0 0-20 0,0-4-29 0,0 4-31 0,0 0-28 0,0 0-7 16,0 0-2-16,0 19-2 0,0-5-6 0,-1 1 2 16,-1 5-4-16,0 1-1 0,1 4-4 0,-2-1-6 15,2-5 3-15,1 1-8 0,-4 1 3 0,4-4-6 16,-1 0 5-16,1-2-1 0,1-3-6 16,1-1-1-16,0-1 3 0,-2-2-5 0,0-1 6 15,0 0-4-15,0-2 0 0,1-1 0 0,-1 0 1 0,3 0 1 0,-3-1 8 16,0-3-4-16,0 0-1 0,0 4-5 0,0-4 2 15,0 0-2-15,0 0-9 0,0 0-18 0,0 0-41 16,3 3-79-16,-3-3-99 0,0 0-111 0,0 0-403 16,6-15-814-16,-5 8 360 0</inkml:trace>
  <inkml:trace contextRef="#ctx0" brushRef="#br0" timeOffset="23231.02">14242 2689 95 0,'0'0'192'16,"-7"0"-15"-16,7 0-15 0,0 0-10 0,0 0-13 0,-4 3-8 15,4-3-8-15,0 0-8 0,0 0-10 0,0 0-1 16,0 0-13-16,0 0 2 0,0 0-18 0,0 0 3 15,0 0-11-15,0 0-4 0,0 0-1 0,0 0 0 0,0 0-5 16,0 0 0-16,0 0-4 0,0 0 2 0,0 0-7 16,0 0-1-1,0 0-6-15,0 0-1 0,0 0-7 0,-7 0-2 16,7 0-2-16,0 0-4 0,0 0 0 0,0 0-4 16,0 0-2-16,0 0-4 0,0 0 1 0,0 0-3 15,0 0 1-15,0 0-3 0,0 0 3 0,0 0-8 16,0 0 4-16,0 0-1 0,0 0 0 0,0 0-1 15,0 0 1-15,0 0-4 0,0 0 2 0,0 0-2 16,0 0 1-16,0 0-3 0,0 0 0 0,0 0 1 16,0 0-2-16,0 0 2 0,0 0 2 0,0 0-1 0,0 0 4 15,0 0 3-15,0 0-1 0,0 0 6 0,0 0-1 16,0 0 1-16,0 0-4 0,0 0-1 0,0 0-3 16,0 0 2-16,0 0-4 0,0 0 1 0,0 0 0 15,0 0-2-15,0 0 0 0,0 0-4 0,0 0 1 16,0 0 0-16,0 0 1 0,0 0-2 0,0 0 2 15,0 0 1-15,0 0-5 0,0 0 0 0,0 0 3 0,0 0-1 0,0 0-4 16,0 0 1-16,0 0 3 0,0 0 1 0,0 0-1 16,0 0-1-16,0 0-2 0,0 0 0 0,0 0 0 15,0 0 1-15,0 0 0 0,0 0-2 0,0 0 6 16,0 0-4-16,0 0 1 0,20 0 5 16,-8-3-2-16,6 3 2 0,1 0-2 0,11-3 1 15,-1 1 0-15,6-1 0 16,3-1 0-16,14 2 14 0,-16-1 3 0,16-5 2 15,-12 7-1-15,-3-2-33 0,-3 2 1 0,-2 1 4 16,-3-1 0-16,-10 1 1 0,-9-2 1 0,3 2 4 16,-3-1-5-16,-2 0 2 0,-2 1 1 0,1-1 0 15,-7 1 1-15,10 0 0 0,-10 0 2 0,6-2-12 16,-6 2-8-16,6 0-25 0,-6 0-17 0,0 0-12 16,0 0-23-16,0 0-33 0,0 0-31 0,0 0-45 0,0 0-187 15,0 0-423-15,0 0 186 0</inkml:trace>
  <inkml:trace contextRef="#ctx0" brushRef="#br0" timeOffset="23963.43">15272 2101 78 0,'0'0'249'0,"0"0"-12"16,0 0-14-16,0 0-14 0,0 0-14 0,0 0-20 16,0 0-19-16,3-4-12 0,-3 4-20 0,0 0-12 15,0 0-13-15,0 0-14 0,0 0-8 0,0 0-12 16,0 0-7-16,0 0-9 0,0 0-9 0,0 0 0 16,-3 12-3-16,2-1-6 0,-2-3-5 0,-1 2 1 0,1 7-5 15,-3-2-6-15,2 1 5 0,-2 3-4 0,1 1 0 0,-1-3-2 16,-2 2-1-16,4 2-3 0,-3-2-2 15,4-3 1-15,-3 1-6 0,3 0 6 0,-1-5-4 16,-1 1 3-16,5-3 2 0,-2 0-3 0,-1-3-2 16,2-1-1-1,-3 1 1-15,4-3 0 0,-1 2-2 0,-2-1 1 0,3-3 0 16,0-2-3-16,-4 5 3 0,4-5 2 0,3 3 8 16,-3-3 10-16,0 0 0 0,-3 5 4 0,3-5-1 15,0 0 7-15,3 4-3 0,-3-4 7 16,5 1 11-16,0 0 8 0,0 0-4 0,7 1-1 0,1-2-4 15,4 0-6-15,4 0-3 0,-3-2-3 0,3 2 0 16,2 0-10-16,-1-1-14 0,0 0-26 0,-2-1-22 16,1 0-28-16,-3-3-28 0,-5 4-29 0,0 0-33 0,-1-1-24 15,-1 1-31-15,-3-1-35 0,-1 2-153 0,-4-3-428 16,1 2 189-16</inkml:trace>
  <inkml:trace contextRef="#ctx0" brushRef="#br0" timeOffset="24163.85">15493 2368 6 0,'-1'-4'256'0,"2"0"-2"0,-1 4-2 0,0 0-1 32,2-4-6-32,-2 4-1 0,0-5-11 0,0 5-20 0,0 0-19 0,0 0-17 15,0 0-20-15,0 0-16 0,0 0-16 16,0 0-12-16,0 0-21 0,0 0-12 0,0 0-6 16,0 0-11-16,0 0-7 0,1 17-4 0,-1-8-6 15,2 5-3-15,-2 2-5 0,1 3 3 0,2 1-9 16,0 5 4-16,-2-5-37 0,1 6-29 0,2-1-44 15,0 2-47-15,-4-4-45 0,3-6-73 0,-4 3-242 16,-1-5-521-16,2 1 232 0</inkml:trace>
  <inkml:trace contextRef="#ctx0" brushRef="#br0" timeOffset="24790">15171 2925 2 0,'-11'1'200'0,"11"-1"-19"15,0 0-15-15,-11 0-8 0,11 0-7 0,0 0-6 16,0 0-5-16,0 0-8 0,-9 1-8 0,9-1-9 15,0 0-4-15,0 0-10 0,0 0-5 0,0 0-3 16,0 0-6-16,0 0-1 0,0 0-1 0,0 0-1 16,0 0-2-16,-6 2-5 0,6-2 1 0,0 0-3 0,0 0-5 15,0 0-5-15,0 0-5 0,0 0-3 0,0 0-6 16,0 0-2-16,0 0-3 0,0 0-9 0,0 0 1 16,0 0-5-16,0 0 3 0,0 0-5 0,0 0-1 15,0 0-5-15,0 0 1 0,0 0-8 0,0 0 4 16,0 0-3-16,0 0-2 0,0 0 1 0,0 0 1 15,0 0 1-15,0 0 0 16,0 0-1-16,0 0-3 0,0 0 2 0,0 0 3 16,0 0-1-16,0 0-2 0,0 0 1 0,0 0 5 15,0 0-6-15,0 0 4 0,0 0-6 16,0 0 4-16,0 0-2 0,0 0 0 0,0 0-5 0,0 0 3 16,0 0 3-16,0 0-5 0,0 0 0 0,0 0-2 15,0 0-1-15,0 0-3 0,0 0 0 0,0 0-1 16,0 0-2-16,0 0 3 0,0 0 1 0,0 0-6 0,0 0 4 15,0 0-2-15,33-3 0 0,-3 2 4 0,8-2-5 16,18-2 2-16,12 2 0 0,32-4 2 0,-1 3 13 16,0-1 3-16,0-3 9 0,2 5-1 0,-7-7 4 15,-28 4-1-15,25 3 2 0,-31-1-10 0,-4-1 5 16,-1 0-5-16,-15 2 4 0,-6-1-10 0,-3 1 7 16,-12 1 6-16,0-1 14 0,-9 3 5 0,3-3-8 0,-5 2-2 0,-3 1 9 15,0-1-13-15,1-1-8 0,-6 2-8 0,7-1-30 16,-7 1-32-16,0 0-28 0,-22 1-25 0,4 2-41 15,-1-1-35-15,-8 3-52 0,-3-3-56 16,0 3-323 0,-2-1-648-16,0-2 287 0</inkml:trace>
  <inkml:trace contextRef="#ctx0" brushRef="#br0" timeOffset="25266.33">15415 3194 64 0,'0'-3'353'0,"-1"-4"-25"16,1 4 5-16,1-2-9 0,-1 5-9 0,0-8-6 15,0 4-18-15,0 4-37 16,0-5-22-16,0 5-26 0,0-3-24 0,0 3-15 16,0 0-22-16,0 0-17 0,0 0-18 0,0 0-18 0,0 0-4 0,-2 17-6 15,2-6-10-15,-4 5-11 0,-1 12 1 16,-3 0-14-16,3 0 0 0,-3 2-5 0,7-1-7 0,-4 3-6 16,0-2 10-16,-2 0-15 0,6-3 3 0,-4-8-1 15,2 7 2-15,2-2-12 0,1-6 4 16,0-4 1-16,0-2-2 0,1-2-9 0,-1 0 3 15,-1 0-3-15,1-6 5 0,1 2-3 0,-1 0-10 16,0-6 30-16,0 5 15 0,0-5 8 0,-3 5 9 16,3-5 12-16,0 0-5 0,-2 7 1 0,2-7-5 0,0 0-1 15,0 0-9-15,0 0-6 0,0 0-7 0,0 0-14 16,0 0-16-16,0 0-27 0,0 0-26 16,0 0-23-16,14-15-35 0,-11 10-38 0,-2 0-35 0,3-2-38 0,1 1-53 15,-4-2-59-15,6-2-79 0,-6-2-230 0,7 2-680 16,-3-2 301-16</inkml:trace>
  <inkml:trace contextRef="#ctx0" brushRef="#br0" timeOffset="25682.81">15787 3175 91 0,'0'0'370'0,"0"-4"-24"16,0 4-27-16,4-3-29 0,-4 3-26 0,0 0-30 0,1-4-25 0,-1 4-24 15,0 0-18-15,0 0-19 0,0 0-18 0,0 0-2 16,0 14-15-16,-4-4-14 0,1 2 0 0,-3 5-11 16,-1 3-12-16,-5 3-3 0,1 4-12 0,-3-2-4 15,1-2-3-15,-2 3-5 0,2-5-3 0,0 3-6 16,3-7 6-16,-2-1-11 0,3-1-5 0,1-2-2 15,1-2-2 1,1-1 3-16,-1-3-3 0,2 0-3 0,4 0-1 0,-3-3-3 16,3 0 8-16,-2 0 6 0,2 1 11 0,-2-3 11 0,3-2 0 15,-1 3 8-15,1-3 3 0,0 0 5 0,-1 3 3 16,1-3 0-16,0 0-4 0,5 3-12 0,-5-3-4 16,18 0-1-16,-1-3-3 0,2 3-5 0,1-2-6 15,1 1-7-15,5-1-6 0,-4 0-9 0,6-5-15 16,-5 7-30-16,-4-3-36 0,3-2-34 0,0 3-33 15,-3-3-40-15,0 2-36 0,-2 0-38 0,-5-1-42 16,4-2-41-16,-7 1-251 0,-4 2-626 0,-1-2 278 16</inkml:trace>
  <inkml:trace contextRef="#ctx0" brushRef="#br0" timeOffset="25867.77">15919 3400 200 0,'0'0'278'0,"-3"-4"1"15,3 4-6-15,0-3 0 0,0 3-16 0,0 0-13 0,0 0-20 16,-5-2-14-16,5 2-31 0,0 0-13 16,0 0-24-16,0 0-10 0,-1 12 8 0,-2-2-4 0,-1 0-30 0,-2 6 14 15,-2 4-6-15,2 4-2 0,0 4-17 0,2-2-3 16,-1 0-4-16,1 3-15 0,0-3 3 0,4 1-45 16,0-1-46-16,-1-1-74 0,1-8-105 0,-2 0-178 15,1-5-190-15,-1-3-608 0,-1-5 268 0</inkml:trace>
  <inkml:trace contextRef="#ctx0" brushRef="#br0" timeOffset="27402.3">17186 2486 60 0,'-10'-5'182'15,"1"4"-22"-15,-1 0-13 0,0-1-12 0,-3 2-17 16,3 2-12-16,-3 0-11 0,0 4-6 0,-4 3-11 15,0 1-6-15,-4 7-6 0,7-1-9 16,-5 4 2-16,2 4-5 0,2 0-1 0,1 0-2 0,-4 0 2 0,7 1-1 16,-3-1-3-1,2 0-2-15,4-5-5 0,3 0-1 0,0-4-7 0,0 2 2 0,5-2-4 0,-2-3 15 16,0 0 0-16,2-2 4 0,0-2-1 0,0 0 5 16,2-3 5-16,-2 0-1 0,0 0 12 0,0-5 15 15,0 6 15-15,2-2 24 0,-2-4 15 0,0 0 21 16,0 0-9-16,0 0-10 0,0 0-7 0,23-7-5 0,-15 0-10 0,2 1-6 15,-2-3-19-15,1 1-1 0,2-4-7 16,-2 3-2-16,0-1-8 0,-3-2-2 0,3 2 2 16,-4 1 4-16,3 1-11 0,-5 2 7 0,1 1 7 15,1 1-8-15,-3-3-2 0,1 5-5 0,-1 0-7 16,-2 2-8-16,5-5-6 0,-3 2-10 0,-2 3-12 0,2-5 1 16,-2 5-12-1,0 0-21-15,0 0-23 0,5-1-12 0,-5 1-4 16,0 0 6-16,0 0 6 0,-2 18 8 0,2-6 2 15,-3 1 3-15,1-1 5 0,-1 0-2 0,-1 3-2 16,2-2 8-16,0 3-5 0,-1-4 5 0,1 4 1 16,0-5 2-16,1 1-3 0,2-3 0 0,-1 1 5 0,1-3 6 0,-1-2-5 15,-1 2 2-15,1-7 0 0,1 5 17 0,0 0 17 16,-1-5 22-16,0 0 7 0,0 7 15 0,0-7 16 16,0 0 5-16,0 0-7 0,14-4-7 0,-1-2-6 15,6 0-11-15,8-2-9 0,1-2-45 16,3-5-57-16,2 1-74 0,-2-3-90 0,-2 2-95 15,4-2-114-15,-5 1-331 0,2-1-812 0,-6 2 360 16</inkml:trace>
  <inkml:trace contextRef="#ctx0" brushRef="#br0" timeOffset="27925.47">17544 2813 236 0,'0'-4'384'0,"0"4"-5"0,0-6-12 0,1 1-24 15,-1 5-23-15,0 0-25 0,3-4-29 16,-3 4-29-16,0 0-24 0,0-3-27 0,0 3-18 16,0 0-22-16,0 0-30 15,0 0-14-15,0 0-16 0,-3 13-8 0,2-3-8 16,-3 7-4-16,0 1-9 0,-2 9 0 0,1 2-9 15,-4 0-1-15,3 5-6 0,-1 0-6 0,-2-2-1 16,4 0-8-16,-1-4-20 0,3 1 27 0,-2-4-7 16,2-5-16-16,-1-4 16 0,4 0-8 0,-2-4-1 15,2-2 3-15,-2-3-10 0,2 1 7 0,0-2 1 16,0-6 15-16,-2 8 13 0,2-4 15 0,0-4 12 0,0 5 15 16,0-5 2-16,0 3 3 0,0-3-4 0,0 0-4 15,-1 4-9-15,1-4-6 0,0 0-6 0,0 0-9 16,0 0-5-16,0 0-10 0,0 0-18 0,0 0-55 0,0 0-43 15,0 0-40-15,0 0-51 0,11-13-50 16,-8 7-58-16,0 1-73 0,2-1-387 0,1-5-795 16,-2 2 351-16</inkml:trace>
  <inkml:trace contextRef="#ctx0" brushRef="#br0" timeOffset="28473.22">18436 2694 171 0,'0'0'264'16,"0"0"-8"-16,0 0-14 0,0 0-10 0,0 0-10 15,0 0-9-15,0 0-8 0,0 0-11 0,0 0-13 16,0 0-16-16,0 0-16 0,0 0-15 0,19-5-5 16,-6 5-23-1,9-4-10-15,1 1-19 0,6 1-33 0,2-1-35 16,-2 1-33-16,-1-1-43 0,-7 3-45 0,-1-2-51 16,2 4-52-16,-5-4-203 0,-4 1-454 0,-1 1 201 15</inkml:trace>
  <inkml:trace contextRef="#ctx0" brushRef="#br0" timeOffset="28642.44">18477 2912 135 0,'-4'2'338'0,"-1"1"-15"0,5-3-33 15,0 0-28-15,0 0-28 0,23 0-23 0,-3-3-26 16,10 3-17-16,2 0-19 0,4-2-53 15,-2-1-80-15,3 2-94 0,1-2-140 0,-4 0-135 16,-1-4-380-16,0 0 169 0</inkml:trace>
  <inkml:trace contextRef="#ctx0" brushRef="#br0" timeOffset="30160.51">20999 1976 224 0,'0'-5'230'0,"0"5"-2"0,0 0 2 16,0-2-9-16,0 2 0 0,0 0-20 0,0 0-8 16,0 0-16-16,0 0-11 15,0 0-13-15,0-6-18 0,0 6-14 0,0 0-14 16,0 0-11-16,0 0-12 0,0 0-11 0,0 0-13 16,0 0-18-16,0 0-3 0,0 0-5 0,-4 15-4 15,3-5-1-15,-4 0-9 0,-4 6 4 0,4 1-6 16,-8 5 1-16,-1 2-3 0,3 0-3 0,-3 1 2 15,6-6-5-15,0 6 1 0,-3-2 1 0,2 1-4 16,1-7 1-16,3 0-2 0,-1 1 2 0,2-8-5 0,0 1-2 16,2 1 6-1,-1-2-3-15,2-5 4 0,-2 2-6 0,2 0 5 0,0-4-4 16,-1 2 10-16,1-1-4 0,1-4 7 0,0 5 3 0,0-5 4 16,0 0 7-16,3 4 8 0,2 0 5 0,-5-4-1 15,19 3 7-15,-6-3-15 0,6 1 1 0,0-1-8 16,9 0-6-16,-8-1-31 0,2 0-33 15,6-4-40-15,-10 4-43 0,3-3-41 0,-3 2-49 16,-1 0-50-16,-4-1-209 0,0-3-512 0,-4 2 228 16</inkml:trace>
  <inkml:trace contextRef="#ctx0" brushRef="#br0" timeOffset="30345.36">21127 2237 263 0,'-4'-5'295'0,"4"5"-3"16,-2-7-11-16,2 7-17 0,0 0-20 0,0 0-30 15,-2-5-23-15,2 5-26 0,0 0-24 0,0 0-16 16,0 0-16-16,0 0-7 0,-7 22-15 0,6-5-11 16,-3 11 1-16,0-1-10 15,1 5-3-15,-2 2 1 0,0 12-6 0,2-10-6 16,-3 8-23-16,6-11-39 0,0 1-37 0,3 0-47 16,-7-4-54-16,3 0-70 0,-3-3-242 0,3-8-497 15,2-1 220-15</inkml:trace>
  <inkml:trace contextRef="#ctx0" brushRef="#br0" timeOffset="31147.21">20575 2929 152 0,'-13'1'256'0,"4"-1"-16"16,2 0-13-16,2 0-17 0,5 0-16 0,-12 2-12 0,12-2-6 0,-6 0-9 16,6 0-14-1,0 0-11-15,-7 0-13 0,7 0-17 0,0 0-11 0,0 0 0 16,0 0-10-16,-7 2 1 0,7-2-7 0,0 0 0 16,0 0 0-16,0 0 1 0,0 0-7 15,0 0 2-15,0 0-5 0,0 0-10 0,0 0-15 16,-5 0 11-16,5 0-8 0,0 0 3 0,0 0-12 15,0 0 4-15,0 0-2 0,0 0-4 0,0 0 2 16,0 0 2-16,0 0-1 0,0 0 12 0,0 0-12 16,0 0-7-16,0 0 12 0,0 0-8 0,0 0 7 15,0 0-17-15,0 0 0 0,0 0 4 0,0 0-2 16,0 0-12-16,0 0 2 0,0 0-7 0,0 0 0 16,0 0-1-16,0 0-8 0,0 0 7 0,19 0-7 15,-19 0 2-15,0 0-3 0,0 0 1 0,6 0-5 0,-6 0 6 0,0 0 4 16,0 0-7-16,0 0 5 0,0 0-13 0,0 0 5 15,0 0 5-15,0 0-6 0,0 0-19 0,0 0 23 0,0 0 1 16,0 0-9-16,0 0 3 0,0 0-4 0,0 0 3 31,0 0 3-31,0 0 4 0,0 0-7 0,0 0 6 0,0 0-9 16,0 0 6-16,0 0-6 0,0 0 0 16,0 0 5-16,0 0 2 0,0 0-6 0,0 0-3 15,0 0 9-15,0 0-5 0,0 0-3 0,0 0 1 16,0 0 6-16,0 0-1 0,8 0 0 0,-8 0-7 15,0 0 1-15,0 0 2 0,0 0-1 0,0 0 4 16,0 0-2-16,0 0-18 0,0 0 22 0,0 0-3 16,0 0-4-16,0 0 2 0,0 0-7 0,0 0 14 15,0 0-7-15,0 0 4 0,0 0-4 0,0 0 5 0,0 0 1 16,0 0-2-16,0 0-2 0,0 0 5 0,0 0 4 0,9 3-6 16,-2-6-7-16,7 3 3 0,8 0 5 0,10-4-4 15,9 1 1-15,16 3 3 0,7-3-1 0,27 1-5 16,-2-1 2-16,10 1-2 0,-7-8 5 15,4 10 12-15,1-2-1 0,0 2-3 0,4-5 1 16,-8 2 2-16,-29-2-5 0,0 1-2 0,-6 3 7 0,-5-4-1 0,-17 3-6 31,-5-2 13-31,-8 2-8 0,-3-1-8 0,-6 3 18 0,-2-1 7 0,-5 0-1 16,4-2 1-16,-6 3-1 0,1-1-1 0,-1 0-15 16,-5 1-23-16,0 0-36 0,0 0-23 0,0 0-25 15,0 0-32-15,-29 1-30 0,10 0-37 0,-11 3-24 16,-2 0-56-16,0 2-85 0,-6-3-213 0,4 2-618 15,-4 4 273-15</inkml:trace>
  <inkml:trace contextRef="#ctx0" brushRef="#br0" timeOffset="31573.57">20895 3220 279 0,'-2'-4'338'0,"1"-1"-10"0,0 1-20 0,2-3-7 0,-2 4-12 16,2-2-1-16,-1 1-4 0,0 4-10 0,1-7-35 16,-1 4-14-16,0 3-24 0,0 0-15 0,0 0-35 15,0 0-7-15,0-5-26 0,0 5-16 16,0 0-22-16,0 0-3 0,0 0-4 0,-2 19-8 15,-1-9-15-15,1 5 6 0,-2 6-17 0,-4 4-18 16,-1 0 16-16,4 0-3 0,1 4 2 0,-1-4-8 16,3 0-3-16,-1-4 1 0,-1-2 3 0,-1 0-14 0,5-3 2 15,-2 1 3-15,-1-1-2 0,3 0-6 0,-1-5 0 0,2-1 3 16,-2-2-2-16,1 1-1 0,-3-3-9 0,3 0 5 16,0-1 1-16,0-5 3 0,0 4 1 0,0 1 7 15,0-5 17-15,0 4 4 0,0-4 0 0,0 4 3 16,0-4-6-16,0 4-3 0,0-4-3 0,0 0 1 15,0 0-5-15,0 0 3 0,0 0-9 0,0 0-18 16,0 0-26-16,0 0-52 0,0 0-42 0,0 0-41 0,3-12-44 0,-2 7-37 16,-1 1-59-1,3-4-62-15,-1 3-283 0,3-5-696 0,2 1 308 0</inkml:trace>
  <inkml:trace contextRef="#ctx0" brushRef="#br0" timeOffset="31933.31">21219 3168 4 0,'0'-5'358'0,"0"5"-33"0,0 0-37 15,0 0-33-15,0 0-30 0,0 0-16 0,0 0-29 0,0 0-8 16,-8 19-14-16,3-9-12 0,-3 5-12 0,1 3-4 15,-6 3-15-15,1 3-6 0,-1 0-9 0,0-1-10 0,0 2-8 32,2-3-2-32,-3 2-9 0,5-8-9 0,1 0-5 0,-1-2-1 0,5-2-5 15,-1 1-1-15,1-5-7 0,-1 1-1 0,4-2 9 16,-2-1-17-16,2 0 0 0,-1-1-6 16,-1 0 16-16,3-1-19 0,0-4 2 0,-1 5 1 15,1-5 7-15,0 6-8 0,0-6-10 0,7 1-13 16,0-1 17-16,-1 0-21 0,6 0-20 0,-2-1-16 15,3 1-26-15,-1-3-25 0,5 0-30 0,-3-1-34 16,-1 1-27-16,0-2-36 0,-1 1-31 0,1-1-232 16,-3 1-515-16,-1-2 228 0</inkml:trace>
  <inkml:trace contextRef="#ctx0" brushRef="#br0" timeOffset="32149.34">21274 3413 143 0,'0'-4'249'0,"0"4"2"16,0 0 7-16,0-5-2 0,0 5 3 0,0 0-20 15,0 0-9-15,-1-5-23 0,1 5-15 0,0 0-24 16,0 0-19-16,0 0-19 16,0 0-12-16,0 0 1 0,-3 14-7 0,-2-4 1 15,-1 1 0-15,-3 3-1 0,1 3-3 0,-5 6-11 0,4 1-15 0,-1-2 5 16,-2 6-2-16,5-5-11 0,-3 1-10 16,3-1-5-16,0 2-1 0,4-5-8 0,-2 3-17 15,3-6 12-15,0-1 0 0,0-4-26 0,0-2-10 16,2-1-35-16,-1-2-38 0,0-1-22 0,1-1-22 0,0-5-25 15,0 0-79-15,0 0-126 0,0 0-228 0,0 0-612 16,1-19 271-16</inkml:trace>
  <inkml:trace contextRef="#ctx0" brushRef="#br0" timeOffset="32728.34">22580 2625 11 0,'0'0'307'0,"3"-4"-12"0,-3 4-14 0,0 0-18 16,0 0-21-16,5-1-24 0,-5 1-23 15,0 0-21-15,0 0-19 0,0 0-14 0,0 0-28 16,0 0-25-16,0 0-7 0,0 10-11 0,-4-4-6 15,-4 2-2-15,-2 7-4 0,-3-2-7 0,3 4-4 16,-8 3 1-16,-1-1-8 0,0 3-1 0,0 0-8 16,1-1-5-16,0 0-20 0,-1 2-26 0,3-1-20 15,1-10-23-15,-2 8-20 0,2-6-21 16,2-2-25-16,-1-2-11 0,5 0-35 0,0-5-29 16,-1 2-154-16,1-6-389 0,9-1 172 0</inkml:trace>
  <inkml:trace contextRef="#ctx0" brushRef="#br0" timeOffset="32897.4">22337 2687 55 0,'4'-10'341'0,"-3"6"-5"0,2-2-11 0,-2 2-25 16,2-1-30-16,-2 2-33 0,2 1-27 0,-3 2-30 16,0 0-16-16,0 0-15 0,10 10-19 0,-4 2-5 15,4 5-15-15,6 6 1 0,3 7-9 0,13 12-8 16,2 1-9-16,2 1-24 0,1 2-52 0,-5-1-78 0,3 0-103 15,-11-17-354-15,0 3-570 0,-3-8 253 0</inkml:trace>
  <inkml:trace contextRef="#ctx0" brushRef="#br0" timeOffset="37605.54">23224 2046 12 0,'0'0'185'0,"0"0"-11"15,-1-4-5-15,1 4 0 0,0 0 0 0,0 0 2 16,0 0-3-16,0 0-5 0,1-6-13 0,-1 6-17 16,4-2-14-16,-4 2-11 0,4-3-13 15,-4 3-5-15,9-2-12 16,-3-1-4-16,0 2-12 0,2-2-4 0,1 3-8 16,-1-3-7-16,2 3-6 0,1 0-2 0,0 2-3 15,-1-1-3-15,3 3-2 0,-2 1-6 0,0-1-6 16,2 7-1-16,-4-2-6 0,4 3-3 0,-6 2-1 15,0 3 2-15,-3 0-2 0,-4 6 0 0,-4 6 1 16,-6-2-2-16,-3 1 2 0,-5 2-1 0,-12 11 3 16,-4-5-1-16,1 0 3 0,10-10-3 0,-2 1-4 0,-1-4 3 15,3-1-2-15,-4-4 0 0,7-1 0 0,5-5-3 16,2 0 4-16,1-4 0 0,6-2-1 0,-2-1 18 16,2 0 13-16,2-2 20 0,-1 0 34 0,5-3 36 15,-6 3 42-15,6-3 29 0,0 0 14 0,-7 2 6 16,7-2-30-16,0 0-20 0,9-11-20 0,1 4-13 15,-2-2-8-15,0 1-18 0,1-1-10 0,1 2-12 0,-3 2-10 0,2-3-7 16,-1 2-5-16,-2 3-9 0,-1 0-22 0,-1 1-17 16,0 0-16-16,-4 2-4 0,14 4-6 0,-9 1-1 15,4 2-5-15,-4 1-5 0,8 5-12 0,-5-1 7 16,1 1-6-16,-3 2 7 0,6 2-7 16,-3 0 4-16,-3-3 0 0,3-3-7 0,-3 0-9 15,1-1 5-15,-2-2-3 16,1-2 6-16,-1 0 9 0,0-1 5 0,1-4 7 15,0 2-3-15,5-6 3 0,1 1 0 0,-2-5 3 16,2 2 0-16,-3-2 0 0,4-3 8 0,-1-2 1 16,1 0 0-16,-2-5-4 0,2 5 9 0,-4-3-10 0,1 2 8 0,-2 4-6 15,-3 0 1-15,2 2 2 0,-5 1-27 0,6 2-42 16,-4-1-60-16,-2 3-71 0,-2 2-48 0,0 0-12 16,0 0-33-16,0 0-239 0,0 0-580 0,-2 21 258 15</inkml:trace>
  <inkml:trace contextRef="#ctx0" brushRef="#br0" timeOffset="38325.4">22797 2860 149 0,'0'0'256'0,"-10"0"-6"0,10 0-13 0,-9 2-12 16,9-2-8-16,0 0-16 0,-10 2-14 0,10-2-15 0,0 0-12 0,0 0-15 15,0 0-18-15,-8 0 5 0,8 0-23 0,0 0-10 16,0 0-10-16,0 0-3 0,0 0-12 0,0 0-2 16,-10 1 2-16,10-1 2 0,0 0 0 0,0 0 3 15,0 0-1-15,0 0 4 0,0 0-4 0,0 0-3 16,0 0-6-16,0 0-9 0,0 0 3 0,0 0-9 15,0 0 3-15,0 0-3 0,0 0-1 0,0 0-2 0,0 0 2 16,0 0 2-16,0 0-3 0,0 0 4 0,0 0-11 16,0 0 6-16,0 0-5 0,0 0-4 0,0 0 1 15,0 0-4-15,0 0-6 0,0 0-2 16,0 0 1-16,0 0 4 0,0 0-17 0,0 0 6 16,0 0-11-16,0 0 6 0,0 0-5 0,0 0 1 15,0 0-3-15,0 0 1 16,0 0-6-16,0 0 3 0,0 0 6 0,0 0-7 15,0 0 6-15,0 0-2 0,0 0 3 0,0 0-9 16,0 0 2-16,0 0 4 0,0 0-3 0,0 0 1 16,0 0-3-16,0 0-1 0,0 0 2 0,0 0-1 0,0 0-5 0,0 0-2 15,0 0 2-15,0 0 3 0,0 0-5 0,0 0 2 16,0 0 1-16,0 0-2 0,0 0-1 0,0 0 4 16,0 0-3-16,0 0 2 0,0 0-3 15,0 0-3-15,0 0 5 0,0 0-2 0,0 0-3 16,0 0-1-16,0 0 5 0,0 0-3 0,0 0-1 0,0 0 4 15,0 0 2-15,0 0-2 0,0 0-1 0,0 0 1 16,0 0-1-16,45-3 11 0,-8 1-15 0,20 1 8 16,7 1-7-16,36-4 2 0,-1 4-13 15,8-2 3-15,4 3-12 16,6-2 14-16,2-1-7 0,-5 0 8 0,-2-1-7 16,-2-1 6-16,-11 4-2 0,-5 2 0 0,-35-4 6 15,-3 2 0-15,-19 0 0 0,-5-3 3 0,-4 3-2 16,-10-2 2-16,-1 2 5 0,-6 0 15 0,-4 0-1 15,0-1 14-15,-7 1 1 0,9 0-4 0,-9 0-10 16,0 0-12-16,0 0-18 0,0 0-23 0,0 0-23 16,0 0-30-16,0 0-23 0,-38-1-31 0,20 3-41 0,0 0-39 0,-2 1-54 15,2-1-74-15,-4-2-266 0,-1 4-665 0,5-1 294 16</inkml:trace>
  <inkml:trace contextRef="#ctx0" brushRef="#br0" timeOffset="39793.15">23334 3207 111 0,'-8'0'206'0,"1"-2"-16"16,7 2-13-16,-12 0-10 0,7 2-12 0,5-2-12 16,-9 0-12-16,9 0-13 0,-5 0-4 0,5 0-10 0,-5 1-5 0,5-1-5 15,0 0 0-15,0 0-6 0,0 0-1 0,0 0 3 16,-7 2 2-16,7-2 0 0,0 0 9 0,0 0 1 16,0 0 6-16,0 0-10 0,0 0 14 0,0 0-12 15,0 0-3-15,20-8-13 0,-6 6-6 0,7-1-12 16,11-2-8-16,0 1-8 0,5 0-4 0,-1 0 1 15,3 0-6 1,1-1-6-16,-4 0 2 0,1 1-6 0,-9-2-2 16,2 5-7-16,-13 0-3 0,-4-1-8 0,-1-1-16 15,-5 3-17-15,0-2-28 0,-2 1-16 0,-5 1-17 16,0 0-8-16,0 0 2 0,-22-2 0 16,3 2 2-16,-4 2 7 0,-4-1 7 0,-1 1 5 0,0 1 11 15,-3 1 4-15,5-1 4 0,-2 0 4 0,-2-1 5 16,2 0 4-16,2 2 8 0,3-3-1 0,4 4 12 0,1-4 9 15,4 2 8-15,1-1 6 0,3-1-4 0,4 0 0 16,-2 2 8-16,4-3 9 0,-1 1 0 0,5-1 4 16,-9 0 3-16,9 0 4 0,-5 4-4 0,5-4-1 0,0 0-5 0,-5 1-1 15,5-1-4-15,0 0-4 0,-2 4 1 0,2-4 0 16,0 0 20-16,6 8 6 0,-3-5 4 0,3 2 7 16,1 3 1-16,3 0-3 0,1 5 5 0,4-1 0 15,-2 2 5-15,6 3-6 0,4 4-8 0,-5-1 1 16,4 1-5-16,0 2 0 0,-3-1-5 0,-3-1-6 15,-3 4 0-15,-4-7 4 0,-1-1-6 16,-2 3-8-16,-3-3 2 0,-3 3-2 0,-1-4-2 16,-6 1-2-16,1 0 2 0,-6-5-1 0,-1 0-5 0,-3-2 0 15,-1-3 2 1,-2 0 1-16,2-2 7 0,2-4 2 0,2 0 6 16,-1-3 6-16,3-1 32 0,-1-1 18 0,3 1 22 15,4-2 8-15,-1 1 4 0,2-1 0 0,1 0-11 16,3-2-12-16,2 2-26 0,1 1-27 0,9-2-29 15,7-1-35-15,8-1-43 0,2 7-58 0,2 1-70 16,2 1-104-16,-2-2-390 0,-2 2-743 0,-3-2 330 16</inkml:trace>
  <inkml:trace contextRef="#ctx0" brushRef="#br0" timeOffset="40860.03">25347 2481 243 0,'2'-9'246'0,"2"1"-5"0,-3-1-15 16,2 3-7-16,-2-5-9 0,-1 6-10 0,-1-7-11 16,1 10-11-16,0-6-8 0,0 3-15 0,0 2-9 15,0 3-20-15,-3-6-10 0,3 6-25 0,-4-3-14 16,4 3-5-16,-14 7-10 0,-4 1-6 0,-1 3-8 0,-4 7-1 0,-2 1-5 15,-2 5-5-15,0 4-6 0,0-2-2 0,4 3-2 16,0-2-3-16,1 1-3 0,1-1-2 0,5-1-10 16,1-4 6-16,4 4 1 0,5-8-1 0,0-1 2 0,4-5-6 31,-1 2 1-31,2-3 5 0,1-5 1 0,0 2 3 0,0-1 15 0,0-5 21 0,0-2 30 0,0 8 43 16,0-4 34-16,0-4 24 0,0 0-15 0,11-2-20 15,-11 2-11-15,16-7-4 0,-7 2-9 0,1-3-7 16,-1 1-11-16,2-2-6 0,-1 1-9 0,3-3 2 15,-3 1-7-15,-1 2-10 0,0-1-8 0,-1 3-5 16,-2-3 3-16,2 2-1 0,-4 6-9 0,0-4-6 16,-2 1-8-16,2 2-6 0,-4 2-12 0,4-4-15 15,-4 4-21-15,1-2-23 16,-1 2-21-16,0 0-18 0,0 0 7 0,5 8 5 16,-6-1 13-16,-4 2 2 0,1 2 5 0,0 1-1 15,2-2 7-15,-2 4 4 0,-3 0 7 0,2 2-1 16,0-6-2-16,1 1 8 0,3-1-1 0,0-1 0 15,-2-2 0-15,2-3 3 0,1 1 6 0,0-5 5 16,-3 8 6-16,2-6 2 0,1-2 26 0,0 0 11 16,9 4 1-16,5-7-4 0,7 0 0 0,8-2-4 0,7-3-11 0,-1 1-36 15,5-4-60-15,7-4-49 0,-11 1-89 0,3 2-87 16,-4-2-87-16,-3-2-395 0,-2 0-843 0,-5 3 374 16</inkml:trace>
  <inkml:trace contextRef="#ctx0" brushRef="#br0" timeOffset="41300.68">25769 2758 199 0,'3'-3'358'16,"-2"1"-14"-16,-1 2-7 0,3-5-36 0,-3 5-24 15,1-5-25-15,-1 5-29 0,0 0-26 0,4-2-17 16,-4 2-34-16,0 0-27 0,0 0-15 0,0 0-8 15,-13 12-13-15,4-6-9 0,-1 5-9 16,0 3-3-16,-4 0-12 0,2 1-6 0,-2-1-1 16,1 3 1-16,3 1-12 0,-1-2-5 0,1 1-2 15,2-2 0-15,3 4-5 0,1-4 5 0,0 0 9 16,6-3 11-16,0-1 14 0,4 1 1 0,3-2 15 0,8 0 9 0,11-3-3 16,2-5-9-16,6 1-4 0,-4-6-3 0,3-2 0 15,-3-3 7-15,-4-3 2 0,-3 0 3 0,-7 0-10 16,0-3 0-16,-7 0-3 0,-1-1-10 0,-4-2-11 15,-6-2-20-15,-4 2-30 0,-10 1-30 0,-6-5-41 16,-8 7-54-16,-11-1-68 0,-16 1-87 0,0 6-423 16,-7 2-770-16,0 1 341 15</inkml:trace>
  <inkml:trace contextRef="#ctx0" brushRef="#br0" timeOffset="42823.06">5443 5927 182 0,'-1'-3'369'16,"1"3"-22"-16,0 0-21 0,0 0-15 0,0-4-36 15,0 4-5-15,0 0-22 0,0 0-31 0,0 0-16 16,0 0-22-16,0 0-16 0,0 0-20 0,5-3-13 16,8 0-12-16,-3 3-38 0,8-2-41 0,2 0-59 0,2 0-58 0,-2 2-72 15,11-4-75-15,-13 5-297 0,1-3-564 0,-5 2 251 16</inkml:trace>
  <inkml:trace contextRef="#ctx0" brushRef="#br0" timeOffset="42990.32">5438 6165 236 0,'-6'9'217'0,"-1"-4"-14"0,0 2-16 16,3-2-11-16,0 0-6 0,1-2-7 0,2 1-5 15,1-4-12-15,-4 1-11 0,4-1-12 0,8 3-8 16,-8-3-14-16,22-3-16 0,-10-1-37 0,5 0-37 16,3-1-53-16,-2 0-54 0,8-7-45 0,-10 2-192 15,-1-2-360-15,1 0 159 16</inkml:trace>
  <inkml:trace contextRef="#ctx0" brushRef="#br0" timeOffset="43438.33">5657 5857 16 0,'-3'-12'324'15,"3"2"5"-15,-4 0-6 0,3-1 6 0,-3 5-5 0,0-1-7 16,4 2-22-16,-1 2-29 0,-2-1-30 0,2-1-22 16,1 5-31-16,-1-5-17 0,1 5-29 0,0 0-15 15,0 0-11-15,0 0-14 0,1 17-2 0,4-5-12 16,-1-2-10-16,4 7-2 0,2 0-5 0,3 5-12 15,1-1-4-15,4 1-2 0,1-3-16 0,0 3-13 16,4-5-11-16,1 0-9 0,-1-2-4 0,-5-6 2 16,-1-1-2-16,-2 0 0 0,-1-4-3 0,-1-2 4 15,-4 1 4 1,4-3-1-16,-6 0 6 0,-7 0 15 0,14-3 11 16,-7-2 4-16,-2 1 11 0,-1-1 5 0,-2 1 11 0,1-1 9 15,-2 0 7-15,0 2 7 0,1-1-4 0,-2 4-5 16,5-4-7-16,-5 4-12 0,0 0-8 15,0 0-18-15,0 0 2 0,-23 22-3 0,2-2-7 16,1 6-3-16,-2 3-11 0,-10 8 12 0,1 4-5 0,-5 1 3 16,2 3-6-16,5-2 5 0,-3 3-6 0,5-4-1 0,3-1 1 0,2-9 2 15,4-2-6-15,0 0 1 0,0-4 4 0,4 1-7 16,0-6 2-16,4-6 1 0,6-5-2 0,-1 0 1 16,-1-1 5-16,2-4 21 0,0 0 30 0,1-3 31 15,2 3 31-15,-1-4 9 0,2-1-13 0,0 0-11 16,0 0-9-16,0 0-15 0,2-12-23 0,-1 6 7 15,1-1-23-15,2 2-6 0,-2-2-29 0,1-1-42 0,-1 2-44 16,1-2-55-16,2 1-77 0,-3-3-100 0,1 3-108 16,0-4-503-16,2 3-993 0,1-1 439 0</inkml:trace>
  <inkml:trace contextRef="#ctx0" brushRef="#br0" timeOffset="44409.6">8064 5874 56 0,'-2'-10'264'16,"2"0"-9"-16,-2-1-13 0,2 1-9 0,-5-2-4 15,1 4-8-15,-1-3-6 0,4 0-15 0,-3-1-6 16,0 4-14-16,0 1-11 0,2 1-12 0,-3-2-11 0,2 4-19 0,-1-1-9 15,2 0-17-15,-2 2-10 0,-3 2-15 0,2-1-11 16,-6 6-12-16,-2 0-5 0,-4 5-5 0,-2 6-6 16,-6 2-2-16,0 6-2 0,1 2-9 0,-1 0-5 0,-7 14 1 0,11-10 3 15,-7 10-5-15,6-8-3 0,3 0 1 0,4 1 1 16,1-1 1-16,6-2-3 0,0-2 1 16,3-1-10-16,4-8 2 0,1 1 9 0,1-5-1 15,2-2 3-15,2 1 3 0,0-6 7 0,3 2-2 16,3-4 24-16,1-4-12 0,8 1 4 0,-3-4 7 0,3-1 4 15,2-4 5-15,1-4 8 0,0-3-5 0,-4 2 27 16,3-5 0-16,-2 0-2 0,-1-5 4 0,-3 1-2 16,3-3-2-16,-10 4-1 0,5-4 11 15,-5 7 10-15,0 0 14 16,0 3 7-16,-4 1 13 0,0 2 4 0,-1 3 0 0,1-1-10 16,-5 4-6-16,4 0-16 0,0-2-10 0,-3 5-18 0,0-1-13 15,-1 3-19-15,3-5-29 0,-3 5-31 0,1-3-39 16,-1 3-19-16,0 0 9 0,0 0 3 0,-1 18 11 15,-2-6 2-15,2 7 3 0,-4 4 10 0,1 5 4 16,3-2-2-16,-3 4 6 0,-1-6 1 0,2 3 3 16,-1-8 1-16,2 1 3 0,-1-3 0 0,2-6 1 0,-3-1-3 15,4-1 7-15,-1-1 2 0,1-2 16 0,0-2 9 16,0-2 26-16,0 3 21 0,-3-1 20 0,3-4 15 16,0 0-10-16,0 0-5 0,25-9-12 0,-9 3-5 15,12-8-9-15,-1 2-24 0,1-2-53 0,2-3-60 16,-1-2-66-16,4-1-92 0,2 1-111 0,-7-1-123 15,4-6-454 1,-4 9-998-16,1-1 442 0</inkml:trace>
  <inkml:trace contextRef="#ctx0" brushRef="#br0" timeOffset="45010.18">8437 6203 104 0,'4'-8'340'16,"1"1"-25"-16,4 1-25 0,0-2-21 0,-1 1-25 0,2 2-21 0,0 2-22 0,-1-2-17 0,0 5-20 15,4-1-19-15,-2 2-17 0,2 4-14 0,-2 0-9 16,0 5-2-16,0 4-8 0,-2 1-6 15,-2 4-9-15,-5 8-6 0,-2 4-7 0,-8 0-1 16,-5 2 5-16,-8 9-20 0,-3 2-1 0,2-14-4 0,-10 8-5 16,10-11-4-16,-1-2-4 0,0-2-1 0,2-1-3 15,2-1 10 1,3-8 3-16,3-1 7 0,3-3 9 0,1-1-15 16,1-1 0-16,4-2 15 0,-1 0 19 0,3-1 16 15,-4-1 13-15,2-1 8 0,4-2 7 0,-3 2-2 0,3-2-6 16,0 0-10-16,0 0-9 0,0 0-13 15,0 0-8-15,0 0-8 0,0 0-7 0,18-4-11 0,-13 4 2 0,-5 0-5 16,8-4-5-16,-6 2-1 0,-2 2-5 0,4-2-3 16,-4 2-4-1,5-3-4-15,-5 3 0 0,0 0-6 0,5-1 2 0,-5 1-1 16,0 0-5-16,0 0-1 0,0 0-2 0,0 0-1 16,0 0-5-16,8 0 3 0,-8 0 0 0,0 0-1 15,8-3-1-15,3 1 0 0,2 0-1 0,7-1 0 16,11-2-2-16,1 3 0 0,8-2 5 0,12-4-6 15,5 1 0-15,5 1 0 0,2 2 0 0,0-1-1 16,1 0-1-16,-5 2 0 0,-1 2-1 0,-6 0 0 16,-17-1 3-16,-4 2 0 0,-4 0-1 0,-10 0 3 15,-4 0-3-15,-2 0 4 0,-1 0-3 0,-2 0 3 16,-3-3-9-16,0 3-3 0,-6 0-4 0,0 0-10 16,0 0-21-16,0 0-29 0,0 0-29 0,0 0-19 15,0 0-23-15,-15-4-28 0,4 2-36 0,1 1-47 16,-1-3-71-16,0 1-85 0,2-4-241 0,0 5-706 0,4-5 313 0</inkml:trace>
  <inkml:trace contextRef="#ctx0" brushRef="#br0" timeOffset="45511.1">9661 5959 178 0,'-9'1'264'0,"1"-1"-8"16,1 0 1-16,2 1-7 0,0-1-12 0,5 0-16 15,0 0-15-15,-9 0-16 16,9 0-16-16,0 0-11 0,0 0-17 0,0 0-10 16,24 0-18-16,-3 0-10 0,9-3-2 0,2 3-20 15,4-2-5-15,0 2-10 0,-1-3-5 0,1-1-9 16,0 4-5-16,-4 0-5 0,0-2-3 0,-10 2-5 16,-3 2-7-16,-6-2-17 0,-1 0-23 0,-4 0-23 15,-2 2-30-15,1-2-25 0,-6 4-13 0,-1-4-32 16,0 0-38-16,-10 6-52 0,1-4-251 0,-4-1-510 0,2 4 226 15</inkml:trace>
  <inkml:trace contextRef="#ctx0" brushRef="#br0" timeOffset="45811.85">9847 6192 47 0,'-7'1'321'0,"2"1"-9"0,0 1-21 0,0-1-7 15,1 1-13-15,4-3-18 0,-8 0-23 0,8 0-15 16,0 0-12-16,0 0-4 0,16 2-28 0,0-3-18 0,12 0-15 16,3 1-16-16,2 0-8 0,8-4 0 0,10-2-24 15,-11 6-11-15,11-2-7 0,-12 2 0 0,1-3-10 16,-4 1-12-16,-4 2 1 0,-3-2-4 0,-8 2-10 15,-8-1 3-15,-1 1-3 0,-2-1-1 0,-2 2-10 16,1-1 4-16,-4 0-13 0,-5 0-17 0,0 0-32 16,0 0-43-16,0 0-44 0,0 0-64 0,-22-2-70 0,10 2-334 0,0 1-637 15,1-1 282-15</inkml:trace>
  <inkml:trace contextRef="#ctx0" brushRef="#br0" timeOffset="49853.55">12037 5146 63 0,'0'0'299'0,"1"-5"-7"0,-1 5-5 15,0-3-10-15,0 3-14 0,0 0-22 0,0 0-18 16,0-7-20-1,0 7-19-15,1-2-20 0,-1 2-12 0,0 0-16 16,0 0-25-16,0 0-9 0,0 0-8 0,0 0-19 0,0 0-6 16,0 0-11-16,0 0-6 0,0 0-8 0,0 0-10 0,0 0-16 0,0 0-6 15,0 0 5-15,0 0-7 0,-5 16-1 16,3-7-2-16,-2 4-2 0,-1 1 0 0,-3 1 0 16,1 5 2-16,-5 5-2 0,2-2 2 0,-2 4 1 15,1-4-4-15,-1 2 2 0,5-7 0 0,-6 6-4 16,2-7-2-16,4-1 2 0,-1 0 1 0,-4-1 0 15,6-3 0-15,1-2 0 0,-4 2 1 0,4-1 3 16,1-2-4-16,2-1 3 0,0-2-5 0,-2 0 0 16,3 0 0-16,-3-3 0 0,3 1 0 0,1-4 0 15,-2 5-1-15,0-2 7 0,2-3-2 0,-1 2-1 16,1-2-1-16,0 0 17 0,0 6 5 0,0-6 0 0,0 0 10 0,0 0-11 16,0 0 5-16,0 0-3 0,-1 4 0 0,1-4 2 15,0 0 1-15,0 0 5 0,0 0-3 0,0 0-3 16,6 2 4-16,-6-2 0 0,0 0 15 0,8 0-18 15,-8 0 5-15,10 0-9 0,-5 0-4 0,-5 0 7 16,19-1-9-16,-10-2-1 0,4 3-18 0,0-1-27 16,-3-1-26-1,9 0-24-15,-2 2-28 0,-3-3-22 0,4 2-36 0,-4 0-33 16,-1-2-28-16,1 1-25 0,-2-2-31 0,1 1-181 16,-4-1-497-16,-2 1 221 0</inkml:trace>
  <inkml:trace contextRef="#ctx0" brushRef="#br0" timeOffset="50059.13">12117 5464 172 0,'0'-6'275'0,"0"6"7"0,0-4 2 0,0 0 3 16,0 4 3-16,0-5-7 0,0 5-10 0,0 0-17 15,3-4-18-15,-3 4-25 0,0 0-23 0,0 0-25 16,0 0-16-16,0 0-21 0,0 0-11 0,0 0-24 16,0 0-7-16,0 0-10 0,0 17-6 0,-3-5-5 15,-1 5-10-15,3 3-3 0,1-2-10 0,-3 11-3 16,2-2-4-16,1 2 1 15,1 0 1-15,-1-2-1 0,3-1 7 0,-2-6-45 16,3 6-47-16,-4-6-46 0,4 4-56 0,-4-4-59 16,1-4-85-16,-2-3-300 0,2-2-643 0,3-3 285 0</inkml:trace>
  <inkml:trace contextRef="#ctx0" brushRef="#br0" timeOffset="50752.5">11662 6029 15 0,'-28'4'304'16,"0"1"-23"0,10-2-16-16,-2-2-14 0,3 3-9 0,3-4-12 15,2 3-11-15,1-2-16 0,5-1-16 0,-1 0-16 0,1 3-21 16,6-3-10-16,-9 2-17 0,9-2-6 0,-5 0-6 15,5 0-6-15,0 0-4 0,-7 3-8 16,7-3-11-16,0 0-5 0,0 0 1 0,-6 0-8 16,6 0-2-16,0 0-6 0,0 0 6 0,0 0-10 0,0 0-6 0,0 0-2 15,0 0-1-15,0 0-11 0,-4 1 4 0,4-1-10 16,0 0-3-16,0 0 1 0,0 0 9 0,0 0 4 16,0 0-15-16,0 0 2 0,0 0 16 0,0 0-16 15,0 0-6-15,0 0 0 0,0 0 0 0,0 0-3 16,0 0 3-16,0 0 8 0,0 0-13 0,0 0 6 15,0 0 10-15,0 0-4 0,0 0 3 0,0 0-1 16,0 0-6-16,0 0 1 0,0 0-5 0,0 0 4 0,18 0-2 0,-18 0-3 16,0 0-2-16,0 0-2 0,0 0 3 0,0 0-5 15,0 0-5-15,0 0 5 0,0 0-5 0,0 0-2 16,0 0 1-16,0 0-4 0,0 0 2 0,0 0 3 16,0 0-4-16,0 0 1 0,0 0-3 0,0 0-1 15,0 0 0-15,0 0-2 0,0 0 3 0,0 0-5 16,0 0 4-16,0 0 5 15,5-2-22-15,-5 2 10 0,0 0 5 0,0 0 4 16,0 0-5-16,0 0 2 0,0 0-1 0,0 0-4 16,0 0-7-16,0 0 12 0,0 0 0 0,0 0 1 0,0 0-5 15,0 0 4-15,0 0 2 0,0 0 1 0,0 0-1 0,0 0-3 16,0 0-1-16,0 0 5 0,14-2-1 0,3 0-1 16,12-1-3-16,8-2 4 0,17 1-4 15,11-5 2-15,33-2 0 0,2 2 0 0,6 1-1 16,0 1-2-16,8-4 5 0,1 0-4 0,3 0 11 0,-2 2 0 15,-4 0-1-15,-8 2 7 0,-2-1 3 0,-10 4 7 16,-32 2 11-16,-1-3-16 0,-21 0 12 0,-2 2 4 16,-4-1 5-16,-4 1 8 0,-10 2 9 0,-6 0 8 15,-3 1 4-15,-1 0 4 0,-1-3 1 0,-1 3-4 16,-1 0-9-16,-1-3-18 16,-4 3-33-16,0 0-40 0,0 0-47 15,0 0-44-15,-23 2-59 0,4 2-64 0,-12 1-59 16,-2 4-75-16,-2-5-416 0,2 4-855 0,-4-5 379 15</inkml:trace>
  <inkml:trace contextRef="#ctx0" brushRef="#br0" timeOffset="51654.16">11694 6342 168 0,'0'0'243'0,"0"0"-17"0,0 0-27 15,0 0-15-15,0 0-19 0,0 0-19 0,0 0-16 16,17-4-12-16,-7 4-11 0,4 0-9 0,4 3-14 15,1-3-7-15,3 3-8 0,4 2-7 0,-5-1-4 16,7 0-6-16,0 4-12 0,-1-2 2 0,3 2-3 16,-4 0-5-16,-9 0 1 0,1 0-6 0,-3 0-1 0,-2-3-12 15,-4 6 8-15,-1-3-4 0,-4 2-3 0,-1 1-2 16,-6-1-1-16,-1 0-1 0,-8 2 0 0,-3 0-5 16,-2 1 3-16,-2-2 2 0,-5 1-5 0,-2 1 1 0,7-6-3 15,0 1 3-15,2-1-2 0,-4 0 0 16,5-3-6-16,2-1 7 0,4 1 0 0,-1-1-2 15,5 0-3-15,0-3 2 0,2 2-1 0,0 0 2 16,4-2-1-16,0 0 1 0,0 0 0 0,0 0 1 0,14 1 3 0,-1 1-3 16,6-2 2-16,3 1-4 0,2 3 1 0,-3-1 2 15,-1-1-4-15,10 5 2 0,-2-2-3 0,-9-1 0 16,0 4-3-16,0-3 1 0,-3 3 0 0,-4-2 2 16,-3 4 0-16,-1-4 2 0,-1 5-2 0,-3-1 0 15,-4-2 11-15,-4 2 5 0,-3 1 7 0,-6-1 0 16,-10 4-1-16,-5-2 2 15,-1-2 7-15,-2 0 4 0,-5-4 3 0,3 0-1 16,-7-1 3-16,-9-4 1 0,10 0 3 0,2 1 4 16,-14-4 9-16,15-3 7 0,-2 2 8 0,5-3 8 0,1-2 20 0,4 1 12 15,7 2 15-15,3 0 2 0,5 0 11 0,2 1 1 16,2-1 0-16,1 2-12 0,3 0-3 0,-2 0-13 16,4 1-13-16,-1-2-20 0,4 0-23 0,0 4-32 15,2-6-32-15,1 3-30 0,6 1-42 0,1-3-41 16,3 1-46-16,1 0-51 0,8-1-68 0,-1-1-60 15,-1 1-305-15,11-1-700 0,-3-1 310 0</inkml:trace>
  <inkml:trace contextRef="#ctx0" brushRef="#br0" timeOffset="52424.85">12447 6422 74 0,'-9'-1'213'0,"5"0"-16"0,4 1-3 15,-9 0-8-15,9 0-14 0,0 0-6 0,0 0-11 0,-9 0-12 16,9 0-11-16,0 0-8 0,-5-2-16 0,5 2-7 15,0 0-9-15,0 0-10 0,0 0-11 0,0 0-4 16,0 0-5 0,0 0-8-16,0 0-4 0,0 0-5 0,0 0-8 15,0 0 0-15,0 0-4 0,0 0 0 0,-6 3 2 0,6-3-1 16,0 0 5-16,0 0-2 0,0 0 1 16,0 0-1-16,0 0 5 0,0 0-1 0,0 0 29 15,0 0 3-15,24-3-10 0,-9 1-3 0,3 2-8 16,9-2-5-16,3 1-2 0,0-1-3 0,7-3-6 0,-5 2-6 15,5-1-2-15,0 2-5 0,-4 0-1 0,-2-1-1 0,-8 2-3 16,-1-1-1-16,-6 0 2 0,-4 2 2 0,-2-1-21 16,-2 1-13-16,-2-2-11 15,-6 2-1-15,5 0-2 0,-5 0-4 0,0 0-1 16,-25 2 1-16,6 0 3 0,-3 1 0 0,1 1 12 0,-7-2-7 16,0 4 5-16,-5-1 1 0,5 0 1 0,-4-2 4 15,1 3 1-15,3 0 2 0,4-2-1 0,2-1 1 0,4 3 0 0,0-2 1 0,2-2 2 16,3 1 8-16,0-1 0 0,3 2 4 0,2-3 4 15,2 2 4-15,1-2-3 0,0 2 6 0,-2-2 4 16,7-1 3-16,-6 1 5 0,6-1 4 0,0 0 5 16,-6 1-2-16,6-1-3 0,0 0 1 0,-7 2 2 15,7-2 1-15,0 0-6 0,0 0-5 0,9 5 2 16,-9-5 1-16,13 2-5 16,-2 0-4-16,1 1-1 0,1 0 2 0,2 1 14 15,4 3 2-15,7 2 2 0,-8 0 7 0,7 2 2 16,3 1-9-16,-2 1 8 0,2 1-18 0,-4 1 4 15,-3 2-3-15,-6-3 1 0,-2-1-2 0,-2 3 5 16,-2-1-18-16,-4 3 3 0,-1 0-8 0,-4 1 11 16,-6-3 9-16,-3 0-28 0,-3 0 0 0,-1-2-3 0,-8 2 6 15,-2-2 4-15,4-4-4 0,-2-5-2 0,-2 0 3 16,4-3 22-16,-3-2 16 0,5-1 11 0,1-5 15 0,3 2 13 16,2-3 9-16,0 1 17 0,1-2 4 0,4-1-1 15,1-1-5-15,2 4-10 0,3-5-12 0,2 5-11 16,4-4-7-16,4 3-15 0,2 0-18 15,8 1-27-15,7-1-40 0,1 2-56 0,4 1-76 0,2 1-90 16,0-1-101 0,-5 0-439-16,6 0-861 0,-5-1 381 0</inkml:trace>
  <inkml:trace contextRef="#ctx0" brushRef="#br0" timeOffset="53442.47">14278 5625 12 0,'-2'-8'245'0,"0"1"-3"0,2 1-14 0,-4-1-9 15,3 1-5-15,-2-1-10 0,2 1-14 0,-4-1-13 0,1 2-16 16,-2 0-13-16,2-2-16 0,0 3-13 0,-3 1-11 0,0 1-11 16,-2-1 14-1,3 3-12-15,-4 0-13 0,-1 3-9 0,-1 2-7 0,-1 4-11 16,-2 3 0-16,-1 1-9 0,-3 7-3 0,1 1-3 16,0 2-5-16,0 3-6 0,4 0-3 15,-1 0 0-15,2 2-4 0,0 0-1 0,4-1 1 0,3-1-3 0,3-2-7 0,1-5 2 0,3-1 0 16,0 0 12-16,2-1 0 0,1-2 11 0,1-1-3 15,0-4 19-15,5 5 2 0,-1-7 11 0,-4 1-9 16,5-2 13-16,2-2 7 0,-3 0 9 0,2-4 9 16,1-1 8-16,-3-1 6 0,6-1-6 0,-3-1-1 15,0-4 2-15,0 2-7 0,-2-2 0 0,4-3-7 16,-1 0-6-16,2-4-2 16,-4 2-2-16,-1 1 1 0,-1 0-4 0,-1 4 2 15,-1-4 11-15,0 2-1 0,1 2 10 0,-5 2 0 16,0 0-10-16,0 0-7 0,0 2-11 0,-2-1-12 15,2 2-5-15,-3 2-13 0,3-3-9 0,-3 3-22 16,0 0-21-16,0 0-16 0,0 0 3 0,0 0 6 16,3 10-2-16,1 0 3 0,-4 0 2 0,-5 2-1 0,3 0 2 15,-1-1 1-15,-1 4 1 0,4 0 2 0,-4-3 1 16,2 3 2-16,0-1-1 0,2-2 1 0,-1-2 0 0,1 2-1 16,0-7 1-16,0 3 3 0,0-2 6 0,0-1 10 15,0-5 9-15,1 7 15 0,-1-7 16 0,4 4 9 16,-4-4 0-16,19-1-4 0,-2-4-2 15,11-2-10-15,1-1-17 0,-4-4 12 0,4-1-13 0,3 2-37 16,0-4-47 0,1-3-52-16,3 1-62 0,-1-1-86 0,-2 1-82 15,-4 1-106-15,-5-2-465 0,-1 4-981 0,-7 2 434 16</inkml:trace>
  <inkml:trace contextRef="#ctx0" brushRef="#br0" timeOffset="54296.46">15152 5818 70 0,'0'0'200'16,"0"0"-3"-16,0 0-16 0,-4-5-6 0,4 5-13 0,0 0-3 16,0 0-3-16,0 0-11 0,0 0-16 15,0 0-8-15,0 0-12 0,-5-2-12 0,5 2-9 16,0 0-4-16,-14 7-5 0,8-1-4 0,-3 0-2 15,-2 1-4-15,-3 5 1 0,0 1-3 0,-2 1-7 16,3 1-3-16,-1 2-3 0,2 1-6 0,1-2 0 16,2 1-7-16,1-1 8 0,3 0 4 0,4 0 1 15,1-2 11-15,0 3 11 0,5-6 9 0,4 2 1 16,6-4-1-16,3-1-2 0,12 0-5 0,4 1-8 16,-4-9-7-16,4-2 1 0,-1-4-6 0,-2-3-4 0,-3 0 0 0,-2-2 11 15,-7 2 8-15,-4-3-14 0,0-1 3 0,-4-2 2 16,-4 0-7-16,-7-2-15 0,-5 0-27 0,-4-1-30 15,-12-4-37-15,-8 4-45 0,-15-3-78 0,-9 5-126 16,-7 4-314-16,-29-1-666 0,-2-1 295 0</inkml:trace>
  <inkml:trace contextRef="#ctx0" brushRef="#br0" timeOffset="58866.41">3516 9056 144 0,'1'-3'424'0,"1"-2"-15"16,-2 5-12-16,1-5-15 0,-1 5-27 0,0-4-23 15,0 4-26-15,4-3-41 0,-4 3-25 0,1-5-25 16,-1 5-21-16,0 0-30 0,0 0-55 0,0-5-62 16,0 5-73-16,0 0-78 0,0 0-79 0,0 0-13 0,-9 15-23 15,-4-3-46-15,-8 7-234 0,-6 2-540 0,0 2 240 16</inkml:trace>
  <inkml:trace contextRef="#ctx0" brushRef="#br0" timeOffset="59029.1">2988 9787 45 0,'-1'9'163'0,"0"-4"4"16,1 0 4-16,0-1 5 0,-3 1-5 0,3-5-8 15,-1 5-12-15,1-5-15 0,1 5-12 0,-1-5-10 0,3 3-14 16,-3-3-8-16,6 2-18 0,-6-2-32 15,13-3-38-15,-4 2-53 0,5-2-59 0,-4 0-182 16,8-2-313-16,0 0 138 0</inkml:trace>
  <inkml:trace contextRef="#ctx0" brushRef="#br0" timeOffset="59197.99">3586 9760 337 0,'6'2'367'0,"-6"-2"6"0,10-1 17 0,-10 1 16 15,7-1 13-15,-7 1 9 0,8 0-8 0,-8 0-24 16,0 0-41-16,4-3-35 0,-4 3-32 0,0 0-31 0,0 0-61 16,0 0-75-16,5-3-146 0,-5 3-135 0,5-4-142 15,-1-1-463-15,-2 3-828 0,5-2 367 0</inkml:trace>
  <inkml:trace contextRef="#ctx0" brushRef="#br0" timeOffset="60453.46">5577 9166 163 0,'-2'-13'310'16,"2"0"1"-16,0 4 5 0,-2-6 0 0,4 6 9 0,-2 1-8 16,0 2-16-16,0-1-30 0,-2 2-22 15,4 0-25-15,-2 5-27 0,-2-7-26 0,2 7-19 16,0-5-27-16,0 5-43 0,2-4-38 0,-2 4-36 0,0 0-20 15,0 0 1-15,0 0 1 0,10 11 5 16,-5 0-10-16,-1-1 8 0,1 1 3 0,5 7 1 16,2 5-7-16,-1-7-4 0,-2 1-1 0,0-1-13 15,1-1-3-15,-1-1 1 0,-2-4 0 0,-1 1-1 0,1-5 6 16,-1 1 5-16,-4-2 4 0,5-1-2 0,-3 0 8 0,-1-3 17 16,3-1 2-16,1-4 4 0,2-1 1 0,0-5 2 15,4-2 7-15,-3-2 8 0,0-2 8 0,0-2-3 16,-2 1 8-16,1-3 5 0,-1-3 2 0,-1 6 7 15,1-4 6-15,-4 6 2 0,1-2 6 0,-2 4 0 16,-1 1 3-16,3 1-2 0,-5 7-7 0,3-3-15 16,-2 3-1-1,3-1-17-15,-4 2-28 0,1-1-40 0,-1 4-31 0,3-3-12 16,-3 3 3-16,0 10 6 0,0 2 11 0,-3 7 7 16,-2 10 0-16,1 16 10 0,-2 5 4 0,1 5 2 15,-3 0 4-15,0 1 4 0,1 0 0 0,3 2 5 16,1-4 3-16,2-1-1 0,0-2 3 0,2-1 3 0,-1-5 2 15,4 1-1-15,-3-13 2 0,3 17 2 16,2-1 1-16,1-3-1 0,-2-12 4 0,0 14 0 0,-1-14-1 0,-3 4 3 16,2-3-3-16,2-2 6 0,-4 1-4 0,-1-2 5 15,3-1-7-15,-6 0 9 0,3-4-4 0,-4 0 0 16,-1-3 3-16,4-5 1 0,-3-1-3 0,-5-1 11 16,4-1-12-16,-4-1 6 0,0 2 2 0,0-4-4 15,0-4-2-15,-1-2 11 0,-2 1-1 0,3-2 5 16,-2-1 9-1,5 0 10-15,-2-4 7 0,-1-1 14 0,-1-4 19 0,1 0 18 16,-2-4 17-16,1-1 4 0,1-6 14 0,2-2 1 16,-2-13-8-16,5-1-5 0,4-4-16 0,3-14-8 0,8-2-11 15,6-4-10-15,11-23-7 0,-3 24-7 0,5 2-8 0,13-20-4 16,-6 25-4-16,3 4-1 0,0 2 6 16,-1 4 8-16,-4 0 10 0,-11 15 8 0,-1 0 12 15,-1 2 6-15,-2 2 12 0,-7 4 4 0,-2 0 8 16,1 2 0-16,-4 6-7 0,-2-4-8 0,-1 6-8 0,1-1-7 15,-2 1-7-15,-3-1-11 0,2 3-18 0,0-2-30 16,-3 4-42-16,3-2-54 0,-3 2-60 0,3-3-62 16,-3 3-63-16,0 0-24 0,0 0 23 15,0 9 1-15,-4-1-28 0,-1 0-36 0,0 4-56 0,-5 1-344 16,3-6-787-16,0 7 349 0</inkml:trace>
  <inkml:trace contextRef="#ctx0" brushRef="#br0" timeOffset="60916.42">6229 9994 208 0,'1'-9'362'16,"3"-1"0"-16,-3 0-2 0,4 1 6 0,-2 2 1 15,-2-1-10-15,0 3-19 0,2 2-38 0,-3-2-29 16,1 1-57-16,-1 4-20 0,0-5-40 0,0 5-41 0,0 0-30 16,0 0-15-16,0 0-8 0,0 15-5 0,-4 2-6 15,-1 12-5-15,-1 2-5 0,1 3 0 0,-8 14-14 16,3-1 7-1,-2 2-6-15,2-2 2 0,1-11-4 0,3-2 13 0,-1 0-19 16,2-5-10-16,1-2 5 0,1-1 0 0,-1-9-8 0,1 0 0 16,2-6 7-16,1 0-4 0,-1-1 2 15,1-5 8-15,0 0 19 0,0 2 27 0,0-5 22 16,-1 2 28-16,1-4 24 0,0 5 19 0,0-5 14 0,0 0 2 16,0 0-5-16,1 6-3 0,-1-6-14 0,0 0-18 15,0 0-11-15,0 0-13 0,0 0-14 0,0 0-30 16,5-12-39-16,-3 7-40 0,-2 0-45 0,3-1-46 15,-3 1-53-15,4-6-54 0,-2 4-49 0,2-3-57 16,1-2-63-16,3-2-85 0,0-1-316 0,-1-2-845 16,4-1 375-16</inkml:trace>
  <inkml:trace contextRef="#ctx0" brushRef="#br0" timeOffset="61433.02">6846 9752 178 0,'-7'-2'260'0,"7"2"-9"16,0 0-3-16,-7-2-14 0,7 2-12 0,0 0-16 15,-5 0-18-15,5 0-15 0,0 0-18 0,0 0-7 16,0 0-13-16,0 0-7 15,0 0-3-15,0 0-9 0,0 0-3 0,0 0-6 16,0 0-5-16,0 0-9 0,0 0-1 0,0 0-10 16,0 0-4-16,0 0-13 0,0 0-5 0,19-5-1 0,-4 2-9 0,7 2-4 15,9-2-7-15,2 2-11 0,4-3 8 0,-1 1-7 16,0-2-6-16,-1 3 1 0,-3 0-5 0,-1-1 2 16,-10 3 4-16,-1-1-6 0,-1 0-4 0,-6 1 2 15,-1-3-3-15,-1 3-1 0,-3-1 11 0,-2 1-19 16,-1-1-7-16,-5 1-19 0,8-3-11 0,-8 3-5 15,0 0-17-15,0 0-16 0,0 0-28 0,-22 8-32 16,4-3-42-16,1 0-53 0,-2 2-83 0,-1-3-178 16,1 0-527-16,-3 0 233 0</inkml:trace>
  <inkml:trace contextRef="#ctx0" brushRef="#br0" timeOffset="61749.33">6849 10014 25 0,'-8'4'322'16,"2"0"-13"-16,2-2-6 0,0 0-10 0,0 0-9 15,1 1-7-15,3-3-16 0,0 0-12 0,0 0-37 16,0 0-25-16,19 0-16 0,9-3-16 0,6-2-22 0,7-1-11 15,11 0-13-15,5 1-16 0,-2 0-6 16,-2 1 4-16,-1-1 1 0,-13 0 1 0,1 1 0 0,-5 2 0 0,-3 1-12 16,-2-3-13-16,-12 1-1 0,-6 2-4 0,0 1-7 15,-2-1-3-15,-2 2-6 0,-2-2-7 0,-1 0-4 16,-5 1-26-16,5-2-29 0,-5 2-27 0,0 0-35 16,0 0-47-16,0 0-55 0,0 0-78 0,0 0-383 15,-33 0-695-15,20 0 307 0</inkml:trace>
  <inkml:trace contextRef="#ctx0" brushRef="#br0" timeOffset="67129.6">8377 9316 6 0,'1'-6'204'16,"1"1"-13"-16,0 3-11 0,1-2-11 0,1-1-15 16,-1-1-11-16,6 3-17 0,-5-1-10 0,6-1-11 15,-2 5-14-15,2-2-9 0,-1 1-7 0,5 2-8 16,-5 1-7-16,4 3-5 0,1-1-7 0,0 1 6 15,-1 5-16-15,0 0 2 0,2 2 0 0,-4 4-2 0,0 0 0 0,5 6-4 16,-8 1-1-16,1 2 0 0,-3 1-3 0,-2-4 0 31,-4 6 4-31,-4-2 0 0,-2 0 2 0,-3 0 4 0,1 0-4 16,-6-2-2-16,3 1-4 0,-5-5 0 0,2 1-7 16,3-4 3-16,-6 4-6 0,3-6 0 0,4-2-2 15,1-1-2-15,0 0-1 0,0-5-2 0,4 2 2 16,0-5-4-16,0 2 3 0,1-1-2 0,0-2 27 15,-1 1 22-15,5-1 27 0,0-3 17 0,-4 3 22 16,4-3 27-16,0 0 14 0,0 0-4 0,0 0-18 16,0 0-16-16,6-17-15 0,2 7-11 0,5-4-8 15,2-6-8-15,5 0-13 0,0-4-9 0,3-2-5 16,1-1-10-16,1-2-12 0,7-7 3 0,-7 9-1 0,-1 0-6 16,-1 3-3-16,0 1-3 0,-4 2 1 0,-1 2 3 0,-5 7 12 15,0-4 8-15,-4 6 18 0,-3 0 11 0,2 4 0 16,-3-1 2-16,0 3-12 0,0-1-8 0,-2 0-8 15,-1 3-11-15,2 0-11 0,-4-1-19 0,0 3-28 16,0 0-19-16,0 0-23 0,0 0 6 0,0 0 5 16,-2 15-4-16,-5-1 6 0,-1 6 8 0,-2 2 0 15,0 4 5-15,0 1 8 16,2-1-6-16,4 2 9 0,2-3 1 0,2-5 0 16,2 7 1-16,7-3 1 0,4-3-5 0,4 1-4 15,7-5-16-15,3 2-37 0,6-4-44 0,3-5-67 16,12 2-78-16,6-6-85 0,-3-6-313 0,-10-1-719 15,-1-4 318-15</inkml:trace>
  <inkml:trace contextRef="#ctx0" brushRef="#br0" timeOffset="68031.25">9069 9016 42 0,'3'-4'265'15,"-2"-1"4"-15,2 1-1 0,-3 1-11 0,0 3-16 16,1-5-16-16,-1 5-21 0,4-3-18 0,-4 3-27 15,0-6-14-15,0 6-23 0,4-1-13 0,-4 1-16 0,0 0-11 16,0 0-13-16,1 13-7 0,-1-6-5 0,3 2-4 16,-3 3-2-16,0 4-11 0,-3 1-4 0,2 1-2 0,-3 2-6 15,3 6 3-15,-2 0-5 0,2-6-4 0,-3-1 6 16,0-1-8-16,4-6-2 0,0 2-5 0,-1-2-2 16,-2-3 11-16,3-1-6 0,0-3-2 0,-1 0 4 15,1 0-1-15,0 0 34 0,0-1 41 0,0-4 45 16,0 5 14-16,0-5 3 0,0 0-15 0,0 0-15 15,9-14-10-15,-4 7-14 16,3-2-10-16,3-4-11 0,2 1-6 0,-1-3-8 16,6-4-5-16,-2-2-8 0,-7 7-4 0,0 3-6 0,-1 3-4 0,-1-2-2 15,0 5 2-15,-3 1-15 0,-2-3-3 0,2 4-10 16,-3 0-8-16,-1 3 2 0,4-1-27 0,0-3-24 16,-4 4-11-16,0 0 7 0,0 0 6 0,6 6 5 15,-6-1 3-15,2 5-3 0,-4-5-4 0,1 7-7 16,1-5 3-16,-1 5-2 0,-1-4 6 0,4 3 1 15,-2-8 5-15,-2 4 8 0,2-4 3 0,-2 1 6 16,2-1 4-16,0-3 17 0,0 0 20 0,0 7 26 16,0-7 23-16,0 0 0 0,0 0-11 0,0 0 3 15,0 0-10-15,15-12-11 0,-7 3 0 0,2 1-5 16,-3 0 1-16,-1 1-6 0,3 2-4 0,-3-1-3 16,-1 2-10-16,0 0 0 0,3 2-3 0,-4-1 1 0,1 1-1 0,4 1-12 15,-4 1-3-15,7 1-18 0,-2 1-7 0,0 2-26 16,8 2-39-16,-3 6-34 0,2-2-46 0,-2 2-62 15,3 0-78-15,-2-2-342 0,1 0-710 0,0 0 315 16</inkml:trace>
  <inkml:trace contextRef="#ctx0" brushRef="#br0" timeOffset="68447.31">10014 8966 125 0,'0'0'231'0,"-4"2"-10"16,4-2-10-16,0 0-8 0,0 0-21 0,-9-2-12 16,9 2-8-16,0 0-12 0,0 0-9 0,0 0-10 0,0 0-5 15,0 0-6-15,0 0-4 0,0 0-4 0,0 0-7 16,0 0-8-16,0 0-8 0,0 0-8 0,0 0-5 0,0 0-7 16,0 0-3-16,27-1 7 0,-9 0-15 0,2 1-4 15,1-3-8-15,8 0-6 0,1 1-4 0,4-1-1 16,3 1 5-16,-5 0-5 0,1 0-10 15,-2 2-2-15,-2-3-4 0,-11 2-4 0,0 0 4 0,-4-1-11 16,-4 1-15-16,-2 1-19 0,0-2-24 0,-3 2-21 16,-5 0-19-16,0 0-26 0,0 0-33 0,-17 7-48 15,-2-4-73-15,-3-1-153 0,-5 3-458 16,-1 2 204-16</inkml:trace>
  <inkml:trace contextRef="#ctx0" brushRef="#br0" timeOffset="68970.17">9918 9041 177 0,'-4'-2'309'0,"4"2"-9"0,0 0-17 15,0 0-15-15,0-3-23 0,0 3-22 16,0 0-22-16,0 0-19 0,0 0-22 0,0 0-12 16,0 0-23-16,0 0-15 0,0 0-11 0,0 0-8 15,13 8-12-15,-7-1-11 0,4-2-4 0,3 4-4 16,4 3-11-16,-4-3 4 0,1 2-7 0,2-2-5 15,0 0-7-15,0 4-2 0,0-3-8 0,-4 2-10 0,3-2 2 16,-4-1-6-16,-1-4-5 0,1 0 2 16,-3 0 0-16,0 0 5 0,1-2-7 0,-5-2 4 0,2 3 0 0,-1-3 1 15,-1 2 1-15,0-1 12 0,-4-2 9 0,5 1 13 16,-5-1 9-16,7 0 5 0,-7 0-9 0,0 0 5 16,0 0-1-16,7 0-11 0,-7 0-7 0,0 0-13 15,0 0-2-15,4 2-20 0,-4-2-10 0,0 7-3 16,0-2 3-16,-1 8 0 0,-3 3-2 0,-5 11-1 15,-1 2 0 1,-7 4 7-16,-3 13 0 0,-3 0 0 0,-4 3 1 0,0 0-3 16,-2-3 11-16,-2 1-8 0,4-7-3 0,9-9 5 0,-1 0-4 0,2-2 2 15,0-1-3-15,2 0 5 0,3-2-3 16,1-6 8-16,2 0-4 0,-1-4-1 0,4-1 1 16,1-6 2-16,1 1-6 0,0-4 5 0,3 2-1 0,-4-3 3 15,4-1 0-15,-1 2 4 0,0-3 7 0,2 1 13 16,0-4 6-16,-3 5 13 0,3-5 3 0,-1 4 5 15,1-4-7-15,-1 3 12 0,1-3-8 16,0 0-4-16,-3 2 1 0,3-2-5 0,0 0-2 0,0 0-20 16,0 0-14-16,0 0-38 0,0 0-27 0,0 0-53 15,0 0-58-15,0 0-68 0,0-13-79 0,4 8-283 16,-2 1-649-16,1-1 287 0</inkml:trace>
  <inkml:trace contextRef="#ctx0" brushRef="#br0" timeOffset="69449.45">9832 10018 41 0,'-5'1'284'0,"1"1"-13"0,4-2-13 16,-7 1-9-16,4 1-4 0,3-2-12 15,0 0-11-15,-6 2-9 0,6-2-8 0,-4 2-16 16,4-2-20-16,0 0-13 0,0 0-16 0,0 0-11 16,0 0-15-16,0 0-10 0,0 0-11 0,0 0-9 0,0 0-9 0,0 0-7 15,0 0-8-15,0 0-5 0,0 0-9 0,0 0-1 16,0 0-5-16,0 0-2 0,-6 0-4 0,6 0-15 16,0 0 18-16,0 0-13 0,0 0-3 0,0 0-1 0,0 0 7 15,0 0-2-15,0 0-3 0,0 0-4 16,0 0 5-16,-3 4-7 0,3-4 5 0,0 0-7 15,0 0-3-15,0 0 6 16,0 0 4-16,0 0 0 0,0 0 2 0,0 0 5 16,0 0 16-16,0 0-1 0,0 0 1 0,0 0-3 0,17-6-8 0,3 2 7 15,9-3-12-15,7 2-1 0,23-4-21 0,0-2 18 16,3-1-7-16,29-7-6 0,-28 10 14 0,1-2-5 16,1 4 14-16,-2-4 21 0,-6 2 5 0,-5 3 5 15,-16-1 6-15,-3 3 13 0,-6 2 12 0,-6-2 10 16,-6 1 18-16,-1 2-2 0,-2-1 1 0,-2 1-8 15,-4 1-13-15,1-1-9 0,-2-2-12 0,-1 3-9 16,-2-2-26-16,-2 2-37 0,0 0-54 0,0 0-61 16,7-2-60-16,-7 2-68 0,0 0-63 0,0 0-81 15,0 0-440-15,0 0-885 0,-21 2 392 0</inkml:trace>
  <inkml:trace contextRef="#ctx0" brushRef="#br0" timeOffset="70921.36">11441 9194 182 0,'0'-5'243'15,"1"-5"-4"-15,-1 0-6 0,0 3 1 0,0-2-7 16,0-1-6-16,-1 0-26 0,1-2-13 0,-2 5-10 15,0-6-7-15,1 5-17 0,-2 0-9 0,0 0-14 16,-1 2-15-16,0 0-11 0,-2 1-16 0,0 1-7 16,-3 1-9-16,-2-2-12 0,0 4-5 0,-3 2-12 0,1 2-5 0,-8 4-3 15,-4 4-9-15,2 5 1 0,-3 5-3 0,-1 1-2 16,4 0 0-16,0 3-2 0,4 1-1 0,1 0-2 16,3 0 3-16,0 3-5 0,3-3 10 0,3 0-12 15,2-1 1-15,3-2-1 0,1-4 1 0,3-1-8 16,0-1 4-16,4 0 2 0,0-4-4 0,-2-2 6 15,5 0-1-15,-1-3 6 0,-1-1 7 0,0-4 11 16,4 2 10-16,1-1 20 0,1-2 12 0,-2-2 19 16,3-3 0-16,0-2 8 15,1-1 2-15,2-3-14 0,-6 3 10 0,9-6 9 16,-5 3-14-16,-2-5-8 0,2 1-6 0,-3-1-6 16,3-1-3-16,-4 1-2 0,4 2 6 0,-7 2 3 15,-1 0 2-15,2 1 8 0,-5 4-11 0,3-2-8 16,-4 2-8-16,2 2-7 0,0 0-10 0,-1-1-2 15,-1 1-16-15,-1 3-19 0,0 0-21 0,4-4-22 16,-4 4-18-16,0 0 1 0,0 0 5 0,-1 14 6 0,0-7 3 0,-2 3 3 16,1 2 3-16,-2 0 4 15,1 4 10-15,-2 0-8 0,3-5 10 0,0 5-8 16,1 1 8-16,1-1 3 0,-1-6-1 0,2 0 5 0,0 0-2 16,-1-3 5-16,3-2 0 0,-2 2 10 15,3-3 8-15,1 0 5 0,3 0 5 0,2-4 2 16,5 1-7-16,3-4 5 0,10-3-4 0,-1 2-7 0,0-4-30 0,0 1-39 0,0-4-48 0,-2 0-67 15,-2-3-69-15,0 0-80 0,0-3-103 0,-4 1-230 16,-5 5-710-16,-2-1 314 0</inkml:trace>
  <inkml:trace contextRef="#ctx0" brushRef="#br0" timeOffset="71575.87">11796 9350 378 0,'0'-4'372'15,"0"-1"-11"-15,-1 0-11 0,1 2-12 0,0 3-13 16,-1-8-29-16,2 5-22 0,-1 3-27 0,0-3-25 0,0 3-26 15,0 0-19-15,1-4-23 0,-1 4-20 16,0 0-25-16,0 0-49 0,0 0-14 0,0 0-12 16,0 0-5-16,0 11 2 15,-2 1-3-15,2 0-4 0,-3 3-6 0,0 2 1 16,-1 2-3-16,1 1 0 0,-1 6 8 0,0-7-14 16,1 1-2-16,-1-2-7 0,0 0 8 0,0 0-1 15,3-1 2-15,0-5-4 0,-2 1-2 0,0-5 1 16,2 2 2-16,1-3 0 0,-1 1-2 0,2-4 4 15,-2 1 7-15,1 0 14 0,0-5 8 0,0 7 21 16,0-7 15-16,-1 3 24 0,1-3 19 0,0 0 8 0,6 0-6 0,-6 0-14 16,11-6 1-16,-2-3-14 15,0 1-11-15,7-3-4 0,-3-1-5 0,2-3-6 16,3-3-7-16,-4 2-4 0,5-2-3 0,-4 5-4 16,-2 0 6-16,0-1 13 0,-7 5 5 0,3 1 3 15,-1 0 3-15,-2 0 0 0,1 3-6 0,-5 0-4 16,2 0-8-16,-1 2 0 0,-1 1 0 0,1-3-16 0,-3 5 0 0,1-2-11 0,-1 2-8 0,5-3-12 15,-5 3-5-15,0 0-13 0,0 0-13 0,2-3-10 16,-2 3-13-16,0 0-5 0,0 0-4 0,0 0 6 16,0 0 4-16,-12 8 4 0,7-1 5 0,0-2 3 15,-2-2 0-15,-3 4 6 0,6-2 1 0,-2 1 3 16,-1-1 2-16,1-2 0 0,1 0 4 0,1-1 1 16,3 1 3-1,-2 1-2-15,3-4 1 0,-5 3 1 0,5-3 0 0,-4 4-1 16,4-4 1-16,-1 1-5 0,1-1 0 0,0 7 4 15,1-2-2-15,0 2 4 0,6 2 0 0,-2 0 4 16,8 4 2-16,0 3-2 0,7 3 8 0,1 1-31 16,-1 2-54-16,4-5-75 0,0 3-107 0,-2-1-109 0,0-1-503 0,-2 1-946 15,-3-9 419-15</inkml:trace>
  <inkml:trace contextRef="#ctx0" brushRef="#br0" timeOffset="75714.47">12508 9078 4 0,'0'-6'230'0,"0"6"-12"0,0-4-6 0,1 0-11 0,2 0-8 0,0 0-14 0,-1 1-13 16,2-3-20-16,1 2-12 0,0 0-14 0,0 1-17 16,3-1-7-16,3 1-11 0,1 0-10 0,1 2-7 15,1 0-9-15,3 1-6 0,-1 1-6 0,3 1-8 16,-2 5 0-16,-1 1 1 0,1 1-8 15,0 3-4-15,-5 1-4 0,2 3 0 0,-1 6-4 16,-4 1 0-16,0 4-1 0,-4-2-1 0,-5 0-1 16,-4 1-12-16,-1 0-2 0,-5 2-1 15,1-1 4-15,-5-2 4 0,-1-1-7 0,0-1 4 0,-4-1-4 16,-1 0 0-16,2-4 6 0,3-2-6 0,2-1 1 16,-1-3 0-16,1-4-1 0,3 1 1 0,1-2 5 15,4-3 6-15,1 1 12 0,0-4 18 0,-1 4 30 0,4-3 25 0,1-2 38 16,-8 4 22-16,8-4 32 0,0 0-23 0,0 0-23 15,0 0-15-15,13-21-3 0,-4 8-20 0,1-3-10 16,12-3-16-16,-3-2-6 0,5-4 3 16,2-1-20-1,11-12-7-15,-13 10-5 0,13-5-11 0,-12 8 6 0,0-1-8 0,-3 1 2 16,1 4-5-16,-5 1-5 0,-6 3 4 16,0 5 8-16,-5 5 3 0,1-1-1 0,-4 1-3 15,0 3-7-15,1 1-9 0,-2-2-12 0,1 2-24 0,-2 1-23 16,-2 2-26-16,0 0-2 0,0 0 4 0,0 0 4 15,-9 24 16-15,-4 0 0 0,1 1 3 16,-1 2 6-16,0-1-2 0,4 0 3 0,1 1 7 16,4-2 0-16,3 0 0 0,2-1 19 0,5-1-5 0,5 1-12 15,7-5-2-15,6-1-27 0,8-1-50 0,14 0-67 0,7-7-98 16,0-6-385-16,1-6-706 0,0 1 312 0</inkml:trace>
  <inkml:trace contextRef="#ctx0" brushRef="#br0" timeOffset="78235.22">13224 8707 95 0,'0'0'103'0,"0"-4"1"0,0 4-4 0,0 0 7 16,0-6-6-16,0 6-10 0,0-2 15 0,0 2-15 15,1-5 0-15,-1 0 5 0,0 5 4 0,1-7 0 0,-1 4 0 0,3-3 10 16,-2 2-1-16,-1 0-1 0,3 1 7 0,-3 3 6 16,2-7-8-16,1 3 2 0,-2 2 4 0,-1 2 3 15,4-8 0-15,-4 6-1 0,0 2-3 0,4-4-10 16,-3 1-4-16,-1 3-8 0,4-4-9 0,-4 4-10 15,0 0-8-15,1-4-14 0,-1 4-3 0,0 0 1 16,0 0-23-16,0 0-18 16,0 0-12-16,0 0-3 0,3 11-2 0,-3-1 0 15,-3-2-4-15,3 9 4 0,-5 2 3 0,4 1 0 16,-3 5-4-16,-1 3 2 0,0-4 1 0,-2 5-1 16,2-5 5-16,0-5-1 0,0 1-1 0,4-2 4 15,-3 0-3-15,0-1-3 0,0 0 7 0,3-7-2 16,-3 1-1-16,4 0 0 0,-4-2 11 0,3-1-11 15,1-2-1-15,-2-2 0 0,2 0 5 0,-2 1 4 0,2-1 22 0,0-4 28 16,0 3 33-16,0-3 34 0,0 0 31 0,0 0 24 16,0 0 6-16,0 0-6 0,0 0-21 0,0 0-10 15,18-12-20-15,-9 3-14 0,6-4-11 0,1-1-12 16,0 1-8-16,4-3-9 0,0-3-9 0,-5 6-8 16,1 0-4-16,-1-2-7 0,0 4-4 0,-4 0-6 15,1-1 0-15,-3 4-5 16,-1 3 3-16,-2-2 0 0,-2 3 2 0,1-2 2 15,-1 2-5-15,-3 1-3 0,3 0-1 0,-1-1-3 16,-3 4-5-16,1-3-1 0,-1 3-6 0,4-4-9 16,-4 4-1-16,5 0-9 0,-5 0-5 0,0 0-4 0,0 0-8 15,1-6-9-15,-1 6-6 0,0 0-3 0,0 0 0 16,0 0 3-16,0 0 2 0,0 0 3 0,0 0-4 16,0 0 8-16,0 0 3 0,0 0 3 0,-14 8 2 0,14-8 1 15,0 0 2-15,0 0 1 0,-4 0-1 0,4 0 2 16,0 0-1-16,0 0-3 0,-4 4 1 15,4-4 0-15,0 0 3 0,-1 6-6 0,1-1 4 16,0-5 3-16,1 6-3 0,-1 2-8 0,3-1 14 0,-3 2-4 16,5 1-3-16,-1 0 8 0,2 1-1 0,6 2 6 15,1 2 4-15,2 0-6 0,3 4 1 0,5 1-40 0,1-4-58 16,0 4-68-16,-1-3-68 0,-1 4-98 0,0-1-428 0,-8-6-825 16,0 3 365-16</inkml:trace>
  <inkml:trace contextRef="#ctx0" brushRef="#br0" timeOffset="80022.42">9927 10343 52 0,'1'-8'294'15,"1"1"-9"-15,-2 0-18 0,2 0-12 0,-2 0-2 0,0 1-15 16,1 2-19-16,2-1-21 0,-3 1-19 0,0 4-21 16,4-6-20-16,-4 6-15 0,0-3-25 0,0 3-15 0,0 0-10 15,0 0-10-15,3 18-7 0,-5-1-7 0,1 0-5 16,-3 7-5-16,0 4 0 0,0 0-12 0,-1 1 2 16,-3 0-5-16,0 0-1 15,1 1 0-15,-1 0-5 0,2-3-1 0,0-1 4 16,-1 1-8-16,2-4 2 0,0-6-1 0,2 1-7 15,-2-2-1-15,4-5 5 0,1-2-5 0,-1 0 3 16,-3-3 5-16,4-1-3 0,0 0 23 0,-1-1 44 16,1-4 35-16,-1 6 17 0,1-6 39 0,-2 2 34 15,2-2 22-15,0 0-4 0,0 0-20 0,0 0-19 16,10-20-20-16,-2 4-17 0,1 1-17 0,4-2-10 16,2-6-17-16,3 2-7 0,-4-2-11 0,5 1-4 15,-6 7-12-15,-3-3-7 0,3 3-6 0,1 2-1 16,-2 1-10-16,-6 0-3 0,2 4-4 0,0-1-3 15,-2 1-7-15,0 1-1 0,-2 2 0 0,1 1-5 16,-2-1-2-16,-1 2-5 0,3 1 0 0,-2-2-3 16,-3 4-5-16,2-5-2 0,-2 5-7 0,2-3-12 0,-2 3-15 0,0 0-13 15,0 0-15-15,0 0-11 0,0 0-13 0,0 0-4 16,0 0 10-16,0 0 7 0,0 0 2 0,-2 12 8 16,-2-7 8-16,1 3-3 0,-4-2 14 0,2 4 2 15,1 0 10-15,-2-3-2 0,1-1 1 0,0 2 6 0,0 1 0 16,0 1-4-16,2-5 8 0,2 0 1 0,-3 1-1 15,0-2 6-15,4 0 0 0,-1-3 1 0,-2 4 5 0,3-1-1 16,0-4 4-16,-1 5 1 0,1-5 0 0,-4 3-2 16,4-3 0-16,0 4-1 0,0-4 4 0,4 5 3 15,-4-5-7-15,4 6 3 0,-3-1 6 0,5-3-4 16,1 3 2-16,-3 0-12 0,4 1-17 0,0 2-38 16,0-3-33-16,1 2-33 0,2 2-31 0,-2 1-32 15,5-1-35-15,-1 2-40 16,3 1-46-16,-4-6-316 0,2 0-686 0,4 4 304 15</inkml:trace>
  <inkml:trace contextRef="#ctx0" brushRef="#br0" timeOffset="80211.87">10482 10551 5 0,'-3'-3'414'0,"3"3"-16"15,-1-5-27-15,1 5-16 0,-2-3-19 0,2 3-30 16,0 0-38-16,0 0-18 0,2-6-22 0,-2 6-34 16,6-5-35-16,2 4-31 0,1-1-44 0,2 0-50 15,3 2-52-15,-3-2-63 16,2-1-68-16,4 3-65 0,-3 0-85 0,-1-1-163 16,0 2-500-16,-2-1 222 0</inkml:trace>
  <inkml:trace contextRef="#ctx0" brushRef="#br0" timeOffset="80392.42">10502 10689 118 0,'-4'3'195'15,"3"-1"2"-15,0 3 5 0,-1-3 0 0,2-2 3 0,-4 2-7 16,4-2-13-16,0 0-21 0,0 0-13 0,18-2-16 16,-5 1-18-16,1-1-40 0,4-1-44 0,1 1-60 15,0-2-62-15,11-3-77 0,-10 1-151 0,-2-1-342 16,0 3 152-16</inkml:trace>
  <inkml:trace contextRef="#ctx0" brushRef="#br0" timeOffset="80670.8">10949 10522 26 0,'0'0'244'0,"-7"-3"-19"0,7 3-16 16,0 0-12-16,-8 0-20 0,8 0-14 0,-9 3-18 0,4 1-11 0,-4 1-11 15,0 3-9-15,0-1-14 0,4 3-9 0,-4-1-8 16,4 3-1-16,0-2-5 16,2 0 1-16,1 0-5 0,2 2-4 0,1 0 6 0,0-3 0 0,3 2 14 0,5-2 4 0,2 0 3 15,4-1 5-15,1 0 8 0,-4-7 5 0,2-1 5 16,-2 0 6-16,0 0 11 0,-1-1 13 0,1-5 10 16,-3 1-11-16,1-2-16 0,-1-8-9 0,-5 6-14 15,1-3-22-15,-6-2-6 0,1-3-11 0,-7-1-13 16,2 1-23-16,-4 2-29 0,-9-4-36 0,-3 2-44 15,-5 3-35-15,-6 2-36 0,-2 2-36 0,-2 4-59 16,-4 1-81-16,3 0-277 0,2 2-648 0,1 0 287 16</inkml:trace>
  <inkml:trace contextRef="#ctx0" brushRef="#br0" timeOffset="81995.33">10227 8572 78 0,'0'0'182'15,"0"0"-10"-15,0 0 1 0,0 0-11 0,0 0-7 16,-5 2-5-16,5-2-4 0,0 0 0 0,0 0-2 0,0 0-4 16,0 0 0-16,0 0 4 0,0 0-1 0,0 0 0 0,0 0-7 0,0 0-10 0,0 0 1 15,3-12-12-15,-3 12-1 0,1-8 3 0,0 2-3 16,1 1 6-16,-2 0-12 0,1-2-8 0,0-3 5 0,0 0-10 15,1 0-12-15,-1 1 3 0,-1-2-3 16,3 0-11-16,-2 0-9 0,0 0-8 0,0 2-4 16,1-4-6-16,-1 2-8 0,1 3 4 0,0-1-7 15,-2 6-7-15,0-4 3 16,0 1-5-16,-4 2-8 0,4 0-17 0,-3 0-3 16,0 2-19-16,3 2-1 0,-16 1 2 0,1 3-1 15,-6 1 0-15,-6 7 4 0,-1 5 1 0,-7-2 1 16,-11 11 3-16,2 3 10 0,2-7-9 0,-3 5-1 15,15-6 6-15,-14 6 1 0,12-7 2 0,-1 0-1 16,5-2-1-16,-3-3 4 0,5 2-3 0,6-6-3 16,4-4 6-16,4-2 7 0,1 0 3 0,2-1 5 0,2-3 45 0,1 0 35 15,2-1 20-15,4 0-5 0,-9-6 1 0,8-1-10 16,0-2-13-16,3-3-8 0,1-5-12 0,4 1-4 16,1-2-12-16,2 1 1 0,4-5-3 0,-3 5-11 15,-2 2-6-15,-1 4 0 0,-1 3-6 0,-1-1-3 16,1 3-4-16,-1-1-4 0,-5 3-5 0,6 1-6 15,-1 3-3-15,-1-2 0 16,4 5-3-16,1 1-1 0,3 3-1 0,-4 1 1 16,5 2 2-16,2 2-3 0,-4 0-11 0,4 1-8 15,-1 0-2-15,0-1-15 0,10 3-24 0,-8-3-17 16,5 2-23-16,-4-6-19 0,2-1-19 0,1-2-3 16,2-1-23-16,-4-2-13 0,0-3-14 0,-1 0-15 15,-1-1-31-15,-5-2-22 0,0-2-282 0,-2-1-591 16,-1 3 262-16</inkml:trace>
  <inkml:trace contextRef="#ctx0" brushRef="#br0" timeOffset="83398.56">14668 8599 82 0,'0'0'173'0,"-3"-6"-10"0,1 4-4 0,2 2-10 0,-2-5-5 16,2 5-7-16,-2-5-1 0,2 5-10 0,0-4-5 0,0 4-5 16,0 0-6-16,0-3-4 0,0 3-13 15,0 0-9-15,0 0-10 0,0 0-17 0,0 0-12 16,0 0-30-16,0 0-7 0,0 0-3 0,0 12-6 15,-2 8 2-15,-1 13 3 0,-1 18-2 0,-4 8 0 16,-5 30 4-16,2-4-1 0,-2 5 0 0,4 6 3 16,-2 1 4-16,0-3-3 0,1-1-1 0,5-3-5 15,-1-7 2-15,3-24 16 0,-2 23 2 0,5-24 2 16,0-1 6-16,7 27 6 0,-5-25-2 0,2-2 2 0,1-2 5 0,0 1 2 16,1-3-2-16,1 0 0 0,-1-5-4 0,-3-13-4 15,3 10-3-15,-2-12-1 0,-1-3 0 0,-1-1-3 16,1-3-3-16,-2-1-5 0,-1-7 4 0,0 2-6 15,0-3 0-15,0-2-1 0,-1-1-4 0,2-2-1 16,-1-1 3-16,-1-2-7 0,1-1 3 0,0-2-1 16,-2 1 0-16,2-1-1 15,0-2 0-15,-1 0 5 0,0 0 20 0,1-4 13 0,0 4 5 16,0-4 8-16,0 5 5 0,0-5-2 0,0 0 1 16,-1 4 2-16,1-4-2 0,0 0 5 0,0 0-1 15,0 0-9-15,0 0 7 0,0 0-5 0,-2 4-9 16,2-4-9-16,0 0-25 0,0 0-16 0,0 0-34 15,0 0-26-15,0 0-37 0,0 0-86 0,0 0-84 16,0 0-278-16,-5-10-587 0,5 10 260 0</inkml:trace>
  <inkml:trace contextRef="#ctx0" brushRef="#br0" timeOffset="84587.01">15137 10229 58 0,'2'-5'248'0,"-1"3"-11"0,3-5-5 0,0 3-13 16,-4 0-10-1,1 0-19-15,3 0-10 0,-1 0-18 0,-3 4-14 16,1-5-16-16,-1 5-13 0,3-1-20 0,-3 1-17 15,0 0-6-15,0 0-10 0,6 13-9 0,-5-4-12 16,-1 4-5-16,-5 4-4 0,4 9-5 0,0-8-4 16,-7 11 0-16,4-3-2 0,-1 1-3 0,1 0-5 15,-5-1 3-15,6-6-3 0,-1-1 0 0,-1-2-3 0,3 1-2 16,-2-5 2-16,3-1-4 0,-3-3-3 0,4 2 7 0,-2-6-5 16,2 0 4-16,0 1 34 0,0-3 30 0,0-3 43 15,-2 4 32-15,2-4-11 0,0 0-12 0,0 0 1 16,8-12-29-16,-3 5-17 0,2-3 0 0,0-1-15 15,2-1 6-15,1-3-10 0,8-4-10 0,-5 4-5 16,1 0 1-16,-2-1-6 0,-1 1-14 0,-3 7 1 16,1-3-4-1,-3 6-11-15,-2-2 6 0,0 2-16 0,0 2 3 0,1-1-13 0,-1 4-28 16,-4 0-2-16,0 0 6 0,7 4 1 0,-4 1 6 16,-2 3 1-16,0-1 19 0,1 5-17 0,-2 1 0 15,1-1-1-15,-2 6 7 0,-2-1 1 0,3-5-2 16,-1 1 7-16,0 1-4 0,2-3-2 0,-1-1 4 15,-1 1 3-15,2-6-1 0,-2 1 7 0,1-1 2 16,0 0 15-16,0-5 28 0,0 3 32 0,0-3 19 0,0 0-10 16,0 0-7-16,0 0-13 0,15-14-11 0,-7 5 4 15,-1-2-10-15,4-3-8 0,1-1-2 0,4-7-8 16,1 3-1-16,0-1-3 0,-4 4-5 0,-3 3 1 16,4-1-5-16,-6 3-8 0,1 3-1 0,-4 0 1 15,2 3-4-15,-1 1 0 0,-3-1-9 0,1 2-13 16,0 2-27-16,-4 1 2 0,0 0-10 0,13 4-10 0,-8-2-5 0,0 3 5 15,3 2-5-15,-3 2 1 0,2 2-15 0,1-2-7 16,-1 3-25-16,-1-4-19 0,4 6-26 0,-1-2-37 31,-4-2-32-31,3 0-36 0,2-1-75 0,-3-2-199 0,0-1-578 0,1-2 256 16</inkml:trace>
  <inkml:trace contextRef="#ctx0" brushRef="#br0" timeOffset="84867.17">16080 10322 216 0,'0'0'304'16,"0"0"-9"-16,-8 0-22 0,8 0-19 0,0 0-20 31,0 0-16-31,0 0-27 0,0 0-14 0,0 0-25 0,0 0-12 0,14-5-13 16,-2 2-27-16,3 0-25 0,4 2-27 0,2-2-39 16,7 1-32-16,-7-1-39 0,7 2-39 0,2 0-62 15,-11 0-53-15,3-4-159 0,-3 4-406 0,-1 0 180 16</inkml:trace>
  <inkml:trace contextRef="#ctx0" brushRef="#br0" timeOffset="85056.43">16187 10480 211 0,'-2'3'233'15,"0"0"4"-15,-2-1-6 0,2 0-9 0,2-2-16 16,0 0-15-16,10 0-21 15,1 0-15-15,6-4-17 0,6 1-16 0,5-2-9 16,5 3-31-16,3-3-34 0,1 1-46 0,14-3-43 16,-12 3-49-16,-1-2-43 0,-1-2-217 0,-2 1-379 0,-2 1 168 0</inkml:trace>
  <inkml:trace contextRef="#ctx0" brushRef="#br0" timeOffset="85618.6">17010 10086 205 0,'1'-12'294'16,"1"0"-7"-16,1 5-12 0,0-4-15 0,-2 5-4 0,0-1-7 15,1 2-26-15,0-2 0 0,1 2-20 0,-2 1-6 16,-1 0-25-16,3 0-16 0,-3 4-26 15,0-5-9-15,0 5-19 0,1-3-21 0,-1 3-27 16,0 0-7-16,0 0-13 0,0 0-2 0,0 20-3 0,-3-8-8 31,1 5-1-31,-1 4-2 0,-1 6-5 0,2 2 15 0,-4 0-8 0,2 0-8 16,0 0 1-16,0 4-1 0,0-3-4 0,0-3 4 16,2 2-9-16,-1-2 6 0,-2-2-5 0,4-5 5 15,1-3-1-15,-3 0-7 0,2-5 9 0,1-2-4 16,0-2 0-16,-1-1 1 0,1 0-2 0,0-2 2 15,-1 0 2-15,1-1 3 0,-2-1 14 0,2 1 26 16,0-4 16-16,0 5 19 0,0-5 11 0,0 0 18 0,0 0 14 16,0 0-4-16,0 0-2 0,0 0-17 0,0 0-14 15,0 0-9-15,-1-22-8 0,1 11-9 0,0-6-13 16,0-2-14-16,3-6-12 0,-3-4-8 0,1 1-4 16,1-2-4-16,-2-1-2 0,3 3 0 0,1 1 2 15,-4 2-2-15,2 5-7 0,-2-6 5 0,1 6 1 16,2 3 2-16,-3 1 0 15,1 5 9-15,1 0 8 0,-1 3 6 0,-1 1 0 16,1 2-3-16,-1-2-4 0,0 2-3 0,0 3-6 16,0-3-3-16,0 5-4 0,1-6-10 0,-1 2-27 0,0 4-36 0,0 0-9 15,0 0 0-15,0 0 16 0,-9 17-2 0,2-5 7 16,-3 3 2-16,-2 2-10 0,-3 8-27 0,-6-2-21 16,-2 1-30-16,0 2-37 0,-1-1-33 0,-3 2-53 15,1-1-75-15,-4-6-310 0,6 1-695 0,-2-5 307 16</inkml:trace>
  <inkml:trace contextRef="#ctx0" brushRef="#br0" timeOffset="85918.97">16837 10570 89 0,'0'0'337'0,"0"0"1"0,0 4 0 15,0-4 1-15,0 0-6 0,0 0-10 0,0 0-4 16,0 0-40-16,0 0-29 0,18-3-21 0,0 0-25 15,10 2-21-15,6-3-20 0,5 3-86 0,14-1-111 16,-14 0-132-16,12-5-163 0,-15 4-217 0,-1-1-591 0,-3-1 262 16</inkml:trace>
  <inkml:trace contextRef="#ctx0" brushRef="#br0" timeOffset="90311.77">3844 13532 320 0,'0'0'310'16,"0"0"-22"-16,0 0-20 0,0-4-24 0,0 4-21 15,0 0-27-15,6-5-24 0,0 2-17 0,4 0-9 16,7-2-23-16,2 3-10 0,8-3-33 0,1 1-41 16,1 2-42-16,1-1-56 0,-2 1-63 0,0-1-61 15,-9 1-202-15,-1 2-418 0,1 0 185 0</inkml:trace>
  <inkml:trace contextRef="#ctx0" brushRef="#br0" timeOffset="90477.33">3913 13734 113 0,'-2'4'153'15,"-2"1"8"-15,4-1 8 0,4-1-2 0,-4-3-12 16,12 0-15-16,1 1-13 0,5 0-25 0,3-1-43 16,6-2-74-16,1 2-73 0,-8-6-120 0,2 1-224 15,-3 1 99-15</inkml:trace>
  <inkml:trace contextRef="#ctx0" brushRef="#br0" timeOffset="90975.23">4141 13401 24 0,'-1'-5'327'0,"-1"-2"-20"0,0 2-13 16,2 3-22-16,-1-3-27 0,1 5-27 0,0-6-22 15,0 6-18-15,-3-5-21 0,3 5-24 0,0 0-16 16,0 0-15-16,0 0-14 0,0 0-15 0,14 9-8 0,-5-5-16 16,-1 4-9-16,-1-1-11 0,3 0-9 15,1 4-6-15,-2-5-11 0,3 6-6 0,1 0-6 16,0-4-11-16,1 1-5 0,1-1-3 0,0-1-2 16,-4-2-1-16,3-1 1 0,-5 1 3 0,0-3 1 0,1 1 3 0,-2-2 5 15,0 1 5-15,-5 0 17 0,5-1 10 0,-8-1 17 16,9 1 14-16,-9-1-2 0,4 1 6 0,-4-1-5 15,0 0-1-15,6 0-6 0,-6 0-7 0,0 0-6 16,3 4-11-16,-3-4-11 0,1 3-2 0,-3 2-3 16,-4 5-1-16,-3 4 0 0,-1 0 1 0,-5 11-2 0,-4 6 1 0,-7 8-3 15,-1 4 4-15,-1 1 6 0,-1 4 6 0,2-2-1 16,0-2-4-16,12-13 1 0,-8 11-2 0,5-9 0 16,5-3 3-16,-1-2 0 0,1 1 3 15,1-4-1-15,4-6 4 0,4-4-1 0,0-4 7 16,-1-1 20-16,2-3 17 0,2-2 24 0,-3 1 29 0,1-2 21 15,1 0 31-15,1-1 11 0,1-3 13 0,-1 5 7 16,1-5-2 0,-3 2-11-16,3-2-15 0,0 0-17 0,0 0-11 15,0 0-16-15,0 0-35 0,0 0-43 0,0 0-53 16,0 0-79-16,0 0-97 0,3-14-94 0,6 7-119 0,-3-1-319 16,3 1-779-16,3-4 346 0</inkml:trace>
  <inkml:trace contextRef="#ctx0" brushRef="#br0" timeOffset="92057.14">5788 13387 231 0,'0'-7'309'0,"0"2"-18"16,1-2-24-16,-1 2-11 0,0 2-40 0,0 0-23 15,2-1-26-15,-2 4-39 0,2-5-32 0,-2 5-39 0,0 0-36 0,0 0-9 16,0 0-6-16,1 17 7 0,2-5-7 0,1 5 1 31,-2 1 0-31,1 7 2 0,3 0 0 0,2-1 3 0,1 0-1 16,-4 0-4-16,5 0 2 0,-2-6-1 0,0-2 2 16,1-4 1-16,-2 0-4 0,3-4 2 0,-1 0 0 0,-2 0 1 15,4-5 1-15,0 0-1 0,1-3 0 16,0-2-2-16,-1-2 0 0,7-4 1 0,-5-2-1 15,1-3 24-15,0 1-3 0,0-5 7 0,-1-5 3 16,2-2 2-16,-6 3 4 0,4-1 0 0,-3-2 3 16,-3 7 2-16,-1 0 8 0,-1 0 13 0,0 5 2 15,-1 2 0-15,0 0-2 0,-3 3-4 0,2 1-4 16,-2 0-17-16,0 2-18 0,1 1-29 0,-2 3-29 16,0 0-11-16,0 0 0 0,0 0 4 0,-6 22 4 0,2 2 6 0,-4 7 0 15,-4 15 6-15,-2 1 8 0,0 5 3 0,1 2 7 16,-1 2-1-16,1 4 3 0,-2 20 2 0,7-25 1 15,-1 1 1-15,2 2-1 0,-2-2 0 0,2 0-1 16,1-4 0-16,2-3 4 0,2-3-5 0,-3-12 8 16,1 0-6-1,0 2-1-15,-1-5-1 0,-2 1 3 0,-1 0 2 0,2-6-1 16,-1-2-2-16,-2-1 2 0,-1-7 2 0,2 2-1 16,0-7 12-16,-2 4 5 0,-1-3 0 0,0-3 6 15,2-4 3-15,-9 4 1 0,4-5 8 0,3-3 15 16,-6-1 7-16,1 0 16 0,-2-6 19 0,8 0 15 15,-5-3 15-15,0-3 17 0,2-1 11 0,2-3 5 16,2-11-12-16,5 0-16 0,4-4-27 0,10-15-16 16,8-5-17-16,18-24-9 0,-7 19-11 0,17-23-4 0,7 13-5 15,0-1 3-15,-13 23-10 0,3-2-1 0,1 4 8 0,1 2-2 16,-7 9-1-16,-10 8 2 0,0 2-2 0,-2 1-7 16,-6 0 2-16,-5 8-6 0,1 1 1 15,-6 1-6-15,-2 3-5 0,-2 3 0 0,-2 0-23 16,1 0-37-16,-1 1-55 0,1 1-65 0,-2 0-27 15,-3 2 9-15,0 0-7 0,-12 16-32 0,-1-4-37 0,-2 2-50 0,-3 6-73 16,-1 0-220 0,1 0-647-16,4-6 285 0</inkml:trace>
  <inkml:trace contextRef="#ctx0" brushRef="#br0" timeOffset="92431.12">6414 14164 64 0,'-1'-3'375'0,"0"-2"-13"0,1 0-38 0,0 5-16 15,-2-9-16-15,1 6-30 0,2 0-17 0,-1 3-30 0,-1-6-19 16,1 6-29-16,0 0-21 0,0 0-22 0,0 0-14 15,0 0-17-15,0 0-11 0,1 12-10 0,1 0-4 16,-1 2-11-16,-2 6-6 0,1 8-4 0,-3-3-4 16,1 4-4-1,-1 0-12-15,0 0 0 0,2-2-1 0,1 3-6 0,-1-7-4 16,1-2 2-16,-1-1-1 0,-1-3-1 16,1 0 0-16,1-5-5 0,0-2 1 0,-1-1-2 15,1-1 5-15,0-4-4 0,0 3 1 0,0-4 9 16,0 1 39-16,0-4 24 0,-2 5 10 0,2-5 2 15,0 5-12-15,0-5 14 0,0 0-11 0,0 0-10 0,0 0-17 16,0 0-31-16,0 0-52 0,0 0-42 16,7-14-95-16,-3 7-138 0,2-4-409 0,1-3-766 0,0 3 340 0</inkml:trace>
  <inkml:trace contextRef="#ctx0" brushRef="#br0" timeOffset="92863.25">7072 13890 18 0,'-10'0'251'16,"7"2"-15"-16,3-2-5 0,-6 1-14 0,6-1-16 15,0 0-19-15,-6 3-5 0,6-3-22 0,-3 1-13 16,3-1-10-16,0 0-7 0,0 0-9 0,0 0-7 16,0 0-9-16,-4 3-8 0,4-3-4 0,0 0-5 15,0 0-4-15,0 0-6 0,0 0-6 0,0 0-5 16,0 0-3-16,0 0-4 0,0 0-1 0,0 0 0 16,0 0-8-16,0 0 7 0,0 0 1 0,0 0-7 0,0 0 3 0,0 0-1 15,0 0-8-15,0 0 1 0,0 0-6 0,22-3-3 16,-4 2-2-16,10-3 14 0,4 1-19 15,5-3-5-15,4 3-3 0,10-6 0 0,4 2 1 0,-4 1-3 16,-12 2-1-16,-5 1 4 0,-2 1-10 0,-3-2 3 16,-7 4 1-1,-3-1-1-15,-6-2-6 0,-3 3 1 0,2-1-15 16,-6 0-21-16,1 2-24 0,-7-1-28 0,7-1-16 16,-7 1-25-16,0 0-37 0,-18 6-32 0,8-2-51 0,-7-2-244 15,3 2-526-15,-1 3 233 0</inkml:trace>
  <inkml:trace contextRef="#ctx0" brushRef="#br0" timeOffset="93217.43">7235 14098 141 0,'-11'2'273'0,"4"-1"-15"0,-1 1-12 0,0 0-13 0,2-2-17 0,1 0-17 16,0 3-17-16,5-3-10 0,-9 2-11 0,9-2 1 16,-8 1-14-16,8-1 1 0,0 0-8 0,-5 1-4 15,5-1-12-15,0 0-8 0,0 0-11 0,0 0-10 16,23-4-5-16,-2 1-10 0,9-2-4 0,8-1-18 16,12 0 0-16,3-2-9 0,2 0-1 0,2 2 1 15,2-3 13-15,2 2 12 16,-1 4 3-16,0-4-12 0,-6 4 17 0,-17 0-11 15,-5 2-7-15,-3-2-7 0,-12 1-1 0,-3 0-8 16,-4 2 3-16,-2 0-1 0,0 0-18 0,-3-1 5 16,1 0-20-16,-6 1-14 0,9 1-22 0,-9-1-20 15,0 0-32-15,0 0-50 0,-17 5-72 0,0 0-99 16,-2 0-362-16,1 2-705 0,4-4 313 0</inkml:trace>
  <inkml:trace contextRef="#ctx0" brushRef="#br0" timeOffset="96093.36">8966 13508 11 0,'6'-7'194'16,"2"2"-9"-16,0-2-15 0,2 0-19 0,7 1-7 16,0 1-14-16,0 1-10 15,3-1-12-15,1 4-11 0,1 2-2 0,-2-1-14 16,2 5-15-16,-3 4-2 0,5 1-5 0,-5 0-3 15,1 7-3-15,-4-2-4 0,-3 8-7 0,-2 2-5 16,1-1 2-16,-8 2-5 0,-3 3-1 0,-1 3-9 16,-5-1 3-16,-3 1 4 0,-2-1-2 0,-1 0 1 15,-6-1 4-15,2-1 1 0,-4 0-4 0,-1-3 0 16,3-2-4-16,1-2 3 0,-3-3-1 0,10-4 8 0,-5-3 2 16,4 0 23-16,1-5 3 0,0 1 4 0,5-3 20 0,0-3 8 15,-1 3 18-15,1-3 26 0,0 3 36 0,3-3 13 16,1-2 16-16,0 0-4 0,0 0-26 15,0 0-11-15,1-15-16 0,7 7-16 0,1-7-16 16,0-2-15-16,10-10-5 0,-1 3-10 0,4-2-10 16,0-6-8-16,4-8-9 0,4 1-7 0,-9 10-3 0,7-11-8 0,-6 12 1 15,0-1-7-15,-4 4-2 0,-1-1-6 0,-4 4-2 16,-4 7 1-16,1 0 13 0,-5 4 0 0,2 4 5 16,-3-3-7-16,0 6-4 0,-2-3-10 0,0 6-8 0,0-3-19 15,-2 4-28-15,0 0-19 0,0 0-3 16,0 0 13-16,-2 12-8 0,-5 2 5 0,0 5 6 15,-6 3 14-15,4 2-20 16,-2 3 17-16,2 1 1 0,2 1 5 0,6 1-1 16,2-1 5-16,3-2 2 0,5 1 8 0,9-1 1 0,5-5-16 0,7 1-42 15,19-3-72-15,6 0-98 0,36-3-166 0,-30-10-321 16,-1-4-780-16,1-6 345 0</inkml:trace>
  <inkml:trace contextRef="#ctx0" brushRef="#br0" timeOffset="105255.26">10507 13566 92 0,'1'-10'201'0,"-1"3"-8"0,2-3-1 16,-1 1-5-16,-1 2-13 0,0 0-5 0,0-1-11 16,0 1-2-16,0 2-10 0,1 0-11 0,-2 0-11 15,1 1-14-15,-1 1-11 0,1 3-3 0,-3-7-16 16,1 4-9-16,2 3-12 0,-11 2-4 0,1 1-8 16,0 2-5-16,-8 4-2 0,-4 3-8 0,-2 6-3 0,1 1 0 15,0 0 2-15,2 4-12 0,1-2-1 0,-2 2-1 16,6 0-5-16,-3-1 2 0,3 0-2 0,1 0-6 15,5-1 3-15,1-4 0 0,1 1 0 0,3-2-2 16,0-1 1-16,1-4 0 0,3-1 0 0,-2-1 0 16,3-1-1-16,-1-3 4 0,1 2 18 0,0-2 0 15,0-2 16 1,1 2 17-16,3-3 13 0,0 0 22 0,-4-2 21 16,10-2-11-16,-2 0 8 0,1-2 4 0,1-3-1 0,1 0-3 15,-2-3-6-15,6-1-7 0,-2-1-10 0,-1-1-8 16,3-1-2-16,-2-3-16 0,-1 1-4 0,0 0-2 15,0 2 0-15,-1-1-5 0,1 3 5 0,-6 2 2 16,1 1 5-16,0 1 3 0,-3 3-5 0,0 0-5 16,-3 1-2-16,3 0-10 0,-4 1-9 0,4 1-8 0,-4 2-12 0,4-3-23 0,-4 3-20 15,0 0-26-15,0 0-6 0,0 0 4 0,0 0 0 16,1 12 6-16,-2-3 9 0,-3 4 6 0,0 2 1 16,0 1 4-16,2 0-2 0,-2 1 3 0,0 0 5 15,-1 3 2-15,1-5 1 0,3 2-4 0,-3-2 26 16,3-1-24-16,-2-4 7 0,2 1 3 0,1-1 1 15,-3-3-5-15,3-2 7 0,-1 0 3 0,1 0 6 16,0 1-9-16,0-6 17 0,0 4 18 0,0-4 26 16,0 4 8-16,0-4 17 0,0 0 18 0,0 3 20 15,0-3 14-15,0 0-1 0,0 0-14 0,20-7-10 16,0-3-8-16,9-2-31 0,3-5-60 0,13-7-76 0,2-5-91 16,0 5-84-16,-5-4-88 0,3 2-99 15,-14 5-336-15,-4 3-828 16,3-1 367-16</inkml:trace>
  <inkml:trace contextRef="#ctx0" brushRef="#br0" timeOffset="105818.47">11058 13700 236 0,'0'0'259'0,"1"-5"-10"0,-1 5-16 16,0-4-22-16,0 4-19 0,0 0-19 0,0 0-22 15,0-4-14-15,0 4-14 0,0 0-15 16,0 0-10-16,0 0-13 0,-15 12-9 0,7-5-3 15,-5 3-15-15,3 4-3 0,-3-1-7 0,3 3-8 0,1-3-3 0,-4 5-2 16,6-1-9-16,0-1 3 0,2 1-4 0,3-6-2 16,-1 6 0-16,3-2-6 0,1-1 1 0,3-5 4 15,-1 2 23-15,3-2 16 0,3 0 9 0,1-3 6 16,4-1 3-16,8 1-4 0,-4-5-5 0,4-2-4 16,-2 0-2-16,-1-6-2 0,1-1-3 0,-4 1 9 15,-2-4-9-15,-2-2-7 16,0-3-6-16,-5 0-13 0,-2 1-9 0,-4-2-15 15,-2 1-20-15,-4-1-16 0,-4 0-23 0,-6 5-26 16,-10-3-25-16,-7 2-28 0,-2 5-29 16,-6 0-49-16,1 6-60 0,-12-1-209 0,16 3-514 0,2 3 227 15</inkml:trace>
  <inkml:trace contextRef="#ctx0" brushRef="#br0" timeOffset="106904.45">11862 12939 41 0,'2'-5'224'0,"-2"4"-23"0,0-3-22 16,0 4-24-16,1-4-23 0,-1 4-19 0,0 0-15 15,0 0-14-15,-5 22-8 0,-4 4-8 0,-6 20 0 16,-7 10 1-16,-4 28-1 0,-4 4 0 0,2 3 0 16,-1-7-7-16,3-1-1 0,0-1-2 0,19-23-6 0,-1 25 14 15,8-28 3 1,2 3-4-16,6-4 3 0,5-2-2 0,6-5-4 15,2 1 6-15,-3-16-6 0,1-3 17 0,-1-1-3 0,0-3-2 16,-4-3-7-16,0-7 4 0,0-1-1 16,0-2 0-16,-7-7-3 0,1 4 10 0,-1-4 15 0,0-1 18 0,-6-2 14 0,5 1 19 15,-4-3 7-15,2 2 2 0,-3-1-6 16,-1-2-11-16,5 2-12 0,-5-2-11 0,3 2-15 16,-3-2-1-16,0 0-15 0,0 0-18 0,0 0-21 15,0 0-28-15,0 0-28 0,0 0-36 0,0 0-45 16,10-4-47-16,-9 1-65 0,2-2-121 0,-1-2-333 15,6-1-716-15,0-4 317 0</inkml:trace>
  <inkml:trace contextRef="#ctx0" brushRef="#br0" timeOffset="107875.09">12719 13351 4 0,'1'-8'251'0,"1"1"-8"16,-2 0-7-16,2 0-13 0,-2 1-18 0,1 2-14 15,2 1-19-15,-3-1-17 0,1-1-19 0,-1 5-18 16,0 0-14-16,0 0-12 0,0 0-9 0,-1 12-10 16,-2 5-7-16,2 3-8 0,-5 6-8 0,1 4-3 15,-1 0-7-15,-1 7-3 0,2-4-6 0,0-1 0 16,-1 2-3-16,3-4-5 0,0 0-1 0,-2-1-4 0,3-5-5 0,0-4 2 15,1-3-4-15,0-1 0 0,-1-2 2 16,1 1-4-16,0-5 0 0,0-3 0 0,-1 0-1 0,2-1 0 16,2 0 2-16,-4-1 0 0,2-1 5 0,0-4 4 0,-1 5 12 15,1-3-3-15,0-2 2 0,0 5-4 0,0-5-3 16,0 0 2-16,0 0-4 0,0 0-13 0,-1 4-17 16,1-4-19-16,0 0-22 0,0 0-27 0,0 0-32 0,0 0-16 15,0 0-324-15,9-14-486 0,1 6 215 16</inkml:trace>
  <inkml:trace contextRef="#ctx0" brushRef="#br0" timeOffset="108476.32">13352 13655 25 0,'-8'0'208'0,"8"0"-8"0,-12 0-7 0,7 0-6 0,5 0-16 15,-7-2-15-15,7 2-13 0,0 0-13 0,-8 0-14 16,8 0-8-16,0 0-5 0,0 0-2 0,0 0-8 16,0 0-11-16,-9 2-2 0,9-2-6 0,0 0-6 15,0 0-6-15,0 0 0 0,0 0-1 0,0 0 2 16,0 0-1-16,0 0 2 0,0 0-2 0,-4-5 0 15,4 5 0-15,0 0-7 16,0 0-1-16,0 0-8 0,0 0-6 0,0 0-3 16,0 0-4-16,0 0-1 0,0 0-5 0,0 0-3 15,0 0 1-15,0 0 4 0,0 0-14 0,0 0 1 16,0 0-1-16,0 0-4 0,0 0 1 0,0 0-1 16,0 0 0-16,0 0 0 0,0 0 1 0,0 0 2 15,0 0-3-15,0 0 2 0,0 0-1 0,0 0 3 16,0 0-3-16,0 0-1 0,0 0-1 0,0 0-2 0,0 0 1 0,0 0-2 15,0 0-3-15,0 0-3 0,0 0 5 0,0 0-1 16,0 0-2-16,0 0 5 0,0 0-8 0,0 0 2 16,0 0-1-1,0 0 2-15,0 0-2 0,0 0-3 0,0 0 2 0,0 0 11 16,0 0-8-16,0 0 0 0,0 0 0 0,0 0-2 16,0 0 5-16,0 0 0 0,0 0-4 0,0 0 9 0,0 0-3 0,27 0 5 0,-8-1-4 15,10-2 0-15,2 1-2 0,2-1 2 0,6 2 2 16,-1-1 4-16,13-1 11 0,0-3 5 0,-15 4 2 0,0-1 1 15,-4 1 3-15,-4-2-9 0,-9 3 17 0,-1-2-1 16,-3 1 5-16,-6 2 2 0,-1 0-7 16,-2-1-1-16,2 1-7 0,-3-2 4 0,0 2-12 15,-5 0-7-15,0 0-31 16,8 0-20-16,-8 0-39 0,0 0-36 0,0 0-36 16,0 0-40-16,0 0-56 0,-18 7-332 0,5-6-617 15,3 1 274-15</inkml:trace>
  <inkml:trace contextRef="#ctx0" brushRef="#br0" timeOffset="109779.58">14672 13072 157 0,'7'-5'172'0,"-2"1"-11"16,-1-1-18-16,5 1-11 0,0-1-8 0,1 2-14 15,3 1-8-15,1 1-7 0,4 1-15 0,0 0-3 16,-5 0 0-16,5 3-6 0,-2 4-7 16,-2-2-8-16,2 4-5 15,-2 0-7-15,-2 2-3 0,1 6-1 0,-4 7-7 0,-2 0 4 16,-5 2-6-16,-4 1-2 0,-5 5-4 0,-11 11-4 16,0 1 0-16,-10-1-2 0,-5 0 5 0,-4-3-6 15,-4 1 1-15,0-7-4 0,1-5 2 0,12-7-1 16,2-3-4-16,0-2-4 0,10-5 4 0,0-4-1 15,-2 1 6-15,12-2 14 0,-3-2 28 0,0-1 29 16,5-1 38-16,-1-1 32 0,-1-1 24 0,6-1 9 0,-6 2-5 16,6-2-16-16,0 0-30 0,8-10-5 0,1 1-19 15,9-2-12-15,0 0-12 0,1 1-11 0,4-2-8 16,4 3-9-16,-8 1-13 0,3 3-5 0,-2 2-3 16,0-2-6-16,1 4-8 0,2 1-7 0,-4 1 9 15,11 6-14-15,-6-2-20 0,-2 0-23 0,-2 3-35 16,-1 2-23-16,-1 0-35 0,1 2-55 0,-5 0-62 0,2 0-56 0,-9-2-285 15,1 2-625-15,1 0 278 0</inkml:trace>
  <inkml:trace contextRef="#ctx0" brushRef="#br0" timeOffset="110227.13">14545 13917 30 0,'-6'0'271'0,"-1"0"-32"0,2 1-23 0,0 0-23 15,5-1-16-15,-8 3-17 0,8-3-19 0,-5 1-14 16,5-1-12-16,-5 3-15 0,5-3-5 0,0 0-12 0,0 0-8 0,-5 0-7 16,5 0-13-16,0 0 1 0,-5 3-5 0,5-3-3 15,0 0-7-15,0 0-3 0,0 0 1 0,0 0 1 16,0 0 2-16,0 0-5 0,0 0 3 0,-5 0-2 15,5 0 3-15,0 0-11 0,0 0-2 16,0 0-1-16,0 0-3 0,0 0-5 0,0 0 0 0,0 0-4 16,0 0 2-1,0 0-3-15,0 0 0 0,0 0 6 0,0 0 2 16,0 0 3-16,0 0-2 0,0 0 2 0,0 0-5 16,0 0 6-16,0 0-1 0,33-3-3 0,-1-1 1 0,8 0-3 15,16 0 5-15,5-3-7 0,6 0 8 16,25-6 5-16,-29 10 4 0,4-1-2 0,-1 0 1 15,-3 1-1-15,-4 1-4 0,-9 2-1 0,-16-3-8 16,-1 1 0-16,-4 2 2 0,-10 0-7 0,-7-2 1 0,1 1-3 0,-3 1-3 16,-2-1-2-16,-3 0-21 0,-5 1-19 0,9 0-14 15,-9 0-9-15,0 0-10 0,0 0-18 0,0 0-28 16,-18 7-38-16,-1-2-16 0,2 2-58 0,-2-3-209 16,1 1-467-16,-1 3 207 0</inkml:trace>
  <inkml:trace contextRef="#ctx0" brushRef="#br0" timeOffset="110808.5">14871 14122 152 0,'0'0'290'0,"-5"1"-15"16,5-1-27-16,0 0-21 0,-4 2-22 0,4-2-20 16,0 0-18-16,0 0-16 0,15-5-19 0,-1 4-15 15,4-1-8-15,5 0-15 0,0-2-8 0,5 1-9 16,-6 0-6-16,-1 3-10 0,-1 0-3 0,-3-2-7 0,-5 1-7 0,-1 0-2 16,-4 1-12-16,0 0-17 0,0 0-11 15,-2-1-8-15,-5 1-16 0,8 1-10 0,-8-1 1 16,0 0 5-16,0 0-4 0,-8 7 5 0,-1-3 4 15,-2 2 4-15,-4-1 0 0,-5 4 0 0,-4 0 4 16,6-1-1-16,-10 1 2 0,9-1 4 0,-8 1 1 0,9-1 0 16,-1-3 7-1,0 2 3-15,6-2 2 0,2-3 1 0,1 5-2 0,0-4 2 16,5 1-2-16,-1-3-1 0,0 0-1 0,3 2 4 16,-1-1-3-16,4-2 3 0,-5 3-1 15,5-3 2-15,-2 5 0 0,2-5 5 0,5 5 16 0,0-1 7 16,5 0 2-16,1 4 3 0,5-2 4 0,3 5-1 15,7 0-5-15,-1 1-3 0,-1 4-7 0,-2-1 0 16,1 0-4-16,-5-2-1 0,0 4-3 0,-4 1-3 0,-4-2-3 16,-1 2-1-16,-4 1 0 0,2-1-4 0,-5 1-3 15,-3 0-6-15,-4-2 3 0,-3 0-6 0,0-1 3 16,-4 0 4-16,-4-2-2 0,1-3 2 0,-3-1-2 16,-1-2 3-16,1-3 14 0,0-2 10 0,0-3 27 15,6 0 20-15,1-1 20 0,2-3 9 0,-1 1 7 16,2-1 9-16,3 0-13 0,0 0 6 0,3-1-12 0,-1 0-18 0,3-2-5 31,4 4-17-31,0-1-15 0,5-6-37 0,1 5-46 0,7-3-52 16,2 2-45-16,1 1-65 0,7-4-91 0,-4 2-320 0,-5 1-658 15,4-1 291-15</inkml:trace>
  <inkml:trace contextRef="#ctx0" brushRef="#br0" timeOffset="111250.97">14913 14147 256 0,'-4'-1'252'0,"4"1"-8"16,0 0-14-16,-5-4-10 0,5 4-8 0,0 0-9 15,-4-2-7-15,4 2-15 0,0 0-16 0,0 0-10 16,0 0-18-16,8-3-12 0,5 2-12 0,7-2-13 15,15-1-7-15,2-2-12 0,18 1-6 0,6-5 0 16,4 3 5-16,27-4-2 0,-27 5 13 0,26-5 1 0,-27 5-9 16,-4 3-14-16,-5-4-1 0,-19 4-6 0,-3 0-3 15,-4-1-5-15,-8 4-4 0,-8-2-9 0,-2 0 0 16,3 2-13-16,-9-1-12 0,3 1-30 0,-8 0-14 16,0 0-33-16,0 0-35 0,0 0-45 0,-36 1-52 15,13 3-70-15,-9-1-276 0,13-1-583 0,-9 2 259 16</inkml:trace>
  <inkml:trace contextRef="#ctx0" brushRef="#br0" timeOffset="114814.95">16072 13336 172 0,'-1'-4'171'0,"2"1"9"15,-1-2-19-15,0 0-2 0,5-2-12 0,-5 4-12 16,3-1-2 0,1-3-14-16,-2 4-10 0,5 0-10 0,-2-4-12 15,0 5-6-15,4-1-9 0,2 1-9 0,2 1-7 16,0 1-10-16,0 1-1 0,4 1-5 0,1 6-7 15,0 1-2-15,0 1 6 0,-4 0-3 0,4 5-9 16,-4 4-6-16,0-2 0 0,-5 6 2 0,-1 2-1 16,-4 3 11-16,-4 0-2 0,-4-1-2 0,-4 1-1 0,-1-1-6 0,-1 2-1 15,-4-1 0-15,-4-1-2 0,4-4-3 0,-6 0-2 16,4-1 0-16,0 2 4 0,5-10-5 0,-4-3-2 16,2 1-1-16,4-3 0 0,3-2 0 0,1-4 8 15,1 4 20-15,0-2 26 0,0-1 28 0,0-1 27 16,2-3 22-16,2 0 19 0,0 0-15 0,0 0-13 15,6-12-18-15,6-2-16 0,2 2 0 0,6-8-10 16,5-2-14-16,1 1-7 16,2-4-8-16,11-10-5 0,-2 0-4 0,0-2-7 15,1 2-9-15,-6 3 5 0,-5 6-10 16,-3 3 0-16,-2 0-8 0,-8 8 16 0,-5 1 0 0,0 6-6 16,0 1 2-16,-5 0-7 0,1 3-24 0,-1 1-26 15,-2 0-18-15,-2 3-3 0,0 0 5 0,0 12 4 16,-5 1-1-16,-1 4 9 0,-6 6 2 0,2 2 2 15,1 2 0-15,4-3 5 0,1 2 4 0,-1 1-1 0,5 2 3 0,9-5 3 16,1 3 5-16,8-3-8 0,1-2-25 0,9-1-40 16,4-4-60-16,16 0-92 15,-9-8-109-15,12-1-197 0,-12-4-584 0,16-4 259 16</inkml:trace>
  <inkml:trace contextRef="#ctx0" brushRef="#br0" timeOffset="116661.93">17792 13336 317 0,'0'-7'344'0,"0"1"1"16,0 0-17-16,0 1-21 0,0 2-33 0,3 0-36 0,-3 3-28 0,0-6-28 0,0 6-20 0,0 0-24 0,-4 17-7 16,1 2-17-16,-1 5-11 0,-1 5-16 15,1 3-3-15,-2-2-13 0,-2 3-7 0,7 0-2 0,-1-1-25 0,0 2-38 0,1-3-42 16,2 4-48-16,-1-2-67 0,0-3-96 0,0 2-255 16,0-12-551-16,-4-8 244 0</inkml:trace>
  <inkml:trace contextRef="#ctx0" brushRef="#br0" timeOffset="118882.79">17310 13661 120 0,'0'0'163'0,"-7"-1"-7"0,7 1-5 15,-6 1-6-15,6-1-4 0,0 0-13 0,0 0-12 16,-7-3-9-16,7 3-3 0,0 0-11 0,0 0-3 15,0 0-3-15,0 0-4 0,0 0-3 0,0 0 0 16,-6 0-3-16,6 0-5 0,0 0-3 0,0 0-3 16,0 0-5-16,0 0-4 0,0 0-3 0,0 0-3 0,0 0 0 0,0 0-1 15,0 0 1-15,0 0 2 0,0 0-8 0,0 0-5 16,0 0-4-16,0 0-3 0,0 0-5 0,29-9-4 16,-1 4 17-16,5 0-6 0,5 0-1 15,16-3-7-15,5-1-1 0,0 1-4 0,3-1-1 16,29-2 0-16,-27 2-3 0,28 0-2 0,-26 1 4 0,29-4 1 15,-32 7 2-15,-5 0-2 0,-5 1 1 0,-16-1-2 0,-4 2-4 16,-4 2 2-16,-7 0-7 0,-5-3 1 0,-4 3 3 16,-1 1-4-16,-4-1-3 0,-3 0-1 0,0-1 1 15,3 1-4-15,-8 1-7 0,6 1-2 0,-6-1-10 0,0 0-20 16,0 0-22-16,0 0-21 0,0 0-29 16,0 0-35-16,0 0-32 0,0 0-38 0,-24 2-194 15,18-2-439-15,6 0 195 16</inkml:trace>
  <inkml:trace contextRef="#ctx0" brushRef="#br0" timeOffset="120540.72">19471 12804 121 0,'5'-6'207'0,"-5"4"-6"16,0 2-7-16,5-5-11 0,-5 5-9 0,4-2-8 16,-4 2-12-16,0-5-13 0,0 5-14 0,0 0-11 0,1-4-12 0,-1 4-7 15,0 0-16-15,0 0-13 0,4-3-7 0,-4 3-10 16,0 0-5-16,0 0-10 0,0 0-4 0,-5 15-3 16,1-3-5-16,-5 2-3 0,3 2 2 0,-7 9-5 15,-1-2 0-15,0 3-3 0,-1 0-4 0,-1 1 1 16,2 4 0-16,0-1-2 0,-1-3-2 0,1-1-2 15,2 0 3-15,0 0-3 0,5-8-3 0,-2 1 0 16,2-4-1-16,3-1 1 0,0-4-8 0,0 0 10 16,3-1-5-16,-2-2 4 0,2-2 3 0,-3 0-5 15,4 1 5-15,0-2 6 0,0-4 10 0,-2 5 4 16,2-1 2-16,0-4 11 0,2 3 2 0,3 0 3 16,3-1-3-16,2-2 0 15,2 2-10-15,3-2-2 0,7 0 5 0,-1-2-10 16,1 0-12-16,6-1-24 0,-1 2-28 0,-6-1-25 15,0-2-27-15,1 1-31 0,-3 1-41 0,-2-1-28 16,-1-1-204-16,-3 1-429 0,-3 1 190 16</inkml:trace>
  <inkml:trace contextRef="#ctx0" brushRef="#br0" timeOffset="120717.5">19584 13111 152 0,'0'-5'264'0,"-2"0"-8"16,1 0-10-16,1 5-16 0,0-4-24 0,0 4-23 15,-1-5-20-15,1 5-20 0,0 0-17 0,0 0-15 16,0 0-13-16,0 0-16 0,-3 22-3 0,2-5-7 16,-2 4-4-16,1 4-10 0,-1 3-3 0,2 1-6 0,1 3-5 0,2 1-30 15,1 1-28-15,0-2-37 0,-2 2-53 0,3-3-50 16,-3-1-242-16,0-3-429 0,-1-2 189 0</inkml:trace>
  <inkml:trace contextRef="#ctx0" brushRef="#br0" timeOffset="121218.51">19019 13733 233 0,'-8'0'234'0,"8"0"-23"15,-9 0-19-15,9 0-18 0,-6 0-19 0,6 0-11 16,0 0-12-16,0 0-6 0,-9-3-10 0,9 3-10 16,0 0-8-16,0 0-17 0,0 0-1 0,-7 0-12 15,7 0-2-15,0 0-11 0,0 0-6 0,0 0-1 16,0 0-10-16,0 0-3 0,0 0-4 0,-6 0-5 16,6 0 0-1,0 0-4-15,0 0-1 0,0 0 4 0,0 0-4 16,0 0-3-16,0 0-5 0,0 0 0 0,0 0 2 15,0 0-5-15,0 0 0 0,0 0-2 0,0 0 4 0,0 0-1 16,0 0-2-16,0 0-4 0,0 0 0 0,0 0 3 16,0 0-2-16,0 0 0 0,0 0 8 0,0 0 5 0,0 0 1 15,0 0 9-15,0 0-6 0,0 0 0 0,19-7-3 0,13 2-2 16,5 0-3-16,25-4-2 0,32-4 7 16,3 4-8-16,5-3 11 0,7 0-5 0,7 3 8 15,11-2 13-15,4-1 3 0,0 0 9 0,-10 2-3 16,-9 0 0-16,-9 0-2 0,-38 5-5 0,-5-3 25 15,-4 3-11-15,-19 2-6 0,-2-1-1 0,-8 3-2 0,-10-2-14 16,-4 2-21-16,-4 1-10 0,-1-3-15 16,-2 3-17-16,-6 0-7 0,0 0-10 0,0 0-15 0,-20 4-23 0,1 0-31 15,-11 3-40-15,-3-2-59 0,-3 3-269 0,3-4-526 16,1 7 234-16</inkml:trace>
  <inkml:trace contextRef="#ctx0" brushRef="#br0" timeOffset="121866.42">19361 13934 67 0,'9'0'193'0,"-4"-1"-20"0,8 1-18 0,-1 1-20 0,5 1-7 0,5 3-12 15,-1 0-16-15,0 0-9 16,0 2-13-16,-1 0-2 0,-2 3-12 0,-3-1-12 16,1 3-11-16,-5 0-18 0,-3-2-6 0,-2 5-6 0,-3 2-5 15,-3-5 4-15,-3 5-12 0,-6-3 0 16,0 1-2-16,-3 0 12 0,-2-1-4 0,-9 0-4 15,-1-1 2-15,8-3 6 0,-2-1-4 0,1-1 1 16,2 1 0-16,2-7 3 0,2 5 0 0,1-4 8 0,2 2-1 16,2-4 1-16,0 2-2 0,0-1-5 0,2-1 7 0,4-1-1 15,-4 5 10-15,4-5 18 0,8 5-4 0,0-3 2 16,3 0-1-16,2 0-5 0,1 2 3 0,6 0-1 16,-2 2-6-16,2-2-7 0,0 3-2 0,-6 0-2 15,5 0-4-15,-3 1-1 0,-1 1-3 0,-5-1 3 16,-1 1-5-16,-2-1-3 0,0 4 0 0,-3-2 4 15,-4-2 2-15,0 3 4 16,-7 0 2-16,-5 2 4 0,-1-1-1 0,-2-2 0 16,-6 0-2-16,2-3-2 0,-9 2 2 0,1-1-2 15,-3-3-2-15,10-1-3 0,-7-3 2 0,6 1-4 16,-1-2 2-16,4-4-1 0,-1 3 2 0,6-2-5 16,0-1-17-16,4-1-44 0,4 2-64 0,5-4-77 15,4 0-157-15,1-5-378 0,8 4 168 0</inkml:trace>
  <inkml:trace contextRef="#ctx0" brushRef="#br0" timeOffset="122405.13">20052 14057 126 0,'6'-5'240'0,"0"3"-23"0,7-1-18 0,9-2-21 15,6 1-22-15,5-1-15 0,0 2-13 0,0 2-11 16,2-2-15-16,-1 2-11 0,-7 0-18 0,1 1-21 16,-9 0-23-16,-1 0-14 0,-5 0-18 0,-4 0-13 15,0-2-14-15,-5 2 5 0,-4 0-3 0,0 0 3 16,0 0 11-16,0 0-4 0,-32 2 2 0,10-2 10 15,-5 1-8-15,-3-1 5 0,0 0 1 0,0 1 8 16,-2 2 7-16,2-2 3 0,1-1 7 0,2 3 4 16,4-3 3-16,2 1 3 15,4 0 2-15,4 3-6 0,-1-3-3 0,2 2-1 16,3 1-5-16,1-1-1 0,1-3-3 0,2 1 1 16,1 2 1-16,-1-1 7 0,1 1 7 0,4 2 17 15,0-5 12-15,5 9 8 0,-1-2 1 0,6-1 3 16,4 4 1-16,3 2-2 0,9 0-5 0,0 1-1 15,1 3-6-15,1 1-4 0,3 0 0 0,-3 0-6 16,-2 0-6-16,-2 2-1 0,2 0-4 0,-9 3-4 0,5-2-2 16,-10-3-5-16,-3-1 0 0,-3 4-4 0,0-4-3 0,-4 1 1 0,-4 1-7 15,-7-2-1-15,-1-5-2 0,-4 2 0 0,0 0 1 0,-2-4-1 16,-2-2 6-16,-2-2 4 0,4-1 7 16,-2-3 12-16,4-1 17 0,1 0 21 0,3-1 14 15,2-2 12-15,-1 0 10 0,4-1-1 0,1-2-9 16,0 0-26-16,4 0-37 0,4-3-50 0,4 1-46 15,7-3-50-15,2 3-72 0,8-4-82 0,2 0-268 16,-5 7-576-16,-5-2 255 0</inkml:trace>
  <inkml:trace contextRef="#ctx0" brushRef="#br0" timeOffset="128100.15">21278 13172 140 0,'-1'-6'226'0,"1"6"-10"0,-3-7-10 0,3 4-17 15,0 3-5-15,3-6-13 0,-3 6-20 0,0-3-11 0,0 3-11 16,0 0-17-16,2-4-12 0,2 1-15 0,-4 3-3 16,9-1-12-16,0 0-7 0,-1 3-6 0,3 1-3 15,6 1-4-15,-2 3-6 0,2 0-5 0,2 3-3 16,-3 0-4-16,0 2-3 0,3 7-1 0,-1 2-4 15,-8 1-4-15,-1 3-1 0,-3 4 20 0,-2 1-9 16,-1-1-4-16,-6 2-2 16,-2 0-4-16,-8 0-1 0,2-1-3 0,-6 0 0 15,-1-1-2-15,-1-3 0 0,-2-2-2 0,2-1 1 0,-2-5-4 0,5-4 2 16,1-2-3-16,-4-1 2 0,4-2 0 0,1-4 3 16,2 2 2-16,3-2 11 0,-1-3 19 0,2 1 20 15,4-1 31-15,-1-1 17 0,5-1 23 0,0 0-32 16,-7-8-16-16,10 1-6 0,5-3-12 0,2-2-8 15,11-8-10-15,-1 0 2 0,6-3-2 0,7-12-16 16,4 2-2-16,0-1-1 0,0 1-9 0,3 1 2 16,-14 8-7-16,-1 0-3 0,2 2 12 15,-2 0-15-15,-2 1 0 0,-5 4-4 0,-4 2-3 16,-3 5 2-16,0 0 4 0,-5 6-5 0,-2-1-3 0,1 0-1 16,-1 0-7-16,0 3-14 0,1-2-16 0,-5 4-7 15,0 0 10-15,0 0 0 0,-6 11 2 0,-2 1 2 0,-4 3 1 16,-3 7 3-16,-2 3 4 0,2 0 0 0,0 1-2 15,1 1 8-15,4 2-6 0,0-2 3 0,4 0 3 16,1 0 7-16,5-1-2 0,3-8 3 0,5 7 0 16,2-8 3-1,5 4-1-15,7-5-12 0,3-1-24 0,3-4-33 0,4-1-48 16,3-6-56-16,-1-1-74 0,0-2-295 0,-2-4-589 16,0-2 260-16</inkml:trace>
  <inkml:trace contextRef="#ctx0" brushRef="#br0" timeOffset="128701.15">21831 12922 183 0,'4'-4'271'0,"-1"-1"-12"0,4 0-20 16,-3 2-21-16,-1-1-14 0,1 1-19 0,2-1-21 15,-1 3-16-15,3-1-14 0,-1 0-13 0,1 2-4 16,-3-1-7-16,5 2-7 0,-1 3-5 0,0-3-8 16,-2 4-8-16,0 1-4 0,0 2-8 0,-3 1 0 15,-2 3-15-15,-2 3 1 0,-2 1-8 0,-2 4-4 0,-3 0-4 0,0 3-2 16,-1-7-1-16,0 2 0 0,-1-1-10 0,-1-3 2 15,1 1-10-15,1-5 1 0,5 2-5 0,-4-5 0 32,4 0-2-32,0-3 1 0,0 2-2 0,0-3 5 0,1 1 23 0,2-1 4 15,0-3 8-15,-2 3 9 0,2-3 6 0,6 5 2 16,1-5-2-16,6-3-8 0,7 1-11 16,-1 1-1-16,4 1-6 0,6-2-3 0,1 0 1 15,0 1-7-15,2-1-4 0,-10 0 2 0,-2 2-4 16,1-1 5-16,-8 0-20 0,-1 1 6 0,-1 0 0 15,-5-1-10-15,2 1-25 0,-1 0-27 0,-7 0-28 0,8 0-26 16,-8 0-14-16,3 2-6 0,-3-2-18 0,0 0-32 16,-7 8-49-16,1-7-48 0,-2 3-250 15,2-1-559-15,1 1 247 0</inkml:trace>
  <inkml:trace contextRef="#ctx0" brushRef="#br0" timeOffset="129340.16">22493 13412 73 0,'-13'1'268'0,"3"-1"-9"0,1 1-13 16,3 1-11-16,-3-2-18 0,4 2-18 0,5-2-18 15,-10 0-18-15,6 3-16 0,4-3-14 16,-8 1-15-16,8-1-9 0,-6 3-16 0,6-3-9 16,0 0-8-16,-5 1-3 0,5-1-13 0,0 0-1 15,0 0 4-15,0 0 1 0,0 0 2 0,0 0 2 0,0 0 5 16,0 0-2-16,0 0 0 0,0 0-1 0,0 0-1 16,0 0-6-16,0 0 2 0,-7 0-10 0,7 0-3 15,0 0 2-15,0 0-19 0,0 0 11 0,0 0-15 0,0 0 1 16,0 0-3-16,0 0-4 0,0 0 0 0,0 0-8 15,0 0 3-15,0 0-3 0,0 0-2 0,0 0 2 32,0 0-4-32,0 0 2 0,0 0-4 0,0 0 0 0,0 0-3 0,0 0-8 15,0 0 9-15,0 0 0 0,0 0 2 0,0 0-3 16,0 0-2-16,0 0-3 0,0 0 2 0,0 0-1 16,0 0 10-16,0 0-6 0,0 0-10 0,0 0 2 15,0 0 2-15,0 0 0 0,0 0-1 0,0 0 3 16,0 0 1-16,0 0 0 0,0 0 0 0,0 0 2 15,0 0-2-15,0 0-10 0,0 0 13 0,0 0-2 16,0 0-1-16,0 0 1 0,0 0 1 0,0 0 0 16,0 0-3-16,0 0 4 0,0 0 8 0,0 0-13 15,0 0 1-15,0 0 0 0,18-5-1 0,-1 5-3 0,4-3 3 0,7-1 0 16,3 2 0-16,-2-1-6 0,9-2 6 0,-4 2-4 16,1 1 7-16,-1-2 3 0,3 0 3 0,-9 2 1 15,4 0 0-15,-14 2-8 0,2-3 2 0,-3 3 1 16,-4-1-4-16,-3 1 4 0,-3-1 6 0,0 1-10 15,1-2 2-15,-8 2-1 0,10 2 4 0,-5-4-4 16,-5 2 1 0,0 0 7-16,8-1-25 0,-8 1-23 0,0 0-5 15,6-1-16-15,-6 1-13 0,0 0-18 0,0 0-19 0,0 0-30 0,0 0-35 16,0 0-39-16,-12 9-63 0,6-9-263 0,6 0-580 16,0 0 257-16</inkml:trace>
  <inkml:trace contextRef="#ctx0" brushRef="#br0" timeOffset="129749.72">23361 13336 112 0,'0'0'271'0,"0"0"-24"0,0 0-28 0,4-7-21 16,-4 7-21-16,0 0-18 0,9 0-17 0,-2 2-26 16,3-4-30-16,-1 4-35 0,3-1-39 0,-1 0-56 15,5-1-63-15,-2 0-167 0,2-1-295 0,2 0 131 16</inkml:trace>
  <inkml:trace contextRef="#ctx0" brushRef="#br0" timeOffset="129919.08">23958 13341 226 0,'3'-2'317'0,"1"-1"-28"0,-4 3-26 16,8-5-25-16,-4 2-28 0,1 1-24 0,1 0-35 15,4 1-38-15,1 0-44 0,2 0-42 0,0-1-56 0,5 2-67 16,4-2-58-16,0 2-148 0,5 0-327 16,1-1 144-16</inkml:trace>
  <inkml:trace contextRef="#ctx0" brushRef="#br0" timeOffset="130075.27">24522 13329 157 0,'3'-3'325'0,"-3"3"-17"0,4-4-32 16,-4 4-26-16,5-5-27 0,0 4-20 0,0-3-29 16,0 3-38-16,5-1-40 0,1-1-41 0,4 3-43 0,-1-2-62 0,5-2-63 0,2 2-229 15,-5 1-371-15,2-3 164 0</inkml:trace>
  <inkml:trace contextRef="#ctx0" brushRef="#br0" timeOffset="130251.01">24935 13276 295 0,'0'0'304'0,"5"-8"-29"0,-1 8-26 0,-4 0-27 15,5-5-22-15,0 3-27 0,3 1-30 0,1-1-38 0,1-1-39 0,-1 2-37 16,5 1-38-16,-1 0-52 0,1 0-47 0,0-3-68 16,-2 2-109-16,1 0-308 0,0-2 136 0</inkml:trace>
  <inkml:trace contextRef="#ctx0" brushRef="#br0" timeOffset="130368.69">25290 13208 213 0,'0'0'268'0,"0"0"-28"0,4 0-25 16,-4 0-22-16,0 0-47 0,5-3-38 15,-5 3-50-15,10 0-65 0,-10 0-57 0,13 0-165 0,-13 0-247 16,18-2 110-16</inkml:trace>
  <inkml:trace contextRef="#ctx0" brushRef="#br0" timeOffset="130520.31">25598 13212 383 0,'4'-4'379'16,"-4"4"-10"-16,0 0-23 0,0 0-26 0,0 0-23 15,9 0-39 1,-9 0-26-16,0 0-30 0,0 0-69 0,5 0-59 15,-5 0-81-15,0 0-93 0,0 0-133 0,0 0-210 16,0 0-479-16,0 0 213 0</inkml:trace>
  <inkml:trace contextRef="#ctx0" brushRef="#br0" timeOffset="131807.19">26440 12472 137 0,'-1'-4'152'0,"1"4"-9"0,0-5-7 15,0 5-1-15,0 0 0 0,0-5-5 0,0 5-9 16,-4-3-5-16,4 3 0 0,0 0-9 0,0-6-9 16,0 6 3-16,0 0-11 0,-4-3-8 0,4 3-8 0,0 0-8 0,0 0-12 0,0 0-5 15,0 0-3-15,0 0-5 0,0 0-4 16,0 0-6-16,22 14 2 0,-8-2-5 0,5 1 0 16,2 7-1-16,4 5 0 0,7 9-8 0,2 3 2 15,-4 6 3-15,1 3-4 0,-4 3 2 0,0 4-4 16,-6-1 1-16,2 31-8 0,-10 2 6 0,-10-25-3 15,-2 25-3-15,-9-26-1 0,-4 23 16 0,-4-27-5 16,-3 1-1-16,-5-6-2 0,-6-1-2 0,-5-6 5 16,-6 1-9-16,-4-7-2 0,-1-6 3 0,-4-3-1 15,-2-3 0 1,-2-4 4-16,3-3 16 0,0-1 13 0,2-4 11 0,13-7 13 16,-2-3 7-16,2 2 1 0,3 1 11 0,1-6 6 15,13 2 6-15,1-2 8 0,2 0 8 0,5 1-4 16,1-1-7-16,1 0-12 0,3 0-5 0,6 0-8 15,-11 0-1-15,11 0-17 0,-6 0 10 0,6 0-13 16,-6 2-19-16,6-2-28 0,0 0-29 0,0 0-47 16,0 0-48-16,0 0-64 0,0 0-90 0,0 0-363 0,0 0-681 0,0 0 302 15</inkml:trace>
  <inkml:trace contextRef="#ctx0" brushRef="#br0" timeOffset="167559.49">13585 8647 82 0,'0'0'103'16,"0"0"-10"-16,0 0-13 0,0 0-13 0,0 0-3 0,0 0-5 0,0 0 4 15,0 0-6-15,0 0-2 0,0 0-2 0,0 0-2 16,0 0-8-16,0 0 4 0,0 0-1 0,0 0 4 16,4-3-9-16,-4 3 3 0,0 0 2 0,0 0-5 0,0 0-5 0,0 0 8 15,0 0 0-15,0 0-2 0,0 0-3 0,0 0-2 16,0 0-3-16,0 0 8 0,0 0-2 0,0 0-5 16,0 0 2-16,0 0-4 0,0 0-6 0,0 0 5 15,0 0 1-15,0 0 0 0,0 0 1 16,0 0-3-16,0 0-1 0,0 0 3 0,0 0-3 0,0 0 0 15,0 0-2-15,0 0-1 0,0 0-2 0,0 0-4 16,0 0 0-16,0 0-10 0,0 0 3 0,0 0 1 16,0 0-4-16,0 0 0 0,0 0-2 0,0 0-1 15,0 0-4 1,0 0 2-16,0 0-2 0,0 0 1 0,0 0-6 0,0 0 3 16,0 0 3-16,0 0-2 0,0 0-6 15,0 0 2-15,0 0 1 0,-12 5-1 16,10-2 0-16,-4 3 2 0,-1 0-4 0,-3-1 2 15,-1 4 2-15,-2-2-4 0,-5 3 8 0,-1 2-1 0,-3 1 0 16,2-3-1-16,-3 4-1 0,2 2-11 16,-4-1-23-16,8-4-46 0,0 2-67 0,-6 2-178 0,7-5-349 0,4-3 155 0</inkml:trace>
  <inkml:trace contextRef="#ctx0" brushRef="#br0" timeOffset="169709.78">13212 8576 56 0,'0'0'124'0,"4"-2"-6"16,-4 2-2-16,0 0-2 0,0 0-9 0,0 0-6 0,0 0-9 0,0 0-9 0,8 0-8 0,-8 0-8 15,2-3-4-15,-2 3-14 0,0 0-5 0,0 0 2 16,0 0-10-16,0 0 5 0,0 0-10 0,0 0 2 15,7-2-10-15,-7 2-8 0,0 0 7 0,0 0 2 16,0 0 2-16,0 0-16 0,0 0 8 0,0 0 7 16,0 0-3-16,0 0 5 0,0 0-7 0,0 0 2 15,0 0-1-15,0 0-8 16,0 0 12-16,0 0-7 0,0 0-8 0,0 0-4 16,0 0 2-16,0 0 9 0,0 0 5 0,0 0 5 15,0 0 3-15,0 0 1 0,0 0 7 0,0 0 4 16,0 0 3-16,0 0-2 0,0 0 6 0,0 0-1 15,0 0-3-15,0 0 3 0,0 0-3 0,0 0 7 16,0 0-6-16,0 0-2 0,5-2-3 0,-5 2 1 16,0 0-6-16,0 0-1 0,0 0 2 0,0 0-1 0,0 0-2 0,0 0-2 15,0 0-1-15,0 0 1 0,0 0-3 0,0 0 1 16,0 0-3-16,0 0-4 0,0 0 2 0,0 0-3 16,0 0-2-16,0 0-4 0,0 0 0 0,0 0-1 15,0 0-1-15,0 0-5 0,0 0 2 0,0 0-1 16,0 0-1-16,0 0 1 0,0 0-4 0,0 0 1 15,0 0 2-15,0 0-8 16,0 0 4-16,0 0 1 0,0 0-3 0,0 0-1 16,0 0 5-16,0 0-7 0,0 0 0 15,0 0-4-15,0 0-5 0,5 5-4 0,-5-5 0 16,3 5 0-16,-2-1 2 0,0 1-2 0,-1 2 3 0,0 3 1 16,0 1 2-16,0-1 0 0,-1 3-4 0,0 3 3 15,1 2 2-15,-4 1 1 0,1-1 1 16,-1 3 2-16,3-2 2 0,-3 1-2 0,0-3 2 0,2 1-3 0,-1-1 4 0,-2 3-1 15,1-5-1-15,3 1 5 0,-3-6-1 0,4 1-1 16,-1 1 2-16,-2-2-2 0,2-1 0 0,-2 3-2 16,2-3 2-1,-3-2 1-15,3 3-2 0,1-6 0 0,-5 4 1 16,5 0 1-16,-4-3-1 0,4 1 2 0,-1 0-1 0,-2-1-2 16,3-1 1-16,-1 1 3 0,1-1-5 15,0-4 4-15,-2 8-2 0,0-6 0 0,2-2 0 16,0 4 1-16,0-4 3 0,0 0-2 0,-2 6 1 15,2-6 6-15,0 0-5 0,0 0 13 0,0 0 11 16,0 3-2-16,0-3 7 0,0 0 10 0,0 0 6 16,0 0-7-16,0 0 0 0,0 0 5 0,0 0-1 15,0 0 18-15,0 0-8 0,0 0 5 0,0 0-1 16,0 0 2-16,0 0-6 0,0 0-2 0,0 0-10 0,6-12-4 0,-1 9 0 16,-1-4-7-16,6 0-14 0,-1-1-10 0,0 0-5 15,8-3-7-15,-7-1-3 0,6 5-3 0,0-6-8 16,0 2-4-16,7-3 16 0,-1 1-12 0,3 1-3 15,0-1 4-15,-8 1 3 0,-1 1 1 0,3 1 2 16,7-2 1-16,-12 0 1 0,3 0 0 0,-3 2 2 16,-3-2 0-16,1 5 2 15,-3-1 0-15,-2 2 3 0,1-2 2 0,-2 1 4 0,-1 2 1 16,1 0-2-16,-2 1 4 0,-1 0 0 0,2 1 0 16,-1 1-3-16,-3-1-2 0,-1 3 5 0,4-5-1 15,-2 2 11-15,-2 3-14 0,2-3 3 0,-2 3-6 16,4-2 2-16,-4 2 1 0,0 0-2 0,0 0 0 15,1-3-1-15,-1 3 2 0,0 0-3 0,0 0 2 16,0 0-5-16,4-4 7 0,-4 4 1 0,0 0-6 0,0 0 15 16,0 0-11-16,0 0-4 0,0 0 1 0,0 0 4 15,0 0 0-15,0 0-3 0,0 0 4 0,0 0-1 16,0 0 4-16,0 0 1 0,4-2 0 0,-4 2 0 16,0 0 1-16,0 0 2 0,0 0 1 0,0 0 2 15,0 0-3-15,0 0 15 0,0 0-11 0,0 0-1 16,0 0 1-16,0 0-6 0,0 0 2 0,0 0-2 0,0 0 1 15,0 0-3-15,0 0-2 0,0 0 0 0,0 0-6 0,0 0-1 16,0 0-15-16,0 0-20 0,0 0-14 0,0 0 6 16,-9 9 17-1,3-5-7-15,-3 2 0 0,-3 1 4 0,-2 3 5 16,-2 0 0-16,0-1 6 0,-2 3 0 0,3-3 1 16,0 1-1-16,6-3 6 0,-1 1 2 0,-1-2 2 15,2 2-1-15,0-4-3 0,2-1 4 0,0 2 4 16,3-1 1-16,2-2-2 0,-2 1 2 0,0 0 5 15,4-3-2-15,-6 3 14 0,6-3 14 0,-4 2 11 16,4-2 11-16,0 0 21 0,0 0-8 0,-4 3 5 0,4-3 9 16,0 0-8-16,0 0 5 0,0 0-7 0,0 0 19 15,0 0-19-15,0 0 1 0,0 0 1 16,0 0-9-16,0 0-16 0,0 0-4 0,0 0-1 0,0 0-6 0,0 0-1 16,0 0-7-16,0 0-4 0,-5 0-11 0,5 0 0 15,0 0-2-15,0 0-15 0,0 0 3 0,9 9 3 16,-4-6-6-16,0 2 6 0,0 4 0 0,3-1 4 15,0 2-6-15,3 0-4 0,-2 3 7 0,3 0 4 0,-1 1-3 16,2 1-2-16,0-1-2 0,-1 0 0 16,3-1 2-16,-4-1-8 15,1 0-9-15,-5-4-4 0,3 1 5 0,-3-1 4 16,1-2-5-16,0 1 7 0,-4-1-4 0,1-2 5 0,-1-1 2 16,0-2 4-16,-1 3 4 0,-1-1 7 0,-2-3-7 15,5 4 16-15,-1-4 13 0,-4 0-3 0,0 0 12 16,1 4-2-16,-1-4-3 0,0 0-6 0,0 0-1 15,0 0 0-15,0 0-5 0,5 1 2 0,-5-1-10 16,0 0 5-16,0 0-4 0,0 0-1 0,0 0-12 0,3 4-11 16,-3-4-17-16,0 0-21 0,0 0-13 0,0 0-24 15,0 0-21-15,0 0-37 0,0 0-39 0,0 0-56 16,4 4-59-16,-4-4-302 0,0 0-649 0,0 0 287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48:48.62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2601 2517 96 0,'0'0'168'0,"0"0"-7"0,0-7-9 15,0 7-4-15,0 0-2 0,0 0-2 16,0 0 1-16,0-4 2 0,0 4-6 0,0 0 2 16,0-4-6-16,0 4 5 0,0-4-11 0,0 4-3 15,0 0-1-15,3-7-8 0,-3 7-4 0,0-3-6 0,0 3-10 0,1-4-5 16,-1 4-10-16,3-4-9 0,-3 4-6 0,2-4-12 16,-2 4-6-16,4-2-8 0,2 0-8 0,-6 2 0 15,13 3-8-15,0 1 0 0,5 3-7 0,0 3 1 16,6 3 4-16,2 3-9 0,-1 3 3 0,-2 5 2 15,0-4-8-15,0 8 6 0,0-2 0 0,-4 1-2 16,-3 3-2-16,-2 2-1 0,-4-1-2 0,-8 1-2 0,1 4 5 16,-6 10-4-1,-1-14 2-15,-4 3-4 0,-4-3 1 0,-2-3 5 0,-3-1-4 16,1-5-5-16,-6-1 3 0,3-3-2 0,-3-1 6 16,7-5-4-16,-3-3 8 0,1-3 21 0,-2-3 22 15,6-1 29-15,1-2 20 0,-1-4 22 0,1-2 7 16,-2-7 8-16,3 0 1 0,2-7-6 15,3-10-1-15,6 0-16 0,1-18-11 0,11 1-15 16,3-4-8-16,6-1-13 0,4 0-8 0,-2 1-7 16,1 3-3-16,4 2 1 0,-4 3 5 0,3 1 1 0,-9 15 4 15,2 1 9-15,0 1 7 0,-5 5 4 0,-1 3 4 16,-4 4 7-16,-2 1-3 0,-2 4-13 0,3-2-10 16,-5 5-10-16,-1 0-8 0,0 1-26 15,0-1-29-15,-3 4-41 0,0 0-43 0,5-3-54 0,-5 3-46 0,0 0 5 16,0 0 22-16,6 14-6 0,-8-8-11 0,2 3-16 15,0 3-22-15,-4-2-24 0,3 3-29 0,0-2-29 16,-1 2-42-16,2-4-335 0,0 2-724 0,3 0 320 16</inkml:trace>
  <inkml:trace contextRef="#ctx0" brushRef="#br0" timeOffset="639.11">3350 2766 101 0,'-13'1'249'0,"5"-1"-3"0,-3 2 0 16,3-1-11-16,8-1-11 0,-11 0-11 0,11 0-7 15,-9 1-9-15,9-1-14 0,0 0-7 0,0 0-10 16,-9 1-12-16,9-1-4 0,0 0-10 0,0 0-8 16,0 0-16-16,0 0-7 0,0 0-6 0,0 0-14 15,0 0-8-15,0 0 0 0,0 0-8 0,0 0-7 0,0 0-7 16,-13 0-5-16,13 0-5 0,0 0-7 0,0 0-7 15,0 0-1-15,0 0-1 0,0 0-4 0,0 0-4 16,0 0-8-16,0 0 5 0,0 0-6 0,0 0 3 16,0 0-8-1,0 0 11-15,0 0-9 0,0 0-3 0,0 0-2 0,0 0-10 16,0 0 10-16,0 0-2 0,0 0 2 0,0 0-6 16,29 2 4-16,-12-2 5 0,4-2-5 0,7 1 10 15,4 1-7-15,1-2-1 0,0 0-2 0,2 2-1 16,-7-1 2-16,1-1-1 0,2 0 0 15,-10 2 2-15,-2-2-8 0,-6 1 2 0,-1 1 3 16,-1-1-2-16,-3 1-2 0,-8 0-4 0,12 0-20 16,-12 0-28-16,0 0-34 0,11 1-16 0,-11-1-17 15,0 0-28-15,0 0-32 0,0 0-35 0,-24 13-38 0,10-9-67 0,1 0-161 16,-1 0-520-16,-3-1 231 0</inkml:trace>
  <inkml:trace contextRef="#ctx0" brushRef="#br0" timeOffset="1040.31">3300 2994 79 0,'-9'4'264'15,"9"-4"5"-15,-10 4 3 0,10-4-7 0,-9 4-13 16,5-1-16-16,4-3-14 0,0 0-12 0,0 0-16 15,-11 1-19-15,11-1-10 0,0 0-14 0,0 0-7 0,0 0-13 0,0 0-5 16,0 0-8-16,0 0-10 0,0 0-12 0,0 0-1 16,0 0-5-16,0 0-19 0,0 0 7 0,0 0-12 15,0 0-19-15,0 0 3 0,0 0-2 0,0 0-5 16,0 0-7-16,0 0 0 0,0 0-3 0,0 0-8 16,48-4 4-16,-27 4-5 0,8-5 2 15,4 1-1-15,3 1-5 0,19-4 2 16,-1-3 11-16,-1 8 5 0,1-2 2 0,-3-2 1 0,-14 4 4 0,-1-2-4 15,0 1-5-15,-6 0 10 0,-8-1 9 16,-5 1 8-16,-3 1 7 0,-4 0 6 0,-1 2 2 0,-9 0-8 16,11-1-2-1,-11 1-4-15,10-2-14 0,-10 2-18 0,0 0-23 0,0 0-41 16,0 0-49-16,0 0-58 0,0 0-57 0,0 0-71 16,0 0-110-16,-27 7-324 0,18-4-760 0,9-3 337 0</inkml:trace>
  <inkml:trace contextRef="#ctx0" brushRef="#br0" timeOffset="3252.73">4519 2844 78 0,'-5'0'194'0,"-4"2"15"15,4-1 0-15,5-1-2 0,-5 1-1 0,5-1-3 16,0 0-5-16,-7 1-11 0,7-1 2 0,0 0-9 16,0 0-19-16,0 0-13 0,-6-2-7 0,6 2-8 0,0 0-18 15,0 0-6-15,0 0-10 0,0 0-13 0,0 0-2 16,0 0-3-16,0 0-5 0,0 0-8 0,0 0-2 16,0 0 1-16,0 0-12 0,0 0-8 0,0 0 1 0,-10 0-10 15,10 0-4-15,0 0-16 0,0 0 14 0,0 0-9 16,-1 4 3-16,1-4-4 0,0 0-2 15,0 0-3-15,0 0-6 0,0 0 4 0,0 0 0 16,0 0 3-16,0 0-7 0,0 0 4 0,0 0 3 16,0 0-7-16,0 0 1 0,0 0-8 0,0 0 5 15,20-2 0-15,-10 2 4 0,4 0-8 0,7-2 2 0,13-1 17 0,-2-2 7 16,1 2-1-16,2-1-24 0,-1 3 16 0,-3 0 2 16,-3-4 10-16,-1 3-17 0,-9 1-5 0,1 0 1 15,-6 1-5-15,-3 0-12 0,-2-1 23 0,1 1-7 16,-9 0-6-16,11 0 2 0,-11 0-1 0,0 0-41 15,9-3-8-15,-9 3-27 0,4 0-23 0,-4 0-28 16,0 0-27 0,0 0-26-16,0 0-37 0,0 0-36 0,0 0-285 15,0 0-574-15,-25 5 253 0</inkml:trace>
  <inkml:trace contextRef="#ctx0" brushRef="#br0" timeOffset="3560.91">5204 2561 121 0,'5'-14'366'0,"-1"2"-12"0,-4 0-4 0,5 2-16 16,-2 0-4-16,-2 5-20 0,-1-2-30 0,3 2-28 15,-2 0-38-15,0 1-13 16,0 2-30-16,-1 2-25 0,3-4-40 0,-3 4-26 15,0 0-11-15,3 10-8 0,-2 1-1 0,2 5-7 16,0 3-9-16,1 7-1 0,0 1-6 0,0 2-1 16,-2 0-3-16,2-2 16 0,-1 0-21 0,1-6-1 0,-2 4 3 0,0-8-4 15,0 2-4-15,-1-4-4 0,0 1-37 0,-1-4-24 16,2 1-36-16,-2-4-35 0,0 0-45 16,-3-1-44-16,2 0-46 0,-1-2-83 0,-2-3-178 15,4-3-551-15,-4 4 245 0</inkml:trace>
  <inkml:trace contextRef="#ctx0" brushRef="#br0" timeOffset="4001.81">5009 3070 190 0,'-12'4'325'0,"5"-2"-10"0,0-2-5 15,7 0-4-15,-9 3 2 0,9-3-19 0,-8 2-12 16,8-2-12-16,-6 3-19 0,6-3-26 0,0 0-9 16,0 0-17-16,0 0-13 0,0 0-26 0,-9 0-11 0,9 0-19 0,0 0-9 0,0 0-14 15,0 0-14-15,0 0-3 0,0 0-8 16,0 0 0-16,0 0-20 0,0 0-2 0,0 0-8 16,0 0-8-16,-8 3 2 0,8-3-7 0,0 0-4 15,0 0-4-15,0 0-2 0,0 0-7 0,0 0-1 16,0 0-1-16,0 0-2 0,0 0 5 0,0 0-8 15,0 0-4-15,0 0 2 0,0 0 6 0,0 0-8 0,0 0 1 16,0 0 3-16,17 4-5 0,0-6-1 0,3 0 1 16,12-1-2-16,8-4 0 0,17 5 8 0,6-3-13 15,1-1 4-15,2 0 2 0,-1 3-5 0,2-4-2 16,-5 2 13-16,-3 2-12 0,-8 1 2 0,-11-1-2 16,-7 1 4-16,-4 0 2 0,-11-1-3 0,0 0 0 15,-5 1-2 1,-3 2 8-16,0 0 5 0,-10 0 4 0,12-2-7 0,-8 2-7 15,-4 0-13-15,0 0-26 0,0 0-31 0,0 0-27 16,-36 7-32-16,21-2-23 0,-4 0-47 0,2 0-28 16,-10 2-33-16,7 0-61 0,-7-1-298 0,-1 2-669 0,1-2 295 15</inkml:trace>
  <inkml:trace contextRef="#ctx0" brushRef="#br0" timeOffset="4579.45">5304 3270 298 0,'0'0'335'0,"0"0"-39"0,0 0-23 15,0 0-28-15,5-11-18 0,5 6-24 0,-1-1-11 16,5 2-27-16,5-2-16 0,-2 0-16 0,2 2-13 15,-1 2-14-15,4 0-9 0,-5 0-11 0,-4 1-9 16,1 1-8-16,-1 1-9 0,-1 2-12 0,-2 0 3 0,-2 3-7 16,-3 2-4-16,0 3-2 0,-4-1-6 0,-5 9 1 0,-5 5-2 15,-6 2-2-15,-3 1-2 0,-7 1 0 0,-2-2-12 16,-9 9 10-16,6-10-5 0,1 0-2 0,-11 4-3 16,14-8-1-16,0 1 2 0,-2-7-4 0,8 1-2 15,0-5 0-15,5 0 15 0,4-4 3 0,-1-2 6 16,3 2 30-16,3-4 26 0,3 0 40 15,-3-1 37-15,6-2 9 0,0 0-21 0,0 0-16 0,0-12-15 0,6 2-13 16,3 0-14-16,5-2-7 0,-1 1-11 0,2-2-8 16,2 1-7-16,-2-2-8 0,2 3-7 0,-2 0-5 15,1 4-7-15,-4 0-6 0,1 0-5 0,-1 4-7 16,0 2-1-16,1 2 0 0,1 1-6 0,-4 3-1 16,8 2-3-16,-5 1-1 0,0 3-3 0,2 1 3 15,-3 3-1-15,-1-2 1 16,1 3-1-16,-3-2 0 0,1 0-2 0,-1 1 4 15,-4-5-2-15,3 0 1 0,-1-2 0 16,-2-1 3-16,-1-4-1 0,1 1 4 0,2-1 12 0,2-3 13 16,-9 0 2-16,19-7 4 0,-7 1 1 0,4-1 4 0,-3 0 2 0,2-4 5 15,3 0 6-15,-4-1 5 0,0 1 5 0,-2 2 4 16,-2 2 1-16,0 0-5 0,-2-1-6 16,-2 4-5-16,3-1-11 0,-3 1-8 0,-1-1-30 15,-2 2-65-15,-3 3-81 0,6-1-121 0,-6 1-104 16,0 0-130-16,0 0-425 0,0 0-990 0,0 0 438 15</inkml:trace>
  <inkml:trace contextRef="#ctx0" brushRef="#br0" timeOffset="8806.02">9724 2525 22 0,'1'-11'242'16,"-1"5"-12"-16,-1-1-6 0,1-2-8 0,0 1-13 16,-3 1-8-16,3 0-12 0,-1 1-15 0,1-1-11 15,0 0-16-15,-3 0-11 0,1 2-9 0,-2 2-16 16,0-4-10-16,-1 3-16 0,-2 1-7 0,-4 2-11 0,2 1-8 0,-5 0-8 15,-3 3-6-15,-4 2-5 0,-6 5-2 0,-1 7-7 16,1-1-2-16,4 6-1 0,-4-1-4 0,2 6-1 16,0 2-6-16,2 0 0 0,4 1-3 0,-3-1 1 15,5-1 0-15,3 1 1 0,0-3-3 0,3 0 0 16,5 0 0-16,3-6 0 0,2-3 12 16,1 1 1-16,5-2 4 15,-5-3 6-15,5-2 2 0,3 0 17 0,1-3-3 16,0-1 7-16,2-2 9 0,6 0 8 0,1-4 10 15,2-2 3-15,1-4 2 0,5-4-2 0,1 1 7 16,-2-6-1-16,-1 4 10 0,2-5-7 0,-4-2 12 16,-1-2-4-16,-1 1-5 0,-2-4 4 0,-2 1-2 15,-5 3-2-15,-2 0 2 0,0-1 2 0,-2 2 1 16,0 0 7-16,-2 5 7 0,-1 2 9 0,1 1-4 0,-4 0-9 0,2 3-10 16,-3 1-12-16,1 0-14 0,2 1-12 0,-3 4-24 15,1-3-27-15,-1 3-35 0,0 0-15 0,0 0-1 16,0 0 4-16,-1 23 7 0,-6-9-2 0,2 5 7 15,0 5 3-15,-4 3 4 0,2 2 2 0,1-3 2 16,0 2 2-16,3-7-1 0,2 2 2 0,1-5 3 16,1 0 2-1,2 0 4-15,2-6 6 0,-1 0 5 0,-1-4 9 0,4 2 0 16,6-4 4-16,1-1 2 0,5-2-5 0,12-3-24 16,1-4-47-16,0-4-59 0,5 1-75 0,-3-3-73 15,2-2-93-15,-4-8-450 0,0 0-867 0,-4-2 383 16</inkml:trace>
  <inkml:trace contextRef="#ctx0" brushRef="#br0" timeOffset="9678.9">10198 2702 87 0,'1'-8'371'16,"-1"1"-10"-16,0 0-32 0,0 2 6 0,3-2-21 15,-2 2-36-15,-1 1-7 0,3-1-29 0,-3 2-27 16,0 3-14-16,1-5-22 0,-1 5-34 0,1-3-36 16,-1 3-14-16,0 0-7 0,3 11-14 0,-6-2-6 15,3 3-6-15,0 5-4 0,-5 2-5 0,5 8-2 16,-4 1-5-16,-1 0-10 0,-4 1-4 0,4 0 4 0,-4-1-8 16,1-1 0-16,2 0 1 0,-2-1-8 0,5-11 0 15,0 2-1-15,-1 0-7 0,0-7-1 0,4-1 2 16,0-2-3-16,0-1 3 0,-2-2 2 0,2 1 24 0,0-5 17 15,0 7 24-15,0-7 29 0,-2 5 38 16,2-5 21-16,0 0-18 0,0 0-16 0,12-13-17 16,-7 4-5-1,6-3-21-15,2-3-5 0,5-4-7 0,-1-2-8 0,2-1-8 0,-2 3-7 16,2-3-9-16,-5 7 9 0,-1 0 10 0,1-1-4 16,0 3 3-16,-4-1-2 0,-4 4 10 0,3 0-1 15,-4 3 9-15,0 0 0 0,2 2 3 16,-6-1-12-16,3 2-2 0,-3 2-11 0,3-2-5 0,-4 4-10 15,4-5-12-15,-4 5-13 0,2-2-16 0,-2 2-18 16,0 0-13-16,0 0 1 0,0 0 4 0,0 0 1 0,-19 12 2 16,9-3 3-16,-1-1 1 0,0 1-1 15,1-2 6-15,0 0 3 0,1 3-5 0,-1-3 5 16,-2 1-2-16,6-1 0 0,-2-2 2 0,3 0 1 16,1-3-1-16,0 3 1 0,1-1 5 0,-1-2-1 0,0 0 2 15,4-2 0-15,-4 4 4 0,2-2-2 0,2-2 0 16,-2 4 1-1,2-4 0-15,0 0-2 0,0 0-2 0,-2 4-2 16,2 0-3-16,4-1 5 0,-1 1 2 0,0 4-9 16,6 0 8-16,2 4-1 0,-2-3 0 0,7 5 2 0,-2-1 3 0,5 6 0 15,-4-5 0-15,0 0 1 0,6 1-2 0,-3-1 1 16,-4-1-1-16,1 1 1 0,2-2-6 0,-7-4 5 16,-2 0 2-16,1 1-3 0,1-4 3 0,-4-1-4 15,-2 1 5-15,1-2 1 0,-2-1 2 0,-1 0-1 16,2 2-3-16,-4-4 3 0,5 4 0 0,-5-4-2 15,3 2 3-15,-2 0-2 0,-1-2-6 16,0 0 5-16,0 0 1 0,0 0-1 0,0 0-10 16,0 0-7-16,0 0-7 0,0 0-14 0,0 0-24 15,0 0-53-15,0 0-47 0,0 0-31 0,10-9-37 0,-8 3-44 16,2 2-53-16,-2-1-54 0,6-4-78 0,-1 2-334 0,1-3-852 16,1 1 376-1</inkml:trace>
  <inkml:trace contextRef="#ctx0" brushRef="#br0" timeOffset="10291.32">11292 2721 128 0,'0'0'253'0,"-7"2"-14"0,7-2-12 16,0 0-7-16,0 0-16 0,0 0-11 0,-10-2-10 15,10 2-6-15,0 0-2 0,0 0-4 0,0 0-5 16,0 0-10-16,0 0-7 0,0 0-25 0,0 0 2 0,0 0-11 16,0 0-5-16,21-1-13 0,-6-1-5 0,3 0-10 15,3 1-13-15,9-1-9 0,0 0-6 0,5 0-3 16,-3 0-3-16,3 0-9 0,-1 2 2 0,-2-2-4 15,-3 1-9 1,-7 0-5-16,1 1 0 0,-4 0 2 0,-5-2 8 16,-2 1-15-16,-1 2-1 0,-4-2-7 0,-1 1-23 15,-6 0-21-15,9 0-14 0,-9 0-17 0,0 0-22 0,0 0-29 16,0 0-33-16,0 0-44 0,-27 8-49 16,13-5-261-16,1 1-545 0,-2-2 242 0</inkml:trace>
  <inkml:trace contextRef="#ctx0" brushRef="#br0" timeOffset="10592.01">11350 2926 152 0,'-6'3'304'16,"6"-3"-1"-1,-10 3-1-15,6-1-3 0,4-2-20 0,-6 3-16 16,6-3-13-16,0 0-9 0,0 0-24 0,19 1-17 16,0 0-19-16,9 1-23 0,5-2-8 0,7-3-14 0,-3 2-21 0,3-2-11 0,9-4-2 15,-12 5-16-15,-2 2 1 0,-2-3-4 0,-3 2-8 16,-10-1-12-16,-8 3-7 0,0-2-2 16,-1-1-12-16,-5 2 1 0,0-3 1 0,-6 3-13 15,0 0-24-15,12 0-37 0,-12 0-40 0,0 0-35 16,0 0-59-16,0 0-60 0,0 0-110 0,0 0-250 15,-30 6-631-15,30-6 279 0</inkml:trace>
  <inkml:trace contextRef="#ctx0" brushRef="#br0" timeOffset="12927.76">12878 2251 28 0,'-4'0'211'0,"4"0"-7"0,-8-2-8 0,8 2-9 0,-4-2-6 0,4 2-3 16,0 0-12-16,-7-1-7 0,7 1-1 0,0 0-13 15,0 0-9-15,0 0-5 0,0 0-2 0,-7-2-15 16,7 2 7-16,0 0-4 0,0 0-13 0,0 0 5 16,0 0 0-16,0 0-8 0,0 0-4 0,0 0-8 15,0 0 0-15,-5-2-6 0,5 2-2 0,0 0-11 16,0 0-5-16,0 0-9 16,0 0-6-16,0 0-3 0,0 0-9 0,0 0 2 15,0 0-9-15,0 0-2 0,0 0-5 0,0 0-6 16,0 0 0-16,0 0 1 0,0 0-2 0,0 0 2 15,0 0 0-15,0 0-1 0,0 0-5 16,0 0 6-16,0 0-3 0,0 0-16 0,0 0 19 16,0 0 6-16,0 0-5 0,0 0-3 0,0 0-6 0,0 0 6 15,0 0 0-15,0 0 3 0,0 0-9 0,0 0 0 0,0 0-2 16,0 0 2-16,0 0-5 0,28 0-1 0,-9-3 5 16,9 1 2-16,4 0-11 0,4-1 3 0,1 1-7 15,3-1 8-15,10 3 4 0,-15-4-10 0,1 1 5 16,-4-2-2-16,0 7 6 0,-10-4-5 0,-2 1 5 15,-2 0-6-15,-4 1-4 0,-2-3 2 0,-1 3 1 16,-3 0-23 0,-8 0 21-16,11-1 7 0,-5 0-6 0,-6 1-19 15,8 1-12-15,-8-1-19 0,0 0-25 0,5 1-10 0,-5-1-1 16,0 0-17-16,0 0-23 0,0 0-15 0,0 0-22 16,-15 7-44-16,11-4-36 0,4-3-252 0,-10 2-535 15,10-2 238-15</inkml:trace>
  <inkml:trace contextRef="#ctx0" brushRef="#br0" timeOffset="13551.4">13608 1995 168 0,'13'-4'178'0,"0"1"-3"15,2-1-17-15,3 3-9 0,3-2-17 0,-1 1-7 16,2 2-7-16,5 2-10 16,-6-1-9-16,2 2-3 0,-3 3-13 0,1 0-8 15,-2 1-8-15,-2 2-2 0,0 1-6 0,-7 3-4 16,-1 3-4-16,-3 3-2 0,-6 0-3 0,-1 8-6 15,-8-5-1-15,-4 10-1 0,-3-4-1 0,-9-1-6 16,2 2 3-16,-11 5-6 0,6-8-3 0,-3-4-3 16,-7 11 3-16,7-10-6 0,3-6-1 0,2 2 3 15,-1-6 1-15,8-1 9 0,3-2 12 0,-2-3 6 0,1-1 9 16,8-2 3-16,3 0 16 0,-2-4 26 0,1 3 25 16,7-3 46-16,-8 2 36 0,8-2 16 0,-7 2 19 15,7-2-21-15,0 0-23 0,0 0-24 0,3-15-17 16,5 8-17-16,1-2-14 0,0 0-11 0,0 0-14 15,1 2-10-15,0-2-17 0,0 4-3 0,-1 2-10 16,3-4-9-16,-1 5-8 16,1-1-9-16,0 3-6 0,6 0-7 0,4 3-1 15,-8 1-4-15,3 3-3 0,1-1 0 0,-3 3-4 16,-1-2 1-16,3 4-3 0,-1 0 0 0,-3 1-2 16,2-1-2-16,-2 0 1 0,-3-3-1 15,-2-1 1-15,1-1-2 0,1 0 2 0,-6-4 5 0,1 1 0 16,-1-1 4-16,1-2 18 0,-5 0-4 0,10-2-1 15,3-2-2-15,-4-2-1 0,4 0 2 0,-3 0 2 0,2-1 8 16,0-1 7-16,-1-1 4 0,-1 2-1 0,0-1-2 16,-1 1-2-16,-1 2-3 15,2 0-8-15,-6 2-3 0,-1-3-6 0,0 4 1 16,1-1-6-16,-2 3-16 0,-2 0-44 0,0 0-61 16,9-5-67-16,0 7-69 0,-2-2-80 0,-7 0-89 15,11 3-469-15,-1 2-947 0,-5-2 420 16</inkml:trace>
  <inkml:trace contextRef="#ctx0" brushRef="#br0" timeOffset="15701.64">14825 1814 14 0,'0'0'158'0,"5"-3"8"0,-3 1 1 0,1-1-12 15,-3 3 9-15,1-5-1 0,-1 5-6 16,3-5-5-16,-3 5-4 0,1-2-8 0,-1 2-9 15,0 0 2-15,1-5-18 0,-1 5-8 0,0 0-8 16,0 0-13-16,0 0-8 0,0 0-17 0,0 0-8 16,0 0-9-16,-11 12-4 0,-3 1-4 0,-9 11-4 15,-9 15-4-15,0 2-6 0,-5 4 1 0,0 1-4 16,4 1 0-16,5 3-4 0,1 1 2 0,5-3 0 16,8-2-1-16,4-2 11 0,6-10 7 0,5 0 4 0,8-1 5 0,4-3-7 15,12 11 1-15,10-7-13 0,5-5-19 0,8-7-42 16,6-3-57-16,1-5-77 0,1-9-283 15,2-3-490-15,-1-2 217 0</inkml:trace>
  <inkml:trace contextRef="#ctx0" brushRef="#br0" timeOffset="16494.3">15167 1914 236 0,'0'-4'290'16,"0"-1"-17"-16,0 1-12 0,0-1-21 0,0 5-18 15,-1-8-26-15,2 5-17 0,-1 3-20 0,0-4-22 16,0 4-30-16,0 0-20 0,0 0-7 0,0 0-11 15,-1 20-7-15,-4-7-3 0,1 12-9 0,-1-1-4 16,-3 5-5-16,1 1-4 0,-1 0-3 0,-1 0-8 16,1 3 4-16,1-1-5 0,-1-2-1 0,0-2-1 15,3 1 2-15,1-4-7 0,1 1-1 0,0-9 0 16,-1-2 4-16,2-2 3 0,0-4 2 16,2-2 7-16,-1-1 0 0,1 1 3 0,-1-3 13 0,0 0 22 0,1-1 26 15,0-3 38-15,-2 5 34 0,2-5 26 0,0 0-19 16,0 0-17-16,13-12-19 0,-3 2-13 0,1-2-9 15,1-3-14-15,6-6-8 0,4 1-15 0,-2-6-8 0,1 3-5 16,1 1-10-16,-2 0-6 0,-2-1 1 0,1 1-8 31,0 1-7-31,-7 8 9 0,-2 1 7 0,0 0 2 0,-4 4 6 16,2 0 8-16,-4 2-1 0,-1 2-7 0,1-3-6 16,0 3-5-16,0 3-5 0,-2-4-9 0,0 3-11 15,-2 2-14-15,4-3-18 0,-4 3-11 0,0 0-17 16,0 0-15-16,0 0-2 0,0 0 6 0,0 0 0 15,-16 14 6-15,0-5 7 0,7 1 3 0,-7 2-2 16,0 3 10-16,-2-4-3 0,2-2 10 0,2 3-4 16,-2-3 0-16,2 0 6 0,5-2 0 0,2-1-1 0,-1-1 4 15,4-3 9-15,-1 1-8 0,1 0 1 0,4-3 5 16,-4 4 5-16,4-4-3 0,-1 3 0 0,1-3 6 16,0 0-6-16,0 0-9 0,-5 5 9 0,5-5-3 15,0 0 3-15,5 9-2 0,0-5-1 0,3 2 5 16,1 0-3-16,2 2 3 0,6 4 0 0,7 0 1 15,0 1-6-15,2 1-31 0,-2 1-45 0,3-1-66 0,0-2-56 0,0 3-85 16,1-3-99-16,-9-2-336 0,0-3-782 0,2-2 346 31</inkml:trace>
  <inkml:trace contextRef="#ctx0" brushRef="#br0" timeOffset="17374.25">16140 2163 80 0,'-14'1'222'0,"1"2"-9"0,2-3-5 0,0 0-9 15,1 2-10-15,5-2-8 0,-1 2-8 0,-1-2-3 16,7 0-3-16,-6 0-5 0,6 0 13 0,0 0 0 16,-9 1-4-16,9-1-9 0,0 0-18 0,0 0 1 15,-8 0-8-15,8 0-1 0,0 0-12 0,0 0 0 16,0 0-11-16,0 0-14 0,0 0-2 0,0 0-2 15,0 0-23-15,0 0 9 0,0 0 2 0,0 0-13 16,0 0-10-16,0 0-1 0,0 0-11 0,0 0-7 0,0 0 1 16,0 0-6-16,0 0 4 0,0 0-13 0,0 0 4 15,0 0-27-15,0 0 20 0,0 0 1 0,0 0-6 16,0 0-13-16,0 0 10 0,0 0 5 0,0 0-4 16,0 0 3-16,0 0 3 0,0 0-4 0,0 0-1 0,0 0 0 15,0 0-3-15,0 0-2 0,0 0 0 0,0 0 4 16,-5 2 1-16,5-2-4 0,0 0-3 0,0 0 3 15,0 0-2-15,0 0-5 0,0 0 4 0,0 0 2 16,0 0-10-16,0 0 2 0,0 0-1 0,0 0-9 16,23-3 11-1,-4 2-1-15,10 1 0 0,2-3-1 0,6-1 4 0,0 4-4 16,17-6-5-16,-2 6 7 0,0 0-2 0,1-4-3 16,-17 4-4-16,1-1 7 0,1 0 0 15,-8 2-8-15,-8-2 1 0,-2 0 8 0,-2 2-4 0,-7-2-12 16,0 1 11-16,-4 0-3 0,0 1-1 0,-1-1 0 15,-6 0 6-15,9-3-6 0,-9 3-15 0,5-2-11 16,-5 2-13-16,0 0-27 0,0 0-42 0,0 0-44 16,0 0-55-16,0 0-59 0,0 0-87 0,-20 0-260 0,13-1-669 15,7 1 297-15</inkml:trace>
  <inkml:trace contextRef="#ctx0" brushRef="#br0" timeOffset="18730.53">17239 1740 116 0,'0'0'192'0,"0"0"0"0,0 0-2 0,1-6-8 16,-1 6-10-16,0 0-9 0,1-4-14 0,-1 4-8 16,0 0-16-16,9-6-10 0,-9 6-11 0,9-2-13 0,-1-1-8 0,2 1-7 15,3-1-11-15,3 1-3 0,5 2-6 0,-2 1-5 16,9-1 0-16,0 1-4 0,-6 4 1 16,6-1-7-16,0 7 3 0,-10-5-8 0,3 0-7 15,-1 4 0-15,-6 1-7 0,1-3-7 0,-2 4-2 16,-5 0-8-16,-2-2-5 0,-3 1-5 0,-2 0 0 15,-5 0 2-15,2 2 0 16,-10-1 3-16,2 1-3 0,1-7 0 0,-5 6 0 16,1-3 3-16,-1-3-3 0,5 0 5 0,-5-1-6 0,1 1 6 0,4-4 0 15,1 1-5-15,2 1 6 0,1-2-2 16,5-2-2-16,-9 4 2 0,7-1 2 0,2-3-6 0,-4 3 6 16,4-3-2-16,0 0 0 0,10 5-2 0,-1 0 5 15,2-2-1-15,1 2 0 0,0-1 0 16,8 2-6-16,-6 2 6 0,0-3-5 0,5 1 3 15,-10 1 4-15,4 1-8 0,-3-2 3 0,0 4 2 16,-3-3 0-16,-2 0 1 0,1 1 1 0,-4-1 2 16,-2-7-1-16,-12 12 4 0,-1-1-1 0,-2-7 0 15,-3 3 2-15,-5 0-7 0,-4-2 4 0,-1-3-4 16,-5 1 4-16,4 0-1 0,-1-3-2 0,1-3 4 16,-2 1-5-1,8 1 2-15,5-1 6 0,-3 0-10 0,8 1 0 16,-1 1 0-16,3-3-1 0,4 3-8 0,7 0-35 15,0 0-40-15,-13-4-39 0,13 4-60 0,0 0-215 16,0 0-428-16,28-3 189 0</inkml:trace>
  <inkml:trace contextRef="#ctx0" brushRef="#br0" timeOffset="19208.8">17108 2300 206 0,'-8'1'248'0,"8"-1"-10"0,-11 1-10 0,11-1-8 15,0 0-14-15,-9 3-18 0,9-3-15 0,0 0-14 16,0 0-17-16,0 0-11 0,0 0-14 0,0 0-4 16,0 0-15-16,0 0-9 0,0 0-6 15,0 0-9-15,0 0-3 0,0 0-6 0,0 0 0 0,0 0-4 16,0 0-9-16,0 0-4 0,0 0-5 0,0 0-3 15,0 0-9 1,0 0 1-16,0 0-6 0,0 0-3 0,0 0-4 16,0 0 1-16,0 0-3 0,0 0-4 0,0 0 1 0,0 0-2 0,0 0-6 15,0 0 5-15,0 0 0 0,0 0-3 0,0 0 6 16,0 0-5-16,0 0-3 0,0 0 4 0,0 0 2 16,0 0-3-16,0 0 2 0,0 0 7 0,0 0 3 15,0 0 10-15,32-5 0 0,-19 2-3 16,10 1-3-16,8-3-2 0,4 3-3 0,16-4 4 15,4 0 2-15,3 1 11 0,1 2 5 0,5-4 3 16,-3-1 4-16,-2 6 2 0,-3-7 1 0,-16 6-6 16,-2-1-4-16,-6 0 3 0,-4 0-1 0,-13 2 6 0,-1 2-15 15,-3-1-5-15,-11 1 1 0,17-2-5 16,-17 2-2-16,11-4-5 0,-11 4-8 0,9-3-14 16,-9 3-22-16,0 0-10 15,0 0-32-15,0 0-17 0,0 0-28 0,0 0-31 16,-16 15-22-16,7-10-33 0,-3-1-27 0,-5 1-52 15,-1 2-234-15,7-5-553 0,-3 2 244 0</inkml:trace>
  <inkml:trace contextRef="#ctx0" brushRef="#br0" timeOffset="19841.68">17484 2406 46 0,'0'0'287'0,"0"0"-13"0,-8 3-22 0,8-3-16 0,0 0-20 0,0 0-21 15,0 0-20-15,-1 7-15 0,1-7-14 0,0 0-7 16,18 4-11-16,-3-3-13 0,-2 4-9 16,6 0-13-16,3 1-6 0,-5-2-8 0,2 2-14 15,-4 2 0-15,-3-3-8 0,-3 2-5 0,-2 0-9 16,0 0-4-16,-2 4-3 0,-3 0 4 0,-1 0-11 15,-2 2-1-15,-6 4-7 16,-2-2 2-16,-3 0-3 0,-8 6 0 0,-3-3-3 16,-3-2 1-16,4-1-3 0,-2-3-1 0,1 1-3 0,3-2 0 15,2-4 0-15,-1 2 2 0,2-3-1 0,4-2 0 16,2 1 0-16,-2-1-2 0,7 1 1 0,-1-4 2 16,7-1-2-16,-9 4 11 0,9-4 12 0,-6 3 15 15,6-3 9-15,0 0 7 0,-10 3 4 0,10-3 3 16,0 0-2-16,0 0-8 0,0 0 5 0,-8 4-13 15,8-4 5-15,0 0 0 0,0 0-12 0,0 0-2 16,0 0-7-16,0 0-7 0,0 0 6 0,0 0-7 16,-8 3-10-16,8-3 14 0,0 0-14 0,0 0-10 15,0 0 22-15,0 0-12 0,0 0 2 0,0 0 6 16,0 0 5-16,0 0 5 0,0 0-8 0,0 0-5 16,0 0 3-1,41-8-4-15,-19 3 8 0,7 1-14 0,3-1-1 16,3-1-6-16,3 0 2 0,-1 1-6 0,4 0 5 15,-4 0-3-15,-1 1 6 0,-3 0 0 0,-3 3 7 16,-1-4 4-16,-11 2 4 0,-4 1 2 0,-4 1 6 16,-2 0-3-16,-8 1 2 0,13-1 2 0,-13 1 3 0,10-3-2 0,-10 3 5 15,0 0-6-15,10-1-7 0,-10 1 0 0,0 0-11 16,0 0-5-16,8-3-18 0,-8 3-17 0,0 0-16 16,0 0-17-16,0 0-25 0,0 0-23 0,0 0-15 15,0 0-17-15,0 0-4 0,0 0-31 0,0 0-20 16,0 0-22-16,0 0-27 0,0 0-52 0,0 0-66 15,0 0-207-15,-16-12-606 0,16 12 268 16</inkml:trace>
  <inkml:trace contextRef="#ctx0" brushRef="#br0" timeOffset="20260.84">17995 1634 40 0,'0'0'244'0,"0"0"-21"15,0 0-24-15,0 0-24 0,0 0-15 0,18 10-16 16,-4-1-6-16,2 5-11 0,8 7-3 0,1 5-6 0,10 12-6 16,-2 6 0-1,3 2-4-15,-4 3 1 0,0 4-11 0,-11 1-5 16,8 23-5-16,-16-21-4 0,-6 1-7 0,-2-3-9 15,-6 1-3-15,-6-4-4 0,-7-1-7 0,-4-1-1 0,-6-4-7 16,-8-3 1-16,-1-2-3 0,-10-4-1 16,-1 0-47-16,-3-5-54 0,-3-4-72 0,-4 1-84 15,-3-5-228-15,-2-7-478 0,-1-6 212 0</inkml:trace>
  <inkml:trace contextRef="#ctx0" brushRef="#br0" timeOffset="21552.41">12710 3263 10 0,'0'0'171'0,"0"0"-12"16,0 0-2-16,0 0-5 0,0 0-7 0,-5-3-12 16,5 3-7-16,0 0-8 0,0 0-12 0,0 0-9 15,0 0-7-15,0 0-10 0,0 0-9 0,0 0-9 16,0 0-5-16,0 0-10 0,0 0 0 0,0 0-3 15,13-2-7-15,-7 0-5 0,8 1 0 0,-4-1-5 16,6 0-6-16,4 1 2 0,2-3-2 0,9 2 24 0,4 1-3 16,4-4-1-16,17 4-2 0,-2-2-2 0,3-1 3 0,3 3-5 0,-5-2 0 15,5 1-7-15,-3 0-4 0,6 1-1 0,-8 1 1 0,8 1-4 16,1-1-4-16,0 4 1 0,2-4-1 16,25 0-3-16,-30 0-3 0,3 2 2 0,28-2-1 15,-31 1-6-15,1-1 7 0,-1 0-4 0,4 0 0 16,-5 0 1-16,7-1 5 0,0-2 1 0,0 2 7 15,-3-2-2-15,0 2 5 0,-3-3-5 0,3 2 3 16,-5 1-4-16,-3 0 2 0,0-1-2 0,0 0-5 16,4 2 3-16,-6-1 2 0,1-3-4 0,1 3 0 15,2-2-3-15,-5 1-3 0,6 0-2 0,0 0 5 16,-1 1-1-16,2-3-9 0,0 0 5 0,-3 2 1 16,2 2-4-16,-2-1 9 15,2 0-2-15,3-1 4 0,-4 0-1 16,-2 1-5-16,7-1 7 0,-4-1 1 0,-2 1 0 15,7 2-1-15,-4 1-3 0,2-2-2 0,0-1 0 16,-4-1-3-16,-2 0 3 0,1 2 4 0,-3 1 0 16,9-3 1-16,-12 2 2 0,1 1 1 0,-2-4-1 0,1 1 4 15,-12 2-6-15,13-2 4 0,0 1-2 0,1-2 1 16,-15 1-2-16,14-2-1 0,2 2-11 0,0 1 11 0,-16 0-1 16,16-4-2-16,-1 5 4 0,-13-1-7 0,15 1-1 15,-17-3 4-15,3 1-1 0,12 2-1 0,-1 0-5 16,-15 0 17-16,5-1-15 0,11-3 2 0,-14 3 8 15,14-1-7-15,-2 0 1 0,2 2-3 0,-13 1-2 16,15-3 7-16,-4 0-2 0,0 6 1 0,2-6 0 16,0 3 2-16,-13 0-2 15,12-1-18-15,2 2 19 0,-3-2-7 0,0-2-8 16,0 3 10-16,2 2 5 0,-1-4 1 0,-1 4 2 16,-11-1 0-16,15-2-1 0,-16-2 0 15,2 4 1-15,-1-2-2 0,-2 0-4 0,1 0 8 16,-2-2-11-16,-3 3 0 0,-1 1 13 0,-1-1-5 15,-10-1 0-15,-3 2 3 0,3-2 6 0,-10 0 5 0,-1 0-1 16,-2-1 32-16,1 1 7 0,-2-1 3 0,-8 2-1 0,11 2-2 16,-11-2-7-16,0 0 0 15,9-2-11-15,-9 2 1 0,0 0-15 0,9-2 2 16,-9 2-13-16,0 0-12 0,0 0-25 0,6 0-33 16,-6 0-33-16,0 0-38 0,0 0-50 0,0 0-56 15,0 0-72-15,0 0-339 0,0 0-685 0,0 0 303 16</inkml:trace>
  <inkml:trace contextRef="#ctx0" brushRef="#br0" timeOffset="24691.03">13210 3888 66 0,'0'-6'224'0,"1"-1"1"0,0-5 0 0,-1 7-2 15,4-8 2-15,-1 2-5 0,-3 4 1 0,2 0-12 16,2-3-6-16,-3 0-12 0,2 4 2 0,-2-3-6 15,3 4-9-15,-4-1-8 16,0 0-12-16,1 4-16 0,2-1-15 16,-3 3-13-16,0-7-14 0,1 5-13 0,-1 2-26 15,3-4-37-15,-3 4-15 0,0 0-6 0,1 16 3 16,2-1 0-16,-3 3-2 0,-3 10 1 0,-1 4-5 0,3-2 4 16,-7 6 1-16,4 0-4 0,-1-1 6 0,-4-1-2 15,4-2-2-15,0 0 2 0,1-3 0 16,-1-1 3-16,1-1-6 0,3-9-2 0,1-1 2 0,-2-2 2 0,0-2 10 15,2-4-14-15,0-3 3 0,0 0-2 0,0-1 4 16,0 0 17-16,0 0 43 0,0-2 28 0,0-3 27 16,-1 4 37-16,1-4 29 0,1 4 25 0,-1-4 0 15,0 0-24-15,0 0-15 0,9-20-21 0,-4 9-16 16,4-3-11-16,8-6-16 0,-3-4-12 0,4-1-14 16,-2-3-7-16,2 3-14 15,0 0-5-15,-1 0-4 0,-3 4-9 0,2 1-4 16,-4 3-5-16,1 0 1 0,-7 8-5 0,3-3-5 15,-4 3-4-15,1 2-1 0,1 1-1 0,-5 1-6 16,1 1-1-16,1-1-3 0,0 4 0 0,-3-2-19 16,-1 3-19-16,1-4-15 0,-1 4-23 0,0 0-18 0,5-1-6 0,-5 1 14 15,0 0 6-15,-18 13 11 0,3-1 1 0,-2 0 7 16,-3 5 4-16,2-5 0 0,2 2 10 0,1-3 4 16,0 1 5-16,6-3 1 0,-1-1 5 0,1-1-1 15,4-4 5-15,0 3 5 0,1-4-3 16,0 1 3-16,-1 1 4 0,4-2 3 0,-3 0 1 15,4-2 5-15,-1 5 4 0,1-5-7 0,-3 1 1 0,3-1 0 16,-1 4-3-16,1-4 1 0,4 5 5 0,-3 0-3 16,4 1 3-16,6-1-3 0,-1 3 3 0,3 2 2 0,2 1-2 15,1-1 2-15,1 3 0 0,6 3-25 0,0-5-31 16,1 5-39-16,-1-3-43 0,4 3-43 0,-2 0-45 0,0-3-48 16,-2-1-85-16,-4-1-342 0,5 2-757 15,-5-1 335-15</inkml:trace>
  <inkml:trace contextRef="#ctx0" brushRef="#br0" timeOffset="25308.05">14007 4112 105 0,'-13'-1'230'0,"6"1"-14"0,-3-1-2 16,2 1-10-16,3-1-13 0,5 1-15 0,-9 1-15 16,9-1-14-16,-8 1-1 0,8-1-19 0,0 0-3 15,0 0-5-15,-9 0 0 0,9 0-5 0,0 0 3 16,0 0 0-16,0 0 8 0,0 0 5 0,0 0-17 15,0 0 3-15,0 0-1 0,0 0-22 0,0 0-5 16,-6 0-9-16,6 0-6 0,0 0-12 0,0 0 0 16,0 0-8-1,0 0-3-15,0 0-4 0,0 0-7 0,0 0-4 16,0 0 0-16,0 0-7 0,0 0 5 0,0 0-10 0,0 0 5 16,0 0 2-16,0 0-6 0,0 0 9 0,0 0-2 15,0 0-6-15,0 0-2 0,20-2 6 0,-7-1-12 16,5 2 2-16,1-1 7 0,13-1-12 0,1-1 0 15,-1 2-5-15,8 1 1 0,-3-1-1 0,-3-1-3 16,2 0-1-16,1 2 1 0,-10 0 4 0,-5-3-12 0,-3 3 12 16,-2 0-8-16,-5 0 3 0,-2 1 1 0,-2-1-2 15,0 0-3-15,-3 2 0 0,-5-1-7 0,8-2-11 16,-8 2-14-16,6 0-21 0,-6 0-12 0,0 0-17 16,5-2-19-16,-5 2-45 0,0 0-43 0,0 0-44 15,0 0-35-15,0 0-273 0,0 0-584 0,-6-9 259 16</inkml:trace>
  <inkml:trace contextRef="#ctx0" brushRef="#br0" timeOffset="25593.22">14716 3838 18 0,'2'-9'342'0,"0"-3"-1"0,-1 2-11 15,2 1-9-15,-2 3-12 0,-1 2-20 0,0-3-24 16,3 3-25-16,-3 0-10 0,1-1-29 16,-1 5-22-16,0-4-26 0,0 4-32 0,0 0-23 0,0 0-22 0,0 0-7 15,4 12-5-15,-3-3-10 0,4 2-5 0,-1 5-5 16,-4 3 0-16,5 0-9 0,-2 6 0 0,1 1-6 16,-2-6-10-16,-2 5-9 0,3 1-35 0,-2-7-27 15,2 6-31-15,-6-6-36 0,2-2-41 0,-3 2-45 16,0-2-64-16,0-5-240 0,-1-2-552 0,4-3 245 15</inkml:trace>
  <inkml:trace contextRef="#ctx0" brushRef="#br0" timeOffset="25915.82">14587 4277 28 0,'-6'1'278'16,"1"0"-5"-16,1 0-9 0,4-1-10 0,-5 2-12 0,5-2-14 0,-5 2-14 16,5-2-16-16,0 0-10 0,-4 2-15 0,4-2-10 0,0 0-16 0,0 0-16 15,0 0-7-15,0 0-7 0,0 0-10 0,0 0 0 16,0 0-13-16,0 0-1 0,16-4-20 0,-2 4-8 16,7-3-7-16,8 1-3 0,7-2-4 0,1 1 0 15,4-1 4-15,10 0-14 0,0 0-2 0,-10 2 6 16,-5 1-4-16,-3 1-1 0,-1-2 0 0,-1-1-4 15,-11 3-1-15,-6-2 4 0,0 2-6 0,-2-2-2 16,-6 2-6-16,2-1-6 0,-8 1 5 0,13-1-5 16,-7 1-16-16,-6 0-17 0,7-1-28 0,-4 0-16 15,-3 1-25-15,0 0-33 0,0 0-37 16,-12 6-44-16,2-4-54 0,-1 1-51 0,1-1-220 0,0-1-564 16,-3 0 251-1</inkml:trace>
  <inkml:trace contextRef="#ctx0" brushRef="#br0" timeOffset="26432.1">14792 4371 157 0,'-4'4'286'0,"4"-4"-21"16,0 0-27-16,0 0-22 0,0 0-13 0,11 6-17 15,0-3-14-15,0-1-14 0,7 3-14 0,-3-1-17 16,3 1-15-16,1 0-7 0,-5 1-15 0,2 3-10 16,-5-2-4-16,-2-2-11 15,1 4-4-15,-2-1-9 0,0 2-4 0,-7-1-3 16,3 3-5-16,-8 0-1 0,0 5 0 16,-2-3-9-16,-6 1-4 0,-1 0 0 0,1-1-5 15,-4-1 0-15,2-1-1 0,-4 0-1 0,3-3 1 16,-2 1 4-16,2-3 2 0,1 1 2 0,2-1-3 15,1-1 8-15,2-5 2 0,0 4-10 0,4-3-2 0,0 2-2 16,0 0 1-16,1-3 9 0,0 2 8 0,4-3 11 0,-5 0 9 16,5 0 18-16,0 0 11 0,-6 3 14 0,6-3 5 0,-4 4 5 0,4-4 7 15,0 0 5-15,0 0-9 0,0 0-10 0,23-5-10 16,-5 3-6-16,10-1-11 0,5 1-8 16,3-5-3-16,2 5 4 0,13-3 4 0,-17 5-1 0,-1-2-10 15,-1-1 0-15,-2 3-8 0,-1-2-4 0,-8-1-5 16,-8 3-2-16,1 0-6 0,-4 0-3 0,-2-2-11 15,2 2 5-15,-10 0 3 0,9-2 1 16,-9 2-3-16,9 2-1 0,-9-2-7 0,8-3-8 16,-8 3-9-16,0 0-10 0,0 0-9 0,0 0-13 15,0 0-13-15,0 0-19 0,0 0-22 0,0 0-13 0,0 0-29 16,0 0-20-16,0 0-34 0,0 0-30 0,0 0-40 16,-28-7-46-1,21 5-67-15,1-7-303 0,1 3-717 0,1 0 317 16</inkml:trace>
  <inkml:trace contextRef="#ctx0" brushRef="#br0" timeOffset="26740.22">15451 3831 11 0,'1'-2'306'0,"-1"-3"-29"0,0 5-27 0,3-4-25 16,-3 4-27-1,0 0-12-15,20 10-19 0,-7 3-16 0,9 7-10 16,2 6-6-16,5 13-3 0,3 5-9 0,-1 9-6 16,-3-1-2-16,7 30-6 0,-17-24-6 0,2 21-9 15,-12-23-9-15,-7 27-6 0,-10-1 0 0,-3-29-5 16,-8-3-8-16,-4 1-6 0,-9-2-3 0,-6-3-5 15,-7-5-11-15,1 0-12 0,-8-7-37 0,-2-3-51 16,-4-4-73-16,-30-3-93 0,26-9-282 0,-35 1-549 0,-1-8 244 0</inkml:trace>
  <inkml:trace contextRef="#ctx0" brushRef="#br0" timeOffset="27244.12">13046 3646 115 0,'0'0'217'16,"0"0"-20"-16,-14 9-14 0,3 6-26 0,-10 14-10 16,-7 11-17-16,-4 13-18 0,-9 26-8 0,3 2-8 15,3 0-9-15,2 0-4 0,15-24-8 0,4 3-3 16,8-1 21-16,3 0 7 0,7-1 7 0,10-2 0 0,8-2-7 15,9-4-6-15,12-8-7 0,31 12-22 16,4-12-53-16,-18-20-80 0,33 1-110 0,-2-7-205 0,-24-8-414 0,23-7 183 16</inkml:trace>
  <inkml:trace contextRef="#ctx0" brushRef="#br0" timeOffset="30309.97">16822 3562 167 0,'0'0'205'0,"1"-7"0"0,-2 2-10 0,2 1-10 15,-1 4-12-15,2-3-20 0,-2 3-15 0,0 0-11 16,0 0-22-16,0 0-14 0,0 0-12 0,-24 17-11 15,5 3-4-15,-3 6-7 0,-14 14-5 0,-18 27-2 16,2 8-6-16,3-8-1 0,2 8-3 0,16-24-4 0,-5 25-5 0,16-28-2 31,3 3-2-31,5-6-3 0,9-8 3 0,6-1-1 0,5-2 0 0,13 10 4 16,7-5-3-16,9-6-24 0,10-4-40 0,3-8-57 16,9-4-97-16,1-8-177 0,-3-7-398 0,1-3 176 15</inkml:trace>
  <inkml:trace contextRef="#ctx0" brushRef="#br0" timeOffset="30955.48">17015 3730 174 0,'4'-7'198'0,"1"5"-26"0,0-3-14 0,2-1-16 16,-1 4-13 0,3-2-13-16,1 0-7 0,-3 5-11 0,3 1-9 15,-1 7-11-15,1-4-5 0,-4 5-7 0,4 6-2 16,-2 3-7-16,-5 7-4 0,-3 0-5 0,-4 3-5 16,-4 6-3-16,-11 8-1 0,-3-1-3 0,-3 7-2 0,-3-9-3 15,-4 1-2-15,-1-2-3 0,8-9 0 0,-3-7-2 16,1 4-3-16,4-5-1 0,4-6-5 15,5-3 1-15,2-1 1 0,4-5 7 0,0 0 19 0,1-4 45 0,4 1 38 0,-1 0 41 0,0-3 24 16,4-1 23-16,0 0-21 0,0 0-20 0,0 0-22 16,6-15-19-16,-2 9-15 0,10-3-8 0,-1 1-14 15,-1 0-12-15,2-1-15 0,0 2-2 0,2 2-12 16,-3-1-3-16,6 3-12 0,-2-1-9 0,2 4-21 16,-2 0-14-16,3 0-20 0,-2 2-24 0,0 0-27 15,0 4-33-15,-2-2-32 0,-2 0-38 0,-1 1-52 16,5 1-76-16,-9-1-250 0,1-4-604 0,0 1 267 15</inkml:trace>
  <inkml:trace contextRef="#ctx0" brushRef="#br0" timeOffset="31494.47">17436 3712 230 0,'4'-8'271'0,"-1"3"-26"16,-2 1-29-16,3 1-23 0,-2-1-23 0,-2 4-20 0,0 0-18 15,0 0-11-15,0 0-15 0,6 15-12 0,-7-2-6 0,-1 5-6 16,1 10-11-16,-4 1-8 0,0 0-2 0,-4 1-6 16,3 3-7-16,-3 0-3 0,1 0-9 0,-1-1 0 15,0 0-3-15,3-3-4 0,-3 0 1 0,1-7-3 16,4-4-5-16,2-1-2 0,-1-5-3 0,2-3 0 15,-2 0 0-15,2-1 0 0,-2-3 3 0,2 2 42 16,1-5 35-16,-1 1 31 16,1-3 29-16,-4 4 35 0,4-4 25 0,0 0 17 15,0 0-23-15,0 0-20 0,6-12-23 0,2 0-19 16,5-2-12-16,0-3-13 0,3-5-15 0,3-3-13 16,-2 0-5-16,0 3-15 0,0 1-6 15,-4 5-8-15,-2 4-6 0,-3 1-5 0,0 0-4 0,-1 5-6 16,-1 0-3-16,-2 0-5 0,-1 2-10 0,0 2-6 15,-2-2-21-15,3 3-31 0,0-2-39 0,-4 3-18 0,0 0 16 16,0 0 0-16,1 13 9 0,-2-4 3 0,-3 4 11 16,0-2-3-16,-2 7 16 0,1-1 7 0,-3 1-3 15,3 0 11-15,-3-2-1 0,2 1 4 0,0-4 2 0,1-1 5 16,-1-2-4-16,5-3-2 0,-3 0 4 16,2-2 9-16,-1-1-8 0,1 2 2 0,-1-4 8 15,3 3-4-15,0-2 2 0,0 1 1 0,3 0 8 0,3 1 1 0,0 1-7 16,3-1 10-16,7 4 3 0,0 0-13 0,2-3-7 15,0 1-47-15,5 2-50 0,3 1-64 0,-6-4-73 16,-1 0-117-16,0 1-262 0,2-4-675 0,-6-2 299 16</inkml:trace>
  <inkml:trace contextRef="#ctx0" brushRef="#br0" timeOffset="31888.69">17879 4054 86 0,'0'0'226'15,"0"0"-13"-15,0 0-18 0,-10 0-12 0,10 0-17 16,0 0-16-16,0 0-16 16,-8 2-3-16,8-2-9 0,0 0-2 0,0 3 1 15,0-3-3-15,0 0-3 0,0 0 4 0,0 0 9 0,0 0 3 0,20 1-7 16,-2-2-6-16,4-1-15 0,6 1-9 0,7-3-11 16,-1 2-10-16,2-1-4 0,-3 1-7 0,0-1-6 15,-2 0-7-15,-8 2-3 0,-5 0-5 16,-3-1-8-16,-2 1 0 0,-3 0-3 0,-2 1-1 0,-3 0-8 15,2 0-6-15,-7 0-12 0,10-1-10 16,-10 1-22-16,0 0-24 0,0 0-24 0,0 0-22 16,0 0-29-16,0 0-44 0,-23-2-44 0,16 0-245 15,-3-1-497-15,6 0 221 0</inkml:trace>
  <inkml:trace contextRef="#ctx0" brushRef="#br0" timeOffset="32297.22">18454 3823 135 0,'1'-3'276'0,"3"-3"-29"0,0 2-18 0,1 0-15 15,1 3-13-15,5-4-29 0,-4 4-15 0,5 0-15 16,-2-1-15-16,2 4-15 0,-1 0-10 15,0 4-3-15,1 0-18 0,-1 2-6 0,-2 1-9 16,0 0-4-16,0 7-7 0,-1 1-4 0,-5 4-5 16,-3-3-4-16,-2 10 6 0,-7-2-12 0,-5 2 0 15,-2 1-6-15,-5-1-2 0,-2-2-3 0,-1-1-2 0,1-3-4 0,-4-2 3 16,4 1-7-16,5-6 2 0,4-5-2 0,-2 1 0 16,5-5 0-16,2 1 1 0,4-2-4 0,0-1 10 15,-1-1 30-15,1 0 26 0,2 0 27 0,-1-2 22 16,4-1 10-16,-4 3-2 0,4-3-21 0,0 0-8 15,0 0 4-15,0 0-23 0,0 0-7 0,20-3-14 16,-9 0-9 0,-1 3-1-16,4-1-10 0,-1 1-6 0,0 1-5 0,7 1 10 15,2-1-19-15,-4 1-24 0,2 0-19 0,1 1-39 0,-2 0-37 0,0-1-45 16,0 0-53-16,-6-1-72 0,0 1-82 16,-2-2-236-16,-3-4-630 0,-3 1 278 0</inkml:trace>
  <inkml:trace contextRef="#ctx0" brushRef="#br0" timeOffset="32590.23">18666 3624 1923 0,'4'-10'89'15,"-3"1"22"1,3 1-16-16,-1 3-21 0,-1 0-15 0,1 0-14 0,2 0-11 15,0 3-2-15,4 2-1 0,2 2 2 0,6 6 4 16,1 2 2-16,5 7 3 0,1 4 3 0,-1 8-2 16,6 17 9-16,-3 5 3 0,-9 1 2 0,-3 5-3 0,-8 1 2 0,-2 0-4 15,-9 3-2-15,-4-6-2 0,-9-2-8 0,-1-4 1 16,-6-1-6-16,1-6-1 0,1-11-6 16,-10 7-1-16,10-13-5 0,-2 0-7 0,-2-4-15 15,2 0-36-15,-2 0-44 0,5-6-47 0,-4 0-67 16,7-6-93-16,-2-4-159 0,9-2-483 0,1-6 213 15</inkml:trace>
  <inkml:trace contextRef="#ctx0" brushRef="#br0" timeOffset="33407.18">19189 4003 205 0,'0'0'227'0,"-7"1"-9"15,7-1-7-15,0 0-12 0,0 0-5 0,0 0-15 16,0 0-7-16,0 0-18 0,0 0-11 0,0 0-10 16,0 0-8-16,0 0-13 0,0 0-2 0,0 0-4 15,0 0 2-15,0 0-5 0,0 0-1 0,0 0 0 0,0 0-4 16,0 0-5-16,0 0-2 0,0 0-4 0,0 0-7 0,0 0-3 16,0 0-9-16,0 0-5 0,0 0-7 0,0 0-4 15,0 0-4-15,0 0-8 0,0 0-4 16,0 0-4-16,0 0-6 0,0 0-1 0,0 0 2 15,0 0-10-15,0 0 11 0,0 0-12 0,0 0 5 16,0 0 1-16,0 0-1 16,0 0-10-16,0 0 6 0,0 0 0 0,0 0 2 15,0 0-3-15,0 0 3 0,0 0-6 0,0 0 1 0,0 0-2 0,0 0 0 16,0 0 0-16,0 0-2 0,21-3 3 0,-7 2-3 16,6-3-4-16,0 4 0 0,9-4 0 0,0 1-2 15,-6 1 1-15,12-1-1 0,-3 0-1 16,-2 1 1-16,1 0 0 0,-3-1-3 0,-9 2 8 15,-1 0-9-15,-5 0 3 0,-2 2-1 0,-3-2 0 16,-2 0-1-16,1 1-7 0,-2-3 4 0,-5 3-6 0,8 0-23 16,-8 0-17-16,7-1-14 0,-7 1-9 0,0 0-26 15,0 0-23-15,0 0-29 0,0 0-31 16,0 0-46-16,7-2-41 0,-7 2-236 0,0 0-544 16,0 0 241-16</inkml:trace>
  <inkml:trace contextRef="#ctx0" brushRef="#br0" timeOffset="33645.24">19911 3796 259 0,'2'-3'340'0,"-2"1"-12"0,1-1-27 16,-1 3-23-16,3-8-27 0,-3 4-26 0,0 4-31 0,0 0-30 15,0 0-7-15,4 12-30 0,-4-2-14 0,-3 8-11 16,2 6-13-16,-3 4-8 0,-1 5-5 16,1 4-5-16,0 7-9 0,-2-8-35 0,2 0-51 15,-1 1-58-15,-1-3-72 16,2 0-110-16,-6-5-190 0,6-3-492 0,3-10 219 16</inkml:trace>
  <inkml:trace contextRef="#ctx0" brushRef="#br0" timeOffset="35279.44">21274 2571 219 0,'3'-11'228'0,"-2"-1"-13"0,-1-1-7 0,-1 1-14 16,1-1-12-16,0-1-17 0,0 2-10 0,0-5-11 15,-3 7-12-15,3-4-12 0,-4 6-8 0,3-6-12 16,-2 7-5-16,2-4-13 0,-4 5-7 0,1 0-4 16,-2-3-11-16,-2 4-13 0,-2 1 4 0,-2-1-15 15,2 2-3-15,-4 3-6 16,1 4-4-16,-6 4-1 0,1 1-5 0,-7 7 1 15,3 3-2-15,-1 2-3 0,1 4-5 16,2 2 4-16,-1 4-4 0,3-1-5 0,3 3 1 16,2-1 4-16,3 1-5 0,-1-2 2 0,4-1-1 0,1-3 0 0,1 1 2 15,4-8 0-15,3 0 11 0,3-2 4 0,-2-1 8 16,1-6 3-16,-1 2 1 0,1-5 2 0,0 3 20 16,1-7 13-16,0 3 22 0,-1-5 16 0,1 3 22 15,-5-5 15-15,13-2 11 0,-13 2-2 0,19-4-7 16,-10-3-5-16,1 2-4 0,2-4-8 0,-2-4-3 15,3 1-8-15,-3-4-15 0,2 0-5 0,0 0-8 16,-1-1-4-16,5-4 0 0,-8 2-7 0,1 2-5 16,0 1-8-16,-3-1 2 0,2 3-2 0,-2 2-3 15,-3 0-4-15,-1 6 5 16,3 0-6-16,-3 0-5 0,0 1-8 16,-1 2-6-16,1-2-6 0,0 2-18 0,-2 3-20 15,0-6-31-15,0 6-31 0,0 0-6 0,0 0 11 16,0 0 2-16,0 24 10 0,-4-8 5 0,3 1 3 15,-3 2-5-15,-1-1 16 0,4 3 4 0,0-6-3 16,1 5 5-16,-1-3 3 0,3-6 11 0,-1 1-1 0,4-1-2 16,-1-1-9-16,3 1 18 0,0-2-1 0,9-1-3 0,0-1-23 15,3-3-41-15,8-1-53 0,5-2-65 0,-2-2-61 16,0-1-82-16,0-6-378 0,-2-3-771 0,1 1 342 16</inkml:trace>
  <inkml:trace contextRef="#ctx0" brushRef="#br0" timeOffset="35949.25">21647 2689 307 0,'2'-5'371'0,"1"-2"-26"0,1 2-5 0,0 0-11 16,-3 1-20-16,4-1-26 0,-5 2-52 16,3 1-4-16,-3 2-17 0,1-5-20 0,-1 5-24 0,4-2-26 0,-4 2-30 0,0 0-27 15,0 0-3-15,0 10-9 0,-3-1-9 0,2 6-7 16,-3 1-6-16,-1 3-4 0,-1 4-11 0,-3 5 0 15,1 2 3-15,-4-4-6 0,3 3-5 0,0-4-4 16,2-4-1-16,2-4 8 0,3 1-12 0,-2-4 0 16,1-2 0-16,2-2 3 0,0-3-12 0,1-2 11 15,-2-1-3-15,2-4 34 16,-1 8 23-16,1-8 28 0,0 5 40 0,0-5 33 16,0 0 27-16,0 0 15 0,0 0-18 0,0 0-30 15,0 0-11-15,24-15-15 0,-11 5-12 0,2-2-15 16,2-2-9-16,2-5-15 0,4 1-8 15,-2-1-8-15,-1 0-6 0,0 2-9 0,-5 2-3 16,0 1-6-16,-2 3-5 0,-6 2-7 0,4 2-3 16,-4 2-6-16,-3 0-1 0,1 3-7 0,-1-3 1 0,1 0 0 0,0 4-13 15,-4-3-9-15,2 2-13 0,-3 2-22 0,0 0-23 16,5-3-24-16,-5 3-8 0,0 0 6 0,0 0 11 16,-11 16 7-16,-1-4 7 0,-1 2 3 0,1 0 9 15,-6 3 6-15,3-1 2 0,2-1 8 0,0-1 4 16,3 1 0-16,-2-4 4 0,5 0 4 0,0-5-3 15,2 1 1 1,0-3 5-16,1 1 1 0,0 0 1 0,4-2 7 0,0-3-3 16,-5 4-2-16,5-4 6 0,0 0 1 0,-5 5-1 15,5-5 0-15,-4 3-1 0,4-3 0 0,0 0-2 16,9 10 6-16,0-2-1 0,-1 0 5 16,2 2-5-16,5 0 8 0,1 2-2 0,1 0-45 15,1 0-45-15,4 0-66 0,-5 0-77 0,-1-2-77 16,2 2-104-16,-5-3-396 0,6 0-874 0,-7-4 387 0</inkml:trace>
  <inkml:trace contextRef="#ctx0" brushRef="#br0" timeOffset="36650.18">22305 2882 93 0,'-12'0'281'0,"-1"-1"-8"0,2 1-13 0,3 0-19 15,1-1-12-15,-1 1-17 0,8 0-17 0,-9 0-17 16,9 0-18-16,-7 0-13 0,7 0-9 0,0 0-9 16,-8 1 7-16,8-1-2 0,0 0 6 0,-6-1 3 0,6 1-1 15,0 0 3-15,0 0-5 0,0 0 0 0,0 0-5 16,0 0-1-16,0 0-7 0,0 0-9 0,0 0-6 16,0 0-6-16,0 0-6 0,0 0-8 0,-3-4-7 15,3 4-8-15,0 0-13 0,0 0-4 0,0 0 0 16,0 0-10-16,0 0-5 0,0 0-4 0,0 0-7 15,0 0-3-15,0 0-3 16,0 0-2-16,0 0 1 0,0 0-4 0,0 0-6 16,0 0 3-16,0 0-1 0,0 0-4 0,0 0-3 15,0 0 4-15,0 0 1 0,0 0-4 0,0 0 5 16,0 0 1-16,0 0-14 0,0 0 6 0,0 0 1 16,0 0-3-16,0 0 2 0,0 0 0 0,0 0-2 15,0 0 2-15,0 0-3 0,0 0 1 0,0 0-3 16,0 0 0-16,0 0 1 0,0 0 4 0,0 0 1 0,0 0-8 0,0 0 3 15,0 0 4-15,0 0-1 0,0 0-2 0,0 0-4 16,0 0 7-16,0 0-4 0,0 0-3 16,0 0 2-16,0 0 0 0,0 0-2 0,0 0 4 0,0 0-4 0,0 0-4 15,0 0 3-15,20-3 2 0,-1 1 0 0,2-1-2 16,13 0 0-16,1-2-3 0,4 0 3 0,0 2-3 16,15-5 3-16,-12 6-1 0,-5-3 1 0,3 3-6 15,-4-3 1-15,-6 2 1 0,-2 1 0 0,-6 0 0 16,-3 0 3-16,-10 1-2 0,2-1-9 0,1 2-1 15,-7-1-7-15,2-1-3 0,-7 2-10 0,9-1-17 16,-9 1-21-16,7-1-46 0,-7-2-43 0,0 3-27 16,0 0-28-16,0 0-23 0,0 0-31 0,-10-6-41 15,5 3-44-15,5 3-254 16,-8-5-654-16,4 3 289 0</inkml:trace>
  <inkml:trace contextRef="#ctx0" brushRef="#br0" timeOffset="36866.39">23026 2630 269 0,'1'-4'415'0,"-1"2"-3"0,3-2-14 16,-3 4-37-16,0 0-27 0,2-6-34 0,-2 6-40 0,0 0-28 15,3-4-26-15,-3 4-37 0,0 0-26 0,1 14-10 16,-1-2-22-16,0 5-7 0,-1 7-7 0,0 3-14 15,-2 4-17 1,3 1-39-16,-4 2-77 0,1 0-82 0,-8 12-88 16,-3-1-400-16,5-17-672 0,0-2 298 0</inkml:trace>
  <inkml:trace contextRef="#ctx0" brushRef="#br0" timeOffset="199011.74">24714 3156 150 0,'0'0'131'0,"0"0"2"0,0 0 7 0,0 0-5 0,0 0-7 15,1-4-11-15,-1 4-15 0,0 0-15 0,0 0 0 32,0 0-5-32,0 0-19 0,0 0-28 0,0 0-20 0,0 0-62 0,0 0-30 15,0 0-35-15,0 0-84 0,0 0-210 0,0 0 93 16</inkml:trace>
  <inkml:trace contextRef="#ctx0" brushRef="#br0" timeOffset="199326.65">24719 3087 188 0,'0'0'223'16,"3"-3"5"-16,-2-1-13 0,-1 4-3 0,1-4-10 15,-1 4-9-15,0 0-16 0,0 0-16 0,5-2-10 16,-5 2-18-16,0 0-12 0,0 0-15 0,0 0-15 0,0 0-12 16,0 0-20-16,0 0-7 0,0 0-11 0,0 0-6 15,0 13-2-15,0-7-5 0,-1 4 0 16,-4 0-2-16,1 7 4 0,0-1-10 0,0 0 0 16,-1 2-2-16,-1-1 0 0,-5-1 0 0,2 3 0 0,-2 4-28 0,-1-5-28 15,-3 3-29-15,1-6-25 0,-2 6-67 0,-3-2-29 16,6-5-40-16,-1-3-129 0,5-6-387 0,4-5 171 15</inkml:trace>
  <inkml:trace contextRef="#ctx0" brushRef="#br0" timeOffset="199499.22">24833 2813 103 0,'2'-9'437'0,"2"1"-17"16,-2 1-28-16,-1 2-33 0,0 1-43 0,-1 4-30 15,4-6-36-15,-4 3-51 0,2 1-78 0,-2 2-53 16,0 0-27-16,0 0-22 0,0 0-29 0,2 18-44 16,-1-7-38-16,0 4-63 0,4-1-100 0,1-2-153 0,3 2-441 0,1-4 195 15</inkml:trace>
  <inkml:trace contextRef="#ctx0" brushRef="#br0" timeOffset="200564.25">26931 2530 86 0,'0'-4'305'0,"0"-2"-28"15,0 3-31-15,0 3-31 0,0-4-37 0,0 4-27 16,0 0-19-16,0 0-13 0,-4 17-12 0,2-3-14 16,-5 6-9-16,3 4-7 0,-2 5-8 0,-3 5-9 15,4-5-4-15,0 2-2 0,-6-1-5 0,5 3-3 16,-1-3-7-16,0 1-2 0,2-3 0 0,0-3-5 15,-3 1-8-15,7-10 5 0,-3 2-7 0,2-7-1 0,0 0-4 16,2-4 17-16,-2-2 20 0,2 2 36 0,-2-2 44 16,2-5 42-16,-3 4 41 0,3-4 31 0,0 0 19 15,0 0-5-15,0 0-28 0,0 0-22 0,7-17-21 16,-3 7-22-16,9-3-14 0,-3-3-19 0,4-7-18 16,5-4-7-16,3 4-18 0,-1-2-14 0,0-1-6 15,1 4-5-15,-5 1-6 16,2 1-10-16,-6 5-6 0,-1 2-5 0,-3 4-2 15,-1-2-9-15,2 3 3 0,-5 1-4 0,-1 2-2 16,1 0-3-16,-1 3-1 0,0-3-5 0,0 2-4 16,-3 0-4-16,-1 3-11 0,6-2-12 0,-3-1-17 15,-3 3-14-15,0 0-12 0,0 0-15 0,0 0 12 16,0 0 2-16,-14 13 12 0,-1-1 4 0,-5 0 3 16,-2 1 8-16,0 3 0 0,3-6-2 0,3 2 6 0,-2-2 7 15,3 0-1-15,5-2 4 0,1-1-4 0,1-2 6 16,-2-1-3-16,5 0 4 0,-2-1-1 0,5-1 2 15,-1 1 7-15,-1-1 4 0,4-2-5 0,-6 4-1 16,6-4-5-16,-1 4 1 0,1-4 2 0,1 7 1 16,4-5 2-16,0 2-2 0,3 2 0 0,2 1 1 15,3 2-1-15,1 1 5 16,4-2 3-16,5 9-3 0,-3-2-2 16,2-1 5-16,-3-4 1 0,3 7-2 0,-7-5 1 0,3 2-4 15,0-4 8-15,-4 2-2 0,-1-5 0 0,0 4 2 16,-3-6-1-16,-2 1-2 0,-3 0-1 0,0-2 1 15,0-1 3-15,3 1 1 0,-8-4-5 0,5 6 9 16,-4-3 1-16,-1-3-12 0,0 0 10 0,5 2 1 16,-5-2 4-16,3 4-4 0,-3-4 0 0,0 0 3 0,0 0-1 0,0 0 0 15,0 0-5-15,0 0-16 0,0 0-14 0,0 0-44 16,0 0-78-16,0 0-56 0,0 0-36 0,7-13-52 16,-3 7-73-16,-1-1-336 0,0 0-757 0,3-1 335 15</inkml:trace>
  <inkml:trace contextRef="#ctx0" brushRef="#br0" timeOffset="201237.9">27529 2664 147 0,'0'0'373'0,"-3"-4"-29"0,3 4 1 0,-1-4-28 15,1 4-25-15,0 0-24 0,0-3-31 16,0 3-34-16,0 0-9 0,0 0-33 0,0 0-22 16,0 0-8-16,0 0-17 0,0 0-11 0,0 0-6 15,9 10-11-15,0-4-11 16,1 2-5-16,-1 0-2 0,8 3-15 0,-2-1-7 16,3 2-9-16,3 5-6 0,-4-10-18 0,0 6-16 15,2-6-1-15,0 3-6 0,-4-1-2 0,2-2 2 16,0-1 7-16,-3-2 0 0,-5 1-2 0,0-3 2 15,-3-1 6-15,2 2 28 0,-2-2 10 0,-6-1 16 16,8 0-23-16,-8 0 43 0,0 0-2 0,13-2 9 16,-13 2 4-16,5-2 3 0,-3 1-8 0,-2 1-1 0,4-2-23 15,-4 2 4-15,0 0-6 0,0 0-8 0,0 0-11 16,0 0-20-16,0 0-18 0,0 0-4 0,0 0-3 16,0 0 6-16,-19 22-5 0,0-3-7 0,-5 2 8 15,-2 2 5-15,-14 10-3 0,3 4 1 0,5-3 2 16,-2 1-4-16,11-7 0 0,-1-3 7 0,1 0-5 15,7 0 3-15,-3-7-1 16,6-1-4-16,3-2 2 0,1-1-2 0,0-5-1 16,2 0 5-16,2-1 3 0,1-3 6 0,1-2 6 15,1 1 14-15,-2 1-3 0,4-5 14 0,-4 5 10 16,4-5 10-16,0 0 1 0,-4 4 2 0,4-4 7 16,-2 2 0-16,2-2-1 0,0 0-3 0,0 0 1 15,0 0-3-15,-2 5-6 0,2-5-5 0,0 0-5 16,0 0-3-16,0 0-6 0,0 0-10 0,0 0-29 0,0 0-37 15,0 0-34-15,0 0-38 0,0 0-31 0,5-16-57 16,-5 16-52-16,4-8-50 0,-4 8-58 0,7-8-382 16,-4 3-802-16,4 0 355 0</inkml:trace>
  <inkml:trace contextRef="#ctx0" brushRef="#br0" timeOffset="201584.31">27936 3033 183 0,'0'0'375'15,"2"-5"-18"-15,-2 5-36 16,0 0-28-16,0 0-26 0,0 0-29 0,0 0-34 16,0 0-18-16,-19 10-19 0,4 2-27 0,0 2-1 15,-6 6-18-15,-2 2-14 0,1-1-12 0,0 1-8 16,-1 2-4-16,0 0-10 0,5-1-3 0,1-2-17 15,4-6 0-15,1 2-6 0,3-1-8 0,0-6-4 16,3 0-12-16,0-2-1 0,0 1 11 0,1-3-5 16,3-3-5-16,-1 3 2 0,1-3 31 0,2-3 19 0,-3 5 8 0,3-5 5 15,0 0 9-15,-3 4 12 0,3-4-2 0,0 0 0 16,-3 2-7-16,3-2-6 0,0 0-4 0,0 0-11 0,0 0-7 16,0 0-28-16,0 0-47 0,0 0-46 15,5-12-52-15,0 7-71 0,3-3-61 0,-1-1-68 16,6-2-100-16,-1-1-237 0,1 1-692 0,6-10 307 15</inkml:trace>
  <inkml:trace contextRef="#ctx0" brushRef="#br0" timeOffset="202062.75">28447 2605 39 0,'1'-12'347'0,"0"4"-3"16,-1-3 8-16,0 6 2 0,0-5-18 0,3 4-10 15,-2 1-21-15,-1 1-25 0,0 4-21 16,0-5-28-16,1 1-24 0,-1 4-14 0,0-4-28 0,0 4-28 15,0 0-34-15,0 0-36 0,0 0-18 0,0 0-15 16,0 0-9-16,0 22-2 0,-1-5 1 0,-4 6 7 16,0 5-11-16,-2-1-3 0,1 2-1 0,-2 1-7 15,3 1 6 1,0 1-24-16,0-2 25 0,-3 0-7 0,3-5 10 16,5 1 4-16,-4-8-18 0,3 2 5 0,1-2 2 15,0-2-4-15,0-4 6 0,0-2-6 16,0 0 1-16,0-3 2 0,1-1 4 0,-1 0-3 15,0-1 3-15,0-5-4 0,0 7 9 0,0-7 14 16,3 5-4-16,-3-5 5 0,0 0 3 0,0 5-3 16,0-5 7-16,0 0 0 0,0 0-14 0,0 0 10 0,0 0-5 0,0 0 3 0,0 0-7 15,0 0-16-15,0 0-41 0,0 0-34 0,0 0-9 16,0 0-32-16,-3-20-29 0,3 15-32 16,-1-2-33-16,-1 2-32 0,0-4-60 0,1 0-64 0,-5-2-201 15,2 1-600-15,1-1 266 0</inkml:trace>
  <inkml:trace contextRef="#ctx0" brushRef="#br0" timeOffset="202300.15">28407 2530 147 0,'0'-5'343'16,"0"0"-25"-16,0 5-28 0,1-5-34 0,-1 5-29 16,0-2-26-16,0 2-21 0,0 0-24 0,0 0-19 15,-5 9-16-15,1 3-17 0,-2 2-17 0,-3 9-22 16,-3 1-31-16,-3 2-42 0,0 1-40 0,-3 2-51 16,0-1-69-16,-1-1-223 0,4 1-423 0,0-4 187 0</inkml:trace>
  <inkml:trace contextRef="#ctx0" brushRef="#br0" timeOffset="202616.34">28336 3104 67 0,'-2'4'377'0,"2"-4"-17"0,0 0-9 0,0 0-17 15,0 0-37-15,0 0-29 0,10 2-24 0,3-3-28 16,6-2-17-16,18 2-35 0,2-1-73 0,13-2-101 16,-16 1-142-16,2-1-316 0,-1-4-507 0,0-1 224 15</inkml:trace>
  <inkml:trace contextRef="#ctx0" brushRef="#br0" timeOffset="205590.03">3659 7303 88 0,'0'-4'249'0,"0"-3"3"16,0 0-8-16,1 0 5 0,-1-4 2 0,3 4 2 15,-3 0 5-15,1-2 15 0,2 0-28 0,-3 2-8 0,1 0-6 16,-1 1-12-16,3 1-13 0,-2-1-18 0,-1 3-18 15,-1-3-16-15,1 6-21 0,0-5-31 0,0 5-34 16,0 0-42-16,0 0-9 0,0 0-6 0,-3 14-5 16,2 3 0-1,-3 8-4-15,-5 6-1 0,5 0 4 0,-6 4 1 0,-4 12-12 16,-1-1 9-16,2-1 0 0,1-2 2 0,2-10-4 16,2-1 2-16,1-4 13 0,2 0-4 15,-2 1-9-15,5-10 5 0,-1-1-8 0,2-4 4 0,0 0-1 16,1-7 4-16,-2 3 11 0,2-3 15 0,0-4 24 15,0 0 26-15,2 2 27 0,-1-1 37 0,-1-4 41 16,0 0 29-16,0 0-15 0,0 0-27 0,5-12-20 0,1 4-18 16,3-8-7-16,4-1-11 0,0-5-21 0,6-3-7 15,-5-2-12-15,5 1-6 0,3 0-8 0,-4 0-8 16,1 1-7-16,-1-1-2 0,-1 6-4 0,-1-3-7 16,0 2-3-16,-6 8-5 0,1-3 1 0,-3 7-13 15,-2 1 3-15,3-1 13 0,-4 5-2 0,-1-2-3 16,-3 3-11-16,2-1 11 0,0 1-7 0,-1 1-2 0,-2 2-8 0,4-7-11 15,-4 7-9-15,4-2-12 0,-4 2-14 0,0 0-10 16,0 0-14-16,0 0-1 0,0 0-1 0,0 0 11 16,0 0 4-16,-12 14 2 0,8-9 0 15,-2 4 8-15,-4-3 6 0,2 1 2 0,3-3 2 0,0 2 3 16,0-2 2-16,0 1 4 0,1-4 6 0,1 2-1 16,1 1 0-1,-1-2 6-15,1 1 2 0,2-3 4 0,-4 1 13 16,4-1 5-16,0 0 9 0,-1 4 1 0,1-4-4 15,0 0-1-15,0 0-6 0,-4 3-5 0,4-3-6 16,0 0-6-16,0 0-10 0,4 5 6 0,-3 0-2 0,1-1 3 16,5 7-2-16,-1-1 1 0,6 4 2 15,1 2-1-15,4 5 1 0,4 0 2 0,-2 1 4 16,0 2-3-16,-1-2 2 0,4 0 0 0,-1-1-2 0,-5-1 1 0,3 1 3 16,-6-6 1-16,1-1 0 0,-1 1-1 0,-1-4-5 15,-4 0-11-15,1-4-3 0,-3 1 3 0,2-4-1 16,-3 1 3-16,-1 0 1 0,-1-2 3 0,0 1 5 15,1-1 11-15,0-2 14 0,-4-1 13 0,1 3-3 16,-1-3 18-16,3 3 4 0,-3-3 6 0,0 0-2 16,0 0 2-16,0 0-5 15,5 3-10-15,-5-3 3 0,0 0-12 0,0 0-5 0,0 0 5 16,0 0-13-16,0 0 1 0,0 0-2 0,0 0-17 16,0 0-9-16,0 0-24 0,0 0-29 0,6 0-14 15,-6 0-29-15,0 0-30 0,0 0-31 0,0 0-34 16,0 0-39-16,0 0-37 0,0 0-57 0,0 0-119 15,0 0-408-15,0 0-922 0,-1-13 407 0</inkml:trace>
  <inkml:trace contextRef="#ctx0" brushRef="#br0" timeOffset="205890.49">4347 7540 25 0,'0'0'368'0,"0"0"7"0,-9 0 1 0,9 0-2 15,-4-1-5-15,4 1-16 0,0 0-11 0,0 0-19 16,0 0-21-16,-5-3-20 0,5 3-27 0,0 0-25 15,0 0-20-15,0 0-28 0,0 0-21 0,6-7-25 16,2 5-30-16,3-1-29 0,6 1-30 0,3 0-46 16,1 0-39-16,1-5-60 0,-2 3-43 0,1 3-35 15,0-1-31-15,2 0-40 0,-6 2-46 0,-2 0-76 16,-3 0-186-16,-1 0-600 0,-3 2 266 0</inkml:trace>
  <inkml:trace contextRef="#ctx0" brushRef="#br0" timeOffset="206052.87">4418 7677 84 0,'-16'12'235'15,"1"-3"-12"-15,4-1-15 0,2-4-10 0,0 4-10 16,3-4 1-16,2 1 1 0,-1-3 1 0,1 1 0 16,3 1 4-1,-2-1-23-15,3-3-5 0,0 0-11 0,0 0-15 16,16 1-17-16,3-4-11 0,2-2-12 0,9 0-19 16,2-2-55-16,1-2-44 0,4 1-39 0,-2-4-42 15,2 3-58-15,0-2-80 0,-2 1-200 0,-3 1-471 16,4 0 208-16</inkml:trace>
  <inkml:trace contextRef="#ctx0" brushRef="#br0" timeOffset="206277.25">5099 7366 204 0,'-2'-10'432'16,"0"-1"9"-16,0 2 1 0,-1 2-2 0,1 1-2 15,0 0-11-15,-1 2-25 0,2-2-33 0,1 6-31 16,-2-5-45-16,1 2-33 0,1 3-33 0,0 0-56 0,0 0-34 0,0 0-16 31,0 0-14-31,-3 19-7 0,3-2-12 0,2 2-8 16,-1 9-8-16,2 1-2 0,-1 0-9 0,6-1-23 0,-3 1-39 0,1 1-28 15,1 0-29-15,1 0-36 0,0-3-57 0,-3-3-65 16,0 0-71-16,-5-5-93 0,3 0-377 0,-2-4-821 16,-1-6 363-16</inkml:trace>
  <inkml:trace contextRef="#ctx0" brushRef="#br0" timeOffset="206870.33">3268 8261 132 0,'0'0'215'0,"-11"-1"-8"0,11 1-6 0,-9 0-5 16,5 2-7-16,4-2-9 0,-8 1-7 0,8-1-8 0,-6 1-7 0,6-1-12 16,0 0-5-16,-8 0-18 0,8 0-14 0,0 0-10 15,0 0-9-15,0 0-8 0,0 0-12 0,-6 0-2 16,6 0-8-16,0 0-4 0,0 0-5 0,0 0 0 16,-4 4 2-16,4-4-8 0,0 0-2 0,0 0 7 15,0 0-9-15,0 0 1 0,0 0-5 0,0 0-5 16,0 0-4-16,0 0-1 15,0 0-2-15,0 0 8 0,23 0 2 0,-5-3 8 16,18 0 9-16,21-6-12 0,35-1 8 0,15-4 33 16,7 3 9-16,5-4 8 0,6 2 8 0,9 1-3 0,2-1-1 0,6-1-2 15,-8 4-3-15,-3 2 2 0,-8-1-2 0,-10-2 4 16,-9 5-5-16,-6-5 3 0,-33 5-1 16,-2 1 1-16,-6 3-1 0,-16-2 1 0,-6 3-4 15,-5-3 1-15,-11 3-4 0,-5-2-4 0,-1 2-3 0,-3 1-6 16,-4-2-8-16,1 1-4 0,-1 0-6 0,-6 1-16 15,12 0-13-15,-12 0-27 0,5-1-42 0,-5 1-51 16,0 0-84-16,0 0-64 0,-18-3-64 0,6 5-73 16,-7-1-446-16,9 1-886 0,-2-2 393 0</inkml:trace>
  <inkml:trace contextRef="#ctx0" brushRef="#br0" timeOffset="207981.81">7948 8084 36 0,'0'-11'264'15,"0"-1"-3"-15,-2 0 3 0,1-2-23 0,0-1-4 0,-2 3-12 16,1-2-3-16,-5-1-13 0,3 3-8 0,1-1-17 16,-3 4-21-16,0-3-12 0,0 4-17 0,-1-2-9 0,0 3-11 15,0-1-12-15,-3 3-9 0,0 0-14 0,0 2-17 16,-4 3-6-16,-1 3-5 0,-5 3-11 15,-3 5-1-15,-3 6-3 0,2 1-5 0,-4 4-6 16,3 4-3-16,-9 11-4 0,11-8-4 0,4-1 0 0,-1 2-2 0,2 2 0 16,1 0 0-16,-2-2-1 0,6 2 1 0,3 0-6 15,2-1 6-15,3-2 4 0,4 0-2 0,2-3 2 16,3-6 2 0,0-3 2-16,1-2 4 0,1-3-1 0,2-3 3 15,-3 1 4-15,3-2 17 0,2-4 17 0,0 0 6 16,2-3 10-16,3-1 11 0,1-2-1 0,0-5 7 15,2-1 6-15,0-2 5 0,-4-1 5 0,5-7 5 16,-4 4 5-16,1-6-5 0,0 1-2 0,1-3-7 16,-7 3-1-16,4-3 2 0,-1 0 0 0,-3 5 4 0,-2 2 9 0,0-1 14 15,-3 4 13-15,0 2-9 0,-1 0-8 0,1 0 2 16,-4 4-16-16,2 1-9 0,-2 0-14 0,0 0-11 16,0 1-13-16,2 1-9 0,-3 3-14 0,0-5-24 0,0 5-30 15,0 0-27-15,0 0-11 0,0 0 0 16,0 0 3-16,0 21 3 0,-4-8 8 0,-1 3 3 15,0 9 2-15,-4 2 4 0,3-2-1 0,-2 0 3 16,3 0 4-16,1 3-1 0,0-2 3 0,-1-5 2 0,1-4-1 16,4 0 6-16,-1-1-3 0,1-3 1 15,0-1 2-15,0-3 1 0,0-2 18 0,0 0-4 16,0-2 13-16,0-2 9 0,1 0 11 0,-1-3 20 0,8 4 0 0,-2-3-1 16,3-4 1-16,9-2-13 0,10-7-7 0,4 3-5 15,3-6-22-15,12-9-54 0,3-2-62 0,-3-5-87 16,0 2-106-16,3-2-107 0,-5 3-112 0,1-3-466 15,-14 13-1059-15,-3-5 469 0</inkml:trace>
  <inkml:trace contextRef="#ctx0" brushRef="#br0" timeOffset="208457.66">8409 8335 129 0,'1'-5'372'0,"0"-2"-3"0,-1-1 2 16,3 4 8-16,-6 0-11 0,6-2 3 0,-3 3-13 15,0 3-14-15,1-8-26 0,2 7-29 0,-3-3-35 16,0 4-32-16,0 0-27 0,0-5-42 0,0 5-38 16,0 0-17-16,0 0-13 0,-3 13-7 0,2-3-5 15,-3 9-14-15,-1 5-6 0,-1 1-4 0,3 4-7 0,-2-2-1 16,0-1-6-16,1 3-2 0,4-3 2 0,-6 1-12 15,6-8 0-15,-2-1-2 0,2-1 0 16,0-5-4-16,0 0 0 0,0-2-2 0,-1-1 4 0,1 3-4 16,1-7-5-16,-1-1 4 0,2 2 1 0,-2-1 3 15,0-4 5-15,0-1 12 0,2 6-1 0,-2-6 0 16,0 4 0 0,0-4 0-16,0 0-9 0,0 0 3 0,0 0-3 0,0 0-13 15,0 0-17-15,0 0-25 0,0 0-46 0,0 0-71 16,0 0-63-16,0 0-75 0,0-14-88 0,2 4-406 15,3 1-845-15,1-1 374 0</inkml:trace>
  <inkml:trace contextRef="#ctx0" brushRef="#br0" timeOffset="208943.01">9196 8223 109 0,'-6'0'256'0,"6"0"-4"0,-12 0-13 16,12 0-6-16,0 0-10 0,-7 0-5 0,7 0-10 15,0 0-11-15,-7-2-18 0,7 2-11 0,0 0-19 16,0 0-13-16,0 0-17 0,0 0-4 0,27-3-15 15,-8 1-15-15,11 0-3 0,2-1-10 0,3 3-8 16,4-3-8-16,-1-1-6 0,0 1-4 0,2 1-4 16,-2 0-3-16,-6 1-2 0,0 0-6 0,-9 0-3 15,-5-1-4-15,-4 2-3 0,-4-1 0 0,-2 1-5 16,1-1 4-16,-3 1-12 16,-6 0-15-16,9-1-19 0,-9 1-28 0,0 0-36 15,0 0-37-15,0 0-38 0,-24 0-67 0,11-2-259 16,0 4-531-16,1-1 235 0</inkml:trace>
  <inkml:trace contextRef="#ctx0" brushRef="#br0" timeOffset="209359.41">9537 8424 44 0,'-10'1'284'0,"-3"0"-11"0,4 2-11 0,0-1-7 16,4 2-8-16,-1-3-7 0,2 2-14 0,-1-3-8 15,5 0-13-15,-7 3-8 0,7-3-12 0,-3 1-12 16,3-1-13-16,0 0-19 0,0 0-10 0,0 0-12 16,-7 1-15-16,7-1-11 0,0 0-3 0,0 0-5 15,0 0-9-15,0 0-1 0,-6 4-8 0,6-4-2 16,0 0-1-16,0 0-6 15,0 0-6-15,0 0-7 0,0 0-11 0,0 0 8 16,0 0-8-16,0 0 3 0,0 0-10 0,0 0 4 16,0 0 2-16,28-6-9 0,-5 5-9 0,9-1 6 0,6-1-3 0,15-2-6 0,0 1-1 15,2 1 2-15,3-2 0 0,-8 1-6 0,-11 1 7 16,0-1 1-16,-5 1-6 0,-2-4 3 0,-4 4-5 16,-9 1 3-16,-6 1 3 0,0-1 6 15,-3 0 8-15,-2 2-7 0,-2 0 7 0,-2-1-10 16,-4 1-5-16,10 0-42 0,-10 0-32 0,7-2-47 15,-7 2-73-15,0 0-74 0,0 0-84 0,-11-7-299 16,11 7-691-16,-18-3 307 0</inkml:trace>
  <inkml:trace contextRef="#ctx0" brushRef="#br0" timeOffset="211179.05">11531 7711 14 0,'-8'0'182'0,"8"0"-6"15,0 0-2-15,-9 0-6 0,9 0-10 0,0 0-9 0,0 0-11 16,0 0-8-16,0 0-15 16,-6-1-5-16,6 1-8 0,0 0-4 15,0 0-5-15,0 0-11 0,0 0-6 0,0 0-6 16,0 0-3-16,0 0-10 0,0 0 2 0,0 0-10 0,0 0-2 16,0 0-9-16,0 0 2 0,0 0-6 0,0 0-5 15,-4-2-2-15,4 2-1 0,0 0-4 0,0 0-4 16,0 0-1-16,0 0 0 0,0 0 5 15,0 0 1-15,0 0 1 0,0 0-3 0,0 0 1 0,0 0-1 0,0 0-1 16,0 0 5-16,0 0-1 0,0 0 4 0,0 0-2 16,0 0 4-16,0 0 1 15,0 0-1-15,0 0-1 0,0 0 1 0,0 0 3 0,0 0-3 16,0 0-1-16,0 0-3 0,0 0 0 0,0 0 3 16,0 0-6-16,0 0 2 0,0 0-4 0,0 0-2 15,0 0-1-15,0 0 0 0,0 0-1 0,0 0 0 0,0 0 3 0,0 0 0 0,0 0 0 16,0 0-1-16,0 0 1 0,0 0-1 0,0 0 7 15,0 0-8-15,0 0 0 0,0 0-4 0,0 0 3 16,0 0 0-16,0 0-3 0,0 0 0 0,0 0 1 16,0 0-4-16,0 0 0 0,0 0-4 0,0 0 1 15,0 0 1-15,0 0-2 0,0 0 0 0,0 0 0 0,0 0-4 16,0 0 2 0,0 0 3-16,0 0-7 0,0 0 0 0,0 0 4 15,0 0-3-15,0 0-2 0,0 0 1 16,0 0 3-16,0 0 0 0,0 0-3 0,0 0 2 15,0 0-1-15,0 0-4 0,0 0 2 0,0 0 4 16,0 0-4-16,0 0 1 0,0 0-2 0,0 0 1 16,0 0-3-16,0 0 3 0,0 0 1 0,0 0-1 0,0 0 2 0,0 0-2 15,0 0 3-15,0 0-2 0,0 0 1 0,0 0-1 0,0 0 12 16,0 0-12-16,0 0 2 0,0 0-1 0,0 0-3 16,0 0-1-16,0 0 2 0,0 0-2 0,28 0 2 15,-8-1 2-15,10 0-1 0,9 1 11 0,15-4-14 16,0-3 3-16,6 2-1 0,7 4 2 0,24-11 1 15,-24 9 0-15,-1 0 5 0,-2 2-4 0,3-4-5 16,-10 3 18-16,-1-4-15 16,-20 6 0-16,0 0-1 0,-4-1 2 0,-3 1-1 15,-7 0 2-15,-4 0-4 0,0-3 6 0,-6 4-6 16,1 1-9-16,-4-2-18 0,0 1-22 0,-4-1-26 16,-1 3-36-16,-4-3-28 0,4 3-37 0,-4-3-66 15,0 0-252-15,-8 5-535 0,8-5 236 0</inkml:trace>
  <inkml:trace contextRef="#ctx0" brushRef="#br0" timeOffset="-213001.12">13104 7357 36 0,'0'0'223'0,"0"0"-7"0,0 0-4 0,-3-3-10 16,3 3-15-16,0 0-10 0,0 0-17 0,0 0-13 16,0 0-15-16,0 0-14 0,0 0-14 0,0 0-9 15,0 0-13-15,13-2-9 0,-8 2-7 0,-5 0-9 16,15 2-5-16,-4 0-7 0,0-1-2 0,0 4-7 15,1 2-2-15,6-2-6 16,-8 4 0-16,7-2 0 0,-6 3-5 0,0-2 0 16,-4 6-4-16,2-1-2 0,-5-2 0 0,-1 7 0 0,-1-1-2 0,-4 2-1 15,-5 3 2-15,-3 5-2 0,-7-3 0 0,1-2 4 16,-5 0-6-16,-2 1-3 0,-2-3 0 0,-1-3-4 16,4 0 1-16,-1-3 0 0,7 0 1 0,-1-4 0 15,3 0-1-15,3-3 0 0,0-2-1 0,5-1-5 16,1 1 6-16,0-2 8 0,1 0 2 0,0 1 3 15,4-2 2-15,0-2 11 0,0 0 6 16,8 4 7-16,1-1-2 0,6-2-4 0,3-1 2 0,5-1-6 16,8 1-8-16,-1 0 2 0,-2-4 3 0,3 4 7 15,1-3 0-15,-1 1 2 0,-3-4-3 0,-1 6-4 16,-6 0 0-16,-3-1-6 0,-4 0 11 16,-5 1-18-16,2-1 6 0,-3 1-6 0,0-1 3 0,-3 2-8 0,-5-1-1 0,9-1-7 15,-9 1-5-15,9 0-8 0,-9 0-18 16,5-2-13-16,-5 2-11 0,0 0-11 0,0 0-12 15,0 0-17-15,0 0-27 0,0 0-40 0,0 0-41 32,0 0-81-32,0 0-169 0,-15-5-480 0,15 5 212 0</inkml:trace>
  <inkml:trace contextRef="#ctx0" brushRef="#br0" timeOffset="-212747.03">13988 7449 137 0,'-1'-4'316'0,"2"1"-21"0,-2-2-25 0,1 5-21 16,-2-5-24-16,2 5-20 0,-5-3-24 0,5 3-16 16,-12 3-17-16,1 1-14 0,-1 1-12 0,-5 4-15 15,-1 2-1-15,-5 2-15 0,1 1-14 0,-1 2-11 16,0 4-3-16,7-8-33 0,-4 8-26 0,0-3-24 15,7-1-23-15,-2-2-21 16,-3 4-20-16,3-5-30 0,3-1-22 0,3-4-21 16,-1 0-27-16,1-5-182 0,0 0-395 0,4-3 176 0</inkml:trace>
  <inkml:trace contextRef="#ctx0" brushRef="#br0" timeOffset="-212585.42">13631 7628 96 0,'3'-13'160'0,"-2"2"19"0,4-1 14 16,-1-1 10-16,1 2 16 0,3 0 8 0,-7 2 5 15,3 0 3-15,1-2 0 0,-2 5-9 16,-2 3-12-16,4-3-32 0,-2 3-3 0,-1 0-34 15,-2 3-21-15,4-1-16 0,-4 1-8 0,12 1-7 0,-2 3 1 16,-1 5-8-16,2-2-6 0,6 5-6 0,2 5-3 16,1 0-7-16,3 5-29 0,3-3-12 15,-3 0-33-15,0-1-39 0,0 1-47 0,1-3-50 16,-4 1-60-16,1 0-107 0,-4-9-197 0,-2 0-552 0,2-3 245 16</inkml:trace>
  <inkml:trace contextRef="#ctx0" brushRef="#br0" timeOffset="-212222.22">14387 7545 167 0,'-9'-1'218'16,"9"1"-8"-16,0 0-11 0,0 0-11 0,-4-1-13 16,4 1-12-16,0 0-9 0,0 0-11 0,0 0-6 0,0 0-8 0,0 0-6 15,0 0 2-15,0 0 2 0,0 0-3 0,0 0-5 16,0 0-10-16,0 0-3 0,0 0-9 0,0 0-10 16,14-3-8-16,-1 2-6 0,6 1-8 0,4-3-4 15,6-2-10-15,3 2-3 0,-4 2-6 0,4-2-3 16,-5 1-3-16,-8 1-3 0,2-1-6 0,-2-1-1 15,-8 1-3-15,2-1-2 16,-3 2-3-16,-2 1 3 0,-2-3-5 0,1 3-3 16,-1-1 8-16,-6 1-17 0,5-2-12 0,-5 2-19 15,5-2-27-15,-5 2-45 0,-1-3-35 0,1 3-28 16,0 0-45-16,-8-4-57 0,4 1-180 0,4 3-481 16,-7-3 213-16</inkml:trace>
  <inkml:trace contextRef="#ctx0" brushRef="#br0" timeOffset="-211852.62">15013 7316 265 0,'2'-5'329'0,"1"0"-8"16,-1 1-8-16,1-2-12 0,0 2-17 0,-2 0-9 15,-1 4-18-15,2-6-36 0,0 3-16 16,-2 3-20-16,1-2-27 0,-1 2-25 0,0 0-26 16,0 0-23-16,0 0-13 0,0 0-13 0,0 0 1 0,-5 19-7 0,1-8-11 0,-1 5-2 15,-4 1-7-15,0 0 19 0,0 9-21 16,-5-3-3-16,5 3-4 0,1-9-2 0,3 1-5 16,-5 0 1-16,6 0-3 0,-4-2 4 0,3 1-1 0,0-8 0 15,-1 2-3-15,2 1 2 0,0-1 1 16,0-1-10-16,1-3 3 0,1 0 0 0,-2-2-5 15,3 1 9-15,-2-2-15 0,2-1-4 0,-2 1 4 16,1 0-11-16,2-4-7 0,-2 3-9 0,2-3-11 0,0 0-11 16,-2 3-12-16,2-3-13 0,0 0-19 0,0 0-28 0,0 0-71 15,0 0-67-15,0 0-270 0,0 0-572 0,-9-7 254 16</inkml:trace>
  <inkml:trace contextRef="#ctx0" brushRef="#br0" timeOffset="-211514">15266 7492 10 0,'4'-2'372'0,"-2"1"-8"16,-2 1-43-16,0 0-26 0,0 0-24 0,5-4-31 15,-5 4-28-15,0 0-20 0,0 0-23 0,0 0-17 16,-6 12-13-16,-1-3-16 0,0 3-13 0,-5-1-13 15,-2 5-9-15,0-1-9 0,-1 7-9 0,1 0-4 16,-3 2-9-16,3-5-6 0,1-2-2 0,3-1-6 16,-1-1-6-16,4 1-1 0,-2-2-5 0,0-4-3 15,3 1-1-15,1-3-3 0,0 1-4 0,1-4 1 16,0 1 0-16,-1-2-4 0,2 1 0 0,1-3-5 16,-1 2 0-1,2-1-2-15,1-3-8 0,-1 4-8 0,1-4-5 16,0 0-15-16,-4 5-11 0,4-5-26 0,0 0-14 0,0 0-13 15,-5 0-11-15,5 0-14 0,0 0-17 0,0 0-23 16,0 0-62-16,0 0-260 0,0 0-515 0,0-11 229 16</inkml:trace>
  <inkml:trace contextRef="#ctx0" brushRef="#br0" timeOffset="-210903.85">15244 7702 164 0,'0'0'317'0,"0"0"-19"0,0 0-16 16,0 0-20-16,0 0-24 0,0 0-24 0,0 0-24 15,0 0-18-15,0 0-23 0,0 0-15 0,0 0-13 0,0 0-15 16,11 6-12-16,-7 1-7 0,1-4-10 0,2 4-12 0,-2 0-1 0,1 1-7 0,1 1-8 15,-2-1-2-15,-1 1-8 0,1 0-2 0,-3 4-2 16,0-4-5-16,-1 4-1 0,-2-2-3 0,-2 0-2 16,1 2 7-16,-2 0-4 0,-1-1-5 0,-1 0 12 15,-2-2-13-15,-3 2-1 0,2-3-1 0,1-1 2 16,0 0 0-16,0-2-2 0,3 1-5 0,1-3-1 16,-2 1 0-1,2-2-4-15,0 3 2 0,2-4 2 0,-1 1 5 0,3-3 16 16,-4 4 14-16,4-4 8 0,0 3 5 0,0-3-1 15,0 0-3-15,9 0-1 0,-9 0-4 16,20 0-3-16,-8-3-1 0,8 1-14 0,-2-1 4 16,4 2-3-16,6-4-3 0,0 0 11 0,0 2 0 0,3 2 0 0,-4-2-4 0,-8 2 9 15,2 1-3-15,-6 0-6 0,-4 0 18 16,0-2-7-16,-3 1 1 0,0 1-3 0,-3-2-5 16,-5 2-4-16,11 0-7 0,-11 0-18 0,7 0-22 0,-3-2-33 15,-4 2-41-15,0 0-39 0,0 0-34 16,0 0-46-16,0 0-62 0,-14 5-116 0,1-5-251 15,-1 2-682-15,-3-4 302 0</inkml:trace>
  <inkml:trace contextRef="#ctx0" brushRef="#br0" timeOffset="-209948.82">11639 8581 95 0,'-9'0'163'0,"9"0"-7"15,0 0-7-15,-9-1-8 0,9 1-4 16,0 0-7-16,-6 0-10 0,6 0-8 0,0 0-8 16,0 0-9-16,-9-1-10 0,9 1-4 0,0 0-8 0,0 0-5 15,0 0-6-15,0 0-6 0,-5-2-8 0,5 2-2 16,0 0-8-16,0 0-2 0,0 0-1 0,0 0-7 15,0 0-1-15,0 0 2 0,0 0 9 0,0 0 6 16,0 0 6-16,0 0-2 0,0 0 0 0,24-1-3 0,-11 0-2 0,4 1 3 16,4-1-7-16,10-1 2 0,1-2 3 15,6 1-6-15,13-1-3 0,8 0 3 0,5 0-1 16,27-2 4-16,1-1 3 0,4 0 0 0,2 0 4 16,2 4-3-16,4-5 3 0,9 1 3 0,8 1-2 0,7 3-4 15,1-5 5-15,4 3 0 0,2 0-2 0,0-2 2 16,3 1-5-16,6-3-7 0,-2 1-2 0,6-1-5 0,0-3-4 15,3 1 5-15,5-3-9 0,6 1 2 0,-6 0-5 16,0-1-5-16,-9 3 3 0,-6 1-1 0,-5 1 3 16,-3-1-6-16,-5 0 13 0,-10 3 6 0,-6 0-3 15,-12-4 4-15,-34 6 7 0,26-5 7 0,-33 3 0 16,-3 1 6-16,-1-3 7 0,-5 1 7 0,-17 0 15 0,0 0 12 16,-5 4 17-1,-7 0 13-15,-2 1 15 0,-7 0 20 0,-1-1-1 16,-2 1 4-16,-1 3-2 0,-2-2-7 0,-1 0-12 15,-1 0-16-15,-4 2-11 0,9-1-11 0,-6-1-11 16,-3 2-14-16,0 0-12 0,7-2-21 0,-7 2-21 16,0 0-25-16,7-1-30 0,-7 1-37 15,0 0-31-15,3-1-34 0,-3 1-36 0,0 0-27 16,0 0-24-16,0 0-25 0,0 0-16 0,0 0 7 0,0 0 4 0,0 8 12 0,0-8-27 16,-7 8-82-16,1-6-247 0,-2 0-641 0,0-1 284 15</inkml:trace>
  <inkml:trace contextRef="#ctx0" brushRef="#br0" timeOffset="-209030.92">11828 9099 110 0,'0'0'180'0,"-7"2"-7"0,7-2-6 0,0 0-7 15,0 0-16-15,0 0-5 0,0 0-9 0,0 0-6 16,0 0 0-16,0 0-6 0,0 0-7 0,0 0-8 16,0 0-8-16,0 0 7 0,0 0 1 0,25 0-4 0,-3-2-8 15,7 0-6-15,7-1-11 0,0 2-19 0,-1 0-3 0,1-1-12 16,0 1-16-16,0 1-23 0,-5-4-27 0,1 4-29 15,-4-3-47-15,0 2-37 0,-8-2-242 0,-3 0-412 16,-1-3 183-16</inkml:trace>
  <inkml:trace contextRef="#ctx0" brushRef="#br0" timeOffset="-208777.33">12527 8925 177 0,'2'-7'333'0,"0"3"-7"0,2-1-11 16,-4 2-19-16,5-2-15 15,-5 2-22-15,1 1-22 0,-1 2-26 0,0 0-26 16,3-4-15-16,-3 4-26 0,0 0-31 0,0 0-21 16,0 0-10-16,0 0-10 0,0 0-8 0,0 14-6 15,0-5-4-15,0 2-2 0,0-1-13 0,0 6-21 16,-3 1-12-16,3 0-20 0,-1 0-25 0,0 2-23 15,-3-3-24-15,1 2-31 0,2-2-41 0,1 2-45 16,-5-5-282-16,2 2-524 0,1-2 232 0</inkml:trace>
  <inkml:trace contextRef="#ctx0" brushRef="#br0" timeOffset="-208504.26">12359 9324 91 0,'-4'1'231'0,"0"1"-7"0,0 0-9 16,4-2-3-16,-5 2 0 0,5-2-5 0,-5 2-9 0,5-2-15 15,0 0-13-15,0 0-14 0,0 0-14 0,0 0-10 16,28-2-14-16,-7-2-9 0,1 2-9 0,9-1-14 16,1-2-8-16,3 2-8 0,-1-1-8 15,-2-1-1-15,-2 3-9 0,-5-2-6 0,-3 4-6 0,-7-1 7 0,-1 0-13 16,-4-1-7-16,-2 4 2 0,-3-4-10 0,3 2-14 15,-8 0-17-15,7-1-24 0,-7 1-12 0,0 0 3 16,6 4-8-16,-6-4-26 0,0 0-37 0,-16 6-43 16,7-3-63-16,3 0-209 15,-2-1-468-15,-3 2 208 0</inkml:trace>
  <inkml:trace contextRef="#ctx0" brushRef="#br0" timeOffset="-208176.28">12637 9415 58 0,'0'0'274'0,"0"0"-24"0,0 0-24 0,3 1-24 0,-3-1-18 0,2 3-16 16,-2-3-7-16,8 4-11 0,-4-1-16 0,-2-1-18 16,1 5-9-16,2-4-8 0,-1 7-11 0,-1-1-3 15,1 3-5-15,-6 3-9 0,1-1-4 0,0 2-5 16,-5 1-5-16,-1-1-6 0,0 1-5 0,-3 0-3 15,0-4 0-15,0 0-7 0,0-1-3 0,3-3-4 16,-2-1-3-16,3-1-4 0,2 0 10 0,-1-3-8 0,1 1-3 0,0-1 22 31,3-2 10-31,-2 1 15 0,3-3 8 0,0 0 4 0,0 0-6 0,8 4-5 16,-3-4-11-16,9-2-3 0,0 0-8 16,7-1-1-16,-1-1-5 0,2 2-8 0,0-4-3 15,4 1-26-15,-4-2-34 0,3 2-33 0,-4-3-44 16,-2 1-52-16,2-4-76 0,-7 1-303 0,2-3-584 0,-2 2 259 15</inkml:trace>
  <inkml:trace contextRef="#ctx0" brushRef="#br0" timeOffset="-207753.92">13156 8987 230 0,'0'0'347'15,"0"-2"-35"-15,0 2-33 0,0 0-30 0,0 0-25 0,0 0-30 0,0 0-21 16,0 0-17-16,15 12-7 0,-7-2-13 0,1 7-9 16,5 3-10-16,-1 7-6 0,1 1-7 0,-4 4-10 15,-1 1-13-15,-1 0 6 0,-5 2-17 0,-1 1-8 16,-4 0-2-16,-4-1-5 0,-5 13-4 0,-1-15 0 15,-3 0-19-15,-3-3-16 0,-4-3-21 0,-3 1-36 16,-3-2-42-16,-11 5-55 0,-3-4-58 0,5-10-322 0,-9 5-560 0,8-11 248 31</inkml:trace>
  <inkml:trace contextRef="#ctx0" brushRef="#br0" timeOffset="-207343.48">11454 8952 72 0,'-13'12'197'0,"-12"6"-16"0,0 3-15 0,-1 3-13 15,-9 14-17-15,3 0-10 0,0 7-14 0,0 1-7 16,7 0-16-16,3 0-5 0,3 2-10 0,6-2-7 16,7-11 3-16,3 2 21 0,11-3-5 0,4-2-3 15,9-1-10-15,15 5-2 0,7-5-4 0,11-8-22 0,5-1-49 0,27-1-69 16,-23-16-133-16,4-2-106 0,27-5-336 0,-33-4 150 16</inkml:trace>
  <inkml:trace contextRef="#ctx0" brushRef="#br0" timeOffset="-205501.58">13665 9094 22 0,'2'-4'272'0,"-2"1"-14"0,0 3-20 0,4-5-14 16,-4 3-17-16,0 2-24 0,5-3-16 0,-5 3-20 16,0 0-21-16,0 0-22 0,0 0-12 0,0 0-12 15,0 0-10-15,0 0-3 0,-9 17-10 0,4-2-3 0,-3-1-4 0,2 1-8 16,-4 1 1-16,1 4-7 0,-3-5-5 0,-3 7-14 15,0-1-20-15,-2 0-28 0,7-4-22 0,-3-2-33 16,0-1-45-16,1-3-62 0,4-2-156 0,-6 1-377 31,6-3 167-31</inkml:trace>
  <inkml:trace contextRef="#ctx0" brushRef="#br0" timeOffset="-205323.8">13537 9176 147 0,'2'-7'296'0,"0"0"-10"15,-2 0-10-15,1 2-17 0,-1 0-23 0,1 3-22 16,-1 2-28-16,3-6-24 0,-3 6-24 0,2-2-15 16,-2 2-14-16,0 0-11 0,3 10-11 0,-2-3-7 15,5 1-7-15,-3 3-8 0,5 4-20 0,1 0-27 0,0-1-25 0,2 6-31 16,-2-4-27-16,6 6-34 0,-3-7-39 0,2 0-61 16,-4-2-193-16,-1-4-425 0,0 0 187 0</inkml:trace>
  <inkml:trace contextRef="#ctx0" brushRef="#br0" timeOffset="-204982.87">14044 9081 269 0,'0'-4'282'16,"0"4"-31"-16,0 0-23 0,-3-6-17 0,3 6-28 15,0 0-15-15,0 0-19 0,-19 10-13 0,14-4-9 0,-4 4-20 16,-1 3-11-16,0 1-10 0,3-3-9 0,-1 3-9 16,3-3-7-16,-1 3-6 0,2-2-3 15,3-1-7-15,1 0 0 0,0-1-6 0,3 2-1 16,-2-7-2-16,2 3-2 0,3-2 0 0,1-2 0 0,0-1 4 16,3-5-1-16,3 1-1 0,-3 0 6 0,3-2-5 15,-4-2 3 1,1-1 3-16,-1-2-3 0,0-1-4 0,-3-3-5 15,1 1 7-15,-3 1-7 0,-3-3-5 0,-1 3 7 16,0-2-12-16,0 1-4 0,0 0-3 0,-4 1-5 0,3 4-8 16,-3 2-15-16,0-3-15 0,-1 4-22 0,0 1-28 0,0 0-27 0,-2-1-37 15,7 3-38-15,0 0-33 0,-6 0-230 0,6 0-481 16,0 0 212-16</inkml:trace>
  <inkml:trace contextRef="#ctx0" brushRef="#br0" timeOffset="-204606.79">14629 9199 241 0,'-7'-2'233'0,"7"2"-12"0,0 0-10 15,-7 0-17-15,7 0-15 0,0 0-15 0,-6-1-14 16,6 1-16-16,0 0-12 0,0 0-9 0,-5-3-10 15,5 3-12-15,0 0-8 0,0 0-7 0,0 0-10 16,0 0-4-16,0 0-2 16,0 0-1-16,0 0-1 0,0 0-1 0,0 0 0 15,0 0-1-15,0 0 2 0,0 0-4 0,0 0 1 0,0 0 0 16,21-4-7-16,-8 3 0 0,8-4-5 0,0-1-7 16,10 3 1-16,1-2 0 0,3 0-1 0,-1-1 2 0,2 1 3 15,-2 0-3-15,1-1-6 0,-6-1 7 0,-7 4-7 16,-3-1-4-16,-6 0-1 0,2 0-2 15,-6 3-7-15,-1 0 3 0,2-2-5 0,-4 2-1 16,0 1-2-16,-6 0-14 0,7-3-25 0,-4 2-22 0,-3 1-23 16,0 0-43-16,0 0-54 0,2-4-40 0,-2 4-48 15,0 0-209-15,-2-7-504 0,2 7 223 0</inkml:trace>
  <inkml:trace contextRef="#ctx0" brushRef="#br0" timeOffset="-204406.39">15332 8998 282 0,'4'-3'359'16,"-4"0"-28"-16,1-1-20 0,-1 4-11 0,4-3-35 16,-4 3-39-16,0 0-18 0,0 0-29 0,0 0-20 15,0 0-21-15,5 10-14 0,-4 2-11 0,2 0-11 16,-3 5-34-16,-3 7-38 0,3 1-48 0,0 1-51 15,0 1-55-15,-1 1-70 0,1-3-271 0,-3-1-504 0,3-7 223 16</inkml:trace>
  <inkml:trace contextRef="#ctx0" brushRef="#br0" timeOffset="-199097.36">17653 7733 134 0,'5'-15'198'0,"1"-3"-3"16,-1 4-4-16,-1 2 4 0,-1 0 7 0,1 1-8 16,2 0-4-16,-5 2-9 15,0 0-4-15,1 0-3 0,0 2-6 0,0 0-7 16,-2 2-10-16,1 1-8 0,0 0-14 0,-1 0-8 16,0 4-18-16,0-7-17 0,0 7-9 0,0 0-12 15,-9 2-12-15,0 3-2 0,-6 4-11 0,-8 6 1 16,0 4-6-16,1 1-1 0,-1 2-7 0,0 1-3 15,0 5-5-15,3-1 2 0,-1 2-4 0,4-3-1 16,0 1 0-16,0 3 1 0,4-2-9 0,3-5 5 16,-1 2-5-16,3-7-3 0,5 0-2 0,1-6 2 15,1 1 4-15,-1-1-6 0,4-3 2 0,-1 3 15 16,0-4-14-16,2-3 7 0,1 1 9 0,-1-1 10 0,3 0 8 16,0-3 20-16,0 1 18 0,1-3 14 0,-1 2 19 15,2-4 19-15,2 2-6 0,0-3 12 0,-1 1-3 0,5-5-2 16,-5 2-12-16,3-4-8 0,3-1-2 0,-6 0-6 15,1 2-8-15,-1-2-3 0,1-2-8 0,-1 4 4 16,0-1-4-16,-1 2 6 0,-4 2-10 0,0 0-8 16,1 0-7-16,-3 2 0 0,1 0-14 0,-1-1-10 0,2 3-8 0,-4 1-21 15,4-2-21-15,-4 2-19 0,0 0-19 0,0 0-4 16,0 0 5-16,0 9 4 0,0-4 4 0,-1 2 1 16,-3 4 6-16,1 1 1 0,2 0 6 0,-3-1 4 15,3 1-1-15,0 0 5 0,1-1-5 0,0-1 7 16,0-3 2-16,0 2 1 0,1-3-1 0,0 0 2 15,-1-1 5 1,3-2 2-16,2 0 9 0,0-1-4 0,4 2 1 16,11-4-9-16,1 0-26 0,-1-2-38 0,10-4-50 0,3-1-46 15,1-1-65-15,-2-1-83 0,-2-5-123 16,-1-3-286-16,-3-3-783 0,-2-4 348 0</inkml:trace>
  <inkml:trace contextRef="#ctx0" brushRef="#br0" timeOffset="-198542.59">18292 7972 146 0,'1'-4'282'0,"-1"4"-9"0,0-6-19 15,0 6-22-15,0 0-8 0,-1-5-29 0,1 5-16 16,0 0-19-16,-2-4-17 0,2 4-18 0,0 0-11 16,0 0-14-16,-18 14-13 0,9-7-5 0,-3 5-7 0,0 1-14 15,-2 2-4-15,4-1-5 0,-3 4-7 0,0-1-5 16,3-2-4-16,1 2-4 0,2-1-2 0,0 1-5 0,2-4-2 16,2 2-1-16,2-6-1 0,2 4 5 0,2-4 7 15,2 1 1-15,-1 1 7 0,6-3 8 0,-1 0 14 16,5-3 2-16,4 1 6 0,1-3-2 15,2-3 2-15,-1 0 3 0,1-3 7 16,-3-1 9-16,-1-1 0 0,0-1-8 0,2-3 5 16,-5 1-14-16,0-3-5 0,-1-2-9 15,-3 2-6-15,-5-1-1 0,3-4-10 0,-7 5-6 16,-1-5-5-16,0 0-12 0,-1 1-4 0,-3 3-6 0,-1 0-14 16,-5 0-27-16,2 2-17 0,-5-1-21 0,-2 1-11 15,-3 3-29-15,-1 5-37 0,-1-2-35 16,-1 2-52-16,7 1-64 0,-4 0-267 0,6 2-613 0,4 0 271 0</inkml:trace>
  <inkml:trace contextRef="#ctx0" brushRef="#br0" timeOffset="-192314.12">19313 7793 85 0,'-7'-3'265'0,"7"3"-2"0,0 0-8 16,0 0-8-16,0 0-11 0,0 0-11 0,0 0-18 15,0 0-17-15,-1-2-23 0,1 2-15 0,0 0-21 16,10-5-18-16,3 1-11 16,-3 3-40-16,9-4-31 0,-1 0-40 0,4 3-38 15,6-3-46-15,1 2-30 0,2 3-40 0,-3-2-220 16,-10 0-415-16,0 4 184 0</inkml:trace>
  <inkml:trace contextRef="#ctx0" brushRef="#br0" timeOffset="-192167.22">19462 7928 194 0,'-4'1'196'0,"0"2"-9"0,3-1-1 0,1-2-10 16,-4 4-17-16,4-4-12 0,0 0-13 0,9 4-18 15,0-4-8-15,14-2-8 0,5 2-12 0,7-2-37 16,-1-1-44-16,7 2-41 0,13-2-59 0,-16-4-194 15,16 2-312-15,-15 3 139 0</inkml:trace>
  <inkml:trace contextRef="#ctx0" brushRef="#br0" timeOffset="-191729.23">20196 7847 131 0,'-8'-2'246'0,"0"2"-8"0,3-1-3 0,5 1-17 16,-10-1-19-16,10 1-15 0,-8-2-15 0,8 2-17 16,0 0-15-16,-6 0-16 0,6 0-12 0,0 0-11 15,0 0-10-15,-8-1-7 0,8 1-14 0,0 0-4 16,0 0-9-16,0 0-3 0,0 0-5 0,0 0-5 15,0 0-2-15,0 0-1 0,0 0-1 0,0 0 4 16,0 0-1-16,0 0 4 0,0 0 4 0,-9 0 4 16,9 0 13-16,0 0-15 0,0 0-2 0,0 0-1 15,0 0-8-15,0 0 14 0,0 0-15 0,32-4-7 16,-11-1 0-16,8 1-3 0,3 1 0 0,3-2-6 16,4 0-4-16,12-3 1 0,-12 4 1 0,1-2 2 0,-1 3 1 0,-1-2-8 15,-5 1 1-15,-1 2 3 0,-2-1-3 0,-9 2-3 0,-3-2-2 0,0 2 2 16,-8 0-3-16,-2 1-1 0,0-2 0 15,-3 0-2-15,0 1-5 0,-5 1 8 0,9-2-25 16,-9 2-16-16,6-1-11 0,-6 1-11 0,0 0-13 0,0 0-15 31,0 0-21-31,0 0-16 0,0 0-34 0,-20 3-30 0,20-3-31 0,-9 1-245 0,9-1-495 16,-7 0 219-16</inkml:trace>
  <inkml:trace contextRef="#ctx0" brushRef="#br0" timeOffset="-191312.5">21338 7623 106 0,'-3'-12'355'0,"2"0"-23"15,-3 2-22-15,0-1-28 0,-1-2-18 0,-2 5-21 0,2 0-21 0,-3 0-22 0,-1 3-6 16,-1 0-30-16,-2 3-21 0,-7 1-15 15,0 4-14-15,2 2-12 0,-11 4-9 0,3 4-9 16,-1 8-9-16,1-1-9 0,4 3-7 0,-3 0-5 16,2-1-1-1,5 0-8-15,2-3-13 0,4-3 11 0,4 1-11 0,-2 0-4 16,6-7-5-16,1 1-3 0,0-1-1 0,-1 0-5 16,3-5 2-16,3 1 7 0,-1-1 11 0,3-1 20 15,4-2 4-15,1-1 3 0,3-2-5 0,1 1-1 16,4-2 3-16,0-4-14 0,1 0 14 0,1 1-9 15,0-2 1-15,0 0-10 0,-2-2 3 0,1 5 0 16,-4-4-10-16,-2 5 2 0,0 0-6 0,0-1-3 16,-3 1-5-16,-2 1-2 0,0-1-3 0,-1 3-13 15,0-3-11-15,-1 3-10 0,2 3-21 0,-1 0-17 16,2 1-17-16,0 1-21 0,3-1-21 0,-3 2-16 16,1 1-28-16,0 0-27 0,-1 1-29 0,1 0-26 0,2 1-26 0,-1-2-271 15,-3-3-581-15,5 4 258 0</inkml:trace>
  <inkml:trace contextRef="#ctx0" brushRef="#br0" timeOffset="-190996.59">21649 7789 154 0,'2'-5'296'0,"-1"0"-1"0,2 1-6 0,-2-2-6 16,-1 3-10-16,0 0-14 0,4-2-21 0,-4 5-22 16,1-2-22-16,-1 2-22 0,0 0-20 15,0 0-16-15,0 0 9 0,0 0-36 0,-21 10-12 0,14-2-11 16,-2 0-9-16,2-1-9 0,0 1-8 0,1 2-4 15,2 1-8-15,0-2-1 0,2 3-4 0,0-2-5 16,4-1-3 0,3 1 4-16,0 0-8 0,2-2 9 0,6 0 1 15,3-3 0-15,4-1 17 0,-2-1-20 0,1-2-4 0,-2-1 2 16,-3-3 18-16,0 2 3 0,-2-3-3 16,0-3 0-16,-2 0-1 0,-1-3-9 0,-1 0 2 15,-2 1 1-15,-2-6-6 0,-1 5-5 0,-3 0-2 16,-2-4-6-16,0 3-5 0,-1-1-8 0,-3 2-7 0,-3-3-12 15,0 4-17-15,4 2-11 0,0 1-16 0,-6 0-34 0,5 2-30 16,1 0-37-16,-1 2-40 0,1 1-38 0,1-1-31 16,4 2-54-16,0 0-252 0,0 0-611 0,15-2 270 15</inkml:trace>
  <inkml:trace contextRef="#ctx0" brushRef="#br0" timeOffset="-190757.72">23036 7668 12 0,'-5'-1'397'0,"1"-2"-4"15,4 3-16-15,-3-4-11 0,1 0-36 0,2 4-40 16,2-5-28-16,-2 5-38 0,13-5-37 0,0 2-47 15,6 0-41-15,10 2-48 0,-1 0-57 0,2 1-64 16,1 0-67-16,-3-2-78 0,-5 2-235 0,-2 0-488 0,-1 2 216 16</inkml:trace>
  <inkml:trace contextRef="#ctx0" brushRef="#br0" timeOffset="-190595.53">23084 7831 2 0,'-7'5'195'0,"2"-1"-18"0,0 1 11 15,2-1 11-15,3 0 8 0,0-4-7 0,7 5-21 16,3-5-15-16,5-1-16 16,6 1-14-16,6-1-21 0,2-2-31 0,-1-5-36 15,0 2-40-15,-5 0-39 0,5-5-38 0,-2 0-38 16,-1-1-72-16,-9-1-94 0,0 0-297 0,-3-2 131 16</inkml:trace>
  <inkml:trace contextRef="#ctx0" brushRef="#br0" timeOffset="-190379.66">23427 7535 167 0,'-4'-13'262'0,"2"4"7"0,-3-1 5 0,1 4-5 0,1-1-4 0,2 2-19 16,-3 1-22-16,4 1-18 0,0 3-27 0,-1-7-22 16,1 7-23-1,0 0-13-15,0 0-8 0,0 0-19 0,-4 17-4 0,4 1-13 16,0-2-8-16,5 11-4 0,-1-1-8 0,1 3-5 16,5 2-6-16,-1 1 0 0,7-1 9 0,-1 3 0 15,-1-2 2-15,3 0-5 0,-4-1-4 0,0 0-5 16,-1-4-3-16,-2-4-1 0,-5-3-3 0,-2-3-4 15,-3-2-4-15,-3 3 1 0,-4-3-6 16,-5 0 3-16,-11 5-15 0,-9-1-49 0,-15-1-75 16,-9 0-101-16,-2-5-402 0,2-2-666 0,19-10 295 0</inkml:trace>
  <inkml:trace contextRef="#ctx0" brushRef="#br0" timeOffset="-189362.26">25859 7464 226 0,'-1'-15'293'0,"-1"-2"-11"16,2 7-15-16,-2-1-25 0,-2 2-19 0,-1-3-21 0,0 7-22 0,-3-3-25 15,-1 2-18-15,-1 3-15 16,-7 2-13-16,-2 3-15 0,1 3-8 0,-11 6-11 16,2 3-3-16,0 2-14 0,-1 5-3 0,1 4-11 15,-9 9-2-15,12-8-3 0,-4 13-2 0,7-7-3 16,-4 9-5-16,10-9-4 0,4-4-1 0,1 1-4 15,7-2 5-15,0-2 1 0,3-4-3 0,1-4 6 16,3 1-2-16,4-1 2 0,1-3 7 0,1-1 11 16,4-2 9-16,-4-5 7 0,9-1 12 0,-1-2 4 0,1-3 2 0,3-3 5 15,5-3 0-15,-3-2 8 0,2-4 9 0,-7 2 2 16,4-6-5-16,-3 1 7 0,1-4-1 0,-1-3-6 16,-3 1-2-16,-4 6 1 0,2-5 1 0,-6 6 8 15,1-1 8-15,-1 2 7 0,-2 3 1 0,-1 0 1 16,0 2-8-16,-3 0-7 0,-1 3-17 0,1 1-13 15,-2-1-7-15,2 1-30 0,-2 2-28 0,-1 2-29 0,0 0-6 0,0 0 0 16,0 0 3-16,-3 18 1 0,0-6 2 0,-4 5 2 31,0 0 1-31,-1 0-1 0,0 1 3 0,2 6 0 0,-2-6 2 0,3 0 3 16,1 0-5-16,0-2 4 0,3-4 3 0,0 1-3 16,-2-7 2-16,2 4 4 0,1-5 0 0,0 0 6 15,-3-1 10-15,6 0 12 0,-3 0 21 0,0-4 8 16,5 4 8-16,3-6-1 0,3 1-6 0,6-3-3 15,2-4-8-15,7-1-3 0,1-3-14 0,3-2-36 16,3-1-65-16,-1-4-56 0,12-9-80 0,-12 7-83 16,7-8-76-16,3 3-87 0,-15 6-367 0,0 5-887 15,-4-3 394-15</inkml:trace>
  <inkml:trace contextRef="#ctx0" brushRef="#br0" timeOffset="-188953.44">26397 7703 261 0,'0'-8'324'0,"2"2"0"0,2-1 3 0,-2 2-9 16,1-1-1-16,-3-1 5 0,4 0-11 0,-2 6-26 0,0-3-23 0,-1 1-27 15,3 0-21-15,-4 3-26 0,2-6-23 0,1 5-17 16,-3 1-33-16,0 0-24 0,0 0-6 0,0 11-5 16,0-1-21-16,0 1 6 0,-5 8-16 0,0 6 4 15,1 0-12-15,-1 1-1 0,-1 3-6 0,1-3-2 16,-2 5-5-16,3-5-5 0,3-7-3 0,-3-1 2 15,-1-1-26-15,3-2-1 0,0-1 3 0,2-3 2 0,0 0 7 0,0-3-10 32,0 0-9-32,0-1-6 0,0-3-1 0,0 1-12 0,0 0 25 0,0-2-10 15,0-3-3-15,2 4-5 0,-2-4-28 0,0 0-45 16,0 0-49-16,0 0-48 0,3-12-59 0,1 5-64 16,0 1-283-16,1-3-651 0,2 1 289 0</inkml:trace>
  <inkml:trace contextRef="#ctx0" brushRef="#br0" timeOffset="-188491.5">27051 7632 173 0,'-6'-1'268'0,"3"-2"-14"0,-3 3-12 16,6 0-16-16,-8-3-18 0,8 3-19 0,-4-2-19 16,4 2-20-16,0 0-14 0,-5-1-16 15,5 1-9-15,-4-2-12 0,4 2-9 16,0 0-7-16,0 0-6 0,0 0-2 16,-3-3-4-16,3 3 2 0,0 0-2 0,0 0-4 15,0 0 2-15,0 0-2 0,0 0-3 0,0 0 4 16,0 0-6-16,0 0-3 0,0 0 2 0,0 0 2 0,0 0-4 15,0 0 3-15,0 0-1 0,0 0-1 0,0 0-7 16,0 0 0-16,0 0-4 0,0 0-4 16,0 0-6-16,0 0 8 0,0 0 2 0,0 0-5 0,0 0 10 0,0 0-1 15,0 0-7-15,0 0 7 0,0 0-7 0,0 0 0 16,10-4-9-16,-1 2-3 0,9-1 0 0,3 1-16 16,10-2 17-16,2 1-15 0,3 0-12 0,0 2 21 15,0-2-12-15,-1 3-2 0,-3-3-7 0,-1 0 3 0,-12 0 3 16,2 2-5-16,-9-2-1 0,0 3-5 0,-2-2-6 15,-2 2-18 1,-1-2-31-16,-2 1-27 0,1 0-24 0,-6 1-27 16,0 0-31-16,0 0-38 0,0 0-36 0,-26 4-58 15,9-2-276-15,-2-2-615 0,5 3 273 0</inkml:trace>
  <inkml:trace contextRef="#ctx0" brushRef="#br0" timeOffset="-188175.05">27170 7814 319 0,'-5'1'346'0,"5"-1"-2"0,-10 0-4 16,10 0-5-16,-8-1-17 0,8 1-17 0,0 0-14 0,0 0-17 0,-9 0-22 15,9 0-23-15,0 0-19 0,0 0-21 0,0 0-24 16,0 0-14-16,0 0-15 0,0 0-14 0,27-4-14 15,-9-2-7-15,1 3-12 0,3-1-7 0,6 2-9 16,1-3-8 0,-1 1-3-16,0 1-8 0,-7-1-6 0,-1 0-2 0,-1 2-5 15,-2-3-3-15,-3 2-4 0,-4 2 3 0,1-2-7 16,-4 3 5-16,1-3-28 0,-2 3-15 0,-1-1-33 16,-5 1-24-16,8 0-33 0,-8 0-29 0,8-3-25 15,-8 3-49-15,0 0-80 0,4-1-78 0,-4 1-270 16,0 0-686-16,2-4 304 0</inkml:trace>
  <inkml:trace contextRef="#ctx0" brushRef="#br0" timeOffset="-187836.65">27905 7706 164 0,'-7'0'351'0,"7"0"-16"0,-9 0 3 0,4-3-6 15,5 3-11-15,0 0-5 0,-10 0-10 16,10 0-16-16,0 0-25 0,0 0-26 0,-1-3-18 16,1 3-31-16,16-2-21 0,-1 0-12 0,15 0-20 15,2 1-13-15,4-2-9 0,2 3-18 0,-1-1-5 0,2-2-10 16,1 3-5-16,-4-1-11 0,-1-2-9 15,-6 1-1-15,-10-1-6 0,-1 3-3 0,-5 0-5 16,0 0 2-16,-6-3-8 0,1 3 3 0,-2-2-8 16,2 1 2-16,-8 1-12 0,7 0-14 0,-7 0-20 0,3-3-30 15,-3 3-69-15,0 0-56 0,0 0-57 0,0 0-65 16,0 0-88-16,-30 3-292 0,23-2-725 16,0 1 320-16</inkml:trace>
  <inkml:trace contextRef="#ctx0" brushRef="#br0" timeOffset="-186996.97">28992 7400 83 0,'2'-7'277'16,"-1"3"-3"-16,-1-4-14 0,2 1-10 0,-2 4-6 0,0-2-12 15,0-1-8-15,0 0-7 0,0 6-23 0,0-3-13 16,2-2-10-16,-2 5-12 0,0-6-11 0,0 6-21 16,0 0-17-16,0-4-12 0,0 4-16 0,0 0-9 0,-13 6-7 15,4 1-6-15,-8 1-12 0,2 5-3 0,-8 3 3 16,-1 1-15-16,-2 4 0 0,3 0-9 0,3 0-4 16,-1-1 1-16,0 4-3 0,2-3 0 0,4 4 6 15,2-4-9-15,2 1 2 0,5-5-4 0,2-5-1 16,1-1-6-16,2 0 8 0,2-4-1 0,-1 1 5 0,1-1 5 15,3-2 12-15,0 0 8 0,6 2 9 16,1-7 8-16,0 0-6 0,4-3-4 0,-2-2 4 16,5 1 1-16,0-3 0 0,-3-2-3 0,3-2-5 0,-1 0 12 0,1 0 1 15,-3-1 1-15,-1 3 4 0,-4 1 4 0,-2 0 5 16,3 2 2-16,-5 0-11 0,-1 2-6 0,1 2 0 16,-2-1-11-16,1 0-9 0,-1 1-5 0,-4 2-10 15,0 0-14-15,7-2-15 0,-7 2-4 0,0 0 0 16,0 0-4-16,10 7 5 0,-7-3 3 0,1 4 2 15,1 4-4-15,0 0-30 16,3-3-29-16,1 5-27 0,1 0-21 0,-1-1-29 16,1 2-38-16,4-5-43 0,-2 2-71 0,-2-2-75 0,4-5-259 15,-4 2-680-15,3-4 301 0</inkml:trace>
  <inkml:trace contextRef="#ctx0" brushRef="#br0" timeOffset="-186640.16">29499 7540 73 0,'0'0'353'0,"0"-4"-16"0,0 4-15 16,0-5-31-16,0 5-27 15,0 0-16-15,-1-4-42 0,1 4-24 0,0 0-21 16,0 0-16-16,-15 12-12 0,6-3-13 0,-1-1-15 15,-4 6 1-15,-2 7-21 0,0-1-11 0,3 2-8 16,3-4-3-16,-1-2-5 0,5 2-8 0,0-3-9 16,1 0 17-16,3-1 6 0,4 1 13 0,3-3 11 0,4 0 17 0,1 2 12 15,10-4-1-15,8-1-9 0,4-4-9 16,7-4-11-16,-2-1-2 0,1-3-9 0,-3-2-3 0,-4-2 18 16,0-3 2-16,-3-5-5 0,-6 1-4 0,1-3-6 15,-10 1-17-15,-6-1-21 0,-1-12-20 16,-9 2-33-16,-5 3-43 0,-11 0-51 0,-6 3-58 15,-19-1-74-15,-7 2-116 0,-10 5-354 0,-29 1-769 0,26 2 340 16</inkml:trace>
  <inkml:trace contextRef="#ctx0" brushRef="#br0" timeOffset="-176254.33">7252 11947 124 0,'3'-4'151'0,"0"2"-8"0,-1-2-2 15,1 0-5-15,-1 1-5 0,0-3-10 0,3 0 1 0,-3 2 9 16,1-3 2-16,-1 3-4 0,2-1-4 0,-1-1-4 15,-1 0-6-15,2-1-5 0,-3 0 1 0,1-1 1 0,2-1-2 16,-1 2 0-16,-3-1-6 0,4-1-5 0,-3-1-4 16,1 1 6-1,0 0-9-15,-2 0-12 0,0 0-6 0,-2 2-5 16,2-3-3-16,-2 5-5 0,1-3-7 0,1 1 0 16,-3 2-12-16,2-1 5 0,-2 0-16 0,-1 0 1 15,2 0-7-15,-1 2-2 0,-1 1-9 0,1-1-6 16,-2 1-2-16,0 1-7 0,5 2-3 0,-14 0-1 15,5 2 0-15,-2 5 0 0,-2 3-4 0,-5 3 1 16,0 3 0-16,-4 7 8 0,-2 4-9 0,3 1-1 16,2 1-1-16,-2 4 2 0,-3 6 0 0,7-7 2 15,1-1-2-15,4 1 5 0,0-1-1 0,2-1-1 0,3-2-2 0,1-1 9 16,5 0 5-16,1-8-4 0,0 0 6 0,1 1-5 16,3-5 7-16,-2-3-4 0,1-1 4 0,0-3 0 15,0 2 4-15,2-1 6 0,-1-4 8 0,-1 0 17 16,1-1 28-16,0-1 29 0,-2-1 23 0,3-2 7 15,-5 0 14-15,13-5-11 0,-5-1-6 0,2-2-8 16,6-4-3-16,-4-2-6 0,2 0-6 0,0-1-8 0,-3 0-6 0,5-5-3 16,-3 4-2-1,-2-1-6-15,1 0 0 0,-1 2 1 0,-3 1 7 16,0 6 2-16,-3-3 2 0,0 1-6 0,1 3 2 16,-3 1-9-16,-1 2-2 0,2-1-9 0,-1 2-10 15,-2 0-11-15,-1 3-9 0,3-6-13 0,-3 6-15 0,0 0-19 16,3-1-19-16,-3 1-28 0,0 0-4 15,0 0-1-15,0 10 10 0,-2-1 5 0,1 1 3 16,-2 6 5-16,0 1 4 0,1 0 4 0,-2 1 6 16,0 2 0-16,1 6 4 0,1-8-1 0,-2 0 2 0,2-1 2 15,0-1 2-15,0-4 0 0,1-3 3 0,1 3 3 16,-3-7 2-16,3-1 0 0,0 2 9 0,-1-2 10 16,-1-1 12-16,2-3 10 0,0 6 11 0,0-6 5 15,0 4 4-15,0-4-6 0,0 0-2 0,17-6-6 0,-4 2-4 0,6-8-29 16,9-2-49-16,5-4-60 0,12-9-66 15,1 6-95-15,-3-3-84 0,1 0-90 0,-10 7-362 16,-2 3-864-16,-1-3 382 0</inkml:trace>
  <inkml:trace contextRef="#ctx0" brushRef="#br0" timeOffset="-175591.76">7641 12155 81 0,'1'-1'324'0,"-1"1"-26"0,3-8-24 0,-2 5-22 16,0-1-28-16,3 2-21 0,0 1-21 0,1-1-21 0,3 0-14 0,-1 2-16 31,2 4-19-31,3-3-15 0,1 3-10 0,-2 1-11 0,3 3-3 0,-1 0-16 16,1 5-2-16,-1 1-2 0,-4 1 1 0,1 3-5 16,-5 1 8-16,-1 5-11 0,-3 2-5 0,-2 0 0 15,-3-1-1-15,-1-1-7 0,-4-5-2 0,1-1-1 16,-1 0 1-16,0 0-4 0,-1-2 0 0,1 1 2 15,0-2-1-15,1-1-5 0,1-5 2 0,2-1 0 16,0-1-4-16,1-2-5 0,1 0 13 0,1-2-12 16,-2 2 2-16,2-4 7 0,2-1 17 0,-4 4 12 15,4-4 5-15,-2 5 16 0,2-5 7 16,-2 2 0-16,2-2 11 0,0 0-2 0,0 0 5 0,0 0-1 16,-3 4-1-16,3-4 2 0,0 0-1 0,0 0-5 15,0 0-5-15,0 0-6 0,0 0-8 0,0 0-4 0,0 0-7 16,0 0-2-16,0 0-8 0,0 0-6 0,0 0-3 0,0 0-7 15,0 0-2-15,0 0-2 0,0 0-7 0,0 0 0 16,0 0-1-16,0 0-6 0,0 0-1 0,0 0-2 31,0 0-2-31,0 0 1 0,0 0-3 0,0 0 0 0,0 0-3 16,0 0-3-16,0 0 0 0,34-5-2 0,-13 1 1 16,7 1 0-16,7 0 0 0,2-1-4 0,1 1 6 15,2 1-4-15,11-3-3 0,-10 2 2 0,-3 2 3 16,-3-2-1-16,-6 1 0 0,-1 0-2 0,-9 1 1 15,-6 1-1-15,-3 0 0 0,3-2 6 0,-6 2-2 0,-1 2-2 16,-1-4 6-16,-5 2 2 0,10 0-2 16,-10 0-2-16,5-1-6 0,-5 1-14 0,0 0-19 15,0 0-26-15,8 0-29 0,-8 0-38 0,0 0-55 0,0 0-56 0,0 0-69 16,0 0-73-16,0 0-337 0,-23-4-776 0,18 2 344 16</inkml:trace>
  <inkml:trace contextRef="#ctx0" brushRef="#br0" timeOffset="-174821.33">8782 11960 146 0,'-4'-2'172'0,"4"2"-8"0,0 0-2 0,0 0-5 16,0 0-13-16,0 0-5 16,-6-1-6-16,6 1-7 0,0 0 0 0,0 0-6 15,0 0-9-15,0 0-7 0,0 0-4 0,0 0-8 0,0 0-5 16,0 0-3-16,0 0-8 0,0 0-5 0,0 0-4 16,0 0-3-16,0 0-9 0,0 0-7 0,0 0 1 0,0 0-3 15,19-2-3-15,-6 2 2 0,5-1-1 16,2 0-4-16,11 0-1 0,1-1 0 0,2-1-7 15,1 0 0-15,0 1-2 0,5 1-2 0,-4-2-3 16,2 1-2-16,-5 1 1 0,-2-1 0 0,-3-1-3 0,-9 3-5 16,-1-2 2-16,-5 2-3 0,-3-2-5 0,-1 2-8 15,-4 0-11-15,-5 0-22 0,9 0-22 16,-9 0-17-16,0 0-15 0,3 4-22 0,-3-4-33 16,-13 5-36-16,4-4-54 0,-4 1-152 0,3 2-415 15,1 1 184-15</inkml:trace>
  <inkml:trace contextRef="#ctx0" brushRef="#br0" timeOffset="-174481.89">8926 12141 168 0,'0'0'244'0,"-2"2"-3"0,2-2-12 0,0 0-6 0,0 0-13 0,0 0-9 16,0 0-11-16,13 3-5 0,5-3-14 0,3-3-18 16,11 3-12-16,4-2-15 0,1 0-3 0,18 0 2 15,0-1-9-15,-4-1-3 0,0 0-4 0,-11 1-9 16,-3 1-4-16,-3 0 1 0,-7-1-17 0,-6 1-6 15,-5 0 3-15,-3 0 3 0,-3 1-3 0,-1-1-1 16,-4 2-12-16,3 0-4 16,-2-2-14-16,-6 2-25 0,0 0-25 0,0 0-37 15,0 0-42-15,0 0-45 0,0 0-67 0,-28 5-69 0,9-1-287 16,6-1-596-16,3-1 264 0</inkml:trace>
  <inkml:trace contextRef="#ctx0" brushRef="#br0" timeOffset="-172747.43">3359 11455 256 0,'1'-9'281'15,"0"-1"-4"-15,1 3-6 0,-2 0-8 0,1 0-9 0,0 0-12 16,-1 4-25-16,2-2-15 0,-2 1-20 0,2 0-14 15,-2 4-25-15,0-7-16 0,0 7-17 0,1-2-25 16,-1 2-30-16,0 0-34 0,0 0-11 0,0 0-2 16,0 0 2-16,2 20-7 0,-4-8-1 0,1 8 2 0,-1 7 1 15,-2 3 1-15,1-1-3 0,-1 3 1 0,-1 0 2 16,1-2 2-16,-1-1-4 0,3 0 1 0,-1-1 20 0,-2-3-3 16,4-5 1-16,-1-2-3 0,2-2-1 0,-1-4-6 15,0-1 2-15,1-2-5 0,1-1 4 0,-1-2-3 16,0 2 11-16,0-4 6 0,0-1 11 0,1 2 17 15,-1-5 16-15,2 5 23 0,-2-5 29 0,0 0 28 16,0 0 19-16,0 0 7 0,0 0-8 0,11-8-21 31,-2 1-9-31,3-8-13 0,1-1-12 0,7-3-11 0,0-2-11 0,-2 2-8 16,4-5-10-16,0 3-10 0,-3 0-6 0,3 0-5 16,-8 6-3-16,0 3-2 0,-4-2 6 0,-1 5-5 15,0 3-1-15,-4-1-1 0,0 0-3 0,0 3-6 16,-1 0-1-16,0-1-8 0,-2 1-2 0,1 1-7 15,2 1-4-15,-5 2-3 0,1-3-14 0,-1 3-15 16,0 0-15-16,0 0-25 0,4-2-9 0,-4 2-10 0,0 0-9 0,0 0 10 16,0 0 1-16,-9 13 11 0,4-4 8 0,0 1 5 15,-5 2 4-15,1 3 6 0,-1-1 3 0,3 1 2 16,1-5 10-16,1 1-8 0,0 2-10 0,1-1 21 16,0-3 1-16,2 3-4 0,2-3 8 0,-2 2 4 15,2-1-1-15,2 0-1 0,0-2 0 0,2 3 5 16,1-2 3-1,1-1 4-15,2 2-1 0,3 1 8 0,1 0-12 0,0 1-19 16,1-1-20-16,3-1-37 0,-1 4-39 0,-1-4-38 16,3 1-41-16,-3 0-54 0,0 1-51 0,0-3-347 0,3 1-704 15,-3-3 312-15</inkml:trace>
  <inkml:trace contextRef="#ctx0" brushRef="#br0" timeOffset="-172519.81">4049 11722 356 0,'-4'-3'384'0,"3"1"-34"0,1 2-11 15,-3-5-19-15,3 5-26 0,-1-4-53 0,1 4-12 16,3-6-25-16,3 4-48 0,0-1-46 0,7 2-50 15,-3-3-57-15,8 2-71 0,0 0-81 0,4 2-110 16,-3 0-170-16,-1-1-464 0,0-2 206 0</inkml:trace>
  <inkml:trace contextRef="#ctx0" brushRef="#br0" timeOffset="-172369.82">4114 11918 55 0,'-5'3'253'0,"0"1"-4"15,5-1-4-15,0-3-1 0,-4 4-7 0,3-1-22 0,1-3-18 16,0 0-23-16,0 0-25 0,20-2-39 0,-3-1-57 0,2-1-83 16,10-1-105-16,1-1-201 0,-5-3-364 0,-3 1 161 15</inkml:trace>
  <inkml:trace contextRef="#ctx0" brushRef="#br0" timeOffset="-172084.86">4568 11535 295 0,'3'-4'359'0,"-3"4"-30"15,2-5-33-15,-1 2-29 0,-1 3-26 0,3-2-28 16,-3 2-21-16,9 1-22 0,-2 0-13 0,3 5-7 16,-1 0-18-16,2 5-13 0,1 1-10 0,0-1-14 15,-3 6-7-15,-2-2-10 0,-1 5 2 0,-4-1-10 0,2 8-4 16,-3-1-16-16,-4-1-3 0,-1 0-9 0,-3 0 0 15,-2-6-6-15,3-1 2 0,0-1-6 0,0-2-3 16,3-5-3-16,-1-2-2 0,0 2-4 0,3-3 2 16,-2-2-4-16,2-1 1 0,2 1-2 0,0 0 1 15,6 0 14-15,4-3-18 0,9 5-11 0,8-1-41 16,1-1-48-16,4-2-65 16,3 1-90-16,-4-4-328 0,4 0-620 15,-3-2 274-15</inkml:trace>
  <inkml:trace contextRef="#ctx0" brushRef="#br0" timeOffset="-171683.86">3326 12325 176 0,'-21'1'194'16,"2"4"-4"-16,5-2 3 0,0-2-3 0,5-1-11 0,0 2-9 16,0 0-16-16,4-2-13 0,5 0-10 0,-9 0-19 15,4 2-13-15,1-1-10 0,4-1-3 0,0 0-14 16,-6 0-8-16,6 0-3 0,0 0-6 0,-7 1 7 16,7-1-1-16,0 0 2 0,0 0-1 0,0 0 19 15,17 3 18-15,10-3 8 0,25-4-2 0,39-1 6 16,20-3-11-16,13 0 8 15,15 0-5-15,8-1 20 0,7-2 6 0,9 1-7 16,1 2 5-16,-2-1 2 0,-9 1-3 0,-15 2 3 16,-15-1 1-16,-17-1-5 0,-41 6 2 0,-6-5 5 0,-18 5 6 0,-8-3 4 15,-5 3 4-15,-10-1 2 0,-5 1-13 0,-2 1-10 16,-3-1-7-16,-1 2-11 0,-1-1-14 0,-6 1-34 16,0-2-62-16,0 2-78 0,-29 0-88 0,-7 1-90 15,-23 4-91-15,-5-1-142 0,3-1-287 0,2 1-845 16,3-2 374-16</inkml:trace>
  <inkml:trace contextRef="#ctx0" brushRef="#br0" timeOffset="-168145.03">10806 11422 5 0,'0'0'180'0,"-8"0"-8"0,8 0-8 0,-5-3-7 15,5 3-10-15,0 0-9 0,0 0-6 0,-9 0-6 16,9 0-7-16,0 0-13 0,0 0-7 0,0 0-11 15,0 0-4-15,0 0-5 0,0 0-4 0,0 0-9 16,0 0-2-16,0 0-4 16,0 0-7-16,0 0-1 0,0 0 1 0,-5 3-3 15,5-3-2-15,0 0 0 0,0 0-3 0,0 0 0 16,0 0-2-16,0 0-2 0,0 0-1 0,0 0-6 16,0 0 2-16,0 0-5 0,0 0 1 0,0 0-8 15,0 0-4-15,0 0-3 0,0 0 0 0,0 0 3 16,0 0-9-16,0 0 1 0,0 0 1 0,0 0 1 15,0 0-3-15,0 0-1 0,0 0 3 0,0 0 7 0,18-5 2 0,-8 3 6 16,2 1-2-16,7 0-1 0,3-2 1 0,6 1 4 16,1-1-3-1,3-1 6-15,0-1 2 0,0 2 0 0,4-1-7 0,-4-4 0 16,-1 6 6-16,-1-5-3 0,-3 3-6 0,-5 3-2 0,-4-2 0 16,-4 1-1-16,-3 0 9 0,1 1-11 15,-5-1-2-15,1-1 0 0,-3 3-1 0,-1-1-4 16,-4 1-14-16,10-3-18 0,-10 3-22 0,5-3-18 15,-5 3-21-15,0 0-43 0,0 0-25 0,0 0-38 16,0 0-50-16,-24 0-205 0,15 0-476 0,3 0 212 16</inkml:trace>
  <inkml:trace contextRef="#ctx0" brushRef="#br0" timeOffset="-167443.49">11412 11161 74 0,'0'-4'244'0,"0"4"-13"0,2-4-19 0,-2 4-13 16,4-5-19-16,0 3-19 0,1 0-13 0,1 0-17 0,6 0-11 15,-3 1-14-15,5 1-11 0,0 0-9 0,3 0-7 16,1 0-6-16,1 1-8 0,0 2-11 15,-1 0-4-15,-2 2-5 0,0 0 2 0,-4 1-10 0,0 0 1 0,-3 4-12 16,1-3-2-16,-1 5-7 0,-4-1 0 0,-1 3-4 16,-3 2-3-1,-2 1 3-15,-7 7-2 0,-2-2-3 0,-8 2 4 0,-2 1 0 16,-5 0-2-16,-4-2 0 0,-10 10-3 0,-4-2 6 16,14-8-6-16,-2 0 1 0,3-2-1 0,0-3 0 15,3-2-5-15,7-6 3 0,0 1 2 0,6-5-4 16,1 2 1-16,2-3 3 0,1-1 25 0,3 0 26 15,1-1 27-15,-2 1 23 0,2-4 16 0,4 0-15 16,0 0-18-16,0 0 2 0,14-12-9 0,-5 4-11 16,4 2-11-16,2-1-1 0,2-3-7 0,-1 2-8 15,1-4-7-15,-2 5 0 0,2 1-8 0,-2-1 11 16,-1 2-23-16,-1 4 3 0,0-2-7 0,2 0-2 16,-2 3-1-16,2 3-2 0,-2 0-2 0,1 1-2 0,4-2-1 0,-1 5-3 15,-4 2-1-15,3-2 0 0,-3 3 0 0,3-2 0 16,-4 0 0-16,-1-3 0 0,2 2 0 0,-2-2 7 15,2-1-1-15,-4-1 1 0,3 2-1 0,3-4 2 16,-2-1-1-16,6-1-1 0,-1-3 4 0,-1 1-8 16,-1-5-3-1,-4 6 10-15,4-5-8 0,0-2-14 0,-6 1-8 0,5-2-11 16,-6 0-6-16,5 0-14 0,-6-1-13 0,1 2-14 16,-3 1-17-16,3 1-26 0,-5 2-36 0,1 3-55 15,-1-2-65-15,0 0-225 0,-3 2-543 0,-1 2 239 16</inkml:trace>
  <inkml:trace contextRef="#ctx0" brushRef="#br0" timeOffset="-166610.72">12558 10996 54 0,'0'0'159'0,"0"0"-8"0,0 0-25 0,-14 14-7 16,-1 6-7-16,-6 6-14 0,-8 14 0 0,-3 0-11 15,-3 6 4-15,-2 1 4 0,5 1 1 0,0-1-7 16,5 5-9-16,7-5 13 0,10 1-11 0,1-2-5 15,12-10-2-15,8 9-4 0,3-11-9 0,14 6-6 16,8-2-4-16,2-6-29 0,4-6-40 0,3-4-56 16,5-3-86-16,-13-10-141 0,14-1-324 0,-15-5 143 15</inkml:trace>
  <inkml:trace contextRef="#ctx0" brushRef="#br0" timeOffset="-166109.76">12863 11234 10 0,'6'-5'268'0,"0"-5"-24"0,2 8-20 15,-1-4-13-15,2 3-22 0,0-3-14 0,3 4-20 16,-1-1-11-16,-1 3-14 0,3 0-14 0,0 3-9 16,1 3-10-16,-4 0-10 0,3 4-9 0,0 2-9 15,-3 2-10-15,-5 1-3 0,3 2-6 0,-6 0-8 16,-2 8-7-16,-2 0 3 0,-11 3-4 0,4 0-3 15,-9 1-3-15,-4-1-1 16,-1 1-3-16,-1-1-2 0,-1-6-2 0,0-1-1 16,5-1-3-16,2-8-3 0,5-1 3 15,3-3-6-15,1-1 5 0,3 0 26 0,-1-3 42 16,1 0 55-16,5-2 43 0,-3-2 28 0,4 0-10 0,0 0-25 16,-3-11-19-16,7 6-18 0,0-3-10 0,6 0-16 15,-1-5-12-15,8 2-12 0,-2 1-10 0,1 1-11 16,3 2-6-16,-2 0-8 0,3-1-5 0,1 5-14 0,7-1-7 15,-6 4-19-15,9 2-25 0,-2-4-36 0,0 5-42 0,1-2-33 16,-1 7-43-16,-9-5-49 0,5 6-60 16,-5-2-104-16,2-2-217 0,-4-3-653 0,-4 1 289 15</inkml:trace>
  <inkml:trace contextRef="#ctx0" brushRef="#br0" timeOffset="-165887.43">13507 11392 143 0,'0'0'343'0,"0"0"-16"15,0 0-9-15,0 0-18 0,-6-2-30 0,6 2-26 16,0 0-25-16,0 0-21 0,25-5-26 0,-6 5-14 15,11 0-21-15,6-4-49 0,5 3-57 0,-2 0-60 16,12-2-76-16,1 3-94 0,-14-4-238 0,-5 0-471 16,-1-2 209-16</inkml:trace>
  <inkml:trace contextRef="#ctx0" brushRef="#br0" timeOffset="-165139.94">14323 11047 208 0,'6'-1'203'16,"-1"-2"-25"-16,-1 3-18 0,6-1-18 0,-10 1-11 16,12 1-17-16,-6 0-12 0,2 2-14 0,-3 0-7 0,0 4-3 0,-1-2-18 15,0 4-1-15,0-1-3 0,-3 2-12 0,0 1-3 16,-2 1-1-16,1-2-8 0,-3 3 0 0,-2-2-12 16,1 1 7-16,-1 1 0 0,1-4-9 0,-2 3 4 15,2-4-4-15,2 3-3 0,0-4 4 0,0 1-6 16,-1-1 3-16,3-2-3 0,0 0 1 0,3 2-2 15,1-2 2-15,1 3 3 16,5-2 0-16,0 0 0 0,0 1 5 0,3 0-2 16,3-1 2-16,-1 3 1 0,0-2 2 0,-1 0-4 0,-5-1 2 15,1 0-5-15,3 0 0 0,-5 2-1 0,-3-1 0 16,0 2-4-16,0-2-5 0,-5 2 0 0,1-2-7 0,-2-1 9 16,-4 1-3-16,0 2 0 0,-3-1 1 0,-5 1 0 15,2-1 2-15,-2 1-6 0,-6 0 5 0,4-1-1 16,-3-2-1-16,5 3-3 0,-5-4-14 15,3 4-19-15,1-8-30 0,2 4-35 0,5-4-25 0,0 4-21 16,2-5-15-16,5 0-159 0,0 0-339 0,0 0 150 16</inkml:trace>
  <inkml:trace contextRef="#ctx0" brushRef="#br0" timeOffset="-164870.71">14808 11294 292 0,'8'-5'300'0,"-3"0"-6"0,0 1-17 15,1 0-21-15,-2 1-28 0,-1 2-27 0,-1-2-28 0,-2 3-11 16,0 0-31-16,0 0-18 0,0 0-12 0,-7 15-12 16,-5-6-8-1,0 3-11-15,-8 8-6 0,0 2-3 0,-3 0-6 16,-3 5-5-16,2-4-7 0,-3 5-4 0,5-2-2 16,-1 1-4-16,3-1 7 0,3-5-12 0,2 1-8 15,1-6 4-15,3 0-1 0,3-8-5 0,3 2-1 16,-3 0-6-16,3-4-16 0,1 0 0 0,0-3-4 15,3 0 4-15,-3 3 0 0,3-4 0 0,-2 1 2 16,3-3 0-16,-1 6-7 0,1-6-14 0,0 0-53 0,0 0-62 16,0 0-54-16,0 0-46 0,9-17-197 0,-4 10-470 0,3 2 208 15</inkml:trace>
  <inkml:trace contextRef="#ctx0" brushRef="#br0" timeOffset="-164469.74">14816 11469 244 0,'4'-4'330'0,"1"3"-21"0,0-2-16 16,-1 2-20-16,-4 1-26 0,0 0-27 0,6-2-25 0,-6 2-18 0,5-2-19 0,-5 2-15 15,0 0-16-15,11 2-17 0,-6 1-2 16,-2 0-2-16,0 1-20 0,1 0-8 0,-2 0-8 16,1 3-5-16,0 1-4 0,-3 2-7 0,-2 1-5 15,1-1-4-15,-3 4-6 0,0 1-2 0,-2-2 3 16,-2-2-13-16,2 0-1 0,-1 4-7 0,1-7 3 15,1 2-3-15,0-3-3 0,0 0-1 0,2-1 0 16,-1-2-4-16,2 0 5 0,-1 1-5 16,2-3 2-16,1-2 7 0,-3 4-3 0,2-2-1 0,1-2 19 15,0 0-8-15,0 0 2 0,8 4 4 0,2-4 0 16,5 3-9-16,3-6 3 0,4 3 2 0,10-2-6 16,-4-1-4-1,7 1-2-15,-3 0-6 0,2-1 19 0,-5 2-19 16,2 1-5-16,-12-1 2 0,0-2 4 0,-6 3 3 0,-1 0 7 15,-5 0 4-15,1 0 5 0,-3 0-5 16,0-1 11-16,-5 1-13 0,9 0 1 0,-9 0-7 16,8-2-11-16,-8 2-12 0,4-1-22 0,-4 1-12 0,0 0-10 0,0 0-20 15,0 0-23-15,0 0-29 0,-23 1-22 0,10-1-29 16,0 0-35-16,0 0-24 0,4-2-60 0,-3 1-224 16,0 0-557-16,1-2 246 0</inkml:trace>
  <inkml:trace contextRef="#ctx0" brushRef="#br0" timeOffset="-164168.97">15248 11067 31 0,'1'-10'362'0,"1"0"-19"0,-1 2-15 0,-1-1-27 15,0 7-25-15,1-5-39 16,-1 4-24-16,2-1-31 0,-2 4-18 0,0 0-8 16,11 9-27-16,-4 0-10 0,6 6-18 0,4 14-13 15,-1 0-4-15,6 13-8 0,0 5-8 0,-6 1 0 16,1 0-7-16,-3 4-2 0,-9 2-6 0,2 1-3 16,-6-4-5-16,-5 0-4 0,-1-3-2 0,-9-2-8 15,0-13-1-15,-8 9-19 0,-1-13-16 0,-9 7-14 16,-7-2-32-16,-5-4-49 0,-3-5-73 0,-5-3-100 0,-1-2-249 15,2-8-564-15,14-4 251 0</inkml:trace>
  <inkml:trace contextRef="#ctx0" brushRef="#br0" timeOffset="-162565.6">10303 12480 57 0,'0'0'137'0,"-4"-3"-17"0,4 3-5 16,0 0-10-16,0 0-14 0,0 0-15 0,0 0-1 0,0 0-4 0,15-1-17 0,-15 1-3 15,12 0-4-15,-1 0-7 0,-1-1 2 16,2 1 6-16,3 0-17 0,3-3-8 0,1 3 6 16,4 0-12-16,7-1 4 0,-2-2 7 0,4 1-11 15,0 2-1-15,2 0-3 0,2-2 4 0,1 1-4 16,2-4 2-16,12 2 3 0,2 3-5 0,1-2-2 15,-2-5 8-15,6 2-7 0,-2 2-2 0,3 1 5 16,1-4 4-16,1 0 3 0,3 2 1 0,0 0-2 16,2 2 1-16,-2-4-4 0,0 1 6 0,29 0 2 15,-29 0 4-15,27-2 9 0,-26 4-4 0,3 0-7 16,25-6-1-16,-28 6 0 0,-1 1-4 0,3 0-3 16,-5 1-3-16,2-2 0 15,-1 3 0-15,-4-1-1 0,1-3-3 16,-2 0-2-16,-1 1 3 0,-6 3-5 0,2 0 2 15,0-5-5-15,-14 4 2 0,13-2 0 0,0 3 2 0,-1 0-3 16,-9-2-3-16,9 2 1 0,-10 2 3 0,9-4-8 16,4 4-2-16,-17-4 4 0,14 0 1 0,-13 4 0 0,3-4 0 15,-3 2 2-15,16-1-4 0,-13 2 4 0,10 1-4 0,-13-2 3 16,2-2-3-16,1 2 4 0,9 0-8 0,-11 0 5 16,1 0-5-16,1 2 4 0,-4-2 1 15,4 0-4-15,-5 0 0 0,2 2 9 0,-1-2-8 16,0 0 4-16,3 0-4 0,-4 0-10 0,-1 0 12 15,3 0 1-15,2 0-1 0,-3 0-2 0,3-2 3 0,-2 2 2 16,1 0-5-16,0 0 4 0,-3-3 3 0,6 1-1 16,9 4 0-1,-13-2 2-15,2-3-6 0,-3 1 3 0,17-1 7 16,-17 2-11-16,5-2-2 0,8 1 5 0,-8 0-1 0,8-1 1 16,-9 5-2-16,10-7 5 0,5 3-5 15,-5 2-1-15,2-2-1 0,-15 2 3 0,2 0-2 16,12-3 2-16,2 3-4 0,-2 0 4 0,2 0-4 15,-1-4 2-15,4 0 2 0,-5 3-1 0,1-2 3 16,1 1-4-16,3-1 0 0,-4 1 0 0,5-4 12 0,0 1 3 0,4 1 1 16,-2-1-5-16,1 3 3 0,6 2 2 0,22-6-2 0,-25 3 2 0,1 1 2 15,-1 1-2-15,-1-1 0 0,-2 0-2 0,-3 1-2 16,-1-2 1-16,-3 0 1 0,-3-2-1 0,-13 5 2 16,-1-1-1-16,-1-2-3 0,-1-1 4 0,-3-2 1 15,-2 2 0-15,-2 0 7 0,-5 0 7 0,-5 0 6 16,0 1 9-16,-4 1 1 0,-2-1 10 0,-5 1 6 15,1 0 4-15,1 0 2 0,-4 1 2 0,0-1-7 16,0 2 0-16,-5 0-8 0,8-3-5 0,-8 3-7 16,6-1-4-16,-6 1-6 0,4-3-3 0,-4 3-5 15,0 0-2-15,5-1-1 0,-5 1-8 0,0 0-15 16,0 0-13-16,0 0-17 0,0 0-18 0,0 0-27 16,0 0-23-16,0 0-25 15,0 0-34-15,0 0-53 0,0 0-234 0,0 0-480 16,0 0 213-16</inkml:trace>
  <inkml:trace contextRef="#ctx0" brushRef="#br0" timeOffset="-160995.99">10948 12891 56 0,'0'0'192'0,"0"0"-16"16,-1-4-8-16,1 4-14 0,0 0-7 0,-2-5-7 15,2 5-7-15,0 0-7 0,0 0-12 0,0 0-6 16,2-6-12-16,-2 6-14 0,3-2-9 0,1-1-4 0,-4 3-7 16,11-2-10-16,-5 0-4 15,2 1-5-15,3 0-4 0,-4 1-4 0,5 0-4 16,-3 1-2-16,4 2-3 0,-3 0-5 0,2 1 4 16,-3 1-7-16,-2 1-4 0,1 1-2 0,0 2 0 15,-3 0-2-15,-3 4-4 0,0 4 1 0,-4 1 3 0,-5 9-1 16,-5-2-2-16,-3 2 1 0,-6 2-1 15,-7 9-6-15,0-12 6 0,1 1-1 0,-10 5-4 16,10-11-4-16,1 0 8 0,0-3-2 0,2-3-1 16,-2-1 0-16,12-5 0 0,0-3 2 0,5-1 15 15,0 0 28-15,3-1 43 0,-2-4 33 0,4 0 2 16,4 0-13-16,-5-4-12 0,8-3-11 0,-1 1-10 16,8-6-9-16,2 0-6 0,2-2-11 0,9-1 5 15,0-2-16-15,-4 7-5 0,3-3 0 0,7 3-6 0,0 2 10 0,-3 1-22 16,-5-1-3-16,2 7 2 0,2 1-5 0,-3 1-4 15,0 0-14-15,-3 4-16 0,4-1-22 0,4 4-26 16,-7 1-37-16,0-2-36 0,-3 1-49 0,2 0-47 16,-4 1-249-16,-4-4-525 0,-1 4 232 0</inkml:trace>
  <inkml:trace contextRef="#ctx0" brushRef="#br0" timeOffset="-160045.84">11675 13075 89 0,'0'0'174'0,"0"0"-7"16,0 0-8-16,0 0-7 0,0 0-19 0,0 0-8 15,0 0-8-15,0 0-8 0,0 0-13 0,0 0-6 16,0 0-4-16,0 0-9 0,0 0-7 0,-4-3-10 15,4 3-2-15,0 0-3 0,0 0-9 0,0 0 0 16,0 0-7-16,0 0-1 0,0 0-3 0,0 0-4 0,0 0-3 0,0 0 3 16,0 0-8-1,0 0-3-15,0 0 3 0,0 0-3 0,0 0 4 0,0 0-3 16,0 0 0-16,0 0-1 0,0 0 0 0,0 0 1 16,0 0 5-16,0 0-1 0,0 0 1 0,0 0 0 15,0 0-3-15,0 0 0 0,0 0 0 0,0 0-4 16,0 0-3-16,0 0-3 0,0 0-1 0,30 0-1 15,-16-2 0-15,6-3 1 0,7 2-3 0,1-4-1 16,3 3-1-16,-1-1 1 0,1 2-2 0,1-2 2 16,-2 1-1-16,-1 1-1 0,-9 1-3 0,1-1 5 15,-5 1-2-15,-2 1-3 0,-1-2 2 0,-3 2 1 16,-3-1-1-16,-1 2 1 0,-1-2-1 0,-5 2-3 16,9-1-3-16,-9 1-3 0,0 0-11 0,9 0-5 15,-9 0-13-15,0 0-14 0,0 0-22 0,0 0-32 0,0 0-13 0,0 0-17 16,0 0-38-16,-23 0-164 0,17 0-360 0,6 0 160 15</inkml:trace>
  <inkml:trace contextRef="#ctx0" brushRef="#br0" timeOffset="-159736.26">12382 12808 144 0,'1'-10'289'15,"2"4"-10"-15,-2 1-17 0,0-3-10 0,2 1-14 16,-2 5-22-16,-1-2-22 0,0 0-19 0,0 4-21 16,3-4-16-16,-3 4-17 0,1-4-15 0,-1 4-20 15,2-3-29-15,-2 3-10 0,0 0-7 0,0 0-5 16,4 16-7-16,-4-8-2 0,0 6-1 0,-1 2-1 15,2 1-1-15,-2 1-5 0,1 3 5 0,-3-3-5 0,2 1 2 16,0 0-6-16,2 1 0 0,-1 1-3 0,-1-3-26 0,0 1-18 16,-3 0-37-1,1-1-33-15,1-1-45 0,-1-1-32 0,-1-5-242 0,0 0-456 16,3-1 202-16</inkml:trace>
  <inkml:trace contextRef="#ctx0" brushRef="#br0" timeOffset="-159375.68">12208 13210 151 0,'0'0'237'0,"-7"1"-14"15,7-1-9-15,-3 1-13 0,3-1-13 0,0 0-8 0,0 0-12 0,0 0-16 16,-6 3-11-16,6-3-8 0,0 0-18 0,0 0-13 15,0 0-10-15,0 0-8 0,0 0-10 16,0 0-7-16,21-3-8 0,-4-1-2 16,3 0-7-16,8 0-5 0,4-2 6 0,0 1-14 0,1-2-4 0,2 1-6 15,3-3 2-15,16 1 3 0,-16-1-1 0,-1 3 4 16,0 0-3 0,-4-2 2-16,-3 3-4 0,-10 1-6 0,-2-1 1 15,-8 3-5-15,3-1 2 0,-4 2-3 0,-4-1-2 0,3 0-5 16,-2 2-17-16,-6 0-14 0,8-2-13 15,-8 2-14-15,0 0-24 0,0 0-21 0,0 0-43 16,-27 7-30-16,18-5-41 0,-5 1-209 0,5-1-447 16,-5 3 199-16</inkml:trace>
  <inkml:trace contextRef="#ctx0" brushRef="#br0" timeOffset="-158859.47">12499 13297 55 0,'0'0'259'0,"-6"1"-24"0,6-1-19 0,0 0-17 15,0 0-23-15,0 0-13 0,0 0-16 0,0 0-21 16,0 0-10-16,0 0-9 0,16 4-14 15,-8-4-7-15,1 2-11 0,-4 0-6 0,4 1-6 0,-1-1-4 16,2 1-5-16,-1 2-7 0,-1-1-4 0,-2 1-7 16,4 0-2-16,-6 1-1 0,4 1-4 0,-4 1-7 15,-2 1 3-15,0 0-4 0,-4 3 1 16,-3 3-4-16,-1-2-1 0,-3 2 4 0,-4 0-6 0,4-2-2 16,-3-1-1-16,1 0 1 0,2-1-2 0,0-3-2 15,0-1 0-15,4 0-4 0,1-1 3 0,-4-2-3 16,5 1 0-16,1-2 2 0,0 0 13 15,-2-2 9-15,4-1 13 0,-4 5 6 0,4-5 5 0,0 0 0 0,0 0 1 0,0 0 5 16,14 0-3-16,-5 0-3 0,2-2-4 0,1 2-4 16,1-3-3-1,1 2 4-15,-1-2 1 0,2 1-2 0,-2-1 0 16,0 1-2-16,-1 1-2 0,-3-1-3 0,3 0 9 16,-6 1 4-16,1 0 3 0,-2 0 0 0,0-1-2 15,0 1 2-15,-5 1 4 0,9-1-20 0,-9 1 0 16,0 0 0-16,5 0-4 0,-5 0-10 0,4-3 1 15,-4 3-15-15,0 0-5 0,0 0-5 0,0 0 5 16,5-1-26-16,-5 1-3 0,0 0-9 0,0 0-6 16,0 0-19-16,0 0-9 0,0 0-8 0,0 0-10 15,0 0-17-15,0 0-10 0,0 0-15 0,0 0-30 0,0 0-120 0,-4-7-239 16,4 7-559-16,0-7 247 0</inkml:trace>
  <inkml:trace contextRef="#ctx0" brushRef="#br0" timeOffset="-158531.34">12932 12850 239 0,'0'0'245'0,"3"-2"-27"0,-3 2-27 16,0 0-22-16,15 7-9 0,-7 2-9 0,2 3-11 15,8 8-13-15,-4 4-9 0,3 5-7 0,-2 17-12 0,2 3-1 16,-7 0-9-16,-5 6-10 0,-5 2-7 0,-9 1-5 16,-1 0 12-16,-8-4-9 0,1-2-8 0,-7-5-6 15,-3-1-4-15,-5-4-5 16,0-4 3-16,-5-2-11 0,-2 0-11 0,-2-4-29 0,-9-2-37 0,3 3-47 15,-7-4-77-15,-1-9-267 0,2-2-464 0,-1-3 206 16</inkml:trace>
  <inkml:trace contextRef="#ctx0" brushRef="#br0" timeOffset="-157779.75">10470 12900 89 0,'-6'8'161'0,"-7"4"-9"0,0 5-6 0,-3 10-7 15,-4 6-10-15,-3 14-8 0,0 2-3 0,0 5-1 0,5-3-9 0,1 1-2 16,6 0-15-16,2-3-9 0,7 0-3 0,3-14-11 16,7 2-1-16,6-4-3 0,14 9-4 0,9-5-3 15,8-4-1-15,7-4-7 0,4-3-19 0,8-8-50 16,0-4-51-16,27 0-94 0,-29-9-141 0,5-3-331 15,-6-1 147-15</inkml:trace>
  <inkml:trace contextRef="#ctx0" brushRef="#br0" timeOffset="-156555.1">13878 12842 75 0,'4'-5'198'15,"1"2"-15"-15,1-1-17 0,-2 2-17 0,4 1-13 16,2 0-13-16,2 2-3 16,-2 2-12-16,1-1-6 0,3 4-11 0,1 1-8 15,0 1-8-15,0 4-4 0,-3 2-7 0,-1 1-3 0,-2 2-7 0,-1-1-4 16,-2 8-7-16,-2 3-4 0,-7-1-1 0,-2-2-6 16,-3 2 0-16,-3-1-2 0,-4 1-5 0,-2-1-2 15,-1-1-4-15,-2-6 0 0,5-3 2 0,2-3 7 16,1-1 2-16,2-3 3 0,1-1 5 0,1-2 6 15,2-1 8-15,0-1 15 0,2 2 18 0,0-5 22 16,0 3 11-16,4-3 3 0,0 0-4 0,-4 1-10 16,4-1-15-16,0 0-9 0,0 0-3 0,13-7-22 15,-4 5-2-15,5-1-7 0,0-1-3 0,5 2-1 16,0-1-13-16,1-1 0 0,0 3-10 16,2-1-30-16,-3 0-24 0,4 2-18 0,-4 0-48 0,-1 0-38 15,1 1-39-15,0-1-52 0,-2 1-281 0,-4-1-550 0,-2 0 244 16</inkml:trace>
  <inkml:trace contextRef="#ctx0" brushRef="#br0" timeOffset="-156307.83">14477 12955 293 0,'2'-4'270'0,"0"2"-28"16,-2 2-28-16,0-6-21 0,0 6-24 0,0 0-24 16,0 0-17-16,0 0-11 0,0 0-11 0,0 0-12 15,-11 18-11-15,3-6-5 0,-4 3-11 0,2 1-4 0,-8 6-7 0,2-2-4 16,-5 4-3-16,4-2-4 0,-3 0-16 0,1 1-32 16,0-1-21-16,2-2-27 0,0 0-27 0,4-7-46 15,0 0-30-15,1-1-190 0,2-3-372 0,3-1 165 16</inkml:trace>
  <inkml:trace contextRef="#ctx0" brushRef="#br0" timeOffset="-156122.62">14352 13007 130 0,'3'-10'306'16,"0"5"-22"-16,-1 0-23 0,-1-2-30 0,0 5-19 15,2 0-32-15,0-1-25 0,-3 3-14 0,0 0-17 16,8 7-15-16,-4-3-9 0,1 5-7 0,-1 0-10 15,4 6-8-15,-2 1-6 0,3 1-6 0,0 0-26 0,3 7-22 16,-1-2-40-16,-2-5-40 0,0 1-37 0,1-1-44 16,-1-1-243-16,-5-4-420 0,2-1 186 0</inkml:trace>
  <inkml:trace contextRef="#ctx0" brushRef="#br0" timeOffset="-155817.74">14718 12886 34 0,'3'-5'318'0,"1"0"-28"0,-1 0-29 0,-2 1-29 16,3 2-18-16,0 1-32 0,-4 1-20 0,0 0-14 16,15 5-16-16,-7 2-15 0,1-1-8 0,-3 5-15 15,2-1-6-15,-2 4-7 0,-2 2-9 0,2 2-8 16,-3 2 3-16,-2 4-15 0,-1-4-2 0,-3 1-5 15,-4-3-5-15,4 0-6 0,-3 1-6 0,2-5 0 16,0-3-1-16,-1 1-1 0,4-3-6 0,-3-2 0 16,2-3-1-16,-1 3-1 0,3-3 1 0,0 1-2 15,-1-3 3-15,1-2-1 0,0 0 1 0,4 6-1 0,-4-6-1 0,20-3-4 16,-2 0-20 0,0 1-36-16,2-3-48 0,2 0-56 0,2-6-64 15,-2 3-244-15,2-4-493 0,3 2 218 0</inkml:trace>
  <inkml:trace contextRef="#ctx0" brushRef="#br0" timeOffset="-155552.66">15217 13026 21 0,'-9'2'261'0,"9"-2"-7"0,0 0-9 0,-6 0-17 15,6 0-19-15,0 0-18 0,0 0-23 0,0 0-17 16,0 0-12-16,24-4-16 0,-5 2-11 0,3-3-13 16,0 4-26-16,7 0-32 0,4 0-45 0,-5-2-52 0,3-2-49 15,-3 1-81 1,-9 0-142-16,1 1-354 0,-4 0 156 0</inkml:trace>
  <inkml:trace contextRef="#ctx0" brushRef="#br0" timeOffset="-154419.72">15594 12830 215 0,'0'0'224'0,"0"0"-16"0,0 0-22 0,4-8-14 16,-3 7-16-16,-1 1-16 0,5-3-12 0,2 0-14 15,-2 1-8-15,1 0-4 0,3 1-7 0,2 0-9 0,0 1-8 16,-1 0-4-16,2 1-1 0,0 0-10 0,0-1 0 16,-1 3-7-16,0 1-7 0,0 0 1 0,1 4-7 0,-1-3-6 15,-4 3-3-15,0-1-4 0,2 5 0 0,-5-2-1 16,-3 4-6-16,-1 1-5 0,-5 2 1 0,-4 2 0 16,2-2-13-16,-5 6 13 0,-4 0-5 15,1 0-3-15,-1-3-8 16,3-8 13-16,3 1-9 0,-3 1 1 0,4-7-2 15,1 1 0-15,1 0 0 0,2-3-1 0,1 1 2 16,0-4-2-16,0 5 1 0,3-4 0 0,-2-1 9 16,2 1 10-16,1-3 12 0,1 6 22 0,-1-6 14 0,9 1 0 0,3 1 1 15,2-2-7-15,-4-2-6 0,10 2-6 0,0-2 0 16,-1-1-9-16,1 0-3 0,-2 1-9 0,3 0-1 16,0-1-8-16,-3-1-25 0,0 1-28 0,-5 1-30 15,-2-3-40-15,1 2-45 0,-4 0-49 0,2-2-75 16,-5-1-207-16,-1 1-513 0,-2-1 227 0</inkml:trace>
  <inkml:trace contextRef="#ctx0" brushRef="#br0" timeOffset="-154165.96">16063 12680 169 0,'0'0'281'0,"3"-4"-31"0,-2 1-22 0,-1 3-26 16,0 0-17-16,15 7-17 0,-6-2-11 0,2 7-13 0,2 3-14 0,3 7-6 15,0 4-3-15,-3 5-14 0,-1 0-11 16,-1 13-5-16,-6 3-8 0,-6 1-9 0,-5 3-7 16,-5-1-2-16,-4-1-7 0,-9 1-3 0,-1-3-8 0,-9 0-7 15,-2-4-4-15,-1 2-21 0,-4-9-8 0,-7-1-37 16,3-2-35-16,-5-3-38 0,-3-4-70 0,-2-4-266 15,-2-3-474-15,1-5 210 0</inkml:trace>
  <inkml:trace contextRef="#ctx0" brushRef="#br0" timeOffset="-153665.24">13726 12772 129 0,'0'0'173'0,"0"0"-8"0,-13 10-16 16,3 0-8-16,0 4-10 0,-3 10-7 0,-2 1-8 0,-1 3-10 0,-7 16-3 15,5 5-10-15,4 1-7 0,0-4 0 0,5 8-13 16,4-4-5-16,5-1-1 0,7 2-2 0,5-4 0 16,6-3-1-16,9-5-1 0,10 2-1 0,9-9-5 15,5-1 13-15,32 4-5 0,-20-17-22 0,28 4-53 16,-2-7-75-16,-22-6-115 0,25-7-146 0,6-1-373 15,-4-4 166-15</inkml:trace>
  <inkml:trace contextRef="#ctx0" brushRef="#br0" timeOffset="-153148.53">16310 13032 78 0,'0'0'187'0,"0"0"-4"0,-8-1-2 16,8 1-14-16,0 0 2 0,0 0-5 0,0 0-10 0,0 0-4 15,0 0-11-15,0 0-14 0,0 0-10 0,0 0-10 16,23-3-9-16,-11 1-12 0,5 2-6 0,3-3-6 16,8-1-7-16,2 1-8 0,5 1-4 0,3 2-8 15,2-5-6-15,-3 3-2 0,-2-1-10 0,1-1-23 16,-4 1-27-16,0 0-36 0,-5-1-36 0,-5 1-44 15,-2 0-56-15,-8-1-150 16,1 0-372-16,-3 0 166 0</inkml:trace>
  <inkml:trace contextRef="#ctx0" brushRef="#br0" timeOffset="-152916.87">16877 12845 132 0,'0'-3'363'0,"0"3"-11"0,1-7-21 0,-1 7-32 0,-1-5-31 16,1 5-32-16,4-2-30 0,-4 2-25 0,0 0-21 16,0 0-25-16,-4 15-7 0,4-5-8 0,0 7-16 0,-3 9-12 0,2 0-12 15,2 3-19-15,-1 4-38 0,3 2-40 0,-3 0-48 16,-4 2-76-16,4-2-64 0,-1-4-270 0,-3 2-512 0,0-8 227 15</inkml:trace>
  <inkml:trace contextRef="#ctx0" brushRef="#br0" timeOffset="-151313.55">18323 11581 90 0,'-4'-8'166'16,"0"3"-10"-16,0-3-11 0,-1 1-21 0,-2 2-11 15,2 3-9-15,-2-2-14 0,-2-2-6 0,0 4-3 0,1 1-12 0,-3-1-11 16,-1 2-4 0,-2 4-3-16,1-1-9 0,-2 5-5 0,-4-1-10 0,2 5 2 0,-4 5-4 0,0 2-6 15,2 2-4-15,3 1 0 0,-1 4-7 0,1 2 4 16,2-1 0-16,1 2 1 0,3-1 2 0,1 0-1 16,3 0 1-16,-1-1-6 0,3 0-1 0,2-1-5 15,2-8 5-15,5 0 4 0,-4 0-5 0,2-4 8 16,1-3-2-16,1 0 9 0,-4-1 14 0,3-3 9 15,0 0 14 1,-3-2 18-16,4 0 20 0,-1-3 22 0,0 1 16 16,0-2 8-16,-4-1 1 0,0 0-12 0,20-7-8 0,-12 1-11 15,1-4-6-15,2 2-2 0,1-4-15 0,-1-2-6 16,1-1-4-16,-1-2-4 0,-2-1 0 0,6-5-10 16,-3 2 3-16,-2 3 2 0,-1 1-2 0,0 1 1 15,0-1-5-15,-3 0 2 0,1 2 4 0,-3 5 9 16,-2 1-2-16,2 2-3 0,-1 1-4 0,-2 0-4 0,0 2-5 15,4 0-8-15,-5 1-9 0,3-1-7 0,-3 4-12 16,1-4-15-16,-1 4-36 0,3-1-28 0,-3 1-9 16,0 0 6-16,0 0 14 15,0 14-1-15,-3-2 0 0,2 5-1 0,-2 1 6 0,-3 5 6 16,-2 2 5-16,3-1 2 0,1-3 0 0,-1 0 5 16,0-2 1-16,4 0 6 0,-2-1 0 15,2-1-4-15,1-4 7 0,-3-3-2 0,3 1 3 16,0-5 0-16,0 1 4 0,0-2 0 0,3 2 2 15,-3-2 6-15,0-2 17 0,1 1 25 0,-1-4 16 16,3 3 22-16,-3-3 15 0,1 4 9 0,-1-4 14 16,0 0-4-16,10 0-12 0,2-4-9 0,-1-2-11 15,9-1-3-15,5-4-12 0,1-4-10 0,3-2-41 16,-4 1-34-16,2 0-40 0,-4-2-64 0,4-1-70 0,-4 2-53 0,1 1-48 16,-2 0-73-16,-4 4-308 0,-3 2-728 0,1 0 323 15</inkml:trace>
  <inkml:trace contextRef="#ctx0" brushRef="#br0" timeOffset="-150881.21">18906 11922 301 0,'0'-4'351'15,"2"1"-15"-15,-1-1-17 0,-1 4-16 0,1-7-24 16,-1 4-11-16,0 3-21 0,3-5-24 0,-3 5-15 0,0 0-39 0,1-4-20 15,-1 4-18-15,0 0-20 0,0 0-18 0,0 0-30 16,0 0-12-16,0 0-5 0,0 15-8 0,0-4-4 16,-1 6-4-16,-2 2-6 0,1 6-4 0,-1 1 1 15,-1 0-7-15,3 1 0 0,-1-2 0 0,2 0-6 16,0-7-2-16,0 4 2 0,2-3 3 0,-1-1-1 16,-1 0 0-1,3-5-1-15,-3-2-3 0,1-3 2 0,-1 0-3 0,1-3 0 16,-1 1 3-16,2-1 16 0,-2 0-14 0,1-2 3 15,-1 1 2-15,0-4 8 0,0 5-5 0,0-5 10 16,0 0-7-16,0 0-9 0,1 4-40 0,-1-4-53 16,0 0-66-16,-2 6-97 0,2-6-359 15,0 0-652-15,0 0 288 0</inkml:trace>
  <inkml:trace contextRef="#ctx0" brushRef="#br0" timeOffset="-139451.44">20599 11937 21 0,'-10'0'229'0,"10"0"-4"0,0 0-9 0,-5-1-14 16,5 1-18-16,0 0-13 0,0 0-19 0,0 0-17 0,0 0-8 0,0 0-16 15,0 0-11-15,23-6-10 0,-5 2-10 0,9 0-10 16,5 0-9-16,0 2-15 0,3-1-29 0,1 0-33 16,0 0-38-16,-1 2-46 0,-2-2-47 0,-3 1-173 15,0-1-347-15,-9 3 153 0</inkml:trace>
  <inkml:trace contextRef="#ctx0" brushRef="#br0" timeOffset="-139259.41">20732 12078 14 0,'-4'2'169'0,"2"1"-3"0,-1-1-9 16,3-2-13-16,-2 3 0 0,2-3 10 0,11 4-3 15,6-3-8-15,11 0-16 16,10-1-8-16,20-2-8 0,1 0-15 0,4-1-8 15,31 1-19-15,-28-3-35 0,26-3-40 0,-24 2-56 16,25-5-60-16,-29 3-161 0,2 0-306 0,0-1 135 16</inkml:trace>
  <inkml:trace contextRef="#ctx0" brushRef="#br0" timeOffset="-138612.93">22942 11413 19 0,'-3'-6'229'0,"-4"-1"-14"0,3 0-18 15,1 3-13-15,-1-2-12 0,-2 2-17 0,1 0-16 16,-3-2-14-16,4 4-17 0,-3 2-10 0,-4-3-10 15,3 3-11 1,-2 0-7-16,-1 3-9 0,-3 2-5 0,-3 2-3 16,-2 4-4-16,-5 2-4 0,-2 6 0 0,4-2-6 15,2 5-4-15,-3 4-5 0,4 1-5 0,1 1 1 16,1 2-3-16,5-1-10 0,0-4 1 0,1 1-5 16,3 1-1-16,4-10 0 0,2 1 2 0,0-1 3 15,4 0-3-15,0-6 7 0,2 1 18 0,-1-3 16 16,2 0 11-16,1-5 22 0,-1 1 20 0,2-2 31 0,2-1-1 0,2-2 5 15,0-2-4-15,1-2 3 0,5-3-17 0,-2-1 5 16,2-3 2-16,0-1-6 0,0 1-21 0,2-6 0 16,-1-4-11-16,-4 7-6 15,-1-1 8-15,0 1-13 0,-3-2-5 0,2 4-1 16,-4 2-1-16,-3 0 3 0,2 4-7 0,-3 0-8 16,0 2-5-16,-3-1-10 0,2 3-5 0,-3 2-20 0,6-7-17 0,-6 7-18 0,0 0-12 0,0 0-5 15,0 0 7-15,0 0-5 0,6 16-3 0,-5-10 3 16,2 4 3-16,0-1 8 0,-1 3 6 0,3 3 3 15,5-1-13-15,-1 2-23 0,-1-1-22 0,6 0-29 16,-4-2-26-16,2-1-33 0,2 1-36 0,-1-3-43 16,3-2-46-16,-3 1-325 0,1-5-655 0,-1 1 291 15</inkml:trace>
  <inkml:trace contextRef="#ctx0" brushRef="#br0" timeOffset="-138256.35">23321 11608 82 0,'0'0'269'0,"2"-4"-26"16,-2 4-26-16,0 0-29 0,0 0-15 0,0 0-18 15,0 0-18-15,-16 4-16 0,6 3-12 0,2 0-12 16,-2 3-8-16,-3 1-11 0,3 1-8 0,1 0-7 15,0 0-6-15,-1 1-7 16,5 0-8-16,-3-3 1 0,4 0 2 0,3 1-14 16,-3-3 1-16,4 2-2 0,0-3 1 0,5 0 14 15,-1-2 9-15,1 0 9 0,4-3 0 0,5 1-1 16,-1-4-3-16,1-1 0 0,4-2 0 0,0 0 0 16,-4-3 4-16,1-1-5 0,-5 2-5 0,1-3 4 15,-2 1-8-15,-2-1-1 0,-3-2-5 0,1 2-2 16,-1 0-4-16,-4 2-7 0,1 1-16 0,-2-2-21 0,-3 2-27 0,0 1-29 15,-5-1-30-15,-1 3-25 0,-1 2-33 0,-2 1-28 16,-1 3-54-16,-2 0-199 0,-1 4-468 0,3 1 207 16</inkml:trace>
  <inkml:trace contextRef="#ctx0" brushRef="#br0" timeOffset="-137664.37">22650 12098 69 0,'-16'0'243'0,"3"0"-7"16,3 0-7-16,2 2-1 0,2-2-28 0,-1 0-23 16,2 1-16-16,5-1-18 0,-9 1-13 0,9-1-14 15,-10 0-10-15,10 0-11 0,0 0-8 0,0 0-1 16,-8 0 4-16,8 0 3 0,0 0 0 0,0 0 2 15,0 0 0-15,0 0-1 0,0 0-1 0,0 0 0 16,0 0-6-16,-5 1 0 0,5-1 5 0,0 0-3 16,0 0-4-16,0 0-2 0,0 0 8 15,0 0-17-15,0 0-8 0,0 0-4 0,0 0-7 16,0 0-3-16,0 0-7 0,0 0-5 0,0 0-4 16,0 0-4-16,0 0-4 0,0 0-3 0,0 0-2 15,0 0-4-15,0 0-5 0,0 0 0 0,0 0 0 16,0 0 0-16,0 0-8 0,0 0 5 0,0 0-6 15,0 0 14-15,0 0-20 0,0 0 6 0,0 0 3 16,0 0-4-16,0 0-5 0,0 0 3 0,0 0 3 0,0 0-7 16,0 0 3-16,0 0 8 0,0 0-8 0,0 0 1 15,0 0-2-15,0 0-6 0,0 0 5 0,0 0 4 16,0 0 1-16,0 0 1 0,0 0-6 0,0 0 3 16,0 0 1-16,0 0-1 0,0 0 3 0,0 0 8 15,0 0 0-15,22-3-6 0,-5 0 8 0,12 0-9 16,9-1 7-16,19 0-6 0,5 1-2 0,28-7-3 0,-23 6 32 0,28-2 2 15,-3 1-1-15,-26 2 5 0,-1-1-4 0,-3 0 1 16,-5 0-3-16,-6 2-1 0,-15 0-6 0,-4 0 0 16,-10 1-3-1,-3-1 3-15,-4-1-7 0,-4 3 2 0,-2-1-5 0,-2 0 0 16,-2-1-3-16,-5 2-6 0,9 0-30 0,-9 0-18 16,0 0-26-16,0 0-20 0,4 3-21 0,-4-3-29 0,-13 6-24 0,-5-1-32 0,-1 0-44 15,-6 3-56-15,-2 1-309 0,0-1-649 0,0-1 287 16</inkml:trace>
  <inkml:trace contextRef="#ctx0" brushRef="#br0" timeOffset="-137179.12">23076 12301 219 0,'-7'-2'403'0,"7"2"-31"0,-3-3-37 0,3 3-26 16,-2-5-27-16,2 5-34 0,0 0-26 0,0 0-1 0,5-4-51 0,-5 4-16 0,12 0-15 15,-4 0-18-15,-1 1-11 0,4 2-15 0,0-1-7 16,-5 1-22-16,1 0-34 0,1 3-21 0,-5-1-12 16,4 5-8-16,-5-1 2 0,-1 3-2 0,-2 3 1 15,-3 0 4-15,-4 2-4 0,-5 6 4 0,-3-2 1 16,0 1-2-16,-3-4-1 0,-2 1 0 0,6-5 4 15,-2-1 0-15,2-1-1 16,-2 1-1-16,4-4 2 0,3-1 3 0,0-3-2 16,4-1 5-16,0 1-4 0,1-1 15 0,0-2 28 15,2 1 23-15,3-3 20 0,-4 4 21 0,1-3 17 16,3-1 8-16,-4 3 5 0,4-3 3 0,0 0-3 16,-2 2-7-16,2-2-13 0,0 0-11 0,0 0-12 15,0 0-6-15,-4 3-12 0,4-3-8 0,0 0-9 16,0 0-6-16,0 0-8 0,0 0 0 0,0 0-9 0,-3 2-7 0,3-2-8 15,0 0 3-15,18 2-2 0,0-1-2 0,10-1 3 16,8 2-9-16,16 0 1 0,4 1-4 0,11-6 1 16,24 6 0-1,-27-3-4-15,-2 0 1 0,1 0 4 0,-7-3-6 0,-5 3-1 16,-14 0-1-16,-2-2-8 0,-6-2-22 0,-7 3-30 16,-4-1-18-16,-6 2-19 0,-3-3-40 0,-1 1-40 15,-4 0-78-15,-4 2-44 0,-10-6-51 0,-3 3-361 16,-1-1-764-16,-8 2 339 0</inkml:trace>
  <inkml:trace contextRef="#ctx0" brushRef="#br0" timeOffset="-132939.46">8019 15451 157 0,'4'-7'191'0,"-4"-3"-10"0,4 2-7 0,1-2-16 15,-4 1-9-15,2 0-6 0,-2-1-10 0,3 1-9 0,-4 1-3 16,1 0-8-16,-1 4-6 0,3-5-11 0,-3 2 1 16,0 1-6-16,0 1 3 0,0-1-13 0,-3 5-7 15,3-5-10-15,-5 1-9 0,1 2-10 16,-3 0-7-16,-2 3-6 15,-3-3-8-15,-6 6-1 0,0 1-4 0,-5 2-3 16,-5 3-1-16,1 7-5 0,-2 2 1 0,1-1-1 0,-3 5-2 16,-2 11-3-16,6-8 2 0,-3 12-5 0,5-8 4 15,9 1 0-15,-2-4-5 0,4 2 3 0,1-2-1 16,5 2 1-16,2-4 1 0,4-5-4 0,2 0 1 16,3-5 1-16,2 3 7 0,2-7-2 0,0 0 5 15,5-2 3-15,-1-1 8 0,7-3 9 0,1 1-7 0,3-5 0 16,1-1 9-16,5-7 1 0,-1-1 7 0,0-2 5 15,-4-3 4-15,2-1 8 0,-3 0-2 0,-2-3 3 16,-2 0 8-16,2-1 0 0,-5-2-1 0,4 1 6 16,-10 3 6-16,4 0 7 0,-4 1 23 0,1 1-14 15,-2 0 7-15,-3 5 14 0,-1 0 0 0,1 1-9 16,-4 4-14-16,3 1-6 0,-3 0-15 0,2-2-14 0,-2 4-22 0,-1 2-28 16,5-2-12-16,-5 2-13 0,0 0 6 0,0 0 1 15,-5 14 2-15,4-5 12 0,-2 3-11 16,1 5-1-16,-2-1 1 0,1 1 0 0,1 1 2 15,-1 1 2-15,2-2 1 0,1 0-8 0,0-2 5 16,1-1 5-16,-1-2-5 0,3-2 2 0,-1 0-4 31,2-4 9-31,4 0 9 0,3 0-4 0,2-2-2 0,7-3 1 0,7-2 0 16,8-2-6-16,-1-2-27 0,6-3-48 0,-3-4-46 16,0 5-67-16,-1-4-77 0,0-2-97 0,-2-3-244 15,-2-1-654-15,-1 1 289 0</inkml:trace>
  <inkml:trace contextRef="#ctx0" brushRef="#br0" timeOffset="-132353.71">8589 15582 142 0,'3'-3'215'0,"3"1"-18"16,-1 0-16-16,4-1-18 0,4 1-11 15,-3 1-17-15,5 1-14 0,3 1-12 0,2 1-13 0,-4 2-7 16,1 3-11-16,-1 1-10 16,-3 2-4-16,-2 0-8 0,0 2-4 15,-3-2-8-15,-3 5-4 0,-3-2-7 0,1 3-5 16,-6 1-2-16,-1-2-1 0,-2 1-4 0,-2-3-6 15,0 3 1-15,0-7 2 0,0 1-6 0,2-2-1 16,-1 2-2-16,1-6-2 0,1 3-5 0,2-3 5 16,-2 1 0-16,2-1-3 0,2-3-3 0,1 6 4 0,3-3-1 0,3 0 2 15,6-4-2-15,4 5-1 0,5-1-2 0,5 1 1 16,-5 0 1-16,2-1-5 0,1 4 6 0,-5 0-3 16,1-1 2-16,-4 4-3 0,-3-1 0 0,0-2-2 15,-4 2 6-15,0 0 1 0,-5-2-3 0,-1 3 1 16,-3 0 4-16,-3-1 5 0,-3 3 10 0,-5 1-9 15,-4-5-4-15,-7 4 2 0,0-3 1 0,-5-2-2 16,3 3 0-16,-3-4 2 0,4-3-7 0,3 2-7 0,-2-2-23 16,0-1-37-16,3-5-59 0,5 1-75 0,4-5-139 15,2 2-362-15,7-2 160 0</inkml:trace>
  <inkml:trace contextRef="#ctx0" brushRef="#br0" timeOffset="-132013.43">9735 15694 130 0,'0'0'291'0,"0"0"-18"0,0 0-19 15,0 0-17-15,0 0-23 0,0 0-25 0,0 0-22 16,0 0-14-16,17-11-17 0,-2 9-12 0,5-1-16 15,8-1-9-15,2-1-38 0,0 1-38 0,0 1-48 16,1 1-53-16,1-4-58 0,-4 4-234 0,0-3-402 16,-8 1 178-16</inkml:trace>
  <inkml:trace contextRef="#ctx0" brushRef="#br0" timeOffset="-131847.65">9887 15811 203 0,'-2'1'219'0,"-1"2"-16"16,3-3-9-16,0 0-5 0,9 4-17 0,1-4-13 0,10 0-20 16,10-3-14-16,6 3-33 0,4-3-54 0,13 1-42 15,4-7-63-15,0 2-210 0,-2 0-301 0,-1-1 133 16</inkml:trace>
  <inkml:trace contextRef="#ctx0" brushRef="#br0" timeOffset="-131452.29">11031 15629 170 0,'0'0'201'0,"0"0"-9"16,-9 0-11-16,9 0-10 0,0 0-4 0,-5 1-7 15,1 1-6-15,4-2-13 0,0 0-12 0,0 0-5 0,0 0-5 0,28-2-10 16,-10 1-9-16,13-2-15 0,1 2-5 0,5 1-9 15,13-3-5-15,3 1-8 0,2-3-5 0,-1 2-8 16,-3 2-6-16,-13-1 1 0,1 1-9 0,-7-2-4 16,-3 1 2-1,-10 0-3-15,-1 2-2 0,-9-3-4 0,2 3-3 0,-3 0-13 0,-3-1-11 16,1 0-23-16,-6 1-38 0,0 0-37 0,0 0-43 16,-17-3-66-16,4 1-164 0,2-1-408 0,-1 3 182 15</inkml:trace>
  <inkml:trace contextRef="#ctx0" brushRef="#br0" timeOffset="-130851.3">12499 15204 174 0,'1'-17'309'16,"5"-4"-10"-16,-4 3-9 0,3-1-1 0,-1 2-9 16,2-2-7-16,0 4-12 0,-4 3-2 0,2 3-18 15,-3 2-26-15,2-1-20 0,-2 3-14 0,-1 2-41 16,4-1-34-16,-4 4-23 0,0 0-10 0,0 0-8 15,5 19-8-15,-1-3-9 0,-3 2-9 0,0 8 0 0,3 3-8 16,-1 2 0 0,-3-1 1-16,1 4-31 0,0 0-34 0,-1 0-32 15,-1-1-42-15,1 2-42 0,-4-4-50 0,3-2-55 16,-8-5-280-16,1-1-579 0,3-6 256 0</inkml:trace>
  <inkml:trace contextRef="#ctx0" brushRef="#br0" timeOffset="-130534.82">12199 15707 166 0,'-7'1'279'0,"0"-1"-5"0,7 0-20 0,-9 1-17 15,9-1-5-15,-6 0-13 0,6 0-17 0,-7 0-16 16,7 0-20-16,0 0-16 0,0 0-18 0,22-5-10 15,10 1-11-15,4-1-16 0,16-2-8 0,7-1-12 16,4 1-10-16,36-4-6 0,-3-1-2 0,-2 5-6 16,1-3-5-16,0 0-5 0,-29 3-10 0,-2 4 0 15,27-6-2-15,-38 1-2 0,-12 6-5 0,-4-4-2 16,-6 2-4-16,-3 0 1 16,-9 1-1-16,-3 2 4 0,-5 1-16 0,-1-2-8 15,-3 0-17-15,-1 1-21 0,-6 1-27 0,0-2-24 16,0 2-27-16,-20 1-29 0,2 3-43 0,-3-3-41 15,-6 3-203-15,1-3-473 0,4 3 209 0</inkml:trace>
  <inkml:trace contextRef="#ctx0" brushRef="#br0" timeOffset="-130065.39">13021 15775 235 0,'2'-2'219'0,"-2"2"-20"0,0 0-20 0,0 0-15 15,3-3-19-15,-3 3-15 0,0 0-11 0,-12 6-10 0,2 0-13 16,0 3-9-16,-6 2-8 0,1 0-11 0,-4 9-2 16,-4 0-4-16,0 2-3 0,1 1 1 0,-1 2 2 0,3 0-8 0,-2 4-3 15,3-4-3-15,2 2-5 0,-1 0-3 0,8 1-5 16,1 0-3-16,4-2-3 0,5-6 0 0,0 4 17 16,5-5 10-16,0-3 12 0,3 1 8 0,7-4 3 15,3-1 5-15,5 1-10 0,4-4 0 0,2-4-6 16,-1-1-5-16,2-4-4 0,-10 0 6 0,2-4 18 15,-3-1 11-15,-2-3 3 0,-2 1-7 0,-6-3-10 16,0 1-8-16,-1-5-17 0,-6-3-4 0,-3-1-6 16,-9 2-20-16,-7-8-10 0,-2 5-3 0,-8 2-11 15,0 2-5-15,-4 1-3 0,-1 1-4 0,-3 5-10 16,3-2-20-16,1 4-17 16,2 0-25-16,2 2-41 0,8 2-56 15,5 1-75-15,2-1-287 0,5-1-586 0,7 3 260 16</inkml:trace>
  <inkml:trace contextRef="#ctx0" brushRef="#br0" timeOffset="-128847.75">14242 15223 78 0,'0'-11'255'0,"0"6"-3"0,2-7-10 0,-4 4-8 16,0 1-11-16,2 2-12 0,-3-2-12 0,3 1-19 16,-2-1-11-1,0 2-11-15,0 1-16 0,2 1-16 0,-2-2-22 16,2 5-14-16,-5-3-8 0,5 3-11 0,-14 3-9 16,3 2-6-16,-5 3-7 0,1 2-6 0,-3 4-4 15,-6 3-7-15,5 3-2 0,-4 1 0 0,-3 5-7 16,7-1-2-16,-5 2 3 0,6-1-10 0,-1 2 6 15,5 2-5-15,1-5-25 0,1-1 5 0,6-5 1 16,-2-1-4-16,6 0 3 0,-2-1 6 0,4-4 2 16,0-2 3-16,1-1 2 0,-1-3 7 0,4-2 11 15,0 2 12-15,-2-1 21 0,4-2 20 0,-1-4 16 16,1 0 1-16,3-2 11 0,1 0 0 0,2-3 12 16,-1 0-2-16,3-6 0 0,0 0-13 0,-1-2-4 0,1 2-5 0,-1 0-9 15,1-4-4-15,-4-1-1 0,3 3 1 0,-3-2 1 16,2 3 7-16,-8 4 6 0,1-1-6 0,-1 2-5 15,-1 3-7-15,1-1-9 0,-1 3-11 0,-3 2-10 16,5-4-9-16,-4 1-21 0,-1 3-22 0,0 0-17 16,0 0-2-16,0 0 4 0,1 12 2 0,1-6-1 0,-6 6 5 15,0-1-4-15,0 0 2 0,1 5 3 0,-4 0 2 16,3-1 2-16,2 2-3 0,-1-1 3 0,3-5 2 0,0 1-3 16,-1-3 1-16,1 1 5 0,0-3-2 0,0 0 5 15,1-2 0-15,2 2 5 0,-1-1 2 0,2-2 1 16,5 0 5-16,2 0-1 0,1-3 2 0,10-1-3 15,-1-1 1-15,9-3 4 0,-4-1-6 16,-5-3-43-16,7-1-36 16,0-1-58-16,0-2-56 0,-2 0-58 0,-3-1-60 15,2-3-77-15,-9 4-317 0,0-1-753 0,-3 1 334 16</inkml:trace>
  <inkml:trace contextRef="#ctx0" brushRef="#br0" timeOffset="-128399.88">14665 15469 16 0,'3'-4'297'0,"-1"1"4"0,2-1-18 16,-2 1-7-16,1 1-14 0,-3 2-14 0,1-6-13 16,-1 6-19-16,0 0-24 0,4-4-23 0,-4 4-13 0,0 0-11 0,0-2-21 15,0 2-26-15,0 0-10 0,0 0-9 0,-8 8-7 16,4-2-10-16,-3 3-5 0,-4 4-6 0,-1 2 0 15,2 0-13-15,1-1-7 0,-1 1 3 0,3 1-4 16,2-1-4-16,1 1-5 0,3-1 1 0,1-2 0 16,4 1-2-16,2-1 2 15,2 1 4-15,3-4 10 0,4-1 6 0,4-1 3 0,1-4 4 0,7 0-7 0,1-4 6 0,-1-4-6 16,-4 1 11-16,-3-6-13 0,0 0-2 0,-3-1 1 16,-1 0-6-16,-2-5-3 0,-4 0-12 0,-5-2-5 15,-3-1-15-15,-4-1-18 0,-3 2-26 16,-6 3-46-16,-14-5-48 0,-7 5-65 0,-3 3-95 15,-22-2-290-15,1 7-637 0,-3 0 283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54:08.40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3177 2815 197 0,'0'-11'232'0,"0"0"5"0,0-1-10 0,-1-2-3 0,1 2-1 15,-2-1-4-15,-1 2-5 0,3 0-5 0,3 2-12 16,-6 0-1-16,3 3-18 0,0-1-14 0,0 2-19 15,0 1-31-15,0 4-2 0,-1-7-15 16,1 7-26-16,0 0-11 16,0 0-7-16,0 0-3 0,7 16-11 0,-3-3 5 15,1 3-9-15,-1 4-13 0,5 4 13 0,0 2-6 0,1-1-20 0,2 1-10 16,-2-3-4-16,3 3 2 0,2-6-11 0,-2 4 6 16,1-2-13-16,-1-6 0 0,-2-2 2 0,2-2 1 0,-5-2 4 15,-1-3 4-15,4-2 1 0,-6-2 14 0,1 1 9 16,-1-8 17-16,3 3 0 0,2-5 3 15,-1-2 23-15,0-6-13 0,1-1-10 16,2-2 12-16,-6 1 3 0,3-8-20 0,-1 6 25 16,-2-2-4-16,-2 2 6 0,1-2-4 0,3 3 11 15,-4 0-14-15,-2 3 13 0,2 2 2 0,-1 2 1 16,-2 2-4-16,0-1-15 0,0 5 2 0,1-1-44 0,-1 0-33 16,-1 5-18-16,0 0 0 0,0 0 1 0,4 14 8 15,-3 1-5 1,2 11 11-16,-5 1 3 0,4 7 1 0,-4 15-11 15,2 3 19-15,2 0 3 0,1-1 0 0,0 0 6 16,-1 3-7-16,4 2-2 0,-1 0 2 0,0-2-8 16,0 0 12-16,1 0 5 0,-1-4-10 0,2 1 10 0,-2-2 6 0,-1-2 1 0,1-2 4 15,0 3-1-15,-5-12 6 0,1-4-5 0,-2 5 3 16,1-4-2-16,-1 1-1 0,-7-7 2 16,3 1-13-16,0-5 12 0,-4 3 7 0,-1-9-1 15,1 0 2-15,-2 0-11 0,0-5 6 0,0 1 5 16,-2-4-1-16,-4 1 8 0,3-3 1 15,-5-1 4-15,1-1 5 0,0-3 12 0,0-1 12 16,5-2 5-16,-7-2 18 0,7-3 7 0,-2-3-1 16,1-2 16-16,0-5 5 0,0-5 3 0,-4-3-4 15,6-10-10-15,2-15-10 0,9-5-15 0,7-5-6 0,7-23-1 0,9 0-17 16,7 5-3-16,8 1-5 0,-9 22-7 0,17-20 0 16,-13 23-2-16,5-1-2 0,3 5 4 0,-5 3-3 15,3 5 9-15,-6 1 5 0,-7 11 4 0,-2 5 4 16,-4 3 10-16,-1-1 3 0,-7 8-1 0,-2 5-3 15,-2-1-3-15,-2 4-9 0,-1-1-7 0,2 0-22 16,-3 1-46 0,-3 4-58-16,0 0-50 0,0 0 12 0,6 10-20 15,-7 2-43-15,0 8-27 0,-5 8-42 0,2 6-45 0,-3-1-75 0,-1 1-317 0,2 0-754 16,1-2 334-16</inkml:trace>
  <inkml:trace contextRef="#ctx0" brushRef="#br0" timeOffset="809.2">3770 3796 329 0,'0'-3'334'0,"2"-2"-18"15,-2 0-16-15,0-1-27 0,0 0-26 0,1 3-28 0,2-3-22 16,1 3-21-16,-1-2-17 0,2 1-20 0,0-1-18 16,1 2-14-16,1 3-12 0,2-3-9 0,0 3-10 0,1 4 1 15,3 2-14-15,-4 1-16 0,4 4-4 0,1 2-11 16,-4 2 1-16,3 7-6 0,-6-2-1 0,-1 9-8 15,-2-2 3-15,-7 7 1 0,-4 11 3 0,-4 0-10 16,-3-11 0 0,1-1-3-16,-12 7-1 0,5-10-1 0,1-4-5 15,-4 3 7-15,0-4-5 0,0-3 2 0,1-5 3 16,6-4-3-16,-2 0 5 0,4-4 24 0,2-4 28 16,5 0 40-16,-1 0 23 0,0-3 22 0,2-2 6 15,-4-1 6-15,4-3 12 0,-1-3-7 0,2 2-6 16,0-4-9-16,1-1-13 0,2-1-14 0,0-1-12 15,2 1-11-15,4-2-11 0,0 2-12 0,0 1-4 0,-1 2-11 16,0 0-7-16,-2 3-7 0,2 1-11 0,0-3-10 0,-1 6 7 16,-2 1-12-16,0 0-7 0,9 1-8 0,0 6 5 15,-3 1-3-15,3 1-1 0,4 5-2 0,-3 3-7 16,1 0 2-16,0 8-2 0,1-2 3 0,-2 1-5 16,1 0-4-16,-3-6-1 0,1 0-11 15,-2-1-4-15,2-2-5 16,-2-5-4-16,-1 1 0 0,-2-1-4 0,0-5 8 15,0 0 6-15,-2-1 20 0,1 0 28 0,-3-4 3 16,0 0-5-16,20-8-7 0,-10-1 5 0,2-5 1 16,2 0 0-16,-4-3 0 0,9-4 1 0,-2-2-8 0,1 1 4 0,-4-1 3 15,5 0 2-15,-7 8 0 0,-2 0 1 0,-2 5 4 16,-2 2-4-16,0 1-7 0,1 1-4 16,-4 2-5-16,3 2-5 0,-4-1-17 0,-2 3-14 0,0 0-6 15,0 0-14-15,17 5-11 0,-11-1-30 0,3 3-37 16,-5 2-45-16,1-3-58 0,2 4-62 0,-2-2-72 15,1 1-137-15,-6-4-297 0,3-2-858 0,-3-3 380 16</inkml:trace>
  <inkml:trace contextRef="#ctx0" brushRef="#br0" timeOffset="1563.46">4785 3352 112 0,'0'0'208'15,"-11"0"26"-15,11 0-11 0,0 0-7 0,-8 0-8 16,8 0-7-16,-5-2-6 0,5 2-5 0,0 0-6 15,0 0-7-15,0 0-14 0,0 0-12 0,-8 3-10 16,8-3-17-16,0 0-13 0,0 0-23 0,0 0 15 16,0 0-15-16,37-3-8 0,-14 3-6 0,8-2-3 0,3-1-8 15,3 1-8-15,0 0-5 0,2-4-11 0,-1 6-1 16,-4-3-3-16,0 1 6 0,-2 0-14 0,-3 2-2 16,-10-2-4-16,-1 2-1 0,-4 0-25 0,-2 0-27 0,-5 0-24 15,0 0-25-15,-1-1-32 0,-6 1-23 16,0 0-22-16,0 0-38 0,-6 8-71 0,-7-4-185 15,3 0-490-15,-8 0 216 0</inkml:trace>
  <inkml:trace contextRef="#ctx0" brushRef="#br0" timeOffset="1900.35">4955 3614 209 0,'-5'4'238'0,"-3"-1"-10"16,3 1-9-16,0-2-7 0,5-2-4 0,-8 4-9 16,8-4-12-16,-1 3 2 0,1-3 2 0,0 0 0 15,14 4-13-15,-4-7-14 0,21 1-14 16,1-1-22-16,6-1 0 0,15-4-16 0,2 0-1 0,1-1 3 15,-2 1-16-15,-1 2 13 0,-16 1 3 0,3 0-4 16,-8 0-1-16,-6 0-20 0,-6 4-6 0,-6-2-11 16,-3 3-8-16,1 0-1 0,-6-1-8 0,-6 1-10 15,12-3-3 1,-7 2-7-16,-5 1-20 0,0 0-31 0,0 0-29 16,10 2-31-16,-10-2-50 0,0 0-48 0,0 0-58 0,-18 10-89 15,13-8-258-15,5-2-626 0,-10 5 276 0</inkml:trace>
  <inkml:trace contextRef="#ctx0" brushRef="#br0" timeOffset="3366.52">6532 2998 118 0,'-4'-9'257'0,"0"0"-3"0,-1-1-6 16,1 0-15-16,-1 3-23 0,3-2-15 0,-2 6-16 15,0-1-18-15,0-4-14 0,0 4-18 0,0 0-13 16,0 2-19-16,-2 0-10 0,6 2-16 0,-17 5-8 16,6 0 1-16,-4 7-14 0,-7 8-6 0,1 3-3 0,-2 4-4 0,-2-1-4 0,-7 13 30 15,5 0-7-15,4-8-4 0,-4 10-3 16,3 3-9-16,1-2 8 0,7-11-2 0,3-1-6 16,0 1 3-16,1-2 0 0,5-1-12 0,1-5 12 0,4-3 1 15,-2-1-5-15,4-3-1 0,3-4-2 0,-2-1-3 16,1 0 4-16,1 2-4 0,-2-8-3 0,1 3 12 15,0-3 4-15,0 2 15 0,-2-4 20 0,2-1 19 16,-1 3 20-16,-1-5 23 0,0 0-2 0,0 0-6 16,0 0-3-16,16-9-5 0,-9 1-7 0,1 4-4 15,1-6-8-15,1 2-9 0,0-5-7 0,2-1-5 16,-1 0-13-16,1 2-1 0,2-1-7 0,-5-2-6 16,0 2-4-16,1-1 0 0,-1 1 2 0,-4 2-2 15,3-2-5-15,-3 5 4 16,0-2-14-16,4 2 7 0,-6 1-7 0,0 1-2 15,0-1-2-15,1 4-3 0,-3-1-4 16,3 0-5-16,-3 0-4 0,-1 4-10 0,4-3-11 16,-4 3-19-16,0 0-23 0,0 0-20 0,0 0-1 0,0 0 7 0,2 13 4 0,0-1 6 15,-2 3 3-15,1 5 8 0,2-2 6 0,-3 7 0 16,-2-1 4-16,2-3 5 0,2 2 2 16,-1-2 4-16,-1-3-3 0,4-1 4 0,0-1 3 15,-2-4 1-15,2-3 5 0,0-1-6 0,-3-3 9 16,2 1 10-16,-2 0 22 0,3-3 16 0,1-2 9 15,3 0-1-15,4-4-10 0,8-4-1 0,6-3-3 16,5 0-9-16,1-3-23 0,0-4-45 0,4-3-54 16,-3 1-78-16,9-12-118 0,-14 8-125 0,8-11-443 15,-9 8-925-15,-3 4 410 16</inkml:trace>
  <inkml:trace contextRef="#ctx0" brushRef="#br0" timeOffset="3914.3">7095 3395 5 0,'0'-4'335'0,"0"4"-9"0,-1-7-19 0,0 3-17 0,1 4-20 15,-3-3-24-15,3 3-25 0,-5-3-26 0,5 3-26 16,0 0-15-16,-17 4-11 0,6 2-18 0,-3 5-18 16,0 3-10-16,-8 4-5 0,4 1-14 0,4-3-12 0,-5 5-4 15,4 1-3-15,3-3-2 0,3-4-1 0,4 4-14 16,1-2 1-16,0-5-7 0,2 0 3 0,4 1 6 16,2-4 2-16,0 0 8 0,1-1 11 0,7-3 12 15,-1 1 0-15,9-6-3 0,0 0 0 0,-1-4-5 16,2 0 0-16,5-5 0 0,-7 2-1 0,-2-3 1 15,1 1-4-15,-4-2-3 0,0-2-12 0,-5-2 3 16,-1 2-11-16,-2-4-8 0,-2 0-10 0,-3-1-8 16,-5 1-4-16,-1 3-15 0,-1-3-1 0,-3 2-17 15,0 1-12 1,-5 2-20-16,1 2-23 0,-5 0 4 0,4 4-25 16,-5-1-29-16,6 4-25 0,-1 1-29 0,1 1-41 0,3-1-35 15,3 2-51-15,0 0-240 0,7 0-590 0,0 0 262 16</inkml:trace>
  <inkml:trace contextRef="#ctx0" brushRef="#br0" timeOffset="4453.34">7438 3009 152 0,'4'-6'252'15,"1"1"-25"-15,1-1-23 0,4 3-19 0,-2-1-19 16,7 1-16-16,-4 2-16 0,1 4-15 0,6 2-9 0,1 3 4 0,3 8-14 15,0-1 0-15,-1 5-2 0,-5 1-5 0,0 2-2 16,-3 1-7-16,-6 4-5 0,2-2-2 0,-6 2 4 16,-3 3-6-16,-3 0-5 0,-5 3-4 0,-4-5-7 0,-3 3-5 15,2-3-2-15,-3-3-14 0,-1 1 6 0,-1-4-3 16,0-3-1-16,8-5 7 0,0-5 10 0,2-1 9 16,3 1 16-16,-1-6-1 0,1 2 46 0,2-3 33 0,-1 2 40 15,4-5 35-15,-4 3 15 0,4-3-22 16,0 0-26-16,4-15-24 0,3 5-17 0,4-3-12 15,3-9-19-15,4 1-13 0,1-5-12 0,6-2-13 16,4-12-14-16,3 3-11 0,-9 9-10 0,1-2-5 16,-1 3-6-16,-4 3-3 0,0 0-5 0,-6 9-2 15,0 3-5-15,-8 4-4 16,0-1-8-16,-1 4-11 0,0 1-16 0,0 1-24 16,-3 1-29-16,3-1-33 0,-4 3 7 0,0 0 2 15,0 13 12-15,-4-1 9 0,-1 4 5 0,1 2 8 16,-1 5 6-16,4 2 7 0,1 1-14 0,1-6-10 15,4-2-13-15,4 5-14 0,5-6-23 0,-1-3-34 16,9 2-51-16,4-4-70 0,5-8-101 0,-2-2-343 16,2 0-768-16,1-6 340 0</inkml:trace>
  <inkml:trace contextRef="#ctx0" brushRef="#br0" timeOffset="5036.59">7794 2699 102 0,'-6'-1'200'16,"6"1"-9"-16,-8 0-8 0,8 0-11 0,0 0-9 0,0 0-3 0,-5-1-7 16,5 1-5-16,0 0-7 0,0 0 0 0,0 0-7 15,0 0-5-15,0 0-8 0,0 0-8 0,0 0-7 16,0 0-9-16,0 0-4 0,0 0-11 0,22-3-6 15,-3 1-11-15,13-3-2 0,0 2-8 0,5-1-2 16,3-1-7-16,13 2-5 0,-14-2-3 0,-1 1-5 16,-2 0-4-16,-2-1-2 15,-2 2 5-15,-1-2-11 0,-6 1-3 0,-5 0 2 16,-8 3-3-16,-1-2 3 0,-1 0-6 0,-3 3 0 16,-2-1 3-16,2 0-7 0,-7 1-3 0,8-2-27 15,-8 0-41-15,0 2-27 0,0 0-24 0,0 0-21 16,0 0-27-16,-21 0-24 0,14 0-33 0,7 0-178 0,-13-1-429 15,13 1 190-15</inkml:trace>
  <inkml:trace contextRef="#ctx0" brushRef="#br0" timeOffset="5270.23">8551 2367 252 0,'1'-7'389'15,"-1"3"-16"-15,3-1-22 0,-3 2-29 0,1-2-35 16,-1 5-28-16,1-5-32 0,-1 5-25 0,0 0-24 16,0 0-29-16,0 0-18 15,0 0-24-15,0 0-23 0,0 0-19 0,3 13 1 16,-2-1-15-16,0 5-5 0,1 9-3 0,-2 3-14 16,1-1-37-16,-1 1-34 0,0-1-39 0,-1 1-46 15,-1-2-62-15,1 0-63 0,-3-10-234 0,2 1-526 16,-1-5 233-16</inkml:trace>
  <inkml:trace contextRef="#ctx0" brushRef="#br0" timeOffset="5602.03">8391 2809 177 0,'-6'1'265'0,"3"-1"-14"15,3 0-16-15,0 0-15 0,-12 4-8 0,12-4-12 16,0 0-9-16,-6 1-6 0,6-1-15 0,0 0-15 16,0 0-13-16,0 0-8 0,0 0-19 0,0 0-7 0,0 0-11 15,0 0-4-15,0 0-12 0,38-2-7 0,-17-2-12 0,11 0 0 16,0-1-9-16,5 1-10 0,13-4-1 16,2 2-8-16,-1 0 0 0,-11 0-6 0,-4 2 1 15,2-2-4-15,-5 3-2 0,-5-1-5 0,-7 3 0 16,-6-1 0-16,-2 0 1 0,-4 1 0 0,-3-1-2 15,1 0 3-15,-1 1-10 16,-1 0-12-16,-5 1-23 0,0 0-10 0,0 0-23 16,0 0-24-16,0 0-31 0,-20 9-24 0,2-4-33 15,0-3-30-15,0 3-63 0,-9 0-170 16,6-1-468-16,1 1 208 0</inkml:trace>
  <inkml:trace contextRef="#ctx0" brushRef="#br0" timeOffset="6103.03">8571 2919 178 0,'0'0'278'0,"-4"3"-27"16,4-3-24-16,0 0-21 0,0 0-23 0,0 0-14 0,16 7-11 15,-7-2-19-15,1-2-10 0,3 2-15 0,3 1-9 16,2 0-10-16,-4 0-10 0,0 1-9 16,-2 1-9-16,-1-1-3 0,-3 3-8 0,0 1-6 15,-3 0-8-15,-3 1 0 0,1 5-3 0,-4-2-4 16,-5 3 2-16,-1-1-4 0,-2 0 0 0,-4-2-5 0,-5 4-1 0,3-4 2 16,-2-1 10-16,3-3 2 0,0 0 6 0,0 1 0 15,2-5 0-15,3 0 0 0,-1-2 7 0,3 0-12 16,2 1-1-16,-1-4-1 0,1 2 8 0,5-4 9 15,-6 3 2-15,6-3 12 0,-5 2 2 0,5-2 2 16,-4 3 16-16,4-3 1 0,0 0 14 0,0 0 1 16,-3 4 4-16,3-4-4 0,0 0 0 0,0 0-16 0,0 0-4 15,22-4-9-15,-5-3-10 0,10 2-8 0,7 0-8 16,2-3-6-16,3 2-2 0,14-1-8 0,-1-1-1 16,-12 3-1-16,-2 3 0 0,-2-2-3 0,-1-2 1 0,-9 3-5 15,-4 2 9-15,-8-1 12 0,-1 1 3 16,-3 1 2-16,-3-3 4 0,0 3-2 0,2-1-4 15,-9 1-5-15,9-1-4 16,-9 1-5-16,0 0-17 0,9-1-34 0,-9 1-40 16,0 0-59-16,0 0-67 0,0 0-79 0,0 0-99 15,0 0-442-15,0 0-866 0,0 0 383 0</inkml:trace>
  <inkml:trace contextRef="#ctx0" brushRef="#br0" timeOffset="8306.31">9813 2302 41 0,'0'0'222'0,"-1"-6"-17"16,1 6-15-16,0 0-18 0,0 0-15 0,-1-6-18 0,1 6-15 16,1-2-17-16,-1 2-21 0,0 0-37 0,0 0-7 15,0 0-8-15,0 0-6 0,-1 22-4 0,2-3 0 16,-2 10 8-16,-1 5-16 0,0 21 3 0,-5 0-3 15,-4 28 7-15,2-26-12 0,-1 28 4 0,-3 1 2 16,4 0 3-16,0 2 11 0,4-28 19 0,1 28 1 16,0-6 5-1,3-22 11-15,1 20-5 0,0-24-1 0,1 4-3 0,3-4-3 0,-4 2 3 0,0-3 1 0,1-1 0 16,-1 0-2-16,0-4-1 0,0 1-5 0,-1-1 5 16,-4-3-8-16,5-11 2 0,-5-2-2 15,1 2 2-15,-1 1-1 0,-1-3-3 0,-1 0 1 0,2 2-1 16,0-6 1-16,-1 0 0 0,2-1-13 0,-1-2 8 15,1-3 0-15,-2-5 1 16,2-2-11-16,-1 0-2 0,3 0-5 0,-3-2 3 16,1-6 1-16,-2 5-1 0,3-1-1 0,0-3-3 15,-1-1 0-15,2 0-7 0,-1-1 3 0,-1 2-3 16,2-5-3-16,0 2 1 0,2-7-2 0,-4 9 2 16,4-9-7-16,-4 7 0 0,4-7 0 0,-4 5 1 15,4-5 4-15,0 0-8 0,-2 6 4 0,2-6-3 16,0 0 8-16,0 0-6 0,0 0 0 0,0 0 2 0,-1 6-3 0,1-6 1 15,0 0-3-15,0 0 1 0,0 0-5 0,0 0 6 16,0 0 4-16,0 0 16 0,0 0 4 0,0 0-19 31,0 0 23-31,-4 5 4 0,4-5-8 0,0 0-1 0,0 0 9 16,0 0-9-16,0 0 4 0,0 0 2 0,0 0-8 16,0 0-8-16,0 0 6 0,0 0-6 0,52-14-1 15,-17 4-9-15,18-4-20 0,1-1-35 0,10-2-40 16,29-12-61-16,-7 3-94 0,-24 2-392 0,24-11-684 15,-25 12 303-15</inkml:trace>
  <inkml:trace contextRef="#ctx0" brushRef="#br0" timeOffset="8807.14">9849 2438 306 0,'-4'0'319'0,"4"0"-12"16,0 0-11-16,-4-1-22 0,4 1-27 0,0 0-21 16,0 0-22-16,0 0-24 0,18-6-17 0,3 1-24 15,17-1-27-15,18-7-47 0,9 7-26 0,35-6-51 16,-4 5-62-16,1 2-76 0,-31 4-291 15,25-8-476-15,-34 5 210 0</inkml:trace>
  <inkml:trace contextRef="#ctx0" brushRef="#br0" timeOffset="9195.64">10599 3032 66 0,'1'-16'371'0,"-1"6"-20"0,0-2-7 16,0 3-24-16,0 4-30 0,3-2-27 0,-3 4-24 0,0-3-35 16,0 2-39-16,0 4-50 0,0 0-14 0,0 0-8 15,-4 22-8-15,3-2-10 0,-3 5-6 0,-1 10-6 16,-2 13-1-16,1-2-10 0,2 0-2 0,-1-9-3 16,5 8-1-16,-2-12-12 0,4-1 0 0,-2 0-12 15,4-3-9-15,-4-1-6 0,0-10-10 0,4 1-13 16,-1-3-21-16,0-5-26 15,1 0-30-15,-4 0-38 0,4-3-21 0,1-3-77 16,-1 1-248-16,-2-4-515 0,-2-2 228 0</inkml:trace>
  <inkml:trace contextRef="#ctx0" brushRef="#br0" timeOffset="9577.18">11320 3325 104 0,'-9'0'262'16,"0"0"-9"-16,9 0-10 0,-13 0-14 0,9 1-16 15,-1 0-21-15,5-1-15 0,0 0-10 0,-10 0-11 16,10 0-12-16,-4 1-14 0,4-1-3 0,0 0-7 15,0 0 4-15,18 3-7 0,0-3-3 16,15-1-13-16,7-1-11 0,17 1-5 0,-3-1-12 16,12-4-8-1,-1 2-4-15,29-5 19 0,-30 7-3 0,2-3-2 0,-2 0-4 0,-4 3 3 16,-5-1-9-16,-15 3-8 0,-4-4-9 0,-1 3 1 16,-7-2-6-16,-11 3 8 0,-3-1-11 0,-3 1 5 15,-3 0-7-15,-3 0-1 0,3 0 4 0,-2 0-18 16,-1-3-20-16,-5 3-28 0,6-2-37 0,-6 2-51 15,0 0-63-15,0 0-66 0,0 0-112 0,-15-5-195 16,15 5-595-16,-8-3 263 0</inkml:trace>
  <inkml:trace contextRef="#ctx0" brushRef="#br0" timeOffset="10293.83">12671 2965 5 0,'1'-5'290'0,"2"1"-28"0,1-1-24 0,1 0-28 31,-1 1-24-31,7-1-17 0,1 2-16 0,6-1-11 0,1 4-20 16,3 0-14-16,6 2-12 0,2 4-8 0,-6 2-14 16,3 5-3-16,-3 3-1 0,-1 5-7 0,-5 2-6 15,-1 2 23-15,-5 3-6 0,-2 1-6 0,-2 1-7 16,-8 3-1-16,-5 0-11 0,-5 0-1 0,1 0-6 15,-8-2-1-15,-2 0-4 0,-1-4-1 0,0 0-6 16,-2-3-3-16,1-5-2 0,3 1-3 0,4-7 7 0,0-2 11 0,0-1 11 16,5-3 19-16,1-1 15 0,1 0 30 0,0-2 24 15,6-3 34-15,-3-1 8 0,4 0-15 0,0 0-19 16,-1-8-13-16,5-1-13 0,1-1-16 0,6-4-7 16,6-7-13-16,1-4-9 0,2 3-3 0,2-6-14 15,5 0-8-15,8-6-2 0,-13 8-8 0,4-1-1 16,-2 4-9-16,-2 0-4 15,-4 9 1-15,-5 2 0 0,-3 4-8 0,-4 0 2 16,-1 4-8-16,1-1-10 0,-1 0-29 16,0 3-19-16,-5 2-13 0,0 0 8 0,0 0-7 0,0 12 11 0,-7-2 8 15,0 8 4-15,-2 5 1 0,1-5 0 0,-2 7 6 16,2 0 4-16,3 2 9 0,1-3-2 0,11 2-1 16,-1-1 8-16,3-7-17 0,11 0-24 0,3 1-38 15,5-6-55-15,6 1-72 0,2-6-94 0,-1-2-371 16,23-4-735-16,-3-2 325 0</inkml:trace>
  <inkml:trace contextRef="#ctx0" brushRef="#br0" timeOffset="11111.46">14244 3256 126 0,'-7'3'181'0,"3"-2"-6"15,-2-1-7-15,6 0-5 0,-10 3-10 0,10-3-3 16,-4 4-11-16,0-3-6 16,4-1 23-16,0 0-13 0,-5 2-11 0,5-2-6 15,0 0-5-15,0 0-8 0,0 0 1 0,0 0-4 16,0 0-8-16,0 0 2 0,0 0-8 0,0 0-3 15,0 0-5-15,-4 2-4 0,4-2-7 0,0 0-5 16,0 0-4-16,0 0-1 0,0 0-5 0,0 0-8 16,0 0 6-16,0 0-7 0,0 0-4 0,0 0 4 0,0 0-6 15,0 0-1-15,0 0-1 0,0 0-4 0,17-5-7 0,-6 1-4 16,10 4-6-16,-1-4 7 0,8 0-7 16,3 0-7-16,3-1-16 0,2 1 13 0,4 0 0 15,12-4 0-15,-1 4 1 0,4-5-2 0,-6 4-3 16,-8 0-13-16,-2 1 11 0,-3 0 0 0,-1 0-3 15,-5 1 5-15,-8-1 1 0,-3 1-8 0,-7 2-10 16,0-1-24-16,-5 1-30 0,-1 0-20 0,-1-1-44 0,-5 2-50 0,2-3-36 16,-2 3-32-16,-16-5-36 0,2 5-194 0,-3-2-511 15,-3 0 226-15</inkml:trace>
  <inkml:trace contextRef="#ctx0" brushRef="#br0" timeOffset="11311.58">14580 3105 34 0,'-3'-9'335'0,"0"5"4"0,1-4 10 16,-2 1 2-16,4 4 11 0,-3-2-11 0,1-1-15 0,2 6-41 0,-1-4-29 15,1 4-30-15,-3-2-21 0,3 2-32 0,0 0-30 16,0 0-15-16,-5 19-19 0,4-1-11 0,-2 11-9 16,1 4-7-16,-1 2-6 0,2 15-9 0,1-2-5 15,-3-3-10-15,3-12-50 0,3 4-41 0,-2-2-51 16,2-1-68-16,1-2-84 0,-2 0-127 0,-2-6-278 15,4-7-691-15,-3-9 306 0</inkml:trace>
  <inkml:trace contextRef="#ctx0" brushRef="#br0" timeOffset="12467.49">15473 2822 167 0,'1'-4'250'0,"-1"4"-17"16,4-8-25-16,0 7-25 0,2-2-17 0,5 0-20 15,0 0-15-15,2 1-14 0,4 2-12 0,3 3-12 16,0 1-9-16,2 1-8 0,2 7-7 0,3-3-8 15,-5 6 1-15,1 3-10 0,-4 2-2 0,-4 3-7 0,-1 0-1 0,-5 3-6 16,0-1-1-16,-4 3-1 0,0-2-4 0,-5 2-3 16,-5-2-1-16,0-1-1 0,-4 0 0 0,-1-1-5 0,-3-2 2 0,-1 0-5 15,0-5 3-15,1-2 2 0,-1-1 10 16,1-4 8-16,3 0 7 0,-1-2 6 0,3 0 3 16,-1-3 14-16,0-2 13 0,4 1 21 0,1-3 24 15,4-1 14-15,-5 4 17 0,5-4 0 0,0 0-23 16,0 0-12-16,-5-12-13 0,9 3-10 0,2-1-9 0,3-5-13 15,5-7-9-15,8-3-6 0,-3-1-6 16,4-1-13-16,1-1-15 0,2 1-14 0,-2-2 10 16,-1 3-7-16,0 2-4 0,-1 4-1 0,-8 8-5 15,-1-2 3-15,-4 6 1 0,-2 0-2 0,-4 3-6 16,3 1-17-16,1 0-21 16,-5 1-21-16,-2 3-16 0,0 0 6 0,0 0 9 15,7 12 9-15,-11 0-11 0,1 4 23 0,-3 2 7 16,0 7-4-16,0-1 0 0,1 0 13 0,3 2-1 15,-1-1 1-15,3-4-1 0,4-2 9 0,-3-1 7 0,3 1-7 16,3 0 2-16,1-3-17 0,1-3-19 0,6 0-38 16,-2-4-48-16,3-1-70 0,6-4-108 0,-1-4-258 15,6-2-612-15,-5-1 271 0</inkml:trace>
  <inkml:trace contextRef="#ctx0" brushRef="#br0" timeOffset="12815.15">16084 2680 9 0,'-2'-7'414'15,"1"2"-21"-15,0 0-44 0,2 0-36 16,2-2-26-16,-1 2-31 0,3 1-25 0,2 0-30 15,3 0-20-15,1 1-19 0,1 3-22 0,2 3-15 0,3 1-12 0,-3 1-5 16,2 3-14-16,-2 1-10 0,0 4-14 0,0 1-2 16,-2 2-6-16,-6 1-6 0,2 1-6 0,-4 1-3 0,-3 0-3 0,-5 1-7 15,4-1-2-15,-4-2 0 0,-1 0-1 0,3-1 7 16,-5-5-17-16,3 1-5 0,3-5 1 0,0 1 0 16,-2-3 3-16,2 1-11 0,1 1-13 0,0-7 4 15,1 6-12-15,4-3 0 16,8 1-27-16,8-1-43 0,8-3-54 0,4 0-55 15,3 0-78-15,2-3-308 0,-4 1-620 0,0-1 274 0</inkml:trace>
  <inkml:trace contextRef="#ctx0" brushRef="#br0" timeOffset="13300.13">15413 3563 203 0,'-14'3'261'0,"2"-2"-7"0,3 2-8 16,-1-1-11-16,2-1-13 0,3 1-9 16,1-2-11-16,4 0-11 0,-10 0-14 0,10 0-11 15,-5 2-9-15,5-2-16 0,0 0-14 0,0 0-7 16,-9 0-15-16,9 0-12 0,0 0-10 0,0 0-1 15,0 0-1-15,-6 0-12 0,6 0-7 0,0 0-7 0,0 0-5 32,0 0-1-32,0 0-11 0,0 0 3 0,0 0-5 15,0 0-6-15,0 0 0 0,-4 3-3 0,4-3-18 16,0 0 18-16,0 0 7 0,0 0-11 0,0 0 5 16,0 0-20-16,0 0 12 0,0 0 5 0,0 0-6 15,0 0 8-15,0 0 8 16,0 0-9-16,0 0-10 0,0 0 13 0,30-8 3 0,0 2-10 15,6-2-2-15,25-5 2 0,31-4-6 0,4 0-3 0,6 1 6 0,7 1-7 0,3 0 35 16,1-1 8-16,0 0 6 16,-3 4-4-16,-11 0-3 0,-10 1-2 15,-30 8-11-15,-4-4 0 0,-4 0-4 0,-20 3 1 0,-8 2-9 16,-4-1 0-16,-6 1-8 0,-3-1 1 16,-1 3-1-16,-3-1-1 0,1 1-9 0,-7 0-17 0,7-2-24 15,-7 2-19-15,0 0-29 0,0 0-24 0,-22 3-19 0,6 0-30 0,-5 2-28 0,1-1-31 16,-2 1-48-16,-6 3-69 0,-4-4-249 0,5 4-623 15,-1-2 275-15</inkml:trace>
  <inkml:trace contextRef="#ctx0" brushRef="#br0" timeOffset="13670.03">16096 3644 59 0,'-3'1'377'0,"3"-1"-26"0,-7 1-29 0,7-1-32 16,0 0-29-16,-2 3-33 0,2-3-24 0,0 0-19 15,0 0-21-15,30-3-15 0,-12 5-15 0,3 0-15 16,0 0-11-16,2 3-23 0,-5-1 9 0,1 2-16 15,-2 8-11-15,-2-3-6 0,-3-2-7 0,-2 8-4 16,-5 10-2 0,-1-1-3-16,-8-1-1 0,-1 2-6 0,-8 0-4 0,-1 3-4 15,-1-6 1-15,-2-2-6 0,3 1-1 0,-3-2 10 16,4-9 11-16,2 1-3 0,1-4-3 0,5-1-6 16,0-3-11-16,1 0 20 0,0 1 16 0,2-2 1 15,2-4 1-15,0 0-5 0,12 1-8 16,10-4-8-16,13-6-43 0,17-2-67 0,2 0-82 15,3-1-94-15,-2-8-397 0,8 8-697 0,-6-5 309 0</inkml:trace>
  <inkml:trace contextRef="#ctx0" brushRef="#br0" timeOffset="15257.82">17595 3248 32 0,'0'0'212'0,"-5"2"-12"0,5-2-8 0,0 0-6 0,0 0-12 16,0 0-7-16,0 0-13 0,0 0-10 0,0 0-5 16,0 0-6-1,23 0-11-15,5-6-13 0,9 4-12 0,4-3-7 0,22-3-9 16,2 0-30-16,30 0-54 0,-30 3-73 0,27-4-108 16,-35-2-153-16,1 6-365 0,-6-3 162 0</inkml:trace>
  <inkml:trace contextRef="#ctx0" brushRef="#br0" timeOffset="15820.22">18727 2873 122 0,'4'-3'209'0,"1"-1"7"0,5 1-22 0,1 0-23 16,2 2-17-16,4-3-8 0,2 4-21 0,2 0-16 15,2 4-11-15,4 2-11 0,0 2-9 16,-8 1-7-16,10 7-1 0,-3 0-6 0,-3 4-2 0,-5 2-7 15,-3 2-4-15,0 2 1 0,-7 1-4 0,-7 2-2 16,2 1-1-16,-10-1-6 0,-4 1-5 0,-2-1 2 16,-6 1-3-16,-1-2-1 0,-1 0-3 0,-2-5 2 0,2 0 3 15,1-3 7-15,-1-2 5 0,5-4 6 0,1-1 7 16,2-3 8-16,0-2 15 0,4-4 1 0,4 3 13 16,-3-3 11-16,2-1 31 0,4-3 20 0,-1 4 18 15,3-4-7-15,0 0-14 0,0 0-20 0,4-19-11 16,9 5-15-16,3-7-12 0,6 0-10 0,1-2-9 15,0-2-10-15,3-1-4 0,11-10-12 0,-3-1-12 0,1-2-14 0,-6 14 10 16,4-13-6-16,-10 8-3 0,-1 5-9 0,0 3 0 31,-11 8-7-31,1 1 11 0,-6 5 1 0,-1 2-3 0,-1 1-12 0,0-1-6 16,0 2-45-16,-2 3-3 0,-2 1-5 0,0 0 12 0,0 0 1 16,-10 18 5-16,2-3 1 0,1 2 7 0,-1 0-20 15,0 7 20-15,3-4 11 16,3-1 1-16,2 2 0 0,1-1 7 0,3-2-8 15,5 2-20-15,5 0-6 0,-1-3-38 0,10 2-48 16,2-5-57-16,-2-4-81 0,5 1-387 0,-7-10-704 16,8-2 311-16</inkml:trace>
  <inkml:trace contextRef="#ctx0" brushRef="#br0" timeOffset="16352.28">19460 2491 225 0,'2'-5'255'0,"2"3"-20"0,6-1-26 0,0 1-19 16,3 0-18-16,5 0-15 0,1 2-15 0,-1 1-11 15,1 2-14-15,-2 2-13 0,1 0-4 0,0 4-11 16,-4 1-6-16,-4-3-12 0,3 5-8 15,-2 0-6-15,-3 3-4 0,-2-1-9 0,-2 1-2 0,-4 1-4 0,0-6-8 16,-4 3-3-16,-5 4 0 0,0-3-1 0,-2-3 3 31,2 0-7-31,-1 0 3 0,1-3-1 0,-1 1-2 0,3-3-5 0,-1 0-3 16,5-1-2-16,0-1 1 0,-1 0-2 0,2 3-1 16,1-4-2-16,-1 1 1 0,5 4-2 0,2-3 4 15,1 4-4-15,2-2 1 0,2 3 0 0,4 0-2 16,0-1 2-16,2 1-4 0,0 3 0 15,-2-1 0-15,0 0 5 0,0 0-7 0,-6-2 4 16,0-2-4-16,-1 3 3 0,-3 0-2 0,-4-1-11 16,0 2-13-16,-7 4-9 0,-6-2-20 0,-8 7-40 0,-2-4-62 15,-4-2-70-15,-5 0-182 0,-3-3-438 16,2 0 193-16</inkml:trace>
  <inkml:trace contextRef="#ctx0" brushRef="#br0" timeOffset="16906.58">18370 3527 177 0,'-21'3'273'0,"1"-1"-11"0,2 0-3 0,6 1-4 15,1-1-12-15,4 0-10 0,1-2-12 0,6 0-15 16,-8 2-3-16,8-2-20 0,0 0-15 0,-11 2-6 16,11-2-21-16,0 0-14 0,0 0-15 0,-8 0-4 0,8 0-9 0,0 0-5 15,0 0-9-15,0 0-2 0,0 0-9 0,0 0-10 16,0 0 1-16,-9 0-5 0,9 0-14 0,0 0 4 16,0 0-15-16,0 0 1 0,0 0-4 0,0 0 3 15,0 0-11-15,0 0-2 0,0 0 1 0,0 0-4 16,0 0-2-16,-5 1-8 0,5-1 5 0,0 0-7 15,0 0 2-15,0 0 6 0,0 0-2 0,0 0-2 0,0 0-7 16,0 0-18-16,0 0 19 0,0 0 4 0,0 0-5 31,0 0-1-31,0 0 2 0,0 0 9 0,0 0 8 0,0 0-4 0,0 0-1 16,33-4 1-16,-3-1-5 0,6-3 10 0,26-4-5 16,35 1-9-16,5 0 10 0,10-3 5 0,9 1 11 15,11 1-2-15,-1-2 8 0,6 4 1 0,-3-1-4 16,-10 3 0-16,3-1-9 0,-10 0 2 0,-12 3-7 15,-15 1-5-15,-28 0 6 0,-6 1-7 0,-19-1 7 16,-2 2-10-16,-6 0 3 0,-11 2 0 16,-4 0 4-16,-2 0-2 0,-2-1 6 0,-4 2-1 0,2-2 0 15,-8 2-9-15,9 0-10 0,-9 0-11 0,0 0-26 16,0 0-15-16,0 0-32 0,0 0-34 0,0 0-26 16,-23 2-35-16,9 2-32 0,-4 3-45 0,-3 0-48 0,-7 0-342 15,1 4-693-15,-3-6 307 0</inkml:trace>
  <inkml:trace contextRef="#ctx0" brushRef="#br0" timeOffset="17353.82">19425 3673 111 0,'5'-3'311'0,"-5"3"-9"0,0 0-6 16,9-4-13-16,-9 4-21 0,0 0-10 0,0 0-31 15,10-4-17-15,-10 4-20 0,0 0-17 0,0 0-18 16,0 0-17-16,-29 18-14 0,11-6-7 0,-9 8-11 15,2 0-13 1,-2 4-8-16,-9 9-7 0,9-6-9 0,-6 7-3 16,11-6-6-16,1-1-9 0,4 2-6 0,-1-3-18 0,7 1 17 0,2-1 14 0,5-1-4 15,4-4 12-15,5-2 5 0,3-2-4 0,11 2 19 16,8-5 2-16,6-3-7 0,5-4-4 0,13-3-11 16,5-3 1-16,-17-2-21 0,-5-3 12 0,2-4-4 15,-8-2 6-15,-10 2 14 0,1-2 21 16,-7-1 0-16,-6 1 4 0,1-5-15 0,-10 4-8 15,-1-6-13-15,-14-1-16 0,-13 0-6 0,-16-1-4 16,-6 5-21-16,-6 4-26 0,-5 4-40 0,-29 2-51 16,-2 6-67-16,3 1-77 0,29 1-125 0,-3-3-350 15,2 4-785-15,12-7 347 0</inkml:trace>
  <inkml:trace contextRef="#ctx0" brushRef="#br0" timeOffset="20598.8">21178 3321 156 0,'-14'2'167'0,"1"0"-9"0,6-1-8 0,-1-1-4 16,0 1-15-16,2-1-8 0,1 1-14 0,5-1-11 0,-9 2-7 0,9-2-16 15,-8 2-1-15,8-2 0 0,0 0-5 16,-5 0-7-16,5 0-3 0,0 0-2 0,0 0 2 16,0 0 2-16,0 0 3 0,-6 1-5 0,6-1 2 15,0 0 6-15,0 0 28 0,0 0-3 0,0 0-5 16,0 0 5-16,0 0-3 0,0 0-6 0,0 0-4 15,0 0-6-15,0 0-5 0,0 0-7 0,0 0-6 16,0 0-11-16,-5 2-1 0,5-2-4 0,0 0-1 16,0 0-8-16,0 0-1 0,0 0-5 0,0 0 2 0,0 0-9 0,0 0 4 15,0 0-5-15,0 0-2 0,0 0 4 0,0 0 0 16,0 0-1-16,0 0-2 0,0 0 0 0,0 0-2 16,0 0-1-16,0 0-1 0,0 0 1 0,0 0-4 15,0 0-2-15,0 0 4 0,0 0-3 0,0 0 0 16,0 0-3-16,0 0-2 0,0 0 5 0,0 0-2 15,0 0-1-15,0 0-1 16,0 0 2-16,0 0-3 0,0 0 2 16,0 0-5-16,0 0 2 0,0 0-1 0,0 0 3 0,0 0-12 0,0 0 17 15,0 0-4-15,0 0-10 0,0 0 14 0,0 0-2 16,0 0 3-16,0 0-3 0,0 0 9 0,0 0-6 16,0 0 2-16,0 0 2 0,0 0 0 0,0 0 0 15,0 0-1-15,0 0-5 0,0 0 3 16,0 0 1-16,0 0-5 0,0 0-3 0,0 0 5 0,0 0-2 15,0 0 1-15,0 0-19 0,0 0 14 0,0 0 3 16,0 0 2-16,0 0 1 0,0 0-5 0,0 0-1 16,0 0 0-16,0 0 1 0,0 0-1 0,0 0 1 15,0 0 0-15,0 0-5 0,0 0 4 0,0 0-3 16,0 0 3-16,0 0-5 0,-8 0 3 0,8 0 1 16,-9 2 4-1,9-2-4-15,-9 0 2 0,0 2-4 0,0 0 1 0,0-1 1 16,-2-1-4-16,3 0 3 0,3 2 5 15,-3-1-5-15,8-1 3 0,-10 0-5 0,10 0 1 0,-5 2-5 16,5-2 6-16,0 0 3 0,-6 0 3 0,6 0 4 16,0 0-4-16,0 0-2 0,26-8 11 0,4 2-11 15,2-1-2-15,20-2-5 0,-1 1 8 16,7 1-6-16,2-1-1 0,0 2-10 0,5 2 15 0,-1-3 2 0,1 2 1 16,-2 0-4-16,-6 1 1 0,-3 0-1 0,-16 3 0 15,-2-2-2-15,-3 2 0 0,-12 0 1 0,-1-1-1 16,-2 1 4-16,-8 1-4 0,4-4-10 0,-7 4-19 15,-1 0-11-15,-2-2-36 0,-4 2-41 0,0 0-21 16,0 0-18-16,0 0-15 0,-24-2-22 0,8 1-17 16,-1 1-25-1,-3 1-180-15,-7-5-448 0,6 4 198 0</inkml:trace>
  <inkml:trace contextRef="#ctx0" brushRef="#br0" timeOffset="20830.47">21399 3149 2290 0,'-2'-5'89'16,"-1"-4"21"-16,3-1-27 15,-4 5 5-15,2-5 26 0,-2 5 10 0,3 0 8 16,-2-1 14-16,3 3-1 0,0 3-1 0,-2-7-14 16,2 7-14-16,0 0-35 0,-2-7 9 0,2 7-24 15,0 0-6-15,-5 12-11 0,1 0 3 0,-2 7-9 16,-3 9-4-16,0 4-29 0,1 2 27 0,1 12-1 0,0-10 1 0,1-1-18 0,3 0-36 15,2-3-36-15,2 15-49 0,-2-16-63 0,5 2-91 16,0-8-368-16,0 3-674 0,3-13 299 0</inkml:trace>
  <inkml:trace contextRef="#ctx0" brushRef="#br0" timeOffset="22956.29">22712 3217 139 0,'0'0'248'0,"0"0"-13"0,0 0-13 15,2-4 11-15,-2 4-15 0,0-3-16 0,0 3-16 0,0 0-17 0,2-3-14 16,-2 3-21-16,0 0-14 0,2-5-10 0,-2 5-24 15,6-3-28-15,-2 2-35 0,0-2-34 0,3 2-37 16,-7 1-44-16,16-3-44 0,-3 0-44 0,-3 2-166 16,0-3-373-16,3 3 165 0</inkml:trace>
  <inkml:trace contextRef="#ctx0" brushRef="#br0" timeOffset="23119.05">23233 3193 132 0,'0'0'247'16,"0"0"-22"-16,9 0-23 0,-9 0-22 0,9-5-17 16,-4 4-17-16,3-1-16 15,6-1-27-15,2-2-38 0,5 1-48 0,6-1-50 16,5 0-58-16,-2 1-157 0,5-1-269 0,-2 0 120 16</inkml:trace>
  <inkml:trace contextRef="#ctx0" brushRef="#br0" timeOffset="23261.6">24005 3178 81 0,'2'0'273'0,"2"3"-25"0,-4-3-25 0,0 0-21 0,9-1-22 16,-4-2-20-16,0 1-29 0,3 0-34 0,1-3-45 16,2 2-31-16,2-2-70 0,15 1-56 0,-11-1-148 15,6-2-273-15,5 2 121 0</inkml:trace>
  <inkml:trace contextRef="#ctx0" brushRef="#br0" timeOffset="23419.22">24589 3122 14 0,'0'0'359'0,"8"1"-29"0,-8-1-17 16,0 0-27-16,8 2 2 0,-8-2-9 0,0 0-30 15,0 0-25-15,0 0-25 0,14-7-36 0,-10 3-48 0,-1 0-65 0,2 0-78 16,4-2-109-16,0 0-314 0,7-4-488 0,-7 2 215 15</inkml:trace>
  <inkml:trace contextRef="#ctx0" brushRef="#br0" timeOffset="24715.1">24742 2174 47 0,'0'0'234'0,"0"0"-16"0,0 0-12 0,-1-3-18 0,1 3-15 16,0 0-14-16,0 0-17 0,0 0-11 0,0 0-17 0,0 0-7 16,0 0-16-16,0 0-4 0,0 0-12 0,0 0-4 15,22 8-8-15,-4-7-7 0,3 0-5 0,12-1-4 16,5 3-3-16,11 1-5 0,6-4-4 15,-2 3-3-15,-2-3-3 0,-10 2-3 0,-2-2-4 16,0-1-3-16,-2 2-5 0,-2-3-3 0,-3 0 4 0,0 1-5 0,-4-2 2 31,-7 2-6-31,1-2 3 0,-2-1-4 0,-7 3 5 0,-2-1 7 0,3-1 25 16,-5-1 15-16,3 1 22 0,-6 1 20 0,-1-3 9 16,0 3-3-16,-1-2 16 0,0 0 14 0,1-1-27 15,-4 1-4-15,3-1 5 0,-4-2-4 0,3 2 11 16,-2 4-3-16,-1 1 0 0,3-4-15 15,-1 0-6-15,-2 4-10 0,0-5-10 0,0 5-11 16,0 0-3-16,4-3-7 0,-4 3-16 0,0 0-15 16,0 0-27-16,0 0-40 0,0 0-29 0,0 0-28 0,0 11 27 15,1-5 8-15,-2 11 7 0,-1 14 7 0,-2 14 13 16,-5 5-4-16,-1 6 10 0,-7 25-9 16,-2 2 19-16,2-2 7 0,-1 0-3 0,5-26 7 15,-4 30 0-15,6-27 4 0,1 28 2 0,1-27 4 0,3 0 3 0,-1 2 0 16,7-4 2-16,-5-3-4 0,5-1 6 0,0-3 0 15,4-3 3-15,-8-11-5 0,8 10 2 0,-4-14 14 0,-4 1-2 16,8-2 1-16,-8 1-2 0,4-2 3 16,-1-1-19-1,1-1 18-15,0 0-5 0,-1-10 5 0,1 2-2 0,-4 2-2 16,0-6-8-16,0 2 8 0,0-2-4 0,1-1 0 16,1-4 4-16,-3 3 0 0,1-6-4 15,3 2 2-15,-1-2 1 0,0-1-3 0,0-2-5 16,2-5 0-16,-3 9 5 0,3-9 4 0,-2 8-6 15,2-8 3-15,-2 6-5 0,2-6 3 0,0 0 13 0,0 6-7 16,0-6 15-16,0 0 6 0,0 0 11 0,0 0-7 16,0 0 7-16,0 0-5 0,0 0 2 15,-2 6 1-15,2-6 6 0,0 0 4 0,0 0 2 0,0 0-2 0,0 0 5 16,0 0 1-16,0 0 0 0,0 0 2 0,0 0 4 16,0 0-1-16,0 0 3 0,0 0-3 0,0 0 0 15,0 0-7-15,0 0-3 0,0 0 1 0,0 0 0 16,0 0 6-16,0 0-2 0,0 0-10 0,0 0-6 15,0 0-14-15,-35-8-16 0,1 7-18 0,-25 1-37 16,-37 1-45-16,-9 1-70 0,-10 2-83 0,-10 4-95 0,-4-2-475 0,-9-6-878 31,1-7 388-31</inkml:trace>
  <inkml:trace contextRef="#ctx0" brushRef="#br0" timeOffset="29905.66">3268 6478 87 0,'0'0'224'15,"3"-2"-6"-15,-3 2-10 0,0 0-11 0,4-2-17 16,-4 2-16-16,0 0-16 0,0 0-15 0,0 0-13 15,0 0-15-15,0 0-13 0,0 0-11 0,0 0-14 16,0 0-18-16,0 0-8 0,0 0 2 0,0 0-10 16,-17 14 1-16,0-2-6 0,-3 3-1 0,-7 4-5 15,-1-2 1-15,-3 0-4 0,2 2-3 0,0-2-2 16,-2 3 0-16,0-3-5 0,2 2 4 0,2-1-6 0,1 0 3 0,1 1-6 16,-1-4 2-16,6 0-1 0,3-1 0 0,2-2-2 15,5 1-1-15,1-3 2 0,1 0-4 0,3 1 0 16,5 1 1-16,0 3-2 0,4 2 4 0,6-4 1 15,2 0-2-15,9 4 3 0,2-2 1 0,5 0-1 16,3-1-2-16,3 2 1 0,1-1 0 0,1-1 5 31,-6 1-5-31,1 0 6 0,-4 1-1 0,-3-2-7 0,-7-3-2 0,-2 1-2 16,-2 0 2-16,-4-3-3 0,-3 2 0 0,-5 0 2 16,-4-1 0-16,-5 0 3 0,-7 5 3 0,-8-1 4 15,-5-1 4-15,-6-2 7 0,1 2 10 0,-4 1 10 16,-1-7 3-16,-11 5-18 0,-2-4 0 15,14-3 3-15,-14-1-2 0,14-1 5 0,1-2 4 0,3-1 8 16,2 1 9-16,7 1 9 0,6-5 7 0,4 3 6 0,0 0 0 16,5 0-4-16,0 0-3 0,5 1-8 0,4-1-4 15,-10-1-3-15,10 1-15 0,0 0-3 0,-9 0-6 16,9 0-12-16,0 0-10 0,0 0-20 0,0 0-22 16,19-4-18-16,-11 1-37 0,1 2-36 0,6 1-51 15,3-4-46-15,0 0-263 0,4 2-527 0,-2-2 233 16</inkml:trace>
  <inkml:trace contextRef="#ctx0" brushRef="#br0" timeOffset="30312.93">3600 6992 4 0,'0'0'287'0,"2"-4"-27"0,-2 4-19 0,0 0-20 0,2-4-21 16,-2 4-20-16,0 0-19 0,0 0-16 0,0 0-17 15,0 0-13-15,-20 5-12 0,11 1-13 0,-3 2-9 16,1 2-5-16,1-1-10 0,-3 3-9 0,3 1-5 0,-1-3-7 16,3 3-4-16,0-2-3 0,0-1-5 0,3 2-5 0,4-2-3 15,-7 2-3-15,7-3-1 0,0 2-2 16,-2-2 1-16,7-2 0 0,-3-3 2 0,7 2 4 15,-2-4 2-15,4 2 11 0,1-3 3 0,3-1 6 16,0-1 0-16,2-4 8 0,1 0 9 0,-4 1 9 31,-2-3 8-31,2 0 13 0,-3 0 3 0,-1-1-5 0,0-2-4 0,-4-1-6 16,0-2-8-16,0-1-11 0,-2-1-12 0,-3 1-9 16,-3 2-14-16,1-5-6 0,-2 7-16 0,-1 0-16 15,-4 1-16-15,0-2-18 0,0 2-15 0,-4 2-10 16,-1 0-16-16,1 3-21 0,-1 1-20 0,3 1-21 15,-2 0-32-15,3 4-33 0,2-2-32 0,1 0-219 16,-1-2-499-16,8 2 222 0</inkml:trace>
  <inkml:trace contextRef="#ctx0" brushRef="#br0" timeOffset="30660.37">3944 6626 188 0,'3'-6'357'16,"-3"0"-18"-16,1-1-20 0,0 3-31 0,-1 0-29 15,0 4-31-15,2-4-19 0,-2 4-45 0,2-3-44 16,-2 3-4-16,0 0-24 0,-5 15-9 0,1 2-7 16,-2 9-11-16,-3 3-6 0,3 3-5 0,-6 14-7 15,-2 0-2-15,1 1-2 0,4 1-5 0,-1-3-5 0,2-13-3 16,3 2-5-16,0-4 0 0,5 0-5 0,-4-4 0 15,4-6 1-15,-2-1-1 0,2-4-2 0,0-1-4 16,0-5-3-16,2 0 4 0,-2-3-1 16,-2-1 1-16,4-2 11 0,-2 4 12 0,0-5 21 0,0-2 1 15,0 6 12-15,0-2 4 0,0-4-3 0,0 0-5 16,0 4-4 0,0-4-2-16,0 0-14 0,0 0 0 0,0 0-15 15,0 0-29-15,-2 3-14 0,2-3-59 0,0 0-50 16,0 0-54-16,0 0-56 0,0-14-47 0,0 14-279 15,-4-5-600-15,4 2 266 0</inkml:trace>
  <inkml:trace contextRef="#ctx0" brushRef="#br0" timeOffset="31260.92">4105 7004 270 0,'4'-1'319'0,"-4"1"-32"0,5-3-31 0,-5 3-28 16,3-1-29-16,-3 1-16 0,0 0-19 0,0 0-18 0,-3 10-16 16,3-3-9-16,-2 2-14 0,-1 4-13 0,-2 1-6 15,1 3-3-15,-1 0-13 0,2-3-10 0,1 3-4 0,-2-5-8 16,4 1-3-16,-4-2-5 0,4-1-2 0,-1-2-2 16,1-2-5-16,0-1 0 0,0 0 14 15,0-2 9-15,0 0 25 0,0-3 22 0,0 0-10 16,0 0-10-16,0 0 1 15,14-9-10-15,-5 2 2 0,4-5 2 0,-2 0-16 16,-1-3-3-16,3 0-3 0,0-1-11 0,1-1-2 16,-1 1-9-16,1-1-4 0,-3 5-4 0,1 1-9 15,-2 2-3-15,-4 1-1 0,0 4 2 0,-1 0-10 16,1-1-6-16,-1 3-7 0,0 2-11 0,3 0-5 16,-3 2 1-16,3 0 0 0,3 5 0 0,-3-3 4 15,2 4-1-15,0 1 1 0,3-3-6 0,4 6 2 0,-2 0-2 0,2-4 1 16,1 2-4-16,-1-3-3 0,1 0-10 0,2-3-5 15,-3-1-6-15,1 0 4 0,0-3-1 0,-5-3 4 16,5-1 7-16,-5-1 6 0,-2-1 0 0,-1-3 5 16,2-2 20-16,2-5 4 0,-4 2 12 15,0-3 17-15,-3-1 3 0,-1-1 12 0,-1-8-1 0,2-1-1 16,-3 1 9 0,0-2 0-16,-1-1 11 0,-2 2 15 0,1 3 21 15,-2 6 22-15,1 2 26 0,-1 6 0 0,1 2-9 16,-1 0-12-16,3 4-16 0,-4 0-18 0,1 1-19 15,0 1-41-15,1-1-43 0,-1 4-30 0,0 0 1 16,0 0 2-16,0 0 16 0,-5 21-2 0,2-3 7 0,-1 0-6 16,-2 7-24-16,2 6-17 0,2-2-26 0,-1-1-14 0,-1 1-12 15,2 1-27-15,-1-3-33 0,0-8-27 0,1 6-38 16,1-8-39-16,-3-4-266 0,1-4-596 0,2 1 265 16</inkml:trace>
  <inkml:trace contextRef="#ctx0" brushRef="#br0" timeOffset="31700.97">4418 6902 39 0,'-7'0'180'0,"0"1"-17"0,3 0-13 0,4-1-6 16,-7 2-15-16,7-2 4 0,-3 5 5 0,3-5 0 15,10 5-3-15,2-2 0 0,8-2-7 0,11 0-4 16,6-1-16-1,14 0-10-15,8-2-7 0,-3-3-6 0,3-2-7 16,-4 1-10-16,2-3-7 0,-4 6-3 0,-15-2-6 16,3-1-7-16,-5 2-2 0,-3-2 4 0,-5 3 14 15,-8-2 9-15,-7 4 19 0,-1-3 22 0,-1 2 19 16,-4 2 17-16,-1-3 6 0,1 2 1 0,-7 1 12 16,8-3-14-16,-4 0 0 0,-4 3-10 0,0 0-14 15,0 0-9-15,0 0-13 0,12 0-4 0,-12 0-17 0,0 0-11 0,0 0-2 16,0 0-15-16,6-1-1 0,-6 1-8 0,0 0-1 15,0 0-15-15,8-1-7 0,-8 1 1 0,0 0-10 16,0 0-21-16,0 0-17 0,0 0-9 0,0 0 6 16,1 11-5-16,-1-4 8 0,1 2-8 0,3 3 12 15,-4 3-1-15,4 5 7 0,-4-3-2 0,3 0 7 16,-2 1 12-16,0-1 2 16,3 2-4-16,-4-1-4 0,4-2-2 0,-4-2-9 15,0-4-32-15,1 0-21 0,4 2-21 0,-5-5-26 16,0 2-21-16,3-2-21 0,-3-1-1 15,-3-3 7-15,3 2-8 0,0-5-23 0,0 0-35 16,0 0-42-16,-14-9-15 0,9 1-210 0,1-2-519 0,-2-1 230 16</inkml:trace>
  <inkml:trace contextRef="#ctx0" brushRef="#br0" timeOffset="31846.55">5140 6791 193 0,'-1'-14'277'0,"-3"-1"8"0,2 5 19 0,-1-2 4 15,0 3 1-15,2-1 2 0,1 4-14 0,-2 0-20 16,2 0-17-16,-2 2-24 0,2 0-29 0,0 4-19 15,-1-6-30-15,1 6-36 0,0-5-41 0,0 5-40 16,0 0-49-16,5-2-27 0,-5 2-34 0,0 0-41 0,14 5-46 0,-4-1-54 16,2-1-63-16,-2 2-227 0,4-1-539 0,-1-1 238 15</inkml:trace>
  <inkml:trace contextRef="#ctx0" brushRef="#br0" timeOffset="32231.74">5622 6747 223 0,'-23'0'206'0,"23"0"-8"0,-9 2-15 16,4-2-14-16,-2 3-23 0,1 1-13 16,-3 2-13-16,0 2-17 0,-1 0-7 0,1 2-8 15,-1 2-8-15,0 3-6 0,1-1-9 0,-2 1-10 16,5 1-4-16,0-2-6 0,1 0-6 0,3 0 1 15,0 3 8-15,3-5-1 0,0 0-3 0,3-2 6 16,0 0 3-16,2-1 11 0,2 1 4 0,1-3 10 16,4 0 2-16,0-1-5 0,4-4-2 0,5 0-5 15,-4-4 1-15,1 0-6 0,-1-1 2 0,0-5-1 16,1 1 5 0,-4-2-1-16,-5 1 2 0,2-3-5 0,-2-1-8 0,-4 0-4 15,2-4-5-15,-4 1-11 0,-1-2 1 0,-2 5-9 0,-2-4-4 0,-2 1-7 0,1-2-5 16,-2 8-8-16,-2-1-8 0,-2 3-7 0,-1-1-10 15,-2 0-5-15,-2 0-2 0,-4 1-3 16,-1 5-6-16,4-1-9 0,-3 3-17 0,1 0-20 0,0 3-22 31,0 1-29-31,3-2-43 0,2 4-45 0,-1-1-237 0,3-1-495 0,4 1 219 16</inkml:trace>
  <inkml:trace contextRef="#ctx0" brushRef="#br0" timeOffset="32632">5844 6732 157 0,'0'-2'357'0,"0"2"-31"0,4-6-26 0,-4 6-38 16,0-2-26-16,0 2-27 0,0 0-24 0,4-4-19 15,-4 4-13-15,0 0-21 0,0 0-18 0,4 12-7 16,-4-7-15-16,0 5-8 15,-3-1 0-15,3 8-17 0,-1 0-3 16,-3 2-9-16,3 6 1 0,-8 1-7 0,5-9-4 16,3 3-10-16,-3-4 2 0,1 0-4 0,2-4-3 0,0-2-5 0,-2-3 0 0,3-1 1 15,0-1-7-15,-1-2 9 0,1 2 32 0,0-5 39 16,5 2 5-16,-5-2-24 0,0 0 5 0,14-12 6 16,-5 1-6-16,3 1-7 0,-2-3-6 15,5-1 0-15,-2-1-4 0,2-2 5 0,-1 3-9 16,0-1-4-16,-2 2-4 0,-3 4-3 0,1 2-5 15,-2 0 3-15,-3 2-17 0,0 2-8 0,1 1-7 16,-1 0-4-16,1 2-4 0,-6 0 5 0,15 7-16 16,-5-1-3-16,-1 5-6 0,3 1 4 0,-1 4-17 15,1 1-4-15,4 3-33 0,-6-3-49 0,7 3-53 16,-7-1-63-16,1-5-76 16,1-2-378-16,-2-3-733 0,1-1 326 0</inkml:trace>
  <inkml:trace contextRef="#ctx0" brushRef="#br0" timeOffset="32810.08">6384 6907 3304 0,'-3'0'480'0,"0"4"-157"0,3-4-102 16,-3 3-44-16,3-3-37 0,0 0-13 0,-6 2-34 0,6-2-17 15,-1 5-20-15,1-5-8 0,0 0-53 0,0 0-38 16,0 0-83-16,0 0-88 0,0 0-113 0,0 0-395 15,0 0-782-15,0 0 346 0</inkml:trace>
  <inkml:trace contextRef="#ctx0" brushRef="#br0" timeOffset="34050.51">2457 7756 61 0,'-7'0'244'16,"0"0"-17"-16,2 1-11 0,5-1-5 0,-9 1-13 15,9-1-11-15,-8 0-6 0,8 0-10 0,0 0-9 16,0 0-13-16,0 0-12 0,-7 0-12 0,7 0-14 16,0 0-7-16,0 0-12 0,0 0-7 0,0 0-4 15,-7 0-7-15,7 0-7 0,0 0-4 0,0 0-5 16,0 0 0-16,0 0-7 16,0 0 0-16,0 0-8 0,0 0-1 0,0 0-6 15,0 0-1-15,0 0-2 0,0 0-8 0,0 0 3 16,0 0-7-16,0 0-5 0,0 0 1 0,0 0-3 15,0 0-1-15,0 0-1 0,0 0-1 0,0 0-2 16,0 0-4-16,-6 3 3 0,6-3 2 0,0 0-5 16,0 0 1-16,0 0-4 0,0 0 4 0,0 0-4 15,0 0 3-15,0 0-6 0,0 0 2 0,0 0 0 0,0 0 8 0,0 0-8 16,0 0-1-16,0 0-1 0,0 0 2 0,0 0 1 16,0 0-2-16,0 0 0 0,0 0 3 0,0 0-5 15,0 0-1-15,0 0 1 0,0 0-1 0,0 0 2 16,0 0-2-16,0 0 0 0,0 0 3 0,0 0 1 15,0 0-1-15,0 0 2 0,0 0-5 0,26-3 3 16,-15 3 3 0,3-1-1-16,4 0-1 0,10-3-1 0,6-2 7 0,16 0-4 15,9-5-1-15,30 0 0 0,7-1-2 16,6-5 7-16,12 2 3 0,10-2 10 0,13 3 4 16,12-1 2-16,7 0 5 0,6 1-3 0,10 2 0 15,9-2 2-15,3 1-6 0,4 2 1 0,-12-2-7 0,-6-1 5 16,-5 5-1-16,-9 0-1 0,-17 0 4 0,-8 2 11 15,-20-2 12-15,-9 1 10 0,-36 2-2 0,1 2 3 0,-3-2-5 16,-8 1 5-16,-17 4-11 0,-3-2-8 0,-5-1 7 16,-12 3 11-16,-2-1 6 15,-7 0 17-15,3 1 2 0,-7 0 17 0,2-1 10 0,-3 1 8 16,3 1 1-16,-8 0 1 0,6 0-9 0,-6 0-8 16,6-3-11-16,-6 3-9 0,0 0-17 0,0 0-20 15,9 0-23-15,-9 0-27 0,0 0-33 0,0 0-41 0,4-1-52 0,-4 1-58 0,0 0-58 16,0 0-62-16,0 0-86 0,0 0-347 0,0 0-803 15,0 0 355-15</inkml:trace>
  <inkml:trace contextRef="#ctx0" brushRef="#br0" timeOffset="35121.11">7888 6817 104 0,'-4'-14'323'16,"2"-3"4"-16,0 2-13 0,0 3-11 0,-1 1 1 16,3 2-6-16,-1-2-22 0,-1 5-16 0,0-1-37 15,2 3-27-15,0 1-24 0,0 3-9 0,-2-8-36 0,2 8-37 16,0-5-39-16,0 5-33 0,0 0-7 16,0 0 3-16,8 11-1 0,-2-2-7 0,2 0 7 0,1 6-7 0,2 0 5 15,4 8-6-15,1 0-10 0,2-1-3 0,-4 2-3 16,-1-9-2-16,5 7-3 0,-5-8 2 0,2-1 0 15,-1-1 1-15,0-1-5 0,-5-4 7 0,4-2 4 16,-1-1-1-16,0-3 3 0,0-2-3 0,0-3 0 16,1-1 10-16,-3-3 8 0,-1-3 10 0,4 0 11 0,-5-7 9 0,-1 1-3 15,1 0 11-15,0 1 8 0,-2 1 4 0,-1-1 13 16,-1 5 0-16,-3 0 8 0,2 0 6 0,-2 4-4 16,-2 2-10-16,2 0-16 0,-1 1-4 0,3 1-35 15,-3-1-35-15,0 4-31 0,0 0 3 0,0 0 1 16,5 20 7-16,-4-2 1 0,3 15 6 0,-8 14 16 15,4 6-12-15,0 1 7 0,-5 4 1 0,0 24 4 16,0-27-2-16,1-1 7 16,0 4-2-16,-1-1 2 0,0 2 12 0,1-2-9 15,0 1 5-15,-1 1-3 0,1-3 7 0,-2-6-7 16,-3 0 2-16,1-3 0 0,-1-12 1 0,0-4 4 16,-2 1 1-16,1-5-5 0,-3-2 1 0,1-5 0 15,1-5-3-15,1-1 9 0,-1-2 8 0,0-4 4 16,-2 0 20-16,2-4 9 0,-3-2 4 0,-7-3 9 15,2-4 3-15,-3-1 7 0,3-5 5 0,1-2 3 0,-2-6 8 0,3-3-2 16,4-6-11-16,4-3-13 0,8-17-9 16,5-1-13-16,9-4-17 15,10-5-7-15,15-17 0 0,8 0-7 0,5 10-4 0,8-1 0 16,-18 21-7-16,24-19 0 0,4 8 2 0,-19 19-2 16,22-12 3-16,-20 17-1 0,-2 3 11 15,-6 1 10-15,1 6 7 0,-16 7 9 0,1 0 17 16,-11 6 20-16,-2-1 13 0,-7 3 9 0,-1 3-4 0,1 1-7 15,-4 1-9-15,0-4-8 0,-1 4-14 16,-1 0-3-16,1 0-24 0,-3-1-30 0,2 1-38 16,-4 2-34-16,4-3-43 0,-4 3-48 0,0 0-47 15,0 0-10-15,4 7 14 0,-6-2-25 0,1 1-38 0,1 3-54 16,-2-1-315-16,0 0-695 0,2-3 308 0</inkml:trace>
  <inkml:trace contextRef="#ctx0" brushRef="#br0" timeOffset="35368.18">9212 7034 2497 0,'-4'1'293'0,"0"2"-122"0,0-2-54 0,4-1-23 15,0 0-20-15,-5 1 2 0,5-1-8 0,0 0-13 16,0 0-4-16,0 0-14 16,0 0-5-16,0 0-4 0,19-8-3 0,-6 4-18 15,7-1-29-15,-1 2-36 0,11-2-52 0,-2 3-66 16,0-5-72-16,-8 5-255 0,2-2-542 0,0 0 239 16</inkml:trace>
  <inkml:trace contextRef="#ctx0" brushRef="#br0" timeOffset="35521.82">9199 7239 91 0,'-15'11'221'0,"3"0"-21"16,3-5-24-1,2 0-10-15,2 0-4 0,2-3 16 0,4 2 13 0,4 0-3 16,5-2-16-16,10-2-14 0,10 2-17 0,6-6-41 16,20-1-71-16,-1-1-98 0,8-5-140 0,-2-2-108 15,4 0-341-15,-11-3 152 0</inkml:trace>
  <inkml:trace contextRef="#ctx0" brushRef="#br0" timeOffset="36708.8">10857 6762 83 0,'-6'-1'257'16,"6"1"-11"-16,0 0-15 0,0 0-15 0,0 0-13 15,0 0-24-15,0 0-17 0,-8-1-15 0,8 1-16 0,0 0-15 16,0 0-12-16,0 0-14 0,0 0-3 0,0 0-13 16,0 0-7-16,0 0-8 0,0 0-5 0,0 0-4 0,0 0-7 15,0 0-3-15,0 0-2 0,0 0-7 0,21-3-3 0,-10 0 1 16,7 1-2-16,0-1-4 0,4-1-1 15,-1-2-3-15,6-1-2 0,-9 3-2 0,5-2-1 16,-4 0 2-16,-3 1-1 0,0-2 5 0,-3 2 9 16,0-2 16-16,-3 3 25 15,-2 0 6-15,-2-1 14 0,0 2 12 0,-1-1-11 16,-2 2-9-16,-2-1-17 0,-1-1-19 0,0 4-18 16,-6-5-8-16,-3 4-12 0,-1 2 0 0,-7 1-2 15,-3 3 2-15,-10 2-10 0,1 5 1 0,-6 4 2 16,2 4-1-16,-11 9 2 0,0 3-6 0,2 2 2 15,1 0 6-15,1 2-3 0,6 3-2 0,3 2 1 16,3-3 2-16,5 2 1 0,5-9-18 0,8 2-6 16,2-2-2-16,4-1-3 0,4-3-1 0,8 0 2 0,2-1 10 0,8-4-10 15,5-5 3-15,8-1 2 0,1-6-6 0,4-2 1 16,2-4 5-16,17 2-10 0,-18-8-1 0,1 1-4 16,1-4 2-16,-2-1 5 0,-3 0 0 0,-2-1 6 15,-6-2 1-15,-8 0 13 0,0 1 21 0,-6-3 19 16,0 2 15-16,-3 1 29 0,-1-2-5 0,-1 2 14 15,-2-2 7-15,-1 2 9 0,0-2 21 0,-2 5 6 0,0-4 9 0,-1 4 6 16,2-1 2-16,-1 1 0 0,-2 2-12 0,0-2-11 31,0 2-9-31,1-1-19 0,-1 4-7 0,0-5-13 0,0 5-12 0,4-4-9 16,-4 4-14-16,0 0-24 0,0 0-33 0,0 0-21 16,0 0-6-16,0 0 12 0,1 20-1 0,-3-5 3 15,-1 6-7-15,0 6 15 0,-3 2 3 16,0 4 6-16,0 0-1 0,-2-1 4 0,2 2-4 0,0 1 4 15,0-3 6-15,2-4 2 0,0 1-3 0,-1-6 2 16,3-4-3-16,2-1-2 0,-1-2 15 0,1-4-2 16,-2-2 2-16,2-3 4 0,0-2 3 15,0 2-2-15,-1-2 7 0,1 1 14 0,1-2 4 0,-1-1 18 16,0-3 7-16,0 7 12 0,0-7-2 0,2 4 1 16,-2-4-6-16,0 0-6 0,0 0-3 0,0 0-7 0,0 0-6 15,0 0-3-15,0 0-10 0,0 0-15 0,0 0-21 16,0 0-29-16,0 0-27 0,0 0-44 0,0 0-62 0,0 0-34 15,0 0-47-15,3-14-41 0,2 9-55 0,0-4-67 16,2 2-243-16,1-2-707 0,0 0 313 16</inkml:trace>
  <inkml:trace contextRef="#ctx0" brushRef="#br0" timeOffset="37725.78">11835 6687 38 0,'-3'-8'310'0,"3"0"-6"16,-1 2-19-16,-2 1-26 0,2-1-21 0,0 2-25 16,-2 0-20-1,3 4-23-15,-1-5-21 0,1 5-18 0,-1-3-32 0,1 3-34 16,0 0-17-16,0 0-5 0,0 0-4 0,0 0-5 16,6 15-1-16,0-7-4 0,0 1-2 0,0 3-3 15,5 0-2-15,1 2 6 0,-3 0-11 0,5-2-3 0,-1 1-2 16,2-3-6-16,-6-2 1 0,4-2-3 15,-3 4-4-15,-1-5 0 0,3-2 2 0,0-1 3 16,-1-3-4-16,1-1 6 0,-2 0-2 0,-1-3 10 16,3-2 7-16,-3 0 5 0,1-1 7 0,-3-3 5 0,0 0 7 0,0-1-6 15,-2 2 5-15,-1-2 2 0,-1 0 5 0,3 0 14 16,-3 3 1-16,2-1 4 0,-2 3 3 0,-2 0 2 16,3 1 0-16,-4 2-6 0,1-1-13 0,2 1-10 15,-2 1-11-15,-1-1-24 0,0 4-22 0,4-4-35 16,-4 4-21-16,0 0 6 0,0 0 2 0,0 13 4 15,0 4 10-15,0 2 2 0,-4 10 4 0,-1 5 7 0,1 16 3 0,-1 1 12 32,1 4 1-32,-5 1 1 0,3 0 1 0,0 0 2 0,-1 2 6 15,-3-5 0-15,2 2-3 0,2-6 5 0,-3-1-3 0,1-12 6 16,2-1 1-16,-1-4-5 0,1 1 3 0,-4-3 1 16,2-4 2-16,1-7 0 0,-3 0-2 15,2-4 3-15,-1 3 11 0,-3-5 15 0,6-4 15 16,-2 1 13-16,-2-5 15 0,0 1 4 0,-2-5 1 0,-1 0 3 15,-1-2 17-15,0-5 10 0,-2-1 17 0,2 0 8 16,1-2 10-16,1-3-1 0,3-2-13 0,2-2-15 16,2-4-14-16,3-3-14 0,5-5-6 0,2 0-9 15,4-6-9-15,3 2-10 0,8-8-12 0,4-1 1 16,-2 12-6-16,7-8-5 0,-7 11-1 0,6 3-5 16,-2 1-5-16,-1 3-1 0,-4 3-3 0,2-1 3 0,-7 7-6 15,-2-3 0-15,-1 4 1 0,1 5-4 0,-6-4 1 16,-2 3-29-16,3 2-11 0,-5 1-28 0,1 1-23 0,-2-2-32 15,1 3-28-15,-4 1-35 0,2-4-35 0,-2 4-27 16,4-1-25-16,-4 1 7 0,0 0-34 16,0 0-312-1,-1 10-651-15,1-10 288 0</inkml:trace>
  <inkml:trace contextRef="#ctx0" brushRef="#br0" timeOffset="42782.6">11776 6433 128 0,'0'-2'186'0,"0"2"-20"0,0 0-29 0,0 0-14 16,0 0-3-16,-17 21-18 0,7 1-14 0,-9 7-15 16,-3 17-5-16,-2 7-1 0,-12 24-9 0,3 11-10 15,2 4 1-15,3 6-6 0,-1 2 27 0,2-3 4 16,8-1 9-16,1-6 10 0,5-5-3 0,8-3 3 16,10 2 3-16,-1-30-4 0,6 3-6 0,0-3 0 15,8 0-4-15,2-4-3 0,1-2-7 0,0-5-3 0,-3-11-8 0,-2-1-4 16,1-1 0-16,4-3-11 0,-5-3-4 0,-5-2-4 15,2-6-2-15,-3 0-2 0,-1-2-5 0,-5-4-5 16,0-5 0-16,1 3-2 0,0-3-4 0,-4 0 4 16,3-2 15-16,0 1 14 0,-4 0 5 0,3-3 8 15,-1 2 7-15,-2-3-6 0,0 4 2 0,3-1-9 16,-3-3 2-16,0 0-9 0,0 0-27 0,0 0-34 0,0 0-21 16,0 0-28-16,-3-16-33 0,3 10-36 0,-1-1-47 0,2-4-54 15,-1-2-274-15,0-3-542 0,3 2 239 0</inkml:trace>
  <inkml:trace contextRef="#ctx0" brushRef="#br0" timeOffset="43337.25">12246 6442 10 0,'0'0'192'0,"0"0"-17"0,0 0-18 0,18 10-15 0,-6 0-26 16,4 10-6-16,5 5-15 0,8 17-11 0,-2 1-8 15,2 6-4-15,13 32 0 0,-4 0 13 0,-8 5 7 16,-3 4 6-16,-7 2-8 0,-7-4-7 0,4-2-7 16,-12-2 3-16,-4-23-2 0,-1 27-1 0,-11-6-2 0,-2-25-4 0,-9 28 1 15,6-29 2-15,-10-1-4 0,-1 0 0 16,-6-5-2-16,1-5-2 0,0-2 2 0,0-7-2 0,8-12 7 16,-2 0-12-16,0-7-8 0,5 1-3 0,-2-3-4 15,7-4-6-15,0-2-3 0,5-1 0 16,2-3 13-16,0 0 12 0,0-2 6 0,4 1 5 15,0 0-9-15,1-4-7 0,4 0-34 0,0 0-38 0,0 0-64 16,-3-11-69-16,10 1-84 0,-1 0-275 0,11 0-551 16,-2-3 244-1</inkml:trace>
  <inkml:trace contextRef="#ctx0" brushRef="#br0" timeOffset="44254.52">12857 7720 241 0,'0'-5'279'0,"0"-2"-14"16,0 7-10-16,0-5-19 0,-2 2-19 0,2 3-23 15,-2-5-22-15,2 5-18 0,0 0-19 0,0 0-14 16,4-4-14-16,-4 4-3 0,0 0-17 0,4 12-14 16,-3-5-4-16,0 6-9 15,2 4-5-15,-3 1-5 0,0 7-4 0,0 2-5 16,1-2-6-16,-2 1 1 0,-2 0-7 0,2 0-2 16,1 1-2-16,-3-3-5 0,2-5 13 0,-2 0-15 15,1-3-4-15,2-6-4 0,-1 1 5 0,0-3-1 16,1-2 10-16,-2-1-12 0,2 2 21 0,-1-3 31 15,2 0 29-15,-1-2 52 0,0-2 16 0,0 4 17 16,0-4-15-16,0 0-20 0,0 0-14 0,10-13-12 0,-4 5-9 0,0-1-12 31,1-3-12-31,3-2-9 0,0-1-4 0,-1 0-9 0,4 1-7 0,-7 3-6 16,0 1-5-16,2 1-3 0,-3 2-11 0,0 1 5 16,-1 3-11-16,0-1-5 0,-1 0-10 0,-1 3-12 15,2-2-21-15,-4 3 6 0,5-2-11 0,-5 2-1 16,4 9 1-16,1-5 3 0,-3 2-5 0,1 3 1 15,1 1 0-15,-3 1-8 0,3 2-7 0,-4-1 5 16,1 1-3-16,2-4 5 0,-2 3 3 0,-1-3 6 16,0-3 5-16,0 1-4 0,3-3 15 15,-3 1-6-15,1-2 25 0,-1 1 12 0,0-4 28 0,0 4 30 16,0-4 14-16,0 0-9 0,0 0-10 0,10-11-5 16,-3 2-10-16,-1-1-4 0,3-5-3 0,4-9-5 15,-4 7-7-15,5-4-3 0,-3-1-3 16,3 0-5-16,-4 10-2 0,-1-2-6 0,-2 4 1 0,-2 3-7 15,1 2-2-15,-3-3 0 0,1 4-2 0,-2 2-9 16,2-2-4-16,-3-1-9 0,2 2-27 0,-3 3-6 16,0 0-11-16,0 0-4 0,15 9-10 0,-10-6-23 0,3 2-8 0,-3 2-21 15,0 0-21-15,4 0-26 0,0 3-26 0,-1 0-37 16,1-1-48 0,-3 1-76-16,-1-2-238 0,3 1-646 0,-3-2 287 15</inkml:trace>
  <inkml:trace contextRef="#ctx0" brushRef="#br0" timeOffset="44670.92">13573 7929 305 0,'0'-4'345'0,"0"4"-8"0,2-4-7 15,-2 4-8-15,0-5-13 0,0 5-26 0,0 0-31 16,-2-5-32-16,2 5-26 0,0 0-25 15,0 0-20-15,0 0-23 0,0 0-15 0,0 0-9 0,2 22-19 16,-2-5-1-16,-2 1-13 0,0 3 3 0,6 4-15 16,-8 1-4-16,3-1-6 0,0 0-7 0,1-5 2 15,-2-1-5-15,4-2-4 0,-2 0 4 16,2-5-11-16,0-1 2 0,-2 0-3 0,2-4-4 0,-4 0 5 16,4-3-4-16,-2 0-1 0,0 0-2 0,0 1-13 15,0-5-19-15,0 3-16 0,0-3-8 0,0 3-16 0,0-3-27 16,0 0-67-16,0 0-86 0,0 0-85 0,0 0-264 0,-2-15-630 15,-1 4 279-15</inkml:trace>
  <inkml:trace contextRef="#ctx0" brushRef="#br0" timeOffset="45356.28">14210 7200 135 0,'-14'0'236'0,"1"0"-6"16,3 1-4-16,2-1-7 0,1 1-8 0,2-1-13 0,5 0-11 16,-9 0-11-16,9 0-12 0,-8 0-14 0,8 0-12 15,-4 2-12-15,4-2-9 0,0 0-9 0,0 0-12 0,0 0-8 16,-7 2-7-16,7-2-8 0,0 0-8 0,0 0-7 15,0 0-6-15,0 0-6 0,0 0-8 0,0 0-4 16,-8 1-1-16,8-1-3 0,0 0-3 0,0 0-3 16,0 0-6-1,0 0 2-15,0 0 0 0,0 0-6 0,-4 0-2 0,4 0-2 16,0 0 4-16,0 0-3 0,0 0-3 0,0 0-1 16,0 0 0-16,0 0 2 0,0 0 0 0,31-1-3 15,-10-3 3-15,10 3-3 0,6-5 1 0,14 0-4 16,3 1 2-16,2-5 1 0,-1 3 11 0,5 1-16 15,-1-2 0-15,-3 1-3 0,0 2 2 0,-18 1-20 16,-1 1-27-16,-5-2-31 0,-6 1-42 0,-7 2-24 16,-7 2-40-16,-2-3-49 0,-7 0-227 0,-3 3-498 15,0 0 221-15</inkml:trace>
  <inkml:trace contextRef="#ctx0" brushRef="#br0" timeOffset="45556.81">14468 7051 14 0,'-2'-11'318'0,"-2"5"-3"0,0-3-8 31,4 4-2-31,0 1-6 0,0-2-19 0,0 4-29 0,0 2-29 16,-4-5-27-16,4 5-27 0,0 0-24 0,0 0-12 16,0 0-20-16,2 24-12 0,0 1-10 0,-2 5 7 15,0 5-23-15,0 13-3 0,0-2-6 0,2 1-7 0,4 0-2 16,-4-13-45-16,2 1-38 0,0 2-60 15,1 10-85-15,3-15-104 0,-6-1-245 0,3-7-563 16,2-8 249-16</inkml:trace>
  <inkml:trace contextRef="#ctx0" brushRef="#br0" timeOffset="46336.67">15525 6770 221 0,'-6'-1'223'0,"6"1"-18"0,-3-3-17 16,3 3-20-16,0 0-17 0,-8-2-15 0,8 2-16 0,0 0-15 16,0 0-9-16,0 0-6 0,0 0-10 0,0 0-5 15,0 0-8-15,0 0-7 0,21-2-7 0,-2 1-1 0,-1-1-7 16,0-3 1-16,6 3-5 0,3-2-3 0,1-4-8 15,-2 0 4-15,-8 0-5 0,3 1 0 0,-2-1 5 16,-2-1 8-16,1 1 10 0,-9 0 8 0,-3-2 0 16,4 1 5-1,-2 1 1-15,-5 4-6 0,-2-3-9 0,0 1-1 0,-2 2-14 16,0 0-5-16,-7 1-10 0,-1 3-2 0,-5 2-2 16,-8 3-4-16,-6 3-3 0,-1 6 0 0,-2 4-3 15,1 5-2-15,-1-2 6 0,-5 11-8 0,9-6 0 16,-3 11-2-16,10-6 1 0,1 0 1 0,6-1-2 15,3 7 4-15,3-3 0 0,7-2-12 0,5 1-6 16,4-2-21-16,5-2-22 0,6-3-34 0,3-3-48 16,10-7-70-16,-2-2-223 0,-3-4-464 0,4 0 205 15</inkml:trace>
  <inkml:trace contextRef="#ctx0" brushRef="#br0" timeOffset="46643.98">15912 7039 194 0,'0'0'308'0,"-1"3"-32"0,1-3-31 16,0 0-26-16,0 5-18 0,0-5-26 0,7 5-15 16,0-3-17-16,2 3-9 0,4 6-20 15,-2-3-13-15,2 4-9 0,1 4-8 0,-5-2-8 16,0 4-8-16,-4 7-8 0,-1 0-2 0,-4 2-7 15,-2-2-6-15,-5 0 0 0,-2-2-8 0,1-5-4 16,-4-1-4-16,-4 3 0 0,4-6 1 0,1-1 8 16,2-5 13-16,2 0 6 0,2-4 19 0,1 4 21 15,0-4 12-15,3 0 12 0,-3-3-3 0,4-1-5 0,0 0-26 16,0 0-36-16,25-14-40 0,3 4-39 16,8-4-43-16,14-3-67 0,4-1-89 0,-1-3-352 15,6 2-627-15,0-5 277 0</inkml:trace>
  <inkml:trace contextRef="#ctx0" brushRef="#br0" timeOffset="47518.65">16751 6377 112 0,'0'-6'296'0,"-3"2"-32"0,2-1-25 16,1 1-27-16,-3 0-33 0,3 4-26 0,0 0-17 16,0 0-16-16,0 0-5 0,0 16-13 0,3-2-12 15,-1 5-7-15,2-1-8 0,1 2-10 0,0 4 0 16,7-1-11-16,-2 0-18 0,3 0-9 0,0-8-12 16,-3 1-4-16,3 0-5 0,-2-2-1 0,2-2-2 15,-3-4-3-15,-1-1 0 16,-2-1 2-16,4-2 5 0,-6-2 2 0,-1-2 15 15,-4 0 3-15,10-5 8 0,-3 0 9 0,-4 0 13 16,1-5-3-16,3 1 13 0,-5-3 9 0,2 2 0 16,-3-4 12-16,2 4-9 0,-2-2 4 0,2 2-1 0,-2-1-3 15,-1 2 7-15,3 1-6 0,-3 3-8 0,2 0-12 16,-2 1-5-16,1 0-10 0,-1 4-27 0,1-5-32 0,-1 5-8 16,0 0-2-16,0 0 6 0,6 17-1 0,-5-2 2 15,2 4 1-15,-2 10-2 0,-1 3 3 0,2 2 2 16,-3 14 0-16,-1 1 4 0,-1 4 1 15,-1-2-1-15,-1 1 4 0,-4 0 2 0,0 0 0 16,3-2 4-16,-1-14 1 0,0 0-3 0,-1-4 1 0,-1 1 1 16,0-2-4-16,-1-5 14 0,2-6-13 0,-1-3 4 15,-1-3 1-15,1-3 2 0,3-2 4 0,-2-4 16 0,0-1 9 16,-1-1 5-16,0-6 4 0,-2-1 5 0,1-4 8 16,1 0 7-16,-4-6 16 0,4-3 7 0,0-1 1 0,2-6 3 15,4-3 0-15,0-2-8 0,5-2-8 16,4-3-10-16,4-13-12 0,4 3-6 0,7-1 2 15,-4 14-10-15,2-1-5 0,2 3-5 0,-1 2 0 16,5 3-2-16,-2 0-4 16,-1 4-7-16,-3 3-3 0,0 6 4 0,-6-1-2 15,3 2-6-15,-5 2-3 0,-1 1 4 0,-1 1-18 0,-3 2-16 0,-1 1-26 0,2-1-33 16,-4 2-23-16,3-1-28 0,-6 3-31 0,6-2-29 16,-5-1-42-16,-1 3-32 0,6-4-38 0,-4 1-251 15,-2 3-604-15,0-5 268 0</inkml:trace>
  <inkml:trace contextRef="#ctx0" brushRef="#br0" timeOffset="47808.63">17284 6171 208 0,'2'-1'232'0,"4"1"-25"0,-6 0-19 0,14 7-21 0,3 4-20 16,1 9-15-16,5 9-4 0,8 15 0 0,-2 7-10 16,6 27-8-16,-7-2 2 0,-12-17-10 0,-3 25-10 0,-4 2-9 0,-9 2-7 15,-8-3-3-15,-6 4-5 0,-6-4-6 0,-12-2-6 16,-5-4-3-16,9-24-5 0,-26 19 3 0,2-7-9 16,13-22 0-16,-3-4-8 0,-4 2-17 15,1-1-9-15,-4-4-21 0,-4-5-29 0,3-2-40 16,-5-4-71-16,2-6-84 0,-2-5-140 0,1-10-407 15,0-6 181-15</inkml:trace>
  <inkml:trace contextRef="#ctx0" brushRef="#br0" timeOffset="48125.1">16607 6237 112 0,'0'0'189'0,"0"0"-22"0,2 24-13 15,-5 0-11-15,-6 24 0 0,-2 5-10 0,-6 31 2 16,-3 1 0-16,-2 4-3 0,0 5-10 0,8 4-7 15,0 0-3-15,9 1-10 0,0-11-9 0,15-2-6 16,7-5-6-16,1-26-3 0,8 2-3 0,23 13-4 16,11-9-4-16,-14-22 1 0,30 12-28 0,5-15-41 15,5-4-75-15,-22-19-117 0,29-5-188 0,2 0-413 16,-29-15 183-16</inkml:trace>
  <inkml:trace contextRef="#ctx0" brushRef="#br0" timeOffset="48911.12">17747 7283 3 0,'1'-4'288'0,"-1"4"-15"16,3-5-15-16,-3 3-21 0,0 2-26 16,4-5-22-16,-3 3-20 0,-1 2-19 0,0 0-14 15,0 0-19-15,0 0-12 0,9 5-14 0,-5 0-1 16,1 2-11-16,-1 3-5 0,-3 1-10 0,3 4-5 0,0 1-4 15,-3 1-8-15,-1 2-3 0,3 0-2 0,-2-2-3 16,-1 4-6-16,-1-2 0 0,1-1-5 0,0 0-3 16,0-1 0-16,-3-6-2 0,3 1-4 0,0-1 0 15,0-4 0-15,0 1-1 0,3-3 0 0,-3 0 41 0,0-2 40 16,1 1 36-16,-1-4 20 0,0 0-24 0,0 0-17 16,9-9 1-16,-1 1-16 0,-2-1-14 15,-1-6-3-15,7 1-13 16,-1 0-5-16,1 0-7 0,0-2-9 0,-1 2-8 15,-1-1 2-15,1 2-8 0,-2 4-4 0,-5 1-2 16,1 3-10-16,-1 1-3 0,1-3 1 0,-2 6-5 16,0 0-8-16,0-2 2 0,-3 3-10 0,0 0-2 0,0 0 0 0,14 4 4 15,-12 2-3-15,0 1-1 0,3-2 0 0,-5 7 2 16,3 0 8-16,-1-2-6 0,-2 2-1 0,0-2-6 16,0-1 1-16,0 1-11 0,0 2 6 0,0-5-2 15,0-3 6-15,1 0-1 0,-2 0 3 0,2 1 5 16,-1-3 17-16,0-2 36 0,0 0 12 0,0 0-9 15,0 0 2-15,0 0-7 0,16-14 1 0,-9 7 2 16,1-4-4-16,1-3-2 0,4 0-1 0,-3 2-4 16,3-5-7-16,1 2-6 0,-2 4-1 0,-3 3-4 0,1-1-4 15,-3 2-1 1,0-1-8-16,-2 4-1 0,0 1-1 0,1-2-14 16,-2 3-29-16,4 2-27 0,0 0-36 0,0 0-31 15,0 1-41-15,1 5-45 0,1-2-54 0,0 2-60 16,-2-1-318-16,1 2-701 0,1-3 310 0</inkml:trace>
  <inkml:trace contextRef="#ctx0" brushRef="#br0" timeOffset="49265.09">18428 7423 28 0,'0'0'361'16,"0"0"-33"-16,4 1-40 0,-4-1-29 0,0 0-28 15,3 4-24-15,-2 0-23 0,2 0-21 0,0 2-13 0,-3 5-18 0,4 1-3 16,-4 4-11-16,0 0-5 0,-1 6-13 0,-8 3-8 16,4 6-8-16,-4 1-6 0,-5 0-10 15,1-4-5-15,2-2-6 0,-3 1-6 0,2-5-6 0,3-6-3 16,0-1-4-16,4-5-1 0,0-3-4 0,1-1 7 16,3 0 29-16,-2-1 32 0,2-2 27 0,-1 0 4 15,2-3-13 1,16 0-10-16,12-6-13 0,4 1-8 0,5-2-7 15,14-3-15-15,2 3-2 0,-14 2-5 0,11-4-6 0,-13 6-8 16,3-2-7-16,-3 1 1 0,-2 1-8 16,0 0 0-16,-7-1-6 0,-7 2-5 0,-5 1-5 0,-3 2 3 0,-2-1-6 15,0-3-4-15,-6 2-6 0,1 1-6 0,-6 0-19 0,9-1-31 16,-9 1-25-16,0 0-45 0,0 0-69 16,0 0-101-16,-20-6-406 0,11 5-758 0,-4-4 335 15</inkml:trace>
  <inkml:trace contextRef="#ctx0" brushRef="#br0" timeOffset="50236.25">20757 5823 163 0,'-2'-4'187'15,"0"1"-24"-15,2 3-28 0,-4-2-19 0,4 2-14 16,-15 21-14-16,-3 5-6 0,-7 21-9 0,-14 28-6 15,3 12 5-15,-1 5 11 16,-3 10 23-16,2 4 2 0,6-5 10 16,1-1-1-16,11-1-2 0,6 0-1 0,6-3-1 0,11 0-6 15,3-6 0-15,8 0-5 0,8-10 0 0,0-23 1 16,22 18-3-16,2-5 0 0,-10-22 3 0,24 17-11 16,-19-22-2-16,1-5-9 0,1 2-7 0,-3-2-4 15,-10-11-4-15,-4-4-11 0,-2-3-9 0,-4-1 4 16,-7-6-11-16,1-3 1 0,-8 0-4 0,1-3-3 0,1-1-2 0,-4-3-1 15,1 3 6-15,-2-5 12 0,0 2 7 0,-3-3 1 16,2 2-4-16,-2-2-7 0,0 0-8 16,0 0-18-16,-13-6-30 0,8-1-34 0,-4-1-39 0,4 2-61 0,-5-2-76 0,4-1-106 15,-2-3-222-15,3-2-595 0,1-4 263 0</inkml:trace>
  <inkml:trace contextRef="#ctx0" brushRef="#br0" timeOffset="54505.1">21383 6298 78 0,'0'0'242'0,"0"0"-11"0,-3-3-11 0,3 3-13 15,0 0-12-15,0 0-20 0,0-4-15 0,0 4-16 16,0 0-22-16,0 0-7 0,0 0-9 0,0 0-14 0,0 0-12 0,0 0-4 16,0 0-16-16,0 0-4 0,0 0-2 0,0 0-11 15,0 0-5-15,0 0-4 0,0 0-6 0,0 0 0 16,0 0-2-16,0 0-5 0,0 0-3 0,0 0 4 15,0 0-6-15,14 6 2 0,-14-6-1 0,9 2-2 16,-2-1 6-16,0 1-13 0,2-2 4 0,0-2 6 16,5 1-9-1,-5-1-2-15,4-2 3 0,-2 1-1 0,1 0-3 0,-3-2 4 16,2 0 9-16,-2-3 8 0,-2 3 11 0,1 1 7 16,-1-5 8-16,-3 4 13 0,1 1 4 0,-1-2 4 15,-2-1-1-15,1 5-6 0,-2-5-8 0,1 4-8 16,-1-2-7-16,-2 1-7 0,-2 0-9 0,-2 3-14 15,-3-2-10-15,-1 2 2 0,-5 1-4 0,-4 1-1 16,-5 2 10-16,-4 4-10 0,-1 3-1 0,0 2-1 0,-2 2 0 16,-2 1 3-16,2 4-4 0,-2 3-4 0,0 0 6 15,-5 11-3-15,1 1 0 0,8-9 3 0,4 4-4 16,2 2 6-16,3-2-2 0,5 0-1 0,1-2-5 0,3 1-4 16,6-2 1-16,4-7-2 0,3 7-1 0,2-7 2 15,4-2-5-15,6 5-1 0,0-6 1 16,9-2 1-16,5-1-4 0,7 0-6 0,2-6 1 0,14 0-12 0,-2-5-13 15,-10-1-12-15,14-2-8 0,-1-1-12 0,0-2-2 16,-16-1 5-16,1-3-1 0,-1 1 3 0,-4-5 6 16,-1 3 11-1,-6-3 2-15,-7 2 4 0,0-1 23 0,-3 0 21 0,-3 0 20 16,-5 2 24-16,-1 0 3 0,-2 1 4 0,-4-1 3 16,-1-1 5-16,-3 1 1 0,-2 2-4 0,-2 0 0 15,-2-1-4-15,-4 5-7 0,-4 1-5 0,-2 2 4 16,-1 0-3-16,-7 4-13 0,1 1-3 0,-2 3 3 15,1 0-8-15,3 1-2 0,4 3 2 0,-2 0 1 16,0 2-4-16,6-1-3 0,3 0 0 0,-1 0 1 16,1 1-2-16,5-1 0 0,3-4-7 0,-4 1 1 15,5 0-3-15,3-1-4 0,-3-2 5 0,6-1 6 16,0-2 9-16,3-1 11 0,-1-2 6 0,6-1-3 0,-1-1 2 16,4-2 2-16,2-2 4 0,0-2 7 0,1-2-1 15,0 1-4-15,0-2-6 0,2 1 1 0,-4 0-2 0,1 0-1 16,-5 3-10-16,3 0 2 0,-4 1-4 0,0 1 0 15,-2 1-7-15,-1-1-5 0,0 2 3 0,-1 0-7 16,3 2 4 0,0 0-2-16,-2 0 3 0,4 2-2 0,2 2-3 15,-1 1-13-15,-2 0-19 0,2 1-26 0,1 1-28 16,-2-3-38-16,1 1-43 0,0 3-37 0,1-4-70 16,-5-2-195-16,5 1-506 0,-3 0 224 0</inkml:trace>
  <inkml:trace contextRef="#ctx0" brushRef="#br0" timeOffset="54890.41">22192 6517 198 0,'0'0'274'15,"-3"-6"-16"-15,3 3-23 0,-3-1-22 0,3 4-26 16,0 0-17-16,-6-1-16 0,6 1-20 0,0 0-12 0,-18 6-12 0,9 0-13 15,-1-1-8-15,1 1-13 0,0 2-4 0,0-1-8 16,-5 3-9-16,5 0-2 0,-1 0-11 0,1-1-1 31,3 1-1-31,-1 0-6 0,1 1-7 0,0-1-1 0,4 1 0 0,2-2-5 16,0 0 3-16,2 2-4 0,4-2 0 0,0-1-1 16,3 1-4-16,2-1-2 0,5 2-1 0,-2-2 2 15,3 0-6-15,-2 1-1 0,2-1 0 0,-3 1 5 16,-3-4-6-16,-2 2-2 0,0-1 0 0,-3-2-1 15,0 1-1-15,-4 2 9 0,-1-2-7 16,-1-1-1-16,-2 4 2 0,-2-3-1 0,-5 3 6 0,-5-2-5 16,2 1 0-16,-4 1-2 0,-2-2-5 0,3 0-12 15,-3-1-20-15,1-2-19 0,1 1-36 0,4-2-37 16,-2-4-44-16,3 2-259 0,0-2-464 0,4 1 206 0</inkml:trace>
  <inkml:trace contextRef="#ctx0" brushRef="#br0" timeOffset="55337.62">22360 6761 103 0,'0'0'252'0,"-10"1"-10"0,10-1-11 0,0 0-20 15,0 0-18-15,0 0-12 0,-8 0-15 0,8 0-9 0,0 0-6 16,0 0-3-16,0 0-22 0,0 0-7 0,0 0-12 15,27-2-5-15,-10-4-16 0,1 2-6 0,3-1-8 16,6-2-8-16,1-1-7 0,-2-1 1 0,-2-1-1 0,3-1-2 16,0 2-2-16,-8 0 0 0,0-2-2 0,4-2-1 15,-6 1-8-15,-2 0 4 0,-2-1 0 0,0 1-1 16,-7 1 9-16,-1 1-1 0,-1 0-8 0,1 2-2 16,-9 1-3-16,1-2-6 0,-4 4-8 0,-4 0-6 15,-7 3-2-15,-3 2-4 0,-7 2 3 0,-5 5-7 16,1 5-5-16,-1 2 1 0,0 1 5 0,-2 2-4 0,3 1-2 0,1 4-3 15,3-1 1-15,3 0-2 0,7-1 0 0,0 3 3 16,9-8-6-16,3 2 6 0,3 0 3 0,3 3-2 31,9-3 7-31,-3-1 2 0,10 0 3 0,7-2-2 0,4-5 3 16,5 1-1-16,3-6 9 0,16-1-7 0,-11-5-2 16,-2 4-2-16,2-5-3 0,-4-2 5 0,-6-1 1 15,1 0-4-15,-3 0 0 0,-9 1 0 0,-6 4-4 16,-1-1-3-16,-2-2-11 0,-1-1-25 0,-5 2-28 0,0-2-42 15,-2 1-36-15,-2-1-43 0,0 5-42 0,-4-8-57 16,-1 1-242-16,1 5-563 0,2-3 249 16</inkml:trace>
  <inkml:trace contextRef="#ctx0" brushRef="#br0" timeOffset="55575.52">23170 6693 291 0,'-1'2'298'15,"1"-2"-31"-15,0 0-23 0,0 0-25 0,14-4-25 16,0 1-19-16,7 1-16 0,8-2-31 0,6 0-40 15,-1 0-43-15,3 0-65 0,1 1-81 0,-2-2-96 16,0-2-102-16,-3 2-323 0,-1 0 143 0</inkml:trace>
  <inkml:trace contextRef="#ctx0" brushRef="#br0" timeOffset="55994.05">23795 6341 22 0,'0'-5'269'0,"0"0"-6"0,0 5-8 16,2-7-2-16,-2 4-9 0,0 3-7 0,2-5-8 15,-2 5-13-15,0-5-9 0,0 5-23 0,0 0-7 0,0-4-16 16,0 4-17-16,0 0-13 0,0 0-12 15,0 0-14-15,0 0-3 0,0 0-24 0,0 0-13 16,0 0-15-16,0 0-14 0,0 0-7 0,0 0 5 16,0 0-11-16,0 17-3 0,-2-9-2 0,0 2-1 0,2 1 0 15,-4 2 1-15,2-2-6 0,2 1-2 0,-3-1-2 16,3 2 3-16,-5-4-4 0,3 1 0 0,2 0-4 0,-2-3 6 16,2 0-2-16,-1-2-3 0,0 1-2 0,-2-2 4 15,3 1 0-15,0-2 2 0,0-3 11 0,0 7-12 16,0-7 18-16,-2 4 13 0,2-4 8 0,0 0 14 15,2 4 2-15,-2-4-3 0,0 0 5 0,0 0-7 16,-5 2-4-16,5-2-2 0,0 0-10 0,0 0-8 16,0 0-5-1,0 0 2-15,0 0-33 0,0 0-50 0,0 0-43 0,0 0-35 0,0 0-41 16,0 0-61-16,5-13-60 0,-5 7-294 16,-4 3-633-16,3-2 280 0</inkml:trace>
  <inkml:trace contextRef="#ctx0" brushRef="#br0" timeOffset="56555.81">23781 6292 146 0,'-4'-3'307'16,"4"3"-23"-16,0 0-19 0,0 0-22 0,0 0-21 16,0 0-24-16,0 0-22 0,0-6-18 0,0 6-23 15,0 0-14-15,0 0-13 0,4 14-11 0,-2-8-9 16,2 5-3-16,-4 4-15 0,-1 4-9 0,1 5-4 0,-5 3-9 0,3 2-1 16,-3 2-6-16,-1 0-5 0,0 0-3 0,-4 3 0 15,1-2-7-15,1-3-2 0,3-1 0 0,-1-2-4 16,-2-3-2-16,6-3 1 0,-1-5-6 0,0-4-1 15,-1 0-1 1,4-1 1-16,-1-3-1 0,-1 0-3 0,2-2 23 16,-2-1 9-16,1 1 21 0,1-2 16 15,1 1 18-15,-1-4 15 0,0 0 6 0,0 0 9 0,-1 5-3 0,1-5 0 16,0 0-5-16,0 0-8 0,0 0-4 0,0 0-20 16,0 0 0-16,0 0-29 0,0 0-26 0,0 0-35 15,0 0-34-15,0 0-66 0,6-14-50 0,-3 10-50 16,-3-1-59-16,3-1-89 0,-3-3-251 0,1-1-652 15,2 3 289-15</inkml:trace>
  <inkml:trace contextRef="#ctx0" brushRef="#br0" timeOffset="56778.37">23666 6287 216 0,'0'0'333'0,"-5"-4"-20"0,5 4-15 0,-2-1-14 0,2 1-17 0,0 0-29 15,0 0-27-15,7-4-24 0,5 1-20 0,1-1-19 16,8 1-34-16,9-1-38 0,0 0-43 16,4 2-51-16,-2-3-57 0,1 3-66 0,0 0-83 15,-5 0-181-15,-6 1-438 0,-2 2 193 0</inkml:trace>
  <inkml:trace contextRef="#ctx0" brushRef="#br0" timeOffset="57079.2">23643 6873 17 0,'-4'2'322'0,"-1"1"-5"15,4 1-8-15,-3-2-12 0,4-2-8 16,-4 4-13-16,4-4-15 0,0 0-26 0,0 0-27 15,18-3-36-15,-1 1 3 0,6-4-41 0,5-3-33 0,5 2-43 16,4-1-41-16,4 1-55 0,8-5-65 0,-10 3-82 0,-2-3-292 16,14-1-517-16,-19 3 228 0</inkml:trace>
  <inkml:trace contextRef="#ctx0" brushRef="#br0" timeOffset="57511.25">24612 6193 257 0,'1'-2'348'0,"-1"2"-19"0,1-8-14 0,-1 6-16 16,0 2-24-16,3-6-28 0,-3 2-28 0,0 4-20 0,0 0-18 0,4-2-57 15,-4 2-56-15,0 0-48 0,0 0-46 0,0 0-41 16,7 8-47-16,-4-2-34 0,3 2-38 0,-4 4-204 16,0 0-423-16,1 4 187 0</inkml:trace>
  <inkml:trace contextRef="#ctx0" brushRef="#br0" timeOffset="57642.78">24571 6619 71 0,'-1'5'200'0,"-1"-1"7"16,1 0 9-16,1-4-1 0,1 4-12 15,-1-4-22-15,3 4-16 0,2-3-13 0,0 2-17 0,3-3-17 16,2 0-44-16,1 0-46 0,0 0-59 0,4-4-67 16,-2 2-208-16,0-2-332 0,3-1 147 0</inkml:trace>
  <inkml:trace contextRef="#ctx0" brushRef="#br0" timeOffset="57980.95">25050 6470 141 0,'0'0'257'0,"0"0"-10"15,0 0-9-15,0 0-6 0,0 0-8 0,0 0-5 16,0 0-12-16,0 0-13 16,10-6-8-16,-10 6-8 0,0 0-4 0,0 0-29 15,7-2-14-15,-1 1-18 0,4-1-8 0,2 0-11 16,7 1-9-16,0-3-16 0,9 1 1 0,0-1-12 15,2 4 1-15,2-5-12 0,0 1-6 0,-2 3-5 16,-3-1-2-16,1 0 0 0,-10 1-20 0,-4-1-8 16,0 1-8-16,-1-1 1 0,-7 2-28 0,2 0-14 0,-3-3-40 0,-1-1-67 15,2 2-79-15,-6 2-289 0,0-6-559 0,-1 1 248 16</inkml:trace>
  <inkml:trace contextRef="#ctx0" brushRef="#br0" timeOffset="62105.37">26534 5854 166 0,'1'-9'285'0,"3"0"-11"16,-2 1-16-16,1 3-15 0,-2 0-25 0,3 1-21 15,-3 0-23-15,0 0-37 0,-1 4-32 0,0 0-10 16,0 0-14-16,-3 18-7 0,-4-1-2 0,2 1-12 16,-4 11-10-16,1 4 0 15,-3 12-7-15,-4 1-2 0,2-1-4 0,3-9-3 16,-2 8-3-16,2-10-3 0,1 0-2 0,0 3-3 16,-1-4-6-16,2-4 4 0,-1 1 1 0,-1-5-7 15,4 0 2-15,-1-8-2 0,2-2-3 0,1-3-6 16,2 0-8-16,-4-5-1 0,3-2-4 0,3 0 2 15,-3 0 6-15,1-2-4 0,2-3-34 0,0 0-27 16,0 0-27-16,-11-9-15 0,9 2-15 0,1-2-6 16,-1-3-8-16,2-5-14 0,3 0-35 0,1-10-132 0,1-2-342 0,0 1 152 15</inkml:trace>
  <inkml:trace contextRef="#ctx0" brushRef="#br0" timeOffset="62552.62">26518 5698 90 0,'8'-28'230'0,"-2"4"-5"15,2 0-13-15,0 7-8 0,-1 0-7 0,-2 0-21 0,5 3-12 0,0 2-15 16,0-1-14-16,0 5-12 0,3 0-14 0,2 2-14 16,7-1-11-1,-2 3-11-15,-2 1-8 0,7 3-8 0,-4 3-2 0,6 4-8 16,-3 3-7-16,-1 5 11 0,0 2-6 0,-6 5-7 16,-2 1-6-16,-3 5 4 0,-5 2-7 0,-3 2-4 15,-8 5-1-15,-6 10-1 0,-8 0-1 0,-3 0-4 16,-9 0 0-16,-4-4-2 0,-3 4 4 0,-3-4-5 15,4-7-2-15,-1-2-3 0,9-12 4 0,3 2-2 16,-2-7-7-16,5-3 2 0,4-2 2 0,3-3 17 16,2-2 14-16,4-3 26 0,-1 1 22 0,1-1 26 15,3-2 21-15,3-1 13 0,-1 1-4 0,4-2-2 16,-4 2-10-16,4-2-14 0,-5 3-9 0,5-3-17 16,-4 5-23-16,4-5 4 0,0 0-6 0,10 5-11 0,0 1-7 0,0 0-4 15,5 2-10-15,-1 4-1 0,0-1-3 0,-1 1-5 16,2 1-1-16,-1 3-8 0,4 4 1 0,-5-6 1 15,4 6-5-15,-6-4 9 0,1-3-7 0,0 2-4 0,-4-1-1 16,-1-2 0-16,1-3 0 0,-3 1-19 16,2-2-13-1,-6-2-10-15,4-1-7 0,-2-1 1 0,-2 0 8 0,3-2 13 16,-4 2-7-16,0-4 0 0,5 4 8 16,-5-4 4-16,1 4 5 0,-1-4 2 0,0 0-4 0,0 0-31 15,0 0-39-15,0 0-44 0,0 0-41 0,0 0-35 16,0 0-53-16,-8-14-60 0,2 7-289 0,5 1-649 15,-3-1 287-15</inkml:trace>
  <inkml:trace contextRef="#ctx0" brushRef="#br0" timeOffset="62938.11">27058 6208 56 0,'-2'-4'310'0,"2"4"-30"0,-1-5-21 16,1 5-22-16,-6-4-28 0,6 4-24 0,-7 0-18 16,1 4-17-1,-2 0-16-15,-2 1-14 0,1 3-14 0,-4 3-11 0,0 1-9 16,0 2-9-16,2-1-9 0,2 4-6 0,-1-2-5 0,1-1-7 16,4 2-5-16,1-3 12 0,0-1-9 0,3 0 3 15,1-1 2-15,0-1 8 0,1-1 0 16,3 1 11-16,3-2-2 0,0-3 9 0,3 2 5 15,3-4-8-15,0-3 5 0,1 2-6 0,4-4-8 16,-1-1-4-16,0-1 5 0,0-3-3 0,-6 4 11 16,1-5-1-16,-2 1-1 0,3 0-8 0,-7-3-4 15,2 1-5-15,-3-2-7 0,3-4-19 0,-4 3-7 16,-3-4-22-16,0 4 1 0,-2-1-26 0,0 0-9 16,-6 1-14-16,2 1-6 0,-4 2-18 0,3-3-6 0,-7 5-8 0,4 1-15 15,-2 2-17-15,-1 0-11 0,1 1-21 0,4 1-17 16,-1 1-29-16,2-1-39 0,6 2-46 0,-10 2-165 15,10-2-480-15,0 0 213 0</inkml:trace>
  <inkml:trace contextRef="#ctx0" brushRef="#br0" timeOffset="63307.63">27404 6208 92 0,'0'0'313'0,"-4"-4"-20"16,4 4-19-16,-5-4-24 0,5 4-24 0,-3-1-24 0,3 1-21 0,-5-1-22 15,5 1-18-15,0 0-14 0,-14 6-15 0,9 0-12 16,-4 4-10-16,0-3-7 0,0 8-10 0,2-6-5 16,-4 6-9-16,2 0-6 0,4-4-7 0,0 1-1 15,1 0 1-15,3-1-6 0,-3 0 2 0,4 0-1 16,0-3-5-16,2-2 8 0,1 1 5 0,1-1 4 15,2 0 4-15,2-2 7 16,1-2 0-16,5-1 2 0,-1-1-2 0,0-1 2 16,-3 0 4-16,2-2-2 0,0-2 0 0,-3-2 6 0,2 2-3 15,-1-4-5-15,-3 1-10 0,2-1-4 0,-5-3-7 16,0 3-18-16,2-4-13 0,-6 1-21 0,2 0-22 16,-2 4-12-16,-2-4-16 0,2 0-15 0,-6 4-14 0,1-1-14 15,-2-1-13-15,-2 3-16 0,-2 2-20 0,2 0-13 16,0 1-31-16,-1 0-31 0,4 0-53 15,-1 0-172-15,3 1-486 0,2-2 215 0</inkml:trace>
  <inkml:trace contextRef="#ctx0" brushRef="#br0" timeOffset="64077.96">27883 5777 145 0,'1'-5'370'0,"0"-2"-35"16,1 2-39-16,0 2-37 0,-2-1-29 0,0 4-32 16,0 0-23-1,0 0-17-15,-6 12-17 0,-2 5-8 0,-1 7-22 0,-2 5-10 16,-8 12-11-16,-3 4-8 0,5 3-7 0,-2-1-1 16,4-1-11-16,2-12-6 0,3-2-6 0,-1 0-5 15,4-1 0-15,3-2-6 0,-1-3-2 0,1 1-4 16,4-8-3-16,-4-1-21 0,2-7-4 0,2 0-3 15,0-1-5-15,-2-2 0 0,0-4 1 0,2 2 8 16,0-3-1-16,0 1 23 0,0-4 1 0,-2 3-1 16,2-3 2-16,0 0-11 0,-6-10-4 0,3 5-6 0,1-1 3 0,-5-5-7 15,1 1-1-15,0-1 0 0,-3-2-4 0,-1 0-1 16,-1 0 3-16,-1-2-6 0,-1-1 2 16,-1 3 1-16,0-1-4 0,-1 4 2 0,-1 0 0 0,2 1 5 15,0-1 8-15,0 4-4 0,5 1 5 0,0-1 6 16,5 3-1-16,-2-1 1 0,2 1 6 0,-1 1 6 15,3-2-3 1,2 4-2-16,0 0 1 0,14-5-11 0,4 3-5 16,12-1 4-16,9-2-9 0,12 5-5 0,5-2-3 0,5-1 3 0,1 2-8 15,-2-1 1-15,0 0-1 0,-2 2 1 0,-1-1 0 16,-5-5 1-16,-14 6 0 0,-2 0 3 0,-3-2-2 16,-2 1 2-16,-11-1 3 0,-3 2-2 0,-4-2 19 15,-3 1 20-15,-2 1 14 0,-2 0 25 0,0-2 5 16,-6 2-8-16,9-1 26 0,-9 1-6 0,4-2-9 15,-4 2-4-15,0 0-12 0,0 0-9 0,9 0-1 16,-9 0-7-16,0 0-8 0,0 0-3 0,4-4-5 16,-4 4-1-16,0 0-5 0,0 0-13 0,0 0 7 15,0 0 0-15,0 0-6 0,0 0 2 0,0 0-3 16,0 0-15-16,0 0 14 0,0 0-2 0,0 0-5 16,0 0 3-16,0 0-4 0,0 0 2 0,0 0-2 0,10 4-8 0,-10-4 2 15,0 0-10-15,0 0-4 0,0 0-2 0,0 0-1 16,-10 8 7-16,1-3 2 0,-1 2-6 0,-5 2 2 15,3 0 5-15,-1 2-8 0,1 1 5 0,0-1 0 16,-1 2-1-16,2-1 1 0,3 4-18 0,-1-5 14 16,4 4 11-1,1-4-3-15,0 0 2 0,4 6 4 0,3-5-5 0,1 4 4 16,2-1-3-16,4-3 10 0,2 2-8 0,4 2-11 16,0-5 4-16,3 0 18 0,-1 0-8 0,-2-4 7 15,-1 3-5-15,-3-4-3 0,-5 0 4 0,-1-2 8 16,1-1-31-16,-4 0 14 0,2 0-2 15,-1-1-14-15,-4-2 0 0,-4 6 8 0,-2-5-1 0,-7 1-20 16,-8 2-40-16,-7-3-50 0,-6 2-58 0,1-1-89 16,-7-4-420-16,5 1-746 0,3-2 331 0</inkml:trace>
  <inkml:trace contextRef="#ctx0" brushRef="#br0" timeOffset="64895">29475 6072 58 0,'-8'3'171'15,"-2"-1"-16"1,0 0-22-16,-3 3-11 0,-1 3-11 0,-4 3-11 16,-2 6-7-16,0 3-9 0,1 0-7 0,6-5-9 0,0 1-3 0,0 6 10 15,5-4-8-15,2 0 0 0,2-1 7 0,0 0-4 16,8-2 3-16,1-1 6 0,3 1 22 0,3-4 1 16,6 0-6-16,3-5 2 0,0 1-5 0,10-6 1 15,-3 1-7-15,1-5 7 0,0-2-8 0,-9-2 17 16,2 1 7-16,-3-2 3 0,0-2 3 0,-3-2-4 15,0-2-3-15,-3-1-5 0,0 1-12 0,-4-3-12 16,-1-1-3-16,-3 2-16 0,-2-11-8 0,-2 9-1 16,-2 0-26-16,-2-2-8 0,-1 3-18 0,-4 2-6 15,0 2-8-15,-3-2-10 0,-3 5-4 0,-1 3-10 16,-1 0-8-16,0 4-8 0,-1 1-10 0,-1 0-24 16,2 1-19-16,0 2-31 15,4 1-36-15,1 0-38 0,5 1-56 0,1-3-159 16,4 2-462-16,2-2 205 0</inkml:trace>
  <inkml:trace contextRef="#ctx0" brushRef="#br0" timeOffset="65295.48">29890 5849 25 0,'3'-7'324'0,"-2"2"-22"16,1-1-31-16,0 2-28 0,-2 1-30 15,0 3-28-15,0 0-18 0,0 0-19 0,0 0-13 16,-5 17-17-16,-1 1-10 0,-6 7-13 0,-1 6-11 16,-4 17-8-16,-5-2-5 0,4 5-8 0,-3 2-3 0,6-4-9 0,-3-1-3 15,5-4-5-15,3-9-5 0,1-3-5 0,4 0 0 16,1-6 7-16,0 0 1 0,4-6-3 0,0-2-2 16,0-5 3-16,3-3 1 0,-6 0 4 0,3-3 11 15,3-2 11-15,-2 2 21 0,-1-4 36 0,0-1 28 16,0-2 19-16,0 5 11 0,0-5-20 0,0 0-17 15,0 0-11-15,0 0-15 16,4-15-17-16,-3 6-23 0,-2-2-22 0,1-2-18 16,-4-4-12-16,0-3-12 0,-2 3-15 0,-3-2 10 0,1 1-26 15,-3-4 17-15,2 6 2 0,-1 0-4 0,3 1 21 0,-1 5 4 16,4 4 2-16,1 0-2 0,-1-3 1 0,2 4-3 16,0 2-9-16,6-6-22 0,3 6-23 0,9-7-12 15,12 1-20-15,4 2-38 0,17-3-55 16,5 5-62-16,6-4-75 0,29-4-87 0,-24 4-242 15,27-6-675-15,0-4 298 0</inkml:trace>
  <inkml:trace contextRef="#ctx0" brushRef="#br0" timeOffset="65718.2">30989 5721 231 0,'3'-10'309'0,"-2"3"1"15,-1 1-20-15,4 0-31 0,-4 1-24 0,0 1-24 16,0 4-29-16,1-5-22 0,-1 5-39 0,0 0-12 16,0 0-16-16,0 0-10 0,0 21-10 0,-1-4-6 0,-1 8-11 0,-1 5-3 15,-5 0-7-15,3 5-3 0,-4 0-3 16,0 11 0-16,-2-2-6 0,1 2-6 0,2-12 1 0,1 1-3 16,1-3-2-16,0-3 1 0,1 0-6 0,-2-4 2 15,3 1-6-15,2-9 4 0,-2-2-1 0,1 2-3 16,0-5-1-16,0-5-21 0,2 1-12 15,0-2-10-15,-2-1-15 16,2 0-7-16,-3-3-2 0,-1 1-34 0,-3-2-48 0,-1-2-55 16,-1-2-258-16,-2-1-484 0,1-1 214 0</inkml:trace>
  <inkml:trace contextRef="#ctx0" brushRef="#br0" timeOffset="65981.53">30584 6082 230 0,'-9'-1'279'0,"4"-1"-9"0,5 2-8 16,-9-2-4-16,9 2-18 0,-7-1-7 0,7 1-18 16,0 0-26-16,-7-5-13 0,7 5-18 0,0 0-19 15,37-4 2-15,-8 0-28 0,10 1-12 0,18 0-10 16,1 0-10-16,2-1-8 0,-1 3-8 0,-1 0-4 16,-4-2-5-16,-14-1-7 15,0 1-7-15,-5-2-6 0,1 0-16 0,-6 1-6 16,-11 1-3-16,-3 2 1 0,-2-2 7 0,-7 1-15 15,-1 1-5-15,1-3-9 0,-5 1-11 0,3-1-11 16,-4 0-4-16,-2 0-6 0,1 4-15 16,-6-7-23-16,2 4-24 0,0-2-20 0,0 3-23 0,-1-1-25 0,0-1-40 0,1 1-222 15,-1-1-469-15,0 1 207 0</inkml:trace>
  <inkml:trace contextRef="#ctx0" brushRef="#br0" timeOffset="66360.14">31471 5741 183 0,'4'-5'320'0,"0"1"-4"15,-3-2-19-15,3 4-23 0,-1-3-30 0,-1 2-29 16,-2 3-26-16,4-4-22 0,-4 4-20 0,0 0-13 15,0 0-17-15,4 12-14 16,-4-4-11-16,0 7-11 0,-4 3-13 16,0 1-3-16,0 10-10 0,-5 3-6 0,3-2-3 0,-12 19-4 0,1-5 0 0,0 0-5 15,1-10 1-15,0 12-9 0,5-16-3 0,-1-2-3 16,3-1-1-16,2-9-2 0,0-3 1 16,3-4 3-16,0-3-5 0,0 1-4 0,3-1 11 15,-1-5-2-15,0 3 12 0,1-1 11 0,-1-2 13 0,2 0 19 16,0-3 6-16,0 0-12 0,0 0-18 15,0 0-26-15,20-12-16 0,-6 4-21 0,0-6-27 16,2 2-34-16,-3-4-46 0,6-4-34 0,-5 5-33 16,4 0-30-16,-4 3 6 0,3-2-4 0,-3 2-19 15,-4 7-27-15,-2-1-140 0,-3 0-429 0,1 3 189 0</inkml:trace>
  <inkml:trace contextRef="#ctx0" brushRef="#br0" timeOffset="66782.98">31564 6193 230 0,'0'0'260'16,"0"0"4"-16,0 0 1 0,4 2-6 0,-4-2-28 0,0 0-20 15,13-7-17-15,-1 5-24 0,0-3-15 0,4-2-13 16,0-1-17-16,3 1-12 0,8-5-11 0,0 1-13 16,-1-2-8-16,1 1-5 0,1-3 3 0,-3 3-6 15,-6 3-1-15,3-7 0 0,-4 7 7 0,-3-3 8 16,-1 2 7-16,-5 2 7 0,0 0 8 0,-1 0 5 15,-2 3 6-15,-2 1-10 0,0 0-9 0,-4-1-8 16,0 2-13-16,-3-2-7 0,-2 4-12 0,-2-1-15 16,-10 2-8-16,-1 0-4 15,-4 5 4-15,-6 2-13 0,0 1-3 0,0 1 0 16,1 4-8-16,4 2-2 0,-1 2-1 0,2-1-3 16,9-2-3-16,3 3-17 0,5-2 1 0,1 2-1 15,7 0 9-15,3-1 0 0,7 0 15 0,8 2-7 16,8-3 1-16,19 2 4 0,7-5 15 0,4-2 5 15,5-5 6-15,0 1 11 0,2-5 7 0,0-1 5 16,-8-2 3-16,-5 1 11 0,-19-6 15 0,-3 3 18 0,-11 3 30 0,-7-1 24 16,2-3 14-16,-4 4 4 0,-4 1-12 0,0-2-5 0,-1 0-26 15,-6 2-16-15,9-2-28 0,-5 1-39 0,-4 1-41 16,0 0-73-16,0 0-85 0,0 0-113 0,0 0-82 16,0 0-84-16,-35 7-119 0,9-1-278 0,1-4-890 15,6-2 394-15</inkml:trace>
  <inkml:trace contextRef="#ctx0" brushRef="#br0" timeOffset="68140.5">21894 8357 83 0,'1'-11'322'0,"-1"4"-10"0,0 0 1 16,0 0-29-16,0 2-29 0,3 0-17 0,-3 3-37 0,0-3-22 0,0 5-22 15,0-5-21-15,0 5-21 0,0 0-10 0,0 0-18 16,1 12-7-16,-1-2-6 0,1 2-13 0,-1 5-3 16,4 3-9-16,-8 3-3 0,4 5-4 0,0-2-4 15,-1 1-3-15,1-1-6 0,-1-6 7 0,2 3-11 16,-1-3-4-16,-1-5-2 0,1 1 1 0,0-3-2 15,0-4 2-15,0 2-2 0,-3-5-8 0,3 2 8 16,0-4 0-16,0-1-1 0,0 3 5 0,0-6-4 16,0 3 13-1,0-3 14-15,0 0-20 0,0 0-27 0,0 0-27 0,-9-16-32 16,5 3-35-16,-1 1-40 0,0-5-44 0,-2-7-46 16,0-2-66-16,-2-3-151 0,6-4-481 0,0-2 213 15</inkml:trace>
  <inkml:trace contextRef="#ctx0" brushRef="#br0" timeOffset="68255.92">21849 8220 157 0,'0'-26'203'0,"1"0"2"0,1 9 17 15,-2 1 13-15,2 3 3 0,-2 3 1 16,2 0-16-16,0 1-14 0,-2 2-17 0,0 2-23 16,0-1-17-16,1 2-22 15,-1 0-21-15,0 4-36 0,4-4-22 0,-4 4-32 0,0 0-26 16,0 0-31-16,10 10-24 0,-6-2-33 0,1 1-43 16,0-1-42-16,-2 4-205 0,-2-2-416 15,3 0 185-15</inkml:trace>
  <inkml:trace contextRef="#ctx0" brushRef="#br0" timeOffset="69434.72">22176 8340 180 0,'0'0'310'0,"3"-5"-7"0,-3 5-11 0,0 0-16 0,4-3-15 0,-4 3-26 16,0 0-25-16,0 0-19 0,0 0-28 0,0 0-18 15,0 0-18-15,3 0-9 0,-3 0-21 0,0 0-7 16,0 0-12-16,4 13-6 0,-4-7-10 0,0 4-9 15,2 2-2-15,-2 5-1 0,-2 0-7 0,1 1-7 16,1 0-2-16,-1-1-5 0,-2 1 1 0,2-6-4 16,0-1-4-16,-1-1-9 15,4 0 9-15,-4-3-3 0,4-2 4 0,-2 0-3 16,-2-1-3-16,2 0 7 0,0-4 29 0,0 6 28 16,0-6 16-16,0 0-7 0,0 0-3 0,0 0-11 15,14-12-3-15,-7 3-2 0,2 1-4 0,-2-4-13 16,4 0-2-16,3-5-6 0,-3 0-10 0,0 1-1 15,1 0-4-15,1 1 1 0,-5 7-5 0,-1-4-5 16,1 6 1-16,-3 1-4 0,0 0-4 0,-2 1-5 0,-1 1-19 0,2-1-29 16,0 2-27-16,-4 2-26 0,4-1 5 15,-4 1 7-15,0 0 8 0,6 10 5 0,-2-5 4 0,1 5 2 16,0 2 4-16,4 1 8 0,0 0 3 0,3 4-5 16,2-2-4-16,2 0-2 0,7 2 2 0,7-1-5 15,4-2-5-15,3-4-14 0,3 0-6 0,12-2-4 16,-12-4-1-1,12 0-2-15,-2-3 7 0,4-2 2 0,-16-2 7 0,2 0 10 16,-5-2 8-16,-3 0 8 0,-1-2 3 0,-13 0 21 16,-1 0 22-16,-2-2 30 0,-6 2 11 15,0-2 4-15,-3 2 7 0,1-3 7 0,-4 2 1 16,-1-3 3-16,-2 1-3 0,-2-2-7 0,-1 1-1 0,-5 1 1 16,0 2-15-16,-1 1 0 0,-7-1-14 0,3 6 16 15,-5-3-19-15,-1 3 0 0,-4 4-5 0,-8 1 4 0,4 4-3 16,2 3-2-16,-1-1-3 0,1 1-3 0,7 0-5 15,-5 4 3-15,6-3-1 0,2 2 0 0,2 0-1 0,-1-1-4 16,5 1 3-16,1-2-6 0,2 0 3 16,0-2-2-16,3 2-1 15,1-1 10-15,0-3-9 0,4 3 0 0,0-4 1 0,7-2 3 16,-3 1-3-16,3-3 6 0,4 0-1 0,1-2-1 0,7-2 3 0,-2-3-3 0,0-2 9 16,0-3 3-16,-1 2 4 0,6-6 7 0,-2-3 11 15,-7 5-3-15,7-10 8 0,-7-2 4 0,6-2 1 16,-6-1-3-16,3-5-1 0,-4 3-9 0,1-7-11 15,7-7 2-15,-10 11 0 0,2-12 3 0,-1 9 1 16,-4 0 18-16,-2 4 15 0,1 2 13 0,-2 3 18 16,-5 8 15-16,1 6-4 15,-1-1-5-15,2 5-9 0,-1-1-12 0,-2 1-8 16,0 2-5-16,0 2-27 0,2-1-44 0,-2 5-50 16,0 0-16-16,0 0 7 0,0 0 9 0,-6 17 1 15,1 0 5-15,1 10 3 0,-8-1 7 0,0 6 9 16,1 1-1-16,-5 11 5 0,2 1 13 0,4-14-11 15,1 3 6-15,4 1 5 0,1 1 0 0,5-2 9 16,-2-2-2-16,2-5 2 0,4-3-3 0,1-7 8 0,1 0 4 0,1-4-2 16,0-2 2-1,2-4 2-15,1 0-2 0,2-5-1 0,1-1 4 0,4-2 4 16,1-4 8-16,-1-1 9 0,4-1 9 0,-3-2 11 16,-2-2-3-16,-1-1-1 0,1 0 11 0,1-3-1 15,0-6 3-15,-2 2 1 0,-4 2 9 0,0 5 3 16,-3-1 9-16,-1 3 9 0,-4 2 10 15,4 1-8-15,-5 0-3 0,1 3-11 0,0 1-13 0,0-1-9 16,-3-1-16-16,-1 2-26 0,0 3-26 0,5-1-23 16,-5 1-3-16,0 0 8 0,0 0-2 0,-1 11 0 15,-3-4 8-15,3 5-4 0,-3 1 12 16,-2-1 3-16,3 3 0 0,-3 1 1 0,1-4-10 0,2-2-16 16,-1 2-4-16,2-3-26 0,-1 1-19 0,3-2-13 15,-4-4-20-15,4 0-22 0,-2 2-12 0,0-1-10 0,0-3 4 16,2-2-5-16,-5 0-50 0,5 0-86 0,-8-5-254 15,4-3-603-15,2-1 267 0</inkml:trace>
  <inkml:trace contextRef="#ctx0" brushRef="#br0" timeOffset="69566.17">23353 8093 291 0,'0'-7'395'16,"0"0"-9"-16,0 2-26 0,0 0-33 0,0 0-32 15,0 2-35-15,0-1-15 0,0 4-54 0,0-6-48 16,0 6-52-16,0 0-34 0,0 0-36 0,0 0-38 15,12 7-47-15,-7-2-57 0,2 1-60 0,1 3-266 0,2-4-483 16,-6 2 213-16</inkml:trace>
  <inkml:trace contextRef="#ctx0" brushRef="#br0" timeOffset="70205.34">23783 8250 228 0,'0'0'224'0,"-7"2"-15"0,7-2-16 0,-4 1-22 0,4-1-14 16,0 0-14-16,-4 4-14 0,4-4-1 0,0 0-10 16,0 0-4-16,0 0-11 0,13 1-10 0,-13-1-4 0,14 0-9 15,-5-1-8-15,3 1-6 0,-2-5-7 0,0 3-5 16,3-1 2-16,-3 1 0 0,2-3 2 15,-1-1 6-15,-2 1 3 0,0 2 8 0,0 0 11 16,-5 0 12-16,2 1-2 0,-3-1 1 0,1 1-10 16,0 0-7-16,-4 2-14 0,5-3-4 0,-5 3-10 15,3-1-9-15,-3 1-9 0,0 0-6 0,0 0-3 16,-16 6-3-16,7 0 0 0,-5 0-7 0,0 2-3 16,-3 4 2-16,-1 0-3 0,3-1 8 0,-8 3-10 15,2 3-5-15,2 2 1 0,8-2-3 0,-3 5 3 0,5-4-4 0,2-1-3 16,2-5 4-16,4 4-2 0,0 0 3 0,2-4-1 15,5-1 4-15,2-2-5 0,9 3 8 16,-1-6-6-16,12 3 1 0,3-7-7 0,0-2 0 16,1 0-3-16,2-3 0 15,-1-4 2-15,-1 0 4 0,0-3-2 0,-5 0 2 0,1-2 3 16,-6-5 15-16,1 0 14 0,-9 4 1 16,1-1 10-16,2-5 19 0,-2-2 11 0,-3-1 21 15,-3 5 17-15,-2 2 24 0,0 3 27 0,-3 1 19 0,1 2 10 16,-3-1-1-16,2 4-10 0,-2-1-15 0,1 3-22 15,-2-1-17-15,1 2-16 0,0 1-12 16,-2 2-28-16,2-5-41 0,-2 5-32 0,0 0-38 16,0 0-7-16,0 0 10 0,0 0-2 0,-7 16 8 0,2-5 2 15,0 0 5-15,1 4 0 0,0-1 5 0,-1 3 0 0,-1 0-18 16,2-5-7-16,0 5 5 0,4-5-17 0,-4 5-5 16,3-7-10-16,1 2-11 0,0-2-18 0,0-5 1 0,1 2 0 15,-2-4 6-15,2 2 8 0,-2-2 15 16,1-3 7-16,0 6 7 0,0-6-10 0,0 0-46 15,0 0-49-15,-2-14-39 0,2 4-31 0,1 0-47 16,-1-2-76-16,-3-5-188 0,2-1-587 0,1 1 261 0</inkml:trace>
  <inkml:trace contextRef="#ctx0" brushRef="#br0" timeOffset="70321.2">24221 8114 33 0,'2'-17'340'0,"-2"-1"1"0,0 6-1 0,0 1 32 16,-2 0 12-16,2 1 21 0,-2 3-9 0,1 1-28 0,1-1-38 15,1 2-33-15,-2 2-33 0,1 3-29 16,1-7-44-16,-1 7-54 0,-1-4-74 15,1 4-54-15,0 0-68 0,0 0-52 0,0 0-56 16,10 10-62-16,-4-5-93 0,1-1-282 0,-2 5-652 16,3-4 289-16</inkml:trace>
  <inkml:trace contextRef="#ctx0" brushRef="#br0" timeOffset="71385.63">24918 8308 148 0,'-1'-9'322'0,"-3"0"-29"16,0 4-26-16,0-3-27 0,1 5-29 0,-3-1-23 0,0 1-23 16,-5 1-14-16,-1 5-13 0,-2 1-20 15,-4 3-12-15,2 3-9 0,-3 0-14 0,-7 6-4 16,3 1-11-16,1 5-6 0,3-1-6 0,0-1-4 16,2 2-6-16,5-6-3 0,5 2-6 0,-2 1-5 0,4-3-4 15,0-1-1-15,4-2-7 0,-2-3 5 0,3-1 0 0,5-2 3 16,-1-2 6-16,1-2 4 0,6 1 12 0,1-4-8 15,1-4 4-15,6-1 10 0,-1-2-9 0,1-1 10 0,0-4 10 16,-2 3-13-16,1-4-7 0,3-3 0 16,-5 3-3-1,2-1-7-15,1-2-1 0,-4 5-6 0,-4 1 0 0,-1 3 5 16,0 0 2-16,-4 2-6 0,1 0-4 0,-2 1-7 16,-1 0-3-16,1 0 1 0,-4 2-10 0,-1 2-11 15,5-2-9-15,-5 2-3 0,0 0-5 0,9 1 4 16,-9-1 12-16,7 3-9 0,-2 1-3 0,1 1 6 15,-1-2 4-15,4 0-11 0,0 1-1 0,1 1-1 16,2 0-5-16,2-1-1 0,-1-3-8 0,0 0 1 16,4-2 3-16,-1 0 0 0,0-3 4 0,-2 1 4 15,-3-3 3-15,0 3 2 0,4-7 3 0,-2-1 14 0,-4 1 10 0,3-5 2 16,-5-2 14-16,1 0 9 0,2 0 7 0,-1-7 5 16,0-3-1-16,0 1 4 0,-1-1 4 0,-1-4-1 15,-1-2 5-15,-1 0 2 0,1 1 9 0,0 3 29 16,-3 4 15-16,-2 7 10 0,4 2 0 0,-3 3 5 15,0 5-13-15,-2-2-12 0,0 4-14 0,2 1-14 16,-2-1-11-16,1 5-34 16,-1-3-41-16,0 4-50 0,1-5-15 0,-1 5 4 15,-2 13 8-15,0 0 16 0,-4 5-4 0,-1 12 6 0,-7 5 3 16,0 8-6-16,0 4 14 0,-1-1 6 0,-3-2 0 0,9-10 5 16,0 0-2-16,-5 14 8 0,5-16-3 0,5 0 8 15,0-3-1-15,3-4 7 0,-3-6-10 0,4-2 7 16,0-8 3-16,-1 3 0 0,1-3 4 15,0-2 19-15,0-1 16 0,0-1 25 0,0 0 24 0,0 0 23 16,1-3 19-16,-1-2 10 0,3 5 3 0,-3-5-8 16,5 0-11-16,-5 0-15 0,19-5-7 0,4-2-13 15,8-1-43-15,1-1-63 0,0-6-93 0,16-3-97 16,-3-2-136-16,4 0-506 0,2 3-925 0,-3-2 410 16</inkml:trace>
  <inkml:trace contextRef="#ctx0" brushRef="#br0" timeOffset="72193.62">26679 8293 133 0,'0'0'196'0,"0"0"-13"16,0 0-13-16,0 0-14 0,-5 1-12 0,5-1-9 16,0 0-1-1,0 0 0-15,0 0-10 0,0 0-1 0,18 2-10 0,-5-4-6 16,-3 1-8-16,5-2-10 0,3-1-6 0,4 0-7 16,6-3-7-16,0 0-3 0,0 0 1 0,0-2 1 15,2 0 2-15,-4-3-1 0,-1 1-2 0,-1-2 4 16,-6 3-4-16,5-8-3 0,-4 7-4 0,-6-4-1 15,1-2 0-15,0 5 3 0,-4-1 3 0,-2 2 8 16,-3 1-7-16,2 1-2 0,-5-1-9 0,2 4-6 16,-8-1-16-16,3 3-2 0,-4-1-6 0,-7 3-2 15,-2 1-9-15,-4 2 3 0,-10 4-3 0,-4 4-2 0,2 0-5 0,-1 3-1 16,0 2-4-16,-1 2 2 0,4 0-4 0,3 0-3 16,4 3 3-16,6-4 3 0,3 1-5 0,3 1-4 15,4 0-2-15,7 0 4 0,4 0 3 0,8-2 2 16,9 5-4-16,9-4-19 0,5-4-29 0,17 0-41 15,1-4-56-15,2-4-62 0,10-4-68 0,-3-2-198 16,-1-3-515-16,-4-2 228 16</inkml:trace>
  <inkml:trace contextRef="#ctx0" brushRef="#br0" timeOffset="73943.38">27643 8040 104 0,'0'0'352'0,"0"0"-26"0,0 0-24 16,0 0-27-16,0 0-32 0,0 0-27 16,0 0-21-16,0 0-18 0,0-5-23 0,0 5-23 0,0 0-10 15,0 0-14-15,0 0-14 0,2 16-9 0,0-6-8 0,-2 0-9 16,1 5-9-16,-2 3-8 0,-1 2-3 0,-2 4-7 15,0 3-3 1,-2 1-5-16,3-2-1 0,-3-1-2 0,2 0-3 16,2-6-2-16,-2 1-5 0,3 1-4 0,-2-2 3 0,2 1-1 0,1-8 1 15,-1 0-4-15,2-1 11 0,-3 0-17 0,2-5 8 16,1 0 1-16,-1-1 4 0,0 0 39 16,0 0 26-16,-1-3 45 0,1-2 20 0,0 6 34 15,0-6-7-15,0 0-21 0,0 0-11 0,8-13-14 16,-5 3-15-16,2 0-8 0,0-4-13 0,-1-3-21 15,0-2-32-15,3-8-22 0,-3 3-14 0,0-5-24 16,-1 0-19-16,-2-3-4 0,0 1-17 0,-3 1 4 16,-1 0 5-16,-3 5 1 0,-6 2-1 0,5 6 12 15,-6-4-4-15,-1 8-6 0,1 3 12 0,-6 2-1 0,-3 3 3 0,-6 3 1 16,-1 2 4-16,2 5 12 0,-3-1-16 0,3 7 11 16,3 1-5-16,0 2 11 0,7-2-9 0,2 2-12 15,2 1-8-15,-1 0-14 0,7-1 4 0,0 6-4 16,7-6 12-16,1 2-2 0,7 1 9 0,5-2-1 15,5-4-7-15,7 2-13 0,9-3-13 0,1-1-20 16,4-6-14-16,14 3-12 16,0-4-10-16,-14-5 5 0,12-2 9 0,-12-1 0 15,-1-1 14-15,0-2 5 0,-2-2 15 0,-5-1 17 0,-2-4 20 0,-1 0 26 0,-3-1 19 16,-3-2 32-16,-3 0 22 0,-3-1 17 16,-3 4 12-16,-4 1 11 0,-1-1 22 0,-1 0 13 0,2-1 15 15,-6 5 13-15,1 0 12 0,1 3 7 0,2 0-6 16,-5 4-14-16,-1 1-15 0,0 1-15 15,0-3-22-15,1 4-13 0,-2 2-18 0,1-5-34 16,-1 5-50-16,0 0-11 0,0 0 1 0,0 0-3 16,0 14-2-16,-3-3 8 0,2 7-4 0,-4 2 3 15,-1 5 0-15,-1 1 3 0,1-1 3 0,1 3 4 16,-8-2 3-16,7-2 1 0,-1 2 8 0,-2-6-13 16,8-3 6-16,-3-5-2 0,3-1 0 0,2-2 0 15,-2 0-1-15,1-2 12 16,0-2-3-16,0 0 16 0,0-1 21 0,0-4 31 15,1 4 6-15,4-4-5 0,-5 0 0 16,16-5-9-16,-7-3-5 0,2 2-7 0,5-5-7 16,0 2-3-16,-2-2-6 0,4-3-3 0,4-1-1 0,-6 2-7 0,3-5-9 0,-4 4 2 0,-1 4-5 15,-3 1-3-15,-3 2-2 0,-1 2-9 16,-3 0-8-16,1 1-18 0,-1-2-28 16,0 4-16-16,0-1-34 0,-4 3-40 0,4-3-31 0,-4 3 2 15,0 0 13-15,0 0 0 0,11 6 2 0,-4-2-1 16,2 1-4-16,2 3 15 0,4-3 16 15,4 2 9-15,10 2-20 0,1-4-26 0,2 2-19 16,4-1-2-16,0-4-7 0,1 2-2 0,2-2-14 0,0-2 11 16,-2-1 15-16,-4-2 28 0,-3 0 65 0,-4-3 51 15,-7-2 38-15,-4 1 40 0,-4 0 31 0,-3-1 38 0,-2 1 22 16,-1-2 5-16,-1 0 13 0,2 0-13 0,-6 2-7 16,0 0-8-16,-3 2-8 0,-1-4-18 0,-1 4-10 15,0 2-6-15,-6-3-10 0,-3 4-12 0,1 3-3 16,-4-1-1-16,0 5-12 0,-5 2-4 0,-1 1-2 15,-3 4-6-15,1 1 0 0,3-1 6 0,3-1-12 16,3 2 0-16,-1 0-2 16,5 0-1-16,0-1 5 0,4-1-8 0,2-1-7 15,0-2 1-15,2-1 1 0,1-2 5 0,3 0 1 0,-1 0 7 0,2-1 18 16,-1-4 6-16,11 3 4 0,0-3-2 0,2-2-4 16,6-2-6-16,-2 0-1 0,3-1 4 0,0 0-7 15,0-4-2-15,5-1 2 0,-1-3-11 0,-5 6-1 16,8-4-2-16,-9 0 3 0,6 0-6 0,-5 1 0 15,-6 3 0-15,2 0-8 0,-4 2 1 16,0-1 12-16,-2 2-12 0,0 0-3 0,0 1-11 0,-5 0 11 16,2 1-6-16,-1 0-3 0,2 1 1 0,-7 1 7 15,13 1-24-15,-6 1-5 0,2 0-3 0,3 1-3 16,-1 1 1-16,3 1-2 0,-1-1-5 0,-1 1-7 16,0 1-9-16,2-1-8 0,3 0-9 0,-2-3-6 15,-2 0-6-15,-1-1 0 16,0-2-5-16,2 1 7 0,-5-2 8 0,4 0 10 15,0-5 3-15,-5 1 11 0,2-2 13 0,-1-2 18 16,1-3 17-16,-2-2 10 0,1 1 16 0,-2-3 14 16,1 0 6-16,0-3 10 0,2-6 2 0,0 1 3 0,-1-4 4 0,2 1 1 15,0-1-6-15,0-1-4 0,3 0-4 0,-3 4 0 16,-4 8 2-16,2 3 6 0,-4-1 11 16,0 5-10-16,-2 5-4 0,-2-2-10 0,3 4-8 15,-3 0-23-15,-1 0-40 0,0 4-22 0,0 0 3 0,0 0 4 16,0 0 7-16,-1 20-2 0,-4-3 4 0,-3 7 2 15,-4 2 5-15,1 2 4 0,0 0 5 0,1 6 3 16,-1-6-2-16,2 1 11 0,-1-1-8 16,3-2 1-16,0-6 0 0,2-2 5 0,2-3-2 0,-4-1 0 15,4-3 3-15,1-2 2 0,0-3 2 0,0 0 0 0,1 0 9 16,-1-2-3-16,0 1 12 0,-1-5 3 0,3 0-1 16,0 0-2-16,0 0 2 0,-18-7-6 0,13 3-1 15,-4-4-1-15,3 1-2 0,-4-1 0 0,2-2-1 0,-1 3-2 16,0-1-2-16,0-3 0 15,4 3 2-15,-3 0 11 0,4 0 2 0,-1 2-2 16,4-1 0-16,-3 0 0 16,6 2-24-16,0-1-11 0,4 0-2 0,6 4-3 0,6-7 0 15,0 3 0-15,11 1-5 0,2-2-12 0,5 3-4 0,4-2-3 0,13 0 1 0,-2 0-2 16,1 0 3-16,-2 0 6 0,-8 1 5 16,7-1 2-16,-11 2 2 0,-2-2 1 0,-3 2 11 15,-5 0 13-15,-1-3 20 0,-9 2 29 0,0 3 25 16,-10-4 25-16,2 2 24 0,-4 3 16 0,2 0-2 15,0-2 12-15,-4 3-11 0,-1-2-14 0,2-1-15 16,-5 3-12-16,7-2-8 0,-7 2-13 0,0 0-17 16,0 0-12-16,0 0-22 0,0 0-17 0,6 7-9 15,-6-7-3-15,1 7 4 0,-1-2 0 0,0 2 0 16,0 3 2-16,0-1-1 16,-1 1 0-16,1 3 5 0,0-2 1 15,0 0-5-15,-1 1-21 0,1 0-11 0,-1-3-20 16,1 2-21-16,-2-2-22 0,1-3-28 0,1 2-14 0,-1-3-26 15,-1-1-21-15,1 2-16 0,0-2 10 0,1-4-14 16,-1 3-17-16,1-3-251 0,0 0-512 0,-17-13 228 16</inkml:trace>
  <inkml:trace contextRef="#ctx0" brushRef="#br0" timeOffset="74096.98">29797 7640 11 0,'1'-5'338'0,"-1"-1"-16"0,2 2-33 0,-1-1-29 15,0 1-24-15,-1 1-22 0,0 3-24 0,3-5-36 0,-1 3-26 16,-2 2-29-16,0 0-27 0,0 0-26 0,19 5-37 16,-12-1-41-16,2 1-41 0,1 0-42 0,0 3-58 15,-1-2-157-15,4 1-356 0,-3 0 157 0</inkml:trace>
  <inkml:trace contextRef="#ctx0" brushRef="#br0" timeOffset="74497.87">30407 7750 242 0,'-3'-1'256'0,"3"1"-25"0,-5-5-19 0,1 3-13 16,4 2-31-16,-6-1-21 0,6 1-11 0,-17 4-15 15,3 1-16-15,1 6-11 0,-4-1-6 0,-3 2-8 16,-3 4 6-16,-1 3-7 0,1 2-9 0,0-3-5 15,5 3-9-15,3-5-5 0,2-2-2 0,2-1-9 0,0 1-5 16,6-3-1-16,0 0-3 0,1 0 1 0,0-1-1 16,4 1-1-16,3-6 13 0,3 4 8 0,2-2 3 15,1-2 7-15,10 3 1 0,3-4-3 0,-3-2 5 16,8-2 6-16,2-1 13 0,-10 0 0 0,-2-4-2 16,2-2 10-16,0 0-5 0,-3-1-3 0,0-2 8 15,1 0-2 1,-2-3-12-16,-2-1-4 0,4-6-8 0,-7 4-1 0,-1 2-11 15,0 0 4-15,-5 2-6 0,-1-3-9 0,-1 5-13 0,-2-3-16 16,0-2-15-16,-4 5-12 0,-3-1-21 0,-1 1-16 16,-7 0-18-16,0 2-5 15,-1 1-18-15,-5 2-12 0,3-1-27 0,-4 3-31 16,2 3-56-16,1-1-43 0,-2 2-278 0,5 1-583 16,4 0 258-16</inkml:trace>
  <inkml:trace contextRef="#ctx0" brushRef="#br0" timeOffset="74860.89">30726 7768 242 0,'0'0'383'0,"0"0"-40"16,4-1-41-16,-4 1-36 0,0 0-29 0,0 0-28 15,0 0-21-15,0 0-21 0,6 7-22 0,-11-3-13 16,5 3-10-16,-2 3-14 0,-1 2-12 0,-4 5-6 16,1 0-15-16,-1 2-1 0,-1 0-4 0,2-1-12 0,-1-2-3 0,2-5-3 15,3-1-9-15,0-2-5 0,0-3 2 0,1 1-7 16,1-2 13-16,1-1 13 0,3-1 8 0,-4-2 7 16,16-4 11-16,-1 0 13 0,2-3 4 0,2 0 7 15,-1-2 4-15,0-1 0 0,1 3-9 0,-1-4 9 16,-1 4 9-16,-4 1-1 0,-2 1-5 0,-2-2-9 15,-1 4-9-15,-2 2-11 0,0-3-16 0,1 4-10 0,-2 0-10 16,-5 0-32-16,13 2-47 0,-3 4-40 0,5 3-51 16,-3 3-77-16,-1 4-71 0,2 1-105 0,-3-2-371 0,-1 2-804 15,0-1 356-15</inkml:trace>
  <inkml:trace contextRef="#ctx0" brushRef="#br0" timeOffset="78253.14">22473 9723 127 0,'-1'-5'233'0,"1"1"-16"0,-2 0-27 16,-2 0-20-16,0 3-21 0,-1-2-13 15,-7 3-19-15,1 2-16 0,-6 4-7 0,-1 0-12 16,-7 6-9-16,-3 3-8 0,0 2-6 0,-3-1-7 15,3 7-3-15,-1-2-8 0,0 3-6 0,-1 0 0 0,2 1-1 0,2 1-7 16,6-1 6-16,0-1-10 0,4-2 0 0,6-3-3 16,2-4-4-16,3 1 7 0,1-4-2 0,2-2 3 15,2 0 12-15,1-4 9 0,4 2 9 0,0-5 10 16,4-1 4-16,5 0 5 0,3-4 1 0,-3 0 3 16,4-1 9-16,-3-6 3 0,4 1 1 0,-3-1 1 15,-1-1 0-15,0 0-8 0,2 1 2 0,-3-4-7 16,1 2-8-16,-2-2-4 0,-4 6-1 0,-1 0-6 15,-1-1-1-15,-3 3-6 0,1 0-5 0,1-1-7 16,-4 3-11-16,3 0-1 0,0 1-8 0,-3-2-21 16,-2 4-15-16,3-1-47 0,-3 1-7 0,0 0-9 0,8 6-14 0,-3-2-16 15,0 2-27-15,0 2-43 0,2-2-16 0,-1 2-86 16,-2-4-181-16,5 1-499 0,-4-1 222 0</inkml:trace>
  <inkml:trace contextRef="#ctx0" brushRef="#br0" timeOffset="78567.88">22644 9813 279 0,'4'-5'319'0,"0"0"-39"0,0 3-28 16,-2 0-34-16,-2 2-21 0,8-1-20 0,-8 1-20 15,9 3-15-15,-6 2-17 0,4 4-11 0,0-2-15 16,-1 6-9-16,-1-4-11 0,1 11-9 0,-1 4-7 0,-5-5-6 15,4-2-5-15,-3 3-4 0,4-2-8 0,-5 0-2 0,2-4-2 16,0-3-6-16,-1-1-3 0,-1-3 0 0,0-1 0 16,0 1 0-1,0-3 3-15,0 0 35 0,3-2 35 0,-3-2 45 0,0 4 36 16,0-4 6-16,0 0-18 0,0 0-17 0,0 0-20 16,5-17-15-16,-1 8-13 0,1-3-26 15,0-5-31-15,4 1-26 0,4-6-41 0,1 2-46 16,-5 3-38-16,1-3-24 0,2 4-36 0,-2 1-55 15,0 3-41-15,4-2-37 0,-5 7-260 0,0 0-604 0,-1 4 268 16</inkml:trace>
  <inkml:trace contextRef="#ctx0" brushRef="#br0" timeOffset="78978.45">23022 9997 172 0,'0'0'264'0,"2"4"-8"0,-2-4-18 15,0 0-19-15,16-7-14 0,-3 3-16 0,3-1-12 16,11-5-14-16,1-2-4 0,2-1-12 0,0-1-7 16,5-3-5-16,-3 2-14 0,0 0-3 0,-1 0-9 0,-1 0-7 0,-2 0-9 15,-5-1 2-15,-5 5 1 0,-4-3-1 0,-1 3 6 16,-4 5 30-16,1-2-16 0,-3 2 2 0,-4 3-10 16,0-1-23-16,0-4-4 0,-3 8-16 0,-6-3-11 15,6 3-9-15,-15-1-8 0,-3 2-15 0,-1 6 17 16,-7 4-18-16,-2 3-13 0,-4 0 9 0,3 1-4 15,1 3-3 1,4-1-4-16,1 2-3 0,7-7-19 0,2 2-13 0,0 10-2 16,5-7-4-16,5 1 0 0,7-2 10 0,2 2 15 15,0-4-11-15,9 2 12 0,3-3-8 0,12 0 6 16,3-2 19-16,3-4-4 0,18 0 7 0,-3-4 8 16,5-4 14-16,0-5 12 0,-1 1 8 0,-16 1-12 15,2 0-1-15,-4 1-3 0,-3-2-2 0,-14 4 16 16,-1-2 4-16,-7 2 3 0,3 0-6 0,-7-1-1 0,-1 2-10 15,-1-1-2-15,3 1-1 0,-8 0-12 0,6-2-24 0,-6 2-28 16,8 2-41 0,-8-2-38-16,0 0-42 0,0 0-52 0,0 0-59 0,0 0-40 15,2 4-35-15,-2-4-230 0,0 0-611 0,-16 4 270 16</inkml:trace>
  <inkml:trace contextRef="#ctx0" brushRef="#br0" timeOffset="79992.11">25294 9872 247 0,'2'-7'296'0,"-2"1"-26"0,0-1-30 15,-2-1-26-15,-2 3-33 0,-3-2-19 0,-1-2-15 16,-5 4-15-16,-5-2-15 0,-9 2-13 0,-3 2-10 0,-5 4-12 16,0 1-14-1,-1 0-1-15,0 5-8 0,0-4-7 0,-1 5-8 0,0 1-5 16,4 0-5-16,2 2-9 0,4-2 1 0,4 3-5 16,7-3-3-16,2 1-7 0,1-2 1 15,4-1-1-15,1 4-2 0,1-4-4 0,0 4 5 0,6-2-1 16,0-1 0-16,2-1 3 0,3-2 9 15,6 0 6-15,3 0 8 0,8-3-6 0,13-2 8 16,2-3 1-16,2-3 2 0,12-6 2 0,-14 4 10 16,-1-4 7-16,0-3 11 0,-1 1 15 0,-6-3 9 0,-1 0 18 15,-1 0 5-15,-6-2 21 0,1-3-11 0,-5 2-14 16,2-6-2-16,-4 1-6 0,-1-1-15 0,-3-3 2 0,-1-2-9 16,-4 1-7-16,0-3-16 0,-1 1-7 0,-3 4-15 15,-1 8 4-15,0 5-4 0,-1-2 6 0,1 5-29 16,-2 4 4-16,0 0-18 0,2 3-27 0,0 1-33 15,-3 2-20-15,3 2 2 0,0 0 0 0,-15 10 4 16,6 2-18-16,-3 5 7 0,-1 6 5 0,-4 5 8 0,2 0 7 16,1 5 7-1,1 0 7-15,-1-1-7 0,5-1 10 0,4-2 4 16,1 0 4-16,4-3 11 0,3-5-3 0,2-3 4 16,-1-2 3-16,2-2 3 0,3 0 11 0,-1-3 8 15,2-5 15-15,4 1 27 0,1-2 1 0,3-5 3 16,1 0 14-16,-1 0 24 0,0-4 0 0,-2 0 10 15,-2 3 7-15,1-7 0 0,-1 1-4 0,1 0-4 16,-1-1-1-16,-1-3-7 0,2 1 8 0,-6 2-6 0,4-4-2 0,-3 3 2 16,-3 3-3-16,-2 0 1 0,0 3-5 0,-1-1-9 15,0-1-11-15,-2 2-2 0,3 1-11 0,-5 2-14 16,3-3-5-16,-3 3-24 0,4-3-24 0,-4 3-27 16,0 0-22-16,0 0 8 0,0 0 4 0,0 0 2 15,4 8-3-15,-6-1-1 0,2-2 2 0,0 0 19 16,-2 3-10-16,-1-1 3 0,2 2 12 0,0 1 2 0,-1-3-3 0,2 3-18 15,-2-2 5-15,-2-1-24 0,3 0-17 0,0 0-13 16,1-2-13-16,-2 1-11 0,1-2-12 0,0 0-9 16,-1 0-5-1,0-1-7-15,2-3 1 0,-3 5 9 0,3-5-95 0,0 0-271 16,-11-9-557-16,3 1 248 0</inkml:trace>
  <inkml:trace contextRef="#ctx0" brushRef="#br0" timeOffset="80123.06">25574 9450 242 0,'0'-3'222'0,"0"3"-29"15,0-7-40-15,0 7-28 0,0 0-16 0,0 0-37 16,0 0-22-16,18 9-54 0,-12-5-67 0,2 0-112 0,1 4-196 16,0-1 87-16</inkml:trace>
  <inkml:trace contextRef="#ctx0" brushRef="#br0" timeOffset="80481.87">25936 9531 302 0,'0'0'334'0,"2"-3"-35"0,-2 3-29 15,0 0-29-15,0 0-17 0,0 0-36 0,0 0-23 16,0 0-16-16,6-1-23 0,-6 1-21 0,0 0-14 15,0 0-7-15,-6 12-7 0,2-7-9 0,2 2-12 16,-5 1-11-16,4-1-5 0,-3 3-2 0,3 0-6 0,-2-1-3 16,1 3-2-16,1 0-4 0,1-2-2 0,2 0-1 15,0 2-4-15,2 0 0 0,2 3-2 0,2 0 1 16,2-1 0-16,1 1-3 0,1-2-1 0,2 0-1 16,-1 0-2-16,3 0-1 0,-4 0-11 0,-1-4-5 15,0-1-3-15,-5 1-1 0,1-2-5 0,-2-1-2 16,-2 0 4-16,-1 0 1 0,-1 0 0 0,-2 0 2 0,-4 1 7 0,-1-3 1 15,-4 1-3 1,2 1 5-16,-4-4 4 0,-3 5-3 0,4-7-2 16,-2 4-8-16,1-3-2 0,2-1-12 0,-4 2-16 0,5-2-31 0,-2-2-37 15,0-3-57-15,4 2-262 0,0-2-465 0,4 0 206 16</inkml:trace>
  <inkml:trace contextRef="#ctx0" brushRef="#br0" timeOffset="81086.67">26435 9380 216 0,'4'-12'331'0,"-3"2"-12"0,-1 3-21 0,0 0-23 0,0 2-28 16,0 0-28-16,0 0-26 0,0 5-24 0,0-7-23 15,0 7-28-15,0 0-13 0,0 0-13 0,0 16-8 16,-3-3-8-16,-3 9-11 0,1 6-8 0,-5 6-6 15,2-2-5-15,-4 12-2 0,0-11-5 0,3 1-5 0,-5-2-4 16,5-1-1-16,3-2-1 0,-2-5-3 0,1 1-5 16,1-7 2-1,4 0-4-15,-1-4 3 0,-1-5-4 0,2 2-3 16,1-1 1-16,-1-5-1 0,-2 1-1 0,4-1 4 16,0-2 0-16,-1 2 18 0,-3-2 15 0,4-3 9 15,0 0-2-15,-3 2-8 0,3-2-6 0,0 0 0 16,-11-5-6-16,6 2-3 0,-1-2-6 0,-2 0-1 15,2 1-4-15,-2-2-6 0,0-3 5 0,2 5-3 16,2-1 3-16,-1-3-2 0,1 3-2 0,0-3-2 0,4 1-12 0,3-3-13 16,2 2-5-16,4-2 3 0,9-1-3 0,11-2-11 15,5 0-9-15,-1 4-8 0,5-1 2 0,13 0 4 16,4 1 1-16,1-1 4 0,2 3 2 0,3-2 11 16,-5 6-6-16,-3 0 3 0,-14-1 3 0,-5-1 1 15,-1 2 5-15,-5 0 12 0,-11 3 19 0,-2-1 13 16,-5-2 5-16,-2 3 12 0,-1-1-13 0,-1 0-6 0,-6 1 1 0,10 0-7 15,-10 0-7-15,8 0 14 0,-8 0-21 0,6 1-6 16,-6-1 2-16,4 4-5 0,-3 0-2 0,-1-1-3 31,0 4 12-31,-1-2-15 0,1 4 3 0,-2-1 0 0,1 2 1 0,0 0 0 16,-1-1 4-16,0 1-2 0,1 1 3 0,-2-1 10 16,2 0-13-16,1-1 5 0,-3 1-1 0,2-3 1 15,1 1 0-15,-1-4-24 0,1 2-10 0,-1-2-16 16,1 0-7-16,0 1-7 0,-2-2-7 15,2-3-14-15,-2 5-8 0,2-5-14 0,-3 4-9 16,1-1-5-16,2-3 2 0,0 0-52 0,0 0-128 0,-10-9-156 16,4-1-486-16,2 2 215 0</inkml:trace>
  <inkml:trace contextRef="#ctx0" brushRef="#br0" timeOffset="81228.82">27042 9385 181 0,'0'-4'363'0,"1"0"-31"15,1 0-26-15,-2 4-27 0,2-5-29 0,-2 2-26 16,0 3-26-16,2-5-38 0,-2 5-45 0,0 0-48 16,0 0-28-16,0 0-28 15,0 0-33-15,11 8-46 0,-6-4-45 0,0 1-39 0,-1 0-210 16,1 2-392-16,0 1 173 0</inkml:trace>
  <inkml:trace contextRef="#ctx0" brushRef="#br0" timeOffset="81603.31">27256 9523 304 0,'0'0'295'0,"9"0"-28"0,-9 0-33 16,0 0-19-16,0 0-28 0,0 0-21 0,2 3-16 15,-2 1-16-15,0-4-17 0,0 8-7 0,0-2-17 16,-2 5-6-16,0-1-8 0,0 1-11 0,-1 1-3 0,-1 2-6 0,0 0-8 15,-1-2-6-15,2-1-3 0,-1 0-2 0,3-5-6 32,-1 1-3-32,1-2-1 0,1 0 0 0,-1 0-1 0,1-1-4 15,-2-1 23-15,2-3 31 0,2 5 26 0,-2-5 24 0,0 0 15 16,0 0-7-16,7 0-13 0,-7 0-2 0,12-7-9 16,-5 1-10-16,1 1-13 0,2-2-7 15,1 1-8-15,0 0-15 0,-1-1 1 0,-1 0-5 16,-1 2-8-16,-3 2-3 0,1 0-11 0,1-1 2 0,-2 2-5 15,-1 1-9-15,0-1-7 0,-4 2-25 0,6-3-47 16,-6 3-31-16,8 1-29 0,-8-1-28 0,11 4-32 16,-1-3-47-16,-1 6-59 0,0-2-78 15,2-3-187-15,-1 3-593 0,0-2 263 0</inkml:trace>
  <inkml:trace contextRef="#ctx0" brushRef="#br0" timeOffset="82411.72">27598 9641 92 0,'0'0'288'0,"0"0"-15"16,-4-2-14-1,4 2-21-15,0 0-20 0,0 0-19 0,0 0-21 0,0 0-14 16,0 0-20-16,0 0-16 0,8-3-8 0,-8 3-22 0,13 0-16 16,-6 0-19-16,4 0-10 0,1 0-13 15,1 0-10-15,0 0-6 0,-2-2-5 0,2 1-3 16,1 0-2-16,-1-2-1 0,1-1-1 0,-4 1-2 15,-1 0 3-15,1-1-1 0,3-1 4 0,-5-1 11 0,1 0 15 16,-1-2 15-16,-3 3 11 0,-1 1 2 0,1-1-3 0,-4-1-5 16,4 1-3-16,-1 1 2 0,-3 2-15 0,0-2-1 15,-1 4-11-15,0-6-6 0,0 6-16 0,0 0-4 16,0 0-9-16,-7-2-1 0,7 2-3 0,-13 7-7 16,7-4-1-16,-5 4-1 0,1-1-1 0,-3 5 0 15,-1 1 2-15,1 0-3 0,3 2 7 0,-2 1 0 16,2 0-3-16,3-1 5 15,1 0 0-15,2-1-1 0,2-1 2 0,4 0 6 16,2-2 1-16,4 1-6 0,5-1 3 0,1 2-15 16,4-3-12-16,5-4-14 0,-4-2-19 0,8-1-13 0,3-1-10 0,-7-2-5 15,5-3 2-15,-7 1 3 0,4-5 9 16,-6 1 13-16,-3-2 15 0,1-1 28 0,0-1 21 0,-4-2 27 16,0-1 6-16,-1-2-4 0,2-6 17 0,-4-1 16 15,1-6 4-15,-1 0-7 0,0 0-5 0,0-2 10 16,-2-1 3-16,-1-2 4 0,2 0-2 15,-1 3 10-15,0 0 10 0,-4 6 10 0,-1 9-8 0,1 0 3 16,-2 3-5-16,0 3 1 0,-2-1-26 0,1 6-11 16,2-1-32-16,-2 3-44 0,-1 1-27 0,0 2-3 15,0 0 10-15,-5 16-2 0,1 0 5 0,-3 3 8 16,-5 10 4-16,-1 1 0 0,2 3 3 0,-1 1 2 0,-2-2 6 0,2 4 1 16,1-3 0-16,2-3 3 0,0 0 1 0,4 0 5 15,0-6-6-15,1-4-18 0,3-3-15 16,0-5-19-16,-2-1-18 0,1-1-2 0,0-2-4 15,1-3 3-15,-4-1 13 0,5 3 8 0,-1-6 26 0,1-1 5 16,-3 4 5-16,3-4-4 0,0 0 6 0,0 0 4 31,-9-12 5-31,8 7 4 0,-2-2 0 0,-2 0 3 0,3-3 1 0,-6-1 0 16,4 0 16-16,-1 2 3 0,-3 0 4 0,6 0 8 16,-6 0 10-16,3 4 8 0,0-3 14 0,1 2 6 15,0 3 0-15,0-1 8 0,3-1 13 0,-1 2 7 16,2 3 15-16,-2-4-3 0,2 4-8 0,0 0-8 15,5-5-7-15,8 0-12 0,6 2-5 0,12-1-6 16,4 1-3-16,-1-2-8 0,17 0-6 0,-10 2-1 0,10-2-1 16,4 0-2-16,0 1-4 0,-2-1-6 0,0 1-5 15,-14 4-1-15,-4-4 2 0,-3 1 3 0,-11 1-11 16,-4-1 24-16,-5 3-28 0,-5-3 1 0,4 3 4 16,-5-1-30-16,-2 0-40 0,-4 1-34 0,5-2-46 15,-5 2-68-15,0 0-87 0,-26 2-284 0,10-1-626 16,-4-1 277-16</inkml:trace>
  <inkml:trace contextRef="#ctx0" brushRef="#br0" timeOffset="84092.84">29811 9303 268 0,'-9'-4'272'16,"-2"-1"-30"-16,-2 1-26 0,-5 2-27 0,0 1-20 16,-10 2-15-16,0 5-20 0,1 0-17 0,-1 4-12 0,8-1-17 0,-2 4-4 15,3-3-8-15,-5 6-7 0,7-4-8 0,-5 5-14 16,4 2-9-16,5-5-12 0,4 2-3 0,4 1-6 16,0-5 1-16,4-3 1 0,6 3-2 0,0 0 5 15,4-4-3-15,4-3 2 0,-2 1-4 0,5-3-1 16,3-1 4-16,1-1-6 0,0-1 6 0,-3-2 9 15,2-2 8-15,-2-2 11 0,-3 1 19 0,-2 0 10 16,-1-2 6-16,-3 2 17 0,2-2 6 0,0-1 6 16,-3 3-1-16,-1 1-1 0,-1-4-9 0,-1 4-9 15,0 1-5-15,0 0-14 0,-3-1-12 0,3 1-5 16,-3 0-6-16,-1 3-15 0,3-2-18 0,-3 2-24 0,0 0-29 0,5-3-6 16,-5 3-24-16,0 0 2 0,0 0 4 0,0 8 8 15,0-1 5-15,0-1 8 0,5 2 3 16,-4 2-3-16,3-4 2 0,4 6 3 0,0-3 0 15,3-1 0-15,-1-3 3 0,7 4 0 0,-3-3 1 0,5-1 2 16,-4-1 7 0,3-4-1-16,-4 0 3 0,0 0 6 0,4-3 11 15,-4 2 23-15,-1-3 17 0,5 0 22 0,-8-1 21 16,2 2 11-16,-2-3 11 0,-2 0 9 0,-1 2 9 16,0-2 4-16,-1 2 6 0,-1 1-1 0,0 0-8 15,-1-1-4-15,0 2-8 0,0-1-20 0,-2 1-12 16,-2 2-13-16,5-3-9 0,-5 3-2 0,4 0-30 15,-4 0-22-15,0 0-26 0,0 0 4 0,5 3-2 16,-5 2 1-16,0 1-2 0,0-1 5 0,0 0-2 0,-2 3-4 0,2 0 1 16,-1 3-2-16,-2-1 3 0,3-1 9 0,0-1-6 15,-1 0 8-15,-1-2-6 0,2 1 2 0,0-1 2 16,0-2-1-16,2 1 3 0,-1-3 13 0,-1-2 26 16,4 3-5-16,0-1 8 0,-4-2-5 0,12-4 11 15,-3 1 8-15,-4-2 2 0,3 1 0 0,2-4-2 16,3-1-6-16,-3 1-5 15,7-3-2-15,-4-1-4 0,-2-1-5 0,2 0-1 16,-4 2-1-16,1 3-8 0,-3-1 4 0,-1 1 0 16,-2 1-4-16,0 3-13 0,1 1-14 0,-1-2-17 15,-2 3-17-15,1-1-41 0,-3 3-27 0,4-2-22 16,-4 2 6-16,0 0 14 0,10 9 15 0,-3-3 9 16,4-1 9-16,6 9 10 0,0-4 1 0,11 2 3 15,7 3-10-15,2-4-14 0,15 8-24 0,3-3-15 0,4-2-8 0,-2-2-10 16,3-3 14-16,-1 0 11 0,6-4 12 0,-6 1 15 15,0-5 14-15,-6 2 5 0,-14-6 9 0,-2 2 14 16,-4-5 28-16,-11 2 40 0,-3-2 38 0,-6 0 39 16,-2 0 15-16,0-3 4 0,-4 0 5 0,-3-3-6 15,-3 2-10-15,-1-2-7 0,-1 0-11 0,-5-3-12 16,-2 4-8-16,-5 0-4 16,-6 1-9-16,1 0-10 0,-9 1 1 15,1 0-4-15,-4 4-8 0,-2 5-2 0,2 2-2 16,-1 1-3-16,2 3-6 0,7-1 5 0,3-1-7 0,0 4-19 15,3-2-24-15,2-1-5 0,4 4-3 0,-2-1 2 16,3 1-9-16,3 1 2 0,2-1 4 0,-1 1 11 16,1-2 6-16,8 1 6 0,1 1 2 0,4-5 0 0,4 1 4 15,2 0 1-15,7-4-1 0,-3 1 3 0,4-6 3 16,5 1-2-16,-6-2 8 0,7-7 3 0,-2 2 17 16,-11-1 20-16,8-4 11 0,-5-3 21 0,0-1 15 15,-1-1 8-15,-4-2 12 0,3-1 8 0,-4-2-5 16,2-2-5-16,-4-4-9 0,2 0-9 0,1-6-8 15,0-10 3-15,-2 13 8 0,-1-1 4 0,-2 2 1 16,0 2 6-16,-4 2 23 0,0 11 14 0,-1 0-4 0,-1 5-15 0,-1 1-13 16,-2 0-11-16,2 5-12 0,-1 1-7 0,0 0-19 15,-1 1-34-15,0 0-47 0,0 4-28 0,0-4-26 16,0 4-20-16,0 0 12 0,0 0 11 0,-9 21 0 16,0-4 9-16,-1 5 6 0,-3 1 0 0,0 7 9 15,-1 2 20-15,2-1-6 0,0 1 1 0,1-1 0 16,0 0 8-16,1 0 6 15,3 1 0-15,0-4 5 0,2-2 4 0,0 2-3 16,1-9 6-16,0 8-1 0,2-9 0 0,-2-1 17 16,3-6-4-16,-1-1-7 0,0 1 4 0,2-2-8 0,-2-1 3 15,2-4 9-15,-1 0 3 0,1 1 2 0,-1 0 18 16,1-2-10-16,0-3 6 0,0 5 10 0,0-5 7 16,-1 4 8-16,1-4 4 0,1 4 7 0,-1-4 0 0,0 0 6 15,0 0 4-15,0 0 5 0,0 0 0 0,0 0 4 16,1 4-7-16,-1-4 2 0,0 0-5 15,7 1-6-15,3-1-2 0,8-1-4 0,14 2-7 16,7-1-7-16,25-2-12 0,27-2-61 0,7-3-86 16,-1-1-117-16,4-4-160 0,9-7-412 0,-9 2-877 0,-2-12 388 15</inkml:trace>
  <inkml:trace contextRef="#ctx0" brushRef="#br0" timeOffset="85502.23">23040 11383 76 0,'-4'-4'151'16,"-5"-3"-17"-16,-1 2-16 0,-3 2-6 0,-6 1-8 15,-1 1-9-15,-10 1-13 0,-1 3-8 0,-3 0-10 16,4 2-6 0,0 2-9-16,-2-2-3 0,0 4-7 0,2 1-3 0,0 2-7 15,2 0-1-15,1 0-1 0,3 3-1 0,1-4-3 16,4-1-1-16,3 0-6 0,7-2 6 0,-1 1-7 15,5-2-3-15,-3 1 4 0,7-3-4 0,1 2 12 16,0-1 22-16,5 1 8 0,7-3 16 0,4 1 4 16,6-4-1-16,10-1 0 0,2-2 8 0,2-9 1 0,0 5 6 15,0-6 5-15,-3 0 5 0,16-7-4 0,-17 4 4 0,0-3-3 16,-2 0 11-16,-2-3 4 0,-1-1 3 0,-4-5-5 16,0 5-5-16,-2-4-20 0,-4-5-4 0,-2 3-1 15,-1-3 7-15,-3-3-3 0,1-1 10 0,-2 1 3 16,-4 2-3-16,-1-3-11 0,-1 3-2 0,0 4-3 15,-4 4-6-15,0 7 6 0,0 5 9 0,0 2-14 16,0 0-8 0,0 3-11-16,0 3-9 0,0-3-32 0,0 3-41 15,1-1-50-15,-1 5-22 0,0 0-4 0,0 0 9 0,-5 11 11 16,0 3 5-16,-1 3 9 0,-2 9 10 0,-2 4 3 16,-2 1 6-16,5 3 5 0,-4 2 4 0,2-2 8 15,2-3 4-15,-3 1 4 0,2 2 1 16,3-3 3-16,-2-3 6 0,5-8 0 0,-1 5 2 0,3-9 3 15,-3 1 1-15,3 0 3 0,0-5 0 0,2-2 2 0,-1 0 7 16,-1-5-6-16,3 2-8 0,-2-2-3 0,2 0 0 16,-1-2-2-16,2 1-4 0,3-2-18 0,4-2-41 0,7 0-35 0,0-1-46 15,12-4-40-15,-3-3-246 0,1-1-486 0,4-2 215 16</inkml:trace>
  <inkml:trace contextRef="#ctx0" brushRef="#br0" timeOffset="85796.8">23624 11272 2 0,'9'-3'260'0,"-3"-1"-3"15,-2 1-5-15,1 1-10 0,-1-3-17 0,0 5-19 16,-4 0-23-16,3-5-17 0,-3 5-22 0,0 0-16 0,-8-4-15 16,0 4-11-16,8 0-13 0,-23 4-9 0,6 3-9 15,0 0-8-15,0 1-7 0,-7 6-6 0,1 1-5 16,1 2-11 0,3 0 3-16,2-5-7 0,2 5 1 0,5-5-9 15,-2 2 1-15,7-3-1 0,0 1-4 0,1-3 1 16,4 0-3-16,0-1 7 0,8-3-8 0,-2 2 2 15,7-3-1-15,6-2 1 0,9-2 3 0,-1-2 7 16,2-2 5-16,1-3 9 0,-4-1 10 0,-5 1 9 0,-2 0 8 16,-2-2 7-16,0-2 13 0,-7 5 13 0,1-5-1 0,-2 2-9 15,0-3-8-15,-2-1-12 0,-1 3-4 0,-4-1-25 16,-3-1-28-16,0-1-36 0,-3 2-11 0,-2 1-36 16,-1-1-30-16,-3 3-22 0,-3 3-33 0,-2 0-31 15,-3 2-28-15,5 3-41 0,-6 0-239 0,9 3-534 16,-3-1 237-16</inkml:trace>
  <inkml:trace contextRef="#ctx0" brushRef="#br0" timeOffset="86797.82">24759 11257 50 0,'0'-4'353'16,"0"1"-20"-16,0-1-23 0,0 4-39 0,1-7-29 0,-1 7-29 0,-1-5-22 15,1 5-43-15,0 0-30 0,0 0-22 0,0 0-7 0,0 0-9 16,-3 14-13-16,-2-2-3 0,4 4-6 0,0 2-5 16,-3 0-5-16,0 9-7 0,-4-2-3 0,-2 1-4 15,6-1 0-15,-4 2-4 0,3-4-5 0,5-5-1 16,-4-4-4-16,3-2 1 0,0-3-3 0,1 2 1 15,0-5-1-15,-3 1 4 0,3-2 3 0,0-1 44 16,0-4 28-16,0 4 41 16,4-1 9-16,-4-3-8 0,0 0-8 0,10-15-14 15,-2 3-12-15,2-2-6 0,-1-1-14 0,3-1-5 16,1-2-10-16,-2-3-9 0,3 5-10 0,1-7-12 16,-4 5 0-16,0 0-2 0,-2 1-3 0,0 4-7 15,-3 3-1-15,1 1-6 0,-3 0 1 0,0 3-6 16,-2 2-23-16,1 1-17 0,-1-1-27 0,-2 0-38 15,0 4-28-15,5-3-7 0,-5 3 7 0,0 0 18 0,5 8 7 0,-5-3 11 16,2 2 8-16,0 1 15 0,-1 3-1 0,3-1 3 16,4 1 12-1,2 6 4-15,-1-4 6 0,5 0 6 0,9 2 2 16,4-1 7-16,2-5-5 0,6 2 4 0,1-5-9 0,16 0 4 16,-17-4-8-16,2 0 2 0,1-2 4 0,0-2 3 15,-4 0 3-15,-2-4 2 0,-8 2 5 0,4-4 6 0,-11 3 20 0,-1-3 41 0,-6 3 0 0,2-3 13 16,-3 1 5-16,-5 1-5 0,2-2 12 0,-2-1-19 15,-3 1-7-15,1 3-9 0,-2-2-3 0,-3 0-7 16,-1 1-2-16,-1 3-10 0,-3-4-5 16,-3 5-3-16,-1-3-12 0,-1 5-2 0,-2 0 0 0,0 5-2 15,-6-1 2-15,2 3-3 0,6-3 3 0,-1 0-10 16,4 3-9 0,1-1-11-16,-2-2-2 0,4 1-1 0,3-1 0 15,1 1 3-15,-1 0 4 0,1-2 10 0,1 1-4 0,2 0 5 16,0-4 3-16,7 4 6 0,-2-1-1 0,7-3 4 15,7-3 2-15,0 1 3 0,-1-3 3 0,1 0 9 0,3 1 7 16,-5-1 3 0,-1 0 9-16,-7-3-1 0,2 4 12 0,1-3 1 0,-3 1 11 0,-1-1-1 15,-2 4-10-15,1-4 2 0,-4 2-5 0,1-1-8 0,0 2-19 16,-1 0-18-16,-1-2-14 0,-2 1-16 0,0 1-20 16,0-1-23-16,-4 2-29 0,1 0-28 0,-4 0-25 15,2 3-21-15,-2-3-14 0,0 3-24 0,-1-1-32 0,2 0-190 16,1-1-478-16,5 2 211 0</inkml:trace>
  <inkml:trace contextRef="#ctx0" brushRef="#br0" timeOffset="87267.62">25933 10974 47 0,'11'-14'321'0,"-5"6"-8"16,0-1-14-16,-1 5-29 0,-3-2-28 15,0 1-27-15,1 1-22 0,0 1-25 0,-3 3-41 0,4-3-31 0,-4 3-20 16,0 0-11-16,0 13-8 0,-4 2-7 0,-2 3-2 16,-2 10-6-16,-1 5-3 15,-5 1-5-15,2 10 0 0,-2-11-3 0,1 3-3 16,2-4-5-16,1-1 0 0,4-1-4 0,-1-3-17 16,4-4-9-16,0-3-10 0,2-5-17 0,1-1-8 15,0-2-7-15,0-3-13 0,1-2-5 0,2-2-10 16,-1 0-5-16,2-4-19 0,0 1 5 0,2-2 0 15,-6 0 11-15,10-7 23 0,-7 5 38 0,0-4 28 16,-2-1 1-16,-1-4-14 0,-3 1-6 0,-1-2-2 16,-3-2 6-16,-1-1 2 0,-2-2 3 0,0 2 13 15,-7-6 3-15,4 6 17 0,-1 2 18 0,0-1 7 16,0 2 11-16,1 0 16 0,5 7 15 0,1-3 11 16,1 2 5-16,1 2-1 0,1 0-8 0,2 1-13 0,2-1 2 0,0 4-23 15,13-7-7-15,14 1-6 0,6-2-17 0,18 3-4 16,6-1-7-16,1 0-5 0,6-1-10 0,1 1 4 15,26-4-8-15,-28 3-1 0,26-3 7 0,-25 4-1 16,-4 0 4-16,-1-4-3 0,-5 9-1 0,-15-2-4 16,-8 3 0-16,-11-3 7 0,-2 3-16 0,-5-2-9 0,-3 2-2 0,-3-1-15 15,-2 0-12-15,-5 1-22 0,0 0-30 0,0 0-26 16,-21 2-38-16,7-1-64 0,-4 1-213 16,-1 0-466-16,0 1 207 0</inkml:trace>
  <inkml:trace contextRef="#ctx0" brushRef="#br0" timeOffset="88508.75">28255 11174 180 0,'-4'-11'244'0,"-9"-1"-24"16,3 0-22-16,-8 0-21 0,3 4-20 0,-3 2-16 15,-3 3-15-15,-7 0-12 0,-4 1-14 0,-3 7-11 16,0 3-8-16,1 0-11 0,-1 2-8 0,3 0-5 15,-1 4-5-15,5 0-6 0,0 1-7 0,2-2-5 0,2 3-6 0,7-4-1 16,-1 0 0-16,7-2-7 0,-2-2 0 0,6 1-2 16,1-1 0-16,1-1-1 0,3-2-3 0,2 0 6 15,2-1 6-15,3 1 10 0,7-2 12 0,2-2 2 16,5-1 9-16,3-1 2 0,9-4-1 0,0-4 3 16,3-1 6-16,0-3 0 0,-1-1 9 0,-1-2 1 15,-4-5-2-15,-2 3 2 0,2-3-1 0,-6-5-8 16,1 1 0-16,-3-1 0 0,-1-3-4 0,-3-1 4 15,0 0-6-15,-2-2-6 0,-1 1 18 0,-4-2-26 16,0 1 6-16,-4 5 2 0,-1 1-6 0,-3 6 16 16,2 9 5-16,-2-1-8 0,-1 1-9 0,0 1-7 0,0 6-9 0,0-3-39 31,0 4-34-31,0 3-4 0,0 0-6 0,0 0-2 16,-14 17 5-16,4-2 0 0,1 9 20 15,-3 1-10-15,-2 3 5 0,5 5 3 0,0-1 4 16,1 0 1-16,1 3 0 0,3-2 4 0,0-1-1 0,6-3 3 15,0-3-1-15,2-5 0 0,0-4 7 0,1-1-6 16,3-2 9-16,2-1 0 0,-4-5 4 0,7 0-5 16,1-2 6-16,-1 1 3 0,2-6 11 0,-2-1 6 0,2 0 9 0,0-1 18 15,1-7 9-15,-3 5 13 0,0-2-3 0,1-7 7 16,2 2-13-16,-3 1-1 0,1-5 4 16,-5 5-4-16,0-3 2 0,1 3-2 0,-5 1 0 15,3 1-3-15,-3 2 1 0,-2 1-14 0,2-1-9 0,-4 1-6 16,4 0-7-16,-2 3-11 0,-3 1-15 0,0 0-30 15,2-3-6-15,-2 3-3 0,0 0-5 0,0 0 9 0,3 10-14 16,-3-3-1-16,-3-2-7 0,3 2-9 0,0 3-2 0,-5 0-4 31,4 1-14-31,-4-3-5 0,2 3-17 0,1-3-12 0,-2 1-26 16,0-1-31-16,0-1-19 0,0 3-23 0,-1-7-4 16,0 5-2-16,0-4-26 0,0-2-190 0,-1 0-479 15,0-2 212-15</inkml:trace>
  <inkml:trace contextRef="#ctx0" brushRef="#br0" timeOffset="88654.74">28351 10968 151 0,'2'-20'256'0,"2"3"-5"0,-1 3-15 15,-1 1-15-15,2 2-22 0,1-2-18 0,-4 8-15 16,3-2-17-16,-4 3-36 0,4 0-40 0,-3 0-34 16,2 1-36-16,-3 3-21 0,6 0-48 0,-6 0-33 0,10 7-76 0,-6-4-105 15,-1 2-304-15,-2 4 135 0</inkml:trace>
  <inkml:trace contextRef="#ctx0" brushRef="#br0" timeOffset="89171.5">28974 10568 118 0,'3'-8'270'0,"-1"-1"-12"15,0 3-20-15,-2 3-27 0,1-4-22 0,-1 4-24 0,0 3-19 0,0 0-19 16,0 0-16-16,0 0-11 0,-11 12-10 16,2 4-9-16,-3 4-13 0,-1 11-8 0,0 1-1 15,-4 14-4-15,1 6 0 0,-3 0-4 16,2 0-2-16,3 2-2 0,4 2-3 0,1-5-7 15,0 1-1-15,9-7-9 0,-1-12 2 0,-2 2-9 16,7-4 1-16,0 2 1 0,-2-5-1 0,1-2 0 16,1-2-4-16,-3-7-1 0,-1 0-5 0,2-3 1 15,-2-4 0-15,0 3-4 0,0-4 3 0,2 0 2 16,-2-1-3-16,-4-4 1 0,4 1 2 0,0-2-2 16,-5 2 2-16,0-2 1 0,1-1 3 0,-1 1-3 0,-4-2-3 0,0-1-8 15,0 0-13-15,-4 0-19 0,1 0-31 0,0-1-61 16,-6-4-35-16,7 1-110 0,-4-4-135 0,7 0-433 15,2-5 192-15</inkml:trace>
  <inkml:trace contextRef="#ctx0" brushRef="#br0" timeOffset="89371.64">28742 11023 85 0,'-4'-1'287'16,"4"1"-23"-16,0 0-18 0,0 0-22 0,0 0-24 16,0 0-19-16,0 0-18 0,0 0-17 0,22-3-14 0,-1 2-16 15,11-2-20-15,0 2-29 0,4-1-39 0,2 1-53 16,-1 0-53-16,-1-3-68 0,-4-1-185 0,0 0-360 16,-4-1 160-16</inkml:trace>
  <inkml:trace contextRef="#ctx0" brushRef="#br0" timeOffset="89756.72">29547 10577 33 0,'2'-14'290'0,"5"6"-7"15,-5-2-13-15,2 1-10 0,-3 2-17 16,1 2-18-16,0 0-19 0,0 0-21 0,-1 2-21 15,0-1-23-15,0 2-17 0,-1 2-29 0,0 0-10 16,0 0-12-16,0 0 1 0,-5 17-15 0,-3 0 0 16,-2 8-14-16,-2 8-5 0,-9 9 2 0,-1 5-5 15,3 5-1-15,-4 3 0 0,0 1-5 0,5 0-5 16,-2-1 0-16,4-4-3 0,4-2 1 0,4-4-4 16,2-14-3-16,2 2-3 0,1-5-2 0,2 0 1 0,0-7-2 0,1-4-1 15,-3 1-3-15,2-6 4 0,1 0-2 0,-1-4-1 16,-1 2 3-16,2-4-2 0,-1 0 2 0,0 0-1 15,0-1 2-15,1-1-1 0,-2-3 7 16,2-1 12-16,-2 4-10 0,2-4-8 0,-9 2 5 0,2-2-1 16,7 0-2-1,-14-4-11-15,5 1-9 0,-1-1-19 0,0-2-31 16,-2-2-37-16,1 0-67 0,-1-4-99 0,2-2-235 16,1-2-535-16,4 2 236 0</inkml:trace>
  <inkml:trace contextRef="#ctx0" brushRef="#br0" timeOffset="89963.49">29272 10992 92 0,'0'0'324'15,"0"0"-11"-15,-8-2-18 0,8 2-11 0,0 0-26 16,0 0-25-16,0 0-26 0,0 0-18 0,21-5-27 15,1 1 1-15,8-2-27 16,8 3-19-16,14-5-29 0,0-1-30 0,-1 4-34 16,-12 1-39-16,-4-2-50 0,-1 1-50 0,0-1-71 0,-6 0-241 15,-6 1-464-15,-3 1 206 0</inkml:trace>
  <inkml:trace contextRef="#ctx0" brushRef="#br0" timeOffset="90342.06">29908 10969 245 0,'0'0'247'0,"0"0"-10"0,-1 3-13 0,1-3-12 0,0 0-18 0,0 0-14 15,0 0-19-15,18 0-16 0,-5 0-17 0,5-3-12 16,1-1-11-16,9 0-8 0,-1 0-10 0,2-2-11 15,-1-2-5-15,-1 0-4 0,0 1 2 0,-7-2 5 0,-2 1 4 16,0-2-3-16,-1 2 8 0,-2-2 9 0,-6 5-2 31,-1-6-12-31,1 4-4 0,-3 0-6 0,-1-2-18 0,-2 4-7 16,-1 0-4-16,-2-1-14 0,-2 2-11 0,-2-1-11 16,-3 3-3-16,0 0-1 0,-7 2 0 0,-3 2-1 15,-2 0-2-15,-3 5 2 0,-3 3-3 0,0 3 1 16,2 1-3-16,4-2-3 0,1 5 1 0,-3 1 4 15,7-2-3-15,-2 4 4 0,1 1-1 0,6-4-7 16,1 0-16-16,3 0-19 0,3 0-18 0,0-1-19 16,4 1-24-16,3 0-34 0,1-4-52 0,2 2-273 0,2-6-506 0,0-3 225 15</inkml:trace>
  <inkml:trace contextRef="#ctx0" brushRef="#br0" timeOffset="90689.71">30330 10856 61 0,'7'-8'328'0,"0"0"-31"0,-2 2-31 0,0 0-27 0,-1 2-26 16,4-2-23-16,-2 3-23 0,6 3-21 0,-6 2-12 16,7 0-14-16,-3 3-18 0,4 6-10 0,0-1-8 15,-2 1-7-15,0 5-6 0,0-3-11 0,-2 3-2 16,0 4-7-16,-3-2-4 0,-3 0-4 0,0 1-7 0,-2 0-3 0,-1-2 9 15,-3 1-15-15,1-5-3 0,-1-4-1 0,0 3-1 16,2-5 0-16,-2-2-4 0,1 2 9 16,0-1 4-16,0-2 16 0,1-1 25 0,-2 1 25 15,2-4 40-15,0 3 27 0,0-3 22 0,0 0 11 0,0 0 0 16,0 0-14-16,0 0-14 0,0-13-13 0,0 7-4 16,2-3-13-16,-1-2-14 0,1-1-21 0,2 2-19 0,3-7-38 15,0-1-45-15,2 0-56 0,0 1-53 0,9-5-49 0,-5 5-38 16,-2 1-59-16,2 3-57 0,10-8-71 15,-5 12-279-15,0-2-714 0,0 4 317 0</inkml:trace>
  <inkml:trace contextRef="#ctx0" brushRef="#br0" timeOffset="90996.74">30817 10969 104 0,'-5'3'184'0,"5"-3"-14"0,0 0-15 0,0 0-20 15,0 0-3-15,27-5-18 0,-17 2-17 0,3-1 1 16,2-1-7-16,3-2-10 0,-1-1-7 0,0 2-12 16,0-2-5-16,-4 3-1 0,-2 1 0 0,7-7-11 15,-9 4-3-15,0 4-3 0,1-4 7 0,-2 0 13 16,-3 4 2-16,0 2 8 0,-1-3-3 0,1-2-5 15,-4 5-2-15,2-2-6 16,-3 3-11-16,1-3-2 0,-1 3-8 0,0 0-13 16,0 0-7-16,0 0-12 0,0 0-19 0,0 0-17 0,0 0-7 15,0 0-15-15,-15 1-12 0,10 2-7 0,-2 0-15 16,2 0-21-16,1 1-28 0,-3 0-153 0,0-1-318 16,2 0 141-16</inkml:trace>
  <inkml:trace contextRef="#ctx0" brushRef="#br0" timeOffset="91701.37">30995 10834 112 0,'-6'2'116'0,"-1"2"-10"0,-1 2-11 16,0 1-7-16,1 0-11 0,0 1-4 0,2 2-11 15,0-3-5 1,1 5-1-16,4-3-6 0,-2 2-5 0,4 0-3 16,2-3 9-16,1 3-10 0,4-3 0 0,1 0 3 0,4-2 5 0,3 0-6 15,1-3-2-15,0-2 2 0,-4-1 14 0,0-1 10 16,3-1 25-16,-5 0 12 0,2-3 14 0,-3 0 12 16,-1-2 10-16,-1 3 12 0,-4-1 6 0,1 0 5 15,-2 0-20-15,1 0-2 0,-1 0-27 0,-4 0-10 16,3 1-17-16,-2-1-8 0,-2 1-3 0,1 4-19 15,-7-6-11-15,1 2-5 0,-2 3-5 0,-3 1-5 16,1 1-6-16,-1 3-9 0,0-2-8 0,1 2-17 16,-1 0-14-16,1 1-19 0,1 2-11 0,0 0-6 15,4 0 5-15,-1 1-4 0,-1 1 3 0,2-1 6 16,5-1 3-16,0 0 6 0,0 0 7 0,3 0 5 16,1-1-2-16,2 0-8 15,2 0-15-15,-1-3-13 0,2 0-14 0,1-1-7 16,-2 0 1-16,2-2 1 0,-3 0 5 0,-7 0 5 15,11-3 11-15,-7-1 5 0,-1 0 6 0,-2-3-21 16,0 1-27-16,-1-2-29 0,-1 0-11 0,-4-1-137 16,2-2-301-16,-3 1 133 0</inkml:trace>
  <inkml:trace contextRef="#ctx0" brushRef="#br0" timeOffset="92001.15">30927 10856 31 0,'2'5'88'15,"-2"-2"16"-15,4 4 35 0,5 1 11 0,1-2 6 16,7 6-5-16,2 0-8 0,9-3-11 0,-1 1-15 16,4-2-11-16,-1-1-9 0,-2 1-9 0,-2-2-5 15,-7-3-7-15,-4-2 3 0,-2 1 22 0,-4-1 22 16,0 0 16-16,0-1 15 0,-4 0 0 0,-5 0-10 15,9-2-11-15,-5-1-14 16,0 0-12-16,-4 3-11 0,1-6-15 0,-1 6-15 16,-7-5-23-16,0 2-25 0,-2 0-24 0,0 3-33 0,-10 0-33 0,-4 0-59 15,-6 6-76-15,-4 1-254 0,2 3-499 0,0-4 221 16</inkml:trace>
  <inkml:trace contextRef="#ctx0" brushRef="#br0" timeOffset="93232.53">22549 13167 45 0,'0'0'233'0,"0"0"-21"0,0 0-21 16,0 0-23-16,20-11-20 0,-4 3-13 0,3 0-14 15,9-2-11-15,2-4-12 0,-2-2-11 0,6 0-5 16,-2-1-5-16,3-1-5 0,7-9-1 0,-11 7 2 0,-1-2 7 15,2 1 7-15,-4-5 3 0,2-2 1 16,3-6 2-16,-2-2-4 0,-10 7-9 0,0-2-4 0,3-11 1 0,-5-1-2 16,-5 9-7-16,3-13-13 0,-2 3-8 0,-7 11-6 0,-3-3-9 0,-1 3-4 15,-3 2-4-15,-1 0-3 0,0 3-4 0,-4 3 1 16,3 4-2-16,-3 4-4 0,0 6-4 0,1 1-3 16,0 3-10-16,-5 1-12 0,3 2-12 0,0 4-4 15,-4 4-1-15,-5 1 3 0,1 7 2 0,-6 8 3 16,3 4 2-16,-1 4 2 0,2 4 0 0,-5 10-1 15,3 6 3-15,1 0 3 0,1 0 0 0,2 2 3 16,-1-5-1-16,6-9 4 0,5-1 1 0,0-1-2 16,4-3 6-16,-1 0 1 0,5-6 2 0,3-1-3 15,2-5 5-15,-2-5 0 0,0 1 6 0,-2-6 20 16,4 1 17-16,2 0 19 0,-2-5 21 0,-1-1 32 16,-4-4 33-16,3 0 25 15,-3 0 5-15,-5 0-3 0,11 0-9 0,-6-3-12 16,1-1-15-16,-3-1-11 0,3 0-19 15,-1 0-8-15,-3-2-16 0,-1 0-24 0,1 0-33 0,-2-3-37 16,0 0-51-16,-3 1-53 0,-1-3-49 0,-3 3-37 16,0-2-37-16,-2 1-28 0,-1 3-55 0,1-2-233 0,1 3-597 0,2 2 265 15</inkml:trace>
  <inkml:trace contextRef="#ctx0" brushRef="#br0" timeOffset="93849.42">23351 12731 200 0,'2'-2'322'16,"2"-1"-17"-1,-4 3-24-15,6-4-29 0,-6 4-29 0,4-2-20 16,-4 2-25-16,3-3-22 0,-3 3-37 0,0 0-33 16,0 0-29-16,0 0-18 0,0 0-14 0,7 7-8 15,-3-3 0-15,-2 0-5 0,0 1 2 0,4 2-9 16,-2 2 5-16,4-3-3 0,-3 3 1 0,3-2-2 15,-1 1 4-15,2 1-2 0,2-3-1 0,-1 2 1 16,0-3-4-16,0-1 6 0,2-1-2 0,-2 1 4 0,0-4-3 0,2-1 3 16,-2 1 12-16,-4-3 11 0,3 0 8 0,-2-1 14 0,0 1 5 0,2-4 4 15,0 0 4-15,0 2 14 0,-2-1-11 0,0 0 4 16,-3 1-4-16,1 3-6 0,0-2-10 0,-4 1-9 16,-1 3-8-16,7-4-22 0,-6 3-33 0,-1 1-34 15,0 0-10-15,0 0 0 0,8 12 4 0,-7-2 6 16,5 6 4-16,-2 3 4 0,0 9 6 15,1 1 2-15,-1 7 4 0,-4 12 1 0,4 3 7 0,-4 0 0 16,-5 1 1-16,1-1 6 0,-4-1 1 0,2 0 0 16,-4-2 2-16,-1-2 2 0,5-12-3 0,-1 3 1 15,0-6 3-15,-2 0 2 0,3-6 1 0,-2 1 0 16,2-10 0-16,-1 0 2 0,1-7 5 0,1 3 4 16,2-4 18-1,-2-6 16-15,1 5 19 0,-1-5 17 0,0-1 12 16,-1-1 16-16,6 0 22 0,-17-6 19 0,9 0 9 0,1-6 12 15,-3-3-12-15,1-2 8 0,1-9-21 0,3-5-26 16,1-3-36-16,9-17-37 0,5-1-22 16,9-3-29-16,5-1-14 0,16-23-15 15,-8 25-3-15,8 7-2 0,-3 2 23 0,1 3-15 0,3 2 0 16,3 5 11-16,-1 5-1 0,-3 1 11 0,-11 11 27 0,4-3-2 0,-2 6 7 16,-2-1 10-16,-10 8-4 0,-2-2-6 0,-3 6-6 15,-5-3 2-15,0 2-2 0,-3 3-5 0,2-1-12 16,-4 1-32-16,0 0-30 0,-4 2-36 0,0 0-4 0,0 0 8 15,4 7-1-15,-8-1-24 0,-4 2-26 16,-2 6-40-16,-2-3-38 0,6-1-77 0,-7 3-177 16,6-4-521-16,0 3 230 15</inkml:trace>
  <inkml:trace contextRef="#ctx0" brushRef="#br0" timeOffset="94413.74">24798 12749 209 0,'-1'-6'310'0,"2"0"-19"16,-2 2-18-16,2 1-29 0,-1 3-30 0,0-6-21 16,0 6-22-16,0-4-27 0,0 4-12 0,0 0-15 15,0 0-14-15,0 0-7 0,4 16-6 0,-4-6-17 16,0 3-5-16,3 3-12 0,-2 3-5 0,-1-2-6 15,0 2-2-15,0 1-7 0,0 0-2 0,0-1-2 16,1 0-3-16,-1 0-3 0,0 0 0 0,2-1-2 16,0-2-5-16,-3-3 1 15,2-4-5-15,-1 0 0 0,-1 0 4 0,0-1-9 16,1-3-4-16,0 0-14 0,-2 0 3 0,2-2-8 16,0-3 1-16,-4 3-4 0,4-3-11 0,0 0-27 15,-11-3-45-15,2-4-48 0,0-1-70 0,3-3-223 16,-3-3-475-16,0-4 210 0</inkml:trace>
  <inkml:trace contextRef="#ctx0" brushRef="#br0" timeOffset="94550.03">24761 12518 197 0,'2'-12'301'0,"-1"-2"4"16,0 6-16-16,-1-4-14 0,3 6-27 0,-3 0-19 16,0 1-35-16,0 0-16 0,1 1-21 0,0 1-40 15,-1 3-48-15,0 0-14 0,0 0-9 0,0 0-20 16,8 7-25-16,-4 1-24 0,1 4-23 0,-3-2-36 0,2 2-40 0,0 5-39 0,-3-4-215 15,2 3-407-15,-1 1 180 0</inkml:trace>
  <inkml:trace contextRef="#ctx0" brushRef="#br0" timeOffset="95204">25124 12768 109 0,'1'4'330'16,"-1"-4"-28"-16,4 0-41 0,-4 0-27 0,0 0-29 16,0 4-21-16,0-4-20 0,0 11-16 0,0-7-14 0,0 2-15 0,-1 5-12 15,-2-1-11-15,2 2-9 0,-1 1-12 0,0 1-3 16,-1-2-5-16,1 0-9 0,1 0-5 0,1-4-6 16,-3-1-4-16,3 0-1 0,-1-2-3 15,1 0-5-15,1-1 3 0,-2 0 21 0,1-4 32 0,0 6 21 16,0-6 10-16,7 0-3 0,-7 0-17 0,11-7-3 15,-2 1-16-15,1 0-7 0,3-3 9 0,1-1-26 16,3 0-7-16,-2 0-6 0,0 0-9 0,-3 3-1 16,-1 0-5-1,0 2-7-15,-2 0 2 0,-1 2-5 0,-1 1-16 0,-1-1-5 16,1 3 0-16,0-1-9 0,2 2-8 0,-4 2 2 16,8 0 0-16,-5 0-4 0,2 2 6 15,-4 1-5-15,3 0 0 0,0 0-1 0,0 2 5 16,0-1 7-16,1 0-6 0,-1 0 3 0,3 1-11 0,-2-1 3 15,0 0 1-15,1-2-7 0,1 0 0 0,1-3-1 16,0 3 1-16,0-3 4 0,-2-2 6 0,1-2-3 0,-1 0 5 16,-2-2-3-16,1-4 6 15,-1 0 1-15,0-1 1 0,1-5 3 0,-5-1 3 16,3 0 4-16,-3-5 12 0,3-3 0 0,-4-6 9 16,1 0-1-16,0-1 0 0,0-3 4 0,-1 1-5 15,0-2 1-15,1 3-9 0,0 0 5 0,-2 4 7 16,-1 8 8-16,-2 2 12 0,0 4-9 0,0 4 2 0,3-2-5 0,-3 6-12 0,0-3-8 0,0 5-28 15,0-2-34-15,0 5-10 0,0 0 2 0,0 0 9 16,-7 13 6-16,5 3-1 0,-6 1 3 0,2 10 0 16,-1 4 8-16,-2-1 3 0,-1 3 7 0,5-1 2 15,-4-1-1-15,4-2 4 0,-2 0 0 0,4-2-2 16,-4-8 6-16,7 1 5 0,-1-3 1 0,1 0 5 16,0-5 9-16,-2-2-14 15,2 1 7-15,-2-4 0 0,2-2-8 0,0 0-4 16,0 1 1-16,0-2-5 0,0 1-4 0,0-5-3 15,-1 3-5-15,1-3-36 0,0 0-46 0,0 0-86 16,0 0-98-16,0 0-188 0,-4-15-523 0,4 6 232 16</inkml:trace>
  <inkml:trace contextRef="#ctx0" brushRef="#br0" timeOffset="95382.65">25463 12712 41 0,'-7'-1'277'0,"0"1"-13"0,7 0-13 15,-8 0-9-15,8 0-17 0,-5-2-13 16,5 2-21-16,0 0-20 0,0 0-21 0,0 0 1 0,0 0-26 16,24 0-11-1,3-2-9-15,6 2-15 0,-1-2-26 0,4 0-29 16,0 3-43-16,-2-2-46 0,0 0-51 0,2-1-68 16,-5 0-222-16,-1 1-428 0,-10-1 190 0</inkml:trace>
  <inkml:trace contextRef="#ctx0" brushRef="#br0" timeOffset="96337.14">25973 12883 152 0,'-2'3'287'0,"2"-3"-6"16,0 0-1-16,-6 2-8 0,4 1-10 15,2-3-20-15,0 0-20 0,0 0-26 0,0 0-24 16,22-5-13-16,-5 1-21 0,1-2-10 0,10-3-14 16,0 1-12-16,0-3-9 0,0 2-8 0,-1-3-7 15,1 0-8-15,-10 3-9 0,0-1-3 0,0 1-5 16,-3-6-6-16,1 5 2 0,-1-2-25 0,-5 0 0 16,-1 4-7-16,-2-1-7 0,-4 0-12 0,0 2-12 15,-3 2-5-15,-3 2-13 0,-2-1 6 0,-5 0-1 0,-3 3 1 16,-1 1 5-16,-5 2 0 0,-4 3 5 0,-4 3-4 15,1 1 5-15,2 0 0 0,3-1-4 0,3 0 5 0,2 3-1 16,1-1 5-16,2 2-5 0,-2-2 2 0,9 2-2 16,-1-3 0-16,5 1 3 0,3 2-2 0,3-2 3 0,5 0 5 15,9 0-2-15,11 1-6 0,3-3-9 0,2-1-10 16,20 0-4-16,-3-2-5 0,3-3-2 0,0-1-5 16,1-4 15-16,-2-4 0 0,-2 1 7 0,0-2-3 15,-13-1 15-15,-3-2 9 0,0 0 23 0,-6-1 10 16,-4-2 11-16,-6 5 3 0,-5-6 6 0,0-2-7 15,-5 3-6-15,-2-5-2 0,2 2-2 0,-9 2-5 0,0 2-2 16,-2 1-2-16,-2 1-4 0,-4 1-3 16,2 3-8-16,-4-1 1 15,-2 4-3-15,-2 1-11 0,-2 3 2 0,1 2-5 16,-2 1-1-16,1 4 0 0,-2 2-8 0,4-1-2 16,-4 2 0-16,5 1 0 0,0 0-1 0,2 3-5 15,0-2-14-15,2 1-7 0,4-2-2 0,0-1 5 16,3 2-2-16,2-4 2 0,0 1 4 0,0-4 2 15,4 2 5-15,1-2 3 0,2 0-11 0,5-2 8 16,-3-2 7-16,5 2 6 0,-2-6-1 0,0 1 5 0,4-1-1 0,-2-2 12 16,0 0 11-1,-2-2 6-15,0 1 5 0,-1-1 13 0,0-1-4 0,-1-1-1 16,2-3-2-16,-3 4-1 0,0-1-1 0,-2 1 3 16,-3 2-3-16,1 0 1 0,-1 1-3 0,0 0-6 15,0 1-16-15,-2 2-22 0,-2 2-8 0,0 0 7 16,0 0-2-16,0 0 2 0,4 16 2 0,-8-6 4 15,2 7-1-15,-2 1-1 0,-2 10 6 16,1-2-2-16,-3 4 10 0,1-1 3 0,-3 7-3 16,0 11 4-16,0-2 2 0,0 1-2 0,-2 0 5 0,1 1-1 15,2-12-2-15,0-4 1 0,-3 3 3 0,3-5-1 16,0 1-2-16,0-4 1 0,-1-2 13 0,5-9 6 16,0-3-9-16,1-3 0 0,-2-2 6 0,2 1 13 15,0-3 13-15,0-3 20 0,-1 2 22 0,1-2 16 0,0-1 27 16,4-1 9-16,-12-1 29 0,5-6 13 0,2 3 9 15,1-2-14-15,-1-6-1 0,-2-3-12 0,2-2-6 16,2-2-10-16,2-6-21 0,3-2-24 0,3-7-32 16,4 0-20-16,3 0-13 0,9-14-7 0,6 2-14 0,1 5-3 0,4-2-13 15,4 6 7-15,0 3-1 0,2 3-3 0,-10 9 5 16,0 2 3-16,3-1-6 0,1 4 2 0,-4 0-6 16,-2 3 11-16,-6 3 8 0,-4 2-4 0,-4 2 1 15,-2 2-1-15,-1 0 3 0,-1 1-10 0,0 1 3 16,-2 1-13-16,-2-1-20 0,-1 2-43 0,-1-2-47 15,-2 3-46-15,0 0-51 0,0 0-20 0,0 0 3 16,1 7-10-16,-1-7-34 0,-6 8-289 0,2-4-608 16,-2-2 268-16</inkml:trace>
  <inkml:trace contextRef="#ctx0" brushRef="#br0" timeOffset="96700.14">27221 12861 42 0,'0'0'281'0,"0"0"-30"0,0 0-26 0,0 0-26 16,14-6-17-16,-2 4-20 0,-1-1-15 0,8 0-14 0,-1 0-15 15,5-2-10-15,-1 1-11 0,5-1-11 0,-8-3-6 16,1 0-5-16,0 2-11 0,1-4-3 15,-5 4 1-15,0-4-3 0,-6 3 3 0,3-5-2 16,-4 3-7-16,1-1-6 0,-5-1-3 0,-1 2-6 16,0-1-7-16,-4 1-1 0,0 2-9 0,-4-1 2 0,-1 3-7 15,-7 0-4-15,1 2 0 0,-2 2-3 0,-6 2-3 16,0 2 1-16,0 2-4 0,-3 3-2 16,3 1-2-16,-4 3-3 0,-1 4 2 0,1 2-1 15,1-1 4-15,4 1 1 0,0 4 0 0,2 0 2 0,6-5-3 0,2 1 2 16,4-1-2-16,1 0 2 0,3 0 1 0,4-1-17 15,4 2-22-15,7 3-43 0,-1-7-53 0,2-1-69 16,0-4-211-16,3-2-444 0,1-4 197 0</inkml:trace>
  <inkml:trace contextRef="#ctx0" brushRef="#br0" timeOffset="97007.87">27580 12714 281 0,'1'-5'287'15,"2"-1"-19"-15,0 0-30 0,-1 2-24 0,3 1-26 16,0 1-17-16,2 2-19 0,3 0-17 0,2 2-15 16,0 3-12-16,4 2-15 15,1 2 0-15,-1 2-9 0,2 0-8 16,-3 2-8-16,-1 1-1 0,-1 1-6 0,-3 2-6 0,3 0-4 16,-7 1-7-16,2 2-5 0,-4-3 0 0,-2-2-5 15,-4 2-5-15,-1-5 4 0,1 0-5 0,-1-3-3 16,2-1 7-16,-2-3-3 0,2 2 17 0,0-5 19 15,-2 3 13-15,-1-3 6 0,4-2-9 16,0 0-3-16,-6-9 3 0,2 2 15 0,4-3-11 0,4-1 0 0,-2-2 10 0,6-2-23 31,0-2-9-31,6-6-10 0,1 0-24 0,4-1-22 0,1-2-33 16,3 1-25-16,1 0-37 0,1-1-39 0,3 2-54 16,-1-2-58-16,5 2-87 0,-1-1-183 0,-2 4-558 15,1 1 248-15</inkml:trace>
  <inkml:trace contextRef="#ctx0" brushRef="#br0" timeOffset="97433.08">28344 12048 106 0,'11'26'117'0,"1"7"15"0,10 20-9 16,5 30 17-16,-7 1 0 0,2 8-1 0,-7 0-8 15,-3 2 15-15,-1-2-6 0,-7-2-10 0,-1-1-9 0,-6 0-9 0,-6-4-13 16,-5-5-9-16,-1-23-11 0,-7-1-6 0,-14 22-5 16,4-27-3-16,-21 16-12 0,8-23-4 15,-25 10-2-15,-8 1 6 0,-9-6-6 0,-14-3-9 0,-12 0-47 16,-11-2-86-16,-8-5-294 0,-9-6-422 0,-3-9 186 15</inkml:trace>
  <inkml:trace contextRef="#ctx0" brushRef="#br0" timeOffset="107504.82">949 11735 185 0,'0'0'238'0,"-3"-5"8"15,3 5-8-15,-1-4-14 0,1 4-8 0,0 0-15 16,-2-4-11-16,2 4-20 0,0 0-10 16,0 0-17-16,0 0-20 15,0 0-10-15,5-3-13 0,0 2-12 0,5 0-9 16,8-2-5-16,4 2-15 0,11-2-31 0,-4 3-48 16,4 0-51-16,-3 0-50 0,2-2-73 0,-1 4-218 15,-10-2-446-15,-2 2 197 0</inkml:trace>
  <inkml:trace contextRef="#ctx0" brushRef="#br0" timeOffset="107689.69">988 12073 90 0,'0'0'166'0,"0"0"-2"0,7 5-15 16,2-6-7-16,6 0-18 0,3-3-9 0,9 0-13 0,1 2-31 0,1-4-40 15,0-1-54-15,-1 0-61 0,-12 0-91 0,3-2-189 16,-2 1 84-16</inkml:trace>
  <inkml:trace contextRef="#ctx0" brushRef="#br0" timeOffset="108175.17">1268 11569 223 0,'0'-4'250'0,"0"-1"-22"16,0-2-27-16,0 7-24 0,-1-5-23 0,1 5-17 0,0 0-16 16,0 0-10-16,0 0-13 0,0 0-10 0,13 17-3 15,-8-6-12-15,5 2-4 0,2 3-9 0,-2 0-7 16,3-1-8-16,1 4-17 0,4 1-8 0,-5-5-6 0,-1 0-12 16,1-1-7-16,2-1 1 0,1-1-2 0,0-2 5 15,1 0-6-15,-6-6 6 0,2-1-4 0,4-1 2 16,-7-3 2-16,3 0 1 0,1-2-1 0,-3-1 8 15,1-2 22-15,-3 2 0 0,-2-3 3 0,1-1 1 16,0 1 15-16,-3 0 12 0,0 1 7 0,-1 2 10 16,0-1 2-1,-2 0-9-15,-2 5-6 0,4-4-13 0,-4 4-12 0,0 0-22 0,0 0-4 16,0 0-2-16,4 18-1 0,-12 2-1 16,-1 6-1-16,-6 7-1 0,-4 15 1 0,-3-2-3 0,-2-1-2 15,-3 4 1-15,0-1 1 0,-2-2 0 0,2 0-5 16,-1 0 4-16,4 0-1 0,-2-2-2 0,3-1 2 15,8-13-2-15,-2 0 1 0,3-1 0 0,0-2-2 16,1 0-2-16,5-9 3 0,0-2 1 0,2-5-3 16,3 0 5-16,-1-2 2 0,1-4 1 0,1 0 27 15,-2 0 23-15,4-1 21 0,-2-1 10 0,2-3 23 0,-1 2 0 16,1-2 10-16,0 5-3 0,0-5-8 16,0 0-8-16,0 0-5 0,0 0-14 0,0 0-21 15,0 0-45-15,0 0-55 0,0 0-68 0,3-16-93 16,3 9-126-16,-2-3-267 0,2-1-640 0,2-5 283 0</inkml:trace>
  <inkml:trace contextRef="#ctx0" brushRef="#br0" timeOffset="111096.72">2578 11585 25 0,'0'-10'225'0,"3"0"-7"0,-6 0-12 0,3 5-17 15,0-2-13-15,0 2-16 0,0 0-17 0,0 5-35 0,0-7-30 16,0 7-26-16,0 0-8 0,0 0-1 0,0 0-6 15,3 16 0-15,-3-7-10 0,-3 3 0 16,6 5-2-16,-3 1-4 0,0 2 0 0,1 4-2 0,3 2-3 0,-3-6 12 16,6-3-3-16,-5 4-4 0,3-1 1 0,-1-2-2 15,1-2-1-15,2-4-3 0,-4-2 0 0,0 0-2 16,2-2 0-16,-5-2 7 0,4-1 34 0,-3 0 19 16,3-5 1-16,-4 0-10 0,8-6-4 0,-3-2-3 15,4-2-3-15,-3-4-4 0,0-1 0 0,0-3-1 16,0 0 1-16,3-7-6 15,-1 0-1-15,-2 0-1 0,0 0 5 0,1 1 9 16,-1 7 0-16,-2 0 16 0,1-3-12 0,-2 9 4 16,-1-1-8-16,3 2-5 0,-1 4-17 0,-1-1-22 0,-1 1-32 0,-1 6-24 15,2-3-2-15,-3 3 3 0,4 12 6 0,1 4 3 16,-4 9 4-16,2 4 2 0,-1 5 5 0,1 15 0 16,-3 3 5-16,0 2 0 0,0-1 1 0,0 2 1 15,0-1 4-15,-3 0-2 0,6 0 1 0,-2-2 2 16,3-1 2-16,1 4 3 0,-5-2 0 15,4 3 1-15,-4-1 9 0,0-2-9 0,-3-1-1 16,2-1 1-16,-3-3-15 0,3-12-4 0,-4 1 6 0,0-5 3 16,1-2-1-16,-1-5 2 0,-3 2 3 0,-2-8 0 15,2-2 1-15,1-3-2 0,-2 0 5 0,-4-2-2 16,1 0 2 0,0-6 10-16,-4-1-7 0,-4-1 3 0,-3-1 5 15,4-5 7-15,-8-3 9 0,5 0 20 0,4-4 11 0,-1 0 14 16,-4-7 4-16,5-2 13 0,4-3 4 15,3-6 1-15,2-4-11 0,6-5-6 0,11-16-4 16,5 0-10-16,7-4-5 0,17-29-6 0,8 10-7 16,9 1 6-16,2 3-10 0,5 5-5 0,-1 5-4 0,-14 19-2 0,19-14 1 15,-19 17 5-15,-1 1-5 0,-4 4 12 0,0 3 9 16,-13 7 0-16,-2 3-4 0,-5 1 1 0,0 4 4 16,-10 3-7-16,-1 5 13 0,3 1-9 0,-9 1-3 15,1 1-4-15,-1 1-4 0,1 1-10 0,-1-2-11 16,-4 5-11-16,6-5-40 0,-3 4-19 0,-3 1-3 15,0 0-18-15,-9 12-21 0,0-2-41 0,-4 1-39 16,-6 9-22-16,-4-1-65 0,2 3-297 0,1-3-611 0,2 1 270 0</inkml:trace>
  <inkml:trace contextRef="#ctx0" brushRef="#br0" timeOffset="111738.1">3528 11965 38 0,'0'0'169'0,"0"0"-7"0,0 0-3 15,0 0-3-15,0 0-1 0,-6-3-1 0,6 3-4 16,0 0-6-16,0 0-4 0,0 0-3 0,0 0 0 0,0 0-3 15,0 0-10-15,0 0-12 0,0 0-9 0,0 0-12 0,13-7-10 16,0 3-6-16,4 0-10 0,12-2-6 0,-1 1-13 16,3-1-20-16,2 1-25 0,-1 1-29 0,1-2-30 0,-4 2-38 0,3-2-50 15,-11 4-68-15,-2-3-132 0,0 1-376 0,-6 1 167 0</inkml:trace>
  <inkml:trace contextRef="#ctx0" brushRef="#br0" timeOffset="111898.22">3456 12206 21 0,'-4'2'278'0,"3"0"-6"0,1-2-18 0,0 0-21 16,0 0-22 0,23-5-25-16,0 1-21 0,12-3-15 0,18 0-52 15,2-1-56-15,-4 1-91 0,0-1-262 0,-11-1-336 0,-4 2 149 16</inkml:trace>
  <inkml:trace contextRef="#ctx0" brushRef="#br0" timeOffset="115790.92">9664 9389 134 0,'0'0'165'0,"0"0"-7"0,0 0-6 0,0 0-10 31,0 0-12-31,0 0-6 0,-5-2-11 0,5 2-9 0,0 0-5 0,0 0-7 16,0 0-6-16,0 0-9 0,0 0-5 0,0 0-9 16,0 0-6-16,0 0-19 0,17-5-17 0,-5 5-22 15,7-2-32-15,-1-2-29 0,10-2-31 0,-5 1-180 16,4 1-296-16,0 1 131 0</inkml:trace>
  <inkml:trace contextRef="#ctx0" brushRef="#br0" timeOffset="115975.76">9619 9607 67 0,'-4'3'113'0,"2"1"-11"0,2-1 13 0,0-3 4 15,10 4-11-15,3-6-8 0,16 2-11 16,3-2-9-16,9 0-30 0,10-6-37 0,7 0-71 0,-1-1-92 16,2 0-162-1,-3-4 72-15</inkml:trace>
  <inkml:trace contextRef="#ctx0" brushRef="#br0" timeOffset="116700.84">10691 9290 154 0,'0'0'208'0,"-6"0"-19"0,6 0-17 0,0 0-16 0,0 0-19 0,0 0-9 15,0 0-17-15,0 0-12 0,25-5-11 0,-11 2-10 16,5 2-18-16,4-6-19 0,8 2-12 0,-3 1-9 16,3-2-10-16,0-2-10 0,-3 1-3 0,-1-1-4 15,1-3 3-15,-8 4 4 0,4-5-4 16,-7 3 17-16,-3 0 4 0,-1-2 17 0,-4 3 12 15,-3 1 10-15,1-2-11 0,-5 1-4 0,-2 0-3 16,-1 2-5-16,-4-2-2 0,-3 0-9 0,-3 3 0 0,-9 1-7 16,0 1 1-16,-7 4-1 0,-6-1-1 0,-2 7-3 15,0 1-3-15,-1 6-3 0,0 2 2 16,-9 9 1-16,2-1-5 0,11-4 0 0,3 5-1 16,-7 6-7-16,9-5 1 0,5 0-2 0,0 4 3 0,5-4-1 0,5 3 0 15,2 0 1-15,4 0 2 0,6-2-1 0,6 0-2 16,5-3 9-16,6 1-4 0,6-4 4 0,5-4 1 15,0-5-5-15,8-1 6 0,0-3-4 0,5-3 1 0,-2-1 1 16,1-3-1 0,2-3 6-16,-6-1 11 0,-4-2 5 0,-3 0 17 0,-2-3 7 0,-7 2 18 15,-3 1 33-15,-7-2 18 16,3 1 7-16,-4 0 6 0,-1-2 4 0,-1 3-7 16,1-4-2-16,-3 1-5 0,-1 4-11 0,-1-3-14 15,-1 2 11-15,1 2-27 0,-1-2-9 0,1 1-12 16,-2 2-15-16,-1 2-10 0,1-3-29 0,-1 3-11 15,0 0-8-15,0 0 17 0,0 0-33 0,3 12-1 16,-5-5 0-16,1 3 2 0,0 0 1 0,0 2 7 16,-4 5-1-16,2-1 4 0,2 1-1 0,0 0 5 0,-2 0 2 0,3 0 0 15,0-3 1-15,-1-1-3 0,1-3 6 0,1 1 3 16,-1-3-5-16,0-1 14 0,0-2-9 0,0 1 0 16,0 0 4-16,0-2-2 0,3-1 9 0,-3 0-4 15,0-3 3-15,0 6 4 0,0-6-1 0,0 0-5 16,-3 3 4-16,3-3-4 0,0 0-2 0,0 0-10 15,0 0-9-15,0 0-20 16,0 0-25-16,0 0-31 0,0 0-23 0,0 0-157 16,-5-14-249-16,6 2-564 0,2-5 249 0</inkml:trace>
  <inkml:trace contextRef="#ctx0" brushRef="#br0" timeOffset="117232.67">11400 9164 103 0,'0'-9'257'0,"0"6"-22"0,0-1-22 0,0 0-23 16,0 0-23-16,0 4-22 0,1-4-17 0,-1 4-10 0,0 0-16 15,0 0-8-15,13 11-8 0,-5-4-5 0,0 3-13 16,3 1-3-16,2 2-5 0,1 0-5 0,-4-1-8 16,4-2-14-16,-1 2-6 0,0-3-7 0,0-2-5 0,-2-1-1 0,1-2-4 15,-2-1-3-15,-1-2 5 0,3-1-3 0,0-4-1 16,-2 0 2-16,3-2-5 0,-4-1 5 0,4-5 0 15,-6 2 11-15,5-3 3 0,-6 0 5 16,3 3 6-16,-4-2 11 0,3 3 15 0,-4-2 4 0,1 6 7 31,0-1-5-31,-1 0-3 0,-3 2-6 0,3-1-9 0,-1 2-19 16,-3 3-26-16,2-5-21 0,-2 5-2 0,0 0-1 16,8 15-3-16,-3 0 8 0,0 9 5 0,0 6-8 15,-4 1 1-15,1 5 7 0,-5 12-2 0,2-2 4 16,-3 4-1-16,-1 2 1 0,0-2 2 0,-3-3-3 15,-1-11 4-15,4 0-2 0,-4-2 6 0,3 0-5 16,-4-3 6-16,2-1-5 0,-1-4 4 0,3-7-1 0,-1-2 1 16,3-6-1-16,-1 1 5 0,2-2 3 0,1-5 18 0,-2 1 33 15,0-3 36-15,3-1 33 0,1-2-4 0,-6 0 13 16,6 0 27-16,-9-7 13 0,5 2 12 0,2-7-15 16,-2 0-17-16,2-6-25 0,0-8-29 0,7-4-42 15,3-5-16-15,9-11-19 0,3 0-5 0,1 0-7 16,2 4-8-16,-1 11-1 0,5-7-9 0,-8 10 5 15,0 5 6-15,-1 3-11 16,0 1-17-16,-5 7-12 0,-6 2-18 0,1 3-29 16,-3 0-34-16,-1 4-47 0,1 0-42 0,-2 1-1 0,-3 2-20 0,0 0-45 15,4 8-266-15,-6-3-582 0,0 2 257 0</inkml:trace>
  <inkml:trace contextRef="#ctx0" brushRef="#br0" timeOffset="117440.16">12017 9508 257 0,'2'-2'301'0,"-2"2"-31"16,0 0-23-16,0 0-33 0,0 0-23 0,0 0-22 16,0 0-19-16,0 0-14 0,2 12-14 0,0-2-15 0,-2 4-7 0,1 1-11 15,-2 1-8-15,1 4-7 0,0-2-19 0,0 2-32 16,-3-1-37-16,0-1-49 0,2 3-34 0,1-3-32 15,-1-1-63-15,0-5-157 0,1 0-378 0,-2-3 168 16</inkml:trace>
  <inkml:trace contextRef="#ctx0" brushRef="#br0" timeOffset="117693.85">12489 9492 103 0,'0'0'316'0,"0"0"-26"0,0 0-28 16,0 0-29-16,0 0-21 0,17-10-23 0,3 4-20 15,8 1-20-15,3-1-13 0,2-2-31 0,5 3-29 0,-2 0-33 16,0-2-34-16,-3 4-40 0,-1 1-48 15,1-5-41-15,-12 3-74 16,-5-1-118-16,-4 1-337 0,-2 0 149 0</inkml:trace>
  <inkml:trace contextRef="#ctx0" brushRef="#br0" timeOffset="117894.29">12678 9365 186 0,'-6'-1'260'0,"3"-2"0"16,3 3-1-16,-4-3-17 0,4 3-17 0,0 0-24 15,-5-2-16-15,5 2-26 0,0 0-19 0,-2-3-16 16,2 3-14-16,0 0-15 0,-2 12-6 0,1-2-13 16,0 5-15-16,-2 4-5 0,3 7-8 0,0 1-5 15,-2 2-5-15,2-2-4 0,2 2 0 0,1-2-12 16,-1 1-24-16,4-5-35 0,0 5-42 0,-1-9-43 16,3-1-46-16,-2 1-256 0,-1-5-458 0,0-5 203 0</inkml:trace>
  <inkml:trace contextRef="#ctx0" brushRef="#br0" timeOffset="118525.93">13579 9304 12 0,'-4'-1'231'0,"2"-2"-17"0,2 3-12 0,-6-2-11 16,6 2-3-16,-3-6-10 0,3 6-18 0,-3-2-13 16,3 2-15-16,0 0-10 0,6-8-18 0,-2 4-10 15,3 2-11-15,4-3-10 0,2 0-5 0,2 3-11 16,3-3 2-16,0-2-9 0,0 2-6 0,4-2-4 16,-4 2-8-16,-2-4 1 15,1 1-5-15,-6 3 0 0,-2 0 7 0,0 3 3 16,-4-1-1-16,2-1 5 0,-3 2-4 0,0-1-5 15,-4 3-5-15,0 0-3 0,0 0-4 0,0 0-5 16,-29 10 0-16,5 6-4 0,-2 2-3 0,-3 1-1 16,2 5-5-16,-1-3 0 0,3 1-10 0,0 2 0 0,5 1-1 0,-1 1 4 0,4 1-1 15,4-1-1-15,1 1 1 0,5 0 1 16,5-2 0-16,0 0-3 0,4-5-13 0,5-2-10 16,7 4-28-16,2-2-41 0,4-3-37 0,6-3-67 15,1-6-186-15,4-2-421 0,-2-2 187 0</inkml:trace>
  <inkml:trace contextRef="#ctx0" brushRef="#br0" timeOffset="118810.96">13895 9544 270 0,'0'0'270'0,"0"0"-24"0,-3-2-28 0,3 2-28 15,0 0-16-15,0 0-22 0,0 0-14 0,17 5-14 16,-6 0-14-16,2 2-12 0,2 0-11 0,2 3-8 15,-4 1-10 1,-1 2-2-16,-1-2-14 0,-4 2-8 0,2 4-3 16,-5-2-2-16,-4 1-8 0,-4 0-7 0,-2 0-1 0,-3 1-6 0,0-2-3 15,-1 1 1-15,-4-6-2 0,2 2-3 0,1 0 3 16,3-6-3-16,0 2 0 0,2-2 0 0,2-3 5 16,-1 1-3-16,3 1 1 0,-2-3 13 0,1 0 5 15,3-2 9-15,0 0 1 0,0 0-10 0,0 0-14 16,21-1-33-16,-2-2-36 0,10-4-44 0,7-1-71 15,-2 0-265-15,2-4-466 0,0 1 206 0</inkml:trace>
  <inkml:trace contextRef="#ctx0" brushRef="#br0" timeOffset="119327.58">14403 9225 66 0,'-2'-7'277'0,"-1"0"-21"0,2 2-28 0,-2 0-25 16,2 3-20-16,0-1-22 0,1 3-19 0,0-5-17 0,0 5-11 0,0 0-14 15,0 0-10-15,16 12-19 0,-7-5-18 0,2 1-17 16,5 2-18-16,0 1-13 0,0-1-13 0,-1-2-10 16,3 0-6-16,-1-2-19 0,-4-1 8 0,2 0 2 15,-1-3-6-15,0 0 3 0,-1-5-7 0,-3-1 26 16,3-1-3-16,-4-2 1 0,-1-3 1 0,1 1 17 15,-2-3 15-15,-2 2 11 0,2-6 9 0,-2 0 13 16,-1 6 15-16,0-1 10 0,0 1 11 0,0 1 2 16,-4 3 3-16,4-1-10 0,-4 2-13 0,4 1-12 0,-4 1-22 15,0 3-9-15,0 0-9 0,0 0-1 0,9 16-1 16,-5 0 2-16,2 3-4 0,-1 10-1 0,3 5-6 0,-3 0 5 16,0 16 3-16,0-1-7 0,0-3 8 0,-2 5-7 15,-3-5-1-15,-4-10 1 0,-6 9-4 0,2-12 2 16,1-4-1-16,0-2-1 0,-3-4-2 0,1 1-2 15,1-6 2-15,-2-5-4 16,1-3 1-16,1 0 5 0,1-5 5 0,-5-1 15 16,5-1 19-16,-2-2 15 0,0-2 9 0,-1-2 19 0,1-3 19 15,0-2 5-15,1-1-4 0,2-3-7 0,0-4-10 16,3-2-13-16,3-6 0 0,2-3-13 0,5 0-4 16,4-5-14-16,8 1-9 0,8-11 7 0,4 3-34 15,2 4-9-15,-7 9-10 0,4 4-14 0,0 4-18 16,-2 3-19-16,1 0-28 0,-3 7-40 0,-1-1-46 15,-3 6-60-15,-6-2-254 0,-3 4-532 0,-1 1 235 16</inkml:trace>
  <inkml:trace contextRef="#ctx0" brushRef="#br0" timeOffset="119697.13">14861 9718 151 0,'0'0'140'0,"0"4"-18"16,1 0 36-16,1 1-3 0,0-1-14 0,2-2-15 0,-2 4-13 0,2-1-9 15,1 1-14-15,-2 0-8 0,1 3-6 0,-1-4-2 16,-2 3-14-16,2 1-2 0,-3 1-11 0,0-1-5 16,0 1-1-16,-3 0-13 0,2-1 13 0,-5 1 10 15,3-3 1-15,0-2 3 0,-1 0 3 16,1 1-3-16,1-2 2 0,-1 1-4 0,2-1 3 0,1-1 2 15,0-3 11-15,-3 5 8 0,3-5 11 0,1 4 12 16,-1-4 9-16,8 6 21 0,4-5 13 0,17-1-7 16,12 3-4-16,21-3-20 0,34 0 4 0,0-3-21 0,1-2-7 0,8 1-11 15,-3-1-11-15,2 4-7 0,-3 1 11 0,-11-1-12 16,-32 1 1-16,-7 1-6 0,-14-2 11 0,-10 2-20 16,-8-2-5-16,-6 1 0 0,1 0 1 15,-5 0 1-15,0 0 2 0,-3-2-16 0,-6 2-22 16,7 0-29-16,-7 0-31 0,0 0-65 0,0 0-82 0,-47 7-94 15,11-5-342 1,-19 2-691-16,5 1 305 0</inkml:trace>
  <inkml:trace contextRef="#ctx0" brushRef="#br0" timeOffset="126247.85">5035 11901 106 0,'0'0'192'0,"-1"-5"-19"0,1 5 3 16,-1-4-18-16,1 4-11 0,0 0-13 0,0 0-7 15,0 0-12-15,-4-5-14 0,4 5-10 0,0 0-12 16,0 0 0-16,0 0-12 0,0 0-8 0,0 0-5 15,0 0-6-15,0 0-6 0,0 0-5 0,0 0-5 16,0 0-5-16,0 0-4 16,0 0-8-16,0 0 2 0,0 0 3 0,0 0-7 15,0 0 0-15,0 0-3 0,0 0-1 0,0 0-3 0,0 0-2 0,0 0 4 16,0 0-1-16,0 0 4 0,14 7-3 16,-4-8 3-16,3-1-4 0,0 0-1 0,5 0 5 15,-1-1-8-15,-1-4 2 0,0 2 3 0,-4-2-1 16,1 0 7-16,-3 3 9 0,2-3 12 0,-6 0 6 0,-1 4 9 15,4 0 4-15,-4-2-1 0,-1 2-7 0,-1-1-1 16,-2 2 2-16,1 0-9 0,-2 2-6 16,0 0-6-16,-10-6-3 0,1 8-3 0,-7 0-4 15,-6 4-2-15,-5 6-3 0,0 4-4 0,-6 2 2 0,-8 6-6 16,10-1-1-16,-8 6-1 0,-2 3 1 0,1 0-2 16,6 3 2-16,7-9 1 0,-2 12-3 0,7-11 2 15,0 1 0-15,4-1-4 0,4 2 1 0,4-6-2 0,2 1-4 16,7-6 2-16,1 0 0 0,4-1 4 0,6-3-4 15,3 0 5-15,7 1 2 0,10-5-4 0,-1-4 5 16,8-3-2-16,0-5-3 0,14-5 4 0,-11 2 0 16,11-6 0-1,-13 3 0-15,-3-2-2 0,-2-5 1 0,-1 3 2 0,-1 1 5 16,-11 3 2-16,-4-2 17 0,0 1 21 0,-6 2 25 16,2 4 8-16,-3-2 4 0,-3 1 0 0,-1 2-10 15,-1-2-6-15,1 2-13 0,-1 1-6 0,-4 1-6 16,4-4-9-16,-4 4-13 0,0 0-16 0,0 0-3 15,0 10 5-15,-3-2-4 0,-2 3 11 0,-2 6-14 16,0 2-3-16,-1-2 5 0,-2 7-5 0,1-1 3 16,3-5 7-16,-4 9-11 0,1-9-2 0,5 0 2 15,0 2 3-15,-1-5-3 0,1 1-2 0,4-4 4 0,-2-3 1 0,-1 1 1 16,3-4 1-16,-1 1-2 0,1-2 0 0,-3-1 4 16,3 2 3-16,0-2 0 0,0-4 1 0,0 3 0 15,0-3 8-15,0 0 7 0,0 5 5 0,0-5 5 16,0 0 0-16,0 0-5 0,0 4 11 0,0-4-8 15,0 0 17-15,0 0-19 0,0 0-2 0,0 0 5 16,0 0-13-16,0 0-6 16,0 0 1-16,0 0 4 0,0 0-26 0,0 0-12 15,0 0-25-15,0 0-28 0,0 0-82 0,0 0-93 0,-10-11-79 0,6 6-217 16,3-2-587-16,-3 1 260 0</inkml:trace>
  <inkml:trace contextRef="#ctx0" brushRef="#br0" timeOffset="126950.62">5860 11906 143 0,'0'0'169'0,"9"-2"-23"15,-3 2-17-15,2 2-10 0,1 2-16 0,1 4-11 0,4 0-8 0,-3 3-10 16,2 4-9-16,-1 1-4 0,-2 2-12 0,1 0 0 16,-2 0-6-16,2 4-9 0,-3 2 2 0,-2-5 4 15,-4 1-17-15,-1 5 1 0,-2-4-4 0,-1 1 0 0,-1 6-8 16,-5-10 1-16,2-2 0 0,-2 0 0 0,1-2 0 15,-1-1 0-15,0-2 11 0,1-3 7 16,0 1 14-16,3-5 13 16,-3 4 16-16,4-6 11 0,-2 2 19 0,3 1 22 15,-1-4 22-15,3-1 17 0,-4 5 16 0,4-5 23 0,0 0-20 0,0 0-3 16,-4-11-36-16,6 5-11 0,3-9-13 0,1 1-19 16,4-4-7-16,3-3-15 0,1-1-8 0,4-3-2 15,1 0-12-15,-1 0 0 0,0-1-8 0,0 0-7 16,4 3-5-16,-6 1-4 0,1 0-3 0,-5 8-13 15,-1-3 15-15,-1 3-11 0,-1 6-2 0,-3-3-3 16,1 5 4-16,-5 2-6 0,2-1-10 0,-1 1 1 16,-1 1-27-16,1 0-31 0,-3 3-7 0,0 0 6 15,0 0 3-15,-6 18 5 0,-1-4 10 0,-3 4-4 16,-4 3 7-16,1 4 5 0,-2 1-2 0,2-1 2 16,4 2 1-16,0 0-1 0,3 0 8 0,2-1 4 15,4-5 1-15,1-2 4 16,8 5 1-16,5-2 9 0,5-4 0 0,7-1-2 15,5-2-13-15,7-1-46 0,13-5-63 0,-14-3-75 16,17-3-108-16,-15-3-227 0,-1-1-578 0,1-6 256 16</inkml:trace>
  <inkml:trace contextRef="#ctx0" brushRef="#br0" timeOffset="128111.96">7208 11543 177 0,'5'-8'246'15,"-4"2"-13"-15,2 0-17 0,-1 0-20 0,1 3-26 16,-2 0-18-16,-1 3-16 0,0 0-11 16,0 0-17-16,-22 24-16 0,2 6-9 0,-11 16-10 15,-15 26-8-15,-1 1-5 0,-2 4-9 0,1-4-4 16,21-20-6-16,-14 25-6 0,18-23-4 0,5 1-2 15,4 1-1-15,8-3-1 0,5 0 0 0,7-2-6 16,7-6 3-16,7-2-1 0,7-6-3 0,10-1-10 0,5-5-23 0,7-10-40 16,3-1-34-16,8-10-57 0,2-2-232 0,-1-7-405 15,0-2 180-15</inkml:trace>
  <inkml:trace contextRef="#ctx0" brushRef="#br0" timeOffset="128446.49">7675 11981 296 0,'0'-5'300'0,"0"1"-29"0,0 4-30 0,-1-4-28 0,1 4-23 16,0-6-26-16,0 6-41 0,0 0-15 0,0 0-11 16,0 0-8-16,-2 24-19 0,0-5 3 0,0 1-11 15,-3 6-4 1,3 0-6-16,1 4-5 0,2-1-4 0,-3-3-37 15,2 4-18-15,0 0-30 0,2-1-26 0,1-1-38 0,-3-2-39 16,5-9-43-16,-1 0-136 0,0 0-351 0,0-7 155 16</inkml:trace>
  <inkml:trace contextRef="#ctx0" brushRef="#br0" timeOffset="129044.87">8295 12114 146 0,'-6'1'181'0,"6"-1"5"0,-9 0-10 15,9 0-5-15,-9-1-15 0,9 1-7 0,0 0-10 16,0 0-14-16,-5 1-19 0,5-1-6 0,0 0-12 15,0 0-7-15,0 0-8 0,0 0-8 0,0 0 2 0,0 0-3 16,-8-1-2-16,8 1 6 0,0 0-5 0,0 0-7 16,0 0-2-16,0 0-3 0,0 0-3 0,0 0 1 15,0 0-4-15,0 0 0 0,0 0-1 0,0 0-7 16,0 0-1-16,0 0-3 0,0 0-1 0,0 0-4 16,0 0-3-16,0 0 4 0,0 0-2 0,0 0-2 15,0 0-4-15,0 0-4 16,0 0 1-16,26-9-4 0,-5 6-3 0,10-2 1 15,3-1 8-15,6 0-12 0,14-2-2 0,3 2 2 16,1-1-4-16,2-2 1 0,-5 2-1 0,-4 2 0 16,-15 1-2-16,-3 0 2 0,-5 4-1 0,-6-3 1 0,-6 1-2 0,-3 1 4 0,0-1-1 15,-3 0-1-15,-3 2 1 0,-1 0-5 0,-1 0 3 16,-5 0-3-16,8 0-1 0,-8 0-9 16,0 0-13-16,0 0-15 0,0 0-30 0,0 0-28 15,0 0-33-15,0 0-43 0,-23 2-68 0,15-2-151 16,2 0-423-16,6 0 187 0</inkml:trace>
  <inkml:trace contextRef="#ctx0" brushRef="#br0" timeOffset="130000.23">9404 11658 84 0,'0'-6'221'16,"0"0"-11"-16,3 0-10 0,-2-4-9 0,2 1-5 0,2 1-11 0,-1-1-1 15,2-1-13-15,0 2-14 0,2 1-15 16,-1 0-14-16,3 0-13 0,-3 2-13 0,2-2-6 0,3 4-10 16,-1-1-12-16,2 4-4 0,5 0-10 0,0 4-5 15,-1-1-5-15,-5 4-6 0,4 2-2 0,-2 4-7 16,-2 3-1-16,1 5-3 0,-1 2-3 0,-7-3-2 15,-3 7-1-15,-4 3-2 0,-5 2-1 0,-1 2-7 0,-5-3-6 16,-5 3 1-16,-4 7-3 0,-1-14 0 0,0-2 1 16,3 0-3-16,-3-2-1 0,3-6 4 0,5-3-4 15,2-4 3-15,6-3 6 0,-1-2 1 0,0-1 11 16,3 1 30-16,1-2 24 0,1 0 35 0,-1-3 23 16,4 0-12-16,0 0-9 0,-4-6-7 0,4 1-11 15,2-1-12-15,1-1-4 16,3-3-12-16,1 2-5 0,1-1-7 0,0 4-12 15,3-5-4-15,-4 4 2 0,5 3-9 0,-2-2-10 16,-1 2 5-16,5 2-7 0,-1 1-1 0,2 1 2 16,-2-1-3-16,6 5-5 0,-2 0 2 0,2 0-33 0,0 4-33 0,-2-4-21 15,-1 3-40-15,0 1-42 0,-4-2-60 0,2 1-53 16,-4-3-256-16,-3 0-573 0,-1-1 253 16</inkml:trace>
  <inkml:trace contextRef="#ctx0" brushRef="#br0" timeOffset="130347.4">9297 12266 95 0,'-5'1'197'16,"1"1"-11"-16,4-2-4 0,-9 1-5 0,5 0-1 0,4-1-18 15,0 0-7-15,-6 1-12 0,6-1-10 0,0 0-10 16,0 0-5-16,0 0-3 0,-6 1 0 0,6-1-4 16,0 0-7-16,0 0-4 0,0 0-3 0,0 0-5 0,0 0-2 15,0 0-10-15,25-6-8 0,3 3-9 0,8-2-5 0,16-3-2 16,7 2-9-16,32-6-4 0,-29 5-4 0,4 0 8 16,32-3-10-16,-31 4 10 0,-4-1 8 15,1 2 0-15,-3 0-5 0,-8-1-4 0,-15 2-2 16,-6 0-8-16,-10 4-2 0,-3-2-6 0,-2 0-1 0,-7 1-4 15,-2 1-14-15,-1-2-23 0,1 2-35 0,-8 0-21 0,6 0-17 16,-6 0-15-16,0 0-26 0,-16 7-37 0,-1-3-46 16,-3 2-230-16,-2-1-480 0,-6 0 212 0</inkml:trace>
  <inkml:trace contextRef="#ctx0" brushRef="#br0" timeOffset="130901.31">9794 12485 66 0,'0'0'302'0,"0"0"-28"15,-10 0-19-15,10 0-26 0,0 0-24 0,0 0-19 16,0 0-22-16,10-10-22 0,3 7-14 15,6-1-17-15,0-1-16 0,8-3-18 0,-1 6-16 16,-5-5-19-16,0 4-15 0,-1-1-7 0,-2 2-13 0,-6-2 1 16,-2 2 1-16,0 0-7 0,-2 2-10 0,-3-3-10 15,0 2-5 1,-5 1-6-16,3-3-4 0,-3 3 7 0,0 0-1 16,0 0 8-16,-22 0-6 0,9 2 4 0,-5-1 6 15,-1 0 0-15,1 3-2 0,0-1 3 0,-1 1 0 0,2 0 4 16,0-2 4-16,2-2-2 0,-2 5-1 15,5-3-3-15,1 2 3 0,2-3 1 0,1-1 0 16,3 3-2-16,-4-1 0 0,5 0 4 0,0-1-3 16,4-1-2-16,-6 5 7 0,3-2-5 0,3-3 2 0,-2 4 1 0,-1-2-2 0,3 3 0 15,0 0 2-15,4 0 4 0,1 4-2 16,3 1 0-16,0 0 3 0,4 4-5 0,6 4 0 16,0 1 4-16,1 0 6 0,-2 3-10 0,1-2 4 15,-6-2 0-15,1-3 2 0,0 7-3 0,-4-7 6 0,-2 1-7 16,1-1 6-16,-4-3 0 0,-4 0-4 0,4 0 4 15,-4-3 1 1,-3 1 12-16,3-3 0 0,-1 1 6 0,1-4 9 16,-1-1 7-16,-2-1 18 0,3-2 8 0,0 5 6 15,0-1 25-15,0-4 2 0,-5 4 9 0,5-4 4 16,0 0-6-16,0 0-10 0,0 0-10 0,0 0-14 16,0-13-11-16,0 8-20 0,4-3-57 0,0-1-78 15,5-5-81-15,6 0-59 0,3-3-186 0,5-1-458 16,-3-1 203-16</inkml:trace>
  <inkml:trace contextRef="#ctx0" brushRef="#br0" timeOffset="131418.4">10747 11886 87 0,'12'1'160'0,"7"3"-17"15,0 2-10-15,-2 2-18 0,-1 1-16 16,1 3-7-16,-3 0-13 0,4 9-12 0,-4 1 4 15,-2 1-11-15,-7-5-5 0,0 8-11 0,-8 0-2 16,2 0-6-16,-4 0 4 0,-3 2 6 0,-3-6 1 16,-3 3 1-16,1 2 0 0,-4-4-3 0,-1-2-6 0,0-2-2 0,5-5-6 0,2 2 8 15,2-10 12-15,0 4 2 0,3-5 11 0,1 1 21 16,2-1 22-16,-2-2 27 0,1 1 46 0,2-1 20 16,2-3 3-16,0 0-23 0,0 0-12 0,0 0-16 15,13-21-19-15,-1 6-21 0,7-4-19 0,7-3 2 16,1 0-3-16,-3-5-20 0,5 1-5 15,1 4-7-15,8-12-9 16,-12 15 0-16,-1-3-12 0,-11 9-7 0,4 0 0 16,-5 3-9-16,-4 3 2 0,1 1-17 0,-1 1-17 15,-5 1-23-15,1 2-18 0,0 2-3 0,-5 0 3 16,8 5 1-16,-6 0 5 0,0 4-12 0,-1 3 11 0,2 0 3 16,-2 6 2-16,1 1 6 0,2 1-5 0,1 6-6 15,3 3-19-15,2-2-24 0,2-1-44 16,2-2-46-16,5-5-67 0,3-2-250 0,3-2-537 0,2-5 237 0</inkml:trace>
  <inkml:trace contextRef="#ctx0" brushRef="#br0" timeOffset="131818.49">11676 12153 109 0,'0'0'203'0,"0"0"-4"15,0 0-12-15,0 0-12 0,-9-3-11 0,9 3-5 16,0 0-10-16,0 0-2 0,0 0-4 0,0 0 1 16,0 0 0-16,0 0-7 0,0 0 0 0,0 0-10 0,0 0-13 0,0 0-9 15,0 0-13-15,22-9-12 0,-13 7-5 0,10-1-6 16,3-3-11-16,6 2-5 0,4 0 0 0,1-1-13 16,3 2-1-16,1-2-5 0,2 0-8 0,0 2 4 15,-1-1-7-15,-1-2 11 0,-1 1-20 0,-4 2-14 16,-5 0-17-16,-5-1-14 0,-5 0-21 0,-5 0-26 15,-3 1-34-15,-3 1-38 16,-2-1-45-16,-4-1-243 0,0 4-475 0,-12-8 210 16</inkml:trace>
  <inkml:trace contextRef="#ctx0" brushRef="#br0" timeOffset="132019.04">11812 12008 8 0,'-3'-3'295'15,"3"3"-7"-15,-5-2-17 0,4-1-20 0,1 3-16 16,0 0-38-16,0 0-25 0,0 0-19 0,0 0-18 16,-5 10-17-16,5 2-12 0,0 5-10 0,-2 3-6 0,2 7-4 0,2 4-9 15,-4 5-12-15,4-2 1 0,-2 1-5 0,0 1-4 16,1-1-18-16,-2 3-53 0,-1-3-67 0,0-1-80 16,-3-5-274-16,0-3-472 0,-2-9 209 0</inkml:trace>
  <inkml:trace contextRef="#ctx0" brushRef="#br0" timeOffset="133336.47">13022 11496 123 0,'1'-6'221'0,"-1"2"-8"0,3-2-6 16,-2 4-11-16,-1 2-9 0,3-6-13 0,-2 3-17 15,-1 3-22-15,1-4-12 0,-1 4-12 0,4-1-17 16,-4 1-14-16,0 0-12 0,0 0-8 0,0 10-4 15,4 1-7-15,-8 5-6 0,0 1 1 0,-5 11-11 16,3 1-9-16,-7 3-1 0,0 1-7 0,3 0 1 16,-4 2-4-16,1-1 0 0,3-2-2 0,1-2 4 15,1-1-5-15,3-7-1 0,1-1-1 0,4-4 1 16,0-1-5-16,-3-4 6 0,6-1-1 0,-1-2 0 0,1 0 2 0,5 0 2 16,1-3-1-16,10 1 0 0,9 0-2 0,2 0-1 15,-1-6-3-15,3-2-10 0,-1 1-16 0,-2-3-20 16,-6-1-23-16,-1 1-22 0,-3-2-5 0,0-2-20 15,-1 1-11-15,0-2 3 0,-8-1 12 0,1 3 1 16,-4-5 10-16,-2 1 9 0,-1-1 8 0,-3 1 17 16,2-1 29-16,-3-2 15 0,-1-1 23 0,-1 5 22 0,1-1 17 0,0-3 22 15,1 4 19-15,-2 2 8 0,2 1 11 0,-1-1-1 16,0 3-7-16,1-1-14 0,0 5-10 0,-1-5-14 16,1 5-7-16,0 0-3 0,0 0-9 15,0 0-2-15,-4 22-7 0,-1-5-1 0,1 0-5 0,4 7-1 16,-5 3-3-16,1 2 1 0,0-2-4 0,1 3 3 15,1 1-28 1,1-1-36-16,-2-1-47 0,2-1-49 0,-3 0-71 16,2-9-148-16,-2 1-388 0,1-3 173 0</inkml:trace>
  <inkml:trace contextRef="#ctx0" brushRef="#br0" timeOffset="133785.1">12771 12347 161 0,'-7'-1'239'0,"-1"-2"-2"0,3 3-7 0,5 0-11 15,-9 0-12-15,9 0-18 0,-9-1-19 0,9 1-16 16,0 0-20-16,-9 0-12 0,9 0-11 0,0 0-8 15,0 0-14-15,0 0-11 0,-6 0-7 0,6 0-8 16,0 0-6-16,0 0-7 0,0 0-1 0,0 0-2 16,0 0-11-16,0 0-1 0,0 0-3 0,-7 0 0 0,7 0-1 15,0 0 3-15,0 0 0 0,0 0-5 16,0 0 6-16,0 0 1 0,0 0 3 0,0 0 1 0,0 0 0 0,0 0 1 16,0 0-1-16,0 0-1 0,0 0-2 0,0 0 0 15,0 0-3-15,0 0-4 0,0 0-1 0,22-5-3 16,9-3 1-16,7 1-8 0,21-5-3 0,31 1-4 15,8-1-1-15,-4-3 1 0,11 5-5 0,0 0-2 16,1-2 0-16,4 0 4 0,1 2-14 0,-6 0 22 16,-4 3-14-16,-12-2 0 15,-30 3-2-15,-7 0 0 0,-12 2 3 0,-3 0-2 16,-8 4-2-16,-11 0 4 0,-4-2 0 0,-1 0-4 16,-4 1-4-16,-1-1-21 0,-2 2-14 0,-6 0-16 15,0 0-19-15,0 0-24 0,-27 7-35 0,0 1-40 16,-3 1-46-16,-1 0-262 0,-1-2-521 0,3 3 232 15</inkml:trace>
  <inkml:trace contextRef="#ctx0" brushRef="#br0" timeOffset="134407.13">13156 12519 135 0,'5'-4'208'0,"0"0"-20"0,0 1-20 15,3 0-17-15,2 2-20 0,7 1-10 0,-4-3-13 16,3 3-9-16,2 3-12 0,0-2-7 0,-4 2-11 0,-2 3-6 16,-2-1-3-16,1 2-13 0,-2 0-13 0,-2 2-6 0,-3-1-7 15,0 3-9-15,-4-1-3 0,-3 3-2 16,-2 3-1-16,-4 0-6 0,-3-1-5 0,-1 0-1 15,1 0 11-15,-2-3-8 0,2-1 1 0,2 0 1 16,0-4 3-16,2 0-14 0,-1 0 11 16,3-3-6-16,-1 2 4 0,2-2-3 15,4-1-14-15,-3 1 9 0,1-2 0 0,3-2 8 0,3 7-4 0,2-5-3 16,0 0 6-16,8 1 2 0,-3-1-4 16,3 1 0-16,6-2 0 0,-1 3 2 0,0 1-3 0,0-1 8 15,-7 0-6-15,3 0 2 0,-1 3-6 0,-2-3 12 16,1-1-5-16,-5 3-4 0,3 0 0 0,-4-1-2 15,-2 2-3-15,-3-2 6 0,2 2-1 16,-7-2 13-16,0 3 1 0,-5-1 0 0,-1 2 2 0,-8-2 2 16,2 3-4-16,-4-4-2 0,1 0 5 0,-1 0-9 15,-1-2 0-15,1-1 8 0,-3 0-5 0,-4-2 4 16,5-1-6-16,3 0 5 0,0-1-2 0,1 1 1 16,7-1 1-16,3-1 0 0,-1 0-25 0,3-1-16 15,-1-4-44-15,6 1-198 0,3-3-299 0,4 0 133 16</inkml:trace>
  <inkml:trace contextRef="#ctx0" brushRef="#br0" timeOffset="134907.53">13711 12559 143 0,'12'-4'158'15,"10"-1"-23"-15,7 2-5 0,5-2-18 0,0-1-10 16,2 2-12-16,-4 0-19 0,0 1-19 0,-1-1-26 0,-10 1-24 0,0 3-11 16,-6-3-5-16,-1 3-13 0,-5 0-12 0,-4-1 14 15,-5 1 0-15,0 0 4 0,0 0 3 0,0 0 12 16,-24 0-5-16,7 0 7 0,-3 1 6 0,-8 0 1 15,6 2 10-15,-6 1 10 0,-4 1 3 0,6-1 6 16,-2 1 3-16,1 1 10 0,7-2-2 0,2 1-6 16,-1 2-3-16,2-1 6 15,6-1-15-15,2 0-1 0,-3 2-1 0,5-1-3 16,-1-1-13-16,3 2 11 0,1-2 0 0,-1 2 0 16,5 1 10-16,3-3 2 0,2 4-2 0,0-1 19 15,2 4 4-15,9-3-6 0,-2 1 0 0,9 3 5 16,1 1 0-16,1-2 4 0,0 0-11 0,1 0-2 15,-1 1-4-15,-7-4-8 0,1 1-1 0,-2-1-6 16,-3 5 0-16,-5-7-1 0,1 3-7 0,-2 0 0 0,-3-3-5 0,0 1 3 16,-2-1 1-16,-2 0 3 0,-1-4 1 0,0 6-1 15,-1-4 3-15,-2-2 5 0,-1 1-2 0,0 1-5 16,0-3 1-16,-1-1 5 0,0-1-2 16,-1 2-6-16,6-2 1 0,-9 0-4 0,9 0-19 0,-8-5-86 15,7-1-23-15,-2 0-228 0,3-3-372 0,4-2 165 16</inkml:trace>
  <inkml:trace contextRef="#ctx0" brushRef="#br0" timeOffset="136071.38">14743 11954 120 0,'14'-3'161'16,"4"-1"-12"-16,0 1-12 0,1 1-9 0,3 2-12 16,-2 1-12-16,1 3-6 0,0 1-10 0,1 1-10 15,0 1-4-15,2 7-4 0,-8-4-13 0,-1 4-9 16,-2-2 0-16,-2 2-7 0,-4 1-1 0,-2 2-1 15,-3 2-7-15,-3-1-6 0,-4 1-1 0,-3 5 1 16,-5 0 4-16,-2 0-11 0,1-9 3 0,-4 6-1 0,-4-2-5 0,2-1 12 16,1-1 0-16,2-5-3 0,-1 1 10 15,2-7 2-15,3 1 4 0,-2-2 4 0,4 0 10 0,0 0 10 16,4-2 22-16,1-1 27 0,1 0 22 0,5-2 18 16,-9 0-1-16,9 0-24 0,-4-13-6 0,7 5-10 15,-1-5-14-15,10-1-13 0,-2-2-7 0,12-6-10 16,-1 1-15-16,1-1-8 0,4 1-10 0,-1 0-6 0,-1-1-11 0,2 2-2 15,-2 4-3-15,-8 3-4 0,0 3 3 0,-4 3-5 16,-3 0 1-16,-2 0-1 0,0 4-12 16,-2-1-18-1,0 1-15-15,-1 3-10 0,-4 0 5 0,0 0 3 0,5 7 5 0,-4-2 2 16,2 3 0-16,-6 1 0 0,1 3 4 0,0-1 2 16,2 6 0-16,-1-1 11 0,2 1-1 15,-1 0 2-15,4 0-2 0,3 1 5 0,-2-2-3 16,1-1-18-16,3-2-24 0,1-3-39 0,-1-3-40 0,5 3-42 15,4-3-62-15,-5-4-188 0,1-3-461 16,-1 0 204-16</inkml:trace>
  <inkml:trace contextRef="#ctx0" brushRef="#br0" timeOffset="136458.09">15147 11604 78 0,'5'-7'276'16,"0"-1"-14"-16,0 4-22 0,0-1-22 0,3-2-23 15,-3 6-19-15,0-3-22 0,4 3-16 0,-1 2-16 16,0-1-12-16,-2 4-14 0,3 1-13 0,-3 2-6 15,1 2-7-15,-1 3-10 0,1 2-8 0,-3 3-4 16,-2 1-4-16,-2 0-2 0,-2 2-7 0,-1 1-3 0,-1-2 0 16,0 2-6-16,-1-3 2 0,2-3-6 0,-1 0-4 0,2-4-1 15,1-2-3-15,-2-1 6 0,3-1-4 0,-1-2-2 16,1 1 0-16,1-1 3 0,3-2 9 0,5 2 2 16,3-2 6-16,3-3-1 0,4 0 0 15,1-1-2-15,7-3-5 0,-4 1-1 0,5-2-3 0,-10 1-3 16,9-4-3-16,-4 3 1 0,4-2-1 0,-10 2-5 0,-5 2-17 31,0 1-18-31,-2-2-21 0,-4 2-29 0,-1 1-41 0,-2 0-43 16,-3 1-48-16,5-3-221 0,-5 3-460 0,0 0 204 15</inkml:trace>
  <inkml:trace contextRef="#ctx0" brushRef="#br0" timeOffset="136841.41">15695 12122 196 0,'-8'1'218'16,"8"-1"-9"-16,0 0-7 0,-6 0-10 0,6 0-7 15,0 0-11-15,0 0-16 0,0 0-15 0,0 0-11 16,-5 3-12-16,5-3-12 0,0 0-11 0,0 0-8 16,22-3-6-1,-7 2-5-15,4 0-4 0,4-1-6 0,7-2-1 0,3-1 0 16,0 3-2-16,2-2-2 0,-2 1-2 0,1-1-2 16,-6-1-3-16,1 1 4 0,-8 1-4 0,-2 1-5 15,-6 1-7-15,0-1 2 0,-3-1-2 0,-2 2-4 16,-2-1 5-16,0 1-11 0,-2 0-5 0,-4 1-2 15,9-1-3-15,-9 1-19 0,5-2-13 0,-5 2-20 16,0 0-21-16,0 0-22 0,0 0-30 0,0 0-32 0,0 0-31 16,0 0-37-16,0 0-252 0,-16 7-490 0,8-6 217 15</inkml:trace>
  <inkml:trace contextRef="#ctx0" brushRef="#br0" timeOffset="137041.66">16572 12015 131 0,'0'0'175'0,"5"-2"-40"0,0-1-45 0,4 3-49 16,0-5-77-16,1 5-54 0,5-2-97 0,-1-3 43 15</inkml:trace>
  <inkml:trace contextRef="#ctx0" brushRef="#br0" timeOffset="137204.43">17165 11975 16 0,'6'-4'294'16,"2"-2"-24"-16,-1 1-27 0,2 0-25 0,1 0-24 15,1-1-29-15,3 3-45 0,2-1-55 0,3 2-62 0,2-3-68 16,2 1-190-16,5 0-274 0,-6 1 121 0</inkml:trace>
  <inkml:trace contextRef="#ctx0" brushRef="#br0" timeOffset="137358.04">17632 11904 77 0,'0'0'310'0,"0"0"-8"0,5-6-16 0,-3 5-17 16,0-2-26-16,2 0-28 0,-1-1-20 0,3 1-22 0,0 1-32 0,2 0-46 16,0-1-59-16,3 2-67 0,1 0-86 0,1-2-249 15,1 0-396-15,1 2 175 0</inkml:trace>
  <inkml:trace contextRef="#ctx0" brushRef="#br0" timeOffset="137759.09">18142 11147 104 0,'16'15'160'0,"6"6"-8"0,5 7-14 15,5 14-3-15,4 3-8 0,-1 4-11 0,9 29-7 16,-5 2 4-16,-5 5 1 0,1 0-11 0,-9 1-2 15,-5 0-13-15,-8-27-5 0,-6-1-11 0,0 0-3 16,-7 2-12 0,-7-6 2-16,-2-1-7 0,-7-4-4 0,-11-1-4 15,-8-8-5-15,-11 0-2 0,-6-5-2 0,-26 10-8 16,19-19-27-16,-26 11-31 0,23-16-64 0,-27 4-248 16,1-5-371-16,21-12 163 0</inkml:trace>
  <inkml:trace contextRef="#ctx0" brushRef="#br0" timeOffset="140417.65">3685 15333 92 0,'0'0'106'15,"0"0"0"-15,0 0-15 0,0 0-1 0,0 0-6 0,0 0-14 0,0 0 0 0,-4-3-9 16,4 3-7-16,0 0-5 0,0 0 1 0,0 0 3 15,0 0-9-15,0 0 4 0,0 0-1 0,0 0-5 16,0 0 10-16,0 0 3 0,0 0-5 0,0 0-6 16,0 0 5-1,0 0-3-15,0 0-4 0,0 0-2 0,0 0-4 0,0 0-8 0,0 0 2 16,0 0-3-16,0 0-3 0,0 0-4 0,0 0-2 16,0 0 4-16,0 0-9 0,-8 3-4 0,8-3 2 15,0 0 5-15,0 0-11 0,0 0 0 0,0 0 0 16,0 0-5-16,0 0 11 0,0 0-8 0,0 0 1 15,0 0 1-15,0 0 2 0,0 0 0 0,0 0 0 16,0 0 4-16,0 0-6 16,0 0 6-16,0 0-7 0,0 0 8 0,22-7-9 15,-4 4 4-15,9-7-1 0,3 1 0 0,4 0-3 16,5 0-4-16,15-6 6 0,3 1 6 0,0 2-4 16,-2-1-2-16,-2 1-1 0,-3 3-4 15,-10 2 5-15,-6 1-13 0,-2 1-21 0,0 2-20 0,-4 0-31 16,-6-1-17-16,-5 2-35 0,-6 2-128 0,-3-1-281 15,-6 1 125-15</inkml:trace>
  <inkml:trace contextRef="#ctx0" brushRef="#br0" timeOffset="140697.2">3988 15129 182 0,'-2'-10'268'0,"1"3"-9"0,1 2-12 0,-1-2-25 15,0 4-18-15,-1-2-25 0,2 1-21 0,0 4-26 16,-1-5-44 0,1 5-23-16,0 0-6 0,-4 12-3 0,4 1-6 15,-2 5-6-15,0 7-5 0,-3 6-2 0,1 3-1 16,-1 0-8-16,4 16 5 0,-2-2-6 0,1-1-31 15,-2-13-38-15,5 2-33 0,-3 11-35 0,3-14-51 0,-2-2-177 16,3-2-364-16,1-9 162 0</inkml:trace>
  <inkml:trace contextRef="#ctx0" brushRef="#br0" timeOffset="141519.34">5057 15161 49 0,'0'0'94'16,"0"0"-10"-16,0 0-7 0,0 0-20 0,0 0 1 16,0 0-4-16,0 0-4 0,0 0 0 15,0 0-10-15,0 0 5 0,0 0-1 0,0 0 5 0,0 0 5 16,0 0 2-16,0 0-5 0,21 2 5 0,-10-3-8 15,1 0 3-15,1-2-5 0,4 0 0 0,1 0 0 16,0-2-2 0,1 1-3-16,-2-2 10 0,2-1-13 0,0 1 10 15,-2-2 0-15,-1 1 17 0,-4 1 3 0,-2-2 6 16,0 1 5-16,-3 1 4 0,-1-1-1 0,-2 2-6 0,-1 1-5 16,-1-3-8-16,-4 2-9 0,2 5-11 15,-7-7-7-15,-3 6-6 0,-3 1-5 0,-9 3-2 16,-4 5-4-16,-4 1-1 0,2 4-8 0,-4 5 0 15,0 1-5-15,1 3-1 0,-11 10-3 0,17-5 3 0,-2 0-6 0,-5 11 5 16,1-2-6-16,7 7 4 0,5-13-4 0,5 1 2 16,1-3 4-16,7 1-6 15,2-2 7-15,4-1-4 0,2-8 3 0,6 2 1 0,5-4 1 16,6 4 3-16,5-5-1 0,4-3-12 0,7-2-21 16,4-3-30-16,1-3-48 0,15-1-45 0,-14-2-202 15,-4-5-380-15,2 1 168 0</inkml:trace>
  <inkml:trace contextRef="#ctx0" brushRef="#br0" timeOffset="141898.23">5301 15486 151 0,'0'0'265'0,"0"0"-26"0,0 0-26 16,0 0-23-16,13-5-16 0,-1 4-23 0,-1 1-14 0,7-1-16 15,1 2-10-15,0 0-13 0,2 4-11 0,-1 2-11 16,-1-2-8-16,-2 5-10 0,-1-3-9 0,-3 5-14 0,0-1-17 16,-1 4 1-16,-6 1-9 0,-1 2-14 0,-2 6 0 15,-7 3 3-15,-5 1-2 0,-3 1 0 0,-2-3 1 16,-2 0-2-16,-1-1-1 0,-2-3 2 0,1-3-3 15,4-3 4-15,1-4-1 0,-2 1-2 16,3-2 3-16,3-4-1 16,2 0 3-16,-1-2-2 0,3-1 2 0,1 1 4 15,2-3 3-15,-1 2-1 0,2-2-6 0,1-2 6 16,6 5 5-16,4-3 1 0,12-2-1 0,10 0 4 16,6 0-6-16,19-2-5 0,-2 1-44 0,6-3-69 15,-1-1-250-15,1-3-390 0,2-1 173 0</inkml:trace>
  <inkml:trace contextRef="#ctx0" brushRef="#br0" timeOffset="142900.13">6069 15135 142 0,'0'-5'208'0,"3"-1"-8"0,1-1-1 0,-3-1-15 15,3 3-16-15,2-4-15 0,-1 2-17 0,2 2-14 16,-1-2-13-16,4 1-10 0,2 2-12 0,-1 0-9 16,3 3-9-16,3 1-7 0,2 1-6 15,-1 3-11-15,2 3-2 0,-1 3-7 0,6 4-3 16,-10-2-3-16,6 8-3 0,-6 1-2 0,1 4-4 16,-5-1-3-16,-3 3 1 0,-2 4-6 0,-4 0 1 0,-4 6-1 0,-7-5 2 15,0 1 2-15,-1 1-8 0,-3-3-1 0,0-3-5 16,-1-1 5-16,0-5-5 0,0 0 2 0,4-9 1 15,-1 2-3-15,5-6 0 0,-1 0 1 0,1-1 0 16,3-3 7-16,-1 0 23 0,1-3 14 0,-1 3 33 16,3-4 24-16,1-1 16 0,-5 3 15 0,5-3-6 15,0 0-12-15,0 0-12 0,11-18-12 0,1 5-12 0,2-2-8 0,4-6-9 16,2-1-6-16,7-3-7 0,-1-4 1 0,7-8-24 16,-2 0-1-16,0-2-18 0,0 0-5 0,1 3-7 15,-15 13 8-15,-2 0 1 0,-3 7-4 0,-1-1 3 16,-1 2 7-16,-5 6 8 0,-1 1-2 15,-1-2-7-15,2 8-1 0,-4-7-11 0,2 7-14 0,-3 2-7 16,0 0 2 0,0 0 1-16,-18 12 2 0,9 2 3 0,-5 0 1 15,1 1-5-15,4 7-1 0,-2 3 7 0,2 0 1 16,5 3-1-16,0-3 3 0,4 2-1 0,5 0-6 16,0-9-12-16,6 0-18 0,9 3-32 0,5-6-38 15,5-2-61-15,4-3-77 0,-2-8-269 0,5-2-565 0,3-2 251 16</inkml:trace>
  <inkml:trace contextRef="#ctx0" brushRef="#br0" timeOffset="143523.04">6546 14775 16 0,'-10'0'212'0,"10"0"-12"15,0 0-16-15,-8 1-1 0,8-1-7 0,0 0-15 16,0 0-2-16,0 0-10 0,0 0-18 0,-4 2-10 16,4-2-12-16,0 0-12 0,0 0-14 0,0 0-3 15,23-8-14-15,-8 4-2 0,6 1-6 0,10-3-4 16,3 1-8-16,2 1-3 0,15-4-5 0,0 2-2 15,2-3-7-15,0 4-1 0,-17 2 0 0,5-3-7 0,-6 0-1 0,-1 4-2 16,-5-4-4-16,-6 4 0 0,-5 0-3 0,-4-1-1 16,-1 2-3-1,-5-2-3-15,-1 3-9 0,-2-1-14 0,-1-1-23 0,-4 2-20 16,3-4-20-16,-3 4-10 0,0 0-14 0,-17 0-22 16,11 0-22-16,6 0-29 0,-17-3-123 0,8 3-325 15,4 0 145-15</inkml:trace>
  <inkml:trace contextRef="#ctx0" brushRef="#br0" timeOffset="143770.06">7411 14441 174 0,'3'-4'284'0,"-2"-1"-24"15,-1 1-24-15,1-1-24 0,0 2-24 0,-1 3-22 16,0 0-20-16,0 0-19 0,0 0-14 0,0 0-13 16,7 9-8-1,-5 2-12-15,1 3-8 0,-1 1-8 0,1 13-8 16,-2-2 0-16,0 4-5 0,-1 3-16 0,0-3-25 0,3 1-29 16,-3-3-40-16,-3 0-42 0,1-1-60 0,-2-3-203 15,0-7-394-15,-1-1 175 0</inkml:trace>
  <inkml:trace contextRef="#ctx0" brushRef="#br0" timeOffset="144070.84">7251 14890 133 0,'0'0'266'0,"-6"1"-1"0,2 0-8 0,4-1-7 15,0 0-16-15,0 0-24 0,0 0-22 0,0 0-19 0,15-6-18 0,3 4-13 16,10-7-14-16,4 6-14 0,5-1-9 0,13-5-14 31,8 4-4-31,1-4-11 0,3 1-5 0,-1 1-8 0,3 3 3 0,1-4-20 16,-2-1-2-16,-7 3-3 0,-15 0-4 0,-9 1-6 16,-1 1 2-16,-11 2-3 0,-7-1 0 0,-1 3-7 15,-4-3-9-15,-1 3-12 0,-2-1-20 16,-5 1-22-16,0 0-20 0,0 0-16 0,0 0-29 15,-29-1-28-15,11 2-26 0,-4 0-39 0,-1 2-214 16,-4 1-449-16,4 1 198 0</inkml:trace>
  <inkml:trace contextRef="#ctx0" brushRef="#br0" timeOffset="144424.74">7693 15014 265 0,'0'0'241'0,"0"0"-28"0,0 0-22 16,14 1-17-16,-6 0-18 0,1 3-15 15,5 1-13-15,-4 1-14 0,3 3-7 0,0-3-18 0,1 6-7 16,-8-1-8-16,2 0-9 0,-4 4-5 0,-3 2-4 15,-2 3-5-15,-7 3-5 0,-1 2-4 0,-5-1 0 16,0 0-8-16,-3-2-6 0,7-7-3 0,-4-1 0 16,4 0-5-16,1-6 0 0,0-1-2 0,4-2-3 0,1 1-1 15,2 0 4-15,-1-5 24 0,0 2 17 0,2 0 11 16,1-3 1-16,12 1-3 0,5-1-7 0,14-2-5 16,5-2-4-16,1 2-7 0,18-7-32 0,0 4-41 15,-17-1-70-15,2 1-55 0,11 0-115 0,-14-2-156 16,-1-1-460-16,-5 0 204 0</inkml:trace>
  <inkml:trace contextRef="#ctx0" brushRef="#br0" timeOffset="145141.91">8967 14419 208 0,'0'-4'227'0,"0"-3"-17"0,0 7-17 16,0-3-25-16,0 3-20 0,0 0-19 0,0 0-15 15,-14 13-12-15,-5 9-14 0,-9 16-12 0,-4 10-9 16,-18 33 0-16,6 2-12 0,-4 6 9 0,6 2-2 15,1-3-1-15,5-5-10 0,4 0 5 0,15-26-2 16,5 25-3-16,8-22 2 0,9-3-3 0,4 1-5 16,10-4-6-16,8-4-2 0,4-6-1 0,7-3-2 15,11-2 0-15,6-7-4 0,5-6-28 0,28 3-35 16,-25-12-56-16,34-4-75 0,-32-6-224 0,28-4-420 16,-30-5 186-16</inkml:trace>
  <inkml:trace contextRef="#ctx0" brushRef="#br0" timeOffset="145997.53">9491 14725 104 0,'0'-6'264'0,"0"-1"-25"0,0 3-26 15,0 1-27-15,0 3-16 0,0 0-25 0,0 0-16 16,0 14-12-16,-2 3-13 0,-2 6-15 0,0 4-8 15,0 2-8-15,2 2-8 0,-1 3-7 0,3 2-4 16,-4-2-10-16,4-1 0 0,-2-2-3 0,4 1 1 16,-1-2-9-16,2-3-5 0,0 0 2 0,-1-7-5 0,0-1 1 0,0-1-4 15,2-3-13-15,-2-4-26 0,0 2-21 0,-2-3-33 16,2-1-24-16,-1-2-46 0,-1-2-24 0,3 0-153 16,-3-5-345-16,0 0 152 0</inkml:trace>
  <inkml:trace contextRef="#ctx0" brushRef="#br0" timeOffset="146375.21">9918 15088 174 0,'0'0'290'0,"0"0"-16"0,0 0-18 31,-8 0-20-31,8 0-25 0,0 0-22 0,0 0-18 0,26-8-18 16,-3 4-18-16,9-1-8 0,6 3-18 0,17-6-7 16,5 1-11-16,4 3-30 0,5-2-9 0,28 2 5 15,-33 0-15-15,0-1-5 0,-4 3 3 0,-4-1-13 16,-2 0-3-16,-21 2 1 0,-1-1-2 0,-13 2-1 15,-1 0-3-15,-5-1-1 0,-6 1-4 0,1 0-3 16,0-3 0-16,-3 2-1 0,-5 1-9 0,9 0-15 16,-9 0-22-16,0 0-23 0,0 0-21 0,0 0-33 0,-23-4-34 15,14 2-38-15,-4 1-212 0,6-2-429 0,0 3 190 0</inkml:trace>
  <inkml:trace contextRef="#ctx0" brushRef="#br0" timeOffset="147060.79">11432 14625 94 0,'10'-4'157'15,"3"2"-26"-15,1 2-1 0,-1 0-14 0,6 5-7 16,-2 0-14-16,1 2 2 0,0 2-13 0,3 5 1 16,0 3-7-16,-7-3-13 0,1 8-2 0,-2 0-1 15,-3 2-3-15,-3 4-1 0,-1-2-2 0,-6 1-2 16,-6 4-9-16,-1-1 1 0,-7-2-10 0,-1 1 1 15,-3-3-2-15,1-1-2 0,-1-2-6 0,1 0 2 16,-4-3-4-16,7-7 6 0,0 2 5 0,-1-4 0 16,2 0-5-16,5-5 3 0,-1 2 9 0,4-3 4 0,0-2 13 0,1 1 22 15,2-2 22-15,-1 1 31 0,0 0 31 16,3-3 17-16,0 0-12 0,0 0-12 0,0 0-17 16,12-13-12-16,1 6-22 0,2-5-8 0,4 1-12 0,6-7-9 15,3 0-10-15,1-4-8 0,-1 1-3 0,12-11-7 16,-16 7-6-16,4 0-5 0,-1 0 0 0,-1 0-6 15,-5 0-1 1,-3 4-8-16,-5 8-4 0,-3 0 12 0,-2 3 6 16,-3 3-12-16,0 1 6 0,0 2-22 0,-2 2-14 0,-3 2-9 0,0 0-10 0,0 0 1 15,0 0-4-15,-8 19 8 0,-2-5 2 0,1 5 0 16,-3 1 1-16,4 6-3 0,-3-1 6 0,4 1 2 16,1-2 10-16,4 4-7 0,4-2 6 0,6 1-4 15,5-1-1-15,5-4-9 0,2-1-31 16,12-2-28-16,4-1-39 0,10 0-45 0,5-1-61 15,3-6-69-15,-2-1-278 0,3-4-613 0,1-5 271 16</inkml:trace>
  <inkml:trace contextRef="#ctx0" brushRef="#br0" timeOffset="147577.56">12728 14945 130 0,'0'0'224'0,"0"0"3"0,0 0 2 16,0 0-7-16,-6 0-11 0,6 0-16 0,0 0-21 15,0 0-22-15,0 0-5 0,25-7-25 0,-6 5-11 16,3-1-14-16,10-1-5 0,1 3-13 0,8-3-5 16,10-1-11-16,3 2-5 0,-2-1-7 0,2 1-6 15,-2 1-5-15,2-4-2 0,-12 3-9 0,-4-1 2 0,1 0-6 16,-2 1-8-16,-5-2-10 0,-12 0-5 0,3 1-15 0,-11 1-14 15,-1 1-18-15,-4-4-31 0,-2-1-24 0,-4 2-27 16,-4 0-24-16,3 5-15 0,-16-11-15 0,2 3-154 16,-8 1-362-16,2 3 160 0</inkml:trace>
  <inkml:trace contextRef="#ctx0" brushRef="#br0" timeOffset="147793.32">12995 14717 14 0,'0'-6'290'16,"-1"0"2"-16,1 4 13 0,0 2-29 0,0 0-23 0,-3-8-26 0,3 8-29 0,0-2-26 15,0 2-20-15,0 0-19 0,0 0-11 16,0 15-18-16,0 0-5 0,4 4-14 0,-4 10-4 16,4 3 2-16,-3 1-21 0,2 1 0 0,-2 12-9 15,5-12-1-15,-2 1-5 0,5 0-42 0,-5-1-46 16,1-1-64-16,-1 0-98 0,0-5-267 0,-2 0-509 15,1-11 225-15</inkml:trace>
  <inkml:trace contextRef="#ctx0" brushRef="#br0" timeOffset="149003.31">14044 14536 78 0,'18'-1'118'0,"5"0"-16"15,5 2-6-15,-6 0-3 0,-3 4-4 0,0 2-21 16,-2 0-1-16,-2 5-21 0,-2 1 17 0,-2 1-5 16,-2 4-12-16,-1 0-3 0,-5 2-1 0,-5-1-10 0,-3 8 6 15,-2 0 11-15,-4 2-9 0,-8-3 11 0,1 0-1 0,-2-1-1 16,-2 0-5-16,-1-2 4 0,0-1-1 0,0-2-1 16,1-2-1-16,7-5-4 0,0-1 5 0,-1 0-13 15,6-6-4-15,1 0 7 0,1 2 9 16,2-6 7-16,1 2 26 0,1 0 21 0,0-3 25 15,2 2 19-15,2-3 5 0,0 0-16 0,0 0-17 0,0 0-7 16,13-20-11-16,-1 7-11 0,8-4-11 0,1-4-6 16,2 0-6-1,1-4-6-15,2 2-5 0,0-4-4 0,7-7-11 16,-8 6-4-16,2 1-1 0,7-10-3 0,-13 12 1 16,2-1-10-16,-2 3 1 0,-5 2 1 0,-5 5-5 15,-5 7 10-15,1 0-6 0,-1-2-6 0,-1 8-9 16,-1-1-10-16,-4 4-16 0,6-5-18 0,-2 3 3 15,-4 2 1-15,0 0 1 0,0 0 3 0,-8 25 5 16,2-10 8-16,1 3 3 0,-2 6-6 0,1-5-2 0,2-1 3 0,3 7 1 16,1-5 4-16,1 2-1 0,3 1 7 0,5 2-1 0,-2-6 3 15,6 1-9-15,1-4-28 0,2-3-31 0,7 1-45 16,-4-4-63-16,6 1-67 0,-3-9-180 0,-3-1-464 0,0-2 205 16</inkml:trace>
  <inkml:trace contextRef="#ctx0" brushRef="#br0" timeOffset="149333.93">14580 14307 145 0,'0'-6'260'16,"1"0"-28"-16,-1 1-20 0,4 2-23 0,1 0-19 15,1 1-18-15,6 0-22 0,3 2-11 0,4 4-14 16,8 1 1-16,1 3-7 0,3 2-8 0,-3 1-11 16,-1 1-5-16,-3 3-6 0,-7-2-12 0,-2 1-5 0,-3 2-5 0,-2 0-6 15,-3 2-6-15,-3-1-3 0,-1 2 2 16,-5 1-4-16,-3-1-5 0,-1-2-3 0,-4 2 1 16,1-2-1-16,-3-2-2 0,1-2 0 0,4-2-4 15,0-4 2-15,1 1-5 0,2-3 4 0,1-1-5 0,-1-1-3 16,2 2 2-16,2-1-2 0,0-4-6 0,6 4-20 15,5-4-19-15,4 0-28 0,5 0-53 16,11-3-48-16,-1 2-56 0,-2-1-143 0,3-3-394 16,0 1 175-16</inkml:trace>
  <inkml:trace contextRef="#ctx0" brushRef="#br0" timeOffset="149750.18">13777 15187 61 0,'-5'0'179'0,"-3"3"2"0,8-3-10 0,-6 2-5 0,6-2-4 0,-6 1-7 15,6-1-8-15,0 0-9 0,-7 0-4 0,7 0-5 16,0 0 0-16,0 0 2 0,0 0 4 0,0 0-1 16,0 0-4-16,0 0-15 0,0 0-11 0,0 0-12 15,16-13-10-15,1 8-10 0,10-5-4 0,5 0-9 16,5 1-7-16,18-5-7 0,5 2-3 0,28-8-9 16,6 0 2-16,-5 2-5 15,2 0-2-15,3 1 3 0,6 2 3 0,1-1-1 16,1 0 2-16,-9 8-2 0,-29-2 1 0,2 0-7 15,-11 3-1-15,-18 0 0 0,-2 2 2 0,-6 1-8 16,-9 1-2-16,-10 3-3 0,4-2-2 0,-9 1 1 16,3-1-17-16,2 1-18 0,-10 1 5 0,0 0-15 0,0 0-12 15,0 0-20-15,-23 9-15 0,4-2-32 0,-8 0-38 0,-3 2-51 16,0 1-59-16,-2-2-168 0,3 1-462 0,-2 0 204 16</inkml:trace>
  <inkml:trace contextRef="#ctx0" brushRef="#br0" timeOffset="150129.07">14494 15211 98 0,'0'0'206'0,"0"0"-18"16,0 0-19-1,0 0-21-15,0 0-11 0,23-2-14 0,-13 5-11 16,8-2-16-16,1 5-8 0,-2-2-6 0,2 2-11 16,-4 1-8-16,1 2-9 0,-5-4-10 0,-1 4-1 15,-3 1-5-15,-1 0-8 0,-5 2-3 0,-1 6-4 0,-3 0 0 16,-6 9 1-16,-3-6-5 0,-3 4-4 15,0-5-1-15,-2-2 1 0,3-2-1 0,0-2-2 16,1-2 2-16,4 0-2 0,0-6 13 0,5 4-3 16,-1-6 9-16,-1 0 15 0,2-1 10 0,1-1 5 15,3-2-3-15,4 7-3 0,10-7-7 0,13 0-3 16,11-2-8-16,15-5-46 0,-1 0-77 0,7 2-107 16,0-8-174-16,-4 1-397 0,-2-5 176 0</inkml:trace>
  <inkml:trace contextRef="#ctx0" brushRef="#br0" timeOffset="151832.49">15988 14918 188 0,'0'0'199'15,"0"0"-14"-15,0 0-9 0,0 0-18 0,0 0-17 16,0 0-7-16,0 0-15 0,33-2-12 0,-5-1-9 15,4 2-13-15,19-3-10 0,5 3-6 0,2-2-27 16,2 1-41-16,3 1-50 0,-1-2-75 0,-8-3-144 16,-2 5-289-16,-13 0 127 0</inkml:trace>
  <inkml:trace contextRef="#ctx0" brushRef="#br0" timeOffset="152419.17">16904 14552 68 0,'5'-4'191'0,"0"-1"-16"0,3 5-17 16,2-3-21-16,-1 2-12 0,0 2-11 0,6 2-10 15,-2 2-16-15,4 2-8 0,-1 5-11 0,1 1-3 16,-3-1-9-16,3 9-5 0,-2 2-5 0,-5 0-6 16,-1 4-2-16,-2-2-3 0,-5 1-4 0,-4 1-2 15,-4 1-2-15,-1-2-5 0,-6 3 4 16,-2-3-1-16,-3 2 2 0,1-4 2 0,-3-2-2 0,2 2 1 0,-3-4 4 0,-2-3 2 15,9-5 5-15,-1-1 3 0,-1-2 1 0,5-2 8 16,2 0 7-16,4-3 10 0,-2 0 20 0,1-1 19 16,2-2 20-1,-1 2 30-15,5-3 16 0,-4 0-15 0,4 0-14 0,0 0-2 16,9-12-44-16,0 2 5 0,4-1-11 16,7-9-1-16,1 0-15 0,2-1-12 0,3-1 0 15,0-2-11-15,2-1 2 0,0-4-3 0,10-3-17 16,-13 10-4-16,1-2 9 0,-4 2-9 0,-2 1 6 15,-7 9-1-15,-1 1-1 0,-4 2-3 0,-1 2 4 16,-2 0-9-16,0 4-7 0,-1-1-3 0,-1-1-22 16,0 2-20-16,-2 1-4 0,-1 2-18 0,0 0 23 15,0 0-3-15,-7 17 1 0,3-6-8 0,-4 1 4 0,2 5 4 0,-1 1-8 16,2-1 9-16,0 1-5 0,1 0 5 0,3 2 0 16,2 0-11-16,4 0-11 0,3-1-52 0,6 2-32 15,1-4-49-15,8-1-55 0,3-3-71 0,-2-4-217 16,6-4-565-16,-2-2 250 0</inkml:trace>
  <inkml:trace contextRef="#ctx0" brushRef="#br0" timeOffset="152940.44">17700 14102 245 0,'0'0'236'0,"0"-6"-16"16,0 6-21-1,0-6-20-15,-1 2-19 0,1 4-17 0,0 0-15 0,-3-2-17 16,3 2-12-16,0 0-14 0,-9 6-5 0,0 4-8 16,-2 2-13-16,-1 4-7 0,-6 7-7 15,-2 2-6-15,3 3-6 0,-3 2-4 0,3-1-3 16,3 2-3-16,0-1-3 0,1-2-3 0,4 2 0 0,4-4-1 15,1 2-4-15,3-7 3 0,2 2-3 0,7-6 1 16,-3 4 11-16,4-3 19 0,5-2 11 0,0-1 9 16,4-7 1-16,3 4 3 0,-3-5-3 15,1-2-1-15,-3-3-2 0,-2-1-3 0,-3-2 3 0,1-4-7 0,0-2-3 16,-2 0-4-16,0-2-7 0,-5 1-6 0,-1-2-5 16,-4 1-10-16,-5-1-3 0,1-1-19 0,-11 0-5 15,1 2-15-15,-5 1-12 0,-7-1-12 0,-2 5-15 16,-4 3-14-16,0 1-19 0,-1 2-20 0,0 5-23 15,0 1-31-15,-1 1-53 0,1 3-162 0,6 3-416 16,4 3 184-16</inkml:trace>
  <inkml:trace contextRef="#ctx0" brushRef="#br0" timeOffset="153458.79">16565 15300 35 0,'-10'0'181'15,"10"0"-9"-15,-6 0-20 0,6 0-10 0,-7 0-12 16,7 0-12-16,0 0-13 16,-7 0-8-16,7 0-11 0,0 0-5 0,-7 1-1 15,7-1-1-15,0 0-5 0,0 0 4 0,0 0 7 16,0 0-2-16,0 0 10 0,0 0 10 0,0 0 11 15,0 0-4-15,0 0 6 0,0 0 2 0,0 0 1 16,0 0-13-16,14-8-13 0,8 2-12 0,9-2-7 16,21 0-6-16,2-4-7 0,11 5-7 15,34-9-6-15,-4 1-5 0,9 1-14 0,4 0 3 0,6 1 14 0,1-3-4 0,0 2 6 16,-14-1-6-16,-6 1 6 0,-29 5-5 16,-5-3-7-16,-3 2 2 0,-6 2-9 0,-20 1-1 15,0 2-3-15,-11 1-2 0,-5 0 0 0,-4 1-5 16,-2 1-3-16,-1 2-22 0,-3-3-26 0,-6 3-20 0,0 0-23 15,0 0-25-15,-31 4-26 0,5 0-37 0,-4 3-36 16,2-1-40-16,-2 2-218 0,-1 0-495 0,3 1 220 0</inkml:trace>
  <inkml:trace contextRef="#ctx0" brushRef="#br0" timeOffset="153919.79">17471 15316 148 0,'1'-4'223'0,"-1"4"-22"16,0 0-20-16,2-4-22 0,-2 4-16 0,1-3-16 16,-1 3-17-16,0 0-13 0,0 0-9 0,-11 8-13 15,4 2-6-15,-4 0-10 0,-3 6-3 0,-4 5-7 16,-1 4-7-16,1-1-5 16,1 3-2-16,-2-1-4 0,1 4-2 0,0-2-7 15,5 0 0-15,3-2-4 0,1 1 5 0,5-2-6 16,3-3-1-16,4-4 17 0,1 0 13 0,5-3 23 15,3 1 34-15,1-3 3 0,6-2-2 16,8-1 7-16,-4-2 1 0,7 0-3 0,-10-7 0 0,-1 0 14 16,-6-2 24-16,5 0 14 0,-7-2-5 0,1-2-14 15,-1-1-15-15,-4-1-18 0,0-3-10 0,-3 0-19 0,-4 0-22 16,-1-2-10-16,-9-2-20 0,-1 2-11 0,-13-3-18 16,-3 5-14-16,-2-1-23 0,-7 3-18 0,4-2-22 15,-4 5-25-15,-2 3-28 0,2-1-33 0,2 4-50 16,6-2-80-16,10 1-236 0,1 1-575 0,11-2 255 15</inkml:trace>
  <inkml:trace contextRef="#ctx0" brushRef="#br0" timeOffset="154336.15">18450 15097 104 0,'0'0'250'15,"0"0"-9"-15,-8 0-8 0,8 0-16 0,0 0-17 16,0 0-22-16,0 0-16 0,0 0-8 16,16-5-27-16,3 4-8 0,8-3-14 0,2 0-11 15,4 1-11-15,4 1-8 0,2 0-6 0,16 0-8 16,-3-1-8-16,-2 1-9 0,1-5-16 0,-14 7-20 15,-2-5-17-15,-5 2-25 0,-3 0-17 0,-8 1-17 16,-6-1-28-16,1-1-41 0,-9 3-31 0,-5-3-173 16,0-1-368-16,-8 2 163 0</inkml:trace>
  <inkml:trace contextRef="#ctx0" brushRef="#br0" timeOffset="154542.81">18725 14943 206 0,'1'-6'272'0,"0"-1"-4"0,1 3 0 16,-1-1-7-16,-1 2-13 0,1 0-32 0,-1 3-25 0,2-6-21 15,-2 6-15-15,3-2-26 0,-3 2-16 0,0 0-17 0,2 16-11 0,-2-3-6 16,0 3-7-16,-2 3-9 0,0 7-5 0,-1 3-7 16,1-1-3-16,0 1-3 0,1 0-1 0,0 0-4 15,-1-1-5-15,1 0-30 0,0-2-24 0,2 1-43 16,-2-7-37-16,3 4-47 0,1-6-64 15,0-3-237-15,1-2-485 0,2-4 214 0</inkml:trace>
  <inkml:trace contextRef="#ctx0" brushRef="#br0" timeOffset="154758.73">19505 14947 146 0,'3'-5'274'31,"1"1"-19"-31,-3 2-35 0,3-4-28 0,1 6-17 0,3-2-25 0,1-1-36 16,1 2-36-16,3 2-49 0,7 2-51 0,2-1-49 16,7 1-64-16,1 0-100 0,0-1-253 0,2 0 112 15</inkml:trace>
  <inkml:trace contextRef="#ctx0" brushRef="#br0" timeOffset="154905.81">20124 14904 26 0,'5'-3'259'0,"-1"-2"-26"0,6 1-20 0,-2-1-27 16,2 2-18-16,8-2-16 0,0 1-42 0,1 2-55 15,4 1-75-15,6-1-64 0,-1-1-133 0,3-1-234 16,1 3 104-16</inkml:trace>
  <inkml:trace contextRef="#ctx0" brushRef="#br0" timeOffset="155059.22">20702 14853 146 0,'2'-3'220'15,"5"0"-22"-15,3 1-25 0,1 0-16 0,8 0-36 0,3-2-44 16,5 3-43-16,5-1-50 0,3 1-40 15,3 0-120-15,-2-2-191 0,1 0 85 0</inkml:trace>
  <inkml:trace contextRef="#ctx0" brushRef="#br0" timeOffset="155190.74">21263 14815 25 0,'6'-1'236'16,"-1"-1"-5"-16,0-1 1 0,-1 3-1 0,0-2-4 16,0-1 4-16,-4 3-6 0,6-4-16 0,-3 1-21 15,0 1-16-15,0-2-17 0,0 0-20 0,0 3-33 0,3-5-46 0,-1 6-48 16,1-4-59-16,0 2-58 0,1-2-74 0,-2 0-204 15,5 0-419-15,-5 0 185 0</inkml:trace>
  <inkml:trace contextRef="#ctx0" brushRef="#br0" timeOffset="155660.91">21300 13764 109 0,'10'2'197'0,"6"1"-10"15,10 12-14-15,7 3-4 0,17 10-16 0,4 10-4 0,20 20-8 16,-1 3-1-16,-7 7-2 0,1 7-14 0,-7 7 0 16,-7 3-8-16,-4 7-15 0,-11 9-10 15,-7 9-4-15,-13 3-6 0,-9 4-9 0,-4-2-8 0,-20-8-16 16,-10-7-12-16,-12-7-2 0,-6-7-1 0,-17-5-4 16,-13-12-2-16,-18-5-1 0,-14-5-3 0,-15-7-21 15,-19-3-27 1,-25-4-37-16,-14-5-84 0,-13-1-262 0,-17-6-440 15,-20-14 196-15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4:57:10.44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3369 2038 36 0,'0'0'45'16,"0"0"-8"0,0-4-2-16,0 4-15 0,0 0 4 0,1-5-1 0,-1 5 7 15,-1-4-8-15,1 4 4 0,0 0-1 0,1-4 13 0,-1 4 8 16,2-4-5-16,-2 4 22 0,1-3 10 0,-1 3 11 16,0 0 5-16,1-4 3 0,-1 4 2 0,0-5 4 15,0 5 8-15,0 0-5 0,0-3 11 0,0 3-3 16,2-5-2-16,-2 5 1 0,0-5-2 0,0 1-7 15,0 4-1-15,0-4-7 0,0 4-6 0,-2-6-7 16,2 6-8-16,0-7-1 0,0 7-8 0,2-3-8 16,-2 3 0-16,-2-6-8 0,2 6-5 15,0 0-9-15,0 0-3 0,0 0-5 0,-1-5-7 16,1 5-10-16,0 0-10 0,0 0 0 0,0 14-2 0,0-5 2 16,0 7 1-1,-3 0-1-15,2 2 5 0,1 0-2 0,-2 6 3 16,-1 2-3-16,3-8 0 0,-1 6 3 0,1-6-4 15,-2 3 4-15,2-4-1 0,2 0-1 0,-1 0 3 16,-1-6-3-16,0 1 3 0,0-1 2 0,0-5-5 16,1 0 3-16,-2 1-2 0,2-2 2 0,-1 0 0 0,0-5 1 0,-1 10 0 15,1-10 3-15,0 6 2 0,0-6 1 0,0 0-1 16,1 5-3-16,-1-5 2 0,0 0-5 16,0 0-12-16,0 0-15 0,0 0-12 0,0 0-18 15,0 0-13-15,0 0-13 0,0 0-3 0,0 0-4 0,0 0-131 16,0 0-139-16,11-26-385 0,-6 17 170 15</inkml:trace>
  <inkml:trace contextRef="#ctx0" brushRef="#br0" timeOffset="300.41">3605 1988 125 0,'0'-5'291'0,"3"2"-12"0,-3 3-18 16,0-7-12-16,0 7-17 0,1-3-28 0,-1 3-18 15,0 0-23-15,0-6-15 0,0 6-21 0,0 0-22 16,0 0-15-16,0 0-7 16,0 0-15-16,-1 15-10 0,1-4 0 0,0 0-12 15,-4 5 10-15,2 2-15 0,-1 0-4 0,-1 2-2 0,3 8-6 0,-1-9-2 16,0 4-4-16,0-2 1 0,0-1-1 0,0-3-2 16,1 1-3-16,-2-1-2 0,2-2 0 0,-2-7 1 15,3 3-16-15,0 1-18 0,0-6-14 16,0 1-14-16,-1-2-9 0,2 0-7 0,-1-3 2 15,-1 3-4-15,1-5-1 0,0 0 4 0,0 0 4 16,0 8 3-16,0-8-5 0,0 0-3 0,0 0-128 16,0 0-192-16,-5-22-413 0,3 11 182 0</inkml:trace>
  <inkml:trace contextRef="#ctx0" brushRef="#br0" timeOffset="531.76">3428 2160 114 0,'0'0'108'0,"-7"-2"-4"16,7 2-9-16,0 0 8 0,0 0-8 0,0 0-11 0,0 0 0 16,0 0-17-16,0 0 2 0,0 0-10 0,0 0 12 15,0 0 3-15,35-1 8 0,-13 1 1 0,0-2-2 0,7-1-4 16,-1-1-7-16,0-1-8 0,-1 2-5 0,-7 1-9 16,-2 1 0-16,0 1-4 0,-5-2-7 0,-3 4-1 15,-1-2-6-15,0-2 0 0,-5 2-3 0,1-2-6 16,-5 2-1-16,0 0-5 0,13-2-20 0,-13 2-19 15,0 0-21-15,0 0-16 0,0 0-20 0,9-1-26 16,-9 1-37-16,0 0-111 0,0 0-276 16,0 0 122-16</inkml:trace>
  <inkml:trace contextRef="#ctx0" brushRef="#br0" timeOffset="735.03">3956 2203 75 0,'0'0'337'0,"0"0"-11"15,0 0-17-15,-4 7-19 0,4-7-26 0,0 0-33 16,0 0-20-16,0 0-18 0,0 0-49 0,0 0-38 16,0 0-47-16,0 0-61 0,0 0-57 0,0 0-62 15,0 0-64-15,0 0-178 0,0 0-394 0,16-12 174 16</inkml:trace>
  <inkml:trace contextRef="#ctx0" brushRef="#br0" timeOffset="1102.31">4190 1951 367 0,'0'0'378'0,"-2"-9"-20"0,2 9-26 0,-1-8-20 16,1 8-30-16,0-7-19 0,0 7-25 0,-1-4-30 0,1 4-20 0,0 0-34 15,0 0-19-15,0 0-25 0,0 0-40 0,0 0-19 16,0 0 2-16,0 0-14 0,-3 16-2 0,2-4-8 16,1 6 0-16,-2 0-4 0,1 0-3 15,0 8 1-15,-2-1-4 0,1 1 2 0,2-6-8 16,-1 7 6-16,-1-1-4 0,2-6-1 0,-1-2-1 15,0-1-3-15,1-3 7 0,0-2-8 0,0-2-1 16,0-2 1-16,0 2-2 0,0-5-2 0,1-1 0 0,-1-4 1 16,-1 9 0-16,1-9 0 0,0 0 0 15,-1 6 2-15,1-6-10 0,0 0-16 0,2 5-13 0,-2-5-21 0,0 0-20 16,0 5-26-16,0-5-25 0,0 0-37 0,0 0-36 16,0 0-28-16,0 0-267 0,0-22-531 0,1 14 235 15</inkml:trace>
  <inkml:trace contextRef="#ctx0" brushRef="#br0" timeOffset="1470.16">4399 2133 55 0,'-5'4'181'0,"-2"5"-9"0,-4 4-17 16,0 2-16-16,-6 5-8 0,-1 0-14 0,4 1-12 15,0-5-9-15,-4 3-7 0,6-4-9 0,1-3-8 0,2-2-3 0,1-3-13 16,3 0 3 0,0-3-9-16,2 1-2 0,-1-1 30 0,0-2 31 0,0 1 28 15,4-3 24-15,0 0 28 0,0 0 18 0,-9 3 10 16,9-3-3-16,0 0-24 0,1-12-19 0,2 2-18 16,1 2-18-16,-1-3-20 0,4 0-10 0,-1 1-16 15,4 0-13-15,-2 1-8 0,1 1 2 16,2-4-13-16,-1 5-12 0,0-2-7 0,1 4-9 15,-2 0-20-15,4 3-4 0,1-1-13 0,-1 3-4 16,1 3-10-16,5 1-3 0,2 1-12 0,-1 3-13 16,-1-4-15-16,2 3-13 0,0-1-23 0,-3 3-23 0,0-4-24 0,1 3-22 15,-2-6-21-15,-5 3-22 0,0 1-15 16,-2-3-5-16,0 0-7 0,-3-4-160 0,-7 1-432 16,9-4 191-16</inkml:trace>
  <inkml:trace contextRef="#ctx0" brushRef="#br0" timeOffset="1736.75">4625 2269 1164 0,'0'0'-44'0,"-1"-15"30"0,1 2 23 0,-4-3 12 16,0 0 24-16,0-2 4 0,2 1 19 0,-3-9 5 15,1 7 21-15,-4-7 5 0,5 0 15 0,-3 1 15 16,0 2 18-16,5 6 11 0,-3-2 5 0,2 7 10 16,-1-3-4-16,2 3-1 0,-2 3-1 0,3 1-11 15,-1 2-19-15,1 2-15 0,0-1-23 0,0 5-17 0,-3-5-23 0,3 5-17 16,0 0-11-16,0 0 1 0,0 0-6 16,-1 22-1-16,2-9-5 0,-1 5-2 0,0 2 4 15,0-1-2-15,0 1-6 0,0 3-3 0,3 5 4 16,-2-5-2-16,2-3 4 0,-2 0-7 0,4 4 12 15,-4-6-9-15,3-2-4 0,-4-4-1 0,2-1-5 16,0-1 4 0,-1-5 0-16,-1 0 4 0,0 2 2 0,0-7 0 0,1 5-1 0,-1-5 3 15,2 8 3-15,-2-8 4 0,0 0 4 0,0 0 17 16,0 0-15-16,0 0-4 0,0 0-9 0,0 0-66 16,0 0-53-16,0 0-62 0,0 0-78 0,5-29-84 15,-4 17-229-15,0-5-603 0,2 0 267 0</inkml:trace>
  <inkml:trace contextRef="#ctx0" brushRef="#br0" timeOffset="1909.14">4665 1914 105 0,'0'0'291'0,"-6"3"-20"0,6-3-21 15,0 0-25-15,0 0-24 16,0 0-18-16,0 0-23 0,0 0-19 0,0 0-12 15,-2 3-41-15,2-3-35 0,0 0-46 0,12 7-64 16,-6-4-83-16,-2-2-179 0,-4-1-343 16,9 3 152-16</inkml:trace>
  <inkml:trace contextRef="#ctx0" brushRef="#br0" timeOffset="2675.55">2982 2585 65 0,'0'0'190'0,"0"0"-8"0,0 0-11 16,0 0-5-16,0 0-14 0,0 0-11 0,0 0-12 15,0 0-8-15,0 0-15 0,0 0-9 0,0 0-7 16,0 0-12-16,0 0-10 0,0 0-8 0,-4 3-4 16,4-3-9-16,0 0-4 0,0 0-6 0,0 0-1 0,0 0-5 15,0 0-3-15,0 0 1 0,0 0-9 0,0 0 7 16,0 0-10-16,18 2 2 0,0-1-1 0,9-2-1 15,10-1 8-15,23-1 3 0,38-6 2 0,8 1-6 16,13-4 6-16,14 2 1 0,9 0 12 16,-7-1 12-16,6-1 6 0,7-3 4 0,-1 3 0 15,-8 2 2-15,-5-2-6 16,-11 3-5-16,-13 1-1 0,-19-2 0 0,-30 4 2 16,-11-2 8-16,-14 5 7 0,-4-1 6 0,-5-3 19 15,-10 4 19-15,-2 1 12 0,-4 1 14 0,-2 0 5 16,0 0-2-16,-3 1-8 0,-2-3-10 0,1 2-9 15,-5 1-14-15,0 0-17 0,8-3-34 0,-8 3-34 16,0 0-46-16,5 0-58 0,-5 0-58 0,0 0-78 16,0 0-64-16,0 0-74 0,0 0-235 0,0 0-644 0,-19 7 285 0</inkml:trace>
  <inkml:trace contextRef="#ctx0" brushRef="#br0" timeOffset="3535.41">6892 1970 144 0,'4'-1'255'0,"-4"1"-16"15,0 0-20-15,0 0-26 0,4-3-12 0,-4 3-26 16,0 0-18-16,0 0-16 0,0 0-29 0,0 0-15 15,0 0-7-15,-8 10-8 0,-1-3-3 0,-7 1-7 0,-2 4-2 0,-7 2-8 16,0 0-5-16,-2 3 2 0,-1-2-9 0,1 2-1 16,0-3-2-16,4 1-4 0,-4 4-4 15,8-9 0-15,-2 9-1 0,6-5-5 0,0-1 3 0,4 1-3 16,-1 1-2-16,2-3-4 0,4-2 2 0,2-1 0 16,0 1 0-16,0-3-5 0,7 3 3 0,-2-2 0 15,4 0 0 1,3 0 5-16,3 0-2 0,7 2 0 0,8 2-1 15,2-3-3-15,1 1 2 0,0-2-1 0,2 0-4 16,1-1 2-16,-3 3-6 0,1-2 7 0,-5-1 0 16,-8-1-2-16,2 2-3 0,-9-5 1 0,1 4-21 15,-2-3-6-15,-3-3 0 0,-2 4-1 0,-2-3 4 16,-2 5 9-16,0-7 4 0,-12 8 3 0,0 0 0 16,-6-4 0-16,-3 4-1 0,-6-2 3 0,-4 2 1 0,7-1 2 15,-6-3-1-15,10 1 4 0,-15 0-5 0,7-2 1 0,8 1 3 16,2-1-2-16,4-1 1 0,2 1-11 15,0-2-9-15,3-1-34 0,2 1-41 0,7-1-57 16,0 0-31-16,0 0-134 0,0 0-342 0,0 0 152 16</inkml:trace>
  <inkml:trace contextRef="#ctx0" brushRef="#br0" timeOffset="3910.49">7303 2305 92 0,'-11'2'133'0,"3"0"-15"0,8-2-12 0,-11 5-15 16,2-2-8-16,3 2-9 0,-2 3 0 0,-3-2-15 16,3 4-4-16,0-1-6 0,2-1-1 0,-2 2-5 15,3 1-9-15,0-1 14 0,1 0 2 0,3 0-2 16,-1-1 0-16,4 3 4 0,-1-7-3 0,4 5-3 15,0-5 10-15,4 2 3 0,0-2 2 0,1-2-4 16,4-2 11-16,-2 0 2 0,7-1 7 0,-5 0 9 16,-3-2 19-16,1-1 21 0,-3 0 31 0,-4 1 5 15,4-3 6-15,-4 1-5 0,-1 0-12 0,1-4-4 16,0 2-11-16,0-1-11 0,-1-1-8 0,-1-3-15 16,-2 5-11-16,0-3-17 0,-1 2-14 0,-1 0-41 15,0 0-14-15,-2 1-34 16,2-1-28-16,-7 3-33 0,3-4-39 0,-1 6-46 15,-2-1-68-15,-2-1-65 0,1 0-161 0,9 4-508 16,-16-1 226-16</inkml:trace>
  <inkml:trace contextRef="#ctx0" brushRef="#br0" timeOffset="4289.76">7532 2464 65 0,'0'0'244'0,"0"0"-25"16,0 0-18-16,0 0-13 0,0 0-11 0,22-7-9 16,-17 3-9-16,4 0 2 0,1-4-6 0,2 2-1 15,1-6 5-15,-2 0-2 0,5-1 4 0,-3 1-7 16,7-9-8-16,-6 4-2 0,5-5-15 0,-4-4-7 15,2-3-7-15,-2 0-10 0,-1 0-18 0,0-3 0 16,-1 2 2-16,0 0-13 0,-7 1-9 0,2 1-1 16,-3 3 5-16,-1 5-3 0,-3 4 13 0,-1 1-8 0,0 3-8 0,-1 2-7 15,-3 0-10-15,2 5-10 0,-1-2-13 16,-2 2-20-16,-3 1-15 0,0 4-8 0,8 0-4 16,-23 7-9-16,8 5-5 0,-7 5 10 0,3 5-5 0,-4 4 3 15,1 3 7-15,5 4-18 0,-5 10-11 0,4 5-12 16,4-3-12-16,10-11-4 0,-1 0-5 0,6-2-23 15,7-3-23-15,2 1-21 0,2-5-32 0,4-5-33 0,6-3-55 16,-4-8-168-16,2-1-474 0,7-5 210 0</inkml:trace>
  <inkml:trace contextRef="#ctx0" brushRef="#br0" timeOffset="4675.03">7964 2254 222 0,'0'0'283'0,"0"0"-29"0,0 0-29 0,0 0-27 0,-7-3-17 16,7 3-22-16,0 0-17 0,0 0-16 0,0 0-13 16,3 14-15-16,0-9-10 0,3 1-9 0,-2 6-6 0,1-3-7 0,0 1-5 0,3 7-8 15,-3-2-5-15,3 1-7 0,-2 1 0 0,1 0-8 16,-5 0 5-16,5-2-11 0,-6-1-2 15,5-2-2-15,-3-2-3 0,1 0 0 0,-3-5-2 16,0 2 1-16,2-2 14 0,-3-1 33 0,0-4 45 16,0 0 50-16,1 8 51 0,-1-8 35 0,0 0 46 15,0 0 28-15,0 0 8 16,0 0 0-16,0 0-39 0,0 0-25 0,9-17-23 16,-3 7-25-16,-1-1-23 0,2-4-20 0,1-2-20 15,-2 0-16-15,3 4-10 0,1-11-26 0,-2 8-12 16,1 1-16-16,-3 0-25 0,2 1-39 0,-2 4-44 15,-1 1-44-15,4 3-47 0,-5-1-50 0,1 1-49 16,2 3-56-16,5 1-37 0,-12 2-30 0,18-3-34 16,-4 2-42-16,-2 1-348 0,-2 0-833 0,3 3 369 0</inkml:trace>
  <inkml:trace contextRef="#ctx0" brushRef="#br0" timeOffset="5075.72">8367 2396 158 0,'0'0'250'0,"0"0"7"0,-3 5 4 16,3-5 3-16,0 0-13 0,0 0-12 0,0 0-25 15,0 0-25-15,0 0-17 0,23-10-15 0,-11 8-7 16,-1-3-14-16,7-2-10 0,1 0-10 0,8-3-1 16,-5 2 3-16,-4-1-15 0,9-4-6 15,-2 0-10-15,-5 3-8 0,3-2-4 0,-6 0-7 16,-2-1-2-16,1-1 0 0,-7 5 15 0,1 1 8 0,-5 4 10 0,-1-1-7 15,-1-1-14-15,-3 6-15 0,0-10-7 0,0 10-9 16,-11-4-12-16,0 2 2 0,-2 2-12 0,-9 2-8 16,-1 8 0-16,-2 1 2 0,6 0-9 0,2 0 1 0,-6 6-9 0,3 0-5 31,7-2-19-31,3 3-8 0,2 0-11 0,3 2 8 0,2-1-7 0,7-2 8 0,5 2 11 16,10 1-1-16,4-3 9 0,6 0 19 0,20-4 16 15,3-2 13-15,2-4 6 0,3-2 5 0,2-2 10 16,-1-3 5-16,-17 0 5 0,-4-1 7 0,-5-2 15 15,-9 2 28-15,-7-2 27 0,-2 1 20 0,-2 0 14 16,-1 1-1-16,-11 1-11 0,13-4-10 0,-8 3-14 16,-5 1-20-16,0 0-35 0,13-2-40 0,-13 2-55 15,0 0-75-15,0 0-82 16,8-2-94-16,-8 2-113 0,0 0-532 0,0 0-979 16,0 0 433-16</inkml:trace>
  <inkml:trace contextRef="#ctx0" brushRef="#br0" timeOffset="8027.06">11159 2256 232 0,'-4'-3'274'0,"4"3"-12"0,-1-4-16 16,1 4-18-16,-1-5-21 0,1 5-21 0,0 0-25 15,2-5-15-15,3 3-16 0,-5 2-16 0,10-2-10 16,-3 3-21-16,4 2-13 0,1 2-8 0,5 2-9 16,0 1-7-16,1 3-5 0,-1 2-4 0,6 1-5 0,-4 8-4 0,-4 1-1 15,-1 0-2-15,-2 4-4 0,-1 1-1 0,-2 1 0 16,-6 1-3-16,-2 1-4 0,-2-2 1 0,-2 1 1 16,-6 0-4-16,2-4 0 0,-1 2-2 0,-7-4-2 15,0 0 3-15,3-7-3 0,2 2 3 0,-3-4-2 16,0-1-3-16,0-4 1 0,5 1 3 0,1-4-4 15,-1 0 3 1,3-2 5-16,-1-1 8 0,0-1 12 0,4 1 28 16,-3-1 26-16,5-3 39 0,-4 3 26 0,4-3-1 15,0 0-9-15,0 0-13 0,0-13-12 0,4 1-17 16,6-4-12-16,4-9-13 0,4-1-2 0,1-2-21 16,15-12-4-16,-2-3-19 0,2-1-4 0,-5 5 5 15,3 0-4-15,0-2-3 0,-10 15-9 0,0-4-3 16,1 4 4-16,-3 2-4 0,-3-1 13 0,-8 9 4 0,3 2 9 0,-3 5-1 15,-2-4 4-15,-2 7-8 0,0-1-2 0,-1 2-7 16,-2 2-25-16,-2 3-27 0,4-4-30 0,-4 4 8 16,0 0 3-16,0 17 2 0,-2-7 12 0,-5 10 4 15,-2 8 11-15,0-1-6 0,0 6 3 0,-1 1 1 16,3-2 7-16,4-1-2 0,-1 1 6 16,2-1-1-16,3-4 5 15,0 1-2-15,6-5-12 0,-1-4-8 0,4-2-22 16,3-3-21-16,1-2-36 0,5-4-50 0,0 1-49 15,12-7-85-15,-8-2-300 0,8-4-639 0,-7-3 284 16</inkml:trace>
  <inkml:trace contextRef="#ctx0" brushRef="#br0" timeOffset="8628.59">11689 1910 133 0,'-4'-2'311'16,"4"2"-28"-16,-4-2-15 0,4 2-30 16,-3-3-21-16,3 3-26 0,0 0-21 0,0 0-16 0,0 0-20 15,0 0-12-15,0 0-18 0,0 0-14 0,0 0-8 16,0 0-9-16,0 0-7 0,0 0-10 0,0 0-3 0,2 14-5 15,2-11-6 1,-3 2-5-16,3 0-2 0,-3-1-4 0,2-1-5 16,2 2-1-16,0 2-3 0,0-3 2 0,4 2 0 0,4-1 0 0,6 0 1 15,-1-1-5-15,11 2 2 0,1-1 0 0,2-4-3 16,-2 2-2-16,1-3-4 0,-3 3 1 0,-9-3-3 16,1 2-3-16,-8 0-1 15,0-1 1-15,-3 0-5 0,-2-1-4 0,-1 3-10 16,-1 0-1-16,-4 1 5 0,-1 1-2 0,-4 0 2 0,-2 4 3 15,-2-1-2-15,-7 6 5 0,-2-2-3 0,-2 5 4 16,-3-2-3-16,2 2 2 0,6-5-1 16,1 2 3-16,1-3-1 0,2-2-2 0,5 0 6 15,-3-3-6-15,3-1 10 0,0 1-8 0,1 1 2 16,3-1 1-16,-1-2-3 0,2 1 9 0,0-5 7 0,7 10 7 0,-2-8 5 16,3 1-4-16,4 1 0 0,1-3 0 0,4 3-6 15,4-4 2-15,-1 0-41 0,1 0-49 0,-1 0-75 16,9 0-101-16,-11-4-241 0,0 0-529 0,-1-2 234 15</inkml:trace>
  <inkml:trace contextRef="#ctx0" brushRef="#br0" timeOffset="9645.45">11919 1923 140 0,'-14'0'160'0,"0"2"-12"0,-6 4-21 0,-6 7-5 16,-1 4-20-16,-2 5-5 0,-11 12-12 0,-1 6 2 15,-19 24-12-15,4 7 4 0,0 3-8 16,-3-5 11-16,4-1-6 0,21-19-1 0,2 0-8 16,1-6 6-16,3 1-5 0,10-15-3 0,0 2-9 15,3-4-4-15,2-1 1 0,0-6-16 0,3-3 5 0,4-5-1 16,-1-4-5-16,5 1-7 0,-2-2 2 0,0-1-3 0,1-2 7 16,0 0 33-16,1 0 16 0,0 0 12 0,2-4 0 15,-4 2 4-15,4-2-18 0,-3 3-11 0,3-3-4 16,0 0-45-16,0 0-61 0,-10-5-59 0,10 5-73 15,-10-7-84-15,1 2-139 0,4-3-426 0,0 1 188 16</inkml:trace>
  <inkml:trace contextRef="#ctx0" brushRef="#br0" timeOffset="10068.12">12001 2053 98 0,'-28'7'178'0,"-3"2"-21"0,-6 4-7 0,-8 9-18 0,-4 9-10 15,-3 5-13-15,-18 23-5 0,4-1-14 0,4 2-9 16,15-16-5-16,-13 19-4 0,19-20-10 0,4 0 2 0,5 1-13 15,12-15-5-15,-2-2-3 0,12-1 0 0,3-1 1 16,7-10 5-16,0-1 0 0,4 0-1 0,5-8-1 31,13 3 1-31,7-7-6 0,8-4 0 0,19-7-10 0,1-1 3 0,-5-7-9 16,-1-3-4-16,-1 1-1 0,-5-8-4 0,1-1 6 16,-17 6-9-16,0-5-1 0,3-10-4 0,-14 8 1 15,-4 1-6-15,-5 0 3 0,-6-1 2 0,-6 10 9 16,-2-6-5-16,-4 8 4 0,-12-4 1 0,-2 7-6 15,-5 3 1-15,-3 3-4 0,-1 6 3 0,-4 2-6 16,4 6 5-16,-5 2-2 0,0 4-3 16,-10 10 6-16,12-5-17 0,7 6-37 0,1-1-59 15,13 2-60-15,4-3-195 0,11-2-386 0,12-7 170 16</inkml:trace>
  <inkml:trace contextRef="#ctx0" brushRef="#br0" timeOffset="10955.77">12756 2302 32 0,'4'-5'228'15,"2"1"-26"-15,-2-1-23 0,1 4-14 0,4-1-19 16,4 0-9-16,0 2-11 0,-3 0-5 0,4 2-13 16,4 1-8-16,0 4-11 0,0 1-5 0,-2 2-11 15,7 6-3-15,-9-6-12 0,0 4-3 0,-2 2-3 16,-1 0-8-16,-2 2-1 0,-1 0-31 0,-3 1 3 0,-2-1-6 0,-2 8 1 16,-1-9-2-16,-1 1 2 0,-2-1-1 0,-2 0 4 15,-3 0 7-15,3 0 5 0,-5-2-5 16,1 0 4-16,-3 2 4 0,1-5-1 0,-3 2 1 15,0-2-5-15,2 0 1 0,2-4-4 0,-1 1 1 16,3-1-3-16,-1-1 0 0,0 0 2 0,2 0-10 16,3-2 2-1,-1-2-5-15,1 0 0 0,1-1-1 0,1 2 4 0,-2-1-5 16,4-3 6-16,-4 5-3 0,4-5 17 0,-4 0 31 16,4 0 25-16,0 0 33 0,-5 2 10 0,5-2 32 15,0 0 31-15,0 0 30 0,0 0 21 0,0 0-23 16,4-12-17-16,1 5-18 0,5-8-28 0,0-2-14 15,8-7-14-15,2-2-14 0,10-13-12 0,6 3-13 16,-10 9-7-16,0 0-7 0,1 2-9 0,-1 2-9 0,-5 1-4 16,0 3-5-16,-5 5-5 0,-4 1-5 0,-3 5 0 0,1 1 6 15,-3 0-4-15,-2 2-4 0,-1 1-2 16,-1 1-7-16,2 2-9 0,-1-2-9 0,-4 3-19 16,4-4-27-16,-4 2-30 0,0 2-19 0,0 0 13 15,1 13 2-15,-5-2 15 0,-2 7 1 0,-7 8 8 16,1 2 0-16,-2 2 9 15,1-1 10-15,0 0 1 0,1-2-1 0,2 2 11 16,3-5-5-16,3-4 8 0,0-2 3 0,4 0 3 16,3-6 0-16,2 4 1 0,3-6 10 0,8 3-11 0,11-4-29 0,6-4-51 15,5-2-69-15,20-3-82 0,-3-7-89 0,-2-3-337 16,5 0-723-16,-9-3 320 0</inkml:trace>
  <inkml:trace contextRef="#ctx0" brushRef="#br0" timeOffset="11486.21">13462 2014 137 0,'3'-4'334'16,"0"-1"-14"-16,-2 2-33 0,3 1-25 0,-2-1-30 15,-2 3-25-15,3-4-26 0,-3 4-21 0,0 0-14 16,7-1-19-16,-7 1-14 0,7 6-15 0,-3-2-9 15,-2 2-13-15,1 0-6 0,0 4-5 0,-3 0-7 16,0 7 6-16,-3-1-16 0,0 1 2 0,0 1-12 0,-5 0 1 16,2 7-1-16,-1-8-5 0,1-2 2 0,0 1-3 15,2-4-7-15,1-4-2 0,-1 2-6 0,2-3 2 16,2-1-4-16,-3-1 2 0,6 0-1 0,-3 0-1 16,0-5 7-16,6 5 23 0,7-2 18 0,4-1 2 0,3-4-3 15,8 2-6-15,3-3 5 0,3-1-23 16,2-2 7-16,-3-1-7 15,3 0 1-15,0 2-6 0,-4 0-2 0,-2-2-5 16,-2 2 3-16,-10 1-9 0,-4 1 2 0,-2 1-1 16,-2-1-5-16,-2 1 3 0,-2 0-3 0,-2 1 6 15,1 0-12-15,-5 1-10 0,8-1-20 0,-8 1-19 16,0 0-12-16,0 0-18 0,0 0-28 0,-9 11-43 16,1-3-33-16,-2-3-66 0,5 2-43 0,-4 1-248 15,1 1-573-15,3-6 254 0</inkml:trace>
  <inkml:trace contextRef="#ctx0" brushRef="#br0" timeOffset="12187.69">14150 2351 98 0,'0'-7'310'0,"2"-1"-15"0,-4 3-13 0,2 0-12 31,0 0-19-31,0 1-20 0,0 4-28 0,0-8-16 0,0 6-23 16,0 2-20-16,2-4-18 0,-2 4-16 0,0 0-14 16,0 0-8-16,0 0-7 0,0 0-12 0,6 10-4 15,-5-6-12-15,4 3-4 0,-4 0-10 0,5 1-5 16,-3 1-6-16,1-1-3 0,1 0-4 0,1-2 0 15,-1 0-1-15,0-1-4 0,1 0 0 0,1-2 0 16,-2-1-3-16,3 1 1 0,0-3 0 0,-1 0-2 0,0-2 7 0,2-1-11 16,-2 0 3-16,-1-2 9 0,-2 0 6 0,6-2-1 15,-4-2 14-15,2 4 5 0,1-2 7 16,0 1 3 0,-4-2 3-16,0 4 4 0,-1 0 7 0,0-2 0 0,-1 3-8 15,-3 3-12-15,5-4-14 0,-5 4-7 0,6-6-24 16,-6 6-10-16,0 0 3 0,5 10-5 0,0-1 0 15,0 6 1-15,-1 3 1 0,-2 9-2 0,1 3 1 16,4 5-1-16,-4 10 7 0,1 3 0 0,-4-2 1 16,-1 3 0-16,-2-1-1 0,0 0-1 0,-5-2 9 0,3-12-3 0,-4 13-2 15,2-14 7-15,-4 2-6 0,2-1 4 0,-4 14 2 16,-1-13-3-16,-4-5 0 0,0 1 0 0,1-9 0 16,-1 0 6-16,2-8-1 0,2 0-2 15,-2-6 3-15,-2-1 4 0,-1-3 1 0,-3-4-6 16,3-1 3-16,-3-4-6 0,-5-4 21 0,8 0 24 0,-3-6 34 15,6 2 30-15,-1-7 20 0,4-2-3 0,4-7-4 16,7-2-11-16,4-5-12 0,13-13-24 16,7-4-27-16,23-20-17 0,-12 23-14 0,26-23-4 15,0 10-2-15,-14 20-11 0,2-1 1 0,18-12 4 16,-14 22-7-16,-4 3 1 16,3 4 4-16,-5-1 2 0,-13 11 0 0,3 1 3 15,-9 2 6-15,-7 5 8 0,-2 0 4 0,-7 3-2 16,-1 2 0-16,-1-3-6 0,-1 5-3 0,0-2-6 15,-2 3-11-15,-1 0-22 0,0-1-16 0,-4 2-28 16,0 0-20-16,0 0-17 0,0 0-27 0,0 0-35 16,-22 8-20-16,9-4-24 0,-1 1-23 0,-4 2-25 0,5-2-34 15,1 0-40-15,-4 2-283 0,2-3-658 0,2-1 291 16</inkml:trace>
  <inkml:trace contextRef="#ctx0" brushRef="#br0" timeOffset="12503.82">14940 1997 42 0,'4'-2'320'0,"-3"0"-12"0,3 0-24 16,-4 2-28-1,2-3-27-15,-2 3-24 0,4-3-24 0,-4 3-25 0,0 0-30 16,0 0-12-16,0 0-12 0,-6 12-12 0,2-4-4 16,-5 4-9-16,-4 1-22 0,1 3-29 0,1-2-31 15,-5 10-32-15,3-9-35 0,-2 6-33 0,6-3-39 0,0-1-46 0,-1-3-161 16,4-4-380-16,4-4 168 0</inkml:trace>
  <inkml:trace contextRef="#ctx0" brushRef="#br0" timeOffset="12688.7">15189 2024 7 0,'0'-2'319'0,"5"-1"-31"0,-5 3-23 0,5 0-38 0,-5 0-22 15,0 0-22-15,0 0-22 0,-5 17-9 0,-5-1-13 16,1 7-10-16,-6 3-10 0,2 4-10 0,-5 3-16 16,0 8-43-16,0-9-53 0,3 0-82 15,0-4-94-15,-2-3-185 0,2-4-393 0,3-6 174 0</inkml:trace>
  <inkml:trace contextRef="#ctx0" brushRef="#br0" timeOffset="14777.34">15558 2766 42 0,'-15'1'195'16,"3"2"-19"-16,2-2-7 0,5 0-9 0,-3-1-13 16,3 2 6-16,5-2-11 0,-10 1-3 0,10-1-7 15,-6 0 3-15,6 0-12 0,0 0-5 0,-8 1-7 0,8-1-5 0,0 0-11 0,-5 0 6 0,5 0-2 16,0 0-1-16,0 0 1 0,-5 1-1 0,5-1 3 15,0 0-4-15,0 0-6 0,0 0-6 0,0 0-7 16,0 0-11-16,0 0-8 0,0 0-3 0,0 0-9 16,0 0 0-16,0 0-11 0,0 0-1 0,0 0-5 15,0 0 0-15,0 0-4 0,0 0-5 0,0 0-1 16,0 0 1 0,0 0-6-16,0 0 1 0,0 0-3 0,0 0 3 15,0 0 1-15,-6 3-3 0,6-3-1 0,0 0-3 16,0 0 0-16,0 0 8 0,0 0-9 0,0 0-3 15,0 0 5-15,0 0-5 0,21-4 3 0,7-1-7 16,8 1 7-16,19-3-3 0,9 2-2 0,29-7-1 16,-26 7-1-16,26-6-2 0,-1 4 2 0,-27 2 2 0,30-3 6 0,-29 3 5 15,-2 0 3-15,-1 2 5 0,-6-2 7 0,-20 1-7 16,-1 1 8-16,-8 1-6 0,-9-1 6 0,-6 3 14 16,-2-2 0-16,-3 2 0 0,0 0 3 15,-3 0-6-15,1-2-10 0,-6 2 19 0,8-1-29 0,-8 1-17 16,8 0-19-16,-8 0-25 0,0 0-40 0,0 0-49 15,0 0-49-15,0 0-59 0,0 0-82 0,-21 3-241 16,21-3-605 0,-14 0 268-16</inkml:trace>
  <inkml:trace contextRef="#ctx0" brushRef="#br0" timeOffset="15779.85">16991 2300 185 0,'0'0'269'0,"2"-5"-27"0,-2 5-28 0,3-5-18 16,2 3-21-16,-1-1-20 15,2 3-13-15,3-3-17 0,3 0-12 0,-1 0-10 16,3 1-15-16,3 2-5 0,2 2-11 0,0 2-7 16,-1 1-9-16,4-2-7 0,-4 2-2 0,0 3-5 15,-3 0-5-15,-5 0-4 0,2 4-2 0,-1 2-3 16,-6-4-3-16,-1 4-2 0,-1 0 0 0,-7 3-28 15,-1 3-3-15,-8 0-2 0,-1 4 6 0,-5-2 2 16,-1 0 0-16,-1-2-4 0,-2 0 5 0,2-5 1 16,-3 2 1-16,10-7-3 0,1 1 2 0,4-3 0 15,-2-2-4-15,3 0 0 0,4-3 8 0,-1 1-16 16,3 0 4-16,-1 0 1 0,3 0 0 0,4-1 1 16,2-1 1-16,6 1 3 0,8 2-1 0,3-1-1 0,5 1 2 15,3-1 3-15,2 2 0 0,-1-1-5 0,1 4 4 16,-1-1-3-16,-1 1 0 0,-2-1-2 0,-2 4 1 15,-6-3-2-15,-2 1 5 0,-4 0 0 0,-5-2-2 16,-2 3 0-16,-4 1 1 0,-4-1 7 0,-3 1 9 16,-7 1-1-16,-5 2 2 0,-7 1 8 0,-9-1-1 0,2-1 3 0,-4-3-2 15,-5 3 6-15,0-7 2 0,3 4-3 0,-4-5 2 16,1 2-1-16,0-4-7 0,2 0 6 0,4-2-5 16,1 0 4-16,3-2-2 0,8 0 1 0,7 2-2 15,0-4-1-15,3 4 0 0,2-4-3 0,8 2 4 16,-14-2-10-16,14 2-37 0,-5-2-61 0,5 2-95 15,10-12-76-15,-1 4-164 0,5-4-455 0,9-1 202 16</inkml:trace>
  <inkml:trace contextRef="#ctx0" brushRef="#br0" timeOffset="16296.6">17667 2409 64 0,'19'0'179'0,"7"5"-13"15,-5 0-21-15,6 2-10 0,-3 4-12 0,2 2-12 16,-9-3-9-16,-1 5-13 0,0 4-10 0,-3 4-3 15,-2-1-13-15,-3 3-2 0,-6-4 1 0,-6 2-6 16,-1 3 0-16,-3-7-3 0,-3 5 1 0,-6-3-7 16,-3 1 4-16,-1-4-2 0,1 2 8 0,-2-2-5 15,4-6 3-15,-1-2 3 0,6 1 5 0,-5-3 3 16,6-3 3-16,2 0 4 0,0-1 6 0,5 0 10 0,-2-2 19 16,0 0 31-16,7-2 42 0,-6 3 28 0,2-1 10 15,4-2-28-15,0 0-23 0,7-13-15 0,0 5-22 16,6-6-7-16,9-4-20 0,1-4-10 0,6-5-17 15,9-6-11-15,3-1-26 0,-5-3-23 0,0 2-10 0,0 3-8 16,-7 7-3-16,-6 2 4 0,0 1 4 0,-9 9 13 16,0 0 8-1,-5 5 9-15,-1-2-7 0,-2 4 8 0,0 2 0 0,-2-2-10 0,-2 3-20 0,0 3-29 0,-2 0-14 16,0 0-1-16,0 0 3 0,-9 14 9 0,-2 1 4 16,-2 6 0-16,-5 4-1 0,4 1 6 0,-4 3 2 15,4-2 0-15,1 4 4 0,8-2-8 0,-2-2-6 16,5 0-1-16,6 1-3 0,5-5-6 0,9 1-1 15,5-2-12-15,6-3-32 0,6-5-39 0,13 3-64 16,4-4-66-16,4-8-105 16,-18-2-179-16,17-4-578 0,-18-4 256 0</inkml:trace>
  <inkml:trace contextRef="#ctx0" brushRef="#br0" timeOffset="17013.12">18455 2416 308 0,'3'-9'359'0,"-2"4"-13"0,-1-1-11 0,0 1-14 15,3 0-29-15,-3 1-36 0,0 4-21 0,1-5-20 16,-1 5-20-16,1-4-36 0,-1 4-19 0,0 0-21 16,0 0-16-16,0 0-16 0,12 11-10 0,-6-1-13 15,0 2-17-15,1 2-3 0,4 4-12 0,-3 1-10 16,2 0-8-16,0-2-10 0,-1 0-10 0,0 0-8 16,-1-2-9-16,0-5-7 0,-1 1-5 0,1-3 6 0,-3-1 4 0,1 0 3 15,-2-4 3-15,1-3 6 0,3 2-2 0,-3-4 9 16,4 2 12-16,-4-8 7 0,4 1 6 15,-1-1 15-15,-3-2 6 0,4-1 7 0,-1-2 0 16,-2-1 25-16,2-1-6 0,-2 0 6 0,2 2 2 16,-3 2 12-16,-1 1 7 0,-2 0-7 0,2 5 4 15,0 0-17-15,-3 0-13 16,2 1-3-16,-3 4-15 0,1-4-36 0,-1 4-40 16,0 0-1-16,0 0 9 0,8 11-2 0,-4-1-3 15,1 7 2-15,-1 9-2 0,0 5 7 0,-4 1-5 16,2 14 17-16,-4 3-5 0,-2-14-9 0,-3 11 12 15,-1 2 3-15,-2 1-2 0,-1-1 1 0,-1 1 7 16,0-2 1-16,0-2 1 0,4-11 2 0,-6-1 4 16,4 0-6-16,-3-4 0 0,0-2-1 0,4-9 0 0,-2-1 4 15,2-1-4-15,-3-2 5 0,1-3-1 0,2-6-7 0,-4 2 13 16,-1-6-4-16,-2-2 2 0,-4-4 4 0,0 1 3 16,6-3 0-16,-1-4 15 0,2-1 19 15,1-2 14-15,2-2 11 0,5-2 1 0,1-6 0 16,4-8-7-16,5-2-7 0,13-10-10 0,3-1-8 15,6 0-11-15,7-2-5 0,7 5-3 0,-2 2-4 0,2 2-1 0,3 1-4 16,-3 4-2-16,-3 3-1 0,-8 11 2 0,0-1-6 31,-3 1-3-31,-4 3 4 0,-8 3 3 0,2 1 8 0,-8 6 3 0,2-3-3 16,-4 2-2-16,-1 2-3 0,-2 2-1 0,2-1 0 16,-2 1-9-16,-1 3-9 0,-3 0-24 0,5-5-20 15,-5 5-27-15,2-3-27 0,-2 3-30 16,0-4-37-16,0 4-14 0,0 0-25 0,-15 3-17 15,6-6-22-15,3 2-39 0,-2 1-262 0,-1-1-596 16,0-2 265-16</inkml:trace>
  <inkml:trace contextRef="#ctx0" brushRef="#br0" timeOffset="17482.95">19242 2064 42 0,'0'0'349'0,"0"-6"-11"16,0 6-21-16,2-5-25 0,-2 5-17 0,2-2-40 16,-2 2-26-16,0 0-28 0,0 0-16 0,0 0-45 15,0 0-21-15,0 0-9 0,-11 12-6 0,3-2-11 16,-3 6-5-16,-7 4-12 0,-2 6 0 0,1-3-6 15,1 3-2-15,-2-1-8 0,2 2-3 0,4-4-4 0,0 3-6 0,2-10 0 16,3 0-2-16,4-2-2 0,-1-3-2 0,-2-2 0 31,4-2-4-31,3-1-3 0,-3-1 0 0,3-1 0 0,-3 0 6 0,2-1-3 16,2-3 1-16,-3 5 2 0,1-3-2 0,2-2-6 16,0 0-20-16,-2 5-30 0,2-5-44 0,0 0-51 15,0 0-72-15,-3 2-312 0,3-2-560 16,0 0 249-16</inkml:trace>
  <inkml:trace contextRef="#ctx0" brushRef="#br0" timeOffset="20367.48">20108 2788 180 0,'-11'0'220'0,"5"0"-14"0,-2 1-14 0,2-1-10 16,6 0-13-16,-8 0-10 0,8 0-9 0,-8 2-1 15,8-2-8-15,-5 1-9 0,5-1-11 0,0 0-14 16,0 0-5-16,-7 0-12 0,7 0-2 0,0 0-12 16,0 0 8-16,0 0-3 15,0 0 3-15,0 0 1 0,0 0-3 0,0 0-8 16,0 0 7-16,0 0 2 0,0 0-8 0,-7 1 2 15,7-1-11-15,0 0-5 0,0 0-4 16,0 0-2-16,0 0-4 0,0 0-7 0,0 0-1 16,0 0-10-16,0 0-7 0,0 0 3 0,0 0-8 0,0 0-1 0,0 0 1 15,0 0-3-15,0 0-3 0,0 0 1 0,0 0 1 16,0 0-1-16,0 0-2 0,0 0 0 0,0 0-2 16,0 0-4-16,0 0 1 0,0 0-2 0,0 0 4 15,0 0-18-15,0 0 19 0,0 0 4 0,0 0-7 16,23-1-5-16,0-4 3 0,9 2-21 0,18-5 19 15,10 2-1-15,-2-2 8 0,4 3-11 0,29-5 4 16,-25 4-4-16,-2 2 8 0,29-3-8 0,-36 1 3 16,-1 2-21-16,-2-1 18 0,-17 3 4 0,-2-1-21 0,-5 2 9 0,-11-1-13 15,0 0-16-15,-10 2-27 0,3-1-24 0,-5 0-27 16,-3 1-12-16,-4 0-22 0,0 0-16 0,0 0-21 16,-25 1-22-16,2 2-12 0,2 0-19 15,-12 0-159-15,1-2-431 0,-1 3 191 0</inkml:trace>
  <inkml:trace contextRef="#ctx0" brushRef="#br0" timeOffset="20589.97">20511 2665 196 0,'1'-11'316'0,"-2"-2"-1"15,1 1 1-15,0 2 9 0,0-1-7 0,0 5-4 16,0-1-13-16,1 0-25 0,-1 4-28 0,0-1-35 0,0 4-23 15,0-5-53-15,0 5-43 0,0 0-19 0,0 0-8 16,-5 25-10-16,0-9-5 0,-1 13-1 0,1 0-5 16,-3 3 3-16,4 3-7 0,-2 3-46 0,2 7-28 15,-2 0-45-15,2-8-46 0,-1 11-63 0,3-14-76 16,-6-2-291-16,4 0-598 0,-1-8 265 0</inkml:trace>
  <inkml:trace contextRef="#ctx0" brushRef="#br0" timeOffset="21450.78">21850 2265 48 0,'4'-6'277'16,"-4"6"-16"-16,0-3-15 0,0 3-17 0,0-4-24 15,0 4-24-15,0 0-15 0,0 0-25 16,0 0-15-16,0 0-16 0,0 0-17 0,0 0-6 15,0 12-7-15,-2-5-13 0,-1 7-1 0,-3 1-8 16,-4 10-6-16,-3 1-7 0,-4 3-1 0,0 0-5 16,-4 15-5-16,3-11-4 15,-4 7-1-15,3-10-1 0,1 2-4 0,0-4-1 16,4-2-4-16,1-4 0 0,4-5-4 0,3-1 1 16,0-4-2-16,3-1-2 0,-1-3 2 0,0 2-4 15,2-6 11-15,1 4-1 0,-1-5 1 0,0 1 11 16,0-2 3-16,1 3 5 0,1-5 9 0,0 0 1 15,1 6 4-15,6-5 4 0,-1-1-4 0,9 0-3 16,4-1-4-16,10-2-8 0,-1 0-3 0,0-3-2 0,1 5 0 16,1-3-16-16,-3 1-31 15,3-4-38-15,-7 4-35 0,-5 1-42 0,4-4-50 0,0 1-50 16,-7-1-259-16,-6 3-526 0,0-1 233 0</inkml:trace>
  <inkml:trace contextRef="#ctx0" brushRef="#br0" timeOffset="21677.19">21937 2585 260 0,'0'0'345'0,"-2"-5"-19"0,2 5-20 15,0-6-30-15,0 6-30 0,-2-3-26 0,2 3-31 16,0 0-26-16,0 0-12 0,0 0-16 0,-6 17-16 16,5-5-13-16,0 5-14 15,-1 8-9-15,0 0-8 0,-5 4-10 0,5-2-1 16,-5 3 0-16,1 1-13 0,2-2 0 0,0 0-3 15,0-1-4-15,2-1-21 0,-1 0-19 0,3-8-22 16,0-2-25-16,-1 0-30 0,-3 0-28 0,2-5-41 16,0 0-46-16,2-4-60 0,-5-3-202 0,4 2-486 0,1-7 216 0</inkml:trace>
  <inkml:trace contextRef="#ctx0" brushRef="#br0" timeOffset="22158.31">22278 2518 2422 0,'9'-9'105'0,"-1"-2"-11"0,2 2-7 0,-6 0-38 16,5 1-20-16,-1 3-4 0,-2 0-9 0,3 0-5 15,-4 3-6-15,4 0 1 0,1 4-3 0,-3 1 1 16,3 3 3-16,-1 4 0 0,1 4-3 0,-2 3 0 15,-2 8 1-15,-1 0 2 0,-5 3-3 0,-3-2 3 16,-1 4 0-16,-7-2-1 0,1 1 3 0,-4-1-2 0,0 3 1 16,-4-5-1-16,3-2-1 15,-2 1 2-15,8-9-3 0,-5 0 1 0,9-7-2 16,-4 3 3-16,3-5 10 0,3 0 23 0,-2-2 27 16,0 0 29-16,3-3 57 0,2-2 30 0,-6 5 38 15,6-5 8-15,0 0-20 0,0 0-22 0,13-15-20 16,1 3-18-16,4-7-14 0,5-2-19 0,1 1-7 0,6-3-11 0,4-10-8 0,2-1-17 0,2-2-9 15,-12 10-8-15,8-10-15 0,-9 11-9 0,-5 2-8 16,-7 8-2-16,2 2 6 0,-7 3-2 0,0 3-2 16,0 0-3-16,-1 0-17 0,-3 5-21 0,-2-2-30 15,1 3-30-15,-3 1 10 0,0 0 1 0,-7 16 9 16,1-3 10-16,-5 4 4 0,-3 5 8 0,1 4 1 16,-1-1 3-16,2 0 0 15,2 0 11-15,2 1-31 0,3-1-24 16,5-4-10-16,3-3-12 0,3 2-21 0,8 1-28 15,3-2-45-15,7-4-62 0,7-5-105 0,-2-5-262 16,8-2-670-16,0-3 296 0</inkml:trace>
  <inkml:trace contextRef="#ctx0" brushRef="#br0" timeOffset="22624.34">22981 2698 100 0,'-5'1'223'0,"1"1"-11"16,4-2-7-16,-10 0-5 0,10 0 1 0,-5 1-5 16,5-1-11-16,0 0-15 0,-6 1-8 0,6-1-12 15,0 0-12-15,0 0-8 0,0 0 2 0,0 0-11 16,-6 1-3-16,6-1-7 0,0 0 5 0,0 0-11 15,0 0-15-15,0 0 11 0,0 0-7 0,0 0-12 0,0 0-9 16,0 0-5-16,0 0-24 0,0 0 15 0,0 0-6 0,0 0-5 16,0 0-5-16,0 0-6 0,-5-3-9 0,5 3 3 0,0 0-7 15,0 0-2-15,0 0-5 0,0 0-1 0,0 0 6 16,0 0-9-16,0 0 3 0,0 0-5 0,0 0-3 16,0 0 6-16,0 0-2 0,0 0 2 0,0 0 13 15,0 0-4-15,0 0-4 0,0 0-4 0,32-2 6 16,-11-1 2-16,16-1-14 0,2-2 2 0,16 0 4 15,4 1 0-15,5-2-7 0,-3-1 0 0,-1 2-3 16,-2 0 3-16,-7-1-1 0,-13 0-1 0,-3 3 10 16,-6-1-13-16,-2 0-4 0,-10 2 9 0,-6 2-26 15,2-2 8-15,-5 0-6 0,-2 1-23 0,-1 1-39 16,-5 1-41-16,0 0-17 0,0 0-15 0,-23-6-10 16,4 4-11-16,-4 2-25 15,1 1-20-15,1-1-25 0,-9 0-210 0,2 0-487 16,-1 0 215-16</inkml:trace>
  <inkml:trace contextRef="#ctx0" brushRef="#br0" timeOffset="22840.33">23278 2547 157 0,'1'-11'285'0,"2"1"2"0,-3-1 2 0,1 4 16 15,-1 0-4-15,0 0 2 0,1 1-15 0,0 2-22 16,-1 0-25-16,0 4-37 0,2-5-24 0,-2 5-23 15,0 0-36-15,0 0-26 0,0 0-13 0,-3 14-11 16,1 3-3-16,-1 4-9 0,-2 6 5 0,0 4-20 16,-3 0 0-1,2 1 3-15,1 1-7 0,1 0 0 0,0 0-7 16,4 0-40-16,-3-3-35 0,5-1-35 0,-2-3-45 16,2-1-52-16,-2-7-63 0,0-4-332 0,4-2-617 15,0-7 274-15</inkml:trace>
  <inkml:trace contextRef="#ctx0" brushRef="#br0" timeOffset="23287.45">23979 2287 352 0,'0'-4'375'0,"0"4"-33"0,0 0-30 0,0 0-38 0,0-7-23 16,0 7-41-16,0 0-20 0,0 0-23 0,0 0-19 15,0 0-10-15,-4 22-20 0,1-6-25 0,-6 4 6 16,-3 4-12-16,1-1-8 0,-1 3-9 0,-1 4-3 16,-2-3-8-16,6 1-5 0,-4-2-6 0,3 0 0 0,4-9-9 0,2 3 1 15,-3-2-12-15,5-8 11 0,-1 2-13 0,1-2-4 16,2 0 1-16,-3-3 2 0,3 0-2 0,5 1-1 16,-1-3 9-16,5 2 0 0,4-2-5 0,5-1 2 15,2-1-6-15,1-1 2 0,7 1-8 0,1-3-22 16,-2 0-38-16,-4-3-44 0,5-2-41 15,-6 1-43-15,-3-1-50 0,4-2-39 0,-6-1-260 16,-3-1-565-16,-3 1 251 0</inkml:trace>
  <inkml:trace contextRef="#ctx0" brushRef="#br0" timeOffset="23463.84">24221 2534 4 0,'0'-4'211'16,"-2"-4"6"-16,2 3 22 0,-1 1 23 0,1 0 7 15,0 4 5-15,0-8-9 0,-2 5-13 0,2 3-16 16,0-4-22-16,0 4-11 0,0 0-41 0,-2-5-19 15,2 5-20-15,0 0-13 0,0 0-13 0,-7 19-8 16,0-2-10-16,-3 5-9 0,-3 4-2 0,2 4-10 0,-1-2-7 16,0 4 7-16,0-3-14 15,3 0-3-15,2 0-29 0,3 2-28 0,1-4-23 16,-1 0-38-16,4-8-47 0,-1 8-56 0,1-9-75 16,-1-3-272-16,1-3-571 0,1-4 253 0</inkml:trace>
  <inkml:trace contextRef="#ctx0" brushRef="#br0" timeOffset="23773.14">24433 2121 43 0,'1'-1'333'16,"-1"1"-43"-16,0 0-32 0,0 0-28 0,0 0-24 16,10 15-25-16,6 5-12 0,-5 9-11 0,3 14-1 15,0 6-4-15,7 10-6 0,-1 26 5 0,1-4-3 16,-14-25-8-16,5 26-10 0,-8-25-14 0,-4 4-1 0,-4-1-8 0,-14 23-9 16,3-29-7-16,-11-4-11 0,-5 1-6 0,-6-5-7 15,-28 18-15-15,18-24-25 0,-30 11-38 0,-2-5-65 16,20-20-68-16,-29 8-107 0,-7-8-294 0,-8-9-587 15,3-12 260-15</inkml:trace>
  <inkml:trace contextRef="#ctx0" brushRef="#br0" timeOffset="24296.12">21422 2138 306 0,'0'0'278'16,"0"0"-35"-16,0 0-26 0,-14 9-25 0,5 8-20 0,-6 13-15 16,-4 18-16-16,-2 8-15 0,-4 26-12 0,2 1-5 15,5-2-10-15,6-22 10 0,5 24 0 0,3-22-6 16,12 19 5-16,11 0 0 0,1-27-6 0,7 2-7 15,24 14-16-15,13-7 9 0,9-9-5 0,12-8-8 16,1-8-36-16,11-5-66 0,0-10-107 0,7-4-158 16,4-11-175-16,-1-5-505 15,-3-7 224-15</inkml:trace>
  <inkml:trace contextRef="#ctx0" brushRef="#br0" timeOffset="25329.1">24973 2369 20 0,'2'-11'296'0,"0"-1"-15"16,1 0-17-16,-1 3-10 0,0 1-26 0,0 4-20 0,-2-2-19 15,3 2-23-15,-2-1-18 0,-1 3-19 0,0 2-15 0,0 0-7 0,0 0-15 16,9 7-12-16,-7 4-4 0,1-1-10 16,1 2-3-16,1 3-12 0,0 2-17 0,2 1-11 15,-2-1-9-15,4 1-7 0,0-1-13 0,0 0-4 16,1-1-6-16,1-1-4 0,1-3-1 0,-3-2-4 15,0-4 6-15,3 0 11 0,-3-3-7 0,9-3 4 16,0-4 2-16,-4 0-5 0,4-5 5 0,-3-1 3 0,-1-2 7 0,2-3 9 31,0-4 12-31,0-5 4 0,-6 9 9 0,0-7 3 0,0 3 3 0,1 1 3 16,-2 2 6-16,1 0 7 0,-3 1 5 0,-3 6 4 16,1 1 4-16,2 2-8 0,-6-3-7 0,0 6-20 15,4 1-22-15,-2-1-26 0,-3 3 1 0,0 0 1 16,-3 11 0-16,3 4 3 0,-6 6 2 15,2 9 6-15,-5 5-6 0,0 14-2 0,-7 2 4 16,2 7 0-16,-2-1 3 0,-2 2-1 0,2 0 4 16,2 0-4-16,-5 27 4 0,6-27 2 0,3 0-1 15,1-1 2-15,1-2 4 0,-1-1-4 0,5-3-3 16,-1-3 2-16,0-15 2 0,2-1 1 0,1-1-2 16,-6-7 13-16,4-5-12 0,-1-3 0 0,0-1-1 15,0-6 1-15,-3-1 5 0,-1 0 6 0,-1-3 5 0,-8-4-2 0,2-2 1 16,-5-2 9-16,-4-6-13 0,-2-1 7 0,0-6 5 15,0 1-3-15,2-6 8 0,2-2 16 16,2-2 15-16,2-3 2 0,-3-1 20 0,11-5-7 16,-1-14 4-16,8-1-12 15,7-2-17-15,10-2-6 0,7 1-21 0,12 0-7 0,19-20-9 16,9 9-4-16,7 7-2 0,-17 15 1 16,25-10-4-16,-21 17-5 0,24-10 1 0,-20 13 4 15,2 5-2-15,-1 2 2 0,5-2-6 0,-4 7 6 16,-9-2 3-16,0 3-1 0,-15 7 5 0,-4-2-2 15,-5 2 13-15,-9 5 6 0,-5 1 0 0,-2 0 1 16,-1 0-4-16,-3 2-1 0,-1-1-5 0,-1 1-10 16,2 1-35-16,-4 0-30 0,-3 1-30 0,0 0-15 15,0 0-25-15,0 0-23 0,0 0-31 0,-19 11-44 0,9-6-35 0,-5 3-300 16,3-1-604-16,1-3 267 0</inkml:trace>
  <inkml:trace contextRef="#ctx0" brushRef="#br0" timeOffset="25683.59">26355 2530 288 0,'0'0'370'0,"0"0"-18"0,0 0-26 0,0 0-33 16,0 0-29-16,0 0-34 0,8-12-29 15,2 7-19-15,2 2-13 0,10-2-25 0,5 1-36 16,2-1-32-16,3 0-42 0,-1 2-43 0,3-1-48 16,-2 1-41-1,-1-2-47-15,1 0-59 0,-5 3-217 0,-8 0-456 0,-1-1 202 16</inkml:trace>
  <inkml:trace contextRef="#ctx0" brushRef="#br0" timeOffset="25892.57">26365 2789 225 0,'0'0'285'0,"0"0"-29"0,10 4-17 0,4-5-35 16,14-2-16-16,3 2-20 0,7-1-16 0,17-2-14 15,7 3-20-15,5 0-8 0,27-3-34 0,-4 3-36 16,-27 0-51-16,1-2-77 0,0-1-101 0,1-3-130 15,-4 4-345-15,-1-7 153 0</inkml:trace>
  <inkml:trace contextRef="#ctx0" brushRef="#br0" timeOffset="26381.25">28233 2205 16 0,'-1'-4'194'0,"1"4"-5"0,-5-5-19 0,2 2-13 15,3 3-11-15,-4-4-16 0,4 4-12 0,-6-3-10 16,2 2-7-16,-2 0-14 0,-1 1-8 0,7 0-7 16,-19 0-4-1,10 2-4-15,-10 5-15 0,4 1 0 0,-2 1-3 16,-2 3-1-16,-7 2-9 0,0 3 7 0,-4 3-4 16,2 5-7-16,-8 8 2 0,0 0-3 0,4 4 1 0,8-10 0 15,4 3 0-15,1-1-7 0,2-1 4 0,4 1 26 16,6-3 7-16,4 2 6 0,3-5 9 15,5 2 10-15,8-3 7 0,1 2 11 0,13-5 5 16,4 0 13-16,3-6-6 0,22 4-2 0,-2-5 5 16,1-7 5-16,2-1 3 0,-3-8 8 0,0 2 5 15,-17-6 5-15,0-2-7 0,-1-2-7 0,-6-5-5 0,-2-2-9 0,-1-6-14 16,-9-5-14-16,-4-3-28 0,-7-17-18 0,-10 4-20 16,-8-2-30-16,-10-3-36 0,-11 5-51 0,-9 2-59 15,-36-4-51-15,-20 6-70 0,-15 9-95 0,-18 4-260 16,-15 5-680-16,-4 6 301 0</inkml:trace>
  <inkml:trace contextRef="#ctx0" brushRef="#br0" timeOffset="174040.42">4172 2120 47 0,'-4'-4'144'0,"0"-3"-12"16,-1 4-8-16,-2-2-13 0,1-4-12 0,-2 3-9 15,1 1-7-15,-1-2-7 0,-1 2 2 0,3 1 1 16,-3-1-19-16,-3 3-4 0,1-1-9 0,-2 3-11 16,-7 0 2-16,-7 3-28 0,-3 3-3 0,0 5 2 15,-3 0-3-15,-2 2 2 0,-1 1-1 0,-14 4-3 16,6 6 5-16,9-8-6 0,-11 9 2 0,13-7-2 15,0 0-3-15,2 1 0 0,4 1 0 0,3-3 9 0,2 2-8 16,3 0-6-16,4-6 2 0,3 0-3 0,3-2-2 16,4-2-11-16,0 1 10 15,4-3 3-15,1 0-2 0,6-2 6 0,2-2 2 0,10 0 5 16,10-4 4-16,6-2 1 0,17-9-7 0,3 1 1 16,0-9-3-16,0 2-10 0,-2-3 5 15,1-3-1-15,1 0 2 0,-22 5-5 0,15-10 4 0,-13 10-22 0,-5-3 5 0,0 0-4 0,-3-2-5 16,-7 5-3-16,-10 3-1 0,-1 0 8 0,-8 4-7 15,-5 1 2-15,-8-1-3 0,-5 2 11 0,-10-1 4 16,-5 5-1-16,-5 0 3 0,-13 4 4 0,0-1 8 16,-5 6 0-16,0-3 14 0,-2 9 3 0,-2 0 6 15,2 4-2-15,3 2 6 0,0 2 1 0,6 2-5 16,1 1 2-16,13-2-9 16,6 0 3-16,2 4-1 0,9 3 1 0,-3 0-1 15,10-1-13-15,2 1-4 0,8 2-8 16,2-6 7-16,9 3-4 0,6 1 10 0,7-4 6 15,8-4-3-15,17 3-2 0,4-9-6 0,4-4-1 16,2-9 0-16,2-5-6 0,0-2 7 0,-1-8-9 16,-3-1 7-16,-5-2 1 0,-1-3-2 0,-4-4-3 0,-5-2 1 0,-12 3 7 15,-2-1-5-15,6-9-6 0,-15 7 7 0,0-2-15 16,-9-1 5-16,0 0-7 0,-8 0 8 0,-1 2 12 16,-7 3 2-16,-5 3 10 0,-7 4-4 0,-3 0 7 15,-6 7-5-15,-3 5 17 0,-6 4-7 0,-15 4 7 16,1 2-6-16,-5 10-3 0,-2 0-8 0,-2 8 10 15,5 1-7-15,-2 6 7 0,0 0-4 0,-18 20 3 16,29-17-7 0,3 8-1-16,4 4-5 0,6-2 6 0,9 1-4 15,11-10 1-15,0 2-23 0,11-3 6 0,-1 2 2 16,13-3 9-16,3-7-7 0,10-1 3 0,10-7-1 16,20-2-1-16,3-7-5 0,9-5 2 0,0-6-14 15,27-8-7-15,-33-3-4 0,5-2 2 0,-3-3 5 16,-2-7 4-16,-3 2 5 0,-3-4 4 0,-5 3 20 15,-6-2 14-15,-11 8 3 0,-4 0-5 0,1-4-21 0,-4 1-9 0,-6 1 8 16,-4 3 16-16,-7 9 19 0,-3-1-7 0,-6 6 6 16,-4-1-6-1,-7 4-2-15,-6 3-6 0,-8 2 5 0,-6 1-1 16,-3 3-7-16,0 7-3 0,-12 5 0 0,0 7 0 16,-2 3 0-16,3 7 3 0,2-3 1 0,6 6-9 0,3 0 5 15,13-12 0-15,4 2-16 0,6 0-12 16,7 0 9-16,5-5-14 0,7-1 19 0,4-4-14 15,7-5 6-15,12-1 0 0,9-5-4 0,15-6-9 16,7-6-12-16,1-4 1 0,2-5-28 0,2-4-6 16,19-13-79-16,-27 8-162 0,0-2 71 0</inkml:trace>
  <inkml:trace contextRef="#ctx0" brushRef="#br0" timeOffset="174209.64">4319 2130 10 0,'-53'18'79'16,"-2"3"-14"-16,5 4 4 0,-2 0-4 0,6 7-9 15,1 0-2-15,7-3-5 0,10-2-11 16,5-1-3-16,5-2 1 0,4 0-7 0,5 0-16 0,4-8 7 16,5 0 1-1,4-1-8-15,2-3-2 0,8 0 9 0,4-5-7 0,14 0-4 0,7-7-5 0,14-5-7 16,2-4-28-16,2-5-19 0,0-6-55 0,-4-3-112 16,0-2 49-16</inkml:trace>
  <inkml:trace contextRef="#ctx0" brushRef="#br0" timeOffset="174416.52">4449 2112 61 0,'-33'1'89'0,"-2"4"-6"0,-2 1-9 15,-9 12-13-15,9-2-6 0,-9 7 3 0,13-3-4 16,-9 9-12-16,2 0-1 0,4 7-3 0,12-11-7 16,1 1-3-16,6-3-4 0,2 0-14 0,7-6-4 15,5-2-1-15,1-1 5 0,2-3-3 0,5-3 4 16,6-2-6-16,6-5 4 0,14-1 0 0,5-7-5 15,19-10-9-15,-2-2-16 0,4-1-13 0,-1-8-14 0,-2 1-14 16,-5-6-46-16,-1 0-116 0,-1 4 51 0</inkml:trace>
  <inkml:trace contextRef="#ctx0" brushRef="#br0" timeOffset="174757.46">4637 2120 109 0,'10'-16'13'0,"-4"4"37"16,-2 4-3-16,-4-1 4 0,-2 2-5 0,-3 2-10 16,-4 2 0-16,-9 3-6 0,-2 5 2 0,-9 4 1 15,-3 3-4-15,0 4 0 0,-14 6-8 16,4 6 11-16,-1 4-14 0,3 1-3 0,4 6 2 15,2-2-2-15,11-8 7 0,0 1-13 0,2-2 6 16,10 1-3-16,3 0-2 0,4 2-7 0,4-6 3 16,4-6 0-16,5-2 0 0,8-8 14 0,7 4-15 15,9-8-1-15,8-7 1 0,14-6-22 0,-1-7 2 16,1-4-6-16,-2 0 5 0,1-4-12 0,-7-2 16 16,-1-3-11-16,-6-1-2 0,-3-2-2 0,-9 7 1 0,9-10 5 15,-14 10 6-15,-4 1 0 0,-3 2 20 0,-6 8 10 16,-5 2 23-16,-1 1 5 0,-3-2 2 0,-2 6-13 15,-6-2-2-15,1 5-13 0,-9 3-3 0,-6 0-3 16,1 3-3-16,-12 9 10 0,0 0-10 0,-17 7-4 16,4 5 2-16,-3 5 5 0,1 0-7 0,2 3 7 0,4-2-4 0,12-5 6 15,2-3-2-15,5 3-1 0,5-3-2 0,6-5-9 16,3 0-7-16,2-2 5 0,6-3 3 0,5-1-2 16,5-4 4-16,11-2-2 0,8-3 2 0,7-6-29 15,15-6-13-15,-1-5-9 0,-2-6-13 16,-1 1-55-16,1-2-127 0,-16 3 56 0</inkml:trace>
  <inkml:trace contextRef="#ctx0" brushRef="#br0" timeOffset="175258.4">4780 2295 63 0,'-36'15'68'16,"3"4"-3"-16,-12 3-5 0,0 4 3 15,11-7-1-15,2 1-7 0,-1-1-10 0,2 1 4 0,2-3-4 16,6-2-12-16,9-4 5 0,2-3-3 0,2-1 5 15,3-5-4-15,2 2 0 0,3 0 17 0,-2-2 9 0,4-2-8 16,0 0-5-16,19-12 4 0,5-5-8 0,5-5-8 16,1 0-4-1,14-11-5-15,-5-5-8 0,-2 5 3 0,-11 6-13 0,-3 1 2 16,-1-1-12-16,-5-2 11 0,-1 7 2 0,-1 1 3 16,-11 4-5-16,1 2 1 0,-4 4 4 0,2 4 2 15,-7-1-8-15,-1 1-1 0,-4 2-7 16,-5 2 0-16,-8 4-1 0,-8 4 1 0,-5 4 4 0,-11 10 1 15,-5-2-8-15,0 5 2 0,1 4-4 0,-1 3 7 16,4 3-2-16,-2-2-6 0,3 1 16 0,5-2-8 16,16-8 6-16,0 1-13 0,13-7-11 0,-2-5-19 15,5 1-3-15,5-5 8 0,0 0 1 16,5-1 3-16,-1-5 3 0,27-2 10 0,5-7-13 16,15-9-1-16,6-2-19 0,3-4-11 0,-2-4-1 0,-6 3-8 0,1-4 6 15,-6 0 1-15,-2-2-1 0,-10 7 5 0,-7 4 3 16,-2 1 13-16,-7 4 16 0,-2 3 10 0,-3 3 16 15,-5 0 10-15,-4 1-10 0,-2 5-3 0,-3-1-1 16,-5 3 3-16,-7 1 1 0,-6 7-1 0,-7-1 9 16,-6 6 2-16,-1 2-9 15,-11 8 6-15,-2 1-2 0,0 2-1 0,-1 1-2 0,5 2 3 0,1 1 3 0,13-7-3 16,1-1 3-16,6 0-6 0,1-3 4 0,9-3-8 16,5-3-4-16,1-5-7 0,3 2 9 0,8-4-2 15,2-2-10-15,9-6 15 0,15-6-17 0,20-8-11 16,5 0-20-16,-1-3-22 0,1-6-41 0,0 7-116 15,-6-5 52-15</inkml:trace>
  <inkml:trace contextRef="#ctx0" brushRef="#br0" timeOffset="177246.26">4250 2409 89 0,'-29'5'119'0,"8"0"-5"16,3-4 10-16,5-3 6 0,4-5-15 0,1 0-25 15,6-3-20-15,2-7-31 0,5 0-12 0,4-8-24 0,5 2-11 16,4-4-5-16,5-1-1 0,1 5-18 0,2-1-1 16,-1 2-7-16,1 1 8 0,-3 6 3 0,-8 1-3 15,1 4 9-15,-7 2 9 0,-1 3 10 0,-1-3-5 16,-3 7 5-16,-3-2-2 0,-1 3 0 0,0 0 2 16,0 0 3-16,-38 12 1 0,8 2 6 0,-2-1 0 15,-15 8-1-15,-2 0 1 16,0 5-1-16,0-4 1 0,0 0 2 0,4-3 4 15,11-4 7-15,2-3 4 0,3-2 2 0,1 0 17 16,1-4-2-16,-1-1-16 0,9-5 8 16,0 3 12-16,2-3-8 0,-1 0 11 0,6 1-7 15,0-2 5-15,3 1 5 0,1 0-5 0,1 0-8 16,7 0 1-16,-9 0 0 0,9 0-2 0,-10-3-7 16,10 3-10-16,-6 0 4 0,6 0-6 0,0 0 4 0,-6 0-3 0,6 0 5 15,0 0 2-15,0 0 2 0,0 0 9 0,0 0-6 16,-5-4 0-16,5-2-8 0,-3 2 1 0,3-1-7 15,0-5 1-15,-1-2-2 0,1-2-6 0,0-1 4 16,1-2 0-16,-1 0 5 0,-1 0 6 0,1 8 7 16,-4-8 5-1,4 2 1-15,-4 3-9 0,0 0-4 0,-1-3-5 16,-4 5-3-16,3-4-12 0,-3 2 3 0,-5 2-9 16,-2 3 2-16,-1-2-9 0,-3 1-4 0,-8 5-10 15,-4 3-4-15,-2-1-11 0,-2 5-18 0,0 3 2 16,-2 0 7-16,0 3 1 0,1 4 13 0,1-3 0 15,4 6 3-15,3-1 6 0,3 4-4 0,5 3-1 16,2 0-13-16,3-1-20 0,6-5-12 0,3 1 4 16,5-1 5-16,3-6 16 0,3-1-5 0,1-1 9 0,4-2 8 0,2-2 1 15,11-3-1-15,6-2 15 0,6-6 4 0,2-2 10 16,12-9 19-16,-1-5-6 0,-13 8 4 0,10-10 7 16,-15 4 4-16,-2-1 1 0,-3 2 9 0,-3-3-12 15,-11 6-3-15,-2-1 7 0,-2 0-2 16,-5 0 2-16,-2 6 10 0,-5-4-12 0,-3 1 6 15,-5 2-14-15,-4 3 5 0,-4 1-4 0,-6 3-2 0,-4 2-3 0,-2 4-8 16,-4 2-1 0,-11 6 2-16,-1 3 5 0,0 5-4 0,-2 2-2 0,4 5 1 0,1 2 2 15,1 5-3-15,3 3 1 0,7 1 3 0,3 2-6 16,11-7 6-16,4-3-3 0,3 0-21 0,6-4-12 16,6 2-4-16,3-8 5 0,8-2 4 0,6-1 20 15,9-8-11-15,11 0 3 16,20-12 18-16,10-2-20 0,23-19 0 0,-2 2-4 15,-23 4-3-15,21-19 2 0,-26 13 6 0,20-15 9 16,-23 11-1-16,-3 0 2 0,-4-1-1 0,0-1-4 16,-4 1 2-16,-14 9 2 0,-1-2 1 0,-8 5 15 15,0 1 32-15,-8 2-3 0,-4 2 1 0,-5 4-5 16,-2 0 0-16,-5-1-26 0,-4 4 12 0,-8 0-3 16,-11 3-6-16,-4 2-5 0,-3 5-9 0,-15-1 2 0,-6 8-1 0,3-1 2 15,0 6 2-15,0 1-4 0,0 2-1 0,3 4 0 16,2-2 9-16,5 6-8 0,10-8 6 0,4 0 0 15,6-3-1-15,-1 1 5 0,7-4-11 0,3-1-2 16,2-2-15-16,3 0-23 0,4-2 9 0,-1 0-8 16,2-2 4-1,3-4 4-15,3 8 0 0,3-4 11 0,8-4 0 0,14-4 10 16,5-2-5-16,7-1 5 0,15-10-13 16,0 3 15-16,-3-3-9 0,3-1 6 0,-5-3 6 15,-14 8-1-15,-4-2 7 0,-4 2 7 0,-4 1 25 0,-7 3-4 0,-6 2 27 16,1 1 8-16,-7-1 14 0,0 2-9 0,0-2-3 15,-5 2-11-15,0 0-9 0,-6 0-6 16,-3 0-5-16,-8 0-4 0,-2 3-9 0,-10 1-4 16,-3 2-3-16,1 1-7 0,-1 1 2 0,0 4-3 0,0 2 1 15,0-1 1-15,7 2 4 0,-3 0-3 0,1 4-7 16,9-4 6-16,4 2-4 0,-4 0-15 0,12-3-18 16,-5 5-25-16,6-2 11 0,4-1-4 0,1 1 3 15,5 4 6-15,0-6 3 0,8 0 5 0,7 1 4 16,11-4 6-16,4-3-1 0,3-3 3 15,17-5 15-15,1 0-12 0,-1-4 5 0,0-4-7 0,-1-3-1 0,-3 1 7 16,-3-1 0-16,-12 1 3 0,-1 4 3 0,-2-4-6 31,-5 3 2-31,0-1 11 0,-8 1 6 0,-5 6 5 0,-4 0 0 0,-5 1 0 16,2 1 5-16,-4 1 1 0,-4 2-6 0,0 0 12 16,0 0-23-16,0 0-8 0,-38 8 3 0,12 1 8 15,-7 5-8-15,0-1 6 0,-2 1-2 16,-8 10-8-16,7-5 10 0,4 0-4 0,-1-1 7 15,2 2-2-15,6 3-4 0,0-3 8 0,11-7-4 16,0 0-7-16,6 1-15 0,2 1-2 0,3-3 14 16,3-4-7-16,7 4 3 0,3-5 0 0,9-1 8 15,13-2 1-15,8-2 3 0,11-7 0 0,6 1-5 16,3-7 2-16,-2-3 7 0,1 2-1 0,1 0-3 16,-3-6 13-16,2 1 10 0,-3 1 3 0,-2 2-11 0,-16 4-1 0,2 0-5 15,-11 1 2-15,-8 6-6 0,-2-1-3 0,-6 2 8 16,-2-1-1-16,-3 2-1 0,-4-1 0 0,-4 2-8 15,0 0 6-15,0 0-5 0,-42 11-9 0,8-3-2 16,-3 0 2-16,-10 9-6 0,-4 2 6 0,1 1 1 16,3-1 10-16,0 7-3 0,12-9-2 15,2 3 2-15,2-3 5 16,3 3-6-16,5-2 8 0,4 2-9 0,5-4-7 16,6-1-17-16,0 0 3 0,7-3-5 0,2 5 2 15,7-8 5-15,6 3 1 0,4-7 5 0,14 2 10 16,5-6-9-16,16-4 1 0,4-2 4 0,-1-5-1 15,4-4 1-15,-1-2 0 0,1-2 4 0,-5 2-4 16,-1-2 6-16,-6 2-6 0,-14 6 12 0,-4-2-11 16,-3 3 27-16,-11 1 15 0,-3 4 12 0,-4-1 5 0,-1 2 1 0,-2 1 6 15,-3-1-3-15,-3 3-13 0,0 0-5 0,-18-3-8 16,0 6 0-16,-10 0 1 0,-7 2-9 16,2 4-4-16,-5-1 8 0,4 2-6 0,-2 2-2 15,4 1-7-15,1 2 4 0,3-1-6 0,1 0 0 16,9-2 1-16,5-2-22 0,4 3-22 0,3-4-7 15,1 4 7-15,6-2 6 0,6-1 5 0,5-2-1 0,17-1 16 0,6-5-15 16,22-2 1-16,0-5-11 0,2 0-8 0,1-4-3 31,-4 0 1-31,-6-6 2 0,-12 6 0 0,-1-1 10 16,-1-3 6-16,-5 4 10 0,-7-3 10 0,-2 2 2 16,-8 3 25-16,0-1 20 0,-4 3 14 0,-3 1-2 0,-4-1-4 15,-3 5-8-15,-2-8-10 0,2 8-5 0,-18-5 0 16,1 3-3-16,-3 4-3 0,-8 0-2 0,0 2 4 15,-3 0-9-15,0 3-1 0,1 1 1 0,-1 1-2 16,2 1 4-16,2-1-6 0,1 2 0 0,8-4-6 16,8 1-6-16,-3-1-19 0,4 0-10 0,5 0 9 15,4 0 1-15,4-2 5 0,8 0-3 0,11-2 4 16,10-2-7-16,3-3-11 0,3-3-18 0,15-4-5 16,-4-3 5-16,-14 4-7 0,-3-4 5 0,0 4 10 0,-5-4 10 15,-7 5 28-15,-3 0 23 0,-7 2 22 0,-3-2-5 16,-3 2-8-16,0 1 4 0,-5-1 1 0,0 5-10 15,0 0-1-15,-23-5-1 0,1 7-1 0,1 1 13 16,-9 2-14 0,1 1-6-16,-3 4 2 0,5-5 7 0,0 7-15 0,4-9 6 0,4 7-11 15,2-4 10-15,6-5 13 0,2 2-13 16,1-2-2-16,3 3 1 0,5-4-6 0,-1 4 8 16,1-4 5-16,20-9-6 0,11 0 1 0,2-3-14 15,17-5-15-15,2-1-15 0,-5-2-34 0,-13 3-98 16,-7 0-179-16,-3 3 79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6:17:59.57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2722 5669 140 0,'0'0'241'0,"0"0"-10"16,-1-5-1-16,1 5-6 0,0 0-4 0,-1-3-1 15,1 3-15-15,0 0-10 0,0-5-5 0,0 5-3 0,0 0 0 16,0-5-19-16,0 5 0 0,-1-5-8 0,1 2-6 0,0 3-7 15,0-6 1-15,0 6-11 0,0-5-3 0,0 5-13 32,1-3-1-32,-1 3-15 0,0 0-2 0,0 0-8 0,0 0-9 0,-4-4-11 15,4 4-15-15,0 0-7 0,0 0-29 0,0 0-34 16,0 0-22-16,0 0-7 0,0 18 6 0,-2 2 7 16,-2 12 12-16,-4 16-13 0,-2 5 9 0,-3 8 9 15,-4 25-2-15,1 2 2 0,0-5 13 0,0-2-7 16,7-23 22-16,0-4 9 0,3-3 11 0,-2 2 5 15,4-17 4-15,4-2 2 0,-4-3-5 0,3-1 1 16,1-2-6-16,0-9-5 0,-3-1-1 0,3-4-3 16,3-3-2-16,-3-3 0 0,0 1 4 0,0-5 4 15,0 1 11-15,0 0 1 0,0-3-1 0,0-2-4 16,0 5-6-16,0-5 2 0,0 0-20 0,0 0-21 0,0 0-19 16,1-15-22-16,-1 10-25 0,0 3-17 0,0-5-33 15,0 2-30-15,0 0-29 0,0-2-44 0,-1 3-47 16,5-6-44-16,-4 3-297 0,1 1-660 0,3-1 292 0</inkml:trace>
  <inkml:trace contextRef="#ctx0" brushRef="#br0" timeOffset="469.65">2568 6603 197 0,'-13'4'216'0,"5"-4"-7"0,3 0-5 0,0 2-11 16,-1-1-7-16,6-1-9 0,-9 1-8 0,9-1-13 15,-6 0-11-15,6 0-11 0,-6 1-12 16,6-1-11-16,0 0-10 15,0 0-8-15,0 0-17 0,-7 2-8 0,7-2 1 16,0 0-8-16,0 0-6 0,0 0 1 0,0 0-6 16,0 0-5-16,-5 1-2 0,5-1 0 0,0 0-6 15,0 0-3-15,0 0-3 0,0 0-2 0,0 0 0 16,0 0-4-16,0 0 6 0,0 0 0 0,0 0 9 16,29-1-1-16,-6-1-10 0,5 0 3 0,8-1-7 15,4-2-3-15,13 0-5 0,2-3 4 0,4 4-3 0,-3 0-4 0,-2 1 1 16,1-3-1-16,-4 4-4 0,-15-1-2 0,0 0-1 15,-4 3 3-15,1-1 1 0,-5-1-6 0,-8 0 2 16,-1 2 2-16,-6-1-4 0,1-1-1 0,-2 1 5 16,-5 1-19-16,1 0-1 0,-2 0-8 0,-6 0-5 15,7-1-9-15,-7 1-21 0,0 0-14 0,0 0-19 16,0 0-16-16,0 0-28 0,-27 4-26 0,21-3-40 0,-2-1-66 16,-6 2-144-16,14-2-441 0,-13 0 196 0</inkml:trace>
  <inkml:trace contextRef="#ctx0" brushRef="#br0" timeOffset="1302.36">3510 6570 124 0,'-5'2'196'0,"5"-2"-8"16,0 0-13-16,0 0-25 0,0 0-12 0,0 0-16 16,0 0-8-16,15-8-14 0,-3 5-10 0,0-2-13 15,5 0-3-15,1-1-4 0,-2-1-10 0,2 1-6 16,0-2-5-16,0-1-9 15,1-1 0-15,-2 0-3 0,1 1-4 0,-3 0-5 16,0-3-8-16,-2 3 2 0,-1-2 3 0,-3 4 7 16,-3-1 16-16,1-2 8 0,-1 1 0 0,-5 2 4 0,-2-2-6 0,-2 1-1 15,-3 0-3-15,-2 3 0 0,-3-2-3 0,-6 3 4 16,-1-1 3-16,-2 2-2 0,-3 5 3 0,-7-2 7 16,1 2-4-16,-2 4 2 0,2-1 1 15,1 4 0-15,0 1-8 0,1 1 4 0,1 3-9 0,3 0-1 16,5-1-4-16,4 3-7 0,0-2-4 0,0 1-2 15,4 2 3-15,1 0-9 0,5-3-1 0,3 2 1 16,2-1-5-16,3 2 5 0,5-2-4 0,5-2 2 16,5-3 2-16,9 2-1 0,4-3-2 15,8-1-4-15,11-4 0 0,0-3-3 0,1-2 1 16,2-2-2-16,-2-2-2 0,0-6 0 0,-3-1-2 0,1-3 2 0,-1-2-1 16,-2-2-3-16,-14 3-2 0,-1-3-4 0,12-8 1 15,-16 6 4-15,3-5-11 0,2-11-5 0,-4-1-7 16,-2-3-5-16,-4-1 1 0,0 1-5 0,-9 7 7 15,0-9-5-15,-5 10 10 0,-4-2 14 0,-1 3 9 32,-1 0 16-32,-6 2 11 0,3 1 12 0,-4 2 12 0,-1 3 18 0,0-3 15 15,1 10 13-15,-5-2 10 0,4 4 3 0,1-1-4 16,0 6-4-16,-1 0 1 0,4 1-6 0,-3 4-8 16,0 2-15-16,3-2-10 0,1 0-9 0,-1 1-20 15,1 4-8-15,-4-3-21 0,4 3-6 0,0 0-1 16,-3 15 5-16,2-5-3 0,-3 6-8 0,0 9 2 15,0 4 6-15,1 0-7 0,-4 7 4 0,2 12 2 16,1-3-1-16,1 5-1 0,0 1 2 0,-1-1-2 0,0-1-1 16,2 0 5-16,-1-13 14 0,6 0 6 0,-3-2 4 15,2-3 6-15,0 0-4 0,0-4 5 0,-1-7 3 0,-1-1 3 16,4-2 0-16,-2-5 0 0,0-2 7 0,-2 0-2 16,3-3-1-16,-2 0-3 0,0-2 3 0,1-1 2 15,-2 1 4-15,2-2-4 0,-1 0-4 16,-1-3-3-16,10-1-4 15,-3-2-14-15,3 1-28 0,4-5-28 0,2 2-31 16,0-4-40-16,1-1-51 0,10-4-44 0,0-1-48 16,-3 0-65-16,4 1-82 0,-1-3-421 0,2-2-874 15,-1 1 387-15</inkml:trace>
  <inkml:trace contextRef="#ctx0" brushRef="#br0" timeOffset="1734.52">4044 6213 81 0,'0'0'287'0,"-8"0"-2"16,8 0-6-16,-9 2-8 0,9-2-12 0,-9 0-8 16,9 0-22-16,-5 1-6 0,5-1-4 15,0 0-33-15,0 0-20 0,0 0-20 0,0 0-13 16,0 0-11-16,28 0-7 0,-6-1-17 0,7-1-8 15,7-2-12-15,5 2-4 0,15-2-9 0,3-1-3 0,1-1-8 16,5 0-2-16,-5 1-19 0,2 1 2 0,-10-2-3 0,-15 6 1 16,-4-1-2-16,1-2-9 0,-5 2 18 0,-9 1-16 15,-2 0-6-15,-5-1-7 0,-4 0 3 0,0 2-7 16,-1-2 2-16,-3-1-12 0,-5 2-13 0,5-1-27 16,-5 1-17-16,0 0-44 0,0 0-40 0,-23-1-56 15,13 2-66-15,-11-1-284 0,8 0-595 0,2 0 262 16</inkml:trace>
  <inkml:trace contextRef="#ctx0" brushRef="#br0" timeOffset="5580.11">6172 5977 158 0,'-2'-6'239'0,"4"3"-10"0,-2-1-11 0,0 4-17 0,0-5-19 16,0 5 2-16,1-6-18 0,-1 6-21 16,0 0-26-16,0 0-23 0,0-4-20 0,0 4-24 0,0 0-21 0,0 0-11 15,0 0 1-15,6 14-3 0,-3-6-2 0,-1-1 3 16,3 1-6-16,-1 1-1 0,1 3-4 0,3-3 3 15,-3 0-1-15,1 2-3 0,2-1 4 0,-4-2-3 16,2 1-1-16,2-2 0 0,-6 0 1 0,2-5-3 16,3 1 6-16,-6 2 26 0,3-1 27 0,0-2 26 0,1-1 27 15,-5-1 1-15,0 0 15 0,10-8-32 0,-1-1-4 0,0-1-17 16,1 1 15-16,-1 0 13 0,-2 1-14 0,1-2-20 16,0 0 0-16,-1 0 2 0,-2 2-8 0,0 0 13 15,-3 3-2-15,3 0-7 0,-2 0-6 0,-1 2 4 16,0-1-18-16,0 1-7 0,-2 3-6 0,3-4-19 15,-2 2-24-15,-1 2-27 0,0 0-31 0,0 0-25 16,0 0 5-16,0 0 4 16,4 14 7-16,-5 0 8 0,-1 4 5 15,0 10 13-15,-3 6 4 0,1 12 3 0,-4 5 7 16,5 0 3-16,-1 0 0 0,2-1 6 0,1 3 4 16,-1-2-1-16,4-5 3 0,-2 0 2 0,0-10 6 0,1-2 0 15,1 0-1-15,-1-2 2 0,0-3 1 0,1 0 1 16,-2 0 2-16,1 0 5 0,0-10-5 15,0 0 2-15,-1-1 1 0,-1-2-1 0,2 1-1 0,-3-5 0 0,1 0 4 16,-2-4-4-16,0 4 2 0,2-4 1 0,-1-2 1 16,-2 2-2-16,0-1 0 0,0-2 0 0,-5 3 4 15,1-3-1-15,-2 0 2 0,-1 1-2 0,-1-1 2 16,3 0-2-16,-2-3-2 0,-1 1 1 0,3-1 3 16,-5-1 2-16,3-1-4 0,-1 1-1 0,2-1 2 15,1-4-2-15,-1 4 1 16,1 0 3-16,2-3-1 0,0 1 3 0,0-1 12 15,0 1 5-15,0-3 23 0,2 1 11 0,-1-2 13 16,-2-3 9-16,1 2 2 0,1-5-15 0,0-3 14 16,1-2 8-16,1-2 0 0,-1-8-13 0,8-4-12 15,-1-4 0-15,6 0-10 0,6-14-7 0,5-1-6 16,8 1-10-16,2-1-2 0,-1 5 4 0,3 4-8 16,-3 2 1-16,3 1-10 0,-8 10 2 0,0 1 3 0,0 3-6 0,0 1-3 15,-5-2 5-15,2 7 8 0,-7 5-3 0,-2-2-5 16,-2 6 25-16,-2 1-1 0,-2 2-5 0,1 1-2 15,-2-1-6-15,0 2-1 0,-3 2-25 0,3-1 17 16,-3 1-8-16,-1 2-10 0,4-3-30 0,-4 3-31 16,0 0-39-16,0 0-44 15,0 0-18-15,0 0-4 0,0 0-5 0,0 0-22 0,-10 17-29 0,2-9-61 0,-2-1-315 0,5 3-645 16,-3-3 286-16</inkml:trace>
  <inkml:trace contextRef="#ctx0" brushRef="#br0" timeOffset="6197.08">7034 6253 127 0,'-8'0'182'0,"8"0"4"15,-10-2-11-15,10 2-10 0,-6 0-11 0,6 0-12 16,-7 2-9-16,7-2-4 0,0 0-9 0,0 0-4 15,-7-2-11-15,7 2-11 0,0 0-6 0,0 0-9 16,0 0-9-16,0 0-4 16,0 0-6-16,0 0-6 0,0 0-4 0,0 0-8 15,0 0 1-15,0 0 13 0,0 0-6 0,0 0 1 16,23-2-6-16,-11 2-6 0,1-2-5 0,8 1 2 16,-1 1-5-16,12-3 0 0,-4 2-1 0,8-4 0 15,-3 4-1-15,3-1 1 0,-3 2-6 0,-1-3-3 16,-1 1 1-16,-3 0-2 0,-7 0-3 0,-2 2-1 15,0-1-1-15,-7 1-4 0,0-2-2 0,-4 1 2 16,-2 0-1-16,0 1-5 0,-6 0 2 0,10 0-7 16,-10 0-6-16,0 0-3 0,0 0-1 0,0 0-18 0,0 0-17 0,-21 7-28 15,8-5-28-15,-6 1-26 0,0 2-37 16,1 1-38-16,-1-3-181 0,1 0-414 0,5 3 183 16</inkml:trace>
  <inkml:trace contextRef="#ctx0" brushRef="#br0" timeOffset="6536.35">7036 6466 79 0,'-11'3'191'0,"3"-2"1"0,3 0-4 15,0-1-8-15,5 0-11 0,-9 3-13 0,4-3-5 16,5 0 1-16,0 0 1 0,-6 2-9 0,6-2-11 16,0 0-9-16,0 0-8 0,0 0-9 0,0 0-2 15,27-2-4-15,-6-1-13 0,6 2-2 0,6-2-10 16,4 0-9-16,3 0-3 0,-3-2-6 0,1 1-7 16,-1 1 0-16,1-1-4 0,-4 2-2 0,-2 0-3 0,-4 1-2 0,-8-3-8 15,-5 4-2-15,-3 0-4 0,-1 0 0 16,-4-1-5-16,1-1 0 0,-2 2-3 0,-6 0-5 15,9 0-3-15,-9 0-13 0,5 0-10 0,-5 0-10 0,0 0-23 16,0 0-19 0,0 0-38-16,0 0-49 0,0 0-50 0,0 0-256 0,0 0-496 15,0 0 219-15</inkml:trace>
  <inkml:trace contextRef="#ctx0" brushRef="#br0" timeOffset="7051.98">8199 5909 85 0,'0'0'191'0,"0"0"-3"0,0 0-7 0,0 0-11 15,0 0-7-15,0 0-8 0,0 0-10 0,0 0-16 16,0 0-8-16,0 0-15 0,0 0-12 0,0 0-6 16,0 0-11-16,22-1-6 0,-10 2-6 0,4-2-7 15,13 1-8-15,0 0-6 0,3 0-1 0,1 0-1 16,4-3 3-16,0 2-3 0,2 0 15 0,0 1-6 16,-2-3-2-16,0 3-7 0,-5-1-4 0,-4-1-1 0,-5 1-5 0,-4 0-3 15,-2 1-1-15,-4-2-1 0,-6 1-4 0,0 1-5 16,-1-1 0-16,-6 1-4 0,10 0-4 0,-10 0-9 15,0 0 1-15,0 0-23 0,0 0-20 0,0 0-26 16,-28 0-20 0,9 1-23-16,-1 0-24 0,-1-1-25 0,-6 4-210 0,-1-2-399 15,0-1 177-15</inkml:trace>
  <inkml:trace contextRef="#ctx0" brushRef="#br0" timeOffset="7568.77">8155 5968 232 0,'0'0'233'0,"0"0"-12"0,0 0-15 15,0 0-15-15,0 0-26 0,0 0-14 16,0 0-15-16,-7 1-19 0,7-1-13 0,0 0-11 16,5 8-5-16,-1-5-12 0,1 4-6 0,2 1-8 15,3 4 3-15,5 1-6 0,11 3 2 0,-3 1-1 0,0 0-8 16,0-1-5-16,4 4-3 0,2-1-4 0,-4-3-1 15,2 0-6-15,-1 1-4 0,1-3-1 0,0 1 1 0,0-1-4 16,-2-2-4-16,-6-3-2 0,-2-1-1 0,-1-1-5 16,-5-1 3-16,-1-2 1 0,-3-3-3 0,1 1 4 15,-4 1 26-15,1-1 20 0,0 2 17 0,-5-4 14 16,8 0 21-16,-8 0 6 0,5 0 13 0,-5 0-21 16,0 0 12-16,0 0-2 0,5 0-19 0,-5 0-8 15,0 0-3-15,0 0-18 16,0 0-6-16,5 2-11 0,-5-2-9 0,0 0-4 15,0 0-36-15,3 3-36 0,-3-3-2 0,-4 10 1 16,0 0-2-16,-6 14 4 0,-4 5 3 0,-10 12 7 16,-3 3 3-16,1 6-5 0,-3 0 7 0,-2 0-1 15,-1 2-2-15,4 0 3 0,-3 1 1 0,4-4 7 16,2 0 1-16,5-4-1 0,-1-2 1 0,6-12-5 16,-3-1 6-16,5 0 3 0,-1-2-2 0,4-4 5 0,2-7-5 0,3-1-1 15,0-2 2-15,1-3-1 0,-1-4 3 0,4 0 0 16,-2 0 3-16,2-1-1 0,-3-2 0 0,4 0 1 15,-2 0 3-15,2-4 4 0,-2 4 2 0,1 0 6 16,1-4-2 0,0 0-1-16,0 5 11 0,0-5-35 0,0 0-25 0,0 0-24 15,0 0-32-15,-3 4-42 0,3-4-44 16,0 0-52-16,0 0-66 0,0 0-284 0,0 0-623 16,0 0 276-16</inkml:trace>
  <inkml:trace contextRef="#ctx0" brushRef="#br0" timeOffset="7932.02">8162 7217 61 0,'-10'2'214'0,"1"-2"-2"0,1 1-1 15,3 0 3-15,5-1 0 0,-9 0 7 0,4 1-2 16,5-1 0-16,0 0 5 0,-6 0-13 0,6 0-10 16,0 0-13-16,0 0-21 0,0 0-15 0,25-2-17 0,2-3-13 0,9 0-10 15,14-1-13-15,6 3-8 0,5-5-16 0,3 2-5 16,4 1-10-16,23-4 3 0,-30 4-2 0,3 0 11 16,-1 1 13-16,-2-1-24 0,-6 1 15 0,-18 0 0 15,-2 3 13-15,-5-3 0 0,-11 4 4 0,-2-3 5 16,-3 3-8-16,-5-2-5 0,-3 2-11 15,3-2-14-15,-5 2 7 0,-4 0-9 0,9-2-5 0,-9 2-6 16,0 0-8-16,5 0-13 0,-5 0-35 0,0 0-42 16,0 0-71-16,0 0-53 0,-18-3-60 0,3 3-73 15,2-1-401-15,0 0-769 0,3 1 340 0</inkml:trace>
  <inkml:trace contextRef="#ctx0" brushRef="#br0" timeOffset="10559.24">9844 6038 90 0,'-4'-5'168'0,"0"-2"-4"15,0 2-10-15,-1 1-13 0,1-1-15 0,-2 0-8 16,1 1-10-16,0 0-11 0,0 3-10 0,0-2-9 15,-3 0-8-15,2 3-6 0,-2-1-5 0,0 2-9 16,-6 2-1-16,4 2-6 0,-3-1-1 0,-1 7-8 0,-4 0-1 16,4 4-1-16,-5 1-2 0,4 4-5 0,-3 0 1 0,4 6-5 15,-2-4 2-15,4 4-7 0,3-2 3 0,-4 1-2 16,8 1 0-16,1-9-2 0,-1 2-3 0,2 1 1 16,3-1-7-16,3-2 10 0,-2-1 9 0,3 0 3 15,0-7 19-15,1 4 4 0,-1-5 7 0,2 3 9 16,0-6 0-16,-3 1 6 0,5 0 8 0,-1-4 9 15,2-1 3-15,0-1-1 16,2-3 5-16,1 0 3 0,-1-2 10 0,-1-2-8 16,2-5 3-16,1 2 0 0,0-4-10 0,0-1-2 0,-3-2-1 0,4-4-12 15,-6 1 4-15,6-1-6 0,-8 2 6 0,2 1 2 16,1-7-1-16,-4 8 11 0,0 1-25 0,1-1 13 16,-3 3 4-16,2 2 10 0,-2 0-3 15,-1 4 2-15,1-1-8 0,-2 4-19 0,0 2-1 0,2-4-7 16,-2 3-9-16,0 3-8 0,-1 1-11 0,0-5-20 15,0 5-37-15,4-4-13 0,-4 4-15 0,0 0 1 16,0 0 9-16,-1 19-17 0,-2-9 24 16,1 10 6-16,-3 5 3 0,0 2 5 0,-3 2 4 15,2 0 0-15,-3 2 6 0,1-4-6 0,3 1 6 0,1-1-2 16,-1-2 2-16,1-5-3 0,-1-2 8 0,4-2 0 16,-3-2 7-1,4-4-7-15,-1 2 1 0,-2-7 3 0,3 2 6 16,0-3 7-16,0 1 17 0,0-1 6 0,0 0 41 0,0-4 17 15,0 4 18-15,0-4 14 0,0 0-6 16,0 0-12-16,17-7-12 0,-6 3-13 0,7-6-31 16,11-5-47-16,-1-4-57 0,3 0-64 0,1 2-71 0,-3 0-62 0,1 0-72 15,-3-2-92-15,0 4-322 0,-3-1-795 0,0 1 352 16</inkml:trace>
  <inkml:trace contextRef="#ctx0" brushRef="#br0" timeOffset="11330.27">10120 6239 42 0,'1'-5'293'0,"4"0"-9"0,-4 1-5 16,2 0-11-16,2 0-9 0,-3 2-13 0,-2 2-17 15,3-6-28-15,-3 2-18 0,0 4-18 0,0 0-22 16,3-5-17-16,-3 5-3 0,0 0-30 0,0 0-9 15,0 0-8-15,0 0-16 0,1 17-5 0,-1-5-1 16,0 5-2-16,-1-2-11 0,-3 4-4 0,4 0-1 16,-4 6-10-16,2 1 4 0,-1-6-3 0,-1 5-3 15,-2 0 1-15,3-5-5 0,0-3-3 0,0 2-1 16,2-1-2-16,-2-3 10 0,3-3-14 0,-2-1 4 16,0-1-4-1,1-3-4-15,1 0 10 0,0-2-9 0,-1-2 3 0,1 3-2 0,-2-3 9 0,2-3 39 0,0 5 30 16,0-5 24-16,2 4 32 0,-2-4 30 0,0 0 20 15,0 0-7-15,0 0-19 0,0 0-19 0,10-18-13 32,-4 9-14-32,4-5-12 0,2-2-12 0,1-1-12 0,2-3-7 0,3-2-10 15,-4 3-7-15,-1 3-5 0,0-1-5 0,-3 3-5 16,-1 2-3-16,0 1-5 0,-3 1 2 0,1 2 0 16,-1 2-4-16,-1-2 3 0,-1 4-1 0,0-1-2 15,-2 2 0-15,1-2-7 0,-1 3-5 0,1 0 0 0,-3 2-4 16,0 0-1-16,4-5-11 0,-3 2-4 0,-1 3-8 15,0 0-5-15,0 0-17 0,0 0-7 0,0 0-7 16,0 0-8-16,0 0-1 0,0 0 2 0,0 0 6 16,0 0 8-1,0 0-3-15,0 0 7 0,-15 5 5 0,15-5 0 0,-5 3 3 16,2 0 2-16,3-3 4 0,0 0 2 16,0 0 0-16,-6 2 5 0,6-2-2 0,0 0 4 15,0 0 0-15,-4 4 0 0,4-4-1 0,0 0 0 16,0 0-1-16,0 0-2 0,0 0-3 0,0 0-4 0,0 5 6 15,3-1 1-15,-2 3-2 0,1-1 1 0,3 6 2 0,2 3 3 16,0 2 1-16,2 9 0 0,4-4-1 0,0 0 6 16,0 0 2-16,-1 2-7 0,1-2-35 0,0-5-42 0,-4 0-49 0,5 0-52 15,0 5-50-15,-5-6-62 0,4-1-102 0,-5-1-311 16,1-4-767-16,1-5 340 0</inkml:trace>
  <inkml:trace contextRef="#ctx0" brushRef="#br0" timeOffset="12963.54">10959 6034 10 0,'6'-3'158'0,"0"0"-14"16,4 0-10-16,-1 2-12 0,0 2-5 0,1-1-14 0,1 4-15 15,0 1 1-15,-1 3-8 0,3 3-9 0,0 3-1 16,-4 1-5-16,-3 2-13 0,3 0-4 0,-1 0 1 16,-3 4 1-16,-1-1-9 0,-4 4 4 0,-4 0 12 15,1 0-6-15,-2 1 0 0,-1-6-6 0,-2 0-2 0,-2 3-2 0,0-4-1 16,2-1-1-16,-2-4 4 0,2 3 1 0,-1-6-6 15,4-1 1-15,-3 2-1 0,3-4 3 16,-1-3 4-16,2 2 7 0,2-1 17 0,-1-2 17 0,0-1 24 16,2 3 25-16,1-5 37 0,-4 2 34 0,4-2 27 15,0 0 23-15,0 0-18 0,0 0-24 0,5-11-15 16,3 3-28-16,2-5-15 0,3-3-21 0,5-7-10 0,-1 2-8 16,2-2-17-16,1-1-10 0,1-1-12 0,-1 1-9 0,2-1-6 15,-2 3-7-15,-1-2-5 0,3 2 0 16,-4-2-9-16,-4 11 0 0,0-3 2 0,-1 2 7 15,-3-1 10-15,-1 6-2 0,-2 1-4 0,0 0 2 16,-3 4-12-16,0-1-2 0,0 0-4 0,-3 1-7 0,3 1-4 16,-4 3-3-1,4-4-8-15,-2 1-13 0,-2 3-9 0,0 0-22 16,5-2-19-16,-5 2-24 0,0 0-9 0,0 0 11 16,0 0 0-16,0 12 2 0,-3-2 18 0,-1 2 2 15,0 1 5-15,-3 5 4 0,1-2 7 0,-1 2 2 16,0-1 4-16,1 0 0 0,-1 1 4 0,1 0 3 15,-2 1 1-15,-1 3-5 0,4-5 6 0,1-2 7 16,-1-1-1-16,1-2 0 0,2-1-3 0,-2 0 5 0,1-4 2 0,2 1-1 16,1-1 0-16,0-1 1 15,0 1 7-15,0-3 6 0,1 1 6 0,2 2 15 16,3-3 15-16,3 1 9 0,0 0 11 0,5-1 31 16,8 1-4-16,6 0-3 0,0-4-1 0,-1-1-7 15,2 0-1-15,-1-3-5 0,-6 3 3 0,0-3-2 16,-3 1 1-16,-6-1-1 0,2 0-2 0,-4 1 0 15,0 1-11-15,-5 1-3 0,1-3-3 0,-2 3-6 16,-5 0-7-16,10-3 0 0,-10 3-19 0,6 0 12 16,-6 0-1-16,0 0-8 0,7 0-14 0,-7 0-6 15,0 0-12-15,0 0-18 0,5-1-29 0,-5 1-39 16,0 0-45-16,0 0-52 0,0 0-52 0,4 4-57 16,-4-4-50-16,0 0-19 0,2 4-85 0,-2-4-361 15,7 0-876-15,-7 0 388 0</inkml:trace>
  <inkml:trace contextRef="#ctx0" brushRef="#br0" timeOffset="18770.75">11708 5511 103 0,'0'-5'186'16,"0"0"-2"-16,4 0 1 0,0-2 4 0,0-1 0 15,-3 4 7-15,7-5 8 0,-2 5 4 0,-3 0-8 16,-1 2-12-16,1-3-13 16,-2-1-11-16,3 1-6 0,0 4-18 0,-3-4-5 15,2 2-16-15,-3 3-6 0,3-5-10 0,-3 5-16 16,3-4-6-16,-3 4-22 0,4-3-10 0,-4 3-26 16,0 0-7-16,0 0-1 0,2 9 0 0,-3 2-5 15,-2 1 1-15,0 3 0 0,-1 4-2 0,-1 7 0 16,2-1 4-16,-3 0-10 0,-2 3 5 0,1-4-2 15,-1 3 2-15,4-8-3 0,-1 0-1 0,1-1 2 0,0 1-3 0,-1 0-2 16,1-5 5-16,3-1-1 0,-3-1-1 0,3-3-1 16,-2 0 1-16,2-5 1 0,-2 3-3 0,3-1 3 15,-1-2 2-15,1 0 12 0,0-1 3 0,-2 1 24 16,2-4 13-16,0 0 26 0,0 0 25 0,0 5 15 16,0-5 18-16,0 0-19 0,0 0-7 0,10-12-23 15,-5 4-7 1,0-5-9-16,5 0-3 0,-1-1-11 0,8-8-6 0,-3 0-12 15,2 3 1-15,-1-2-7 0,1 1-8 0,-3 3 0 16,2-3-1-16,-2 6-5 0,-1-1-6 0,0 3-4 16,-3-1 3-16,-1 4-1 0,-2 0-4 0,2 1-1 0,-6 1 2 15,5 3-3-15,-3-1-6 0,-3 2 4 0,3-2 2 0,-4 3-4 16,4-1-2-16,-4 3-1 0,1-4-5 16,-1 4-3-16,5-2-9 0,-5 2-15 0,0 0-2 15,0 0-4-15,0 0-1 0,0 0 8 0,-10 9 0 16,1-4 2-16,0 3 5 0,-8 1 13 0,3 3-11 0,-1-2 2 15,0-1 4-15,-1 3-5 0,7-4 7 16,-1 0-2-16,-1-2-2 0,2 4-6 0,1-4 6 16,3-3 4-16,0 3-2 0,1 0 3 0,0-3-2 15,3 1 0-15,-3-1 11 16,3 2-7-16,1-1-8 0,0 2 8 0,0-2 9 16,5 4-13-16,-1 1 6 0,2 1 1 0,2-3-4 15,3 8 0-15,2-4 7 0,4 1 3 0,-1 3-1 16,9 0-4-16,-2-1-7 0,2 1-53 0,-1-2-58 15,3 0-65-15,-2 0-87 0,-1-3-127 0,-1 5-244 16,-4-6-698-16,-2 0 309 0</inkml:trace>
  <inkml:trace contextRef="#ctx0" brushRef="#br0" timeOffset="19477.12">12347 5671 30 0,'0'0'200'0,"-11"0"-7"16,7-1-6-16,4 1-12 0,0 0-17 0,-9 0-13 16,9 0-11-16,0 0-11 0,-8-1-8 0,8 1 1 15,0 0-3-15,0 0-3 16,0 0-7-16,-5-1-11 0,5 1-6 0,0 0-7 16,0 0-7-16,0 0-1 0,0 0-11 0,0 0-9 15,0 0-3-15,0 0-5 0,0 0-3 16,0 0-6-16,0 0-2 0,0 0-1 0,0 0-6 0,0 0-1 15,0 0-1-15,0 0-4 0,0 0 2 0,0 0-3 16,0 0-4-16,0 0 2 0,0 0-4 0,0 0-1 16,0 0 2-16,0 0 0 0,0 0 9 0,0 0-2 0,0 0 4 0,0 0-1 15,0 0 2-15,0 0 0 0,0 0-4 16,0 0 2-16,22-4-4 0,-8 4-5 0,4 0 3 0,10-1-6 16,1 1 4-16,2 0-2 0,2 0 1 0,3-2-2 15,1 1-2-15,0 1 1 0,3 0 0 0,0-1 2 16,-4 1 3-16,-2 1-4 0,-4-2-5 0,-3 2 0 15,-9-1-2-15,-4 0 5 0,-2-1-2 0,-5 1 0 0,1 0-2 16,-8 0 2-16,10 0-5 0,-10 0-4 0,7-2 2 16,-7 2-5-16,0 0-2 0,0 0-3 0,0 0 0 15,-25 0-6-15,14 0-19 0,-3 3-16 0,0-3-11 16,-7 0-36-16,7 3-22 0,-5-2-18 0,4-1-35 16,-5 2-47-16,8-2-174 0,-6 0-424 0,2 0 189 15</inkml:trace>
  <inkml:trace contextRef="#ctx0" brushRef="#br0" timeOffset="19739.72">12571 5566 150 0,'1'-5'265'0,"-1"1"-1"0,0 0-4 16,0-1-6-16,0-1-23 0,0 6 3 0,4-5-23 15,-4 3-15-15,0 2-20 0,0 0-17 0,0 0-18 16,0-7-13-16,0 7-18 0,0 0-17 0,0 0-2 15,0 0-19-15,0 0-3 0,0 0-13 0,0 17-1 16,-1-5-9-16,1 2-4 0,-3 3 0 0,2 0-8 16,2 2-5-16,-2-1-3 0,-2 0-3 0,-1 0-1 15,7-1-1-15,-3 0-2 16,1-1 4-16,-1 1-6 0,3-5-1 0,-3-2 1 16,1 0-5-16,-1 2-10 0,3-5-21 0,-2 3-23 15,-1-2-26-15,4-3-28 0,-3 1-40 0,4-3-43 16,-1-1-64-16,-4-2-228 0,8 1-509 0,-8-1 225 15</inkml:trace>
  <inkml:trace contextRef="#ctx0" brushRef="#br0" timeOffset="20280.34">13031 5424 244 0,'4'0'254'0,"1"-3"-13"0,-1 1-20 0,-4 2-19 31,6-3-13-31,-6 3-20 0,8-2-3 0,-8 2-19 0,11 3-16 16,-5-1-9-16,1 0-9 0,-1 2-8 0,2 4-3 15,0 0-12-15,1 1-9 0,0 4-8 0,1 1-1 0,-1 1-8 16,0-1-2-16,-3 4-4 0,2-1-8 0,-5 1-2 16,3-1-6-16,-4 3 0 0,2-2-2 0,-4 0-9 0,1-1 2 15,2 0-6-15,-2-1 0 0,-1-3 0 0,0-1-6 16,-1-3 1-16,-2-1-2 0,2 0 0 0,1-2 2 16,-2-2 4-16,0 1 2 0,2 1 15 0,0-6 29 15,0 5 33-15,-2-3 36 0,2-2 39 0,0 0-6 16,0 0-23-16,0 0 11 0,0-13 0 0,2 4-9 15,-2-3-6-15,2-3-12 0,1-4-11 0,3-7-12 16,5 2-11-16,-1-4-8 0,4 0-12 0,-1 3-4 16,0 2-9-16,1 1-1 0,-5 8 3 0,-1-2 1 15,-2 6 5-15,0-2-3 16,-2 5-3-16,0 0-7 0,0 0-10 0,0 5-4 16,-2-5-6-16,2 3-6 0,-3 2-5 0,-1 2-8 15,3-4-23-15,-3 4-32 0,2-4-43 0,-2 4-39 16,0 0-36-16,0 0 15 0,0 0-4 0,0 0-46 15,-2 16-40-15,-4-9-40 0,-1 3-65 0,2-1-116 16,-4-1-282-16,0-1-786 0,3-3 348 0</inkml:trace>
  <inkml:trace contextRef="#ctx0" brushRef="#br0" timeOffset="22211.07">8161 7570 230 0,'1'-5'247'16,"-1"5"-21"-16,0-7-6 0,2 5 0 0,0-2-17 15,-2-3-6-15,0 2 0 0,1 4-9 0,-1-5-8 16,3 0-10-16,-2 3-14 0,-1 0-10 0,0 3-11 15,0 0-15-15,2-7-13 0,-2 7-17 0,0 0-9 0,2-4-8 16,-2 4-11-16,0 0-12 0,0 0-5 0,0 0-4 16,0 14-6-16,0-2-5 0,-2 0-5 0,0 7-2 0,-2 5 2 0,-1 1-2 15,0 4-2-15,-4-2-3 0,4 4-2 0,-3-2 0 16,1 2-4-16,0-5 3 0,0 0-1 0,2-2-7 16,-1-5 0-16,1-2 3 0,1-1-6 0,2-4 1 15,-3-1 2-15,4-1-2 0,-2-2 1 0,2-2-2 16,-2 1 3-16,2-3 1 0,1 0-2 0,-1 0 2 15,1-4 10 1,-2 5 31-16,4-2 25 0,-2-3 33 0,0 0 14 16,0 0 20-16,0 0 16 0,0 0 18 0,0 0-15 15,0 0-17-15,0 0-15 0,6-13-14 0,-1 6-11 16,1-5-10-16,5-4-10 0,-2 1-10 0,2-2-5 16,3-6-8-16,-3 5-7 0,0 1-4 0,-1 1-7 15,4 0-3-15,-5-1-5 0,4 0-3 0,-3 1-5 16,-1 0-1-16,-1 7-3 0,2-5 1 0,-5 3-6 0,3 5-2 0,-3-5 1 15,0 3-2-15,-1 0-3 0,2 3 3 0,-3 1-5 16,1 1-1-16,-3-1 1 0,-1-2-4 0,3 5 1 16,-3 1 0-16,2-5-4 0,-2 5-3 0,1-3 0 0,-1 3-5 0,0 0 4 15,0 0-7-15,0 0-6 0,3-3-4 0,-3 3-5 16,0 0-3-16,0 0-1 0,0 0-2 0,0 0-1 16,0 0 3-16,0 0 5 0,0 0 5 0,0 0-1 15,0 0 2-15,0 0-3 0,0 0 9 0,0 0 1 16,0 0 3-16,0 0-1 0,0 0 0 0,0 0 3 15,0 0 3-15,0 0 2 0,0 0-6 0,0 0 2 16,0 0 3-16,0 0-2 0,0 0-4 0,0 0 9 16,0 0-6-16,0 0-3 0,0 0 5 0,0 0-8 15,0 0 2 1,0 0-1-16,0 0-19 0,0 0-7 0,0 0 3 0,1 12 3 16,-2-7 4-16,0 2 3 0,-1 3 1 0,0-1 7 15,1 2-8-15,-2 1 7 0,2 0 2 0,-1 0-2 16,0 3 2-16,-1-2 4 0,1-1 3 15,-2-2-10-15,4 3 10 0,-1-4 5 0,-1 1-1 0,1-3-6 16,-1-1 5-16,-1 0-4 0,3-1 7 0,0 0-1 16,0-2 5-16,-1 1 3 0,1-4-5 0,-3 4 1 0,3-4-2 0,3 4 5 15,-3-4-2-15,0 0 3 0,-3 5 7 0,3-5-4 16,0 0-1-16,0 0 8 0,0 0-2 0,0 0-1 16,0 4 0-16,0-4 1 0,0 0-3 0,0 0 0 15,0 0 1-15,0 0-5 0,0 0 0 0,0 0-3 16,0 0 0-16,0 0 1 0,0 0-3 0,0 0 0 15,0 4-2 1,0-4 2-16,0 0 1 0,0 0-2 0,0 0-4 16,0 0 11-16,0 0-8 0,0 0 0 0,0 0-3 15,0 0-3-15,0 0 1 0,0 0 0 0,0 0-13 16,0 0-4-16,0 0-2 0,4 4 11 0,-1-2-1 0,2 3 5 16,0-3-1-16,1 1-2 0,-2 2 4 15,6-1 3-15,2 3-5 0,-1-1 1 0,3 2 2 16,3-3 1-16,-1 4 2 0,1-1-2 0,0 1 1 0,-1 2 1 0,2-3-1 15,-1 3-3-15,2-3 8 0,-1 2-5 0,-7-3 0 16,4 2 1-16,-3-1 3 0,-2-4 1 0,-2 1 0 16,0 0-6-16,-1 2 1 0,0-5 4 0,-3 1-5 0,0 0 4 0,0-1-1 15,-1 0 4-15,-3-2-1 0,6 3-2 0,-6-3 4 16,3 3 0-16,-3-3 1 0,0 0 3 0,4 2-4 16,-4-2 0-16,0 0 2 0,5 2 1 0,-5-2-3 15,0 0-4-15,0 0 7 0,0 0-3 0,0 0-10 16,0 0 15-16,0 0-5 0,0 0-9 0,3 2 9 15,-3-2-6-15,0 0 0 0,0 0-6 0,0 0-7 16,0 0-4-16,0 0-6 0,0 0-11 0,0 0-14 16,0 0-12-16,0 0-13 0,0 0-23 0,0 0-12 15,0 0-25-15,0 0-44 16,0 0-55-16,2-10-67 0,0 5-55 0,-4-2-252 16,1 5-660-16,1 2 292 0</inkml:trace>
  <inkml:trace contextRef="#ctx0" brushRef="#br0" timeOffset="22535.02">8709 7732 145 0,'0'0'277'16,"0"0"-7"-16,0 0-11 0,0 0-11 0,0 0-13 15,0 0-14-15,0 0-19 0,0 0-18 0,0 0-7 16,0 0-26-16,0 0-16 0,0 0-17 0,10-4-11 15,-3 3-12-15,8-2-22 0,-2 1-30 0,5 0-38 0,0 0-47 16,-2 2-45 0,2-3-40-16,0 0-56 0,-4 3-235 0,-5-1-452 15,4 2 199-15</inkml:trace>
  <inkml:trace contextRef="#ctx0" brushRef="#br0" timeOffset="22719.17">8828 7840 65 0,'-4'1'177'0,"4"-1"1"0,-4 4-7 0,4-4 0 16,0 0-1-16,-3 3-9 0,3-3-7 0,0 0-18 16,0 0-10-16,16 0-14 0,-3-1-13 0,6-2-9 15,0 2-14-15,3-1-31 16,5 0-45-16,0-1-53 0,2-2-55 0,-1 1-187 16,-1-2-321-16,5 2 142 0</inkml:trace>
  <inkml:trace contextRef="#ctx0" brushRef="#br0" timeOffset="23052.44">9375 7670 213 0,'-3'-5'203'16,"1"3"-16"-16,2 2-13 0,-9-2-12 0,9 2-14 16,-5-4-3-16,5 4-17 0,-8 0-7 15,8 0-11-15,-10 7-10 0,4-1-11 0,-1 1-3 0,1 2-9 16,-2-1-4-16,3 4-5 0,-3-3-10 0,3 1-7 15,0 1-3 1,1-1-3-16,3 2-5 0,-2-2-5 0,3 0 23 16,3 2 11-16,-2-2 17 0,3 0 17 0,5-1 6 15,1-1-4-15,-1-2 2 0,10 0-5 0,-2-6-8 0,3 1-11 16,0-2-7-16,0-3 6 0,-4 0 8 16,3-3-8-16,-4 1 11 0,-1-2-20 0,1-3-1 15,-7 2 5-15,-3-2-10 0,4-3-9 0,-4 2-11 16,-4 0 4-16,-1-2-15 0,-5-3-5 0,0 1-4 0,-3 2-6 0,2-3-15 15,-8 4-16-15,-3-1-23 0,0 3-32 0,-3 3-39 16,-8-1-48-16,1 3-51 16,-2 0-73-16,-2 2-295 0,4 2-618 0,7 1 273 15</inkml:trace>
  <inkml:trace contextRef="#ctx0" brushRef="#br0" timeOffset="24399.77">8783 5554 7 0,'0'0'213'0,"0"0"-12"0,0 0-6 15,0 0-9 1,0 0-10-16,0 0-7 0,0 0-11 0,0 0-9 16,2-6-9-16,-2 6-14 0,2-3-11 0,-2 3-16 15,3-4-6-15,-3 4-8 0,1-6-6 0,1 2-2 0,0 1-3 16,-1-2-9-16,0-2-8 0,3-1-6 0,-4 2-3 16,4-3-5-16,-3 2-2 0,3-3 5 15,0-3-4-15,-1-3 1 0,2 0-6 0,-3-1-4 16,2 1-2-16,-1-2 4 0,-1 1-1 0,2 0-3 0,-3-2-2 0,2 0 2 15,-2 2-6-15,-1 0-1 0,1 0-5 0,-2 2 1 16,1 2-7-16,-1 2 0 0,-3 1-4 0,0 1 5 16,-1-1-7-16,-1 3-2 0,-2 1-2 0,-1 0-3 15,-4 3 0-15,-1 3-3 0,-5 0 3 0,-9 3-4 16,-2 6 3-16,0 4-1 0,-6 1-1 0,-6 12 4 16,1-1-1-1,-5 4 1-15,1 2-2 0,-2-2-1 0,2 3 3 0,-2-1 5 16,1 3-6-16,5-3 6 0,8-11-3 0,2 0-3 15,3-1 0-15,0-2 6 0,4-5-6 0,5-3 4 16,-1 1-3-16,9-3 3 0,-3-2-2 0,5-1 0 16,0-1 5-16,1 0 28 0,2-3 9 0,-2-3 8 15,3 1 24-15,1-3-7 0,3 0-1 0,-2-4-1 16,2-3-9-16,1-3-1 0,4-2-13 0,1-2-4 0,5-5-3 16,3 0-4-16,-1 1-7 0,2 2-1 0,-5 4 2 15,1 1-4-15,0 5-5 0,-2 1-2 0,2 3-5 16,0-2-3-16,0 4 0 0,1 2-4 0,3-2-1 0,1 7-3 15,4 1 0-15,0 3 12 0,7 8-12 0,-2-2-6 16,-1 6 3 0,4 2 1-16,-5 0 1 0,2 1 2 0,-2 1 7 0,1 3-7 0,-3-1 2 0,3 0-6 0,-4-5 5 15,-2 1 0-15,-3-6-2 0,0-2 1 0,0-2 1 16,-6-1 16-16,1-2-13 0,-4-4-3 0,4 2 20 16,-4-3-24-16,1-2-7 0,1-1 2 0,0-3-20 15,4 0-11-15,-2-4-13 0,0 1-16 0,-1-1-21 16,0-3-27-16,1 1-43 0,-2 1-52 0,5-6-64 15,-4 6-241-15,2-4-557 16,4 4 246-16</inkml:trace>
  <inkml:trace contextRef="#ctx0" brushRef="#br0" timeOffset="26574.37">28822 2496 107 0,'0'0'170'0,"-3"-2"-21"0,3 2 0 0,0 0-12 16,-2-3-4-1,2 3-12-15,0 0-9 0,0 0-12 0,-4-3-12 16,4 3-5-16,0 0-8 0,0 0-12 0,0 0-4 16,0 0-7-16,0 0-6 0,0 0-1 0,0 0-8 15,0 0 3-15,0-4-10 0,0 4-2 0,0 0-8 16,0 0-1-16,0 0 1 0,0 0-3 0,0 0-1 15,0 0-1-15,0 0 5 0,0 0-9 0,0 0 10 16,0 0 6-16,0 0-2 0,0 0 3 0,0 0-2 0,0 0 4 0,0 0 5 16,0 0 0-16,0 0 6 0,0 0-1 0,0 0 1 15,0 0-8-15,0 0 2 0,22-3-7 0,-9 2-3 16,7-3 0-16,12 2-5 0,4 0 0 16,2 1-3-16,17-3 2 0,-1 1-4 0,0 3 4 15,2-4-32-15,-4 1 5 0,-11 1-3 0,-1-1 7 16,-6 2-2-16,-2 0 5 15,-4-2 0-15,-5 3 1 0,-4-4-5 0,-7 3-2 16,-2 1 1-16,-1 0 5 0,-4-2-3 0,0 2-2 16,-1-2 2-16,-4 2-5 0,0 0-6 0,5-1-15 0,-5 1-12 0,0 0-12 15,0 0-16-15,-14-5-16 0,5 1-26 0,3 4-18 16,-2-2-29-16,0 0-18 0,2 1-91 0,-3-1-290 16,2 1 129-16</inkml:trace>
  <inkml:trace contextRef="#ctx0" brushRef="#br0" timeOffset="26937.01">29424 2188 5 0,'-4'-3'167'0,"4"3"-23"0,0 0-17 0,-4-1-8 16,4 1-12-16,0 0-2 0,0 0-24 0,0 0-7 15,0 0-4-15,0 0-7 0,0 0-8 0,6 10-1 16,-3-2-6-16,6 0-3 0,-2 5 0 16,4 3-3-16,3 1-5 15,-1-2 4-15,5 7-3 0,0 2-2 0,1-2 1 16,-1 3-3-16,-1-2-1 0,-1 1-5 0,-2 2-1 16,-3-3-9-16,0 1-1 0,-5-6 1 0,-4 0 0 15,-4-1-6-15,0 0 6 0,-3 0-2 0,-4 0-1 16,-3-3 0-16,-2 0-3 0,-4-3 1 0,-1-1 1 15,-5 1 1-15,3 0-5 0,1-6-4 0,-1 4 2 16,2-2-1-16,-4-3 2 0,7 1-3 0,-4 0 2 0,4 0-4 16,3-2 1-16,4-1 2 0,-2 0-3 0,4 1-10 15,2-3-26-15,5 0-33 0,-2 2-51 0,2-2-171 16,0 0-310-16,0 0 137 0</inkml:trace>
  <inkml:trace contextRef="#ctx0" brushRef="#br0" timeOffset="27507.27">30370 2181 118 0,'11'-1'130'0,"1"0"-4"0,2-1-12 15,4 5-9-15,-1-3-11 0,0 1-5 16,2 2-10-16,-7-1-14 0,2 3-4 0,-4-2-3 16,3 1-11-16,-7-1-2 0,3 4-5 0,-4-1-2 15,4 2 0-15,-5 0-9 0,-3-2-9 0,-1 5 7 0,-1-1-12 0,-8 4 1 16,0 2 0-16,-4-2 4 0,-3-2-7 0,2 0 3 16,-4-1 0-16,2 1-4 0,1-2-2 0,1-1 0 15,1-1-3-15,4-2 6 0,0 0-8 0,1 1 5 16,1-3 0-16,3 0-4 0,2 0-3 0,-1 1 4 15,-1 2-1-15,4-4-3 0,0 4 5 0,4 0 1 16,1 0 6-16,6 3 4 0,-1-2-5 0,4 2 8 0,4 1 1 16,-7-4 4-16,3 3-1 0,0 0 0 0,-1-1-1 15,-1-1-4-15,-3 1-4 0,-2-1-2 0,1-1 2 16,-2 0-3-16,-2 1-6 0,-3-2-1 0,1 0-2 16,-4 1 2-16,-1-2 0 0,-7 0-1 0,-1 3 1 15,-4-2-1-15,-4-3-2 0,-3 3-3 0,-5-2-5 16,0-3-19-16,4 2-30 15,0-3-43-15,4-3-33 0,-3 2-136 0,3-5-287 16,-1-3 127-16</inkml:trace>
  <inkml:trace contextRef="#ctx0" brushRef="#br0" timeOffset="27939.6">30257 2051 54 0,'-16'9'67'0,"2"1"-6"0,-8 9-12 15,3-1 0-15,-2 8-2 0,1 1 13 0,-1 4-18 0,3 0 2 0,-3 12 6 0,5 2-11 16,4-11 12-16,1 2-6 0,6-2 2 0,0 2 13 15,4 0-2-15,2 8 8 0,4-11 22 0,4-3 0 32,3 2 9-32,0-4 6 0,5-1 7 0,4-3 10 0,5-3 5 15,1 1 15-15,4-3-2 0,5-4-2 0,3-4-4 0,12 0 0 16,0-4-3-16,3-4-8 0,-1-3 5 0,0-5-9 16,-2-3 3-16,-12 0-6 0,12-8-11 0,-12 2-6 15,8-7-14-15,-2-4 11 0,-2-2-19 0,-5-4-5 16,-2-7-8-16,-2-1-9 0,-6-6-10 0,-6 0-5 15,-4-3-14-15,-8 1 2 0,-7 2-6 0,-8 8 1 16,-11-8-9-16,-8 3-5 0,-11 1-2 0,-7 6-1 0,-5 4-2 16,-3 5-3-16,-10 4-4 0,-34 1-20 0,0 6-38 0,-3 10-48 15,-9 8-77-15,5 1-101 0,3 10-242 16,8-1-575-16,29-1 256 0</inkml:trace>
  <inkml:trace contextRef="#ctx0" brushRef="#br0" timeOffset="29596.48">14003 6391 65 0,'0'0'129'0,"0"0"-4"0,-5-3-11 0,5 3-9 16,0 0-15-16,0 0 5 0,0 0-6 15,0 0-7-15,0 0-2 0,0 0-7 0,0 0-1 16,0 0-5-16,-2-4-2 16,2 4 5-16,0 0-6 0,0 0-8 0,5-5-4 15,1 2-5-15,0-1-2 0,2-1 0 0,1-2-2 16,5 1-4-16,0-3-2 0,1-2 7 0,6-6-4 15,5 0 0-15,-6-2 4 0,-1-1 5 0,2-3 3 0,-1 0-3 16,-1-4 1-16,0-1 0 0,-1 0 0 16,0 1-4-16,0-3-2 0,-4-3-3 0,-4 5-5 0,2-4-2 0,-3-1-2 15,0 8-5-15,-3-6-4 0,0 4-1 0,-4 1-1 16,0 0-5-16,-2 8-1 0,-2-1-4 0,-1 4 0 16,2 1-1-16,-3 4-3 0,3 0 0 0,-2 3-3 15,-3 2-1-15,2 0 2 0,0 1-5 0,-5 1 2 16,-1 6-1-16,-4-1-2 0,1 8 2 0,-5 0 16 15,4 4-5-15,0 2 4 0,-4 7-2 0,-1 4-5 16,4-1-1-16,1 5-1 16,2 2 0-16,1-1-3 0,4 5 0 15,6-2 5-15,0 11-1 0,5-13-2 0,-2-1 0 16,3 1 2-16,5-6 1 0,2-2 2 0,1 0-3 0,-2-7 1 16,3-2 0-16,-2-6 3 0,1 0 1 0,3 1 2 15,-6-5 12-15,3-3 13 0,0-1 10 0,0 0 17 16,-2-2 10-16,2-2 7 0,-1 0 0 15,-2-3 0-15,-1 1-3 0,-1-4-2 0,0 2-13 0,-1-5-4 0,-1 2-5 0,-1 0-1 16,-1 1-10 0,0-1-4-16,0 0-9 0,-3 2-7 0,-1-2-1 15,-1 4-7-15,-2-3 0 0,2 3-1 0,-2 0-10 16,1-1-17-16,1 2-28 0,-5 2-35 0,1 0-26 16,0 1-20-16,5 1-28 0,-10 1-29 0,10-1-31 15,-9 4-26-15,8-1-251 0,1-3-523 0,0 0 231 0</inkml:trace>
  <inkml:trace contextRef="#ctx0" brushRef="#br0" timeOffset="30013.17">14544 6258 140 0,'0'0'186'0,"0"0"-1"0,0 0-18 15,0 0-13-15,9-7-15 0,-4 5-10 0,1 2-19 16,1-3-6-16,3 1-11 0,1-3-8 0,2 0-12 15,4 0-2-15,-1-3-7 0,3-1 1 0,6-3 2 16,-6 3 1-16,4-7 3 0,-5 3 2 0,-3-1-3 16,6-2 1-16,-7 0-8 0,0 5 0 0,-3-3 5 15,0 0 4-15,-4 4-7 0,-3-3-2 0,0 4-7 0,-2 0-6 0,0 4-6 16,-2-2-3-16,-3 2-6 0,-1 0-7 0,-2 2-3 16,-8 2-2-16,-2 1-2 0,-4 4-5 0,-7 2 0 15,0 5-4-15,-1 0 0 0,5 5 0 16,-2 3-3-16,3 0-1 0,2 1 0 0,2 5-1 15,0-1-1-15,6 2 0 0,2-4-2 0,5-3 2 0,6 8 0 16,3-8 1 0,5-2-2-16,5 4 5 0,8-1 1 0,2-3 1 15,4-4-1-15,5-3 2 0,3-2 0 0,4-3-4 16,0 0 1-16,-1-4-1 0,-1-1-2 0,-1 0 0 16,-2-1-2-16,-1-1 0 0,-13 1 2 0,-1-1-3 15,-7 1 1-15,1 0 2 0,-4 1-6 0,-2 0-4 16,0 0 0-16,-8 0-4 0,10 0-4 0,-10 0-17 15,8 0-28-15,-8 0-38 0,0 0-40 0,0 0-55 0,0 0-67 0,0 0-146 16,0 0-434-16,0 0 192 0</inkml:trace>
  <inkml:trace contextRef="#ctx0" brushRef="#br0">16372 5862 148 0,'0'0'196'0,"3"-3"-7"0,-3 3-8 15,4-2-17-15,-4 2-12 0,0 0-10 0,3-3 0 16,-3 3-15-16,0 0-17 0,0 0-10 0,0 0-13 0</inkml:trace>
  <inkml:trace contextRef="#ctx0" brushRef="#br0" timeOffset="31272.21">16701 5920 87 0,'-9'4'121'0,"1"-2"-11"15,-1 1-1-15,-1 4-6 0,2 1-9 0,-2-5-3 16,1 9-14-16,0-3-6 0,1 1-5 0,2 0-10 16,0 5 0-16,2-4-7 0,1 0-2 0,1 2 15 15,3-1-4-15,3 1 5 0,0 0 0 0,2-3 7 16,6 1 3-16,-1 3-2 0,4-7-2 0,2 0-1 15,-2-4-6-15,6 0-2 0,-2-3-5 0,0-1 3 16,2-2 0-16,-1-2 1 0,-1-4 9 0,-2 2 8 16,1-3-4-16,-3-4-3 0,-1 4-2 0,-4-2-5 15,-1 1-8-15,0 0-4 0,-1-3-5 0,-3-3-8 16,-4 5-3-16,-1-5-5 0,-1 3-3 0,0-1-4 16,-7 7-5-16,4-4-3 0,-6 3-3 0,-3-3-4 0,-2 4-1 15,-2 1-3-15,-2 2-12 0,2 3-13 0,-2 0-15 0,6 1-11 16,-4 1-29-16,4 1-20 0,0 1-27 0,4 3-37 15,3-5-58-15,-2 2-125 0,3 1-372 0,5 1 165 16</inkml:trace>
  <inkml:trace contextRef="#ctx0" brushRef="#br0" timeOffset="31647.38">17080 5682 263 0,'4'-12'321'0,"-4"3"-5"0,3 1-16 0,-1 1-18 0,-2 2-14 15,0-1-31-15,1 2-23 0,2 0-27 0,-3 2-24 16,0 2-21-16,0 0-28 0,0 0-13 0,0 0-8 16,5 10-11-16,-5 1-12 0,2 6-3 0,-2 2-6 15,2 10-3-15,-4-2-8 0,0 5-8 0,2-3 3 16,-1 3-8-16,-2-1-5 0,6 2-7 0,-3-1 0 15,-3-4-1-15,2-2-3 0,2-3 5 0,2 4-5 0,-3-9 1 0,1-2-3 16,-1-2-2 0,2-2-3-16,0-6 1 0,-1 5-5 0,-1-8 3 0,4 2 1 0,-3 1 3 15,-1-3 1-15,0-3 2 0,0 6 5 0,0-4 14 16,0-2 4-16,0 4-4 0,0-4 3 0,0 5-2 16,0-5-4-16,0 0 12 0,0 0-18 0,0 0-11 15,0 0 0-15,0 0 0 0,0 0-21 16,0 0-40-16,0 0-29 0,0 0-73 0,0 0-92 15,0 0-71-15,0 0-271 0,0 0-625 0,-8-14 277 16</inkml:trace>
  <inkml:trace contextRef="#ctx0" brushRef="#br0" timeOffset="31916.76">17300 5998 187 0,'0'0'346'16,"3"-3"-24"-16,-3 3-29 0,0 0-26 0,2-5-31 0,-2 5-22 15,0 0-20-15,0 0-26 0,0-4-22 16,0 4-13-16,0 0-13 0,0 0-13 0,0 0-10 16,4 13-12-16,-4-8-7 0,1 3-9 0,2 1-9 15,-6 2-4-15,3-1-4 0,-1 1-1 0,2-2-8 16,-2-1-4-16,1 1-3 0,0-4-9 0,0 3-7 15,0-4 1-15,0-1-4 0,-3 3-2 0,2-2-3 16,1-4-3-16,1 5-17 0,-1-5-10 0,0 0-19 16,0 4-22-16,0-4-25 0,0 0-37 0,0 0-99 0,0 0-276 0,0 0-537 15,0 0 238-15</inkml:trace>
  <inkml:trace contextRef="#ctx0" brushRef="#br0" timeOffset="32379.74">16340 6081 39 0,'0'0'166'15,"-9"-2"0"-15,9 2-9 0,-6 0-17 0,6 0-11 16,0 0-12-16,-6-2-12 0,6 2 7 0,0 0-5 0,0 0 5 16,0 0-4-16,0 0 0 0,0 0-11 0,0 0-6 15,0 0-4-15,20-6-7 0,7 2-5 0,8-1-7 16,5 1-6-16,19-1-1 0,2 0 1 0,34-5-5 15,-4 5-2-15,-2-3 2 0,3 4-1 0,0-1 0 0,0-1-5 16,-2 0 1 0,-27 6-7-16,1 0-3 0,-2 0-5 0,-7 0-3 15,-17 0-4-15,-1 0-4 0,-6 0 0 0,-11 3-5 16,-7-6-1-16,2 3-3 0,-4 0-2 0,-5 0 1 16,3 0-2-16,-4 0-4 0,-5 0-4 0,8 0-4 15,-8 0-1-15,0 0-16 0,0 0-28 0,0 0-35 16,0 0-45-16,0 0-51 0,-25 0-68 0,18-1-145 15,-1 1-419-15,8 0 185 0</inkml:trace>
  <inkml:trace contextRef="#ctx0" brushRef="#br0" timeOffset="33042.18">18635 5777 31 0,'0'0'254'16,"0"0"-14"-16,0 0-18 0,-5 0-23 0,5 0-22 0,0 0-13 15,0 0-21-15,-5-1-15 0,5 1-11 0,0 0-11 16,0 0-12 0,0 0-15-16,0 0-7 0,-10 1-1 0,4 1-11 0,-1 0-7 15,-3 1-3-15,2 4-5 0,-1-2-6 16,2 0-3-16,-2-2-5 0,2 2-7 0,0 0-1 0,0 4-5 16,0-4-1-16,0 3-3 0,5-1-3 0,-2-1 1 15,1 4 2-15,1-4-7 0,3 3 0 16,2 1 3-16,0 1-2 0,4-1 1 0,0 2-3 15,6 0 1-15,1 1 2 0,0-2-6 0,-1 0 0 0,1 2 0 16,3 0 2-16,-6-1-3 0,-2-3 1 0,0 1-5 16,-1-2-4-16,-2 1-2 0,-2 1-1 0,0-3-1 0,-3 0 0 15,-2 1-1-15,-3 1 3 0,-1 0 2 0,-8-1-2 16,-1 2 1-16,-4-3 6 0,-10 0-3 0,1 1 2 16,7-5-1-16,-8 2 0 15,5-1-1-15,-4-1 1 0,6-1 3 0,-3-2 2 16,5 0 0-16,-4 2-4 0,5-2-1 0,0-2 0 0,5 4 3 0,5-2 0 15,0 0-2-15,1 0 0 16,7 0-20-16,-10 0-34 0,10 0-47 0,-2-5-51 16,2 5-209-16,9-5-394 0,1 1 174 0</inkml:trace>
  <inkml:trace contextRef="#ctx0" brushRef="#br0" timeOffset="33435.61">19016 5893 49 0,'-9'2'146'0,"0"-1"-28"0,-2 2-12 0,1 1 12 0,1 1-5 15,-3 1-16-15,3 1-15 0,0 3-3 0,1-2-7 16,0 0-12-1,3 5-6-15,-2-3-2 0,5 0-1 0,-2 0 4 0,1 0-4 16,6 0-5-16,-1 0 4 0,2-1 9 0,3 0 3 16,0-1 2-16,3-1-4 0,3-1-12 0,5 0 4 0,0-1 1 15,1-5-2-15,4 1-5 0,-7-2 0 16,4 1 8-16,-7-5 20 0,1 3 6 0,-3-4 2 0,1-1-1 16,-3 2 0-16,1-2-4 0,-4-3-7 15,1-1-11-15,-2-2-7 0,-1 4-5 0,-3-4-2 16,-1 1-9-16,-1 0 15 0,-2 0-7 0,-3-2-4 15,-1 2-3-15,0 2-7 0,-1 0-3 0,-6 2-6 0,5 2-3 16,-4-1-11-16,-2 2-12 0,3 2-18 0,-3-1-23 16,3 2-27-16,2 2-32 0,-4-1-29 0,7 1-44 0,0 0-65 15,-2 0-132-15,9 0-406 0,0 0 181 0</inkml:trace>
  <inkml:trace contextRef="#ctx0" brushRef="#br0" timeOffset="33774.75">19274 5685 39 0,'0'-11'336'0,"3"3"-2"0,-3 1-10 16,1-4-13-16,-1 7-17 0,0-3-30 0,1 4-27 16,2 0-26-16,-3 3-28 0,1-4-31 15,-1 4-14-15,0 0-12 0,0 0-18 0,4 16-12 16,-4-2-6-16,3 6-10 0,-1 6-10 0,-4 1-8 0,4 2-5 15,-2 3-7-15,0-3-3 0,0 3 7 0,0-6-8 16,1 1-11-16,3-1-6 0,-4-6-1 16,0-2-2-16,4 0-4 0,-1-1-1 0,-2-5 2 15,0 0-7-15,2-2 0 0,-3-3-1 0,1 1 2 16,-1-4 2-16,3-1-6 0,-3 2 7 0,0 0-4 0,0-3 3 16,0-2 7-16,2 5-8 0,-2-5 2 0,0 4-7 0,0-4 3 15,0 0-3-15,0 0 2 0,0 5-5 0,0-5-4 16,0 0-17-16,0 0-22 0,-1 5-32 0,1-5-39 15,0 0-86-15,0 0-99 0,0 0-293 0,0 0-630 16,0 0 279 0</inkml:trace>
  <inkml:trace contextRef="#ctx0" brushRef="#br0" timeOffset="34399.93">19582 5956 145 0,'0'0'314'0,"0"0"-27"0,0 0-22 0,0-5-24 15,0 5-30-15,0 0-23 0,0 0-20 0,0 0-16 16,0 0-15-16,0 0-15 0,-1 17-8 0,1-8-17 16,-3 1-5-16,3 0-12 0,-1 2-9 15,0-2-6-15,1 2-4 0,0-2-5 0,0-1-8 16,-1-1-3-16,2-2-3 0,-1 0-5 0,0-1-2 0,1-1-3 15,0-1 2 1,-1 1 17-16,0-4 14 0,0 0 4 0,7 1-6 16,-7-1-5-16,11-8-3 0,-4 0-2 0,0 2-5 0,1-2 5 0,2 0-14 0,-2-3-6 15,5-1 1-15,-1 1-7 0,1 0-6 0,-4 2-1 16,1 0-2-16,-1 1-3 0,3 1-1 0,-5 0-1 16,1 2-1-16,-3 1-1 0,2-2 0 0,-2 3-13 15,1 3-2-15,2 0 4 0,-2 0-3 16,2 0-4-16,5 1-4 0,-3 1-3 0,3 4-7 15,-3 0 6-15,2 1-13 0,4 2-3 0,-2 0-13 16,1 0-4-16,-2 3-8 0,1-5-9 0,-5-1-9 16,2-2-7-16,1 3-6 0,-3-4 2 0,-1 1 3 15,2-4 11-15,-5 0 6 0,3-2 5 0,-2-3 6 16,-2-2 8-16,5-2 7 0,-5-2 3 0,1 0 4 16,-1-5 6-16,-2-1 22 0,1 0 1 0,0-2 20 0,-2-6 8 0,4 0 9 15,-1 0 5-15,-1-3 5 0,1 3 6 0,0-8 2 31,1 2 5-31,1-1-1 0,-2 2 7 0,2 1 7 0,-1 3 14 0,0 9-4 0,-3 2 15 0,2 3-7 16,-2 4-10-16,-1 2-14 0,0 1-13 0,0 0 5 16,-1 0-33-16,0 5-14 0,0 0-1 0,0 0 0 15,4 12-2-15,-5 0 13 16,-3 3-12-16,3 12-5 0,-4-3 6 16,1 5 1-16,1 0 0 0,-2 1-5 0,1 0-1 15,-1-1-2-15,2 0 5 0,0-5-34 0,2-4-15 0,-2-1-10 16,0-2-21-16,2 0-10 0,0-5-29 0,-2 0-19 15,1 1-34-15,-1-6-37 0,1 0-50 0,-2-4-215 16,1-1-506-16,1 0 224 0</inkml:trace>
  <inkml:trace contextRef="#ctx0" brushRef="#br0" timeOffset="34869.32">19913 5835 34 0,'-11'-2'176'0,"11"2"-12"0,0 0-11 0,0 0-13 0,0 0-11 0,0 0-9 15,33 0-14-15,-14 0-13 0,11 0-9 0,2-1-11 16,1 1-5-16,6-1-6 0,0 1-2 0,14-3-13 16,-13 3 2-16,14-1-10 0,-17-2 0 0,1 0-3 15,-5 1-5-15,-2-3-5 0,-3 4-1 0,-8-1 0 16,-1-1 0-16,0-1 20 0,-7 1 26 0,-2-1 18 15,-2 3 10-15,0 1 13 0,-2-3-7 0,-1 1-11 16,-5 2 4-16,5-5-6 0,-1 1-5 0,0 4 12 16,-4 0-7-16,4-3-13 0,-4 3 4 0,5-2-2 15,-5 2-4-15,0 0-10 0,1-2 1 0,-1 2-7 16,0 0-1 0,0 0-2-16,5-1 1 0,-5 1-9 0,0 0-6 15,0 0-2-15,0 0 1 0,0 0-7 0,0 0 5 0,0 0-15 16,0 0-3-16,0 0-6 0,7-2-2 0,-7 2-9 15,0 0 4-15,0 0-7 0,0 0 5 0,0 7-1 16,0-4-3-16,0 4 5 0,0 0-8 16,1 3 4-16,-2-2-2 0,1 5 2 0,1-2 2 0,-1 0 3 0,0 1-7 0,0 1 2 15,1-1 1-15,-1-2-6 0,0-1 8 16,3 3-5-16,-3-4-12 0,1-4-11 0,-1 3-18 16,0-1-9-16,0-2-8 0,0-1 2 0,0 1 9 15,0-4-17-15,0 0-64 0,0 0-71 0,0 0-48 16,-5-10-52-16,1-1-176 0,0 0-512 0,0 0 227 15</inkml:trace>
  <inkml:trace contextRef="#ctx0" brushRef="#br0" timeOffset="35022.72">20507 5634 173 0,'-3'-10'249'0,"0"-1"4"0,2 3-5 16,0 0-25-16,1 2-16 0,-2 1-7 0,2-1-19 16,0 2-17-1,-1 2-17-15,1 2-17 0,0-8-10 0,3 5-13 0,-3 3-15 0,0 0-7 16,12 3-24-16,-4 0-27 0,2-1-35 15,0 5-45-15,1-1-52 0,0 1-56 16,-1 0-243-16,2 2-428 0,3-2 190 0</inkml:trace>
  <inkml:trace contextRef="#ctx0" brushRef="#br0" timeOffset="35385.86">21001 5695 61 0,'0'0'209'16,"-3"-3"-21"-16,3 3 1 0,-6-1-16 0,6 1-15 16,0 0-13-16,-21 7-13 0,9-1-11 0,1-1-11 15,-3 6-12-15,0-1-8 0,-1 1-11 0,0 2 1 16,-1 0-13-16,2 2 1 0,5-1-12 0,-1 0-6 16,4-3-4-16,2-1-1 15,0 1-3-15,1 0-3 0,6-2 8 0,-2 0 2 16,3 2 5-16,1-2 3 0,5-3 3 0,-1 0 1 15,4-1 3-15,1-3-5 0,4 2-3 0,1-3-5 16,0-2 14-16,-1-1-4 0,0-2 3 0,-4 1 1 16,0-2-4-16,-1-3-8 0,2-1-4 0,-6 0 0 0,4-4-8 0,-4 0-6 15,-1-3-2-15,-4 0-5 0,1 1-4 0,-4-4-7 16,-2 9 0-16,-2-5-6 0,-1 3 1 16,-2 0 4-16,-3-1-7 0,-4 0-1 0,3 5-5 15,-8 1-1-15,3 1 0 0,-2 2-2 0,0 0-4 0,-2 4-22 16,6 0-24-16,-4 2-29 0,4 0-15 0,1 2-37 15,2 0-33-15,5-2-40 0,1 5-260 0,1-3-500 16,3 2 221-16</inkml:trace>
  <inkml:trace contextRef="#ctx0" brushRef="#br0" timeOffset="35739.94">21191 5759 202 0,'0'0'314'0,"0"0"-19"0,0 0-25 0,7-1-26 16,-7 1-27-16,0 0-23 0,0 0-22 0,0 0-17 0,8 0-17 0,-8 0-14 15,0 7-13-15,0 0-11 0,-3 0-7 16,1 3-10-16,1 0-7 0,-3 4-9 0,2 1-6 16,-1-3-5-16,0 0-6 0,0-2-3 0,1 2-6 0,0-5-6 15,-1-2 1-15,4 0-6 0,-2-1 3 0,1 0 3 16,0-4 24-16,0 6 34 0,0-6 45 0,0 0 2 15,0 0-6-15,0 0-15 0,22-6 16 0,-11-1-4 16,1 1-5-16,6-6-16 0,-3 3-4 16,3 1-13-16,-1-1-10 0,-1 1-10 0,-4 3-6 0,1-2-6 15,-3 3-10-15,-1 0-5 0,1 2-6 0,0 0-21 16,1 4 2-16,2-1-20 0,0 4-15 0,5 2-18 16,-4 3-25-1,3 1-49-15,-2 2-54 0,-1 1-74 0,-1-2-109 16,-3 0-360-16,0-2-760 0,-3-3 337 0</inkml:trace>
  <inkml:trace contextRef="#ctx0" brushRef="#br0" timeOffset="36653.37">22869 5724 76 0,'5'-4'168'0,"-4"-2"-2"16,0 1-4-16,2 0 3 0,0 1-7 0,-3-1 2 15,1 2-8-15,0-1-11 0,2 1-11 0,-3 3-14 16,1-4-13-16,-1 4-7 0,0-3-19 0,0 3-5 16,0 0-9-16,0 0-7 15,0 0-3-15,-14 12-2 0,5-4-9 0,-1 5-5 16,-3 1-4-16,2 2-2 0,-1 0-6 0,-1 1-7 16,3-2 1-16,1 0-2 0,0 2 3 0,4-5 0 15,0 0-3-15,1 0-2 0,0 0-3 0,3-3 1 16,1 1 2-16,0-5 3 0,1 2 4 0,3-2 15 15,1-2 6-15,7 1 9 0,-1-4 4 0,3 0-3 16,0-3 3-16,4-3-7 0,-1-1-4 0,2-1-5 0,-4-4 0 16,2 1-1-16,-2-1-1 0,-1-4-4 0,-5 2-7 0,4-1 1 0,-3-2-5 15,-2 0-4-15,-6-3-5 0,2 2-3 0,-1 1 1 16,-6 0-4-16,2 1-1 0,-4 4-3 0,-3 2-1 16,-2 0-3-16,-3 2 1 0,-1 1-3 0,-2 2 1 15,-2 0-5 1,0 3-8-16,0 2-9 0,2 0-14 0,-4 2-19 0,4 0-18 0,3 1-19 0,-1 4-23 0,2-2-27 15,2-2-44-15,1 1-64 0,5-1-129 0,3 1-411 32,1-4 183-32</inkml:trace>
  <inkml:trace contextRef="#ctx0" brushRef="#br0" timeOffset="37083.44">23128 5356 240 0,'0'-5'225'16,"1"0"-22"-16,2 0-20 0,-2 1-19 0,-1 4-22 0,0 0-16 0,0 0-11 15,0 0-15-15,0 15-8 0,-2-3-8 0,-1 12-9 16,-3 4-5-16,-2 3-8 0,-6 18-4 0,1-3-7 16,1 3-3-16,-4-1-6 0,6-13-3 0,1-2-2 15,3 1-3-15,-1 0-3 0,2-3-3 0,3-1-2 16,4-2-4-16,2-4-4 0,-3-4 3 0,4-4-4 15,0-1 3-15,-2-5-1 0,4 2-4 0,-5-3 3 16,2-1 3-16,0-5 14 0,-3 2 27 0,1-1 21 16,1-2 22-16,-3-2-7 15,0 0-10-15,0 0-5 0,9-7-12 0,-9 0-10 16,1 0-3-16,-2 0-10 0,0-2-8 0,-3-2-4 16,-1-6 0-16,-3 4-5 0,-1-2-7 0,0-1 0 15,0 0-5-15,-2 3-3 0,-1-1 2 0,-2 1-2 16,4 0-4-16,-3 2 0 0,3 4-1 0,6 2 9 15,-4-4-13-15,3 6 5 0,1 0-4 0,0-2 0 16,2 1-1-16,2 0-2 0,5 0-4 0,4-1-7 0,4-1-11 16,6 0-15-16,12 0-21 15,2-1-26-15,18-3-27 0,-13 2-21 0,21-1-20 0,3-2-15 16,0-2-34-16,3 4-250 0,1-3-484 0,-2 1 215 16</inkml:trace>
  <inkml:trace contextRef="#ctx0" brushRef="#br0" timeOffset="37750.71">24497 5375 112 0,'6'-4'166'0,"-2"3"-17"16,2 0-16-16,3 1-15 15,3-3-10-15,1 5-9 0,1-1-13 0,3 0-7 16,0 2-6-16,2-1-4 0,-1 3-15 16,0-2-1-16,1 2 1 0,-8 2-12 0,0-3-7 15,0 4 9-15,-2-3-16 0,-1 4-1 0,1-1-3 0,-8-1-2 16,3 2 2-16,-4 3-2 0,-1-4-7 0,-2 4-2 15,-7-3 5-15,2 1-6 0,-2 2 1 0,0-2-2 16,-5 0 0-16,-2-1-4 0,4 1 0 0,-2-4-4 0,3 0 0 16,2 1 6-16,-1-2-1 15,4-1-3-15,0 0 3 0,3-2-4 0,-1 3-1 0,0 0 1 16,1-5 1-16,3 2-3 0,-1 2 3 0,2-4-4 16,5 6 4-16,-1-4 0 0,5 1-3 0,-2-1 5 15,3 2 1-15,2-1-6 0,1 4 5 0,-1-4 2 16,1 1-3-16,4 2 1 0,-4 1-1 15,0-3 1-15,1 2 2 0,-5 1 1 0,0-2-5 16,4 2 1-16,-7-2 1 0,3 3-5 0,-3-2 0 16,0-1 8-16,-4 0-6 0,-2 0-1 0,0 0 5 15,-2 2-2-15,-5-2-12 0,-4 1 12 0,-1 0-4 16,-3-1-1-16,-3 1 5 0,-2-3 1 0,-1 4-1 16,2-5-1-16,-3 2 0 0,1 0 0 0,-8-4-3 15,9 3-2-15,1-2 1 0,-3-1-2 0,5 0-19 0,3-4-30 0,2 4-28 16,1-4-58-16,1-1-145 0,2-3-305 0,6 4 134 0</inkml:trace>
  <inkml:trace contextRef="#ctx0" brushRef="#br0" timeOffset="38313.75">24558 5167 21 0,'-10'1'115'0,"1"-1"-15"0,-1 2-13 0,-2 1 1 0,1 1-12 15,-5 3-9-15,1-1 15 0,-3 5-4 16,4 1-6-16,-3 0-11 0,-4 8-10 0,-1-3-2 15,-1 6-1-15,4 0-7 0,-4 3 3 0,0-1 6 16,2 6-1-16,1-1-3 0,-2 0-6 0,6 4-2 0,-1-7-12 0,5 4-1 16,0 1 5-16,2-3 5 15,2-3-3-15,1 4 0 0,4-6 3 0,2-4 23 16,1 1-1-16,1-3 11 0,4 0 5 0,0 1 3 16,3-2 2-16,2 0-2 0,2-2 1 0,9 2 4 15,2-1 3-15,3-6-4 0,4 1-2 0,2-1-3 16,0-2 4-16,3-3-13 0,2 0-7 0,-3-1-3 15,2-3-5-15,-3 1-9 0,2 1 0 0,-2-6-1 16,-4-1 12-16,3 0-2 0,-4-2 0 0,-1 2 9 16,-4-3 8-16,-5 1 0 0,3-4-2 0,-2-1 0 15,3-5 3-15,-2-1-7 0,0-2-5 0,-2-5-8 16,-4-2-5-16,-1-1-3 0,-2-5-9 0,-2-3-4 16,0-10-2-16,-5-3-5 0,0 2-1 0,-4 0-5 15,-4 0-2-15,-1 8-3 0,-3 6 4 0,-1-2-11 0,-2 4-2 0,-4 0 4 16,-2 5-2-16,0 1-3 0,-2 5-1 0,-2 3-6 15,4 5-5-15,-10-1 1 0,0 3-23 0,-1 4-21 16,0 5-15-16,-1 2-19 0,8 5-23 0,-6 4-16 16,2 5-35-16,1 1-34 0,6 2-45 0,1 1-223 0,3 6-504 15,5-1 223-15</inkml:trace>
  <inkml:trace contextRef="#ctx0" brushRef="#br0" timeOffset="38538.68">25371 5758 132 0,'-3'2'319'0,"3"-2"-24"0,0 0-33 16,0 0-26-16,0 0-28 0,0 0-41 0,0 0-78 0,0 0-145 0,0 0-220 16,-10-6-298-1,10 6 132-15</inkml:trace>
  <inkml:trace contextRef="#ctx0" brushRef="#br0" timeOffset="41537.5">5899 9303 106 0,'-1'-5'164'0,"1"5"-8"15,0-6-3-15,0 6-6 0,-1-4-6 0,1 4-9 0,0 0-8 0,0-5-9 16,0 5-10-16,0 0-11 0,0 0-9 0,0 0-11 16,0 0-9-16,-2-2-11 0,2 2-19 0,0 0-2 15,0 0-8-15,0 0-4 0,7 7-1 0,-3 2 0 16,-1-2-2-16,1 5-5 0,4 3 0 0,1-3 7 15,1 4-9-15,0 0-2 0,2-1-1 0,3 0-3 16,-2-1 4 0,1 0-4-16,-2-2 3 0,1-3-1 0,0 2-1 0,-1-4-4 15,1-3 0-15,-3 1-1 0,5-4 0 0,-3-1 7 16,3-3-2-16,-3-2 2 0,0 3 1 0,4-6 5 16,-2-3 6-16,0-4 3 0,-3 5 5 0,1-3-3 15,-2-3 2-15,-4 2 1 0,2-3-2 0,1 2 8 16,-4 0-3-16,-4 2 5 0,2 2 2 0,1 0 1 15,-3 2-2-15,-1 1 1 0,0 3 2 0,1-3-8 0,-1 1-3 16,3 5-3-16,-3-2-8 0,0 4-11 0,0-7-14 16,0 7 3-16,0 0-6 0,0 0 6 0,-9 18-5 0,2-3 1 15,2 3-4-15,-1 10 2 0,1 0-4 0,-4 6 4 16,1 12 5-16,-2 5-7 0,1-4 6 16,0 1 1-16,4 2-1 0,0-5-8 0,1 5 9 15,2-5 0-15,3 2-1 0,-2 1 7 0,2-12-1 0,2 0 2 0,0 10-4 16,0-11 2-1,2 1 0-15,-4-3-5 0,3 0 4 0,-1 0 1 16,-3-3 2-16,0-3-1 0,0-2-2 0,-3-6 5 16,2 0-5-16,-2-4 1 0,-1-3 0 0,-1-1 2 0,0 0 2 0,0-1-2 15,-1-3 7-15,-2 0 0 0,-3-2 2 0,-1-1 2 16,-6-1-1-16,0-3 3 0,-1-2-1 16,0-3 0-16,-3 1 8 0,-3-9 4 0,0 3 7 15,1-1 4-15,7 1 7 0,-4-9 3 0,3 6 11 16,2-8 1-16,-1-3-5 0,5-1 3 0,3-4-3 15,-1-2-9-15,2-1 3 0,7-5-11 0,2 3 0 16,2 1-1-16,2-1-7 0,5 1-1 0,2 1-3 16,4 1-6-16,2 1-1 0,5 1 0 0,1 3-6 15,3-1 1-15,1 1 1 0,3 4-1 0,-3 0-4 0,4 1 0 0,-6 2 1 16,3-1-4-16,-1 3 1 0,-5 2 4 0,0 1-2 16,-5 3-2-16,0-1-1 0,-4 3-3 0,-4 2 0 15,-1 0 10-15,0 2-13 0,-1 1 1 0,-3 1-3 16,-1-1-1-16,1 1-3 0,-1 1 0 0,-4 2-22 15,5-4-24-15,-4 2-23 0,-1 2-33 0,0 0-33 16,0 0-44 0,0 0-20-16,0 0-41 0,0 0-173 0,0 0-451 0,0 0 199 15</inkml:trace>
  <inkml:trace contextRef="#ctx0" brushRef="#br0" timeOffset="42072.18">6846 9030 91 0,'1'-5'230'16,"-1"2"-15"-16,2-2-6 0,-2 5-11 0,-2-9-18 15,2 6-9-15,0 3-6 0,0-5-18 0,0 5-13 16,0 0-15-16,2-6-10 0,-2 6-15 0,0 0-11 15,0 0-10-15,0 0-7 0,0 0-9 0,0 0-7 16,0 0-4-16,0 0-8 0,-12 11-5 0,7 0 1 16,-3 2-5-16,-2 1-6 0,0 2-3 0,0 1-1 15,-4 8-2-15,0 2 1 0,0-5-3 0,2-3 1 0,3-2-4 0,4 0-3 16,-5-5 0-16,2 3-2 0,3-6-1 0,1-1 2 16,-1-1-2-16,1-1 0 0,3-1 0 0,-3-2 2 15,3 2-1-15,-2-2 2 0,3 2 0 0,-1-3 8 16,1-2 23-16,-3 2 13 0,3-2 8 0,-1 3 2 15,1-3-6-15,0 0 1 0,0 0-4 0,0 0-6 16,-1 4-1 0,1-4-8-16,0 0-3 0,0 0-5 0,0 0-6 0,0 0-23 0,0 0-25 15,0 0-33-15,0 0-44 0,0 0-57 0,0 0-64 16,0 0-259-16,0 0-519 0,0 0 231 0</inkml:trace>
  <inkml:trace contextRef="#ctx0" brushRef="#br0" timeOffset="42923">7283 9868 112 0,'-6'0'141'0,"6"0"-4"16,-9 3 0-16,9-3-4 0,-8 0-2 15,8 0-2-15,0 0-5 0,-6 0-10 0,6 0-5 16,0 0-12-16,0 0-3 0,0 0-12 0,-7-2 1 16,7 2-4-16,0 0-1 0,0 0 0 0,0 0 18 0,0 0-27 15,-4-3 0 1,4 3-5-16,0 0-1 0,0 0-6 0,0 0 0 0,0 0-11 0,0 0-4 0,0 0-4 15,0 0-4-15,0 0-2 0,0 0-3 0,0 0-2 0,0 0-4 32,0 0-3-32,0 0 4 0,0 0-3 0,0 0 1 0,0 0-6 0,0 0 0 15,0 0-1-15,0 0 3 0,0 0-1 0,26-2-2 16,-8-1-3-16,2 2 3 0,11-3-8 0,1-1 1 16,-4 1 7-16,8-1-3 0,1 1 9 0,0 1 1 15,14-4-1-15,-15 2 5 0,2 0-5 0,-1 2 0 16,-6-2-3-16,-2 3-4 0,-11 0 0 0,-2 0-2 15,-5 2-2-15,2-3-8 0,-7 3-15 0,1 0-18 16,-1-1-18-16,-6 1-17 0,7 1-12 16,-7-1-17-16,0 0-31 0,0 0-41 0,-20 8-63 0,5-7-138 15,2 4-397-15,-1-2 175 0</inkml:trace>
  <inkml:trace contextRef="#ctx0" brushRef="#br0" timeOffset="43278.71">7443 10110 185 0,'-4'1'190'0,"4"-1"2"0,0 0-5 15,-4 4-7-15,4-4-17 0,0 0-13 0,0 0-16 0,27-4-9 16,-9 3-10-16,5-1-8 0,9-3-14 0,1 2-7 16,-1-1-7-16,5 1-3 0,-2-1-4 0,0 1 7 15,1 1-6-15,-3-3-5 0,1 0-5 16,-14 3-1-16,2 2-8 0,-11 0-6 0,2-1-2 0,-3 1-1 16,-1-2-7-16,-4 2-3 0,1 0-1 0,0-4-3 15,-6 4-5 1,7 0-2-16,-7 0-4 0,0 0-6 0,0 0-11 15,0 0-19-15,0 0-30 0,0 0-44 0,0 0-47 0,0 0-70 16,-20 7-194-16,15-5-433 0,1-2 192 0</inkml:trace>
  <inkml:trace contextRef="#ctx0" brushRef="#br0" timeOffset="43966.86">9027 9499 126 0,'0'0'118'0,"0"0"-3"0,0 0-3 16,0 0-7-16,0 0 14 0,0 0 5 0,0 0-11 16,0 0-5-16,0 0-4 0,0 0-2 0,0 0-15 15,0 0-7-15,0 0-1 0,23-3-3 0,-9 3-1 16,16-3-9-16,-3 2-4 0,3-2-4 0,5 2-6 15,2-3-5-15,0 1 1 0,14-1 0 0,-14 1-8 16,3 1-3-16,-6 1-2 0,3-3-2 0,-5 3-2 16,-4 0-7-16,-7 0-1 0,-3-1-3 0,-8 2-2 15,4 0-10-15,-5 0-16 16,-3 0-16-16,1 0-16 0,-7 0 1 0,0 0-6 16,0 0-32-16,0 0-35 0,-17 10-20 0,-2-8-171 15,0 3-328-15,-3-2 145 0</inkml:trace>
  <inkml:trace contextRef="#ctx0" brushRef="#br0" timeOffset="44503.88">9076 9602 11 0,'0'0'178'0,"0"0"-18"0,0 0-8 15,0 0-11-15,0 0-13 0,0 0-14 0,0 0-18 0,-7-2 3 16,7 2-16-16,0 0-12 0,0 0-13 0,0 0 5 0,11 10-10 16,-6-3-7-16,4-2-6 0,0 6-2 0,0-3-4 15,5 4-3-15,2 2-3 0,6 0 2 0,0 2-9 16,-6-6-4-16,9 7 11 0,-4-2-10 16,-3-4 1-16,4 5-8 0,-3-8 7 0,-5 4-7 0,4-6-4 15,-2 2 6 1,-1 0-3-16,-4-5 0 0,0 1 0 0,-3-1-1 15,-1 0 3-15,-1-1 12 0,-1 1 13 0,1-2 16 16,-2 0 13-16,-4-1 14 0,7 4 2 0,-7-4 5 16,0 0-2-16,6 0-3 0,-6 0-14 0,4 1-6 0,-4-1-12 0,0 0-1 0,0 0-8 15,0 0-5-15,5 2-14 0,-5-2-16 16,0 4-6-16,0 0-3 0,-1 0 3 0,-4 6-1 16,-3 5 1-16,-2 8-2 0,-5 4 4 0,-3 7 0 15,-7 9-2-15,-1-2-1 0,-5 8 4 0,-1-3-2 16,0 0 0-16,-1 0 3 0,1-2-2 0,4-4 0 15,1 0 0-15,8-13 0 0,1 3-4 0,1-3 3 16,0-2 0-16,2 0-1 0,1-3 2 0,5-5-1 16,0 2 2-16,2-2 0 0,-1-2-4 0,3-3 5 15,0-2-4-15,1 0 2 16,0 0 1-16,2-5 0 0,-1 1-3 0,1 0 6 16,0 0-5-16,0-2 0 0,1-1 0 0,-1 1-2 15,2-4-10-15,-1 6-13 0,1-6-9 0,-1 3-25 16,1-3-8-16,0 0-19 0,0 5-37 0,0-5-33 15,0 0-226-15,0 0-413 0,14-4 182 0</inkml:trace>
  <inkml:trace contextRef="#ctx0" brushRef="#br0" timeOffset="44872.88">8980 10747 22 0,'0'0'180'0,"0"0"-8"0,-6 2-6 16,3 0-12-16,3-2-9 0,0 0-16 0,0 0-8 15,0 0-4-15,28-4-7 16,-7 0-8-16,12-2-6 0,4-1-10 15,14 2-6-15,4-3-4 0,5 1-6 0,3-3 9 16,30-4 1-16,-28 5 1 0,26-7 9 0,-27 12 3 0,1-3-7 16,-5-3 3-16,-2 4-9 0,-7-2-4 0,-13 4-3 0,-6-1-6 15,-9 0-3-15,-4 2-2 0,-1 0-1 0,-5 1-1 16,-4 0-1-16,-3 0-8 0,1-1-5 0,-1 3-2 16,-1-1-5-16,-5 1-7 0,6-2-16 0,-6 2-32 15,0 0-41-15,0 0-44 0,0 0-50 0,-29 3-86 16,16 2-212-16,-3-1-487 0,-5 2 216 0</inkml:trace>
  <inkml:trace contextRef="#ctx0" brushRef="#br0" timeOffset="45690.07">9190 11122 39 0,'0'-4'257'16,"0"-1"-20"-16,0 2-23 0,1-2-19 0,0 2-20 16,-1 3-21-16,0-4-15 0,0 4-20 0,0 0-19 15,0 0-9-15,0 0-9 16,0 0-15-16,0 14-5 0,-1-3-6 0,-4 5-5 15,-1 1-4-15,-2 6-10 0,-1 2-2 0,0 2-1 0,-1 2-3 16,-2-3-4-16,1 1 0 16,-1 1-6-16,3-2-4 0,4 0 2 0,-5-4-5 15,5-2 2-15,-3-4-4 0,4-3 1 0,-1 1 0 0,0-3-5 16,3-3-3-16,-1 0 5 0,3 1 16 16,-3-6 23-16,2 0 22 0,1 0 23 0,0 3 21 0,-2-4 21 0,2-2 19 0,-2 5 20 15,2-5 13-15,0 0-15 0,0 0-17 0,0 0-13 16,5-16-16-16,1 7-23 0,2-2-2 0,0-3-12 15,2 0-6-15,3-2-12 0,-4 0-4 0,4 1-9 16,1 0-5-16,-1 1-7 0,2-2-3 0,-3 3-2 16,-1-3-9-16,2 5-3 0,-2 0 1 0,-2 0-7 15,-1 1 1-15,0 3-4 16,-2 0-2-16,1 2 0 0,-1 0-7 0,-2 0 4 16,1 1-7-16,-1 1 2 0,-2-1-2 0,-1 1 0 15,-1 3-1-15,3-3-3 0,-3 3-5 0,0 0-7 16,6-5-9-16,-6 5-7 0,0 0-7 0,0 0-12 15,0 0 4-15,0 0-3 0,0 0 13 0,0 0-6 16,-15 10 2-16,11-8 8 0,-2 1 2 0,-2 1 13 16,3-1-13-16,1-1 2 0,0 2 1 0,0 0 4 0,-1-3-2 0,5-1 2 15,-5 5-2-15,0-3 4 0,3-1-1 0,2-1 8 16,0 0-5-16,-4 3 2 0,4-3 5 0,0 0-4 16,-4 3-1-16,4-3-1 0,0 0-1 0,0 0 5 15,-1 3-8-15,1-3 1 0,1 5 1 0,-1-5 6 16,2 9-5-16,2-5 3 0,0 1 5 0,2 5 0 0,1-3-1 15,1 5-3-15,3 0 3 0,3 0 2 0,-1-2 4 0,2 2-18 16,-2 2-21-16,2-1-28 0,1 1-24 0,4 4-28 16,0-2-33-16,-5 0-39 0,0-7-59 0,0 3-96 15,2 0-185-15,-3-6-571 0,-1 2 253 0</inkml:trace>
  <inkml:trace contextRef="#ctx0" brushRef="#br0" timeOffset="45928.08">9711 11335 193 0,'0'0'330'16,"-3"-5"-32"-16,3 5-31 0,0 0-28 0,8-8-27 15,-3 4-18-15,5 0-21 0,3-2-24 0,5 2-29 16,4 1-32-16,5-5-36 0,0 1-41 0,-1 3-54 16,2 1-67-16,-6-1-253 0,-4 1-392 0,0-1 174 15</inkml:trace>
  <inkml:trace contextRef="#ctx0" brushRef="#br0" timeOffset="46093.75">9855 11448 117 0,'-1'3'174'0,"1"-3"-12"15,0 0-9-15,0 0-10 0,0 0-8 0,6 4-18 16,-6-4-6-16,17-2-12 0,-3 0-12 0,4-1-23 16,0 2-47-16,2-4-69 0,10-1-67 0,-11 0-83 15,8-1-218-15,0 1 97 0</inkml:trace>
  <inkml:trace contextRef="#ctx0" brushRef="#br0" timeOffset="46628.94">10487 11251 198 0,'0'0'180'16,"-4"-3"-18"-16,4 3-12 0,-7-1-13 0,7 1-12 15,0 0-9 1,-12 5-17-16,4-2-2 0,0 2-9 0,-2 0-7 16,1 2-2-16,-2 2-15 0,-1-1-6 0,2 4 4 0,1-1-13 15,0-1-7-15,1 0 4 0,2 2-10 16,2-5-4-16,0 6 1 0,3-6 6 0,1 3 9 15,1 1 10-15,3-6 10 0,5 3 11 0,-3-1 5 16,7-4 6-16,5 0 1 0,5-2-3 0,5-2-2 0,0-3-6 16,1 0-2-16,-8-1 2 0,7-4-4 0,-6-1 8 0,-4 3 4 15,-3-5-1-15,2 0-6 0,-3-1 1 0,-5 0-9 16,0-2-6-16,-4-1-10 0,-4 2 2 0,0-5-17 16,-2 2-5-16,-5 0-11 0,-2 0-16 0,-3 0-19 0,-7 0-31 15,-4 1-40-15,-5 5-41 0,-6 2-51 0,0 1-73 16,-4 2-273-16,4 2-561 0,-1 1 249 15</inkml:trace>
  <inkml:trace contextRef="#ctx0" brushRef="#br0" timeOffset="47794.65">9444 9144 19 0,'0'0'186'0,"0"0"-4"16,0 0 0-16,0 0-4 0,0 0 2 0,0 0 1 16,0 0 0-16,0 0 2 0,0 0-10 0,0 0-16 15,0 0-14-15,0-11-2 0,0 11-10 0,0-10-10 16,1 3-11-16,1 0-23 0,0-1-5 0,-1-3-5 15,1 2-5-15,-1-3 2 0,0 1 2 0,4 0-3 16,-4 0-1-16,1-1-12 0,-1 0-8 0,0 3 15 0,1-1-10 16,0 0 0-16,-2 3-10 0,0 0 4 15,0 2-13-15,0-3-6 16,0 3-7-16,-2 1-3 0,0 0-9 0,-2 0-10 16,-2 1-5-16,6 3-4 0,-16 1-3 0,-5 4 5 15,-4 2-4-15,-6 1 3 0,3 3-6 0,-7 3 5 16,-11 4 2-16,9-4-4 0,-10 4-2 0,-3 3 1 15,14-9 4-15,-11 8 0 0,10-4 0 0,3-2 2 16,-1 3-2-16,6-4 1 0,-2-3 4 0,4 0 1 0,7-3-3 16,2-2 2-16,0 1 8 0,6-3-6 0,1-1-2 0,2-2 6 15,3 1 15-15,-1-1 14 0,2-3 4 0,0-3 7 16,0 0 13-16,1-2-2 0,1-3 1 0,3 0-7 16,0-1-4-16,4-5-8 0,-1-1-4 0,7 3 0 15,-4-2-15-15,2 3 6 0,-1 2-5 0,3-1-4 16,-1 4-7-16,0 0 2 0,-1 1 2 0,0 1-6 15,-5 2-7-15,3 2 10 16,-1 0-11-16,4 2 1 0,-4 1-11 0,-5 0 6 16,14 1-1-16,-1 3 1 0,-4 4 9 0,4 1-16 15,2 4 3-15,2 0 3 0,2 5-2 0,4 0 4 16,-8-3 0-16,8 2-2 0,0 1-1 0,2 2 11 16,0-3-3-16,2-4-7 0,-1-4-11 0,0 0-4 15,-4-3-8-15,0-4-14 0,6 1-6 0,-8-3-3 16,3-2 2-16,-1-1-16 0,-4-3-4 0,-3-2-7 0,2 2-4 0,-4 1-8 0,-3-4-11 15,-1 3-17-15,2-3-19 0,-4 2-27 0,-1-2-46 16,1 0-249-16,-2 5-494 16,-3-1 219-16</inkml:trace>
  <inkml:trace contextRef="#ctx0" brushRef="#br0" timeOffset="50823.64">10855 9585 7 0,'2'-4'236'16,"-2"-3"-7"-16,3-1-9 0,-2 2-16 0,-1-2-14 0,3 0-4 15,-1-1-2-15,1 1-13 0,-2 1-15 0,2 1-9 16,-3 0-9-16,1 2-10 0,0 0-11 0,0 0-15 0,1 0-5 16,-2 4-16-16,1-4-8 0,-1 4-14 0,3-4-21 15,-3 4-16-15,0 0-4 0,0 0-6 16,3 17-3-16,-3-7-4 0,-1 2 0 0,-4 7-1 0,4 7 1 15,-4 0 1-15,-2 2-1 0,5 1-2 0,-2-2-2 0,-1 1 3 16,-3-3-2-16,4 4 0 0,-2-3 0 0,2-2-2 16,4 1 4-16,-4-5-4 0,3-1 2 0,-2 0 6 15,2-2-7-15,-3 0 2 0,3-5 3 0,1 0-4 0,-4-4-3 16,4 1 2-16,0-4 1 0,0 0 3 16,-1 0 20-16,2-1 9 0,-2 1 16 0,2-3 16 15,-1-2 21-15,0 5 21 16,0-5 24-16,0 0 9 0,0 0 12 0,0 0-9 15,0 0-20-15,9-14-12 0,-4 1-7 0,4 0-11 16,0-5-11-16,8-4-8 0,-2-2-8 0,3 2-10 16,0 0-5-16,-2 1-2 0,3 0-11 0,1 1-3 0,0 0-2 0,-7 5-3 15,2 1-1-15,-3 0-6 0,-1 2 10 0,1 3-21 16,-3 1 4-16,1-1-7 0,-5 1 4 0,3 0 0 16,-3 4-1-16,1-1-12 0,-2 1 8 0,0 1 1 15,0 0-4-15,-2 0-4 0,0 1-1 0,-2 2-3 16,2-5-6-16,-2 5-13 0,3-2-12 0,-3 2 5 15,0 0-11-15,0 0 2 0,0 0 4 0,0 0 6 16,0 0 3-16,-27 5-2 0,17-2 1 0,-2 1-1 0,1-1 5 16,-1 1 9-16,3 1-4 0,-1-2-9 15,4-1 16-15,-1 0 1 16,-1 1 8-16,2-2-14 0,1 1 3 0,1 0 11 16,4-2-17-16,-6 2 0 0,6-2 0 0,0 0-1 15,-7 3 1-15,7-3-3 0,-2 3 1 0,2-3 14 16,-3 4-16-16,3-4 2 0,0 7-3 0,3-1 5 15,-1-1 1-15,-2 0 1 0,4 2 6 0,0 2-1 16,1 0-1-16,0 1 3 0,5 5 1 0,2-4-4 16,-2 4 0-16,3-2-23 0,1 1-19 0,5 6-20 0,0-3-24 0,2 1-26 15,0-1-39-15,0 3-45 0,5-2-75 0,-3-1-255 16,-1 0-580-16,4-3 258 0</inkml:trace>
  <inkml:trace contextRef="#ctx0" brushRef="#br0" timeOffset="51372.94">11556 9815 27 0,'0'0'123'0,"0"0"-14"0,0 0-4 0,0 0-3 15,0 0-8-15,0 0 1 0,0 0 0 0,0 0 9 16,0 0-2-16,0 0-5 0,0 0 3 0,0 0-8 15,0 0-3-15,0 0-3 0,0 0 0 0,0 0 1 0,0 0 1 16,0 0 0-16,27-4-3 0,-15 4-3 0,5-2-9 16,3 1-3-16,9-3-2 0,3 1 3 0,-1 2-4 0,2-1-2 0,0-4-8 15,-2 3-5-15,-2 0-5 0,-6 3-4 0,-5-2 1 16,0 0-10-16,-7 1-3 0,2 1-5 0,0-3-6 16,-5 2-16-16,-3 0-15 0,0 1-20 15,-5 0-19-15,9-2-27 0,-9 2-29 0,0 0-40 0,0 0-66 16,0 0-135-16,0 0-373 0,0 0 165 0</inkml:trace>
  <inkml:trace contextRef="#ctx0" brushRef="#br0" timeOffset="51677.86">11716 9744 183 0,'0'0'266'0,"0"0"-4"15,-4-4-7-15,4 4-8 16,0 0-12-16,0 0-19 0,0-5-11 0,0 5-20 15,0 0-18-15,0 0-16 0,0-4-13 0,0 4-18 16,0 0-13-16,0 0-17 0,0 0-19 0,0 0-14 16,0 0-18-16,0 0-12 0,0 0-6 0,0 0-11 0,3 14-4 0,-3-5-1 15,1-3-4-15,0 5 0 0,-1 1 3 0,3 0-4 16,-2-1 2-16,2 5 1 0,-1 0 0 0,0 0 0 16,0-1-1-16,3-3 3 0,-2 0-3 15,-1 5 2-15,1-6 2 0,-2 0 0 0,2-2-1 16,0 1-5-16,-1-2-19 0,-1-2-3 0,-1-1-6 0,4 0-12 15,-3 0-5-15,0-3-8 0,-1-2-6 0,0 5-1 16,0-5-8-16,-1 5-24 0,1-5-32 0,-2 2-17 16,2-2-50-16,0 0-171 0,0 0-391 15,-16-6 173-15</inkml:trace>
  <inkml:trace contextRef="#ctx0" brushRef="#br0" timeOffset="52125.63">12057 9648 44 0,'4'-4'257'0,"-4"4"-22"0,6-3-17 16,-6 3-25-16,4 0-17 0,-4 0-20 0,0 0-14 15,13 2-12-15,-7 1-9 0,3 4-11 0,1-2-9 16,2 2-7-16,1 0-8 0,-4 3-10 15,1 2-8-15,3 0-8 0,-4 3-7 0,-2-1-4 16,2-2-7-16,-5 1 0 0,1-2-10 0,-1 1-2 16,0 1 1-16,-3-3-7 0,1 2 0 0,-2-2-3 15,0-1-6-15,0-2 2 0,0 0 2 0,1-3-2 16,-2 1-3-16,1-1 2 0,0-4 4 0,-2 5 25 16,1-2 28-16,1-3 30 0,-1 4 33 0,1-4 27 15,0 0 2-15,0 0-15 0,0 0-18 0,-3-16-8 16,2 6-9-16,1-2 1 0,1-4-13 0,4-2 1 0,0-5-20 0,3-4-11 15,-2 1-7-15,3 0-12 0,-1-1-4 0,3 3 0 16,-2 1-3-16,-1 5-5 0,0 2-6 0,-5 5-8 16,1 0 3-16,0 0-3 0,0 2-5 0,-1 4-1 0,-1-2-5 15,2 2 0-15,-4 1 5 0,1 0-17 0,3 2-7 16,-4 2-60-16,3-5-22 0,0 3-20 0,-3 2-24 16,8 5-19-16,-4-1-13 0,1 1-26 0,-1 3-18 0,-3-1-32 15,4 0-37-15,-1 0-290 0,-4-2-607 0,4 3 268 16</inkml:trace>
  <inkml:trace contextRef="#ctx0" brushRef="#br0" timeOffset="52378.89">12540 9336 167 0,'0'0'187'0,"0"0"-22"16,0 0-12-16,13 10-17 0,-12 0-2 0,4 9-10 16,-1 8-9-16,1 7-7 0,-1 12-5 0,0 2 1 0,-4 0-10 0,-4 2-9 0,0-2-4 15,-5-1-13-15,-2-1-3 0,-2 0-8 16,-3-12-2-16,-4 10-3 0,-5-1-5 0,-5-3-4 16,-3-2-5-16,-9-4-3 0,-2-1-16 0,-3-3-28 0,-3 1-34 15,-2-5-58-15,2-4-246 0,4-5-377 0,-6-2 167 16</inkml:trace>
  <inkml:trace contextRef="#ctx0" brushRef="#br0" timeOffset="52842.27">10787 9206 100 0,'0'0'144'16,"0"-5"-10"-16,-3 2-8 0,3 3-8 0,-1-5-20 16,1 5-5-16,-4-4-11 0,4 4-11 0,0 0-3 15,0 0-7-15,-16 12-9 0,6-5-2 0,-2 8 6 16,-5 6-16-16,-2 8 4 0,-1 1-5 0,-8 14-5 0,1 3 3 0,0 6 5 0,-1 0 12 15,6-4-4-15,2 5 4 0,3-4-9 0,7-2 6 32,7-12 9-32,5 13-5 0,5-3 1 0,11 0 14 0,4-3 0 0,7-5-5 0,7-3 0 15,4-3-5-15,7-1-1 0,8-2-11 0,5-7-34 16,0-1-46-16,3-7-91 0,-2-1-246 0,-1-3-399 16,-5-4 177-16</inkml:trace>
  <inkml:trace contextRef="#ctx0" brushRef="#br0" timeOffset="54144.15">13458 9401 54 0,'1'-4'191'16,"-1"1"-19"-16,3-2-9 0,-1-2-9 0,-1 3 2 0,2-1-7 15,-2 0-8-15,-1 1-1 0,0-1-5 16,0-1-14-16,0 1-11 0,-1 0-9 0,-2 1-13 16,3 1-10-16,-1-2-7 0,-4-1-5 0,4 2-11 0,-3 0-4 0,0 2-6 0,-4-3-7 15,-1 5-6-15,-5 0-1 0,1 4-2 0,-1 1-4 16,-4 2-4-16,-1 3-11 0,0 1 2 16,-3 5-1-16,-1 1-9 0,2 2 5 0,-1 0-1 15,4 1 0-15,0 4-2 0,4-3-2 0,0 0 1 0,5-4-2 16,4 0 0-16,-3 0-1 0,2-2 1 0,6 1-1 15,-2-3 3 1,2-2 4-16,2 1-2 0,3-2-1 0,-2-1 2 16,3 0 4-16,-1-1 3 0,0-5 13 0,8 3 10 15,-4-5 8-15,0 1 11 0,5-2 11 0,-5-2 11 16,3 1 6-16,0-5-3 0,0 1 4 0,2-2-2 16,-1-3 3-16,-3-1-1 0,3-1-7 0,-3-1-6 15,0-3-3-15,0 2-13 0,-1-2-5 0,0 3-5 16,0 0 12-16,-3 3-1 0,-3 0-5 0,2 3-9 0,-1 2-3 0,1-1-2 15,-2 2-4-15,-1-1-5 0,2 3-4 0,-4-1-5 16,0 3-16 0,4-7-12-16,-4 7-20 0,0 0-5 0,0 0-2 0,0 0 4 15,1 14 1-15,-1-8 5 0,-1 3 3 16,1 0 1-16,0 2 2 0,0-1 3 0,1 2-3 0,-1-1 6 16,0 0 3-16,4 0 3 0,0 1 0 15,-3 0 1-15,4-2 5 0,3-1 1 0,2 0-3 16,3-1 1-16,5-1-1 0,2 1-24 0,6-3-29 15,1-2-41-15,-4-2-47 0,3 0-50 0,-3-3-63 0,-2-1-233 16,1 0-533-16,-2-1 236 0</inkml:trace>
  <inkml:trace contextRef="#ctx0" brushRef="#br0" timeOffset="54816.1">13761 9528 175 0,'0'0'305'0,"1"-7"-19"15,-1 4-16-15,1 0-23 0,0-1-18 0,-1 4-18 16,3-3-23-16,-1 1-18 0,-2 2-8 0,0 0-29 15,0 0-14-15,0-5-20 0,0 5-15 0,0 0-21 16,0 0-14-16,0 0-4 0,2 10-7 0,-2-3-5 16,-2 3-3-16,1 1-2 0,-3 5-6 0,1-1 1 0,0 2-3 15,-2 0-4-15,0 1-2 0,1-1-2 0,0 0 3 16,-2 0-4-16,2-1-1 0,1-4 0 0,-1 1-3 16,2-3-2-16,1 1 5 0,-2-3-3 0,2-1 0 15,1-2 3-15,-2 1 1 0,2-1 4 0,-1-2 19 16,1-3 16-16,0 3 19 0,0-3 25 0,0 0 21 0,0 0 17 15,0 0-9-15,0 0 5 0,0 0-21 0,13-12-14 16,-5 5-16-16,3-7 2 16,-1 1-16-16,4-2-3 0,2-4-5 0,4-1-7 15,-4 1-3-15,-3 3 0 0,0 1-3 0,1 3-14 16,-2-3-8-16,-4 6 6 0,-2-1-1 0,4-1-3 16,-3 3 0-16,-1 2 4 0,-2-1 2 0,1 5-2 15,-4-1-5-15,2-1 2 0,-1 0-10 0,-2 4 6 0,5-5-2 16,-3 2-6-16,-2 3-5 0,1-3-6 0,-1 3-13 15,0 0-1-15,0 0 1 0,0 0-11 16,0 0 4-16,0 0-1 0,0 0 0 0,0 0-11 16,0 0 9-16,-17 6 3 0,14-2 2 0,-4-2-1 0,5 3 6 15,-5-2-1-15,3 1-3 0,-2-1 6 0,1-1 4 16,1 3-2-16,0-3 4 0,3 1-5 0,-3-1 3 0,0 1 0 16,4-3-1-16,-4 1 0 0,4-1-1 0,-1 4 3 15,1-4-4-15,0 0 1 0,0 4 1 0,0-4-8 0,-4 5 3 16,4-5 3-16,4 7-2 0,-4-4 5 15,1 4-4-15,6 2 0 0,-2 2 2 0,-1-2 6 16,2 4 3-16,3 3-1 0,0-1-4 0,4 2 4 16,3 3 0-16,-3-6 0 0,6 4-27 15,-6-1-39-15,6 0-47 0,0 3-51 0,-2-1-68 16,2 1-110-16,-5-8-246 0,0-2-639 0,-5-1 283 16</inkml:trace>
  <inkml:trace contextRef="#ctx0" brushRef="#br0" timeOffset="56201.44">14458 9420 108 0,'5'-5'173'0,"2"1"-11"0,0-2-12 16,2 0-13-16,4 1-14 0,-3 0-4 0,2 1-9 15,-1 1-7-15,2 3-13 0,1 3-8 0,0-3-14 16,0 4 3-16,-2 1-4 0,-1 2-7 0,3 3-4 0,-2 3-8 0,-3 0-4 16,0 4-5-16,-2 1-7 0,-3 1 0 0,0 7-2 15,-3-8-6-15,-5 3-3 0,1 4-2 0,-4-2 0 16,1-5-5-16,-2 1 3 0,1-1-6 0,-1 0 2 16,-1-2 0-16,-3-2-3 0,3 0-2 0,2-4-3 15,-1 2 1-15,2-3 2 0,-2-4-9 0,4 4 8 16,2-4-1-16,-2-4 0 0,-1 4 23 0,2 0 19 0,2-3 34 0,1-2 25 15,-4 5 26-15,4-5 14 0,-1 2 10 0,1-2-1 32,0 0-17-32,0 0-12 0,10-15-13 0,0 5-13 0,3-2-12 0,1-3-7 15,5-5-14-15,3 0-8 0,0-2-8 16,3-1-2-16,-3 0-5 0,1-4-2 0,0 4-1 0,-4 1-14 16,2 1 4-16,-4 1-2 0,-6 8-5 15,-4 4-6-15,1-1-4 0,-2 2 1 0,-2 1-4 16,0 2-7-16,-1 1-10 0,-1 0-15 0,0 1-13 15,-2 2 1-15,0 0 13 0,0 0-9 0,-10 12 1 0,4-2 8 16,-3 4-2-16,3 0-2 0,1 0 6 0,-2 2 1 16,2 1-3-16,4 0-4 0,-1 3 6 15,5-3-4-15,2 0 1 0,4-1-9 0,9 3-15 16,-2-6-26-16,9 1-45 0,3-1-77 0,0-5-104 0,0-4-214 0,4-1-552 16,0-4 245-16</inkml:trace>
  <inkml:trace contextRef="#ctx0" brushRef="#br0" timeOffset="57003.18">15059 8914 11 0,'2'-5'240'16,"1"0"-9"-16,-1 0-10 0,0 2-16 0,-1-1-18 16,0 1-13-16,-1 3-22 0,5-3-11 0,-5 3-24 15,2-5-14-15,-2 5-19 0,0 0-2 0,0 0-14 16,2 13-7-16,-1-6-7 0,-2 6-6 0,0 4-9 15,-3 1 1-15,-1 2-8 0,0 6-4 0,-2 1 2 16,2-1-8-16,0 1 2 0,0-1 2 0,0 1-7 16,1-3-3-16,2-5-2 0,0-1 0 0,1 1 0 15,1-7 2-15,-1-1-1 0,0-2-7 0,1 0 1 16,-2-1 3-16,2-1 4 0,0-3 30 0,0 1 31 0,2-2 32 0,-2 2 30 16,0-5 25-16,0 0-9 0,0 0-18 0,9-10-17 15,1 3-10-15,1-6-10 0,2-2-13 0,5-6-4 16,2 2-11-16,-4-3-4 0,4 1-9 0,-1-1-3 15,4-2-5-15,-2 2-12 0,-2-2 4 0,0 4-16 16,-5 4 1 0,-2 1-4-16,-2 0 3 0,-1 5 0 0,-2 0-5 0,0 0-8 15,-1 3-1-15,-1 1 18 0,-1 1-9 0,-1 1-20 16,-1 0 7-16,2 0-5 0,-3 1 2 0,-1 3-6 16,4-5 2-16,-4 5-7 0,0-2-4 0,0 2-2 15,0 0 0-15,0 0 3 0,-21 7-1 0,10 0-2 16,-7 1 3-16,4-1 2 0,-2 3-5 0,-1-3 10 15,1 5-4-15,0-3 2 0,2 2-4 0,1-2 3 16,4 0-2-16,-1-3 2 0,1 3-3 0,4-4 0 0,-3 1-2 0,3 0-1 16,0-3-8-16,3 1 6 0,-1 1-2 0,3 1 4 15,-2-1 1-15,2 0 5 0,0-1-5 0,2 1 13 16,1-1-12-16,1 3 2 0,8 2 4 0,-3-3 2 16,4 6-2-16,6-5 10 0,3 10-26 0,2-5-28 15,2 0-27-15,-1 0-40 0,1 1-56 0,-2-1-72 16,-4-5-368-1,6 1-660-15,-7-1 292 0</inkml:trace>
  <inkml:trace contextRef="#ctx0" brushRef="#br0" timeOffset="57419.66">15690 9046 104 0,'-4'1'160'0,"4"-1"-12"0,0 0-4 0,-5 1-4 0,5-1-7 0,0 0 1 0,0 0-8 0,0 0 5 31,0 0-6-31,0 0-3 0,0 0-5 0,0 0 2 0,0 0-3 16,0 0-9-16,24-2-9 0,-5 0-8 16,3 0-8-16,6 2-13 0,3-3-5 0,-2 2-4 0,7-1-9 15,1-3-2-15,0 1-8 0,4 1-4 0,-3 0-2 16,1 1-5-16,-6-1-1 0,-4 0-7 0,-7 2 1 15,-4-1-1-15,-5 2-15 0,-3-2-14 16,0 2-24-16,-6-1-30 0,-4 1-33 0,5-2-36 0,-5 2-25 0,0 0-32 0,-15-5-158 16,5 3-374-16,-2-1 165 0</inkml:trace>
  <inkml:trace contextRef="#ctx0" brushRef="#br0" timeOffset="57651.27">15963 8920 25 0,'0'-5'249'0,"-2"3"-1"0,1-3 5 0,-1 0-4 16,2 1-5-16,0-1-12 0,0 1 0 0,0 0-30 0,0 4-17 0,0-5-21 15,0 5-22-15,0 0-11 0,0-5-13 0,0 5-18 16,0 0-22-16,0 0-11 0,0 0-7 0,0 0-13 16,-2 18-13-16,2-6 2 0,-3 0-6 0,0 5-3 15,1 0-4-15,0 9-3 0,-1-1-1 0,2-2 4 16,-1 4-4-16,1 0-5 0,1-1 4 0,1 1-15 15,1-7-26-15,-1 1-24 0,-1-3-23 0,0 3-34 16,1-4-27-16,-2 0-47 0,1-5-92 0,1-1-142 16,1-3-446-16,-2-3 197 0</inkml:trace>
  <inkml:trace contextRef="#ctx0" brushRef="#br0" timeOffset="58105.34">16360 8825 75 0,'5'-4'228'0,"2"2"-14"0,1-2-14 0,-2 3-18 15,2 1-16-15,0 0-12 0,3 1-16 0,-1 0-9 16,2 7-11-16,-2-1-11 0,3 2-13 0,2 3-10 0,-6 0-4 16,3 3-10-16,-2 2-6 0,-1 0-6 0,-4 1-6 0,5 0-4 15,-5 1-6-15,-1 0-3 0,-1-1-2 0,-2-1-11 16,-1-3 1-16,-1-2-1 0,-1-1-4 0,1-2-1 16,-1-1-1-16,-1-2-2 0,2-1 6 15,-3 0 5-15,3-3 11 0,-2 3 28 0,3-5 30 0,-5 3 12 16,5-3 24-16,0 0-10 15,-6-8-8-15,2 1 3 0,4 1 69 16,0-4-5-16,-3-1-16 0,7-6-19 0,1-1-9 16,4-5-22-16,3-4-14 0,0-1-11 0,6-1-7 0,-2 2-12 0,1 3-5 0,0 0-8 15,-5 7-5-15,-1 2-6 0,-1 1-19 16,1 4-33-16,-1 3-73 0,-5 2-62 0,1-2-58 16,2 7-55-16,-3 0-68 0,-5 0-344 0,0 0-717 15,0 10 317-15</inkml:trace>
  <inkml:trace contextRef="#ctx0" brushRef="#br0" timeOffset="59608.71">18419 9336 211 0,'-1'-5'224'16,"1"-2"-9"-16,0 2-11 0,-1 1-16 0,2-1-17 15,-1 2-17-15,-1-1-12 0,1 4-16 0,1-5-13 16,-1 5-14-16,0 0-23 0,0 0-20 0,0 0-1 0,0 0-6 16,0 0-10-16,8 9-1 0,-3 0-2 15,3 0-6-15,-2 2-1 0,4 4-5 0,2-1-2 0,2 1 3 0,-3-1-6 16,5-1 1-16,-6 0-6 0,3 0 1 0,1-6-2 15,-3 3-6-15,-1-5 3 0,7 1-3 0,-8-1 0 16,1-4-2-16,-1-1 1 0,0-3 1 0,5-4-1 16,-5 3 0-16,5-9-2 0,-5 6-3 0,0-8 5 15,1 0-2-15,-1-1 3 0,0-1 6 0,0 0 2 16,0 0 3-16,-3-2 8 16,2 1-1-16,-3 2 9 0,-1-1 0 0,0 5 2 15,-2 2 3-15,1 1 2 0,-2 1-5 0,2 1-2 16,-1 1-7-16,1 2-7 0,-3 2-22 0,2 0-20 15,-2 2-4-15,0 0 3 0,0 0 1 0,0 12-2 0,0-2 5 16,-2 9 2-16,-5 8 1 0,2 6 4 16,-1 1-2-16,-2 14 1 0,1 0 3 0,-4 6 0 0,0-3 3 0,1 0 1 15,2-1 2-15,-1-1-4 0,4-1 2 0,1-12 3 16,2 15 1-16,-1-6 4 0,2-10-5 0,-2-1 3 16,2 2-2-16,-2-2 1 0,1-2 2 0,-2-1-4 15,0-2 2-15,0-3-1 0,-1-8 2 0,0-1-1 16,-3 0-1-16,2-8 1 0,1 1 2 0,-1 0-3 15,0-6 4-15,-3 4 2 0,-2-8-5 0,1 2 11 16,-3-2 9-16,0-2 6 0,-5-5 11 0,3-1 3 0,-2-2 2 0,2-3-1 16,-5-5 9-16,0-4 4 0,4-2 5 0,-1-2-3 15,7-2 1-15,2-3-2 0,7-2-4 0,2-1-7 16,3-12 3-16,6 0-11 0,8 0-1 0,1 0 0 16,6-1-8-16,2 3-2 0,1 1-2 0,4 3-1 15,-3 2-4-15,7 1 1 0,-3 5 0 0,-3 8-9 16,-1-1 4-16,2 4-4 15,-1 2 2-15,-2-1-1 0,-1 6 0 0,-4-1 1 16,-9 6 0-16,0 1-2 0,-5-1-3 0,4 4-3 16,-4 0 7-16,-3 1-6 0,-1 1-1 0,1 0 2 0,0 0-5 0,-4-1-1 15,2 2-1-15,-4 2-13 0,0 0-20 0,5-3-25 16,-5 3-16-16,0 0 11 0,0 0 3 0,0 0-20 16,0 0-27-16,-10 12-27 0,5-7-24 15,-1-2-47-15,-2 2-235 0,2-1-478 0,-1-1 211 16</inkml:trace>
  <inkml:trace contextRef="#ctx0" brushRef="#br0" timeOffset="59893.78">19255 8970 59 0,'4'-5'264'0,"-3"1"-8"0,-1 0-13 0,5 0-25 16,-5 4-21-16,0-4-18 0,0 4-21 0,2-5-18 16,-2 5-17-16,0 0-22 0,0 0-11 0,0 0-15 15,0 0-10-15,0 0-3 0,-8 14-8 0,2-6-19 16,0 4-4-16,-1-4-21 0,-5 8-31 0,3-2-21 15,-1-1-25-15,-3 4-38 0,4-3-43 0,-1-2-182 16,1-2-357-16,2 1 159 16</inkml:trace>
  <inkml:trace contextRef="#ctx0" brushRef="#br0" timeOffset="60093.91">19394 8964 157 0,'4'-7'285'0,"0"2"-17"0,-1 2-27 16,1-2-22-16,-3 3-25 0,1-1-19 0,-2 3-22 0,5-4-27 16,-5 4-12-16,0 0-14 0,0 0-13 0,-1 16-6 0,0-3-9 0,-5 1-13 15,-2 11-17-15,1-1-28 0,-2 5-34 0,-1 1-33 16,3 5-58-16,-1-2-99 0,3 1-123 0,-3-7-359 16,6 1 159-16</inkml:trace>
  <inkml:trace contextRef="#ctx0" brushRef="#br0" timeOffset="60457.03">19870 9593 273 0,'0'0'273'16,"0"0"-6"-16,0 0-16 16,0 0-23-16,0 0-15 0,0 0-25 0,0 0-16 15,11-6-19-15,-2 5-12 0,9 0-20 0,5-1-13 16,-4 1-24-16,12-3-34 0,0 2-38 16,-5 0-45-16,3 1-61 0,-3-3-59 0,-9 3-223 0,2-1-407 15,-5 2 180-15</inkml:trace>
  <inkml:trace contextRef="#ctx0" brushRef="#br0" timeOffset="60594.68">19968 9743 124 0,'-4'1'163'0,"4"2"14"0,0-3-11 16,7 7-12-16,3-6-15 0,9 1-21 0,0 1-28 15,11-2-81-15,-2-2-199 0,5-2-207 0,-3-1 92 0</inkml:trace>
  <inkml:trace contextRef="#ctx0" brushRef="#br0" timeOffset="61396.17">21247 9022 56 0,'-5'-1'164'16,"1"-1"-11"-16,4 2-17 0,-10-2-14 0,5 1-2 15,5 1 6-15,-8-2-4 0,8 2-3 0,0 0-5 0,-5-1-2 16,5 1-4-16,0 0-9 0,0 0-1 0,0 0-4 16,0 0-5-16,0 0 4 0,0 0-9 0,33-1-4 0,-6-3-12 15,6 3-10-15,5-1-6 0,1 0-1 0,12 1-9 16,-11-2-7-16,12-2-1 0,-13 3-4 0,-1-2-3 16,-4 3-2-16,-3 0-7 0,-12 0-9 0,2 1-25 15,-8 0-22-15,-2 0-27 0,-6 0-26 0,0 0-16 16,-5 0-31-16,0 0-59 0,0 0-118 0,-32 2-341 15,8 1 152-15</inkml:trace>
  <inkml:trace contextRef="#ctx0" brushRef="#br0" timeOffset="61859.11">21241 9043 161 0,'0'0'218'0,"0"0"-21"0,0 0-11 15,0 0-22-15,0 0-18 0,-9-1-13 0,9 1-19 0,0 0-17 0,0 0-12 16,-3 7-5 0,6-2-10-16,-2 1-11 0,4 3-1 0,-1 3-5 15,1-1-9-15,7 7-7 0,-1 0 2 0,6 3-3 16,2 1-3-16,3-1 0 0,2 0-3 0,4-2-3 0,-1 3-2 16,1-2-10-16,3-4 6 0,-3 1 0 15,-1-3-7-15,-2-3 1 0,-5-4 1 0,-1 2-5 0,-3-3 3 0,-2-2-4 0,-3-1 2 0,1 1-2 16,-4-4 6-16,-2 3 13 0,3-3 19 0,-4 0 14 0,-5 0 10 15,12 0 3-15,-8 2 5 0,-4-2-1 16,6 0-7-16,-6 0-10 0,0 0 3 0,9-2-14 16,-9 2-6-16,0 0-6 0,0 0-6 0,5 2-17 15,-5-2-9-15,-1 7 0 0,-2 1-4 0,-3 6 5 0,-8 13-5 16,-3 1-2 0,-2 4 5-16,-10 10-6 0,-2 2-4 0,2 0 7 15,-2 0-6-15,2 1 2 0,-2-2-4 0,2 0 2 16,4-2-3-16,9-9 4 0,-6 14 2 0,2-5 0 15,5-7 0-15,3-5 0 0,-2 0 2 0,1-3-2 16,3-2 2-16,1-6 0 0,2-2-1 16,3 0-1-16,-2-5 1 0,5-1 1 0,-2-1 2 15,-2-1-3-15,5-1 0 0,-4-2 9 0,4 1-9 0,-1-2 3 0,1 0-7 0,-3-1-2 16,3-3-4-16,-1 5-11 0,1-5-11 0,0 0-16 16,0 7-16-16,0-7-21 0,0 0-23 0,0 2-30 15,0-2-33-15,0 0-51 0,0 0-159 0,0 0-410 16,0 0 181-16</inkml:trace>
  <inkml:trace contextRef="#ctx0" brushRef="#br0" timeOffset="62175.4">21251 10245 109 0,'0'0'214'16,"0"0"-3"-16,-5 3 5 16,5-3-1-16,0 0 6 0,0 0-11 0,0 0-16 0,0 0-16 15,0 0-21-15,0 0-18 0,27-7-17 0,1 3-11 16,3-1-14-16,6 0-8 0,16-3-7 0,1 0-7 16,5 2-7-16,0-5-10 0,2 2-4 0,-5 0-4 15,-1 0-7-15,-4 2-3 0,-16 2-4 16,-6 0-2-16,-11 4-4 0,1-4-5 0,-10 5 4 15,1-2-6-15,-2 0-6 0,-3 2-5 0,3-1-19 16,-8 1-28-16,7-1-31 0,-7 1-28 0,0 0-19 0,-10 9-39 16,0-4-75-16,-8 2-185 0,0-2-444 15,-1-1 197-15</inkml:trace>
  <inkml:trace contextRef="#ctx0" brushRef="#br0" timeOffset="63024.64">21224 10621 33 0,'0'-4'279'15,"0"4"-24"-15,0-5-21 0,3 3-19 0,-3 2-24 16,0 0-19-16,1-4-23 0,-1 4-27 0,0 0-18 16,0 0-20-16,0 0-12 0,1 12-8 0,-1 0-5 15,-1-2-5-15,0 10 1 0,-6 6-11 0,2 5-3 16,-4-1-10-16,-1 2 0 0,-1 0-3 0,2 2-3 15,-3 0-3-15,-2-4-1 0,3 0-10 0,2-2 0 16,0-5-3-16,4-5 2 0,-3 1-1 0,4-11-2 16,0 4-2-16,0-2 2 0,3-5-2 0,0 0 31 15,-2 1 25-15,3-1 33 0,-1-2 31 0,1-3 20 16,-1 7 36-16,1-7 11 0,0 0 10 0,0 0-36 0,0 0-13 16,11-17-14-16,-2 4-19 0,3-4-11 0,-1 1-12 0,6-6-8 15,1-2-8-15,2 2-7 0,-1 1-12 0,2-1-3 16,3 0-10-16,-5-2-7 0,2 5-3 0,-6 5-2 15,-1-2-1-15,5-2-7 0,-6 5 2 0,1-1-6 16,-4 1-4-16,-2 3 0 0,2 3-4 0,-5 0-1 16,-1 0-1-16,0 6 2 0,1-3-7 0,0 1-3 15,-4-2-7-15,1 2-11 0,-2 3-14 0,4-2-13 0,-4 2-13 0,2-2-19 16,-2 2-5-16,0 0 8 0,0 0 8 0,0 0 9 16,-19 15 2-16,11-8 2 0,-3 3 7 0,-4 0 9 15,4 0-4-15,-3 0-3 0,5-2 17 0,0-2-1 16,0 1-3-16,3-2 6 0,0-2 8 0,2 1-8 15,0-2 5-15,0 1 5 0,-2-1-3 0,3 3-2 16,3-5 6-16,-5 2 4 16,5-2-2-16,-4 5 2 0,4-5 3 0,0 0 0 15,-1 3 12-15,1-3-10 0,0 0-2 0,-4 2-2 16,4-2 2-16,0 0-1 0,0 0 3 0,5 7-2 16,-5-3-3-16,4 0 2 0,1 2 3 0,3 2-4 15,-2 1 3-15,3 2 2 0,0-4 9 16,4 5-10-16,-2 2-13 0,3-1-31 0,-1-1-23 15,-1 3-37-15,2 1-30 0,-4-2-31 0,3 2-48 0,-2-1-99 0,-6-4-222 0,3-1-577 16,-2 1 255 0</inkml:trace>
  <inkml:trace contextRef="#ctx0" brushRef="#br0" timeOffset="63266.99">21825 10840 235 0,'0'0'339'15,"4"-5"-32"-15,-2-1-29 0,0 3-30 0,1-1-27 0,6 0-32 16,0-2-32-16,0 1-34 0,3 1-44 0,0 2-40 15,6-1-56-15,0 1-57 0,0-1-72 0,-5 0-184 0,1 2-357 16,-4 0 158-16</inkml:trace>
  <inkml:trace contextRef="#ctx0" brushRef="#br0" timeOffset="63431.73">21954 10976 1 0,'-1'2'212'0,"1"-2"-9"0,-3 4-11 0,3-4-9 16,0 0-20-16,0 0-15 0,13 4-20 0,-3-5-37 0,8 1-47 0,2-1-64 15,7-5-93-15,1 2-93 0,-1-2-222 16,-5 2 98-16</inkml:trace>
  <inkml:trace contextRef="#ctx0" brushRef="#br0" timeOffset="63773.25">22442 10678 131 0,'-10'3'139'0,"3"-1"-12"0,-1 4-15 15,-4 4-5-15,-1 1-9 0,-1 4-10 0,3 1-7 16,-3-1-10-16,2 1 4 0,3 2-6 0,-1-3 16 15,2 2 12-15,3-3 2 0,3-1 0 0,0-1 2 16,2-1 14-16,2-1 12 0,1 0 6 0,5-3 9 16,2-1 14-16,3-2-18 0,5-2-7 0,2-2-3 15,2-3-7-15,6-5-7 0,-2 1-5 0,-8-1-5 16,2-2-11-16,-3-3 5 0,-2 1-11 0,-2-2-3 16,-2 0-6-16,-3-3-5 0,-3-2-20 0,-2 0 1 0,-6-1-4 0,2 2-14 15,-4-1-11-15,-6 1-21 0,-4 2-45 0,-5-3-46 16,-8 6-50-16,-9 4-44 0,0 3-36 0,-3 3-78 15,-10-1-184-15,12 3-520 0,4 1 231 0</inkml:trace>
  <inkml:trace contextRef="#ctx0" brushRef="#br0" timeOffset="64966.45">21569 8657 94 0,'-3'-4'204'0,"3"4"-4"0,0 0-7 0,0 0-8 0,0 0-6 0,0 0-10 15,0 0-3-15,0 0-10 0,0-4-6 0,0 4-17 16,0 0-8-16,1-5-10 0,1 0-8 0,-2 5-13 16,4-7-7-16,-3 3-9 0,2-2-5 15,-1-1-7-15,1 2-8 0,1-4 0 0,-2 1 2 16,2-1 0-16,3-1-3 0,-4 0-1 0,3-1 8 15,1-4-16-15,-3 5 6 0,-1-4-3 0,3 4 4 16,-1-2-5-16,0-2-5 0,-1 1-3 0,0 1-4 16,-3 0-1-16,3 0-9 0,-3 1 3 0,3 0-4 15,0 0-6-15,-3 2-3 0,0 3 0 0,-1-1 0 16,0 1-9-16,0 1-4 0,-1 0-8 0,-4 0-6 16,0 1-5-16,-3 2-1 0,-7 2 0 0,-3 2 1 0,-10 7-1 0,-4 3 1 15,-2 3 2-15,-15 8 2 0,4 2-3 0,-3 1 5 16,-3 2 2-16,2 1-1 0,-1 1 0 0,7 0 3 15,-2-3 0-15,4 2-1 0,9-10-5 0,4 1 3 16,1-1 2 0,3-4 2-16,7-5 1 0,1 0 0 0,4-3 1 0,2-1 1 15,1-2 0-15,4 0 7 0,0-2 2 0,0-1 43 16,5-1-2-16,0 0-3 0,-12-5 3 0,12 1-10 16,0-5 2-16,2-1-3 0,4-6-8 0,-1 1-5 15,1-4-4-15,2 0 7 0,5 2 4 0,0-5-19 16,-2 6 4-16,-1 3-5 0,-1 0-7 0,-1 4 2 15,-3 2 2-15,4-2-6 0,-6 6-4 0,3-2-7 16,-2 3 0-16,1 1 3 0,-5 1-3 0,14 2 1 16,-5 3-1-16,5 0 1 0,0 5-6 0,5 2 3 0,-3-1-7 15,7 7-7-15,3 2-12 0,1-2-14 0,-2 3-15 0,0-2-26 16,-2-2-24-16,0 0-35 0,1-2-53 0,-1-1-97 16,-3-5-172-16,-1-1-509 0,-1-1 226 0</inkml:trace>
  <inkml:trace contextRef="#ctx0" brushRef="#br0" timeOffset="65921.45">22675 9281 178 0,'1'-16'320'15,"0"7"-16"-15,0 0-24 0,1 1-28 0,-2 1-26 16,2 3-26-16,-2 1-33 0,0-1-39 0,0 4-36 15,0 0-12-15,0 0-12 16,-6 14-6-16,3-5-8 0,-3 8-7 0,-5 12-7 16,-1 0-13-16,-1 5 1 0,-2-2-1 0,1 1-4 0,-3-1-2 0,7 2-5 15,-3-4-1-15,0 0-2 0,4-2 0 0,2-2-3 16,-1-7 1-16,4-3-6 0,0 0 5 0,3-6 1 16,-3-1-2-16,2-2 0 0,-1-1 9 0,3-2 26 15,-1 1 28-15,1-1 34 0,-3-1 30 16,3-3 42-16,-1 5 24 0,1-5 18 0,0 0 8 0,0 0-18 15,0 0-24-15,14-14-16 0,-7 4-18 0,4-3-18 16,-1-3-12-16,8-8-12 0,3 3-12 0,-1-5-10 16,-1-3-12-16,2 2-8 0,0 1-8 15,-1 1-2-15,-1 2-11 0,-3-1-5 0,2 5-2 0,-5 3-4 16,1 2-1-16,-5 0-7 0,-4 6 1 0,4-2-5 16,-4 6-1-16,-1-2-6 0,0 0 0 0,-3 3-5 0,3 0-3 15,-4 3-25-15,3-6-18 0,-2 3-25 0,-1 3-20 0,0 0-15 16,0 0-1-16,0 0-2 0,0 0 12 0,0 0 0 15,-13 15 8-15,0-3 18 0,-2 2 7 0,-5 3-2 32,0 0 12-32,2-5-4 0,4 4 4 0,-2-3 7 0,0-1 5 15,2 1 2-15,1-2 4 0,3-3 0 0,1-1 1 16,4 0 3-16,0-1-1 0,0 0 1 0,0-3 6 16,2 0-3-16,1 2 0 0,-1-1 4 0,2 0 3 15,1-4-6-15,0 6 11 0,1 1 2 0,2-2-1 16,2 3-5-16,4 1 2 0,-1 0 4 0,2-1-2 0,4 4 2 15,-1 0 0-15,1-1-10 0,2 2-28 16,1-1-26-16,7 2-30 0,-2 1-36 0,1 0-43 16,-3 0-54-16,6-1-76 0,-9-5-262 0,0 3-616 0,3-7 273 0</inkml:trace>
  <inkml:trace contextRef="#ctx0" brushRef="#br0" timeOffset="66200.06">23135 9578 128 0,'0'0'262'0,"0"0"-10"0,0 0-10 0,0 0-12 16,-6-2-13-16,6 2-17 0,0 0-22 0,0 0-18 15,22-6-16-15,-8 4-7 0,8-1-21 0,6 2-12 16,3-2-14-16,2 2-6 0,3-2-10 0,2 0-9 16,-5 0-13-16,7 1-25 0,-7 0-24 0,-1-1-28 15,-4 2-35-15,-8 0-32 0,-7-1-47 0,2-1-68 16,-5-2-167-16,-4 5-405 0,-3-2 179 0</inkml:trace>
  <inkml:trace contextRef="#ctx0" brushRef="#br0" timeOffset="66438.39">23351 9424 231 0,'0'0'309'0,"-3"-6"-20"0,3 6-19 0,-1-3-24 16,1 3-22-16,0 0-22 0,-3-4-24 0,3 4-19 0,0 0-27 15,0 0-26-15,0 0-11 0,0 0-11 0,3 21-8 16,-3-10-3-16,1 7-15 0,-2-2-8 15,2 3-2-15,-1 6-4 0,1-6-5 0,-1 6-6 16,0-5 0-16,2 0-3 0,0-3-5 0,0 2-5 0,-1-2-27 16,-1-2-28-16,2 0-25 0,3-2-28 0,-5-3-11 0,0 1-46 15,0-5-51-15,0 1-208 0,2-3-438 0,-2 0 193 16</inkml:trace>
  <inkml:trace contextRef="#ctx0" brushRef="#br0" timeOffset="66823.57">23729 9342 233 0,'7'-6'275'0,"4"-1"-18"15,-2 2-13-15,0 2-31 0,-2-1-17 0,0 3-19 16,4 1-15-16,-1 3-17 0,2 0-10 0,-2 2-13 15,0 4-12-15,7 1-7 0,-7 4-15 0,3 2-6 16,-3 0-7-16,-1 1-10 0,-1 2-5 0,-1 1-5 16,-2-2-8-16,-2 2-5 0,-2-2-3 0,1 0-3 15,-2 0-7-15,-2-6-4 0,2 0 6 0,-1-2-11 16,0-1 0-16,-1-4-3 0,1 0-1 0,1 1 7 16,-1-1 13-16,1-5 20 15,0 3 27-15,0-3 35 0,0 0 0 0,0 0-14 16,0 0-14-16,-5-13-6 0,5 4 9 0,2-4-10 15,0-2-13-15,1-3-3 0,3-1-10 0,1-7-7 16,2 1-7-16,4-4-11 0,-1 3-27 0,3 0-11 16,0 2-25-16,-1-1-15 0,-1 8-21 0,-3 0-26 15,4 2-29-15,-2 1-40 0,-1 2-41 0,2 0-42 16,0 7-86-16,-4-4-174 0,1 3-545 0,-1 0 241 0</inkml:trace>
  <inkml:trace contextRef="#ctx0" brushRef="#br0" timeOffset="67047.78">24283 9092 203 0,'0'0'218'0,"3"-3"-28"16,-3 3-16-16,0 0-15 0,1 10-19 0,2 2-7 16,1 5-5-16,-2 3-10 0,-2 8-5 0,3 4-3 15,-3 4-5-15,0 10-2 0,-5-10-8 0,-2 11-9 0,-7-2-10 16,-4 1-6-16,4-12-5 0,-9 7-5 0,0-11-8 15,-9 6-7 1,-4-2-5-16,-7-5-9 0,0 0-36 0,0-7-51 16,-5 2-76-16,-2-10-56 0,0 1-168 0,-9-4-385 0,7-7 171 0</inkml:trace>
  <inkml:trace contextRef="#ctx0" brushRef="#br0" timeOffset="67409.38">22553 9003 43 0,'-1'-5'240'16,"-2"0"-22"-16,2-1-20 0,-3 4-25 0,4 2-15 0,-6-3-21 0,6 3-7 15,-13 6-12-15,0 6-17 0,-6 5-11 16,-4 5-7-16,-7 15-9 0,-2 7-7 0,2 5-5 16,1 2-9-16,-1 2-2 0,6 1-9 0,2 1-2 15,6 0-3-15,8-1 1 0,7-3-6 0,7-6 5 16,8 2 2-16,8-6-1 0,6-5 0 0,13 0-5 15,2-1 3-15,12-4-19 0,4-4-42 0,23 6-70 16,-17-21-127-16,28 7-126 0,-28-12-375 0,1-4 167 16</inkml:trace>
  <inkml:trace contextRef="#ctx0" brushRef="#br0" timeOffset="68049.17">24841 8918 129 0,'0'0'175'0,"-12"5"-15"0,2 2-8 0,-4 5-24 15,-2 2-11-15,-4 8-10 0,1 5-14 0,1 2-8 0,-5 13-14 0,0 2-2 16,4 2-5-16,2-2-8 0,8 0-7 0,3 4-2 15,6-12-4-15,5-2-2 0,8 12 3 16,3-11 2-16,6 5-9 0,2-10-5 0,10 4 6 0,-6-13-30 16,1 3-48-16,3-7-65 0,-3-3-170 0,3-4-297 0,3-2 131 15</inkml:trace>
  <inkml:trace contextRef="#ctx0" brushRef="#br0" timeOffset="68658.22">25137 9065 47 0,'-3'-6'301'0,"3"0"-19"0,3 0-25 0,-3 0-21 16,-3 3-15-16,3-1-35 0,0 4-24 0,0-5-13 15,0 5-20-15,0 0-16 0,4 10-9 0,-4 0-16 16,0 6-7-16,-1 4-2 0,-7 10-12 0,3 2-9 16,-4 0-6-16,2 2-10 0,-2 0 5 0,0 0-10 0,-1-1-2 0,0-1-8 0,0-3-1 15,3-2-3-15,2-3 0 0,-1-5-5 16,3-2 2-16,1-7-5 0,0 2 1 0,-1-3-4 16,1-1 1-16,2-3 7 0,-3-1 37 0,3 0 21 15,-1 0 37-15,0-1 33 0,1-3 29 0,0 0 26 16,0 0 9-16,0 0-6 0,0 0-20 0,10-12-21 15,-3 2-16-15,6-5-15 0,6-5-12 0,2-4-19 16,-2-1-6-16,5-1-16 0,3 0-10 0,-1-1-4 16,-1 1-11-16,-2-1-7 15,2 4-3-15,-6-2-5 0,-1 5-4 0,-6 8-1 16,1 0-6-16,-5 4-4 0,-2 0-6 0,-1 4 0 16,-1-2-3-16,0 1-7 0,-3 2-14 0,3 0-23 15,-3 2-27-15,-1 1-14 0,5-5-30 0,-5 5-7 16,0 0 2-16,0 0 26 0,0 0-8 0,-15 14 12 15,0-2 6-15,-2 2 10 0,1-1 7 0,0 1 1 16,-2-2 3-16,2 0 6 0,0 0 2 0,1 1 1 0,0-3 4 0,3-1 12 16,3 0-7-16,-1-1-7 15,4-1 15-15,-1 2 2 0,2-6 2 0,1 2-5 16,-1 0 4-16,0-1 3 0,5-1 5 16,-4 0-4-16,4 0-1 0,0 2 5 0,3 1 0 15,-2-3-5-15,3 1 7 0,2 4-1 0,2 0 7 0,1 1-2 16,1 3 1-16,4 0-1 0,2-1-9 0,-1 4-32 0,0-2-29 0,2 0-34 0,4 3-36 15,-4-2-50-15,6 1-81 0,-9-3-311 0,12 1-633 16,-10-5 280-16</inkml:trace>
  <inkml:trace contextRef="#ctx0" brushRef="#br0" timeOffset="68911.98">25619 9343 8 0,'0'0'273'0,"-7"1"-5"16,7-1-17-16,0 0-10 0,0 0-18 0,0 0-33 15,0 0-18-15,24-5-19 0,-8 2-13 0,7 3-17 16,6-3-13-16,5-1-1 0,5-1-10 0,-2 2-18 15,17-2-11-15,-20 3-19 0,2-2-29 0,-3-1-30 16,-6 3-42-16,-4 1-33 0,-4-2-40 0,-2-1-35 16,-7 1-203-16,-1-1-390 15,-6 3 173-15</inkml:trace>
  <inkml:trace contextRef="#ctx0" brushRef="#br0" timeOffset="69143.45">25826 9227 131 0,'-3'-4'319'0,"3"4"-15"0,-1-5-12 16,1 5-7-1,0-5-13-15,0 5-36 0,0-5-17 0,0 5-28 0,0 0-22 16,0 0-19-16,0 0-24 0,0 0-30 16,0 0-14-16,0 0-12 0,0 0-10 0,1 19-9 15,2-7-9-15,-3 6-2 0,0 1-10 0,0 8 3 0,-3-3-6 0,3 2-7 0,0-1-2 0,0 0-7 0,3-5-14 16,-3 6-25-16,1-6-28 0,0-1-14 0,2-1-30 15,-2-2-26-15,3-3-55 0,-3-4-271 16,1 1-490-16,0-3 218 0</inkml:trace>
  <inkml:trace contextRef="#ctx0" brushRef="#br0" timeOffset="69569.53">26319 9132 128 0,'4'-4'233'0,"1"1"-23"0,2-1-21 0,-1 3-17 0,-1 1-15 16,-5 0-8-16,14 4-13 0,-7 0-7 0,2 3-11 15,0 2-12-15,4 2-8 0,-1 3-6 0,-2 1-6 16,0 0-5-16,-3 1-8 0,0 1-9 0,1 0-2 15,-2 3-6-15,-1-1-3 0,-1 0-5 0,0-1-5 16,-4-1-5-16,0 0-5 0,0 0-3 0,-1-1 0 16,-2-5-3-16,-1 1-3 15,3-1-5-15,-3-2 0 0,4-4 0 0,-5 2 1 16,5-1 3-16,-1-4 2 0,-3 1 13 0,4 1 23 16,-1 0 32-16,1-4 35 0,0 0-3 0,0 0-12 15,-7-11-7-15,7 6 13 0,0-5-3 0,3-2-5 16,-2-5-16-16,3 0-3 0,5-9-19 0,0 1-3 15,1-3-5-15,4-2-9 0,0-2 3 0,4 2-13 16,-1 1-10-16,1 4-3 0,-3 0-14 0,0 2 0 0,-4 9-12 0,1 1-22 16,-5 4-27-1,-1 0-20-15,-1 2-42 0,-1 3-41 0,0 0-46 0,0 3-30 16,-4 1-46-16,0 0-304 0,0 0-618 0,3 8 273 16</inkml:trace>
  <inkml:trace contextRef="#ctx0" brushRef="#br0" timeOffset="71416.17">16845 8987 69 0,'0'0'119'15,"0"0"4"-15,0 0 2 0,0 0-6 0,-4-2-2 16,4 2-5-16,0 0-8 0,0 0-7 0,0 0-7 16,0 0-6-16,0 0-5 0,-2-3-5 0,2 3-6 15,0 0-3-15,0 0-12 0,0 0 0 0,-5-1-8 0,5 1-5 0,0 0-4 16,0 0 1-16,0 0-2 0,-11 0-5 0,11 0 3 15,0 0 2-15,0 0-1 0,0 0 0 0,0 0-1 0,0 0 1 16,0 0 2 0,0 0 4-16,0 0 1 0,0 0 0 0,0 0-5 15,0 0 0-15,0 0-1 0,0 0 1 0,0 0-6 16,13-6 2-16,-1 2 1 0,-1 2-4 0,12-2 2 16,-5 3-4-16,3-5-14 0,-2 2 4 0,0 1-1 15,-2-1-6-15,2 1 2 0,-6 1-1 0,0-1-2 16,-1 0-1-16,-2 2 1 0,2-2 0 0,-6 3-4 15,-1-1 1-15,3 0-15 0,-4-1-14 0,-4 2-19 16,6-1-16-16,-6 1-22 0,0 0-18 0,0 0 10 16,0 0 2-16,5 4-13 0,-5-4-28 0,0 0-186 15,0 0-339-15,-5 6 151 0</inkml:trace>
  <inkml:trace contextRef="#ctx0" brushRef="#br0" timeOffset="71663.47">17286 8840 61 0,'0'-5'298'0,"0"1"-8"0,0 4-10 16,0-7-21-16,0 3-21 0,0 4-24 0,0-5-26 15,0 5-19-15,0 0-14 0,0 0-41 16,0 0-22-16,0 0-9 0,0 0-14 0,-2 16-8 15,0-4-5-15,-2 5-12 0,3 9-18 0,-3-1-19 0,0 4-24 16,0 2-43-16,-1 3-42 0,0 2-30 0,0-2-268 16,-1-2-431-16,3-3 191 0</inkml:trace>
  <inkml:trace contextRef="#ctx0" brushRef="#br0" timeOffset="72818.89">26808 9331 87 0,'0'0'174'0,"0"0"-12"15,-6 1-3-15,6-1-9 0,0 0-6 0,0 0-1 0,0 0-3 16,0 0 1-16,0 0 6 0,0 0-2 0,0 0 3 16,0 0-5-16,0 0-6 0,0 0-3 0,0 0-11 15,0 0-15-15,0 0-8 0,18-7-12 0,-1 7-9 16,4-3-9-16,7 0-6 0,2 3-7 0,0-2-6 16,4-1-5-16,-5-1-6 0,4 4-5 0,-3-2-1 15,3-1-4-15,-4 1-3 0,-7 1-2 0,-3-2-3 0,-1-1 1 0,-5 4-1 16,-2-3-1-16,-3 1-2 0,0 2 3 0,-4 0 1 15,1-2-6-15,-5 2-3 0,10-1-6 0,-10 1-11 16,6 0-17 0,-6 0-12-16,0 0-16 0,0 0-21 0,0 0-21 0,0 0-16 15,0 0-24-15,0 0-31 0,-21 8-26 0,15-8-50 16,-1 2-137-16,3 0-404 0,0 2 179 0</inkml:trace>
  <inkml:trace contextRef="#ctx0" brushRef="#br0" timeOffset="73166.5">27436 9191 80 0,'2'-10'308'0,"2"3"-1"0,-3 0-3 16,1 0-4-16,0 1-20 0,1 2-17 0,0 2-17 15,-2-3-17-15,0 0-25 0,0 2-19 0,-1 3-22 16,0 0-15-16,5-4-16 0,-5 4-18 15,0-3-18-15,0 3-18 0,0 0-22 0,0 0-16 0,0 0-3 16,0 0-7 0,3 14 7-16,-2-3-18 0,-2 5 1 0,1 1-1 15,0 1-9-15,0 0 5 0,-1 2-1 0,1-1-3 16,0 1-1-16,1-2 9 0,-2 0-6 0,2-1-4 0,0-1 0 16,0-5 12-16,-1 1-16 0,0 0 0 0,0-3 5 15,2-2-5-15,-2 1 5 0,2-3-3 16,-2-1-1-16,-2 1 2 0,4-2 4 0,-2-3-7 15,0 6-1-15,0-6 2 0,0 3-5 0,0-3-3 0,-4 2-3 0,4-2 1 16,0 0-7-16,0 0-17 0,0 0-31 0,0 0-43 16,0 0-39-16,0 0-41 0,-7-11-79 0,3 1-259 15,2 4-562-15,0-7 249 0</inkml:trace>
  <inkml:trace contextRef="#ctx0" brushRef="#br0" timeOffset="73551.75">27641 8765 218 0,'0'-7'263'0,"2"0"-21"16,0 3-23-16,2 0-24 0,1 3-23 0,8 2-17 0,4 4-11 15,4 5-16-15,6 5-12 0,4 9-9 0,7 5-9 16,-3 5-5-16,-2 7-14 0,0 0-10 0,-5 4-6 15,-5 6-6-15,-5 3-4 0,-4 2-6 0,-10 0-3 16,0 5-2-16,-12-4-8 0,-6-1-3 0,0-2-2 16,-9-3-4-16,0-7-3 0,-9-2-2 0,-1-6-1 15,4-9 6-15,-12 1 4 0,-3-5 16 0,7-7 6 0,3-1 11 0,1-5 5 16,1-2 3-16,1 0 6 0,4 0 1 16,9-3 10-16,-2-1-28 0,6-1 0 0,1-2-8 15,4 0-4-15,-1 3 0 0,3-3-9 0,1 1-2 0,2-2-1 16,-1 2-4-16,5-2 8 0,-8 1-15 0,8-1-5 15,-3 0 0-15,3 0-6 0,0 0-22 0,0 0-13 16,0 0-18 0,1 9-31-16,-1-9-42 0,6 3-59 0,-1-1-93 15,-5-2-268-15,8 0-578 0,-8 0 255 0</inkml:trace>
  <inkml:trace contextRef="#ctx0" brushRef="#br0" timeOffset="75387.05">28889 9069 177 0,'2'-10'260'0,"3"-1"-8"0,0-1-24 0,-1 0-20 16,0 1-31-16,0 1-18 0,1-3-18 0,-2 1-12 0,-1 2-13 15,-1 0-10-15,-1 1-12 0,-1 2-9 16,0-3-9 0,-2 5-8-16,-1-2-2 0,-2 2-13 0,-2 3-8 0,-2-2-6 15,-2 3-4-15,-5 1-5 0,-4 1-6 0,2 3 2 16,-6 3-8-16,-2 4 0 0,1-2 1 0,1 4-5 16,-1 2-3-16,1 2-3 0,0 1 4 0,2 1-7 15,0 1 1-15,4 2-1 0,1-1-2 0,2 0-1 16,3 4 1-16,6-8-2 0,0 0 8 0,2-1-6 15,2 1 0-15,3 0-2 0,2 0 2 0,-1-5 2 0,1 0 1 0,5-2 0 16,-1 0 1-16,2 0 1 0,-1-1-2 0,5-2 9 16,-2-4 12-16,0 2 12 0,3 0 14 0,-3-5 21 15,2 0 12-15,-1-1 3 0,2-6-8 0,4 2-2 16,-2-5 18-16,-1-1-24 0,-1 0-3 0,6-8-11 16,-7 3 3-16,7-4-15 0,-8 4 4 0,6-6-9 15,-4 0 0-15,-1 4-5 16,1-4-6-16,-4-3 2 0,1 7-5 15,2-1-1-15,-6 4 10 0,1-1 1 0,-1 1-5 0,-2 5-6 16,0-1 1-16,-2 3 5 0,2 1-7 0,-1 2-10 16,-3 3 2-16,0-4-4 0,2 2-14 0,0 2-11 0,-2 2-25 0,0 0-13 15,0 0-2-15,0 0 1 0,0 0 7 0,-7 12 3 16,3-6 7-16,3 5-3 0,-4 0 10 0,1 4 2 16,1 2 2-16,0 0 4 0,0 0-2 0,3 2 5 15,0-2 2-15,3 4 5 0,4 2 2 0,1-4-14 16,2-2-22-16,4 5-33 0,-2-7-36 15,7 4-45-15,-4-9-69 0,4-1-302 0,2-1-570 0,-1-4 252 16</inkml:trace>
  <inkml:trace contextRef="#ctx0" brushRef="#br0" timeOffset="76059.39">29143 9080 155 0,'-1'-5'329'0,"-1"1"-25"16,2 4-18-16,-1-6-26 0,1 6-20 0,0 0-27 15,0-4-20-15,0 4-19 0,0 0-21 0,0 0-14 16,1-5-5-16,-1 5-34 0,0 0-12 0,0 0-33 15,0 0-18-15,0 0-1 0,0 0-3 0,0 0-10 0,-1 21 0 0,0-11-2 16,1 4-2-16,-5 3-1 0,1 2-2 0,-1 9-6 16,-2-4 1-16,2 2-4 0,0-2 6 0,1-4-4 15,-1 2-2-15,0-5 1 0,4 2-5 0,0-3 4 16,-2-1 0-16,2-3-2 0,-2-1 1 0,3-4 0 16,-1 0-1-16,1-2 6 0,-3 2-2 0,5-3 19 15,-2 0 25-15,0-4 21 16,0 5 31-16,0-5 25 0,-3 4 32 0,3-4 8 15,0 0-16-15,0 0-14 0,10-12-12 0,-2 4-14 16,0-1-8-16,1-1-19 0,1-6-6 0,8-4-6 16,-1 0-14-16,2-1-6 0,1-3-4 0,0-1-6 0,2 2-3 0,-3 1-4 15,-1 4-4-15,-4 3-4 0,-1 2-2 0,-4 3-4 16,0 2-3-16,-3 0-4 0,-1 0 3 16,2 3-4-16,-4 1-4 0,0 3 0 0,0-3-4 0,-1 0-5 15,0 1-3-15,-2 3-12 0,3-4-19 0,-3 4-6 16,0 0-13-16,0 0-2 0,0 0-8 0,0 0 26 15,-13 7-7-15,3-2 3 0,-1 2 9 0,-7 3 4 16,0-2 2-16,-4 9 0 0,3-4-3 0,1-3 9 16,-1 3 6-16,4-1-4 0,-3 0 6 0,4-2 1 15,0-1-4-15,4 1-1 16,2-5 4-16,-1 1 3 0,4-2-2 16,1 0 2-16,0 0-3 0,3-1 1 0,-2-1 0 0,3-2 3 15,-5 4 12-15,4-2-14 0,1-2-2 0,0 0-3 16,0 7 1-16,0-7 5 0,1 5-2 0,6 2 6 15,-2 1 1-15,4 1-5 0,5 4 9 0,-1 1-4 16,10 3-6-16,1 2 7 0,5 0-14 16,-1 1-46-16,3 1-41 0,-2-1-48 0,10 11-62 0,-7-13-98 0,-6-1-319 0,3 0-681 15,-3-3 301-15</inkml:trace>
  <inkml:trace contextRef="#ctx0" brushRef="#br0" timeOffset="76658.23">29985 8904 26 0,'9'-6'222'0,"1"1"-6"16,2 2-19-16,-2 2-20 0,3 0-19 0,0 1-15 15,-1 2-10-15,2 1-10 0,3 5-18 0,-2 2-5 16,-2 2-8-16,-2 2-8 0,1 3-12 0,-3 2-6 15,-3 7-7-15,-2-1-3 0,-1-1-8 0,-7 3-4 16,-2 0-3-16,-5 2-2 0,2-2-6 0,0 1-1 16,-6-3-3-16,2-1-8 0,1 0 0 0,-1-2-3 0,1-6 1 15,3-3 2 1,3-2-7-16,-2-1 1 0,-1-2-4 0,3-1 1 16,2-2 4-16,0 0 17 0,2-2 20 0,-1 1 30 15,1-2 33-15,0 1 33 0,2-3 31 0,-3 4 30 16,3-4 25-16,0 0 10 0,0 0-23 0,0 0-24 15,11-18-16-15,1 5-24 0,5-6-13 0,1-3-23 16,5-4-6-16,2 1-17 0,1-2-19 0,10-4-23 16,0-5-17-16,-10 13-9 0,-1-5-8 0,-3 4 3 0,-2 0-4 0,-2 4-3 15,-8 5-2-15,3 1-3 0,-8 6-3 0,0 1-5 16,-1 0-15-16,1 3-25 0,-2 1-31 0,1 0-25 16,-4 3-8-16,0 0 0 0,0 0 11 0,0 0-5 15,-13 18 4-15,5-8 3 0,-1 6 5 0,3 3 7 16,-2 6 9-16,4 2 18 0,4 3-7 0,4 2 2 15,9 0 5-15,14 7-17 0,4-2-38 0,7-5-63 0,4-2-100 0,5-10-337 16,3-4-651-16,1-6 288 0</inkml:trace>
  <inkml:trace contextRef="#ctx0" brushRef="#br0" timeOffset="77675.17">30828 8407 57 0,'0'-9'321'16,"2"6"-26"-16,-2-5-22 0,0 3-28 0,0 1-23 15,0 0-22-15,0 4-20 16,1-9-22-16,-1 8-20 0,0 1-21 0,0-6-37 15,0 6-25-15,0 0-6 0,0 0-5 0,-4 17-6 0,-2-2-2 16,-2 3-7-16,0 9 3 0,-3-1-7 0,2 4-3 16,-4-3-3-16,3 5-3 0,1-2-2 0,-3 0 5 0,2 1-7 0,3-4-2 15,-1-2-1-15,5-1-2 0,-3-6 4 0,2-2-5 16,0-4 5-16,2-2-2 0,1-1 1 16,-1-2 19-16,0 1 16 0,0-4 16 0,2-1 18 15,-1 2 22-15,1-5 25 0,-1 6 34 0,1-6 23 16,0 0 30-16,0 0 20 0,0 0 14 0,0 0-20 15,0 0-26-15,15-16-20 0,-5 3-19 0,3 0-15 16,6-7-18-16,-1-1-11 0,0 2 13 0,6-4-16 16,1-3-14-16,-1-2-14 0,2 5-8 0,-2 0-9 15,-3 0-6-15,0 3-7 16,-6 8-6-16,-2 1-8 0,-3 2-2 0,-1 1-4 16,-5 2-3-16,5 0-6 0,-4 2 2 0,-1-1-7 15,-3 1-9-15,4 2-22 0,-2 0-23 0,-3 2-20 16,1-6-26-16,-1 6-21 0,0 0-16 0,0 0-2 15,0 0 15-15,0 0 3 0,-13 14 15 0,-2-3 9 16,-2 0 5-16,-6 6 18 0,-1 1-2 0,0-1 8 16,3-2-6-16,0 0 14 0,-2-2 2 0,7-1 5 0,5-4-2 0,2 0 11 15,1 0-1-15,-2 0-1 0,5-6 10 0,-1 3-8 16,3 2 2-16,-1-3 4 0,0-1 3 0,-1 3 1 16,5-4 1-16,-1 1 4 0,1-3 0 0,0 8 4 15,1-3-7-15,3-1-1 0,-3 3 6 0,4-2 11 16,1 2-26-16,1 2 20 0,6 3-2 0,-3-2-12 15,2 3-38 1,3-2-55-16,-1 1-33 0,3 3-40 0,2 3-57 0,-2-5-69 16,-2-1-349-16,3 0-707 0,0-6 314 15</inkml:trace>
  <inkml:trace contextRef="#ctx0" brushRef="#br0" timeOffset="77890.92">31150 8666 225 0,'0'0'294'16,"-5"0"-14"-16,5 0-25 0,0 0-26 0,0 0-25 0,23-2-19 0,-5-1-22 15,5 1-16-15,5 0-21 0,6-3-29 0,0 2-27 16,2 3-34-16,0-2-44 0,-6 2-48 15,3-3-60-15,-6-2-71 0,-9 2-137 0,0-1-351 0,-6 2 155 16</inkml:trace>
  <inkml:trace contextRef="#ctx0" brushRef="#br0" timeOffset="78108.55">31310 8557 219 0,'0'0'287'16,"-2"0"-29"-16,2 0-26 0,0 0-23 0,0 0-27 16,0 0-17-16,0 0-19 0,0 0-20 0,0 0-11 0,-2 8-14 0,4-1-11 0,-1 2-10 15,4 2-9-15,-1 3-10 0,-2 3-4 16,1 2-6-16,-1 0-4 0,4 5-8 0,-4-2-13 16,1-4-21-16,-1 1-19 0,5 5-23 0,-5-6-29 15,1 0-28-15,-3-6-66 0,1 5-206 0,-1-6-397 0,1-1 175 16</inkml:trace>
  <inkml:trace contextRef="#ctx0" brushRef="#br0" timeOffset="78491.89">31722 8415 2 0,'2'-4'280'0,"1"0"-24"0,-1 1-23 0,-2 3-31 16,9-2-23-16,-9 2-14 0,12 10-11 0,-6-3-19 0,3 6-11 16,0 3-15-16,0 1-11 0,-3 3-9 0,1 3-9 0,2 2-7 15,-4 2-8-15,-3-1-25 0,2 2 1 0,-4-3-10 16,2 1-1-16,-6 2-5 0,0-9-3 0,2-1 0 16,-1-2-3-16,1-4-2 0,-2-2-1 0,1 0-6 15,2-3 3-15,-2-2 4 0,3 2 9 0,-1-5 28 16,-1 1 35-16,2 1 38 0,0-4 40 0,0 0-3 15,0 0-19-15,0 0-18 0,-5-17-7 0,7 6-9 16,1-7-7-16,1 1-5 0,2-2-17 0,5-7-4 16,0 2-15-16,1-3-5 0,3 0-15 0,0 0-14 15,2-1 6 1,-2 5-24-16,2-1-7 0,-3 8-24 0,-2-1-18 0,2 6-43 16,-7 0-43-16,2 4-40 0,0 0-57 0,1 2-74 15,-2 0-262-15,0 2-604 0,-2 3 268 0</inkml:trace>
  <inkml:trace contextRef="#ctx0" brushRef="#br0" timeOffset="78876.66">32055 8647 14 0,'-6'2'271'15,"6"-2"-10"1,0 0-22-16,-5 0-21 0,5 0-20 0,0 0-19 16,0 0-13-16,0 0-17 0,0 0-14 0,0 0-3 15,0 0-2-15,0 0-9 0,0 0 5 0,0 0-10 16,0 0-6-16,0 0 1 0,0 0 4 0,0 0 2 16,0 0 1-16,0 0 4 0,0 0-2 0,0 0-7 15,0 0 9-15,0 0-7 0,0 0 0 0,0 0-10 16,0 0-16-16,0 0-3 0,20-10-10 0,-1 6-21 0,0 0-1 15,8 1-7-15,1-2-3 0,2 0-3 0,4 5-10 16,3-4-7-16,-1 0 7 0,0 2-13 0,-3 0-1 16,2-1-3-16,-5 1 6 0,-3 0-5 0,-6 1-5 0,-5-1-1 0,-4-1-1 15,-5 3 0-15,2-1-6 0,-1 0-6 0,-3 1-17 16,0-1-16-16,-5 1-17 0,0 0-33 0,4-4-42 16,-4 4-42-16,0 0-33 0,-14-1-36 0,6 0-26 15,2-1-62-15,6 2-172 0,-16-1-540 0,10 0 239 16</inkml:trace>
  <inkml:trace contextRef="#ctx0" brushRef="#br0" timeOffset="79424.25">32713 8337 107 0,'5'-5'270'0,"-1"1"-20"0,5 1-18 0,1-2-24 0,-1 3-13 0,0-2-27 15,-9 4-14-15,0 0-19 0,0 0-14 0,53-1-13 0,-53 1-12 16,23 7-12-16,-23-7-15 0,16 8-6 0,-16-8-11 16,15 18-1-16,-11-6-9 0,0 4-6 0,-4 7-6 15,-1-3-4-15,-6 4 2 0,-1 3-5 0,-6 0-2 16,-3-2-3-16,-2 0 1 0,-4 2-1 0,-3-2-4 15,2 0-4 1,-2 0 0-16,1-1 4 0,1-3-3 16,3-3-3-16,7-6 2 0,3-4-3 0,2 0-1 0,1-3 2 15,3 0 0-15,1 0 4 0,-1-2 19 0,1 1 32 16,0-1 35-16,3-1 38 0,1-2 29 0,0 0 17 16,0 0 4-16,0 0-22 0,0 0-18 0,10-9-5 15,0 2-31-15,2 1-7 0,3-1 0 0,-2 1-18 16,2-2-10-16,-3 3-5 0,3-2-8 0,-1 1-8 0,-3 2-4 0,1 0-10 15,-3 1-5-15,0 2-3 0,1 1-5 0,-1 0-8 16,-4 1-4 0,8 2-5-16,-13-3-3 0,0 0-1 0,40 24-2 15,-25-13 6-15,2 2-3 0,8 3 8 0,-8-3-10 16,5 3 1-16,-6-4-1 0,7 2 1 0,3-1 3 0,-10-5-7 16,2 1 10-16,1-2-10 0,-19-7 1 0,38 5 6 0,-38-5-14 0,37 0 1 0,-37 0 6 15,34-8-5-15,-17 2 3 0,-17 6 1 0,26-12 4 16,-14 2-9-16,-12 10 3 0,22-18-3 0,-16 9 1 15,-6 9 0-15,19-19 4 0,-12 12-16 0,-7 7-14 16,9-15-51-16,-9 15-54 0,0 0-73 0,10-11-109 16,-10 11-394-16,0 0-767 0,0 0 340 0</inkml:trace>
  <inkml:trace contextRef="#ctx0" brushRef="#br0" timeOffset="92186.67">4583 13588 77 0,'0'0'148'0,"-1"-5"-6"0,1 5-9 16,0-3-6-16,0 3 0 0,1-8-3 0,-1 4 3 15,0 4-3-15,1-5-4 0,-1 0 2 0,0 1 2 16,0 0-3-16,2 0-10 0,-2 4-5 0,-2-7-2 16,2 7-6-16,2-6-1 0,-2 6-11 0,1-5-7 0,-1 5-8 0,0 0-8 15,0-5-8-15,0 5-8 0,0 0-7 0,0 0-26 16,0 0-21-16,0 0-3 0,0 0 1 0,-3 16-4 15,2-4 4-15,-4 5-2 0,4 8 1 0,-5 4 0 32,-1-1 2-32,2 6 0 0,1 0 5 0,-4 15-3 0,3 0 4 0,-1-14 2 15,2-1-3-15,4 0 1 0,-4 2 1 0,3-4 1 16,-3-3-2-16,3 0 1 0,-2-2-14 0,2-3 4 16,1-5 0-16,-3-2-1 0,3-5 0 0,3-2 2 15,-3-1 3-15,0-4 1 0,0 3 4 0,-3-4-4 16,6 1 6-16,-3-1 4 0,0 0-4 15,0-4 5-15,-3 7-12 0,3-7 9 0,0 0-3 16,0 2 5-16,0-2-7 0,0 0-13 0,0 0-29 0,-11-10-26 16,5 1-21-16,0 0-19 0,0-7-20 0,-1-3-30 0,0-7-133 15,3-3-317-15,0-5 142 0</inkml:trace>
  <inkml:trace contextRef="#ctx0" brushRef="#br0" timeOffset="92502.78">4571 13292 185 0,'2'-8'186'16,"-2"4"-32"-16,1 2-15 0,-1 2-18 0,0-6-16 0,0 6-17 0,3-4-10 15,-3 4-15-15,9 8-8 0,-2-4-3 0,5 4-6 16,2 2-6-16,6 6 5 0,4 2-1 0,-2 1-6 16,4 2 1-16,-1 1-3 0,1 2-5 0,-2 1 0 15,-3-3 0-15,-1 4-8 0,-2-4-7 16,-4 2 1-16,0-2 0 0,-6-2 0 0,-3-2 2 15,-4-4-15-15,-3 2 0 0,-4-2 10 0,-4 2-1 16,-2-3 0-16,-9 4-3 0,-2-4 1 0,-4 1-1 0,-1-5 2 16,0 1-1-16,1 0 6 0,-2-3-1 0,2 2-3 15,5-2 2-15,2-2-1 0,-1 0-9 16,1 2 4-16,2-4-5 0,0 4 6 0,8-2-6 16,-3 2 2-16,4-2 3 0,0 1-4 0,4-1-44 0,1 1-8 0,-1-1-5 15,4 0-24-15,4 2-34 0,4-1-161 0,2-2-292 16,1-3 129-16</inkml:trace>
  <inkml:trace contextRef="#ctx0" brushRef="#br0" timeOffset="93357.69">5035 13917 205 0,'0'0'309'0,"2"-6"-20"0,-2 6-22 0,1-5-28 16,-1 5-19-16,0-5-23 0,0 5-27 0,0 0-24 0,0 0-15 0,0 0-18 15,0 0-30-15,0 0-19 0,0 0-4 0,0 0-8 0,-1 16-6 16,1-4-2-16,-2 0-8 0,2 5-2 16,-1 0-5-16,-4 3-4 0,5-1-5 0,0 6 4 15,-1-7-3-15,1-1-4 0,0 0 0 0,0 0-2 16,1 0 0-16,-1-5-1 0,0-3 0 0,3-1 2 16,-2-3-1-16,0 2-3 15,0-2 4-15,-1-1 3 0,2 1 22 0,0-5 9 16,-2 0 10-16,0 0-1 0,13-4 1 0,-4-2-3 15,0-2 2-15,1 0-3 0,4-5-2 0,-2-1-3 16,0-1-6-16,0-1-8 0,2-6 0 0,4 3-3 16,-3-3-4-16,-2 1-4 0,0-2-3 0,-3 6-2 0,-1 3 0 0,0-1-1 15,-5 5 2-15,3-2 1 0,-1 3 2 0,-3-2-3 16,1 7 3-16,-1-4 8 0,1 3-1 0,-2 1 0 16,0-1-16-16,1 2-4 0,0-1 0 0,-3 4-2 15,2-4-9-15,-2 4 7 0,2-3-3 0,-2 3-1 16,0 0 4-16,2-4-9 0,-2 4-1 0,0 0 2 15,0 0-4-15,0 0-1 0,0 0-7 0,0 0 5 16,0 0-4-16,0 0-3 0,0 0 0 0,0 0-1 16,0 0 1-16,0 0-1 0,4 9 3 0,-3-4 0 0,-1 4 3 15,2-4-2-15,-1 7 4 0,-1-3-1 0,1 2 0 16,-1 5 4-16,-1 1-1 0,1-2-5 0,-1 0 3 0,1 2-1 16,1-1 3-16,-2 0-5 0,-1 0 3 15,2-4-3-15,-1 4 5 0,1-3-3 0,-1-1 16 16,1 0-10-1,-2-2-3-15,2 0 4 0,0-3-3 0,0 2 7 16,0-4-4-16,0 2-1 0,0-2 4 0,2 0-2 0,-2-2 3 16,0-3-3-16,0 5 0 0,0-5 6 0,1 4 2 0,-1-4 0 0,1 4-1 15,-1-4 4-15,4 3-2 0,-4-3 1 0,14 0 1 16,-2-3-1-16,8-1-12 0,9 0-35 0,5-4-57 16,-1-3-77-16,16-7-94 0,-2-1-299 0,0-3-609 15,-2-5 271-15</inkml:trace>
  <inkml:trace contextRef="#ctx0" brushRef="#br0" timeOffset="94028.34">5766 13573 188 0,'2'-5'238'0,"0"1"-6"15,0 2-12-15,0-2-14 0,-2 4-19 0,1-7-15 16,-1 5-15-16,0 2-20 0,3-4-15 0,-3 4-15 16,0 0-17-16,0 0-15 0,0 0-2 0,0 0-11 15,3 14-11-15,-5-2-6 0,4 2-4 0,-8 3-3 16,5 3-9-16,1 4-3 0,-4 3-5 0,3-1-2 15,0 1-1-15,-1 2-2 0,0 0 0 0,-1-5 2 16,1-4-4-16,0-1-1 0,1 0-4 0,1-5 2 16,-3-1-6-16,1-4 6 0,1 0 2 0,0-1-7 15,-1-1 2-15,2-2-2 0,0-1-1 0,-1 0 1 16,1 0 3-16,0-4 2 0,0 5-1 0,0-5 3 16,-1 5-4-1,1-5 5-15,1 4-1 0,-1-4-2 0,0 0-1 0,-3 3 0 16,3-3-2-16,0 0 0 0,0 0-7 0,0 0-15 15,0 0-13-15,0 0-21 0,0 0-22 16,0 0-26-16,0 0-16 0,0 0-14 0,0 0-266 16,2-16-422-16,2 7 186 0</inkml:trace>
  <inkml:trace contextRef="#ctx0" brushRef="#br0" timeOffset="94329.26">6045 13555 75 0,'0'0'253'0,"4"-4"-23"15,-4 4-8-15,0 0-26 0,1-2-24 0,-1 2-25 16,0 0-17-16,4 9-15 0,-4-3-13 0,0 3-7 16,0 5-11-16,0 3-7 0,0 2-4 0,-1-1-6 15,1 9-5-15,-3-1-10 0,3-2-3 0,0 2-8 16,0-6-2-16,0 5-3 0,0-7-5 0,0 0-4 15,0 1-1-15,3-2-2 0,-2-6-3 0,-1 1-2 16,0 1-3-16,0-5 2 0,0-1 2 0,1-1-6 0,-1-1 1 0,0 1 0 16,0-1-2-16,0-3 1 0,0 3-1 0,0-2-1 0,0-3-11 0,0 0-10 15,-1 6-6-15,1-6-8 0,0 3-16 16,0-3-21-16,0 0-40 0,0 0-38 0,-9 2-234 0,9-2-403 16,-17-9 178-16</inkml:trace>
  <inkml:trace contextRef="#ctx0" brushRef="#br0" timeOffset="94675.61">5621 13771 15 0,'0'0'180'0,"0"0"-13"16,0 0-13-16,0 0-11 0,0 0-8 0,0 0-3 0,0 0-7 0,-3-3-6 15,3 3-9-15,0 0-8 0,0 0-9 0,0 0-1 16,0 0-15-16,0 0-7 0,18-4-9 0,-10 4-9 16,2-5-1-16,4 2-4 0,3 2-10 0,3-4 0 15,2 2 3-15,-3 2-14 0,1 1-2 0,2-3-4 16,-4 0-1-16,1 2 0 0,-2 1-10 0,-3-1-9 15,-1 2-15-15,-2-2-6 0,-3 1-14 0,-2 0-18 16,-1 0-20-16,2 1-6 0,-7-1-17 0,0 0-5 16,6 1-5-16,-6-1-24 15,0 0-112-15,0 0-261 0,-15 7 116 16</inkml:trace>
  <inkml:trace contextRef="#ctx0" brushRef="#br0" timeOffset="95107.1">6064 13718 168 0,'0'0'191'0,"0"0"-10"0,0 0-3 16,0 0-6-16,0 0-15 0,0 0-12 0,0 0-16 15,0 0-12-15,0 0-13 0,0 0-12 0,13-2-5 0,-5 2-11 32,3-2-7-32,1 1-6 0,5 1-6 0,-4-1-5 0,5 0-7 0,-1-1-2 15,1 1-7-15,-6 1-1 0,2-2-4 0,-2 1-6 16,-1 1-4-16,1-1-10 0,-3 1-15 0,0-3-17 0,-4 3-24 16,-5 0-18-16,9 3-30 0,-9-3-38 15,5-3-48-15,-5 3-113 0,0 0-316 0,0 0 140 16</inkml:trace>
  <inkml:trace contextRef="#ctx0" brushRef="#br0" timeOffset="95460.8">6593 13730 297 0,'0'0'367'15,"4"-1"-21"-15,-4 1-22 0,1-6-27 0,-1 6-24 0,0 0-32 16,3-2-26-16,-3 2-22 0,2-3-22 16,-2 3-17-16,0 0-16 0,0 0-19 0,0 0-19 15,0 0-16-15,0 0-26 0,0 0-5 0,0 0-11 16,5 11-3-16,-5-7-3 0,0 2 0 0,0 5-8 0,2-2-8 15,-2 0 3-15,1 2 2 0,-1 1-5 0,-1 0-4 16,1-2-13-16,0 2-4 0,0-3-12 16,0 2-14-16,1-2-15 0,-1-1-24 0,-1-2-20 15,-1-1-24-15,2 2-18 0,-2-3-12 0,-1 1-9 16,1 2 8-16,2-7-4 0,-5 4-6 0,1-4-270 0,4 0-454 16,-13-8 201-1</inkml:trace>
  <inkml:trace contextRef="#ctx0" brushRef="#br0" timeOffset="95623.28">6533 13513 73 0,'1'-5'324'0,"1"0"-25"16,-2 0-28-16,0 0-22 0,1 2-26 0,-1 3-26 0,0-7-19 16,0 7-31-16,0-4-35 0,0 4-21 0,0 0-31 15,0 0-22-15,0 0-45 0,16 10-35 0,-13-5-42 16,1 2-64-16,0 0-183 0,0 2-357 0,-2 1 158 15</inkml:trace>
  <inkml:trace contextRef="#ctx0" brushRef="#br0" timeOffset="96656.02">6758 13751 356 0,'0'0'408'0,"2"-1"-1"0,-2 1-16 16,3-4-18-16,0 1-23 0,-3 3-35 0,2-5-35 15,-2 5-29-15,0 0-29 0,0 0-25 0,1-3-19 16,-1 3-31-16,0 0-10 0,0 0-21 0,0 0-20 0,0 0-12 0,6 12-9 0,-6-5-14 15,0 3-16-15,1 2-6 0,0-2-7 0,-1 2-15 16,1 0 1-16,1 0-15 0,-1 0-6 0,0-1-12 16,1-1 0-16,1 1-7 0,0-5 1 0,-2 2 0 15,2-3 5-15,1 0 16 0,-1 1-13 0,5-5 9 16,3-1 1-16,-1 0 3 0,1-4-4 0,3-1 2 16,1-3 2-1,3-1-1-15,5-7-5 0,-6 5-1 0,6-5-2 0,-1-1 10 16,-2 0-1-16,-5 6 6 0,-2-3-5 0,-1 7-13 15,-5-1 14-15,0 1-1 0,-1 3 3 0,-2-1-18 16,1 1 11-16,0 0-4 0,-4 4-5 0,2-4-30 16,-3 4-11-16,0 0 4 0,9 4 5 0,-6-1 1 0,-1 3 3 0,4 2-4 15,-2 0-3-15,1 3 1 0,3 4-10 16,1-2-2-16,1 1 2 0,3 0 4 0,1 1 5 16,0-2-13-16,3-1-9 0,-1-3-6 0,3 0-4 15,0-1-7-15,0-3-1 0,1 2-1 0,-1-7-1 0,3-3 5 16,-3 2 7-16,-1-7 9 0,1 0 5 0,-1-1 6 15,-4-3 5-15,-1 0 12 0,-2-1 21 16,-2-1 41-16,-2 2 34 0,-1 2 12 0,-1-2 5 16,-2 0 0-16,1 2-9 15,-2-2-4-15,1 4-7 0,-3-1 7 0,1 4-13 16,-1-2-4-16,0 2-2 0,0 3-9 0,1-2-12 16,-1 4-23-16,0-6-11 0,0 6-5 0,0 0-10 15,0 0 0-15,-11 8-13 0,6-4-6 0,-2 3-10 16,2 1 2-16,-1 3-17 0,1-3-13 0,-1 6-15 15,3-4-3-15,-4 3 0 0,4-4 5 0,0 1 2 16,3-1 7-16,0-1 12 0,-1-3 8 0,2 2 0 0,3-3 12 0,1 0 5 16,2-2 3-16,1 0 5 15,0-4 9-15,-2 2 23 0,4-3 9 0,1-1 4 16,-5 1 19-16,4 0 16 0,-2-2 11 0,-2 1 8 16,2 2 3-16,-2 0 2 0,2-2-3 0,-3 3-5 15,0-2-9-15,-5 3-8 0,13 0-3 0,-8 3 0 16,3 1-3-16,-2 3-2 0,7 5-1 0,-4 3-4 0,4 2 0 0,1 8 0 0,-3-3-7 15,2 6 2-15,0 4 0 0,-2 2-1 0,2 10 2 0,-6 5-6 16,-5-15-2-16,1 12 1 0,-6 3-2 0,-2-14-4 16,-3-2 2-16,-2 0-1 0,0-1 0 0,0-3 1 15,-4-5-3-15,-1 1 3 0,-1-6-2 0,3-3 3 16,-2-5-1-16,6-2 5 0,-8-2 5 0,4-5 2 16,-4 1 5-16,-3-3-2 15,0-4 1-15,0-3 2 0,-5-6 7 0,1-1 29 16,1-3 15-16,4-4 9 0,6 0 10 15,1-5 2-15,6-1-1 0,6-2-13 0,5-4-8 16,9-12-11-16,9-1-3 0,7-2-13 0,5-1-2 16,1 1 0-16,4 0-6 0,3 4-10 0,1 3-1 0,4 3-1 0,1 8 0 0,2 1-7 15,0 3-4-15,3 4-1 0,-4 3-1 16,-2 2 1-16,-15 6 2 0,-6 2-4 0,-6 4 1 16,-10 1-3-16,2 1-3 0,-2-1 1 0,0 1-10 15,-6 0-32-15,-1 1-39 0,-4 2-12 0,0 0 6 16,0 0-12-16,0 0-30 0,-11 12-27 0,2-9-53 15,-2 2-51-15,1-1-242 0,-2 5-532 0,2-1 235 16</inkml:trace>
  <inkml:trace contextRef="#ctx0" brushRef="#br0" timeOffset="97141.63">8808 13768 64 0,'2'-2'242'0,"0"-3"2"15,0-1-5-15,1 1-6 0,0 1-10 16,1-3-1-16,0 2-17 0,-1 1-2 0,-1 0-13 16,2 1-15-16,-3 1-14 0,3-1-15 0,-4 3-18 0,1-4-15 15,2 2-21-15,-3 2-7 0,0 0-7 0,0 0-9 0,0 0-11 16,6 6-7-16,-6 2-4 0,0 0-8 0,0 5 0 15,-1-1-5-15,-4 5-5 0,5 0-3 0,-3 1-7 0,2 1 4 16,1 1-4-16,-1 3 7 16,-2-4-15-16,2-2 1 0,1 0-2 0,0 0-2 15,-3-5 1-15,3-4-3 0,0 0 3 0,0-1 2 16,-1-1 0-16,1 0-1 0,0-1 2 0,0-5 14 0,0 6-12 0,0-3-1 0,0-3 3 16,0 0 17-16,0 4 5 0,0-4-2 0,0 0-9 15,0 0 1-15,0 0 0 0,0 0-31 0,-2-17-31 16,2 8-38-16,-2-3-50 0,1 0-53 0,1-7-35 15,0-6-60-15,0-5-231 0,0 1-543 0,3-1 240 16</inkml:trace>
  <inkml:trace contextRef="#ctx0" brushRef="#br0" timeOffset="97286.37">8860 13541 62 0,'1'-8'250'0,"-1"-2"0"0,3 4-5 0,-2 1-5 15,-1 0-6-15,0-1-12 0,1 1-13 0,2 2-20 16,-3 0-19-16,1-1-17 0,-1 0-12 0,0 4-21 15,0 0-14-15,4-3-17 0,-4 3-34 0,6 0-25 0,-6 0-45 16,7 4-34-16,-6 1-40 0,3-2-48 0,-3 4-65 16,-1 0-178-16,3 1-409 15,-3 0 181-15</inkml:trace>
  <inkml:trace contextRef="#ctx0" brushRef="#br0" timeOffset="98300.22">9038 13756 1 0,'0'0'224'0,"0"0"-24"0,2 8-20 0,-2-5-7 0,0-1-7 16,0 6-11-16,-2 1-16 0,2-1-6 15,-3 3-13-15,0 6-9 0,-3-2-13 0,2 2-7 0,0-5-10 0,1 0-8 16,-1-2-7-16,1 2-5 0,2-6-5 0,-2 2-2 15,1-4-9-15,-1 1 3 0,2-1 10 0,1 0 30 16,0-4 27-16,0 5 12 0,0-5-9 0,0 0-19 16,17-9-3-16,-8 1-13 0,7-4-8 0,-3 2-4 0,7-7-11 0,2 0 0 15,1 0-4-15,-2 1-8 0,0-1-5 0,-7 6 1 16,3-1-2-16,-3 1 1 0,1 3-6 0,-2 3-5 16,-4 0-5-16,1 0-4 0,-1 3-10 0,-1 0-1 15,2 0-5-15,-5 3-2 0,4 0-11 0,-1 3-2 16,2 4-5-16,-1-4 2 0,-4 5-3 0,5 0-1 15,-3 3-1-15,-1-2-3 0,3 3-7 0,0-2-7 16,0 3-4-16,-3-5-5 0,2 2-2 0,-3-4 0 16,3 0 5-16,-3 0 5 15,1-4 0-15,-1 3 7 0,1-5 6 0,0-1-5 16,-6 0 2-16,10-8 5 0,-6 2 1 16,2-4 3-16,3 1 2 0,-5-4 10 0,2-4 10 0,1 1 6 15,-1 1 10-15,3-4 9 0,-1-6 7 0,2 1 1 16,0 0 5-16,-2-3 3 0,6 1-5 0,-4-1 4 15,3 0 5-15,1 3 7 0,-6 6 8 0,1 3 1 16,-4 2-4-16,0 6-8 0,0-2-1 0,-1 3-9 0,-2 1-11 0,0 1-16 16,-1 0-30-1,-1 4-10-15,0 0 3 0,0 0 1 0,3 13 4 0,-5-2-2 16,0 7 4-16,-3 7-4 0,-4 3 4 16,1 0 10-16,-1 1-8 0,0 3 0 0,-2-3 3 15,3 2-2-15,-1-2 8 0,0 0-4 0,4-3 2 0,0-8 1 16,-2-2 0-16,5-1-1 0,-1-4-2 15,-2-1 19-15,4-5-19 0,0 2 1 0,-2-2 4 16,2-1 0-16,-2-1 7 0,3-3 2 0,0 0-1 16,0 0 4-16,-10-5-4 0,6-2-7 0,-6-2 3 15,2-3 2-15,-2 0-2 0,-1 0-2 0,0-1 8 16,4 3-9-16,-6-1-1 0,7 1 2 0,-1 2-3 16,2 1 1-16,1 1 1 0,-1 3 1 0,1-2 0 15,2 0-4-15,1 3-5 0,-1-3 0 0,2 5-14 0,5-5-5 0,4 2-2 16,3-1 11-16,7 3-7 0,1-3-6 0,12 1 0 15,5 3-5-15,-1-5-4 0,15 2 7 0,-10 2 2 16,14 1-1-16,-5-3 7 0,-9-1 1 0,10 0 1 16,-13 2 2-16,-2-1 0 0,1 2 5 0,-5-2 0 15,0-5 5-15,-9 4-2 0,-5 2 3 0,0-2 8 16,-7 0 3-16,1 0 13 0,-5 1 19 0,1 2-9 0,-3-2-6 0,0 1 0 16,-1 1-3-16,-4 1-4 0,0-5-2 0,0 5-2 15,0 0 1-15,-16 0-2 0,4 1-3 0,-2 3-2 16,-4 1-2-16,2 1-2 0,-4 2 3 0,-4 4-3 15,1 1-1-15,4 0 1 0,-2 4-1 0,4 5-2 16,5-7 0-16,-1 1 6 0,6 0-5 0,3 1 3 16,1-3 0-1,3 2 4-15,5 0-1 0,0-4 3 0,4-3 14 0,8 1-11 16,2-3 1-16,9 1 5 0,-1-4-6 0,3-2 0 16,-1-4 1-16,-1-4-3 0,0-2 5 0,-1 1 0 15,-3-6 0-15,-6-1 4 0,-4 1 4 0,-1-1-1 16,-3-2-1-16,-1-1 13 0,-5-2-24 0,-4 1 2 15,-1-1-8-15,-7 0 1 0,0 2-18 0,-11-3-20 16,-1 2-29-16,-7 2-32 16,-5 4-32-16,-18 3-36 0,9 6-59 0,-10 1-301 15,0-1-569-15,13 6 251 0</inkml:trace>
  <inkml:trace contextRef="#ctx0" brushRef="#br0" timeOffset="99245.11">11145 13810 70 0,'0'0'156'0,"0"0"-2"0,0 0-16 15,0 0-6-15,-4 1-10 0,4-1-4 0,0 0-9 0,0 0-1 16,0 0-11-16,0 0-7 0,0 0-7 0,0 0-5 15,0 0-4-15,0 0-10 0,0 0-5 0,25-8-6 16,-8 4-7-16,2-1-1 16,8 0-9-16,4-1-1 0,-2-1-2 0,3-2-5 15,1 1-2-15,1-4-3 0,-4 3 0 0,-3-3-7 16,1 2 3-16,-2-2-2 0,-2-2-1 0,-7 3-5 16,-1 0-2-16,-3 0 3 0,-3-2 6 0,-2 3-8 15,-2-1 2-15,-3 0 2 0,-2 0 1 0,-3 2-1 16,-4 0-4-16,-1 2-2 0,-10-1-2 0,-1 2 5 15,-2 2-3-15,-7 4-4 0,-5 1-3 0,1 3-7 16,1 1 13-16,-2 3-8 0,2-1 0 0,0 4 2 16,0 1-6-16,6-1 0 0,1 4 0 0,10-3 2 15,-3 1-4-15,5 2 2 0,4 0 2 0,0-1 1 0,6 1 2 0,6 2 1 16,4 0 3-16,5-3 0 0,13 3 1 0,5-2-2 16,19 1 5-16,4-1-5 0,1-5 0 0,-2 0-9 15,9-6-28-15,-6-1-43 0,4-3-39 0,-7-3-217 16,-14 2-360-16,0-2 160 0</inkml:trace>
  <inkml:trace contextRef="#ctx0" brushRef="#br0" timeOffset="99746.65">12048 13600 105 0,'0'-3'300'0,"0"3"-14"0,1-8-18 0,-1 8-20 16,2-5-22-16,-2 5-24 0,0-4-23 0,0 4-20 16,1-1-20-16,-1 1-17 0,0 0-17 0,0 0-13 15,0 0-11-15,0 0-7 0,1 18-9 0,-1-9-9 0,-1 3-4 16,0 5-6-16,-3 3-5 0,-1 4-6 16,1 2-2-16,-4 2-3 0,3 1-3 0,0-1-3 15,1-2-1-15,-1 2-4 0,1-4 0 0,1-3-1 0,0-1-4 0,0-2 0 16,1-2-2-16,1-4-1 0,1-1-2 0,-2-4 2 15,2 0-2-15,-1-3 4 0,1 2 2 0,0-2 24 16,0-4 34 0,-1 5 31-16,1-5 32 0,0 0 15 0,0 0-10 0,0 0-17 15,0 0-13-15,11-16-11 0,-5 6-9 0,1-5-24 16,1-2 3-16,-2-1-34 0,3-5-24 0,0-5-26 16,-1-2-20-16,-1 1-3 0,-2-1-26 0,-1-3-6 15,-4 1 2-15,-4 4 3 0,-2 0 1 0,-3 2 4 16,-4 2 10-16,-3 5-1 0,-5-1 5 0,-1 3 2 15,-7 6 3-15,1 0 5 0,-3 6 2 0,-1 1 1 16,-2 2 7-16,2 4-2 0,0 3 6 0,5 2 6 16,-1 0-6-16,6 0-2 0,4 4 4 0,3 0-2 15,1 3 2-15,6-1 2 0,3-4 4 0,5 5 4 0,1-2-1 0,11 3 4 16,11 1-3-16,5 1 2 0,21 1 4 0,-1-3-7 16,8-2-10-16,3-7-25 0,4 3-31 0,-2-3-40 15,-1-5-53-15,2-1-67 0,-6-1-215 0,-18 1-488 16,-2-6 216-16</inkml:trace>
  <inkml:trace contextRef="#ctx0" brushRef="#br0" timeOffset="101527.06">12375 13580 6 0,'3'-1'295'0,"-2"-5"-11"0,3 4-9 15,-1-3-13-15,-3 5-26 0,2-4-21 0,2 1-17 16,-4 3-24-16,3-4-18 0,-3 4-16 0,1-4-15 16,-1 4-19-16,0 0-4 0,0 0-6 0,0 0-19 15,0 0-6-15,0 0-9 0,6-1-8 0,-6 1-2 0,0 0-6 0,0 0-6 16,0 0-4-16,0 0-4 0,0 0-2 0,0 0 3 15,0 0-12-15,0 0-2 0,0 0 1 0,0 0-3 16,4-3-4-16,-4 3-1 0,0 0 2 0,0 0 0 16,0 0 0-16,0 0-5 0,0 0 1 0,0 0-1 15,0 0 0-15,0 0-1 0,0 0 0 0,0 0 0 16,0 0-3-16,0 0-1 16,0 0 2-16,0 0 0 0,0 0 2 0,0 0-2 15,0 0-3-15,0 0 1 0,0 0-1 0,0 0 3 16,0 0-7-16,0 0 18 0,0 0-17 0,0 0 2 15,0 0-1-15,0 0 0 0,0 0 10 0,0 0-10 16,0 0-1-16,0 0 2 0,0 0-5 0,0 0 1 16,0 0 2-16,0 0 0 0,0 0 0 0,0 0 0 15,0 0 0-15,0 0 1 0,0 0-2 0,0 0 1 0,0 0 1 0,0 0-2 16,0 0-2-16,0 0 5 0,2-2-1 0,-2 2 2 16,0 0-1-16,0 0 1 0,0 0 0 0,0 0 0 15,0 0 1-15,0 0 3 0,0 0 9 0,0 0 2 16,0 0 3-16,0 0 3 0,0 0-4 15,0 0-1-15,2-4-4 0,-2 4-1 0,0 0 3 0,1-4 0 16,-1 4-2 0,0 0 4-16,0 0-1 0,0 0-1 0,0-4-6 15,0 4-4-15,0 0-4 0,0 0-3 0,0 0-17 16,0 0-6-16,0 0-1 0,0 0 4 0,-1 16 0 0,-2-7 3 16,2 4 3-16,-4 3-3 0,0 3-2 0,0-1 7 15,0 1 0-15,-2-1 2 0,3 8 4 0,4-8-4 16,-1 2 4-16,0 1 0 0,-3-5 2 15,8-1 3-15,-3-1-3 0,0-3 4 0,2-1 2 0,-2 0 0 0,3-4 4 16,0 0 1-16,0-1 4 0,1-3 15 0,1-1 4 16,3-2 4-16,0-1 0 0,1-3 3 0,7-2 5 15,-6 1-5-15,5-4 1 0,-6 1-1 0,5-3-5 16,-2-2 2-16,-2 0-4 0,1-1 7 0,1-7-12 16,-3 5-3-16,3-4 0 0,-4 2-4 0,1 4 2 0,-5-2 8 15,2 0-7-15,-2 7 5 0,-1 1 27 0,2-2-17 0,-5 5-1 16,3 2-3-16,-3-4-3 0,2 3-5 0,-2 2-13 15,-1-1 1-15,4 1-22 0,-4 3-24 0,2-2-15 16,-2 2-2 0,0 0 6-16,0 0 6 0,0 10 4 0,0-3 4 0,-1 2 5 15,1 0 2-15,0 2-1 0,0 0 2 0,0 0 3 16,1 1 2-16,2 0 1 0,1 0 5 0,2 3 7 16,-1-4-7-16,3 4 2 0,-2-5 0 0,4-1-2 15,2 3-10-15,1-2-20 0,0-3-15 0,3-2-21 16,2 4-13-16,1-3-6 0,-1-5 0 0,3 3-14 15,0-4-6-15,-1 0-6 0,0-1-5 0,-1-3-8 16,0-1 15-16,-1-2 2 0,0 2 5 0,-3-6 7 16,0 2 15-16,-2 0 15 0,-1 1 12 0,-3-5 18 15,1 0 19-15,-2 4 25 0,-4-1 12 0,1 0 18 0,-4-2 19 0,2 5 2 16,-2-1 2-16,-1 1-2 0,-1 0-3 16,1 2-5-16,-3-1-5 0,1 0-3 0,-2 3-6 15,0-1-2-15,-4 0-5 0,2 3-3 0,-3 1 0 0,0 1-4 16,-5 3 2-16,5 0-3 0,-4-1 0 0,0 4-4 15,3 2-1-15,-6 1 1 0,4 0 2 0,0 2-6 16,1 0-3 0,1 3 5-16,2-3 0 0,-1 2-1 0,3 1 0 0,2-2 1 15,1-3 0-15,2 1 0 0,1-5 2 0,1 2 0 16,2-3 2-16,1 0 2 0,2-2-2 0,6-1-1 16,-1-2 0-16,7 0 4 0,-1-5 6 0,3-2 6 15,-1 1-4-15,-2-4 2 0,2-1-2 16,5-3 1-16,-2 0-3 0,-3 3-1 0,3-6-3 0,-7 8 1 15,2-4-3-15,-3 1 0 0,1 3 0 0,-7-1 2 0,1 5 9 16,-3-3-1-16,1 2-1 0,-1 3-2 0,-1 0-5 16,-1-2-2-16,0 4-11 0,-4 1-12 0,5 0 0 15,-5 0 0-15,0 0 2 0,9 6-3 0,-8 0-1 16,0-1-1-16,6 4 1 0,-3 0 4 0,1 0-3 16,1 0 1-16,2 0 5 0,1 1-1 0,0-2-2 15,1 2 0-15,2-3-3 0,-2 0-1 0,1-3 1 0,1 1 1 0,2-5-3 16,-3 0 2-16,1-1-2 0,-1-5 3 0,0 0 4 15,-2-4-2-15,3-2 4 0,-3-3 4 0,3 0 7 32,-6-2 11-32,3-2 8 0,0 2 8 0,1-10 7 0,-1 3 5 0,-4-2 9 15,3-2 3-15,2-1 5 0,-1-2-8 0,-1 2 0 16,-2 6 4-16,-1 5 6 0,-1 2-3 0,1 5 10 16,-1 4-19-16,-1-4-6 0,-2 5-12 0,1 3-16 15,-2-3-30-15,0 6-11 0,0 0-7 0,0 0 3 16,0 0 3-16,0 17 1 0,-2-1 1 15,-3 4 1-15,0 5 2 0,-3 2 3 0,-1 2 4 0,0 2 1 16,3 0-1-16,-2-2 0 0,2-3 3 0,3 3 8 16,-6-3-2-16,4-1-1 0,1-7-1 0,0-1 0 15,2-5 3-15,-2 0-3 0,4-1 4 0,-1-4-1 0,-3-1 1 16,1 1-1-16,2-3 3 0,1 1 3 0,-4-5 2 0,4 0 3 16,-8 0-3-16,8 0-5 0,-15-4 4 0,6-4-2 15,-3 2 4-15,-3-5-3 0,-1 1 2 0,3 1-3 16,-3-1 0-16,3-1 2 0,2 5-4 0,0-3 7 15,5 3-7-15,-1 1 4 0,2-1 2 0,1 3-1 16,-1 0-1 0,4-2-2-16,1 5-2 0,5-6-1 0,2 6 1 0,6-3-4 15,8 3-2-15,6-3 10 0,3-1-17 0,6 3 1 16,-4 0-3-16,1 1 0 0,4-3 5 16,0 1-5-16,2 0 11 0,-1-3-5 0,-2 2-2 0,2-2 2 15,-3 4-2-15,-4-6 5 0,-4 3 12 0,-7 0 14 16,-3-1 20-16,-4 1 19 0,1 0 14 0,-5 2 8 15,-1-1 15-15,-3 1 10 0,4-1 0 0,-4 1-16 0,-1 0-1 16,0 2-12-16,-4 0-13 0,6-3 0 0,-6 3-13 16,4-2-5-16,-4 2 2 0,0 0-25 0,0 0 0 15,10 2-20-15,-10 3-1 0,0 0-4 0,3 0-3 16,-2 1-8-16,-1 5 12 0,0 0-6 0,0-1 1 16,0 3-2-16,3-1-12 0,-2 2-9 0,-1-4 3 15,0 2-32-15,0 0-13 16,-1 0-20-16,1-2-18 0,-3-1-7 0,2-1-18 15,-2-3-10-15,3 2-6 0,-2-4-7 0,-1 1-13 16,-2-4-67-16,5 0-260 0,0 0-536 0,-13-9 237 16</inkml:trace>
  <inkml:trace contextRef="#ctx0" brushRef="#br0" timeOffset="101672.06">13892 13389 160 0,'1'-10'273'0,"2"1"-10"0,-2 1-19 0,-1 1-17 16,3 1-20-16,-2 1-24 0,-1 1-19 0,3 0-21 15,-3 4-38-15,2-4-25 0,-2 4-20 0,0 0-21 16,0 0-22-16,10 8-31 0,-6-4-31 0,5 5-30 16,-1-2-50-16,-2 1-193 0,4 1-344 15,2 1 152-15</inkml:trace>
  <inkml:trace contextRef="#ctx0" brushRef="#br0" timeOffset="102026.93">14257 13476 194 0,'-3'-3'194'0,"-2"-1"-18"0,5 4-14 15,-7-2-13-15,2 0-16 0,5 2-10 0,-13 4-7 16,3 0-11-16,-1 2-6 0,-3 3-12 0,1-1-10 16,-1 3-6-16,1 0-4 0,0 1-4 0,-1 3-14 15,5-1-2-15,0 0-4 0,-1 1-8 0,6 1 1 16,-1-3-4-16,4-1-2 0,1 0 2 0,1 0-7 15,3 0 2-15,1-2-5 0,9 2 2 0,0-2-4 0,3-2 0 16,-1 0-1-16,5-3 4 0,0-5 5 0,-1 3 2 16,1-6-1-16,2 1 6 0,0-1 8 0,-2-4-1 15,-2 2 0-15,-2-4 3 0,-1 0 4 0,-3-2-2 16,0-3-2-16,-4 0-4 0,0-1-4 0,-3-2-4 16,-1 2-4-16,-2-2-1 0,-2 0-3 0,-2-1-6 15,-2 7-1-15,-1-1-2 16,-2 1-4-16,0 1-1 0,-3 2-8 0,-3 1-9 15,-6 0-14-15,-1 4-16 0,0 0-21 16,-3 4-24-16,-1 1-31 0,3 1-39 0,1 0-43 0,1 3-198 16,2 0-425-16,5 0 189 0</inkml:trace>
  <inkml:trace contextRef="#ctx0" brushRef="#br0" timeOffset="102404.25">14449 13537 164 0,'4'-3'318'0,"1"1"-15"0,-5-1-28 15,4 1-26-15,-4 2-30 0,6-2-25 0,-6 2-22 0,0 0-7 16,0 0-28-16,0 0-20 0,8 5-8 0,-5 2-14 16,-1-2-8-16,-2 4-8 0,1 2-9 0,-1-1-6 15,0 3-6-15,-1 2-5 0,-1 3-8 0,-1-1-3 16,-1-1-5-16,0-4-12 0,-1 0-2 0,2-3-2 15,1 1-5-15,0-3 5 0,2-3-3 0,-3 3 2 16,3-3 36 0,-3-2 26-16,3 2 30 0,0-4 4 0,0 0-2 0,0 0-26 15,18-9-6-15,-9 1-12 0,8-2-3 0,-2-1-10 16,2 0 8-16,-2 1-19 0,3 2-2 0,-6 2 4 16,-2-2-2-16,1 5-6 0,-3-3-5 0,-2 3-5 15,2 1-10-15,0 1 1 0,2 1-7 0,-4 1-7 16,4 3-19-16,2 4-20 0,0 1-23 0,2 3-37 15,-3 3-45-15,-2 0-63 0,5 1-85 0,-6 0-323 0,1 1-658 0,-2-1 292 16</inkml:trace>
  <inkml:trace contextRef="#ctx0" brushRef="#br0" timeOffset="103574.74">16418 13211 118 0,'0'0'163'0,"0"0"-14"0,0 0-4 0,-1-3-9 15,1 3-3-15,0 0-12 0,0 0-1 0,0 0-8 0,0 0-8 16,0 0-3-16,0 0-15 0,0 0 0 0,0 0-11 16,0 0-7-16,0 0-7 0,14 0-9 0,-4 0-6 15,-1 0 1-15,4 0-7 0,2 3-4 0,6-3-5 0,-2 2 1 16,3 1-7-16,1-1-3 0,-3 2-7 0,8 1-2 16,-7 1 4-16,0-2-1 0,-4 1-4 0,2-1-1 15,-2 4-2-15,-4-2-2 0,-3-2-1 0,-1 4-7 31,0 0 0-31,-4-3-8 0,0 5-2 0,-2 0-5 0,-3-1 0 16,-4 1-4-16,-4 0 7 0,-6 4 0 0,0-2 1 16,-4 0 4-16,-5 3-2 0,5-3 3 0,0-2 1 0,2-1-5 15,-4-1 2-15,1 0 2 0,4 0 0 0,-3-3 5 16,5-1-2-16,2 2-3 0,1-2 9 0,1-3-3 16,2 2-3-16,1-1-5 0,1 2-2 0,2-2 5 15,3-2-3-15,-1 4-5 0,1-4 12 0,9 5-1 16,-3-4 3-16,7 4-6 0,5-2 1 0,0 0 2 15,2 2-4-15,2 1 4 0,-1-4 4 0,7 3-7 0,-3 1 4 0,-2 1 0 16,-4-2 4-16,3 2-5 0,-3 2 0 0,-1-1 4 16,-3 0-2-16,0-2-4 15,-4 2-3-15,-3-4 3 0,-2 5 3 0,-1-1-2 0,0-4-3 16,-4 4-3-16,-1-1 9 0,-2 1-5 0,-6 2-2 0,-2-3 1 16,-4 1 1-16,-3 1 5 0,-2-4 1 0,-5 4-3 15,2-4 4-15,-6 0 1 16,5 0-4-16,-5-3 2 0,1-1 5 0,7 0-4 15,-3 0 0-15,2-1 4 0,1-1-1 0,2 1-1 16,5-1-6-16,-1 0 20 0,6 1 3 16,3-2 9-16,-2 2 11 0,0 0 9 0,7 0 2 0,-9-3-1 0,9 3-10 0,-5 0-1 15,5 0-7-15,0 0-29 0,1-5-44 0,-1 5-59 16,9-6-50-16,-1 5-176 0,2-5-353 16,-1 1 156-16</inkml:trace>
  <inkml:trace contextRef="#ctx0" brushRef="#br0" timeOffset="104044.89">16525 13026 17 0,'-26'7'151'0,"-4"3"-7"0,2 5-9 0,-2 2-8 16,-11 13-10-16,1 3-5 0,3 3-11 0,4 2-15 16,-3 4-6-16,4 2-2 0,3 1-10 0,2-1-3 0,1-1-9 15,7-9-8-15,5 0 0 0,0 0-6 16,5-3-3-16,3 1-2 0,-2 0 11 0,7-2-3 15,-2-3-6-15,7 5 4 0,6-1 2 0,2-2 10 0,3-2 2 0,4-1 5 0,6-1 7 16,4 1 12-16,13-1 3 0,-7-8 11 0,17 2 26 0,3-3 4 16,4-3 7-16,2-4 8 0,6-4 4 0,27-5 6 15,-30 0 4-15,27-5-1 0,-30-1 3 16,-1-5-2-16,-1 0-3 0,-1-4-4 0,-7-4-19 16,1-2 10-1,-6-4-10-15,-1-5-13 0,-4 1 1 0,-4-2-20 0,-7-4-26 16,-3-7-26-16,-9 10-23 0,-4-17-14 0,-10-6-18 15,-9 2-4-15,-12-3-7 0,-15-20 0 0,-3 25-3 16,-21-13-10-16,7 24-17 0,-28-9-35 0,-6 8-28 16,-19 12-39-16,-7 13-54 0,-11 14-74 0,-7 0-358 0,-11 9-692 0,3 2 306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6:19:51.38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2925 3618 151 0,'0'0'177'16,"0"0"4"-16,-8 0-19 16,8 0-7-16,0 0 3 0,0 0-8 0,0 0-6 15,0 0-12-15,0 0-10 0,0 0-7 0,-9 0-8 16,9 0-6-16,0 0 0 0,0 0-3 0,0 0 4 16,0 0-3-16,-4-3-3 0,4 3 3 0,0 0-7 15,0 0-2-15,0 0-3 0,0 0-2 0,0 0-6 16,-3-2-6-16,3 2-1 0,0 0-6 0,0 0-12 15,0 0-1-15,0 0-3 0,0 0-7 0,0 0-8 16,0 0-1-16,0 0-2 0,0 0-5 0,0 0 3 16,0 0 9-16,0 0-8 0,0 0 2 0,0 0-7 0,0 0 3 15,0 0-7-15,0 0 0 0,17 0-5 0,-4-3 5 16,3-1-8-16,15 2-1 0,1-1-1 0,4-1-6 16,16-4 3-16,3 4 0 0,-4-1-4 0,3-4 1 15,-2 1 3-15,-13 5 0 0,0 1-2 0,-2-2-3 16,-2-1 5-16,-7 2-7 0,0 3 3 0,-10-1 1 15,-3-1-4-15,-3 1-24 0,-3 0-23 0,-3 1-31 0,1 0-28 0,-7 0-33 32,0 0-13-32,0 0 15 0,2 5 8 0,-2-5-15 0,-20 9-49 0,2-4-51 15,-10 1-167-15,1 3-441 0,-4-1 195 0</inkml:trace>
  <inkml:trace contextRef="#ctx0" brushRef="#br0" timeOffset="560.45">2955 3700 213 0,'0'0'393'0,"0"0"-22"0,0 0-7 16,-11-1-25 0,11 1-9-16,0 0-27 0,0 0-31 0,0 0-22 0,0 0-22 0,0 0-21 15,-4-4-41-15,4 4-14 16,0 0-16-16,0 0-26 0,0 0-39 0,0 0-32 0,0 0-10 0,0 0-4 0,10 14 0 15,-5-6-4-15,7 7 0 0,0-2-7 0,10 2-3 16,-4 6 5 0,4-2 2-16,-2 3-6 0,2-1 4 0,0 2-1 0,1-4-5 15,0 5 0-15,2-6-5 0,-2 4-10 16,0-4 16-16,4-1 0 0,-4-2-3 0,2-1-9 16,-9-2 0-16,2-4-2 0,-3 1 0 0,-3-4 5 15,-3 0-7-15,-3-1 6 0,0-1 14 0,1 0 25 16,-1-2 19-16,-6-1 15 0,0 0 9 0,10-1-2 15,-10 1 15-15,9-5 5 0,-4 2 8 0,-1-1 1 16,0 1 6-16,-3 1 3 0,2-4 1 0,-2 2-2 16,3 2-13-16,-3-1-12 0,-1 3-8 0,3-5-13 0,-3 5-15 0,0 0-23 15,0 0-30-15,0 0-48 0,0 0-41 0,0 0-30 16,0 0-5-16,-4 17 11 0,-4 8 11 16,-6 3-9-16,-9 16 33 0,-2 2 7 0,-7 7 5 15,-14 17 14-15,0 6 4 0,1 1 11 0,-1-2 17 16,3-3 13-16,16-23 3 0,1 2 3 0,1-1 8 0,-1-3-3 15,4-2 4-15,7-14 0 0,1-1-4 0,-1-4-2 0,2-1 5 16,4-6-1 0,1-3-14-16,3-6 8 0,-2 6-1 0,3-7 5 0,1-2 0 0,1-1 3 15,-1-1 0-15,-1-2 3 0,3 2 4 0,1-5-3 16,0 0-3-16,-5 6 6 0,5-6-2 0,-3 5-11 16,3-5-6-16,0 0-30 0,0 0-45 0,0 0-61 15,0 0-63-15,0 0-51 0,0 0-65 16,10-13-365-16,-10 13-736 0,13-12 325 0</inkml:trace>
  <inkml:trace contextRef="#ctx0" brushRef="#br0" timeOffset="1005.82">2871 5015 228 0,'-13'0'276'0,"3"0"-4"15,2 0-11-15,-2 0-1 0,6 2-14 0,-1-2-8 16,5 0-11-16,-9 1-15 0,9-1-16 0,-9 0-14 16,9 0-19-16,0 0-15 0,0 0-14 0,-9 2-16 15,9-2-12-15,0 0-11 0,0 0-5 0,-4 0-7 16,4 0-9-16,0 0-11 0,0 0-13 0,0 0-2 15,0 0-2-15,0 0-5 0,0 0-5 0,0 0-4 16,0 0-4-16,0 0-8 0,0 0-2 0,0 0-2 16,0 0-1-16,0 0 6 0,0 0-5 0,-5 2 3 0,5-2-7 0,0 0-3 15,0 0 2-15,26 0-1 0,-7 0-3 0,17-2 5 16,15-3-2-16,6-3 0 0,34 3-2 0,5-4-6 16,1 1 9-16,9-2-1 0,3-1-8 15,6 4 7-15,-3-3 1 0,-4 1 25 0,-5 1 2 0,-9 2 5 16,-33 1 3-16,-4-1 0 0,-1 6-2 0,-20-2 6 15,-3 0 5 1,-2 0 0-16,-12-1-5 0,-6 2-8 0,0 0 6 16,-2 1-5-16,-3 0-3 0,-8 0-2 0,9-2-11 0,-9 2-29 0,0 0-50 0,6-1-79 0,-6 1-75 15,0 0-97-15,-47-1-396 0,25 2-758 16,-8-5 335-16</inkml:trace>
  <inkml:trace contextRef="#ctx0" brushRef="#br0" timeOffset="3643.34">3109 5411 104 0,'0'-4'285'0,"0"-1"-4"15,0-2-8-15,-2 3-7 0,4 0-9 0,-2 4-11 16,0-9-10-16,1 6-11 0,-1 3-15 0,0-5-23 16,2 3-22-16,-2 2-12 0,0 0-17 0,0-5-18 15,0 5-26-15,0 0-28 0,0 0-20 0,0 0-6 16,0 0-3-16,3 12-6 0,-2 0-7 0,-1 5 0 16,-1 8 5-16,1 4-9 15,-2 2 2-15,-1 1-5 0,-1 4 2 0,-1-2-4 16,0 1 2-16,-2-1-3 0,2 1 0 0,-1-6-3 15,1 1-2-15,-3-2 2 0,3 1-1 0,1-5 2 16,0-5-7-16,1-2 5 0,0-4-5 0,2-2 2 16,1 2-3-16,1-7-1 0,-2 0 6 0,-2 1 19 0,3-3 20 0,0-1 17 15,0 2 21-15,0-5 19 0,-1 4 15 16,1-4 20-16,-3 4 22 0,3-4 3 0,0 0-15 16,0 0-13-16,14-15-16 0,-6 8-12 0,2-8-15 0,-2 1-4 15,5-3-13-15,2-5-5 0,-1-2-5 0,3 0-9 16,0-1-6-16,0 1-5 0,-2 0-5 15,1 0-4-15,-1 2-4 0,-3 5 1 0,-1 0-6 16,-2 3 10-16,3-1 13 0,-7 5 2 0,0 1 1 0,1-1 8 16,-2 3 5-16,0 2 5 0,-2-1-3 0,1 2-6 0,0-1-4 15,-1 3-6-15,0-1-1 0,-2 3-8 0,3-4-7 16,-3 4-8-16,0 0-8 0,0 0-10 0,1-5-11 16,-1 5-11-16,0 0-20 0,0 0 4 0,0 0-5 0,0 0 3 15,0 0-2-15,0 0 5 0,-15 9 1 16,10-5 4-1,-4 0 4-15,5-2 2 0,-6 2 0 0,4-1 4 0,-1 0 1 16,2 2-1-16,1-5 4 0,-1 2-2 0,5-2 4 16,0 0 1-16,-5 3 2 0,1-2-3 0,4-1 3 0,0 0-2 0,0 0 0 15,-4 3-1-15,4-3-2 0,0 0-2 0,-1 4-4 16,1-4-1-16,0 0-4 0,0 6 1 0,0-1 3 16,4 2 1-16,-4 2 1 0,5 2 3 0,-1-1 2 15,5 6 3-15,-4-1 2 0,3 2-2 16,1-1-3-16,1 1 8 0,4 7-1 0,-4-7 2 0,5 3 0 15,2 0 2-15,-6-4 3 0,2-1-15 0,-1-1-25 16,1 1-21-16,-3-1-22 0,0 1-30 0,0-3-40 16,-2 0-48-16,3 2-47 0,-3-6-44 0,0 4-58 15,-1-4-71-15,1-2-285 0,-3-1-757 16,-1-2 335-16</inkml:trace>
  <inkml:trace contextRef="#ctx0" brushRef="#br0" timeOffset="3928.32">3883 5712 259 0,'0'-5'383'0,"0"1"-8"16,0-1-9-16,1-1-21 0,-1 1-24 0,3 0-20 0,-2 1-27 15,-1-3-25-15,4 2-32 0,-3 0-18 0,3 0-22 0,6-2-27 16,-1 2-22-16,4 0-43 0,5-2-52 0,2 2-49 16,-2 2-48-16,1-4-50 0,0 7-59 0,-1-3-83 15,-2 2-285-15,-4 1-584 0,1-1 259 0</inkml:trace>
  <inkml:trace contextRef="#ctx0" brushRef="#br0" timeOffset="4081.52">3879 5899 239 0,'-3'1'253'16,"1"3"9"-16,-3 0 10 0,2-3 2 0,3-1-13 15,0 0-29-15,8 4-20 0,-8-4-22 0,14-4-26 16,5 3-43-16,-1-4-49 0,2 2-48 0,10-1-56 15,-1-1-72-15,3-2-78 0,-2-2-195 0,0 1-407 16,2-2 180-16</inkml:trace>
  <inkml:trace contextRef="#ctx0" brushRef="#br0" timeOffset="4428.46">4510 5567 259 0,'-6'-5'284'0,"2"2"-8"0,0 1-16 0,0-1-11 32,0 1-26-32,1-1-20 0,3 3-20 0,-12-1-19 0,12 1-16 0,-13 5-5 15,6 1-15-15,-5 0-16 0,3 3-8 0,-2 5-9 16,-1 3-11-16,1-1-10 0,4 2-5 0,-3 0-12 16,5 0 0-16,0-1-5 0,4 3-2 0,-1-2 1 15,4-1 13-15,2-2 20 0,1 0 20 0,3 1-6 16,1-5 11-16,4-1 7 0,4 1 2 0,0-4 3 15,4-3-17-15,1-2 4 0,-3-3-7 0,9-3 2 16,-6-1-4-16,5-2-7 0,-9-1 1 0,0-3-6 16,-3 0-9-16,-5-4-2 0,-1-3-7 0,1-2-8 0,-6 3-7 0,0-7-3 15,-4-2-9-15,-3 1-12 0,-1 6-8 0,-4 1-27 16,-1 1-13-16,-3 0-37 0,-8-1-58 0,-7 3-65 16,-1 6-56-16,-8 4-64 0,-2 2-102 0,-16 2-285 15,16 0-742-15,2 1 329 0</inkml:trace>
  <inkml:trace contextRef="#ctx0" brushRef="#br0" timeOffset="7133.38">3469 3079 10 0,'0'0'276'0,"0"0"-10"0,0 0-5 16,0 0-9-1,0 0-5-15,0 0-11 0,0 0-11 0,0 0-10 16,0 0-15-16,0 0-23 0,0 0-15 0,0 0-15 15,0-10-7-15,1 5-22 0,2 0-9 0,-2-1-15 16,-1 0 2-16,0-3-13 0,0 2-5 0,0-4-7 16,4 3 8-16,-4-5-17 0,1 3-3 0,-1-6-9 0,3 1 1 0,-2-1-10 15,0-1 3-15,-1 2 0 0,4 2-1 0,-4 0 0 16,0 0-8-16,3 4 5 0,-3-2-7 0,0 2-7 16,-3 1 1-16,3 1-2 0,0 2-9 15,-1 0-3-15,-2 1-20 0,-2 0-5 0,0 3-6 16,-8 1 0-16,0 2-2 0,-14 5-3 0,-7 6 4 15,-16 6 0-15,2 3-2 0,-1 7 10 0,-2-3-3 0,-1 8 4 16,2-2 2-16,0-1 1 0,6-1-4 0,1-3 12 16,10-6-5-1,2 0-3-15,3-4 3 0,0 0 1 0,1 0-2 16,10-7 5-16,2-1-3 0,2-4 3 0,3-2 5 0,3 2 3 16,0-2-1-16,-1-1 11 0,3-1 9 0,-2-1 22 15,7 0 9-15,-11-9 11 0,8 1-3 0,-3-2 9 16,5-1-11-16,0 0-9 0,2-7-3 0,-1-1-6 0,3 2-1 15,1-3-6-15,2 3-1 0,0-1-11 16,2-1 4-16,1 4-6 16,0 0-5-16,1 5-3 0,-5 1-4 0,3 1-7 15,-2 2 1-15,3 2-8 0,4 1-1 0,1 4-6 16,4 4-1-16,1 5 4 0,6 2 3 0,0 5 3 16,2 2-7-16,2 1 1 0,-2 3 9 0,1 0-2 15,-1 1-3-15,4-3 0 0,-5 2 4 0,-1-4 2 16,-2-2-5-16,2-3-3 0,2-1-8 0,-8-7-1 15,2 0 4-15,-2-2-3 0,-1-1-5 0,4-4-1 16,-3-3 8-16,0-3-6 0,0 1 3 0,-1-3 4 16,-4-1 0-16,1-3-1 0,2 0-11 0,-3 1-8 15,-1-3-24-15,-2 0-23 0,3 1-29 0,-2 2-45 16,3 2-56-16,-5 1-70 0,6 3-350 0,-4 5-676 16,1-2 300-16</inkml:trace>
  <inkml:trace contextRef="#ctx0" brushRef="#br0" timeOffset="17891.72">4932 3873 15 0,'0'-10'263'0,"-3"-2"-1"16,6 2-11-16,-1-3-1 0,-4 5-7 0,2-3-7 0,0 2-11 0,0 2-18 16,2 2-16-16,1-3-12 0,-3 3-15 0,3 1-16 15,-1-3-14-15,-2 3-16 0,0 4-16 0,0-4-17 16,0 4-32-16,0 0-26 0,0 0-7 0,0 0 2 15,4 15-5-15,-3 5-1 0,-2 5-2 0,1 4-1 16,-4 4 2-16,0 2-1 16,0 0 5-16,-3 12-5 0,3-12-2 0,-4-2-4 0,3-1 3 0,0 0-2 0,0-1 1 0,1-4-3 15,0 1 1-15,0-3-1 0,2-8 0 0,-1 0 1 16,2-7-3-16,-2 1 4 0,2-1-5 0,1-4 7 16,-1 1-1-16,1-3 21 0,0 0 26 15,-1 0 18-15,2 0 25 0,-1-4 32 0,0 2 27 16,0-2 7-16,0 0-16 0,0 0-12 0,10-14-21 0,-1 1-5 15,5-2-9 1,3-6-20-16,2-5-3 0,1-1-12 0,1-2-12 16,7-10-3-16,-5 11-9 0,8-10-8 0,-8 10 0 15,2 2-8-15,-6 0-3 0,3 4 1 0,-5 3-5 16,-2 5-5-16,-6 0 5 0,4 6-4 0,-7-1-1 16,-2 5-2-16,1-1 4 0,-1 1-9 0,-1-1 6 15,-2 1-4-15,2 0-3 0,0 1 1 0,-3 3-17 16,3-5-11-16,-3 5-3 0,0 0-11 0,0 0-4 0,0 0 4 0,0 0 14 15,-18 16-16-15,1-7 9 0,-6 5 7 0,-1-2-2 16,1 2 8 0,4-3-1-16,2 0-5 0,2-4 8 0,2-1 0 0,1 1-1 15,2-2 1-15,0 2 0 0,2-2 3 0,2 0 3 16,0-5 9-16,2 3-1 0,0-1-9 0,-1 1 1 16,5-3-1-16,-5 4 8 0,2-1-7 15,3-3 5-15,0 0-7 0,-2 2 3 0,2-2-2 16,-3 3 0-16,3-3-7 0,5 9 2 0,-1-2 10 15,4 3-7-15,1-2 4 0,2 6-6 0,3 1 8 0,1-1 4 16,5 4 3-16,3 0-2 0,0 2 1 0,1-2 4 16,3-1-25-16,-3 0-48 0,6 0-37 15,-6 0-49-15,1-2-51 0,-2 2-61 0,1-2-74 16,-5-6-314-16,1 0-706 0,-2-2 312 0</inkml:trace>
  <inkml:trace contextRef="#ctx0" brushRef="#br0" timeOffset="18250.43">5604 4076 115 0,'-9'1'228'0,"9"-1"-10"15,-9 0-11-15,9 0-12 0,-9 0-12 0,5 1-17 16,4-1-11-16,0 0-18 0,-8 0-9 0,8 0-11 16,0 0-9-16,0 0 5 0,0 0-9 0,0 0-11 15,0 0-6-15,0 0-8 0,0 0 4 0,0 0-7 0,26 3-5 16,-8-3-12-16,10-2 0 0,4 0-8 0,3 0 0 0,1 1-7 15,2-2-5-15,13-2-3 0,-10 1 3 0,0 1-14 16,-3 0-13 0,-2 1-19-16,-3-1-24 0,-5 2-21 0,-6-2-19 0,-9 1-27 0,-2 2-26 15,1-3-40-15,-7-2-63 0,-3 1-157 0,-2 3-416 16,0 1 184-16</inkml:trace>
  <inkml:trace contextRef="#ctx0" brushRef="#br0" timeOffset="18508.27">5788 3918 195 0,'-3'-4'320'0,"6"0"-1"0,-3 0-5 0,0-1-14 0,0 5-22 16,-3-4-36-16,3 4-11 0,0-5-29 0,0 5-24 15,0 0-24-15,0 0-28 0,0 0-19 0,0 0-15 16,6 17-9-16,-4-3-5 0,-1 1-9 0,2 6-7 15,1 2-5-15,-3 5-7 0,3-4 2 0,0 2-9 16,2 2-3 0,-5-5 1-16,6 3-10 0,-5-1-40 0,5-9-29 0,-2 2-32 15,1-2-35-15,-2-1-37 0,-1-1-39 0,-1-3-60 16,-2-5-239-16,4 0-520 0,0-2 230 16</inkml:trace>
  <inkml:trace contextRef="#ctx0" brushRef="#br0" timeOffset="18879.48">6235 3863 189 0,'5'-5'350'0,"-1"-2"-19"16,-3 5-25-16,3-2-32 0,-1 0-29 0,-2 1-29 0,-1 3-24 15,8 0-19-15,-3 5-9 0,1 1-14 0,3 3-15 16,3 3-11-16,2 1-14 0,-4 5-7 0,0-1-9 0,2 0-10 15,-3 7-8-15,1-1-5 0,0 2-6 0,-5 0-16 32,0-7 3-32,-1 0-8 0,-1-1-2 0,-2-4-4 0,2-1 0 15,-3-1-6-15,0-2-4 0,-2-1-5 0,2-3 1 16,0 1 5-16,0-2 12 0,-1 0 18 0,2 1 39 0,-1-5-3 16,0 0-9-16,0 0-3 0,-6-13 6 15,5 6 17-15,-1-3-8 0,1-2 5 0,1-5-8 16,-1-2-9-16,2-6-4 0,2-1-9 0,1-2-8 15,1 1-9-15,-3-1-1 0,5 2-9 0,0 1-6 16,0 6-3-16,-1 5-10 0,2-3-13 0,-2 6-19 16,1-3-28-16,-1 0-34 0,1 4-38 0,1 3-36 15,0-1-36-15,-3 5-35 0,4-2-27 0,-4 4-37 16,3-1-52-16,2 1-306 0,-5-1-686 0,4-1 303 0</inkml:trace>
  <inkml:trace contextRef="#ctx0" brushRef="#br0" timeOffset="19140.16">6731 3573 52 0,'0'-3'304'0,"0"3"-27"16,4-4-34-16,-4 4-28 0,0 0-18 0,0 0-15 15,5 11-5-15,-2 1-22 0,2 4-9 0,-4 3-5 16,7 10 0-16,-2 17-3 0,-2 4-6 0,-3-1-6 15,-2-1-10-15,-6 1-9 0,0-1-8 0,-3-1-9 16,-6-2 0-16,0-1-15 0,-9-1-9 0,7-14-4 0,-14 9-9 0,7-10-21 16,-12 5-31-16,-9-5-44 0,-4-2-55 0,0 0-60 15,-6-5-80-15,-4-1-242 0,0-8-520 0,-3-6 230 16</inkml:trace>
  <inkml:trace contextRef="#ctx0" brushRef="#br0" timeOffset="19525.34">4454 3537 150 0,'3'-5'269'16,"-3"2"-16"-16,0 3-27 0,2-3-24 0,-2 3-24 0,3-5-21 0,-3 5-19 16,0 0-14-16,0 0-9 0,-5 28-13 15,-3-2 1-15,-2 8-8 0,-6 16-3 0,-4 7 1 16,-7 32-12-16,2-9-8 0,4 1-5 0,7-25-2 0,9 0-10 15,5-2-5-15,5-3-1 0,4-3 12 0,13-5-5 16,7-4 8 0,10-3-4-16,9-5-5 0,11-5-2 0,30 0-1 15,4-8-39-15,1-9-36 0,6-7-62 0,11-2-80 16,4-5-98-16,-4-8-177 0,6 5-475 0,-3-6 209 16</inkml:trace>
  <inkml:trace contextRef="#ctx0" brushRef="#br0" timeOffset="19926.14">7242 3425 81 0,'3'-4'286'0,"-2"0"-15"15,0 0-20-15,-1 4-24 0,2-4-26 0,-2 4-26 16,0 0-23-16,0 0-17 0,0 0-16 0,0 0-13 0,-10 16-9 15,-3 5-8-15,-2 4-11 0,-5 4-7 16,-8 16-3-16,0 3 5 0,-1 5-17 0,3 2 1 16,5 0-3-16,4-1-8 0,8-1-3 0,2-4-2 15,11-1-6-15,1-13-1 0,9 9 3 0,2-10-4 16,4-4 4-16,7-3 0 0,11 6-4 0,-3-13-13 0,11 4-23 0,-10-10-45 16,3-5-67-16,15-1-77 0,-17-5-256 0,-1-6-485 15,2 0 215-15</inkml:trace>
  <inkml:trace contextRef="#ctx0" brushRef="#br0" timeOffset="20496.28">7512 3649 230 0,'2'-5'299'0,"0"0"-16"0,-2 0-20 0,2 2-24 0,-2 0-26 16,0 3-21-16,0-4-22 0,0 4-21 0,0 0-19 15,0 0-12-15,0 0-11 0,5 15-13 0,-1-4-9 16,-4 9-8-16,1-2-5 0,-2 10-4 0,-1 1-9 16,-1 0-8-16,0 2-3 0,2-4-2 0,-3 1-3 15,2-3-5-15,-2 3-4 0,2-10-5 0,-1 0-2 16,2-5-1-16,-1-2-1 15,0 0-5-15,2 0-3 0,0-7 2 16,-1 2 2-16,1 2 33 0,0-5 11 0,0-1 40 0,0-2 34 16,0 7 33-16,0-7 27 0,0 0-17 0,0 0-18 0,9-12-17 0,-1 3-15 15,0 0-13-15,5-7-11 0,-3 0-14 0,8-5-11 16,0 0-8-16,0-3-8 0,1 2-8 16,-1-2-5-16,1 5-3 0,-4-1-9 0,-2 6-5 15,-3 1-4-15,-2 3 0 0,0 3 2 0,-2-1 1 16,-2 4-5-16,1 2-3 0,-4-2-2 0,2-1-3 15,-1 2-4-15,2 0-4 0,-4 3-10 0,1-5-16 16,-1 5-7-16,0 0-21 0,0 0-3 0,0 0 18 16,0 0-2-16,-13 12-9 0,1-2 14 0,-2 5-1 15,1-1 3-15,-1-3 3 0,0 2 2 0,4 0 3 16,-2-3-4-16,3-1 4 0,2 0-1 0,0 0 4 0,2-2-3 0,-1-3-3 16,2 4 2-16,3-4-1 0,-2-1-1 0,2 4 8 15,-2-3-5-15,2 1-6 0,1 0 13 0,4 1 4 16,1 3 1-16,0-2-1 0,5 3 1 0,-1-3-2 15,8 3 6-15,-1-2-2 0,4 3-1 0,4 2-31 16,0-4-54-16,4 2-50 0,-1-2-60 0,0 0-69 16,1-1-84-16,-5-6-362 15,6 2-766-15,2-1 340 0</inkml:trace>
  <inkml:trace contextRef="#ctx0" brushRef="#br0" timeOffset="20743.66">8146 3883 84 0,'0'0'287'0,"0"0"-14"0,-7 0-4 15,7 0-9-15,0 0-20 0,0 0-25 0,0 0-20 16,0 0-23-16,18-5-17 15,0 2-13-15,3-4-15 0,9 6-18 0,1-3-22 16,-3 4-19-16,6-4-34 0,-2-1-27 0,2 0-29 16,-4 5-30-16,1-4-32 0,-3-1-33 0,-8 2-31 15,-4 0-49-15,-3-1-154 0,-7 3-380 16,0-1 168-16</inkml:trace>
  <inkml:trace contextRef="#ctx0" brushRef="#br0" timeOffset="20981.76">8248 3745 253 0,'-3'-3'349'15,"3"3"-1"-15,-2-4-30 0,2 4-22 0,-5-5-32 16,5 5-26-16,-3-3-29 0,3 3-25 0,0 0-20 0,0 0-21 0,0 0-15 16,3 13-13-16,-2 0-12 0,4 2 3 0,3 5-16 15,1 3-9-15,-2 3-5 0,5 1-6 0,-2-1-9 16,0-1-6-16,2 1-18 0,-5 0-27 0,1-1-37 15,2-3-37-15,-5-4-40 0,1-1-50 16,-4 2-48 0,2-6-65-16,-3-4-213 0,-1-2-520 0,2-2 230 0</inkml:trace>
  <inkml:trace contextRef="#ctx0" brushRef="#br0" timeOffset="21329.01">8603 3733 53 0,'5'-6'335'0,"-1"4"-31"0,-1-1-25 16,0-1-26-16,-3 4-22 0,8-1-6 0,-3 0-18 15,4 6-15-15,-1 1-13 0,2 1-8 0,0 8-16 16,3-2-5-16,-1 3-14 0,3 6-15 0,-4 2-11 16,1-2-7-16,-4 5-10 0,-2-1-5 0,-1-7-8 15,0 1-11-15,-1-3-4 0,-2 0-4 0,0 0-7 16,-2-5-4-16,-2 0-6 15,2-5-1-15,-1 3-9 0,1-7 1 16,-1 3 1-16,1 0 3 0,0-4 10 0,0-2 42 16,-2 5 31-16,2-5 1 0,0 0-13 0,0 0-7 0,0 0 3 0,-4-19 1 15,2 8 1-15,2-1-12 0,3-6-7 0,-2-7-8 0,4-1-9 16,2-1-8-16,-1 2-9 0,6-1-11 0,-2 0-8 16,1 2-17-16,-2 7-19 0,4 1-14 15,-4 0-27-15,1 2-45 0,3 2-36 0,-3 1-43 16,0 2-42-16,2 4-49 0,-3 4-49 0,6-5-72 15,-2 1-273-15,-3 3-704 0,3 2 312 0</inkml:trace>
  <inkml:trace contextRef="#ctx0" brushRef="#br0" timeOffset="21582.47">9182 3899 146 0,'0'0'279'16,"-5"1"-13"-16,5-1-10 0,-6 1-9 0,6-1-11 0,0 0-10 15,0 0-2-15,-7 3-5 0,7-3-4 0,0 0-11 16,0 0-18-16,0 0-15 0,0 0-14 0,0 0-11 16,0 0-22-16,0 0-13 0,31-5-8 0,-18 2-8 15,8 2-16-15,2-2-17 0,5 0-21 0,3-1-29 16,-3 2-28-16,0 1-30 0,-2-3-29 0,-3 1-27 15,-3-1-36-15,3 0-37 0,-6 0-60 0,2 0-268 16,-9-1-546-16,3 0 242 0</inkml:trace>
  <inkml:trace contextRef="#ctx0" brushRef="#br0" timeOffset="21898.92">9724 3671 36 0,'0'-4'391'0,"-3"1"3"15,2 0-20-15,1 3-16 0,1-5-26 0,-1 5-27 16,0 0-19-16,0 0-46 0,0 0-23 0,0-6-33 16,0 6-24-16,0 0-14 0,0 0-12 0,3 20-25 15,-3-9-5-15,0 7-17 0,-3 6 3 0,6 4-5 0,-3-3-11 0,1-1-8 16,-2 4-6-16,-2-2-1 0,3 0-8 0,0 0-4 15,3-8-4-15,-3 0 0 0,0-1-5 0,0-5-5 16,-3-1-5-16,3 2 2 0,0-7-28 0,-1 3-22 16,1-3-5-16,0-4-1 0,0 5 1 0,0-7 0 15,0 5 0-15,0-2-2 0,0-3 4 0,0 0-67 16,0 0-61 0,0 0-49-16,-12-16-37 0,6 7-47 0,1-3-291 0,1 3-623 15,0-7 276-15</inkml:trace>
  <inkml:trace contextRef="#ctx0" brushRef="#br0" timeOffset="22130.73">9811 3502 63 0,'0'-3'301'16,"0"-2"-19"-16,0 5-25 0,1-6-28 0,-1 6-24 16,3-1-25-16,-3 1-4 0,10 6-1 0,-4 1-19 15,6 6-10-15,2 3-10 0,1 5-8 0,0 6-3 16,3 2-11-16,4 15-5 0,-2 6-2 0,1 2-5 15,-2 1 1-15,-6-5-13 0,-4 4-8 0,-9-4-1 16,-4-1-7-16,-5-12-7 0,0-2-9 0,-4-2-3 0,-6-3-8 16,-4-1-5-16,-5-3-5 0,-1-2-17 0,-5-4-34 0,-13-1-56 15,-3 0-70-15,1-3-95 0,-2-7-313 0,16-5-594 16,-1-3 262-16</inkml:trace>
  <inkml:trace contextRef="#ctx0" brushRef="#br0" timeOffset="23086.3">10581 3618 219 0,'-5'-8'214'0,"1"0"-10"0,-1-1-18 0,0 1-13 16,-1 3-15-16,-2 0-12 0,2 1-15 0,1 0-14 16,-5 0-10-16,-1 4-12 0,0 0-7 0,-1 3-14 0,-6 2-1 0,0 4-8 15,4 3-15-15,-6 2-2 0,2 6-3 0,0 0-6 16,4 4-3-16,-3 2-1 0,7 3 2 0,2 0-9 16,3-2-9-16,2-2 4 0,0 1 2 0,6 1-2 15,-1-8-3-15,3 0 7 0,1-2-1 0,2-3 2 16,-4-1 7-16,1-5 4 0,4 2 17 0,-3-3 20 15,1-2 14-15,-1-4 19 0,7-1 5 0,-4-2 3 16,3-4 16-16,0-1-1 0,1-2 0 16,1-4-10-16,-1 1 2 0,0-5 1 0,3-4-10 15,-3-1-1-15,1 0-12 0,-1-6-8 0,0 3-9 0,-2-1-7 16,3-2-4 0,-4 4-4-16,-2 6 10 0,0 0 3 0,-2 3 9 15,-1 4 8-15,-1 1 0 0,-1 2-7 0,-2 3-11 16,-1-2-6-16,1 4-15 0,2 0-12 0,-3 3-13 15,1-6-21-15,2 5-39 0,-3 1-19 0,0 0 6 16,1 9 6-16,-1 0 3 0,0 1 4 0,-4 6 8 16,0 5-3-16,3 4 3 0,-3 3 2 0,3-1 2 0,-2-3 1 0,3 2 6 15,0-6 0-15,0-2 4 0,0-1-3 0,3 1 0 16,-2-2-2-16,2-4 3 0,-2-3 3 0,0-1 2 16,3 0 2-16,-1-1 5 0,1-2 4 0,2-1-5 15,0-2 2-15,6 0 5 0,3-2 0 0,6-2-31 16,9-4-42-16,2-2-59 0,5-4-71 0,-5-1-79 15,13-12-86-15,-2-2-370 0,-11 6-783 0,0 0 346 16</inkml:trace>
  <inkml:trace contextRef="#ctx0" brushRef="#br0" timeOffset="23740.84">11112 3718 160 0,'1'-5'345'0,"-1"1"-10"0,2-4-4 0,0 3-2 0,-1 2-7 0,0-2-19 0,-1 1-20 0,0 4-30 16,0 0-26-16,3-5-23 0,-3 5-26 15,1-2-17-15,-1 2-22 0,0 0-18 0,0 0-34 16,0 0-8-16,0 0-14 0,-1 11-3 0,1 0-7 16,-3 6-12-16,-1 4 6 0,-1 4-12 0,1 1-1 0,-3-1 3 15,-1-1-11-15,2 2-1 0,-2 0 0 0,4-2-2 16,-1-6-5 0,-1 0-6-16,1-1 3 0,2-2-11 0,-1-1 10 15,4-5 1-15,-1 0-1 0,1-4 0 0,-3 2-6 16,2-2 8-16,1-2 2 0,0 2 21 0,0-5 31 15,0 7 36-15,0-7 36 0,-1 2 37 0,1-2 24 16,0 0-13-16,0 0-21 0,6-13-19 0,2 4-19 16,2-3-12-16,3-2-15 0,6-5-11 0,-6 5-11 0,6-6-4 0,-1 1-7 15,1 1-4-15,-1 1-16 0,-4 3-3 0,0-1-5 16,0 3-8-16,-5 6 0 0,-1-2-1 0,-1 0-8 16,0 3-3-16,-2 1-2 0,-1 1-9 15,-2 0-4-15,2 0-5 0,-4 3-19 0,5-1-15 0,-5 1-27 16,0 0-23-16,0 0-8 0,0 0 8 0,0 0 8 15,-6 15 12-15,-3-8 6 0,-7 6 5 0,3-4 3 16,-3 3 7 0,2 0 2-16,-1-1 6 0,3-4-3 0,2 2 7 15,0-2 2-15,2-1 3 0,0 0 3 0,2-3 2 16,1 3 4-16,1-4 0 0,-1 1 3 0,3-2 5 0,-1 2 4 16,3-3 7-16,-3 3 4 0,3-3-1 15,0 0-1-15,-2 4-4 0,2-4 1 0,4 6 2 16,0-1-2-16,3 1 2 0,2 3-1 0,4 3 0 15,2 1 1-15,7 5-4 0,-2 1 1 0,2 3-19 0,5-4-57 0,0 1-77 16,2 1-84-16,-4-2-92 0,1 2-134 0,-3-3-354 16,-4-5-877-16,-1-6 388 0</inkml:trace>
  <inkml:trace contextRef="#ctx0" brushRef="#br0" timeOffset="26369.74">11874 3539 121 0,'4'-5'211'0,"0"3"-16"0,1 0-24 0,0 0-19 0,0 1-12 16,3 1-18-16,-8 0-4 0,14 3-19 0,-5 1-7 16,3 4-9-16,2 1-11 0,-4 6-2 15,0 2-5-15,2 1-5 0,-1 4-6 0,-3 4-4 16,-2-1-5-16,-2 1-2 0,-3 7-2 0,-2-4-5 15,-3 3-1-15,-3-2-2 0,-2 0 3 0,-2-1-2 16,-1-3 1-16,-4 0-4 16,4-2-1-16,-4-3-1 0,1-1 0 0,3-4-6 15,2-2 4-15,1-2 2 0,0-3 6 0,1-1-2 16,3-1 3-16,0-2 14 0,0-2 16 0,0 1 22 16,2 1 25-16,2-4 35 0,1-1 48 0,-6 1 9 15,6-1-22-15,0 0-21 0,4-17-17 0,-1 8-17 16,6-8-14-16,8-7-12 0,-3 1-17 0,4-5-3 15,2-1-14-15,6 1-18 0,4-9-6 0,2-2-10 0,2 1-1 0,-4 2-7 16,-6 10-7 0,0 2 1-16,-4 1-5 0,2 0 0 0,-9 9 1 0,-3 2-3 15,0 2 10-15,-5 3-4 0,0 2-1 16,-1 2-2-16,0-1-10 0,-1 0-15 0,0 0-11 16,-3 4-32-16,0 0 4 0,0 0 9 0,-10 11 2 15,0 1 0-15,-4 3 6 0,-4 6 7 0,-1 1 0 16,2 9 6-16,2-2 1 0,3 2 3 0,2-5 4 15,5 2-4-15,3-1 0 0,4-1 6 0,5 0 1 16,5-2-4-16,5-5-15 0,7-2-26 0,8-2-49 16,3-4-62-16,14-2-82 0,-11-3-122 0,15-9-205 15,1-1-619-15,-6-7 274 0</inkml:trace>
  <inkml:trace contextRef="#ctx0" brushRef="#br0" timeOffset="27055.22">12476 3088 129 0,'0'-11'336'0,"2"5"-14"0,-1 1-26 16,-1 0-25-16,1 1-30 0,-1 2-24 0,1-4-26 15,-1 6-20-15,0 0-31 0,3-2-35 0,-3 2-7 16,0 0-8-16,-3 17-13 0,1 0-11 0,-1 2-6 15,-1 8-3-15,-1 2-3 0,-2-1-8 0,0 2-1 0,1 2-6 0,-1-1-2 32,2-2-5-32,-3-2 0 0,2 0-1 0,4-8-5 0,-2 7-5 15,1-10 0-15,2 0-1 0,-2-6-1 0,3-1 2 16,0-1-4-16,0-1 2 0,-1-3 16 0,0 1 29 16,0-3 23-16,1-2 46 0,0 6 36 0,0-6 36 15,-3 3 32-15,3-3 3 0,0 0-25 0,0 0-22 16,12-14-21-16,-5 4-18 0,2 2-16 0,5-5-15 15,-3-3-7-15,8-4-17 0,1-2-12 0,-1 0-9 16,-1 0-7-16,0 3-6 0,1 0-6 0,-7 7-8 16,-1 2-5-16,2-1-2 0,-6 1-2 0,0 6 0 15,-2-1-5-15,-1-1-3 0,-1 2-6 0,-1 2-6 16,-1-2-4-16,-1 4-5 0,6-4-13 0,-5 1-11 16,-1 3-17-16,0 0-16 0,0 0-8 0,0 0 4 0,0 0 5 0,-17 12 6 15,1-5 5-15,0 1 3 0,0 0 4 16,0-1 2-16,1 2 2 0,3-2-7 0,3 0 5 0,-2 2 4 15,2-4 4-15,3 2-5 0,-1-1 4 0,2-2-1 16,1 1-1 0,1-2-4-16,1 3 2 0,0-2-7 0,0 1 9 0,2 2 2 15,4 0 3-15,-2 4 4 0,4-2 2 16,5 2-2-16,2 3 2 0,2-2 3 0,3-1 0 16,9 3-27-16,0 0-43 0,1-1-49 0,2-1-64 15,-5 1-56-15,-2 0-67 0,5-4-95 0,-9-1-326 16,3-4-793-16,-4 3 351 0</inkml:trace>
  <inkml:trace contextRef="#ctx0" brushRef="#br0" timeOffset="27387.35">13023 3323 129 0,'0'0'306'0,"0"0"-12"0,-5-2-12 0,5 2-15 0,0 0-17 15,0 0-16-15,-8-1-17 0,8 1-22 0,0 0-17 0,0 0-16 16,0 0-15-16,0 0 7 0,0 0-27 0,0 0-5 16,0 0-22-16,17-6-9 0,-3 5-7 0,4-2-8 15,9 2-23-15,2-2 7 16,4 1-1-16,3-3-10 0,5 2-6 0,9-1-3 15,5 1-3-15,-15-2-20 0,-1 3 16 0,1 0-20 16,-7 2-11-16,-2-3-28 0,-8 1-18 0,-4-1-28 16,-7 2-27-16,0 0-24 0,-4-2-29 0,-5 3-38 15,-1-4-33-15,-2 4-39 0,0 0-177 0,-17-4-475 16,3 0 211-16</inkml:trace>
  <inkml:trace contextRef="#ctx0" brushRef="#br0" timeOffset="27593.98">13291 3230 186 0,'-5'-2'278'0,"3"-1"6"0,-2-1 4 16,2 0 12 0,2 4 1-16,-6-5-1 0,6 5-12 0,-1-4-14 0,1 4-24 15,-4-3-27-15,4 3-24 0,0 0-20 0,0 0-24 16,-1-3-17-16,1 3-17 0,0 0-24 0,0 0-17 16,0 0-1-16,3 20-8 0,-2-8-14 0,1 5-4 15,1 3-4-15,0 3-7 0,1 3-3 0,-1-2-3 16,0 2-3-16,-1-1-12 0,2 1-36 0,-3-8-28 15,2 2-36-15,-1-4-40 0,1 1-39 16,-3-2-41-16,1-2-54 0,-1-3-94 0,3-3-188 16,-2-2-579-16,4-2 255 0</inkml:trace>
  <inkml:trace contextRef="#ctx0" brushRef="#br0" timeOffset="27964.45">13671 3113 323 0,'10'-9'358'0,"-2"1"-6"0,-3 1-31 0,3 5-27 15,1-6-43-15,-3 6-9 0,6 1-31 0,0 1-33 0,0 3 5 16,4 5-13-16,0-1-18 0,4 4-17 0,-6 2-9 16,0 3-19-16,4 5 3 0,1 0-16 15,-2 2-2-15,-3 3-11 0,-5 0-10 0,4 0-2 16,-7 2-9-16,-1-2-3 0,-1 0 5 0,-3-6-14 15,-1-2-1-15,-2-3-12 0,-1 2-10 0,1-6 0 16,-1-1 2-16,-1-3-4 0,-1 0 3 0,0-3-5 16,0 1 4-16,1-5 2 0,-2 0 5 0,6 0 1 15,-14-6 26-15,9 0 12 0,-2-2 15 0,2-1 17 16,1-3-3-16,3-5 8 0,-2-1-1 0,3-2-2 16,4-7-9-16,5-1-5 0,0 2-10 0,5-5-8 0,-2 6-11 15,2-2-1-15,0 4-10 0,0 4-8 0,-4 5-23 16,-1 1-33-16,1 3-40 0,-1 1-45 0,-2 2-55 15,2 1-60-15,-2 4-51 0,-2 0-37 0,-5 2-34 0,0 0-85 16,4 10-240 0,-8-4-715-16,0 2 316 0</inkml:trace>
  <inkml:trace contextRef="#ctx0" brushRef="#br0" timeOffset="30430.19">14107 4060 160 0,'0'0'183'0,"-9"0"3"15,9 0-11-15,0 0-2 0,0 0-10 0,-9 0-9 32,9 0-15-32,0 0-8 0,0 0-11 0,-5-1-11 0,5 1-11 0,0 0-9 15,0 0-8-15,0 0-10 0,0 0 0 0,0 0-4 16,0 0-3-16,0 0 2 0,0 0-5 16,0 0-4-16,-4 4-5 0,4-4-3 0,0 0-3 15,0 0 0-15,0 0-2 0,0 0-6 0,0 0 0 0,0 0-4 16,0 0 4-16,0 0-1 0,0 0 0 0,0 0 4 15,0 0-1-15,0 0-4 0,0 0-2 0,0 0 1 16,0 0-4-16,0 0-1 0,0 0-1 16,0 0-4-16,0 0 13 0,0 0-11 0,0 0-3 0,0 0-1 0,0 0-5 15,0 0 0-15,0 0-2 0,0 0 1 0,0 0-5 16,0 0-4-16,0 0 2 0,0 0 1 0,0 0-1 16,0 0-4-1,0 0 6-15,0 0-7 0,0 0 2 0,0 0 0 0,0 0 0 16,0 0-4-16,0 0 6 0,0 0-10 15,0 0 6-15,0 0-3 0,0 0-2 0,0 0-1 0,0 0 3 16,0 0-2-16,0 0-2 0,0 0 5 16,0 0-1-16,0 0-1 0,0 0 0 0,0 0-3 0,0 0 2 15,0 0 2-15,0 0-3 0,0 0 4 16,0 0-2-16,0 0 1 0,0 0-3 0,0 0 1 16,0 0 0-16,0 0 0 0,0 0-3 0,0 0 7 15,23-4-7-15,-6 2 3 0,11-1 5 0,4 0-2 16,5 1-2-16,15 0-5 0,3-3 5 0,2 2-1 0,3-1 6 0,3 2-7 15,-3-1-4-15,1-2 5 0,0 1-2 0,-5-1 3 16,-18 2-6-16,2 3 6 0,-6-6 0 0,-3 2 1 16,-3 2-2-16,-9 0 0 0,-6 2 1 0,0-3 5 15,-3 3-8-15,-5-1 7 0,2 1 0 0,-1-3 1 16,-6 3-8-16,9 0 5 0,-9 0-4 0,5-2-19 16,-5 2-9-16,6 0-31 15,-6 0-28-15,0 0-44 0,0 0-67 0,0 0-67 16,-2-6-187-16,2 6-489 0,0 0 218 0</inkml:trace>
  <inkml:trace contextRef="#ctx0" brushRef="#br0" timeOffset="31578.2">15238 3664 44 0,'0'0'125'0,"0"0"-17"0,-4-3-5 0,4 3-13 16,0 0-7-16,0 0-6 16,0 0-6-16,0 0-9 0,0 0-3 0,0 0 3 15,0 0-6-15,0 0-3 0,0 0 7 0,0 0-18 16,0 0 1-16,0 0-2 0,0 0 4 0,0 0-7 15,0 0-5-15,-2-4-2 0,2 4 2 0,0 0 8 16,0 0-8-16,0 0 3 0,0 0-8 0,0 0 8 16,0 0-6-16,0 0 0 0,7-2-4 0,-2 0-1 0,3 2 3 0,3 0-6 0,1 0-3 15,6-1-4-15,2 2 1 0,1 1 1 0,5-1-6 0,6 2 3 16,-2 0-2-16,3-2-3 0,0 3-2 0,4 2 0 31,0 0 0-31,-8-1-2 0,2 2-11 0,0-2 14 0,-12 3-8 0,0 1 4 0,-2-4-3 16,-4 2 0-16,-3 1 3 0,-4 1-2 0,1 1 3 15,-5 0-1-15,-3 2 2 16,-4-1 4-16,-5 4-2 0,-5 1 3 0,-6 0-2 16,-6 1-1-16,3-3-2 0,-3 1 0 0,2-1 0 0,1-2-3 0,-4-3 5 15,8-1-3-15,2-2 0 0,-1 1 1 0,1-2 1 16,2 0-8-16,5-1 1 0,1 0 1 0,2-3 7 16,2 2-5-16,2-2 0 0,-1 1 4 0,5-2 1 15,-9 2 0-15,9-2-1 0,-3 2 0 16,3-2 3-16,0 0-4 0,9 4 2 0,4-4-2 0,-4 4 0 15,5-2 0-15,4-1-2 0,4 2-2 0,-1 0 2 16,6 4-1-16,0 1-3 0,2-4 2 0,1 5-2 16,-6-1 0-16,5 4 1 0,-4-2 0 15,-2 3 0-15,-5-1 0 0,-2 0-2 0,-2 1-1 16,0 1-1-16,-3 1 7 0,-4 0-9 0,-3-1 7 16,-4 2-6-16,0 0-3 15,-4-6 0-15,-9 6 1 0,-2-2 4 0,-7-1 0 16,-7 0-1-16,-3-2-3 0,-5-3 6 0,0 0 2 15,-1-2 0-15,-13-3-1 0,13-1 9 0,-1 0-3 0,-2-1 15 16,-9-2 4-16,14-1 1 0,3 0 16 0,1-1 8 16,3 0 6-16,8 1 9 0,5-2 8 0,4 3 3 0,-2 1 1 15,5-3 0-15,1 2-4 0,3 1 4 0,5 0 10 16,-8-1 2-16,4-1 0 0,4 2-8 0,0 0-6 16,-7-2-10-16,7 2-1 0,0 0-13 0,0 0-6 15,-5-1-4-15,5 1-18 0,0 0-15 0,0 0-27 16,0 0-31-16,0 0-22 0,0 0-47 0,23 4-50 15,-18-4-67-15,3 0-244 0,1-3-520 0,2 2 231 16</inkml:trace>
  <inkml:trace contextRef="#ctx0" brushRef="#br0" timeOffset="32401.74">16217 3463 58 0,'0'0'142'0,"0"0"-10"0,0 0-9 0,0 0-12 0,-4-3-15 16,4 3-4-16,0 0-8 0,0 0-14 0,0 0-5 16,0 0-2-16,0 0-3 0,0 0 1 0,0 0-4 0,0 0 6 0,0 0-2 15,0 0 1-15,0 0-2 0,0 0-5 0,0 0-1 16,0 0-7-16,0 0 0 0,0 0-1 0,14-1 4 16,-3 1-2-16,2 0 4 0,10-3 0 0,5 3 22 15,8-2-1-15,2 0-8 0,17 1-3 0,4-2-2 16,-4 4-3-16,0-2-5 0,2 0-5 0,-21 1-4 15,1-1-3-15,-4 2-5 0,-2 0 6 0,-9-1-11 16,-3 1-6-16,-6 1-6 0,-3-2-23 0,1 1-21 16,-6-1-19-16,-5 0-9 0,13 2 1 15,-13-2 4-15,0 0-14 0,0 0-16 0,0 0-28 16,-35 5-31-16,17-4-20 0,-2 1-152 0,-9-4-334 16,7 4 148-16</inkml:trace>
  <inkml:trace contextRef="#ctx0" brushRef="#br0" timeOffset="32949.64">16145 3502 19 0,'-8'-2'278'16,"8"2"-19"-16,0 0-27 0,0 0-23 0,0 0-22 15,0 0-20-15,0 0-11 0,0 0-21 0,0 0-17 16,0 0-11-16,0 0-12 0,21 10-11 0,-11-6-8 16,1 2-7-16,4 3-6 15,2 1-6-15,2 0-8 0,6 4-3 0,2 0-3 16,0 2-6-16,3 0 0 0,0-2-2 0,-2 1-7 16,1-3 0-16,-1 1-4 0,0 1-1 0,-5-4-1 15,4-1-5-15,-9-5 0 0,0 4-2 0,-1-3-2 16,-5-2-1-16,0 3-1 0,-2-3 0 0,0-1-1 15,-5 1 2-15,3-3 14 0,-8 0 17 0,0 0 23 16,15 2 12-16,-15-2 8 0,5 1 3 0,-5-1 6 0,0 0-18 0,0 0 8 16,0 0-1-16,12 1-13 0,-12-1-9 0,0 0-6 0,0 0-9 15,0 0-22-15,0 0 14 0,0 0-9 0,5 5-29 16,-5-5-13-16,0 0-26 0,0 0-2 0,-4 10 2 16,-2 0 9-16,-2 6-7 0,-8 7 14 0,-2 2 1 15,-9 14 0-15,-4 0 7 0,-2 2-1 0,-3 4 5 16,2 1 1-16,-3-1 3 0,3 1-1 0,0-4 1 15,4-3 2-15,9-9-1 0,-1 1 1 0,4-2 2 16,-1-3-1-16,2 2 2 0,-2-3 0 0,5-2-8 16,0-2 12-16,3-4-3 0,3-2 0 0,-2 1 2 15,3-4 1-15,1-2-1 0,2 2 1 0,-1-3-4 16,-1 0 6-16,3-3-5 0,0 0 5 0,3-6 1 16,-6 8-8-1,6-3-10-15,0-5-19 0,-5 7-18 0,5-7-21 16,0 0-24-16,-5 8-20 0,5-8-26 0,0 0-32 15,0 0-69-15,0 0-195 0,0 0-471 0,0 0 209 16</inkml:trace>
  <inkml:trace contextRef="#ctx0" brushRef="#br0" timeOffset="33335.18">16131 4595 33 0,'0'0'209'0,"-10"0"-17"15,10 0-15-15,-8 1-15 0,8-1-10 0,0 0 0 16,0 0-7-16,-10 3-11 0,10-3-9 0,0 0-2 15,0 0-3-15,16 4-5 0,-3-4-7 0,9 0-9 16,11-2-11-16,9 0-9 0,16 2-8 0,8-4-10 0,24 4-3 0,2-4 3 16,-27 2 11-16,29-5 9 15,-28 3 0-15,24-1 2 0,-32-1-7 0,-3 1-10 16,-3 1-5-16,-16 1-4 0,-3 1 2 0,-1 1-14 16,-14-1-2-16,1 2 0 0,-5 0-2 0,-5-2-5 15,0 2 0-15,-2 0 0 0,-7 0-4 0,12-1-2 16,-12 1-6-16,5-1-15 0,-5 1-48 0,0 0-36 0,0 0-51 0,0 0-76 0,-24-10-304 15,12 7-548-15,1 0 243 0</inkml:trace>
  <inkml:trace contextRef="#ctx0" brushRef="#br0" timeOffset="36086.42">16293 5006 227 0,'0'-6'263'0,"0"1"-10"0,0 1-15 15,3-1-23-15,-3 5-15 0,1-7-23 0,-1 4-22 0,0 3-25 0,2-5-26 16,-2 5-25-16,0 0-16 0,0 0-8 0,0 0-5 15,0 21-8-15,-1-8-2 0,0 4-7 0,-3 1-4 16,3 3 2 0,-3 3-4-16,-1 2-4 0,1 1-1 0,0-1-5 0,3-1 1 0,-3 2-2 15,0-2-1-15,2 1 2 0,2-1-3 16,-3-5-2-16,3-1 1 0,0-2-3 0,-1-2 0 16,1-3 4-16,0 1-8 0,1-2 0 15,-1-3-1-15,-1-3 4 0,1 2 8 0,0-2 13 16,0-3 19-16,1 2 17 0,-1-4 25 0,-1 8 30 0,1-8 10 15,1 3 18-15,-1-3 4 0,0 0 6 0,0 0-17 16,5-12-14-16,2 4-8 0,-1-6-19 0,7-1-1 16,-3 1-21-16,5-3-4 0,5-7-7 15,-1 1-5-15,0 0-9 0,3 1-6 0,-1-2-7 0,2 0-2 0,2 2-16 0,-2 2 10 16,-3 1-5-16,2 2-5 0,-2 2-4 16,-5 3 2-16,1 0-5 0,-3 4 8 0,-4 0-28 15,0 0 18-15,3 2 1 0,-5 2-4 0,-1 0 3 16,-2-1-6-16,-1 3 0 0,0 0-4 0,1 1 1 0,-4 1-3 15,5-4-23-15,-5 4-16 0,0 0 5 0,4-3-14 16,-4 3-6-16,0 0-7 16,0 0 25-16,0 0-8 0,-19 12 7 0,7-5 5 15,-3 0 0-15,0 0 7 0,-2 2 3 0,2-1-12 16,0 0 13-16,4-3 5 0,0 1 8 0,-2-3-9 16,7 2 3-16,-2-1 6 0,3 0 0 0,-3 0-2 15,6-1 1-15,-2-3 3 0,4 0-2 0,-7 2 3 16,7-2-1-16,-2 3 3 0,2-3 2 0,0 0-4 15,-7 4 4-15,7-4-4 0,-2 2-2 0,2-2 0 16,0 0 4-16,0 0-10 0,0 0 4 0,0 0-4 0,0 5 7 16,5-2 0-16,-1 2-1 0,1 0 3 0,-1 2 0 15,2 2-1-15,8 4 0 0,-1 1 1 0,-3-2 3 16,4 3-5-16,-2-1 5 0,0 3 2 0,5 3 0 16,-2-3 3-16,2 2 0 0,-3-2-2 15,-4-2 0-15,4 0-1 0,-2-1-1 0,-2-2 2 0,0 0 5 0,-2-3-2 0,-3-1-1 16,3 1-5-16,-2-5 3 0,-3 1 10 15,1 1-14-15,-2-4 2 0,-2 2-1 0,4-1-1 16,-4-3 9-16,3 5-8 16,-3-5 5-16,2 3-2 0,1 1 2 0,-3-4 0 15,1 2-1-15,-1-2 0 0,0 0 15 0,0 0-5 16,0 0 12-16,4 1-14 0,-4-1-3 0,0 0-13 16,0 0 5-16,0 0-11 0,0 0 16 0,0 0-13 15,0 0 12-15,6 2-3 0,-6-2-14 0,0 0-15 16,0 0-19-16,0 0-16 0,0 0-22 0,0 0-23 15,0 0-25-15,0 0-33 0,0 0-34 0,0 0-6 16,0 0-48-16,-15 5-278 0,15-5-573 0,0 0 253 16</inkml:trace>
  <inkml:trace contextRef="#ctx0" brushRef="#br0" timeOffset="36324.62">17013 5187 242 0,'0'0'332'16,"3"-6"-30"-16,1 2-28 0,0 1-30 0,0-1-26 0,5 1-20 15,0-2-23-15,0 1-25 0,2 3-38 0,3-2-40 16,-1 1-44-16,5 0-46 0,-3 2-60 15,7 0-73-15,-5 0-199 0,0-3-380 0,1 3 169 16</inkml:trace>
  <inkml:trace contextRef="#ctx0" brushRef="#br0" timeOffset="36494.89">17093 5303 45 0,'-3'2'214'0,"3"-2"3"0,-3 3 0 0,3-3 0 15,-3 4-7-15,3-4-16 0,0 0-22 0,9 2-12 16,0-2-21 0,10 3-10-16,3-3-16 0,7 0-28 0,1 1-38 0,0-2-44 15,0 2-54-15,2-6-67 0,-2 1-215 0,-2 2-359 16,-2-3 159-16</inkml:trace>
  <inkml:trace contextRef="#ctx0" brushRef="#br0" timeOffset="36825.51">17688 5090 229 0,'0'0'235'0,"-5"-3"-20"0,5 3-16 0,-11 1-11 16,6 2-17-16,-2 1-13 0,-3 0-18 0,1 4-12 15,-1-1-14-15,-4 5-8 0,5-2-13 0,-1 4-8 16,1 0-9-16,1-1-3 0,6 0 16 0,-1-1 5 15,2 0 10-15,2-1 0 0,4 6 2 0,4-2 5 16,6-1-1-16,8 3-5 16,3-5-5-16,3-3-9 0,-3-1-7 0,3-5-8 0,1-1-4 15,-2-6-7-15,-10 3-6 0,1-6-2 0,-2 0-1 16,-1-4-5-16,-4-1 2 0,-3-1-18 0,-4 3 1 16,0-9-12-16,-5 2 0 0,-6 0-4 0,-4-6-7 15,-1 7-9-15,-9-7-13 0,-2 5-24 0,-6 3-35 16,-8 1-42-16,-18-3-49 0,-2 7-59 0,0 0-104 15,-10 1-184-15,6-1-548 0,6 2 242 0</inkml:trace>
  <inkml:trace contextRef="#ctx0" brushRef="#br0" timeOffset="38142.5">16837 3028 118 0,'0'0'143'0,"0"0"-3"0,4-2-12 0,-4 2-1 15,0 0-7-15,0 0-4 0,0 0-10 0,0 0-9 16,0 0-2-16,0 0-3 0,0 0-7 0,0 0-7 15,0 0-4-15,0 0-2 0,0 0-10 0,0 0 2 16,0 0-2 0,0 0 0-16,0 0 3 0,0 0 3 0,4-5 4 0,-4 5 2 15,0 0-12-15,0 0 0 0,0-5-4 0,0 2-10 16,0-1-2-16,0-2 0 0,0 0-4 0,1-3-8 16,1 1-6-16,-2-5-5 0,2 1 2 0,-4 0-3 15,4-2 1-15,-2 2-2 0,0-5-3 16,2 1 29-16,0 1-2 0,-4 2-6 0,2 1-3 15,-2 0-3-15,2 1-2 0,0 0-1 0,2 2-2 0,-4 2-2 0,0 1-1 16,0 2-3-16,1-4-10 0,-3 6-1 0,-3-1-11 16,-2 2 0-16,-4 2-4 0,-7 4 3 0,-10 6-2 15,-2 0 0-15,-5 4 3 0,-14 4 0 0,0 5 0 16,-3 0-3-16,-1 3 5 0,-1 0-4 0,6-2 3 16,-2 1-3-16,3-2 6 0,3-1-4 0,0-5 1 15,16-2 0-15,3-5 0 0,-1 0 1 0,7-5 1 0,2 1-3 16,5 0 3-16,1-5 3 0,4 1 1 0,-1-3 7 0,2 0 1 15,8 0 16-15,-10-5 7 0,2-2 6 16,7 0 1 0,-4-3-4-16,5 0-2 0,0-7-3 0,5-2 1 0,0 4-4 0,2-2-9 15,3 3-13-15,0-5 10 0,-1 4-1 16,10-6-18-16,-6 5 18 0,-1 2-10 0,3 5-2 16,-5 1 0-16,3 2-1 0,-2 3-6 0,5 0 1 15,-4 2-4-15,10 4 0 0,-3 1-2 16,8 4 3-16,1 7-6 0,2 2 3 0,-1 1-3 0,11 11-1 15,-12-8 16-15,-3 2-6 0,6 0 1 0,-3 2 2 16,-1 0-4-16,-4-3 5 0,-2-1-1 0,0-1-4 16,-4-8-18-16,-3 0-15 0,1-3-18 0,-1 0-15 15,-3-4-17-15,1-1-26 0,1-4-37 0,1-3-58 0,-4-2-53 16,-1-2-182-16,0-3-473 0,0 1 211 0</inkml:trace>
  <inkml:trace contextRef="#ctx0" brushRef="#br0" timeOffset="41416.9">17811 3737 56 0,'5'-12'208'16,"-1"0"-5"-16,0 5 0 0,0-3-8 0,-2 5-5 16,0 1-19-16,-1-2-21 0,3 3-15 0,-2-2-20 0,-2 2-30 0,0 3-8 15,0 0-8-15,3 10-12 0,-5 2-1 0,2 5-11 16,0 11-2-16,-2 3-1 0,-4-1-5 0,1 4-1 16,1 0-4-16,0 1-5 0,-4-1 0 0,4 1-2 15,-2-2-1-15,2-3 0 0,3 0-2 0,-3-4-2 16,0-1-6-16,3-5 3 0,1-5-5 0,-3-1 3 15,2-3-3-15,1-2 1 0,0-3-4 0,-1 1 11 16,1-2 25-16,-3-1 22 0,3 2 23 0,0-3 20 16,0-3 21-16,0 4 24 0,0-4 24 0,0 0 2 15,0 0-32-15,0 0-12 0,9-11-17 0,-2 3-16 0,-1-6-7 0,7 0-9 16,1-7-9-16,4 1-6 0,1-3-14 16,-1 1 0-16,0-1-11 0,2 0 0 0,-1 0-10 15,2 2-6-15,-5-2-10 0,5 1 7 0,-1 2-6 0,-3 2 2 16,-6 3-5-16,3 2-2 0,-3 2-10 0,-1 1 22 31,-4 1-5-31,-1 4 4 0,-1 1-4 0,0-1 0 16,0-1 0-16,-2 3-8 0,2 1-3 0,-4 2-9 15,4-5-15-15,-3 4-12 0,-1 1-21 0,0 0-3 0,0 0 8 0,-14 7 4 16,0 3 3-16,-4 1 4 0,-7 4 0 0,2 2 5 16,0-1-1-16,-2-1 8 0,3-1-4 0,6-3 5 15,0 3 6-15,0-1-1 0,2-2-1 0,4-4 6 16,1 1-3-16,1-1 1 0,3-2-7 0,1 1 9 15,1-3-4-15,0 0-2 0,-1-1 2 0,1 1-1 0,1 1-7 16,2-4 5-16,-1 7 4 0,2-5 3 0,-1 6 4 16,4-3 2-16,2 2-4 0,3 2-2 0,4 2 2 15,1 0 2-15,4 0-3 0,-1 0 7 0,8 4-6 16,2 0-26-16,-3-1-38 0,4 1-33 0,-1 1-40 16,2-1-44-16,-2 0-51 0,4-3-79 0,-5-1-245 15,0-1-603-15,4-2 268 16</inkml:trace>
  <inkml:trace contextRef="#ctx0" brushRef="#br0" timeOffset="41748.61">18483 4010 167 0,'0'0'204'0,"0"0"-18"0,0 0-11 16,0 0-17-16,0 0-15 0,0 0-15 0,17 0-12 0,-2 0-8 15,6 0-16-15,-1-2-1 0,8 2-8 0,4-1-14 16,4-1-2-16,2 1-6 0,11-2-9 0,-8 3-7 16,-3-2-16-16,13 2-15 0,-15-3-30 0,-3 2-42 0,-3-2-36 15,-4 0-44-15,-9 1-143 0,0-1-303 0,-10-1 134 0</inkml:trace>
  <inkml:trace contextRef="#ctx0" brushRef="#br0" timeOffset="42017.87">18679 3830 61 0,'-1'-3'290'0,"-2"-1"-10"16,3 4-14-16,0-6-28 0,0 6-21 0,0-5-25 15,0 5-22-15,3-2-26 16,-3 2-17-16,0 0-13 0,0 0-19 15,4 20-9-15,-1-7-7 0,1 6-8 0,-1-1-1 0,0 11-3 16,0-3-16-16,1 6-3 0,1-4-3 0,-1 2-4 16,1-1-1-16,1 1-3 0,-2-3-17 0,4-4-19 0,-2 2-19 15,0-6-25-15,0-1-25 0,-1-2-32 0,-3-4-48 16,2-2-61-16,-1-2-169 0,1-2-409 0,2-4 181 16</inkml:trace>
  <inkml:trace contextRef="#ctx0" brushRef="#br0" timeOffset="42396.37">19126 3834 1649 0,'10'-10'154'0,"-1"2"-12"0,-2 2-9 0,-2 1-23 15,0 0-23-15,-3 1-14 0,2 0-17 0,0 0-14 16,-1 1-11-16,2 3 3 0,-5 0 0 0,10 6-4 15,-2-2 1-15,0 6-2 0,2 5 4 0,-1-1-7 16,1 5 10-16,1 6-7 0,-2 1-6 16,1-2 0-16,-1 4-1 0,-5-3-3 0,1 4 1 0,-1-4 2 0,-1 2-7 0,-3-8 7 15,0-1-12-15,-3-3 4 0,3 1 0 0,-1-5-5 16,-2-3 0-16,2 0-2 0,-2-2 7 0,2-2 2 16,1 1 14-16,-1 1 28 0,-2-4 36 0,3-2-3 15,0 0-4-15,0 0-9 0,-9-13 13 0,4 5 0 16,4-2 11-16,1-2 0 0,1-4 4 0,4-2-15 15,0-8-5-15,3 0-13 0,1 0-5 0,1-4-11 0,3 2-2 16,1-1-23-16,1 0-19 0,2 2-14 0,0-1-18 16,2 4-23-16,-5 4-17 0,5 1-33 0,-5 6-37 15,-2 3-27-15,-3 1-37 0,2 2-56 0,-1 0-44 16,-2-4-239-16,-2 4-576 0,2 1 255 0</inkml:trace>
  <inkml:trace contextRef="#ctx0" brushRef="#br0" timeOffset="42650.16">19688 3506 202 0,'0'0'213'0,"0"0"-20"0,11 7-14 15,-5 1-12-15,3 8-4 0,-2 2-15 0,5 7-6 16,1 7-6-16,-4 2 1 0,2 21-11 0,-6 3-7 15,-2-1-6-15,-6 2-11 0,-7 0-9 0,0-3-9 16,-9-1-5-16,-3-6-3 0,-3-3-10 0,-4-2-11 16,-10-3-2-16,-1-5-11 0,-6-4-24 0,1-1-41 15,-7-4-41-15,1-3-38 16,-3-6-70-16,-6-3-220 0,3-1-422 0,-1-7 186 16</inkml:trace>
  <inkml:trace contextRef="#ctx0" brushRef="#br0" timeOffset="43097.18">17792 3405 132 0,'0'0'146'0,"0"0"-13"16,-9-1-10-16,1 3-2 0,-2 5-7 0,-8 3-6 0,-5 9-14 0,-4 4-9 15,-7 14-7-15,-2 6-5 0,2 4-8 0,-15 25-3 16,8 3-3-16,14-20 1 0,-3 22-7 0,12-18 4 16,6-2 12-16,7 3 13 0,5-5 4 0,8-3 0 15,7-4 4-15,11 2-6 0,8-7 0 0,11-1-9 16,27 9-4-16,-16-18-5 0,28 5-35 0,3-2-46 15,2-10-62-15,7-1-87 0,-4-10-192 0,-27-5-385 16,30-4 171-16</inkml:trace>
  <inkml:trace contextRef="#ctx0" brushRef="#br0" timeOffset="44099.78">20719 3601 178 0,'6'-9'162'0,"-1"2"4"0,-1-1-5 16,-2 1-3-16,1 0 2 0,-1-1-4 0,0 1-8 0,-2 1-8 15,-2 1 17-15,2-2-15 0,-5 3-9 0,1-5-21 16,-2 6-8-16,-5-1-11 0,-1 1-10 0,-7 2-8 16,-1 4-7-16,-1 0-5 0,-6 2-6 0,-1 6-13 0,1 0-1 15,5 4-10-15,-5-2 1 0,3 8-2 0,1 0-6 16,0-4-1-16,4 3-2 0,1 5-1 15,0 0-2-15,4 2-3 16,5 1 0-16,2-8 0 0,0 2-3 0,3-4 0 16,3 0 2-16,2-1 15 0,2-4 2 0,1-2 8 15,0 2 7-15,2-4 2 0,0-2 14 0,2 0 6 16,2-3 7-16,-2-1 3 0,2-2-7 0,3-1 25 16,0-2-4-16,-2-4 7 0,6 0-8 0,-2-2-1 15,1-4-1-15,-2-5-7 0,5 0-3 0,1-2-27 16,-6-3 13-16,4 0-12 0,-4-2 0 0,3 4-1 0,-3-3-11 15,1 2-1-15,-5 5 8 0,-1 1 0 0,0 1 2 16,-2 5-7-16,-2 0 6 0,-1 3-9 0,0 1 1 0,-3-1-13 16,4 1-13-16,-4 1 2 15,2 3-21-15,-3 1-18 0,1-4-20 16,-1 4 4-16,0 0 2 0,0 0-18 0,-5 17 29 16,1-5 4-16,0 0-2 0,2 3-1 0,-1 1 11 0,2 3 1 0,0 5 5 0,2-6-7 0,3 2 3 15,3-3 11-15,2 1-3 0,8 2-15 0,3-1 18 16,7-2-8-16,5-3-44 0,4-5-33 0,-3 1-51 15,8-5-58-15,-4-3-66 0,1-2-100 0,-2-2-238 16,-4-3-645-16,0-5 286 0</inkml:trace>
  <inkml:trace contextRef="#ctx0" brushRef="#br0" timeOffset="44772.55">21255 3660 36 0,'0'0'313'16,"-1"-5"-11"-16,1 5-14 0,0-6-25 0,0 6-24 15,0-4-24-15,0 4-25 0,0 0-21 0,1-3-16 16,-1 3-24-16,0 0-13 0,0 0-12 0,0 0-8 15,-1 20-13 1,1-8-8-16,-7 2-8 0,3 11-5 0,-1 1-2 16,-5 3-10-16,1-4-2 0,0 2-4 15,-1-1-4-15,-3 1-7 0,5-3-1 0,3 2-4 0,-2-7 0 16,2 0 3-16,-2-1-11 0,3-1 3 0,0 0-7 16,1-5 3-16,-1-4-5 0,1 4-2 0,2-7 1 15,0 1 1-15,0 0 6 0,-1-2 36 0,1-2 26 16,1 3 26-16,0-5 21 0,-1 3 23 0,1-3 15 0,0 0 19 15,0 0-9-15,0 0-27 0,15-13-12 0,-7 4-13 16,3-3-11-16,4-2-13 0,0-1-10 0,6-3-11 0,2-3-12 0,-1 0-6 16,1 1-8-16,1-1-7 0,-2 1-4 0,0 1-4 15,-3 0-5-15,1-1-3 0,-7 10-1 0,-4 0-1 16,1 2-2-16,-5 1-4 0,1 2-2 0,0-1 2 16,-5 3-2-16,3-2-4 0,1 1-2 0,-1 1-4 15,-3 1 0-15,2-1-8 0,-3 3-1 0,1-4-14 16,-1 4-9-16,0 0-10 0,0 0-12 0,0 0 4 15,0 0 0-15,-9 11 8 0,0-4 0 0,-1 3 5 16,-3-2 5-16,-1 4-2 0,1-1 7 0,-3 0-5 16,2 0 6-16,0-1 6 0,3-2-1 0,2 0 0 15,1 1-3-15,2-6 2 16,1 3 6-16,0-2-13 0,0 0 3 0,0-1 13 16,5-3-1-16,-5 4 1 0,1-2 1 0,4-2 5 15,-1 4-7-15,1-4 4 0,-3 3-3 16,3-3-2-16,-1 4-1 0,1-4-1 0,1 6 2 15,2-2 4-15,2 4-5 0,0 0 5 0,4 4-1 0,4 0-4 16,-1 1 6-16,1 3 1 0,5 1-16 0,0 3 17 16,1-1 0-16,-3 2 1 0,-2-6-2 0,1 0-34 0,-1 0-49 0,-1-1-60 15,-3 0-74-15,0-2-69 0,-1 0-99 0,-5-2-331 16,1-6-772-16,-1-1 341 0</inkml:trace>
  <inkml:trace contextRef="#ctx0" brushRef="#br0" timeOffset="47128.44">22199 3488 96 0,'3'-5'160'16,"3"0"-6"-16,1 0-16 0,2-1-13 0,1 2-13 15,1 0-5-15,3 1-13 0,0 2-10 16,6 1-1-16,0 1-12 0,-1 2-7 0,-1 3-6 0,-1 2-7 15,-2 2-6-15,0 1 10 0,-2 2-12 0,0 6-4 16,-5-3-3-16,1 2-7 0,-4 5-4 0,1 3 1 0,-6-2-1 16,-1 2-5-16,-6-1-1 0,1 4 3 0,-2-3-2 15,-7 1-2-15,1-2 3 0,-4-2 0 0,3 0-1 16,-6 0 4-16,3-5 0 0,3-4-5 0,-3-1-1 0,5-2 6 16,-1-2 6-16,2-1 1 0,1-3 4 15,1 1 10-15,4-1 17 0,1-2 14 0,-1 0 25 16,4-2 26-16,-2 2 29 0,4-3 26 0,-5 1 12 0,5-1-19 0,0 0-31 15,2-18-15-15,6 3-15 0,1 1-18 0,9-10-8 32,1 1-11-32,2-2-5 0,0-3-5 0,14-8-9 0,-10 11-13 0,2-2 1 15,0 1-2-15,-1 0-11 0,-1 2-2 0,-2 2 0 16,-4 1-5-16,-5 8-10 0,0 3-1 0,-6 2 6 16,-3-1-1-16,0 5-14 0,2 0-14 0,-6-3-14 15,5 5-23-15,-3-1-9 0,-3 3 6 16,0 0 3-16,0 0 3 0,-10 17 14 0,2-8-5 15,0 3-2-15,2 4 10 0,-3 0 2 0,5 1-2 0,3 0-4 16,2 3-3-16,4 5-4 0,8-4-7 0,1 2-20 16,9 0-27-16,4-8-40 0,5 2-55 0,2-6-81 15,6-4-247-15,-7-3-556 0,4-4 246 16</inkml:trace>
  <inkml:trace contextRef="#ctx0" brushRef="#br0" timeOffset="47807.66">22968 2988 101 0,'3'-3'228'0,"-2"-1"-23"16,-1 4-23-16,3-4-20 0,-3 4-21 0,0-2-12 16,0 2-19-16,0 0-8 0,2 12-12 0,1-1-3 15,-2 5-11-15,-2 1-3 0,-2 9-12 0,2-2-3 16,-3 4-3-16,0-2-6 0,1 2-2 0,-1-3-5 0,0 3-4 0,-2-1-3 31,3 0-3-31,-1-3-1 0,2-4-3 0,0-2-3 0,-3 0 0 16,0-1-5-16,3-6-2 0,0 0 4 0,1-2-8 0,1-1 5 0,0-4 28 15,0 2 30-15,-2-2 28 0,2-4 23 0,0 5 25 16,0-5 34-16,0 5 26 0,0-5-5 16,0 0-22-16,7-12-19 0,-2 3-16 15,4-5-16-15,0 0-15 0,5-3-17 0,0-4-8 16,4-1-7-16,-1-1-10 0,2 0-8 0,0-2-7 15,2 1-12-15,-2 0-3 0,-3 2-5 0,-2 6-2 0,-1 1-4 16,1 4-2-16,-5-4-8 0,0 6 1 16,0 3 1-16,-4-1 1 0,-1 2-5 0,0 2-5 15,-3-3-1-15,3 0-4 0,-3 2-4 0,2 3-2 16,-3 1-23-16,0 0-20 0,4-4-23 0,-4 4-16 0,0 0-3 0,0 0 5 16,0 0-5-16,-12 12 12 0,1 0 13 0,-1 1 8 15,-5-1 0-15,2 1 8 0,-2 0 6 0,-2 4 0 16,-1 1 3-16,7-7 5 0,3 1 3 0,0-3-4 15,2 1 2-15,0-5 6 0,3 3-2 0,-1-4 6 16,2-1-5 0,3 1 6-16,-2 2-6 0,1-2 5 0,2 1 4 15,0-1 3-15,2 1 1 0,5 3-6 0,0 1 4 16,6 1 2-16,1 1 6 0,4 0 3 0,5 3-6 0,-1 1-4 16,2-1-5-16,-1 1-29 0,1-1-28 0,-6-3-47 15,5 1-48-15,3 2-53 0,-7-6-90 16,-1-1-254-16,0-5-604 0,-3 0 267 0</inkml:trace>
  <inkml:trace contextRef="#ctx0" brushRef="#br0" timeOffset="48161.43">23510 3238 126 0,'0'0'231'0,"-5"-1"-19"15,5 1-11-15,0 0-19 0,0 0-18 0,-5 0-14 16,5 0-20-16,0 0-9 0,0 0-8 16,0 0-15-16,0 0-6 0,0 0-3 0,0 0 2 15,0 0-5-15,-4-3-4 0,4 3 33 0,0 0-9 16,0 0-12-16,0 0-12 0,24-5-5 0,-5 4-9 15,2-1-5-15,11 0-8 0,5-5-5 0,0 6-4 16,4-4-4-16,11 1-4 0,1-3-1 0,-15 4-8 16,12-1 1-16,-12-1-5 0,-4 1-7 0,-4 2-13 15,-2-3-14-15,-10 1-11 0,-4 2-25 0,-1 1-17 16,-8-1-29-16,-1-2-43 0,0 2-48 0,-4 2-35 0,-13-6-181 16,4 1-432-16,-5 1 192 0</inkml:trace>
  <inkml:trace contextRef="#ctx0" brushRef="#br0" timeOffset="48361.93">23739 3076 163 0,'-3'-4'293'0,"3"4"2"0,-3-5-5 16,3 5-10-16,0 0-25 0,0 0-19 0,-4-4-23 16,4 4-25-16,0 0-18 0,0 0-25 0,0 0-30 15,0 0-11-15,0 0-10 0,-5 12-7 0,2 0-9 16,3 1-11-16,0 4-7 0,4 8-4 0,-3-1-5 15,0 3-2-15,3 1-3 0,1 1 0 0,1-2-9 16,1 2-1-16,1-2-22 0,-2 0-25 0,-1-8-37 0,2 0-27 0,-3-1-41 16,3-1-37-16,-4-7-81 0,-1 1-239 15,2-6-510-15,0 0 226 0</inkml:trace>
  <inkml:trace contextRef="#ctx0" brushRef="#br0" timeOffset="48747.25">24333 2942 115 0,'7'-3'297'0,"-4"1"-26"0,1-1-28 0,-4 3-28 0,8 0-11 16,1 3-21-16,0 1-8 0,1 4-20 0,5 6-9 0,2 5-10 15,-2 3-10-15,3 4-13 0,-2-3-12 0,-1 4-7 16,-1 3-2-16,-4 4-12 0,-5-2-3 16,4-1-9-16,-4-1-5 0,-2 0-4 0,-3-3-6 15,0-6-5-15,-3-4-3 0,1 0-8 0,-1-5 1 16,-1 1-5-16,-2-6 0 0,2 1 6 0,-2-2-3 0,-1-5-2 0,1-1 19 31,-5-1 15-31,4-5 17 0,-2-2 20 0,0-3 15 0,4-2 6 16,1-6-7-16,0-6-1 0,8-1-12 0,3-2-10 15,4-3-5-15,2 0-18 0,7-14-2 16,-2 14-5-16,16-13-11 0,-1 5-32 0,1-3-40 16,-1 6-47-16,-10 13-44 0,1 3-69 0,-8 8-87 0,-2-2-137 15,-4 6-225-15,-2-2-678 0,-3 2 300 0</inkml:trace>
  <inkml:trace contextRef="#ctx0" brushRef="#br0" timeOffset="51471.85">3160 8078 12 0,'-4'0'161'0,"4"0"-5"0,-9-3-10 16,9 3-4-16,-6-2-6 0,6 2 3 0,-6-2 3 0,6 2-8 15,0 0-7-15,-3-2-5 0,3 2-13 0,0 0-7 16,0 0-7-16,0 0-10 0,0 0-7 0,0 0-7 16,0 0-7-16,0 0-3 0,-7-2-9 0,7 2-5 15,0 0-6-15,0 0-5 0,0 0-1 0,0 0-2 16,0 0-4-16,0 0 0 0,0 0-1 0,0 0 3 0,0 0-8 15,0 0-3-15,0 0-4 0,0 0 1 0,0 0 8 16,0 0-15 0,0 0-3-16,0 0 0 0,0 0 3 0,0 0-3 15,0 0 5-15,26 3-2 0,-8-4 3 0,11-2-1 16,8 1 3-16,0-1 0 0,20-2 1 0,2-2 2 16,5 0 0-16,1 1 2 0,26-2 0 0,-31 4 0 15,0-5 2-15,-1 2-6 0,-3 1-1 0,-6 1 3 16,-9 2-4-16,-5-1-3 0,-7 3-4 0,-10 1-17 15,-1-6-23-15,-5 6-28 0,-2 0-36 0,-3 0-23 0,-4 2-30 0,-4-2-54 16,0 0-163-16,0 0-399 0,-22 5 177 0</inkml:trace>
  <inkml:trace contextRef="#ctx0" brushRef="#br0" timeOffset="51699.7">3694 7885 267 0,'0'-6'301'16,"0"2"-4"-16,-3-1-14 0,3 3-17 0,0 2-29 15,0-7-19-15,0 7-26 0,0 0-27 0,0 0-40 0,0 0-15 16,0 0-9 0,0 0-14-16,-6 26-6 0,1-6-6 0,-3 6-10 15,0 4-8-15,3 3-5 0,-4-1-4 0,3 3 3 16,2-1-9-16,-4 1-27 0,2 1-36 0,2-2-40 15,0-2-48-15,3-2-62 0,-1 0-292 0,5-4-500 16,5-11 221-16</inkml:trace>
  <inkml:trace contextRef="#ctx0" brushRef="#br0" timeOffset="52185.03">4694 7670 314 0,'1'-6'306'0,"3"3"-17"16,-2-1-19-16,0 0-14 0,-1 1-25 0,2-1-22 16,-3 4-23-16,1-1-23 0,-1 1-19 0,0 0-13 0,0 0-17 0,0 0-16 15,5 7-13-15,-2 1-8 0,-3 3-11 0,0 7-7 16,0-1-5-16,-4 2-8 0,3 1-1 0,-3 6-9 16,0-1-1-16,2 0-3 0,-4 2-4 0,3 0-1 15,-4-2-4-15,4 0-4 0,-3 1 25 0,3-7-3 16,0 0-9-16,0-2-1 0,1 0 2 0,0-5-6 15,1-1-3-15,1-1-1 0,-1-2-4 0,-1-2 1 16,2-1 2-16,-2 1-7 0,2-3 7 0,0 3 1 16,0-6-3-16,0 5 1 0,0-5-3 15,5 3 2-15,0-3 2 0,3 2-2 0,4-2 1 16,4-3-16-16,3 1 11 16,12-1-2-16,-5-3-27 0,2 3-25 0,0-2-34 15,0-3-43-15,0-1-47 0,-2 1-54 0,3-1-80 0,-10 0-202 16,2-1-539-16,-5-1 239 0</inkml:trace>
  <inkml:trace contextRef="#ctx0" brushRef="#br0" timeOffset="52369.67">5058 7873 64 0,'0'0'304'0,"-2"-3"-6"16,2 3-16-16,0 0-14 0,-5-5-23 0,5 5-24 15,0 0-25-15,0 0-24 0,0 0-16 0,-8 13-14 0,3-1-15 16,-4 12-9-16,-2 2-13 0,-1 4-6 0,3 2-8 15,-1 3-9-15,1 1-9 0,-4 9-6 0,3-10-5 16,1 13-1 0,5-15-22-16,2 0-33 0,0-2-40 0,-2 3-34 15,2 4-56-15,2-6-87 0,-5-3-263 0,6-4-513 16,0-11 228-16</inkml:trace>
  <inkml:trace contextRef="#ctx0" brushRef="#br0" timeOffset="55590.75">5604 7574 66 0,'0'0'147'0,"0"0"-11"0,0 0-7 0,0 0-2 16,0 0-11-16,-9-1-12 0,9 1-1 0,0 0-17 16,0 0-5-16,0 0-9 0,0 0-2 0,0 0-7 15,0 0-3-15,23-6 1 0,-9 4-11 0,14-3 2 0,5 1-6 16,5 0-2-16,12-4-1 0,3 0-7 16,1 1 5-16,1 2-3 0,-5 0-7 0,-11 0-3 15,2-2 2-15,-4 6-4 16,-2-2-3-16,-5 0 4 0,-3 3-14 0,-9-1-19 15,-4 1-31-15,-4 1-20 0,-5 1-11 0,-2-2-17 16,-3 0-43-16,0 0-134 0,-18 5-283 0,0-1 126 16</inkml:trace>
  <inkml:trace contextRef="#ctx0" brushRef="#br0" timeOffset="56091.89">5600 7633 70 0,'0'0'180'0,"0"0"-24"15,0 0-12-15,0 0-13 0,0 0-6 0,0 0-13 16,0 0-1-16,0 0-21 0,18 14 5 0,-9-5-9 16,5 2-6-16,3 2-8 0,-2-2-5 0,13 6-2 15,-1 3-8-15,0-2-3 0,2 1-1 0,-3-2-8 16,2 1 0-16,4-1-7 0,-4 1-5 0,1-1-4 15,-2-1-2-15,0 1-2 0,1-3-4 0,-5-2 0 16,-5-4-4-16,0 1-1 0,-4-2 0 0,-4-2-2 16,2 0-1-16,-6-1-1 0,-1-2-1 0,1 1 3 0,-2 1-4 0,2-2 1 15,-4-1 6-15,2 1 0 0,-4-2 1 0,4 2-6 16,-4-2 4-16,2 3-2 0,-2-3-5 16,-2 10 2-16,-3-2-1 0,-6 6-1 0,-5 8-1 0,-2 2-1 15,-5 5 4-15,-8 9-5 0,-2 0-2 0,0 0 6 16,3 1-5-16,-3 1-3 0,5 2-1 15,1-1 6-15,3 3-5 0,5-14 3 0,0-2-1 0,2 1-1 0,0 0-1 16,2-2 6 0,2-3-5-16,4-6 0 0,3 0 1 0,1-1-2 0,1-4 8 0,-1-2 7 15,2-1 5-15,2-1 7 0,0-3 0 0,-1-2-1 16,2 3 8-16,-3-4-1 0,4 1 7 0,-1-4 5 16,-1 5-5-16,1-5 0 0,-1 3 1 0,1-3-12 15,0 0 6-15,-3 5-10 0,3-5-3 16,0 0-12-16,0 3-21 0,0-3-28 0,0 0-27 15,0 0-33-15,5 5-37 0,3-5-36 0,-8 0-237 16,12 0-440-16,0 0 195 0</inkml:trace>
  <inkml:trace contextRef="#ctx0" brushRef="#br0" timeOffset="56445.93">5751 8835 137 0,'-6'0'166'0,"1"1"-8"0,-1 1 5 0,6-2-4 15,-7 0-1-15,7 0-4 0,-7 2-2 0,7-2-14 16,0 0-12-16,0 0-11 0,0 0-13 15,0 0-9-15,29-5-7 0,0 1-11 0,5-1-7 16,19-2-4-16,2 2-10 0,5-3-9 0,5-1-3 0,-1-1-3 16,27-2-2-16,-29 5 5 0,2-2 8 0,1 1 9 0,-6 3 6 15,0-5-8-15,-18 6-3 0,-4-1 0 0,-1 2-5 16,-7-1-2-16,-6 3 2 0,-4-4 2 0,-6 3 3 0,-3 1-1 16,3-2-5-16,-7 3 1 0,1-1-5 15,-2 1-5-15,0-2-2 0,-5 2-6 0,9-2-23 16,-9 2-24-16,0 0-27 0,5-1-33 0,-5 1-53 15,4-2-125-15,-4 2-206 16,0 0-496-16,0 0 220 0</inkml:trace>
  <inkml:trace contextRef="#ctx0" brushRef="#br0" timeOffset="59367.68">7645 7861 22 0,'2'-9'197'0,"0"-3"-17"0,-2 2-3 0,-2-1-7 16,4-1-7-16,-2 4-4 0,0-3-11 0,-2 1-7 15,1 3-5 1,0-1-11-16,-2 2-13 0,1-2-9 0,-1 3-11 16,-2-2-7-16,0 2-12 0,2 1-1 0,-2 0-14 0,-3 0-8 0,0 4-7 15,-4 0-7-15,2 2 1 0,-3 1-5 0,-5 4-2 16,-1 1-8-16,-6 5-3 0,3 2 1 0,0 3-2 16,-1 0-4-16,4 2-3 0,1-1-2 0,3 3 2 15,-1 0 3-15,5-1-7 0,3-1 3 0,2-3-7 16,-2 2 2-16,5-1-4 0,2-1 7 0,0-1 0 15,2-3 0-15,0-1-2 0,3-1 0 0,3-1 1 16,-5-1 7-16,5-1 5 0,-2-3 8 0,5 0 10 16,-1-1 9-16,0-1 12 0,4-3 6 0,-3 0 11 15,0-2 7-15,2-1 7 0,-3-2 1 0,2 1 0 16,-2-2 14-16,1-2-11 0,-1-1 11 0,4-2-8 16,-3-1-3-16,2-3-5 15,-3 3 1-15,-3 1-18 0,1-1 0 0,0 1 4 16,-1 1-6-16,2 0-3 0,-3 1 0 0,-1 0-6 15,0 4 9-15,-3-2-18 0,3 1 0 0,0 2-6 16,-3 1-9-16,2-2-3 0,-2 2-6 0,-1 3-6 16,1-4-7-16,-1 4-13 0,4-3-25 0,-4 3-12 0,0 0-16 0,0 0 6 15,0 0-6-15,3 11 13 0,-3-5 0 0,0 4 8 16,-3 0 2-16,3 2 11 0,0-3-6 0,0 2 0 16,0 2 7-16,0-2-4 0,0-1 5 0,0-1 2 15,0-2 3-15,3 2 2 0,-2-4-3 0,-1 3 9 16,4-3-6-16,0 2 7 0,1-3 8 0,4 1 3 15,4-2-3-15,6 1 0 0,9 0-15 0,2-4-36 16,2-2-43-16,4-1-44 0,-1-3-50 0,-2 4-70 16,-1-5-100-1,-3-1-194-15,-2-5-590 0,-1-1 261 0</inkml:trace>
  <inkml:trace contextRef="#ctx0" brushRef="#br0" timeOffset="59991.48">8052 7919 215 0,'2'-5'311'16,"-1"-1"-10"-16,2-2-7 0,0 3-8 0,-2-3-15 15,3 3-20-15,-2 0-21 0,-1 0-15 0,-1 1-19 16,4-2-23-16,-3 2-15 0,0 3-20 0,-1 1-18 16,0 0-11-16,3-5-24 0,-3 5-31 0,0 0-22 15,0 0-1-15,0 0-5 0,0 0 2 0,1 16-8 16,-2-6-5-16,-4 6-1 0,1 1 1 0,1 1-1 0,-3 2-7 16,-3 3 5-1,0 2-5-15,0 0-2 0,3-7 6 0,-2 0-2 16,6-1-3-16,-5 0-3 0,2-2 5 0,4-4-1 15,-2-3 6-15,-3-1-12 0,6 0 1 0,-4-1-2 16,4-1 6-16,-1 0 17 0,1-3 18 0,0-2 26 16,-3 7 22-16,3-7 29 0,0 0 11 0,0 0-12 0,0 0-10 0,0 0-9 15,18-9-12-15,-9-3-7 0,3 4-9 0,2-6-3 16,0 0-9-16,4-4-4 0,2-3-5 0,-1 1 0 16,0-1-14-16,1 1-2 0,-1 1-1 0,-5 4-6 15,-1 1 2-15,-2 1-6 0,-2 6 0 0,-4-2-5 16,3 2 5-16,-4 1-5 0,-2 2 0 0,2-2-2 15,1 4-5-15,-1-1-4 0,-4 3-3 0,1-4-9 16,-1 4 5-16,4-3-32 0,-4 3-1 0,0 0-5 16,0 0 5-16,0 0 0 15,0 0 0-15,-14 12 3 0,5-6 0 0,0 1 4 16,-4 1-1-16,4 1 5 0,0-2 3 0,-1 1 1 16,3 1-16-16,0-2 13 0,1 1-1 0,-2-2 2 15,2 1 11-15,3-4-12 0,-1 2-13 0,2 0 14 16,2 0-3-16,-3-2 4 0,2 1 3 0,2 4-4 15,2-3 8-15,-2 3-2 0,4 0 3 0,0 1-7 16,4-1 17-16,3 6-8 0,4-3 5 0,1 1-2 0,7 3-33 0,-5-4-32 16,7 1-40-16,2 1-46 0,-1-1-56 0,2-1-83 0,-1-1-314 15,0-2-662-15,-6-2 294 0</inkml:trace>
  <inkml:trace contextRef="#ctx0" brushRef="#br0" timeOffset="60831.7">9076 7694 26 0,'0'0'193'0,"4"-3"-10"0,-4 3-11 0,1-2-16 16,-1 2-14-16,0 0-13 0,0 0-13 15,4-3-15-15,-4 3-7 0,0 0-13 16,0 0-10-16,0 0-4 0,0 0-5 0,0 0-9 0,0 0-8 0,0-4-2 16,0 4-2-1,0 0 0-15,0 0-10 0,0 0-4 0,0 0-1 16,0 0-1-16,0 0-8 0,0 0 7 0,0 0-6 0,0 0-3 0,0 0 6 0,0 0 4 0,0 0 4 16,0 0 3-16,0 0 8 0,0 0 4 0,0 0 4 15,0 0 8-15,0 0-1 0,4-4-1 16,-4 4-1-16,0 0-1 0,1-4 1 0,-1 4 1 0,5-2-1 15,-5 2-4-15,0 0-5 16,4-1-4-16,-4 1-3 0,5-3-3 0,-5 3 1 16,9 0-13-16,-9 0 3 15,14 3-7-15,-6-3-3 0,1 3-2 0,2 1-6 0,-1 4 1 16,5-1-1-16,0 3 1 0,-4-1-3 0,2 4 2 16,-1 2 6-16,-1 1-10 0,-1 2 2 0,1 3 0 15,-5-2-2-15,0 2 1 0,-2 2 1 0,-7 4 0 16,2-4-2-16,-5 3 0 0,-2-7-3 0,-1 6-1 0,-1-9 3 0,-3 1-2 0,2 0 4 15,-3-3-4-15,2-2 1 0,-2-1-1 0,3 2 1 16,-1-7 2-16,2 0 2 0,0 0 0 0,1-1 3 16,0-2 11-16,4 0 16 0,1 0 40 0,0-2 9 0,4-1 16 15,0 0 10-15,-10-3-9 0,6-1 15 16,4-2-11-16,0-2-17 0,5-4-7 0,3-2-2 16,1-4-13-16,6-4-5 15,2-2-5-15,2 2-9 0,0-5-3 0,4 1-15 16,0-2-7-16,3 4 6 0,-1-1-5 0,-6 4-4 15,3 4-3-15,-7 3-3 0,-4 4-6 0,-2 2 0 16,0 1 0-16,-3 1 5 0,0 2-8 16,-1 1-8-16,-2 1-19 0,1-1-29 0,-2 2-25 15,-2 1-13-15,0 0 6 0,0 0 2 0,4 9 13 16,-6-1 7-16,-1 4 6 0,-2 3 7 0,1 2 4 0,0 1 4 0,0 3 5 0,3-3 1 16,0 1 5-16,3 5 4 0,2-5 1 0,3-1 4 15,0 0 4-15,11 3-13 0,2-4-14 0,2-3-26 16,7-5-48-16,1 3-51 0,5-7-79 0,-1-4-247 15,3-1-537-15,-4-2 237 0</inkml:trace>
  <inkml:trace contextRef="#ctx0" brushRef="#br0" timeOffset="61570.5">9753 7311 229 0,'3'-4'284'16,"-3"4"-9"-16,1-5-10 0,3 2-14 0,-4 3-8 16,1-4-8-16,-1 4-41 0,3-4-16 0,-3 4-18 15,1-3-20-15,-1 3-12 0,0 0-17 0,0 0-14 0,1-3-20 16,-1 3-7-16,0 0-27 0,0 0-7 16,0 0-2-1,4 15-7-15,-4-4-2 0,-1 1-5 0,-2 4-2 16,2 2-2-16,-3 2-2 0,-1 6-1 0,0 3-1 15,1-5-3-15,-4 2 2 0,3-1 0 0,0 1-2 16,1-1 0-16,2-5 2 0,-2-2-4 0,0-1 1 16,0-5 2-16,3-2-5 0,-2 0 4 0,2-4-1 0,-1 0 1 0,2 0 4 15,0-2 17-15,0 0 28 0,-2-1 27 0,2-3 41 16,0 6 26-16,0-6 21 0,0 0 19 0,0 0 5 0,0 0-10 16,0 0-16-16,8-10-18 0,-2 2-12 0,7-4-17 15,-3-3-17-15,2 1-7 0,7-7-13 0,-1 0-9 16,6-1-7-16,-1-2-9 0,-1 1-9 0,0-1-4 15,2 4-8-15,-5 3-3 0,1 0-3 0,-4 2-1 16,-6 4-6-16,4-5-3 0,-6 9-2 0,1-2-4 16,-3 5-1-16,-2 0-3 15,2-2 0-15,-3 2-5 0,2 0-3 0,-2 3-8 16,-2-3-16-16,-1 4-17 0,4-4-16 0,-4 4-14 16,3-3-15-16,-3 3 0 0,0 0 5 0,0 0-1 15,-17 12 14-15,5-7 9 0,-3 7 6 0,-2-3 1 16,3 3 6-16,0 1 0 0,-4-1 7 0,8 1 4 15,-4-1-5-15,2 0 10 0,5-3-4 0,-2 0 0 16,3-1 3-16,-1-1 2 0,3-2 4 0,0 0-7 0,0 0 9 0,1-1 9 16,0 2-15-16,2-2 8 0,0 0 3 15,1 0-15-15,1 1 15 0,0 3 5 0,3-4 1 16,2 2-3-16,1 2 8 0,2-1-3 0,6 3 2 0,-1-1 15 16,1 1-18-16,3 0-17 0,4-1-48 0,5 0-39 15,-3 3-44-15,4-2-53 0,-8-3-67 0,1-2-121 16,-2 0-220-1,-1-1-663-15,0-1 294 0</inkml:trace>
  <inkml:trace contextRef="#ctx0" brushRef="#br0" timeOffset="61855.56">10364 7464 61 0,'0'0'243'0,"0"0"-10"0,-5 1-12 0,5-1-11 16,-4 2-13-16,4-2-17 0,0 0-19 0,0 0-16 0,14 1-14 0,-1-1-10 0,6-1-17 16,9 1-4-16,0 1-11 0,4 1-10 0,1-2-7 15,3 1-11-15,4-1-2 0,-3 2-9 0,4-3-3 16,-7 3-6-16,-1-1-19 0,-4 2-22 0,-8-3-22 15,-3 1-27-15,1-1-30 0,-6 0-28 0,0-1-36 16,-5 1-58-16,-6-4-137 0,-2 4-366 0,0 0 162 16</inkml:trace>
  <inkml:trace contextRef="#ctx0" brushRef="#br0" timeOffset="62118.61">10512 7399 265 0,'-1'-6'274'0,"0"2"-5"0,1-2-7 0,0 1-1 0,0 5-12 16,1-7-2-1,-2 4-22-15,1 3-16 0,1-7-21 0,-1 7-18 16,0-4-25-16,0 4-13 0,0 0-25 0,0 0-10 0,0 0-14 16,0 0-14-16,10 11-9 0,-7-7-8 0,2 9-7 15,1-2 9-15,-1 5-18 0,3 1-4 0,0 8-4 16,-1-1 2-16,1 1-4 0,2 0 19 15,-1 4-17-15,-1-3-27 0,1-1-5 0,-3-5-29 0,-1-2-23 16,2 0-29-16,-2-1-28 0,-4-3-21 0,3 2-38 16,0-5-42-16,-2-5-266 0,-2-1-520 0,4-2 230 15</inkml:trace>
  <inkml:trace contextRef="#ctx0" brushRef="#br0" timeOffset="62479.7">10962 7286 148 0,'8'-7'288'15,"3"2"-11"-15,-2 1-18 0,-2-1-18 0,3 1-18 16,-4 1-23-16,4 2-16 0,3 1-18 0,-4 3-13 16,4 0-15-16,-3 4-10 0,3-2-13 0,-3 3-11 15,4 5-14-15,-2-2-6 0,0 5-8 0,-1-1-11 16,-4 1-3-16,0 2-6 0,0 0-2 0,-3 0-9 15,-3 1 2-15,1-1-10 0,-2-2-7 0,-2-5-3 0,1 2 1 16,-1-3 0-16,-1 1-8 0,0-3 3 0,1-1-5 16,0-1 0-1,2-2 0-15,-2 1 2 0,1-2 18 0,1-3 31 16,-3 4 40-16,3-4 31 0,0 0 9 0,0 0-18 16,0 0-13-16,-1-12-11 0,2 3 1 0,2 0-4 15,0-2-9-15,3-6-9 0,1-1-10 0,4-4-8 16,5-1-5-16,-3-1-15 0,4-3-10 0,2 3-27 15,0 1-26-15,3 2-31 0,-3 0-40 0,3 0-24 0,-6 8-42 16,-2 0-48-16,2-1-52 0,-4 4-62 0,-1 3-329 0,1 3-695 16,-1-4 308-1</inkml:trace>
  <inkml:trace contextRef="#ctx0" brushRef="#br0" timeOffset="62757.04">11565 7333 215 0,'0'0'260'15,"0"0"0"-15,0 0-13 0,0 0-17 0,0 0-23 0,0 0-17 0,0 0-12 16,22-1-25-16,-9 0-10 0,6-2-20 0,0 3-12 15,10-4-12-15,7 1-10 0,-4 0-12 16,4 1-4-16,1-1-8 16,0 1-7-16,0-2-18 0,1 1-20 0,-2 1-24 0,1-1-24 15,-7-1-30-15,-2-1-34 0,-8 0-39 0,-1-1-35 16,-6 4-62-16,-4-3-128 0,-1 0-385 0,-6 0 171 0</inkml:trace>
  <inkml:trace contextRef="#ctx0" brushRef="#br0" timeOffset="62992.56">11789 7214 76 0,'-4'-4'288'16,"4"4"-1"-16,-3-4-6 0,3 4-14 0,-2-4-16 16,2 4-24-16,0 0-16 0,-3-2-23 0,3 2-21 15,0 0-17-15,0 0-19 0,0 0-27 0,0 0-15 16,0 0-12-16,0 0-10 0,2 20-13 0,-1-8-7 15,-1 5-4-15,1 1-3 0,0 9 3 0,3-3-11 16,-2 4-1-16,-1-2 1 0,5 5-2 16,-1-5-34-16,-1 0-31 0,0 2-35 0,-1-4-30 15,-1 5-41-15,-1-9-59 0,2-4-245 0,0-5-480 16,0 0 213-16</inkml:trace>
  <inkml:trace contextRef="#ctx0" brushRef="#br0" timeOffset="63257.86">12320 7138 197 0,'4'-9'395'15,"1"3"-13"-15,-1 0-18 0,0 1-32 0,-3 1-29 0,4 2-24 16,-5-4-26-16,4 5-35 0,-4 1-20 0,3-4-39 15,-3 4-38-15,0 0-23 0,2 11-14 0,-2-2-12 16,3 17-11-16,-3 1-4 16,-3 7-9-16,2 0-10 0,-3 13-27 0,0 1-27 15,-1-12-45-15,0 12-52 0,0-13-47 0,0 12-80 16,-2-15-274-16,4-3-556 0,0-8 247 0</inkml:trace>
  <inkml:trace contextRef="#ctx0" brushRef="#br0" timeOffset="65463.92">13125 7832 183 0,'0'0'183'0,"0"0"-15"0,0 0-12 0,0 0-11 16,0 0-6-16,0 0-7 0,0 0-15 15,-7 1-9-15,7-1-8 0,0 0-8 0,0 0-7 16,0 0-10 0,0 0-4-16,0 0-8 0,0 0-8 0,0 0 0 0,0 0-6 0,0 0-2 15,0 0-3-15,0 0-5 0,0 0 0 0,0 0-3 16,0 0-3-16,0 0 2 0,0 0-3 16,0 0 1-16,0 0-2 0,0 0 0 0,0 0-1 0,0 0-1 15,0 0 0-15,0 0-1 0,-4 3-3 0,4-3-3 16,0 0 0-16,0 0-1 0,0 0 2 15,0 0-4-15,0 0-1 0,0 0-1 0,0 0 1 16,0 0 0-16,0 0 2 0,0 0 1 0,0 0-2 0,0 0 0 16,0 0-3-16,0 0 1 0,20-5-4 0,-4 4-1 15,13-2 1-15,2-2-3 0,2 0-2 0,9 1-2 0,11-2-3 16,4-1 3-16,2 2-1 0,-3-1-2 0,3 0 5 16,-2 1-3-16,1 2-4 0,-7 1 4 0,-13 0-2 15,-2-2-14-15,-3 3-16 0,-6 0-22 0,-5 1-31 16,-8 1-36-16,-3-1-42 0,2 0-57 0,-9-1-161 15,-4 1-406-15,0 0 179 0</inkml:trace>
  <inkml:trace contextRef="#ctx0" brushRef="#br0" timeOffset="65711.61">13501 7649 42 0,'-3'-13'307'16,"2"5"-15"-16,0-3-13 0,0 5-13 0,1 1-16 15,0 1-23-15,0-2-21 0,-3 2-30 0,3 4-20 16,-1-3-31-16,1 3-15 0,0 0-12 0,-6 19-6 16,-2-2-9-16,-4 12-9 0,2 3-10 0,-3 2 3 15,2 11-12-15,-2 0-6 0,5-12-5 0,3 2-37 0,0 2-32 0,1-2-42 16,0-2-33-16,4 4-37 0,3-8-53 0,-2 0-235 15,2-10-461-15,-2-3 203 0</inkml:trace>
  <inkml:trace contextRef="#ctx0" brushRef="#br0" timeOffset="66410.75">14831 7383 60 0,'4'-6'244'0,"1"1"-8"0,-1 3-14 15,1-1-19-15,-1-4-10 0,0 4-20 0,0 2-18 16,-2-2-18-16,-2 3-15 0,5-2-9 15,-5 2-17-15,0 0-12 0,5 6-5 0,-5 3-9 16,2 2-8-16,-4 3-2 0,0 3-9 0,-5 3 0 16,-1 5-6-16,-1 4-2 0,-2-1 3 0,-3 2-12 15,3 0 0-15,-1 0-8 0,1-1-1 0,1-2-3 16,2-3 0-16,-1 2-3 0,5-9-3 0,-1-1-3 16,4-6 4-16,-2 2-1 0,3-2-3 0,0-2 0 15,0-1 1-15,3 2 3 0,-2-4 6 0,7 1 6 0,3 1 1 0,1-2-1 16,8-1-2-16,9 1 8 0,2-3-13 0,1-2 0 31,0 0-2-31,0 0-6 0,1-2-7 0,-5-1-20 16,0 0-17-16,-8 1-16 0,-1-3-16 0,-3 1-9 0,-3 0-10 0,0-1-10 15,-3-1-3-15,-1 1-10 0,-1-3 3 0,-3 1 3 16,1-1 22-16,-3 2 21 0,-2 2 11 16,-1-4 15-16,0-1 10 0,0-2 19 0,0 2 14 15,0-1 16-15,0 2 23 0,0-1 15 0,0 2 14 0,0-2 7 16,0 3 6-16,-1-2 11 0,1 2 1 0,1 2 12 15,-1 0-10-15,0 0-8 0,0 4-13 0,-1-5-13 16,1 5-13-16,0 0-18 0,0 0-20 16,0 0-3-16,-8 12-2 0,3 3-2 0,0 3-4 0,-4 7 1 15,0 5 2-15,0 1-4 0,0 4-2 0,-2 12 6 0,-1 0-22 16,3-2-35-16,2-10-44 0,-2 0-62 0,-2 14-62 16,6-18-292-16,-4-1-543 0,2-14 240 0</inkml:trace>
  <inkml:trace contextRef="#ctx0" brushRef="#br0" timeOffset="67080.92">15975 7113 152 0,'0'0'183'0,"-3"-3"0"0,3 3-12 16,0 0-17-16,-3-4-12 0,3 4-6 15,0 0-15-15,0 0-12 0,0 0-13 0,-2-3-5 16,2 3-10 0,0 0-9-16,0 0-8 0,0 0-7 0,0 0-5 0,0 0-3 15,21-3 4-15,-1 2-1 0,11-2-7 0,2 1-3 16,7-1-10-16,11-2 6 0,5 1-6 0,0 0-8 16,0 0 1-16,-2 2-4 0,-17 1-4 0,-1 0-8 15,-3 0-20-15,-6 0-15 0,-5 1-23 0,-11 1-28 16,-1 0-12-16,-5-1-10 0,-5 0-41 0,0 0-162 15,-15 4-328-15,-1 0 146 0</inkml:trace>
  <inkml:trace contextRef="#ctx0" brushRef="#br0" timeOffset="67544.07">15911 7195 178 0,'-8'0'191'0,"8"0"-18"0,0 0-18 16,0 0-15-16,-4 4-20 0,4-4-7 0,2 7-15 16,-1 1-13-16,2-1-1 0,1 5-14 0,2 3-7 0,-1 2-5 0,4 0-1 15,0 1-5-15,4 5-3 0,3-1-6 0,5 2-3 16,-2-2-5-16,1 0-4 0,3-2-2 0,3 0-5 16,-3-1 2-16,4-1-2 0,0-1 0 15,-2-3-2-15,3-2-5 0,-10-5-2 0,4 2 2 16,-2-2-2-16,-3-3-2 0,5-1 4 0,-6 1-5 0,-2-3-2 15,-1 1 7-15,-1-2 22 0,-5 0 19 0,0 0 18 16,0 0 15-16,-7 0 7 0,12 0-1 16,-10-2-4-16,-2 2-9 0,8-1 4 0,-8 1-20 15,0 0-10-15,8 1-17 0,-8-1-25 0,0 0-9 0,0 7-1 16,-5 0 0-16,-4 7 0 0,-6 11-1 0,-5 3-1 0,-2 1 1 16,-7 13-4-16,-3 1 3 0,0-2 0 0,0 4 1 15,0 1-2-15,4-1 1 0,-3-3-2 0,2 0 0 0,1 0 1 31,10-11-1-31,-4-2 2 0,7 2-1 0,2-3 0 16,-1-2 2-16,1-4-2 0,6-4 1 0,0 0-3 16,0-1 4-16,2-6-2 0,1 0 1 0,0-1-1 15,1 0 2-15,1-3-2 0,0-1 0 0,1 0 1 0,0-2 5 16,0 1-14-16,-1-3-6 0,1 4-10 0,0-2-14 16,1-4-18-16,-3 3-24 0,3-3-21 0,0 0-18 15,-3 4-47-15,3-4-4 0,0 0-27 0,0 0-176 0,0 0-399 16,7 3 177-16</inkml:trace>
  <inkml:trace contextRef="#ctx0" brushRef="#br0" timeOffset="67860.47">15933 8468 103 0,'-4'2'254'0,"0"-2"-5"16,4 0 3-16,-6 4-9 0,6-4-22 0,0 0-23 0,0 0-20 0,20-4-18 15,10-2-17-15,4-2-16 0,17-2-9 0,8 0-16 16,6-1-10-16,27-7-10 0,1 3-5 0,-1 2-9 16,-1 2-8-16,-3-1-4 0,-24 3-1 0,1 1 3 15,-5-3-6-15,-1 6-2 0,-20 0-5 0,-7 1-6 16,-4-2-3-16,-9 5-4 0,-6 0-2 15,-2-4-1-15,-2 5-6 0,-3-2 0 0,3 1-22 0,-4 1-11 16,-1-1-10-16,-4 1-36 0,0 0-34 0,0 0-45 16,-18-7-57-16,7 6-268 0,-2 1-496 0,0 0 220 15</inkml:trace>
  <inkml:trace contextRef="#ctx0" brushRef="#br0" timeOffset="70218.78">17972 7219 19 0,'-5'-8'163'0,"1"4"-19"15,-6-1-20-15,1 2-6 0,0-1-19 16,-5 1-10-16,1 3-9 16,-7 3-11-16,-7 4-3 0,-2 1-7 0,3 4-5 0,-1 5-1 15,-1 0-13-15,1 1-4 0,-1 2 3 16,1 2-6-16,2 0-5 0,2 2 4 0,2 3-3 15,2-1-5-15,1-2-1 0,0 0 2 0,8-1-4 16,-3 1 1-16,7-7 10 0,2 1 4 0,0 2 8 0,4-3 5 16,0 0-4-16,0-5-1 0,4-3-3 0,0 0-3 0,-1 0 2 15,3-4 19-15,1 1 11 0,4-3 6 0,-1-2 7 16,3-2 4-16,-3-1-3 0,9-3-7 0,-2-5 1 16,-1 0 1-16,0-1 4 0,2-3-5 0,-3 3-2 15,4-8 2-15,-5 5 0 0,4-6-4 0,-5 4-6 16,2-5-4-16,-2 5 2 0,-3 0 1 0,-1 1 6 15,-1 0 5-15,1 2 2 0,-4 4 0 0,-1 0-3 0,-2 3-4 16,1 0-5 0,-2 2-7-16,4 0-12 0,-3 1-2 0,-2 3-30 15,2-6-24-15,1 3-9 0,-3 3-33 0,0 0-11 16,0 0 4-16,0 0 4 0,1 12 8 0,-2-5 2 16,2 3 1-16,-1 2 11 0,0 5 2 0,6 0 4 15,1-1 4-15,-1 1 5 0,9 7 1 0,2-3 6 16,7 4 4-16,3-5-21 0,-1-2-31 0,3-1-34 15,2-2-45-15,1-5-62 0,0 1-299 0,-2-8-537 0,0 0 238 0</inkml:trace>
  <inkml:trace contextRef="#ctx0" brushRef="#br0" timeOffset="70788.61">18292 7474 129 0,'1'-4'306'0,"0"-3"-10"0,0 0-20 0,2 1-14 16,-2 2-17 0,2-2-15-16,-1 1-15 0,1 2-15 0,-3-1-30 15,1 0-18-15,-1 4-20 0,3-4-25 0,-3 4-28 0,0 0-14 16,0 0-10-16,0 0-11 0,4 12-3 0,-3-3-5 15,-1 3-8-15,-1 3 7 0,-2 3-13 0,1 2-1 16,-4 7-4-16,0-2 1 0,0 3-1 16,-2 0 0-16,2-3-6 0,0 0 3 0,0 0-4 0,2-8 1 0,2 1 2 15,-2-3-7-15,0-5-1 0,4 2 6 0,-1-6-6 16,0 2 5-16,-1-2-1 0,1-2 15 0,2 1 22 16,-1 0 22-16,0-5 33 0,-2 4 39 0,2-4 31 15,0 4 28-15,0-4 18 0,0 0-8 0,0 0-22 0,10-8-19 16,-1-3-12-16,1 0-20 0,3-4-17 15,7-3-11-15,1-2-15 0,2-5-8 0,-3 4-9 16,3-2-9-16,-1 4-8 16,-3 1-5-16,-1 6-6 0,-5 0-6 0,1 1-3 15,-5 4-3-15,-2 0-9 0,0 2 3 0,-5 1-5 16,5 1-7-16,-3 0-10 0,-2-2-8 0,-2 5-18 16,4-4-18-16,-4 4-15 0,3-1-15 0,-3 1-8 15,0 0 4-15,0 0 5 0,0 0 6 0,-9 9 6 0,0-2 9 16,-3-3 3-16,-2 9 7 0,0-3 0 15,1 3 3-15,4-5 3 0,-5 3 0 0,5-3 7 0,0 0 5 0,0 0-6 16,3-1-4-16,2-2 2 0,0 1-2 0,-1 0-5 0,1-1 8 0,1 1-2 16,0 0-1-16,3 0 3 0,0 1 3 0,1 3 2 15,4-2 4-15,3 9 5 0,1-4 1 0,5 3 1 16,1 2 8-16,7 2-49 0,4-2-51 0,-3 1-55 16,-2 2-55-16,1-2-81 0,0-1-411 0,-3-1-760 15,-4-7 336-15</inkml:trace>
  <inkml:trace contextRef="#ctx0" brushRef="#br0" timeOffset="72592.45">19683 7150 204 0,'-1'-8'198'0,"1"0"-3"0,0-2-13 0,0 3-16 0,1 1-20 0,4 1-13 0,-1-3-14 15,3 0-11-15,0 2-12 0,2 1-12 0,1 0-6 16,2 5-10-16,-1 0-5 0,2 3-9 0,0 2-3 16,4 4-5-16,-2 3-1 0,-1 2-9 0,-2 3-3 15,3 4-1 1,-5 3-7-16,3 1 0 0,-4 3 0 0,-5 0-3 15,-2 0 2-15,-2 1-5 0,-4-1 0 0,-2 1-3 16,-2 0 2-16,-2-3-1 0,-3 3-3 0,1-2-1 16,-3-2 1-16,-2 0-1 0,1-2 6 0,0-2-5 15,4-8 1-15,-2 2 1 0,5-2 3 0,1-5 2 16,2-1 1-16,-3 3-4 0,1-4 7 0,5-3 21 16,1 3 24-16,-3-3 15 0,2-1 32 0,2 3 32 0,1-5 29 0,-5 1 26 15,5-1-1-15,0 0-19 0,0 0-21 0,10-21-16 16,3 5-17-16,5-4-14 0,3-3-14 0,2 0 1 15,2-5-14-15,10-6-21 0,2-2-22 0,0 1-15 16,-2 0-11-16,3 3-10 16,-13 4-5-16,1 1-4 0,-4 2 2 0,-3 7 2 15,-8 4-3-15,0-2 9 0,-3 9-3 0,-1-2-4 16,-3 5-11-16,-2-1-8 0,4 0-10 0,-4 1-39 16,0 2-31-16,-2 2 9 0,0 0 9 0,0 13 2 15,-2-3 23-15,-2 4-4 0,0 3 1 0,0 3 12 16,-1 5 2-16,1-5 3 0,4 4 7 0,4 1 4 15,1-6-2-15,7 5-10 0,4 2-16 0,7-4-23 16,4-2-32-16,2-1-44 0,5-1-80 0,3-10-330 16,15 4-611-16,-15-9 270 0</inkml:trace>
  <inkml:trace contextRef="#ctx0" brushRef="#br0" timeOffset="73279.25">20488 6684 270 0,'4'-6'264'0,"-3"-1"-12"0,2 3-9 15,0-1-18-15,-1 0-23 0,-1 1-20 0,1 1-22 16,-2 3-16-16,3-2-19 0,-3 2-21 0,0 0-16 16,0 0-11-16,0 0-10 0,4 12-10 0,-4-2-6 0,0 6-4 0,-2 1-4 15,-5 3-6-15,4 5-2 0,-1 4-4 0,0-2 1 16,-3 1-3-16,3 1-4 0,-3-3-7 0,3-1 3 15,-1-1 0-15,2-6-3 0,1 0-1 16,-1-1-5-16,1-1 3 16,0-6-2-16,1-3-2 0,0-1 3 0,0 1 0 15,1-3 29-15,-2-1 25 0,2 2 27 0,0-5 50 16,-3 4 20-16,3-4 22 0,-2 2 25 0,2-2 19 16,0 0-13-16,0 0-27 0,9-13-16 0,-1 5-21 15,2-8-16-15,7-5-11 0,-2-2-14 0,3 0-14 16,4-4-6-16,-4 2-12 0,3 0-9 0,2 2-9 15,-2 2-4-15,-2 0-7 0,-4 8-6 0,-1-2-6 16,-1 5-3-16,-3 0-1 0,-2 3-9 0,-3 0 2 16,0 0-3-16,-2 3-8 0,2 1-1 0,-1 0-1 0,-2-1-11 0,-2 4-20 15,5-3-16-15,-5 3-24 0,0 0-21 0,0 0-8 16,0 0 8-16,0 0 7 0,-16 13 13 0,3-2 3 16,-11 4 5-16,1 3 8 0,-2 2 1 0,1-1 5 15,1 0 5-15,1 1-1 0,4-1 2 0,1 1 2 16,4-4 5-16,1 0 1 0,3-4 3 0,3-1 1 15,1 0-3-15,1-2 8 0,-1 0-5 0,4 0 4 0,-2-1 1 0,3 2 0 32,3 0 0-32,2-1 6 0,2 1 1 0,2 0 4 0,9-1 3 0,0 3-1 15,6 0-6-15,7-1-19 0,-3-1-51 0,5-1-44 16,-1-2-41-16,0 2-52 0,0-1-54 0,0-2-96 16,-4-2-285-16,2-1-698 0,-3-3 309 0</inkml:trace>
  <inkml:trace contextRef="#ctx0" brushRef="#br0" timeOffset="73540.92">21106 6940 61 0,'-6'-1'257'0,"6"1"-17"0,-7 0-15 0,7 0-1 15,0 0-6-15,0 0-9 0,-6-3-13 0,6 3-19 16,0 0-15-16,0 0-19 0,0 0-14 0,19-8-13 16,-6 8-11-16,5-1-14 0,13-5-4 0,1 4-10 0,0-1-10 15,5-1-7 1,-1-1-6-16,1 0-6 0,3 2-15 16,0-1-17-16,-4 4-25 0,-3-6-22 0,-3 2-34 15,-11 3-27-15,-4-5-39 0,-1 1-39 0,-6-1-247 0,-3 4-450 16,-4-4 199-16</inkml:trace>
  <inkml:trace contextRef="#ctx0" brushRef="#br0" timeOffset="73772.69">21316 6779 41 0,'-4'-5'271'0,"2"2"-3"16,1-1-5-16,-1 1 1 0,2 3-3 0,-1-8-17 15,0 4-14-15,1 4-17 0,0 0-9 0,-2-4-38 0,2 4-16 16,-2-3-15-16,2 3-20 0,0 0-15 0,0 0-12 15,0 0-13-15,0 0-10 0,5 19-6 0,-1-9-7 0,-2 5-12 16,1 0 6-16,0 5-8 0,-1 5-2 0,4 1-2 16,-2 2-15-16,0 0-18 0,1-1-6 0,-1-1-38 15,-1 1-25-15,-1 0-42 0,0-3-24 0,-2-4-33 16,1-2-62-16,-2-7-225 0,-1-1-491 0,2-2 216 16</inkml:trace>
  <inkml:trace contextRef="#ctx0" brushRef="#br0" timeOffset="74157.92">21756 6662 233 0,'5'-7'297'0,"-1"2"-19"0,1 1-23 0,-1 1-25 15,-2-2-25-15,3 5-23 0,-5 0-22 0,11 0-15 16,-4 3-16-16,1 2-9 0,2 3-13 0,2 5-7 15,-1 2-10-15,5 7-4 0,0 2-10 0,-6 0-5 16,-2 1-4 0,1 2-7-16,-3 3-5 0,1 1-7 0,-6-4-4 0,0 1-6 0,-2-8-3 15,1 0-3-15,-4-3-5 0,4-3 4 16,-4-2-3-16,3-2-5 0,-4-1 0 0,5-3-1 16,-1 0 11-16,-2-1 24 0,2-2 26 0,1-3 30 15,-4 3-2-15,4-3 4 0,0 0 11 0,-5-8 17 16,2-1 4-16,-1 1 6 0,3-3 2 0,1-6-3 15,0-1-8-15,4-7-2 0,0-2-12 0,2 2-11 16,7-4-8-16,-4 3-14 0,3-1-11 0,4 2-8 16,-4 2-9-16,-2 6-8 0,-3 1-6 0,2 3-7 0,1 0-5 0,-3 4-28 15,1-1-35-15,-1 3-40 0,1 1-46 0,2 0-56 16,-1 1-37-16,0 3-38 0,-1 2-36 0,-2 2-42 16,1 0-66-16,-5 1-308 0,2 1-745 15,-3 1 329-15</inkml:trace>
  <inkml:trace contextRef="#ctx0" brushRef="#br0" timeOffset="74674.92">22626 7368 40 0,'0'0'244'0,"0"0"-2"0,0 0 0 0,0 0-8 16,-1-6-5-16,1 6 0 0,0 0-3 0,0 0-15 16,0 0 0-16,0 0-15 0,0 0-15 0,0 0-21 0,0 0-15 0,0 0-15 15,19 5-10-15,-7-10-12 0,7 4 0 0,2 0-31 16,11 1-20-16,1-3-20 0,2 3-28 0,2 0-21 16,2-1-22-16,1-1-28 0,1 1-29 0,-1 1-32 15,-2 0-44-15,-1-1-52 0,-5 1-236 0,-1-5-493 16,-10 3 219-16</inkml:trace>
  <inkml:trace contextRef="#ctx0" brushRef="#br0" timeOffset="74859.42">22792 7507 239 0,'-5'0'265'0,"1"3"13"0,4-3-4 16,0 0-7-16,0 0-25 0,0 0-22 0,0 0-24 0,31-4-23 15,-5 0-17-15,8 1-32 0,2-1-44 0,16-1-45 16,3 1-43-16,3 1-55 0,4 1-59 16,1-1-86-16,-1-3-150 0,0 1-389 0,-1-1 172 15</inkml:trace>
  <inkml:trace contextRef="#ctx0" brushRef="#br0" timeOffset="75284.83">24486 7106 88 0,'0'-3'256'15,"-1"-1"-15"-15,2-1-9 0,2 1-13 0,-3 4-15 16,0-6-18-16,0 6-19 0,0-5-16 0,0 5-17 15,-3-5-10-15,3 5-16 0,0 0-14 0,-10 0-8 16,1 5-7-16,-1 0-10 0,-8 4-9 0,-7 4-2 16,-2 4-10-16,-2 2-6 0,-2 2-5 0,-9 9-3 0,10-5-6 0,-8 7 0 15,12-7-5-15,0-1-3 0,5 1 0 0,2 0-1 16,2-2-3-16,4 1-1 0,0 0 6 0,9-7 17 16,2 1 10-16,3 1 12 0,3-3 13 0,3 1 17 15,6-2 25-15,6-1 14 0,9 2 11 0,6-3 10 16,5-5-12-16,16-3 7 0,0-1-4 0,-1-9-1 15,-2-2-1 1,-12 0-10-16,-3 0-2 0,-1-6-5 0,-3-2 1 0,-2 0-10 16,-3-3-11-16,-3-3-10 0,-3 1-11 0,-3-5-4 0,-1 2-12 0,-10-5-19 15,-2 2-15-15,-6-2-30 0,-4 0-56 0,-11 2-72 16,-7 2-69-16,-28-1-58 0,-8 6-90 0,-29-8-421 16,-4 13-828-16,27 2 367 0</inkml:trace>
  <inkml:trace contextRef="#ctx0" brushRef="#br0" timeOffset="105701.24">3310 10926 153 0,'0'0'197'0,"0"-8"-4"0,0 4 1 0,0-1 0 16,0 0-8-16,0-2 0 0,2 2-8 0,-2-2-1 0,0 2 4 0,0 3-2 15,0-2-13-15,0-2-11 0,0 2-11 0,0 4-14 16,0-4-9-16,0 4-9 0,0-7-14 0,0 7-16 16,0 0-19-16,1-3-29 0,-1 3-35 0,0 0-32 15,0 0-7-15,0 0 4 0,-3 21 3 16,0-2 2-16,-3 8 1 0,0 7 4 0,-5 10 1 0,2-9 1 15,-5 14 8-15,2-2-3 0,4-13 5 0,-2 3 2 16,5-4 2-16,-3 0 2 0,2-1-3 0,3-2 1 16,-1-4 4-16,1 2 3 0,0-10-4 0,3-1 4 0,-1-4 0 0,1-1 3 15,-3 0 3-15,2-3-3 0,1-4 3 0,0 3 0 16,0-5 15-16,0 1 9 0,0 1 7 16,0 0 4-16,0-5 6 0,-2 6-2 0,2-6-1 15,0 1-1-15,0-1-11 0,0 0-37 0,0 0-33 16,2-12-39-16,-2 7-54 0,1-7-50 0,2 0-250 0,-3 0-468 15,1-5 208 1</inkml:trace>
  <inkml:trace contextRef="#ctx0" brushRef="#br0" timeOffset="106001.67">3253 10897 75 0,'-4'-3'206'16,"4"3"-6"-16,0 0-11 0,0 0-17 0,0 0-14 15,-4-2-15-15,4 2-14 0,0 0-16 0,0 0-10 16,0 0-9-16,22-3-9 0,-4-1 2 0,11-1 1 16,7 5-4-1,3-3 5-15,14-2 2 0,5 0-7 0,-1 1-2 0,1 1-6 16,-5-4-7-16,-14 7-5 0,-2-3-6 0,-3-1-10 15,-1 3-4-15,-6 0-5 0,-8 0-1 0,-2 1-8 16,-7-1-17-16,2 2-18 0,-5-1-21 0,-3 0-17 16,2 0-14-16,-6 0 4 0,3 3 3 0,-3-3-12 0,-10 7-28 0,0 1-37 15,-7-1-61-15,-1 3-154 0,0-3-370 16,0 5 164-16</inkml:trace>
  <inkml:trace contextRef="#ctx0" brushRef="#br0" timeOffset="106449.43">3253 11465 36 0,'-4'3'155'16,"4"-3"-4"-16,-4 1-13 0,4-1-10 0,0 0-2 15,-6 2-10-15,6-2-6 0,-3 2-1 0,3-2 4 16,0 0-6-16,0 0-8 0,0 0-9 0,0 0-3 0,0 0-8 0,0 0-11 15,17 0 1-15,-3-1-1 0,4-2 3 0,11-1-7 16,2-1-2-16,3 1 1 0,7-1-2 0,12 1-1 16,-2-1 0-16,-15 2-8 0,-2 0-4 0,-1 2-2 15,0-4-7-15,-12 4-3 0,2-3-3 16,-5 4-1-16,-5-2-5 0,-2 2-3 0,1 0-5 0,-6-1-1 16,0 1-10-16,0 0-14 15,-6 0-9-15,7-3-12 0,-7 3-8 0,0 0-22 16,0 0-25-16,0 0-45 0,-24 4-44 15,11-2-188-15,0-2-389 0,0 1 173 0</inkml:trace>
  <inkml:trace contextRef="#ctx0" brushRef="#br0" timeOffset="106881">3331 11246 75 0,'0'0'172'0,"0"0"-18"0,0 0-4 0,0 0-10 0,0 0-12 16,0 0-10-16,0 0-7 0,0 0-5 0,-4-3-13 0,4 3-14 15,0 0-8-15,0 0 0 0,0 0 9 0,0 0 9 0,26-1-1 16,-9-1-6-16,5 0 3 0,10-2 13 16,1-1-3-16,7 1 5 0,12-4-2 0,-1 3-9 15,-11-1-3-15,-3 0-10 0,-1 3-6 0,-3 0-8 16,1-1-6-16,-8 0-5 0,-5 1-4 0,-1 0-5 0,-10 2-7 15,2 1-1-15,-1-1-3 0,-3-2-6 16,-3 2-1-16,2 0-3 0,-7 1-14 0,7 0-16 16,-7 0-17-16,0 0-16 0,0 0-6 0,4 5-43 15,-4-5-30-15,0 0-52 0,-9 5-249 0,0-1-457 16,4 1 203-16</inkml:trace>
  <inkml:trace contextRef="#ctx0" brushRef="#br0" timeOffset="107551.18">4633 11123 43 0,'0'0'298'0,"0"0"-17"0,0 0-15 16,0 0-20-16,2-4-22 0,-2 4-24 15,0 0-20-15,0 0-19 0,0 0-21 0,0 0-13 0,0 0-18 16,0 0-26-16,0 0-17 0,0 0-16 0,0 0-4 0,3 13-10 16,-4-5 0-16,1 3 0 15,-3 0-10-15,3 5-2 0,-4 2 0 0,-1 0-5 16,1 2-1-16,-1 3 0 0,1-3 1 0,2 0-3 16,-3-3-4-16,1 1-1 0,-1 0-2 0,4-1 1 15,-3 0-2-15,3-4 0 0,-2-2 1 0,3 0-1 16,-1-5-1-16,-1 1-1 0,1 0 0 0,0-2 0 0,1-1 5 0,0-4 22 0,0 6 20 0,-2-4 18 15,2-2 17-15,0 5 24 0,0-5 19 0,0 0 21 16,0 0 18-16,0 0-12 0,0 0-14 0,0 0-16 16,7-14-16-16,-2 3-10 0,-1-3-17 0,5-3-28 15,-2-7-22-15,2-2-25 0,0 0-11 0,-2-2-15 16,-1-1 3-16,-2 0-15 0,-3 0-15 0,-1 4 4 16,-1-1-1-16,-2 7 6 15,-2 0 3-15,0 1 1 0,-4 4 1 0,-2-3 1 16,-1 5 5-16,-4-1-3 0,0 6 2 0,-3 0 0 15,-1 3 6-15,-1 3 1 0,-7 1-3 0,4 3 3 16,-3 5 0-16,7-4 3 0,0 7 0 0,4-2-3 16,-1 2 3-16,3 1-13 0,1 1-13 0,2 1 3 15,3 1 0-15,3 0 0 0,5 1 7 0,1-1 4 16,7 0 4-16,6 0 2 0,8-1 3 0,9-1-15 0,1-2-33 16,7-2-43-16,12-2-56 0,3-6-78 0,-17-1-269 15,2-1-553-15,1-1 245 0</inkml:trace>
  <inkml:trace contextRef="#ctx0" brushRef="#br0" timeOffset="108670.33">4947 11081 285 0,'3'-3'353'15,"-2"-2"-9"-15,-1-1-13 0,1 3-14 0,2 0-21 16,-3 3-21-16,1-4-27 0,2-1-28 0,-3 5-22 16,0 0-22-16,1-2-26 0,-1 2-10 0,0 0-13 15,0 0-51-15,0 0-25 0,0 0-4 0,0 0-19 16,5 9-1-16,-5-4-7 0,0 6-2 0,0 0 8 15,1 6-11-15,-1-1-4 0,0 1 2 0,0 3 3 16,-1-2-7-16,1 0 0 0,0 0 2 0,0-2-4 16,0-3 3-16,0-1 0 0,1-3-4 0,2 0 0 15,-2-3 1-15,-1 0 6 0,0-2-6 0,3 0 15 16,-3 0 26-16,0-4 29 0,-3 4 37 0,3-4 27 16,0 0-3-16,0 0-17 0,0 0-9 0,13-8-13 15,-4 0-11-15,0-4-7 0,-1 3-10 0,1-4-5 0,2-3-17 0,2-1-19 16,-2 0-15-16,2 0-1 0,-3 1-4 0,0 3-6 15,-2 2 9-15,-1 3-11 0,-4 2 0 0,1-1-2 16,-1 3-7-16,3-1-15 0,-6 2-21 0,3 1-26 16,-3 2-29-16,0 0 3 0,0 0 11 0,10 2 12 0,-5 4 8 0,-1 3 6 15,3 0 0-15,0 2 10 0,2 2 3 16,6 0 2-16,1-1 3 0,7 5 1 0,2 0-9 0,6-2-14 16,1-4-8-16,0 0-7 0,2-5-10 0,1 1-2 15,-2-2-1-15,-1-1 8 0,1-2 4 0,-2-5 7 16,0-1 4-16,-10 0 9 0,-2-3 5 15,-2 1 5-15,-2-3 13 0,-4 0 18 0,-2-1 12 16,-2-1 29-16,-2-1 8 0,-2-1 1 0,-2 4 3 0,-2-5 0 16,-1 3 1-1,-1 1-5-15,-1 1-6 0,-2-2-2 0,-2 3-2 16,-1 3-1-16,-4-2-1 0,4 4-1 0,-5 0-11 16,0 2 1-16,1 2-2 0,-5 3 0 0,0 2-2 15,1 4-2-15,-1-2-2 0,2 3-2 0,1 1 3 0,1 2-4 16,0-2 0-16,5 3-1 0,0-3-2 15,1 1 4-15,5-2 4 0,-1-1-2 0,0-2 1 16,4 0 1-16,-3-2 1 0,6-1 6 0,1-2 1 0,2 1 1 0,3-4 2 16,3 0 2-1,5-1-1-15,3-4 4 0,0-1-5 0,-1-3 6 0,0 0-6 16,6-4 2-16,0 1-9 0,-1-2 5 0,2-3-8 16,-3 3 3-16,0 1-2 0,0-4 3 0,-5 4 0 15,-3 1 1-15,-2 1-4 0,-3 4 7 0,-1 1-12 16,-2 0 3-16,0 1-1 0,0 2-2 0,-5 0-6 15,2 1 1-15,0-1-17 0,-4 3-14 0,5-1 4 16,-5 1 3-16,6 9 2 0,-2-2 1 0,0-1 7 16,1 2 1-16,0 2 0 0,2 1 5 0,0-1 0 15,1 1 2-15,0-3-3 0,5 5 6 0,0-2 1 16,-1-3 2-16,3 2 2 0,2-2 1 0,-1-4-1 16,1 1 2-16,1-2 1 0,1-2-3 0,-1-1 1 15,1-2-1-15,-2-6-1 0,1 4 0 0,1-6 2 0,-5 2 2 16,2-6 0-16,-4 1 3 0,0-2 3 0,0-2 10 15,0-6 5-15,1-1 1 0,-4-1 1 0,2-3 0 0,-3 1 4 16,-1-2 1-16,1 1 6 0,-3 2 19 0,4-1-3 16,-5 8 9-16,-2 1 19 0,1 1 10 0,-2 8-9 0,2 0 2 15,-3 1-7-15,0 2-10 0,0 0-8 0,1 1-9 16,2 0-22-16,-3 5-14 0,1-4-41 0,-1 4-36 16,0 0 8-16,0 0 0 0,0 18 16 0,-4-2-1 15,0 10 1-15,-1 2 0 0,0 4 5 0,-2-2 2 16,4 1 8-16,-1 2 0 0,2-2 5 0,-1-2 15 15,3 0-13-15,0-5 6 0,0-5 1 0,0-2 2 0,1-1 0 16,-1-6 3-16,0 3-2 0,0-8 12 16,2 4-9-16,0-4 5 15,-2-2 3-15,0-1 5 0,0 5 3 0,0-7-1 16,0 5 1-16,0-5 1 0,-2 3-4 0,2-3-1 16,0 0-10-16,0 0-55 0,0 0-63 0,0 0-81 0,-4-11-73 15,1 2-279-15,1 2-601 0,-1-3 266 0</inkml:trace>
  <inkml:trace contextRef="#ctx0" brushRef="#br0" timeOffset="109154.55">5950 11037 41 0,'0'0'220'0,"0"0"-13"0,0 0-17 0,0 0-4 16,0 0-6-16,0 0-9 0,22 0-8 0,-3 2-7 15,13 0-15-15,5-4-14 0,2 2-8 0,15 0-13 0,-1 0-10 16,-2-2-9-16,0 0-8 0,-12 0-7 0,0 1-6 16,3-1-8-16,-6 1-5 0,-4-1-4 0,0-2-9 15,-1 0-1-15,-11 2-5 0,-3-1-3 16,-5 2 0-16,-1 0 12 0,-4 0 11 0,-1 1 10 0,2 0 2 16,-3-1 2-16,-1-1-3 0,-4 2-3 0,8-2 0 15,-8 2-8-15,8 0-6 0,-8 0-3 0,0 0-3 0,6-1-3 16,-6 1-2-16,0 0-3 0,0 0 5 0,0 0 22 15,5-2 2-15,-5 2 33 0,0 0-3 0,0 0 11 0,4-2 6 16,-4 2 11-16,0 0 2 0,0 0 5 0,0 0 7 0,0 0 3 16,0 0 1-16,4-2-2 0,-4 2-11 0,0 0-8 15,0 0-9-15,0 0-8 0,0 0-11 0,0 0-9 16,0 0-6-16,0 0-12 0,0 0-8 0,0 0-6 16,0 0-10-16,0 0-12 0,0 0-12 0,0 0-26 15,0 0-33-15,0 0-3 0,1 8 0 0,-1-4 6 16,0 6 3-16,0-2 13 0,0 4-20 0,-1-2 9 15,1 3-4-15,-3 4 6 0,2-2-5 0,-2 1-6 16,2-3-13-16,1-2-7 0,0 0-11 0,0 0-23 16,-1 0-20-16,-2-1-25 0,3-3-16 0,-1 1-28 15,-2-5-8-15,2 4-19 16,-4-1-8-16,4-2-19 0,1-4-119 0,-9 0-193 16,9 0-600-16,-12-10 265 0</inkml:trace>
  <inkml:trace contextRef="#ctx0" brushRef="#br0" timeOffset="109303.53">6630 10853 267 0,'0'-17'387'0,"-1"9"-11"0,2-2-23 0,1 2-6 0,-2-2-29 15,0 3-21-15,0 2-35 0,3-2-26 0,-3 4-29 16,0 3-19-16,5-6-30 0,0 3-49 0,-5 3-42 16,12 0-69-16,-2 2-50 0,-1 1-55 0,-1 4-64 0,-2 2-94 15,2-1-232-15,-3 1-536 0,0-1 238 16</inkml:trace>
  <inkml:trace contextRef="#ctx0" brushRef="#br0" timeOffset="110055.7">6883 10992 465 0,'0'0'461'15,"0"0"-39"-15,0 0-25 0,0 0-30 0,0 0-41 0,0 0-19 16,0 0-35-16,0 0-23 0,0 0-35 0,0 0-37 16,0 0-42-16,0 0-16 0,4 2-12 0,-3 3-29 15,3 1-11-15,-3 1-28 0,3 0-23 0,0 2-8 16,0-2-4-16,1 4 0 0,-1-7-11 0,-2 4 19 16,6-2-14-1,-3-3-4-15,3 3 4 0,-2-3 0 0,1 0 7 16,3-2-17-16,0-2 13 0,3 1 2 0,-4-3-4 15,5-2 4-15,-3 1 0 0,3-5 6 0,0-2-9 16,2 3 2-16,-7-1 1 0,6-2-2 0,-6 4-2 16,1 0-1-16,-1-1 1 0,0 1 7 0,-1 3 0 15,-3 0 0-15,0-1-2 0,-2 3-3 0,-1-1 2 16,3 0-6-16,-1 2-6 0,-4 1-13 0,0 0-15 0,0 0 6 0,0 0-2 16,12 4 5-16,-10 1-5 0,1 0-13 0,-2 2-5 15,4-2 2-15,-1 4 4 0,0-2-5 0,2 0 1 16,1 1 5-16,-1-3 6 0,3 2 4 0,-2 0 2 15,0-4 1-15,3 0 6 0,0-1-1 0,-2-2 4 16,2 4 4-16,2-8 1 16,-1 2 1-16,-2-1 15 0,5-1 10 0,-6-2 20 0,2 1 13 0,3 1-2 0,-4-3 13 15,0 0 0-15,1 4-1 0,-1-2-12 0,-1 2-1 16,2 1-7-16,-5 0-12 0,4 0-1 0,-4 2 3 16,4 2-9-16,1 2-1 0,-1 1 1 0,5 9-6 0,-2-1-5 15,-1 8 7-15,3 1-10 0,-1 3-1 0,-2 4 0 16,-3 1-2-16,-3 2-4 0,-2 3-2 15,-6 0 2-15,-1 2-2 16,-8 9 3-16,-2-12-3 0,-8 10 1 0,0-4 8 16,3-8-9-16,-1-3 0 0,-1-5 2 0,-3-2 3 15,-2-4-1-15,2-3 5 0,-3-2 2 0,3-6 2 16,-3-3 3-16,5-3 16 0,5-3 9 0,2-2 54 0,1 1 38 0,4-4 24 16,1-3-5-16,0-5-5 15,4-5-5-15,10-6-12 0,4 0-9 16,8-6-12-16,15-13-12 0,10-2-8 0,28-16-10 0,1 5-3 15,0 3-13-15,2-4-9 0,-21 23 3 16,21-13-7-16,-19 19-4 0,2 0-6 0,1 6-7 16,-4 0 0-16,-6 6 3 0,-15 6 3 0,-5 1 8 0,-8 4 15 0,-2 2-1 0,-6 2-7 15,-2-1-2-15,-2 0-5 0,-2 2-17 0,1 0-25 16,-6 2-24-16,0 0-21 0,0 0-58 16,-33 4-84-16,-2 6-73 0,-16-2-62 15,12 1-114-15,-13-1-318 0,17-4-820 0,4-1 363 16</inkml:trace>
  <inkml:trace contextRef="#ctx0" brushRef="#br0" timeOffset="111126.09">9787 10747 56 0,'0'0'248'0,"-3"-3"-15"0,3 3-9 0,0 0-21 15,0-5-15-15,0 5-17 0,0 0-21 0,0 0-14 16,0-6-16-16,0 6-9 0,0 0-12 0,0 0-13 0,0 0-7 15,0 0-10 1,-4-3-5-16,4 3-11 0,0 0-5 0,0 0-10 16,0 0-11-16,0 0-8 0,0 0-3 0,0 0-4 15,0 0 0-15,0 0-2 0,0 0 1 0,0 0-2 0,0 0 0 16,8-1 5-16,-8 1-5 0,10-2-1 0,-1-1 2 16,1 1-4-16,2-5 2 0,-1 4-2 15,2-1 5-15,-2-4-7 0,1 2 3 0,3-3-1 16,-5 2 4-16,4-2 11 0,-2 1 5 0,-6 0 8 0,2 0 4 0,1 2 9 15,-5 0 14-15,-2-1-3 0,2 3 1 0,-1-1-9 16,-3 0-4 0,1 0-8-16,-1 5-3 0,-10-2-8 0,-1 1-3 0,0 1-4 0,-7 2-3 15,-2 1 0-15,-7 6 3 0,-4-1-13 0,1 9 0 16,-2 0-4-16,-8 9 2 0,8-2 0 0,-10 10-2 16,1 1-4-16,4 3 1 0,5 0-11 15,4 1-3-15,2 2 4 0,11-9 1 0,2-2 0 16,4 2 3-16,3-1-1 0,6-2 2 0,7-1 6 0,2-3-1 0,7-3 4 0,8-4 0 15,8 0-2-15,5-4 3 0,18-2-2 0,7-7-17 16,0-1-30-16,6-4-30 0,-2-1-42 0,-1-3-58 16,1-3-77-16,-8 1-173 0,-1-1-459 0,-1-3 203 15</inkml:trace>
  <inkml:trace contextRef="#ctx0" brushRef="#br0" timeOffset="111475.05">10448 10996 183 0,'-5'-3'226'0,"0"0"-6"0,2-1-16 0,0 3-13 0,-1-2-22 0,4 3-15 15,-9-4-16-15,9 4-14 0,-4-1-13 0,4 1-15 16,0 0-6-16,-13 4-12 0,3 0-4 0,4 1-12 16,-6 2-8-16,3 2-4 0,-1 0-8 0,2 3-3 15,-4 0-3-15,4-4-1 0,4 4-4 0,-4-4-7 16,5 1-6-16,-1 0 2 0,0 2-2 0,3-6-5 15,1 1 1-15,0 1 4 16,5 1-2-16,-1-4 4 0,2 0 17 0,4 1 10 16,4-4-1-16,6-1-3 0,1-1 5 15,2-2-8-15,5-3 4 0,-7-1-9 0,-1 1 5 16,6-5 0-16,-11-1 1 0,2 1-7 0,-2 0 0 0,-4 0-8 16,1-4 0-16,-2 2-3 0,-5-1-4 0,-1 2-3 15,0 2-13-15,-4-4-6 0,0 3-13 0,-3 0-20 16,-2 4-10-16,0 0-20 0,-5-1-18 0,1 4-20 0,0 1-31 15,-1-1-35-15,2 3-68 0,0 0-148 0,8 1-417 0,-10 2 184 16</inkml:trace>
  <inkml:trace contextRef="#ctx0" brushRef="#br0" timeOffset="111889.87">10947 11047 225 0,'0'0'205'0,"0"0"-13"0,0 0-23 0,0 0-15 0,16-5-18 16,-4 2-17-16,-2-1-8 0,8-1-12 0,1 3-7 15,3-5-12-15,3-2-6 0,2 2-9 0,0-1-10 16,1 0-6-16,-1-3-5 0,-3 1 0 0,-5-1-5 15,-2 2-3-15,1 0-2 0,-5-2-1 0,-7 1-1 16,4 1 8 0,-3-3 1-16,-6 5 0 0,2-4-3 0,-6 0-4 15,-1 4-5-15,-1-1 0 0,-5 1-6 0,-3 3-3 0,-9 1-3 16,3 0 2-16,-10 3-4 0,1 3 1 0,2 2-2 16,-2 2-1-16,4 4-3 0,2-2-3 15,0 5-4-15,3-2-2 0,6 3-1 0,1-1 3 16,0 10 0-16,8-6-1 0,-2 7 4 0,6-6-1 0,10 4 2 15,5 1 1-15,7-4 0 0,6-2 1 0,8-2 0 16,14 1 1-16,3-5-1 0,6-7-1 0,-2-1 0 0,0 1 0 16,-1-3-3-16,-5-3-19 0,-11-1-30 0,-7 0-37 0,0 0-43 15,-4-3-50-15,-8 2-188 0,-8 0-391 0,-3 2 173 16</inkml:trace>
  <inkml:trace contextRef="#ctx0" brushRef="#br0" timeOffset="112962.97">11665 10527 140 0,'1'-5'199'0,"0"1"-18"0,2-2-18 0,2 1-22 0,-4 3-12 15,1-1-16-15,-2 3-18 0,0 0-3 0,0 0-16 16,10 14-8-16,-9 2-10 16,3 3-5-16,-4 10-5 0,0 22-2 0,-9 0-1 15,0 6 0-15,-4 2-1 0,6 3-7 0,-5 18-3 16,5-27-7-16,-3 0-2 0,5-3-4 0,4-6 5 16,-2-10 11-16,2-2 6 0,2-3 4 0,5-2 4 15,-4-8-4-15,-1-2 1 0,2-4-1 0,-2-2-1 16,1-1-1-16,2-1 13 0,-2-3 13 0,-2 0 26 15,0 0 42-15,0-3 60 0,1-1 15 0,-1-2 3 0,0 0-12 16,0 0-17-16,0 0-24 0,13-10-8 0,-12 3-18 0,3 1-13 16,-4-5-17-16,1 2-18 0,-2-4-9 0,2 2-21 15,-2-1-7-15,-4-4-23 0,2 0-47 0,-3-2-28 16,-3 0 3-16,0 2-26 0,-2 2-12 0,-3 0 4 16,-1 2-5-16,0-1 3 0,2 4 4 0,-2 2-1 15,5 1 0-15,2 2 4 0,-2-1-6 0,5 1-8 16,0 1-13-16,2-2-28 0,3 1-35 0,3 0-30 0,2 0-17 0,8-4-26 15,3-1-224-15,9-3-497 0,0 0 220 0</inkml:trace>
  <inkml:trace contextRef="#ctx0" brushRef="#br0" timeOffset="113608.35">11918 10585 123 0,'1'-11'273'0,"0"-1"-23"16,3 5-11-16,-4 0-21 0,4 1-17 0,-4-1-24 15,0 4-19-15,3-1-18 0,-2 0-9 0,-1 4-25 16,1-2-11-16,-1 2-16 0,0 0-13 0,11 7-13 0,-4 4-9 0,-2 5-3 16,2 8-3-16,-6 6-6 0,0 15-2 0,-2 1-2 15,-3 9-3-15,-2-1-2 0,-2 1 0 0,-1 3-3 16,0-6-5-16,1-4 1 0,2-12-2 0,1-2 0 15,1-5-4-15,3 0-1 0,1-2 4 0,0-8-2 16,0-2-1 0,0-5-3-16,0 1 2 0,0-4 13 0,1-2 2 15,-1 1 12-15,0-3 13 0,1-1 30 0,-1 0 33 16,3 0 30-16,-3-4 35 0,0 5 7 0,0-5 0 0,0 0-15 16,0 0-17-16,0 0-19 0,4-12-10 0,-3 7-17 15,-2-3-21-15,1-4-25 0,0 2-31 0,-4-2-7 16,0-4-20-16,-1-1-21 0,-3 2-32 15,-4-2-12-15,0 2-3 0,-1 1 4 0,-1 1 8 0,-4 1 5 16,2 3 5-16,-1 1 5 0,2 1 5 0,4 2-1 0,0 0 7 16,5 3-8-16,0-2-17 0,0 1-9 0,1 1-2 15,5 2 4-15,-1-3 2 0,1 3 6 0,14-7-3 16,1 5 6-16,12-5 1 0,2-1 1 0,7 2 1 0,14-2 8 16,1-3 3-16,5 2 7 0,1 1-5 0,0-3 10 15,-2 1-2-15,1 2 9 0,-17-1-7 16,0 4 2-16,-3-2 5 15,-7-1 7-15,-2-1 10 0,-8 6 16 0,-3-2 15 16,-6 4 15-16,0-2 7 0,-1 0 9 0,-4 2-4 0,3 0-9 0,-3 1-3 16,-5 0-12-16,9-3-1 0,-3 3-12 0,-6 0-10 0,0 0-9 15,5 6 0-15,-5-1 0 0,2 1-1 0,-4 2 0 16,1 4 2-16,0 0-10 0,-2 2 5 0,1 3 4 0,0 0 4 16,0-1-5-16,2-5-3 15,-3 3 0-15,2 0 2 0,1-5-4 0,0 2 3 16,0-1 2-16,0-5-19 0,0 2-14 0,1-2-4 15,-1 0-5-15,0-1-4 0,0-4 3 0,-2 5 6 16,2-5-1-16,0 3-3 0,0-3-15 0,0 0-50 16,0 0-208-16,-8-9-171 0,4-1-522 0,-1 0 230 15</inkml:trace>
  <inkml:trace contextRef="#ctx0" brushRef="#br0" timeOffset="113746.33">12446 10722 40 0,'1'-11'297'0,"-2"3"-1"0,1 1-16 0,1 0-24 15,-1 3-23-15,1 0-25 0,0-1-24 0,-1 1-19 32,4 1-32-32,3 2-27 0,-1 0-32 0,0 1-35 0,5 0-39 0,-1 5-41 15,0-5-56-15,2 2-65 0,-1 0-174 0,2 1-363 16,-3 0 162-16</inkml:trace>
  <inkml:trace contextRef="#ctx0" brushRef="#br0" timeOffset="114325.5">12918 10822 173 0,'-7'0'196'0,"7"0"-6"0,0 0-7 0,0 0-21 16,0 0-9-16,0 0-14 0,0 0-13 0,0 0-9 15,0 0-11-15,0 0-13 0,25-4-3 0,-13 0-13 0,1 0-4 16,2-3-7-1,3 0-3-15,-2-3-7 0,1 2-5 0,0 1-6 16,-2-3-8-16,-2 4-2 0,-1 0-4 0,-1 3-1 16,-4-1-4-16,0 0 1 0,-1 1-3 0,-2-2-3 0,0 5-2 0,0-1-7 0,-4 1-1 15,0 0 0-15,0 0-4 0,0 0-2 16,-17 4 3-16,4 5-2 0,0 0-3 0,-4 4 0 16,-4 3 0-16,1 2-1 0,-2 1 1 0,4-1-3 15,-1 2-2-15,3 2 7 0,5-7-5 0,0 3-3 16,3-2 1-16,0 1-2 0,5 0 4 0,3-2-4 15,0-4 0-15,2 2 8 0,4-4-2 0,3 0 0 16,5-1-1-16,6-4 1 0,6-1 1 0,5-2 0 16,4-2 0-16,-1-1 0 0,3-5 2 0,1 1-1 15,-1-3-2-15,2 2 1 0,-3-5-2 0,-3 0 6 16,-1-1 8-16,-3-3 5 0,-2 1 12 0,-3-1 9 0,-1-4 17 0,-10 6 10 16,4-1 22-16,-6 2 12 0,-3 3 4 0,-1 0 10 15,0 1 7-15,-1 1 4 0,-1 0 0 0,-2 1-5 16,0 2-14-16,0 1-11 0,0 0-14 0,-3 4-15 15,2-5-21-15,-2 5-20 0,0 0-35 0,3-5-21 32,-3 5 4-32,0 0 0 0,3 13 5 0,-3-5-3 0,-2 2 6 15,1 1 0-15,1 6 5 0,-3 2-4 0,3-2 5 16,-1 0-2-16,0 1 4 0,-1-2 0 0,4-3-16 0,-2-1-17 16,-2-3-13-16,2 0-11 0,-1-1-21 0,2-1-19 15,-1-2-17-15,0 0-9 0,-1-2-3 0,1 3-6 16,-2-4 13-16,2-2-7 0,0 0-106 15,0 0-167-15,0 0-440 0,-18-9 196 0</inkml:trace>
  <inkml:trace contextRef="#ctx0" brushRef="#br0" timeOffset="114463.57">13437 10606 241 0,'1'-10'254'0,"3"-1"-26"0,0 4-21 0,0-4-21 15,4 4-21-15,-1-2-18 0,3 4-21 16,1 3-28-16,-1 0-24 15,3 2-37-15,-2 0-41 0,3 1-50 0,-1 1-68 16,1 1-143-16,-2 0-285 0,2 3 127 0</inkml:trace>
  <inkml:trace contextRef="#ctx0" brushRef="#br0" timeOffset="115596.4">13780 10993 42 0,'-3'2'236'0,"3"-2"-8"0,-3 2-16 16,3-2-18-16,0 0-14 16,0 0-14-16,22-2-6 0,-4-3-16 0,-4 1-11 15,4-1-14-15,1-1-10 0,2-1-8 0,3-4-13 16,3 2-10-16,-2-4-6 0,-6 4-7 0,1 0-6 15,-2 1-3-15,-3-4-4 0,0 4-4 0,-6-2 8 16,0 5 4-16,1-2 4 0,-3 1 1 0,-2 1-2 16,-4 2-5-16,3-2-9 0,-4 0-7 0,0 1-7 0,0 0-5 0,-4 0-3 15,-1 1-2-15,-3 2-5 0,-3 0-2 0,-8 2-5 16,0 1 1-16,-2 4-5 0,-1-2 0 0,-3 5-1 16,4-1 0-16,2 0-3 0,0 2-8 15,1-2-17-15,4 3-15 0,5-4-3 0,-4 7-3 0,7-4 0 16,-1 1 0-16,2 0 8 0,4 0-1 0,1 1 3 15,1 0 3-15,7-1 8 0,5 0 0 0,6-2 5 16,8 0-3-16,4-1-1 0,0-4-3 0,5 2-9 0,1-4-1 16,-1-6-11-16,1 0 6 0,0 0-1 0,-4-4 4 0,2-2 7 15,-2 0-2-15,-1-2 8 0,-5-3 21 16,-3 1 25 0,-7 2 34-16,-1 3 52 0,-5 1 33 0,-1 0 26 0,-2-1 4 15,-2 1 9-15,2-1-2 0,-2 3-8 0,-2 0-11 16,0 1-18-16,-2 3-14 0,1-2-12 0,-2 1-14 15,2-1-16-15,-3 4-33 0,2-4-9 0,-2 4-46 16,0 0-39-16,0 0-9 0,0 0-5 0,0 0 4 16,2 16 12-16,-6-10 2 0,1 6 3 0,1 1 3 0,-2 3-1 0,-1-2-1 15,-2 3-6-15,2-2 8 0,1-3-7 0,2-3 0 16,-1-1 3-16,1-2 4 0,-1 0 6 0,3-1 18 16,-1 0-1-16,-1-1 15 0,2-4 33 0,-1 3 26 15,1-3 32-15,0 0-16 0,0 0 6 0,12-7-21 16,-6-1-10-16,4 1-1 0,-1 0-6 0,0-2-9 15,3-1-6-15,-1-3 0 0,-2 5-2 0,1 0-4 16,-1 1-7-16,0 1 0 0,-1 0-2 0,-2 1-5 16,2 0-2-16,-2 3 4 0,1-1-14 0,-1 1-3 15,3 2-5-15,-4 0-21 0,6 0-11 0,-1 4-17 16,1-2-1-16,1 3 13 16,4 2-19-16,1 1-6 0,0 1-7 0,-1 0-8 15,-1 2-10-15,5-5-3 0,-4 2-3 0,2-4 6 16,-4 2-8-16,0-1 7 0,-1-5 2 0,-3 0 4 15,2-2 15-15,-2-2 1 0,1-2 7 0,-2-1 6 16,-1-1 8-16,-1-3 1 0,1-2 6 0,0-3 15 16,-1-1 13-16,-1-3 16 0,1 5 21 0,1-7 24 0,1-4 1 15,-4-1 4-15,4 0-9 0,-2 2-8 0,0 0 5 16,1 3-6-16,2 6 9 0,-5 0 6 0,-1 5 7 0,1 1-6 16,-2 2-9-16,-2 1-1 0,0 3-10 0,4-1-23 15,-5 3-17-15,0 2-27 0,0 0 2 16,0 0-4-16,4 11 10 0,-4-3 1 0,0 5 2 15,-1 5 5-15,-2 9 3 0,-2-3 0 0,4 7-3 0,-4-4-4 16,1-1-2-16,-4-1 3 0,4-1 1 0,1-7-4 0,-1 0-5 16,0-5 5-16,0-2-8 0,4-3 3 0,-4 0 4 15,3 0-1-15,1-1 9 0,-2-4 5 0,0 1 11 16,0-1 13-16,2-2 2 0,-6 2 1 0,6-2 0 16,0 0 4-16,-13-8-7 0,5 1 0 0,-1 1-2 15,-1-2 1-15,-1 3 0 0,4-4-3 0,-2 3 5 16,1-3 2-1,2 6 18-15,3-1 2 0,-1-1 13 0,2 0 5 0,-1 3-1 16,3 2-11-16,8-11-4 0,5 2-5 0,11-5-5 16,7 5-2-16,3-2-9 0,17-2-16 0,3 3-7 0,1-1 0 0,1 1 6 15,3 1-1-15,0 0 1 0,2 3 9 0,-1-1-13 16,-1 4 3-16,-5-4 1 0,-17 6-1 0,-3-5 21 16,-6 3 5-16,-10 3 16 0,-4-4 9 0,-1 3 11 15,-4 1 0-15,-1-1-11 0,-3 1-1 0,-5 0-1 16,10-1-2-16,-10 1-13 0,5 0-6 0,-5 0-19 15,0 0-48-15,0 0-47 0,0 0-64 0,-27 5-73 16,18-2-86-16,-10 0-254 0,5 3-612 0,0-4 271 16</inkml:trace>
  <inkml:trace contextRef="#ctx0" brushRef="#br0" timeOffset="116520.17">16995 10668 226 0,'0'-8'272'0,"-2"5"-16"0,2 3-24 0,-1-5-24 0,1 5-20 16,-3-5-14-16,3 5-19 0,-2-4-17 0,2 4-16 15,-5 0-15-15,5 0-11 0,0 0-12 16,-14 8-12-16,5-2-5 0,-6 4-7 0,-1 2-8 15,-2 2-4-15,-1 7-5 0,1 2-4 0,-1-4-6 0,2 3-3 16,2-2-5-16,5-3-4 0,1 0-4 0,0-1-11 0,3-1-15 16,0 1-3-16,4-4-2 0,-1-3 6 0,2 3 4 15,1-3 0-15,4-2 1 0,1-1 1 0,2-2 6 0,6-3 4 16,3-1 6-16,4-5 1 0,-3 0 5 16,2-3 11-16,8-7-7 0,-4 0 6 0,-8 3 3 15,0-4-1-15,-3-1-3 0,2-3-1 0,-2 4-7 16,-3-1 0-16,-2-7-3 15,0 4-1-15,-4 1-3 0,0 1-11 0,-3 0-17 16,-3 1-3-16,0 0-13 0,-4 1-13 0,-2 2-5 16,2 5-15-16,-6-2-9 0,1 5-9 0,1-1-4 0,-7 4-11 0,5 1-15 15,-2 0-31-15,2 1-16 0,-5 1-196 0,4 0-382 16,0 3 170-16</inkml:trace>
  <inkml:trace contextRef="#ctx0" brushRef="#br0" timeOffset="116914.22">17259 10333 22 0,'1'-5'267'0,"-1"1"-28"0,0 4-27 0,2-5-32 15,-2 5-28-15,0 0-17 0,0 0-16 0,-4 15-15 16,-4 2-11-16,2 8-13 0,-4 3-3 0,-4 5-12 15,-1 13-6-15,-2 2-8 0,0 0 0 0,-1 3-4 16,9 0-3-16,-2-3-2 0,2-13-5 0,5-2 0 16,0-3-6-16,0-1-3 0,5-3-2 0,2-8-8 0,-2-1 4 15,2-5 3-15,-2-1-5 0,3-3 4 0,-3-1 13 16,2-2 32-16,-2-1 24 0,3-1 33 0,2-2 16 0,-6-1 9 16,9-1-13-16,-2-3-4 0,-1 1 9 0,-1-2-13 15,1-4-7-15,-3 1-23 0,2-2-6 0,-2-6-19 16,-3 1-10-16,-3-3-22 0,-2 1-23 15,-4-1-15-15,-5-4-2 0,-1 2 7 0,-6 1-12 0,6 7 2 16,-2 1-5-16,2 0 3 16,6 4-1-16,-3 0-4 0,4 1-4 15,0 4-6-15,3-1-23 0,2 1-10 0,3 2 2 16,0 0 4-16,0 0 9 0,45 0-4 0,10 0-23 16,37-8-28-16,1 7-40 0,7-2-63 0,0-6-122 0,-5 1-172 15,9-6-525-15,5-1 233 0</inkml:trace>
  <inkml:trace contextRef="#ctx0" brushRef="#br0" timeOffset="117668.5">19306 10425 3 0,'0'-4'239'0,"0"-2"-28"15,4 2-23-15,0 0-15 0,1 0-19 0,5-1-16 16,3 1-14-16,0 1-14 0,0 1-6 0,6 2-13 15,-6 0-16-15,6 0-10 0,-1 2-2 0,1 5-8 16,1 0-7-16,-6 1-7 16,-1 4 0-16,2 0-7 0,-3 1 0 0,-2 4-8 15,-2-3 2-15,-3 5-6 0,-1 0-5 0,-3 1 3 16,-2-1-4-16,-1 2 1 0,-4 4-2 0,2 0-2 16,-1-6 4-16,-4 1-2 0,0 4 0 0,0-8-2 15,-1 0-4-15,1-1 4 0,0-7 4 0,4 5-2 16,-6-4 1-16,4 0 3 0,3-4-3 0,-1 1 2 15,1-2-2-15,-1 0 8 0,0 0 20 0,3 0 28 0,-1-2 20 0,2 1 37 16,1-3 23-16,0 0 9 0,0 0 13 0,0 0 4 16,0 0-15-16,0 0-23 0,6-17-19 0,4 0 7 0,8-4-21 15,4-4-20-15,1 1-17 0,1-5-14 0,8-5-16 0,-7 8-6 16,1-1 8-16,-3 4-17 0,0 2 3 16,-6 1-7-16,0 5 0 0,-6 4 9 0,-1 1-14 15,-5 3-9-15,3 0 9 0,-4 3-3 0,1-1-9 0,-2 2 4 16,0-1-28-16,0 1-22 0,-3 3-11 0,0 0-10 15,0 0 0-15,0 0 7 0,0 11 5 16,-5-3 13-16,0 4-9 0,-3-2 7 0,4 4 2 16,-4 2 2-16,6 0 2 0,-2 0 8 0,-1 3-10 0,5-4 6 15,0 1 5-15,5 0 1 0,-1-2 0 0,5 1 5 16,1 2-2 0,8-6-26-16,7 2-35 0,6-1-55 0,1-7-75 15,5-1-339-15,-1-7-596 0,4 1 264 0</inkml:trace>
  <inkml:trace contextRef="#ctx0" brushRef="#br0" timeOffset="118138.46">20010 10155 110 0,'3'-4'238'15,"1"2"-24"-15,2 0-23 0,-6 2-18 0,10 0-19 0,-3 3-8 0,4 1-10 16,-2 2-13-16,3 1-15 0,4 4-4 0,-5 1-13 16,0 3-7-16,0-1-9 0,-2 4-5 0,-1 1-10 15,2-2-3-15,-6 2-9 0,0 0 0 0,-3-2-3 16,2 2-9-16,-3-2 1 0,-3-3-1 0,3-1 4 16,-4-4-2-16,3-1 2 0,0-2 6 0,-2 0-4 15,2 1 14-15,-2-5 19 0,2 2 22 0,1-4 34 0,-3 5 15 0,3-5 2 16,0 0-22-16,0 0-7 0,-7-15 9 0,7 5-5 15,-3 1-13-15,7-4-12 0,-1-4-19 0,3 0-20 16,3-6-28-16,4-1-35 0,2 3-26 0,1 0-29 16,4 2-28-16,3 2-31 0,-1 1-36 0,3 6-44 15,5-2-50-15,-5 3-289 0,3 2-581 0,3 2 257 16</inkml:trace>
  <inkml:trace contextRef="#ctx0" brushRef="#br0" timeOffset="118918.07">21688 10014 165 0,'8'-17'320'15,"-3"5"-9"-15,0 2-14 0,0 0-19 0,-1-1-27 16,0 6-21-16,1-3-24 0,-1 4-20 16,-2 1-28-16,0-2-18 0,0 3-22 0,-2 2-29 15,0 0-9-15,5 9-14 0,-1 3-5 0,-1 8-7 0,-2 6-8 16,0 6-3-16,-3 14-18 0,-1 3-1 0,-2 4 1 15,0-1-5-15,-4-1 0 0,0-4-4 0,1-11 3 0,-1 9-5 16,4-13-3-16,-1 0-3 16,-2-1 4-16,3-7-4 0,1 2 1 0,0-6-3 0,-1-5 5 15,4-3 0-15,-3-2-4 0,0 0 0 0,3-3 3 16,-1 0 4-16,0-2 0 0,2-1 29 0,-1 0 16 16,-2-1 17-16,3-3 10 0,-1 4 4 15,1-4-5-15,0 0-9 0,-4 1-10 0,4-1-10 16,0 0-1-16,-16-9-7 0,9 5-6 0,-4-2-2 15,-6-1-10-15,2-1 5 0,-4 0-10 0,1 2 3 16,-1-1-8-16,-2-1-15 0,6 1 8 0,-2 3 2 16,-1-3-3-16,8 1-1 0,-1 3-1 0,1 1 3 15,2-1-2-15,3 2 0 0,-1-4 0 0,1 4-10 16,3-1-2-16,2 2-7 0,0 0-5 0,6-6-13 16,10 4-5-16,10-3-6 0,10 1 4 0,17-3-4 0,5 1-6 0,5 2 0 15,2 0 4-15,27-3 6 0,-27 5 2 0,4-5 8 16,-2 3 2-16,-1-5-3 0,-2 2 16 0,-3 1-11 15,-8-1 6-15,-15 1 0 0,-6 2 5 0,-1 0-1 16,-12 1 22-16,-6-1 25 16,-1 2 4-16,-3-1 2 0,0 3 1 0,-3-3-5 0,-2 3-3 15,-4 0-9-15,4-3-8 0,-4 3 5 0,0 0-4 0,-23 0-5 0,6 0 0 0,-1 6-5 16,-4-2-3-16,0 3 0 0,4-1-3 0,0 3 13 16,2 1-21-16,-1-3-26 0,2 4-2 0,3-2 5 15,3 0 3-15,2 2-4 0,-1-2-4 0,6 3 8 16,2-3 9-16,1 0 4 0,5-1 4 0,4 1 2 15,9-3 9-15,7 2-2 0,9-6-1 0,0 0 0 16,4-4 3 0,-1-1 0-16,-2-4-7 0,0 2 2 0,-6-5 5 0,-2 2 13 15,-11-1-15-15,1 0 16 0,-5-2 2 0,-6 2-3 16,2-5-10-16,-6 2-2 0,-3-1-35 0,-5-3-37 16,-5 1-40-16,-7-5-39 0,-9 6-43 0,-2 6-40 15,0-1-62-15,-4 2-248 0,0 5-582 0,2-4 258 16</inkml:trace>
  <inkml:trace contextRef="#ctx0" brushRef="#br0" timeOffset="119725.85">24358 10028 163 0,'-4'-5'211'0,"4"5"-10"0,0 0-16 0,-2-2-18 15,2 2-20-15,0 0-14 0,0 0-14 0,0 0-16 16,6 12-8-16,-2-5-12 0,3 2-7 0,2-1-8 16,5 6-3-16,1 1-3 0,8 0-3 0,0 4-3 15,-1-2-5-15,1 1-4 0,1-1-5 0,-4 0-5 16,-6-4-4-16,-2 1-2 0,4 1-4 0,-5 0-2 15,1 0-1-15,-3 2-4 0,-2-1-7 0,-4 1-3 0,-2-2 2 0,-2 2 2 16,-2 1-6 0,-10 4 0-16,-2 0-1 0,-3 0 0 0,-2-2 1 0,-3 0-3 15,-3-3-6-15,7 2 4 0,-6-3-4 0,2-1 0 16,-2 0 3-16,7-4-1 0,1 1-2 0,0-4-1 16,-1 4-2-16,3-4 1 0,2 1 1 0,4-4 1 15,-1-1 3-15,2 0-6 0,4 0 5 0,-1-1 1 16,1 1-3-16,0-1-1 0,0 0 6 0,2-2 2 15,2-1 0-15,-4 4 4 0,4-4 0 0,0 0-1 16,0 0 8-16,0 0 12 0,9 4 6 0,0-5 1 16,10 1 1-16,2-2-5 0,7 0 4 0,3-2-8 15,3 1-4-15,4 0-3 0,12-1-3 0,-9-1 1 16,9-1-5-16,-14 2 3 0,3 1 1 0,-7-2-4 16,-1 0 2-16,-12 1 1 0,2 3 7 0,-9-1 1 0,0-2 1 0,-6 3 2 15,2-1 1-15,-3 0 2 0,3 2-6 0,-8 0-3 16,9 0 0-16,-9 0-6 0,6 0-4 0,-6 0-10 15,0 0-36-15,0 0-36 0,0 0-50 0,0 0-43 16,0 0-47-16,-29-5-215 0,18 5-461 0,1-1 205 0</inkml:trace>
  <inkml:trace contextRef="#ctx0" brushRef="#br0" timeOffset="120057.34">24295 10469 106 0,'-8'0'219'0,"-1"0"-7"0,4 0-6 0,5 0-5 0,-10 0-2 15,10 0-3-15,-8-1-9 0,8 1-10 0,-4-1-17 0,4 1-16 16,16-5-14-16,-1 0-12 0,16-1-15 0,2 1-11 15,4-2-8 1,14-3-9-16,8 2-11 0,-3-2 2 0,3 3 6 0,2-3-5 0,-1 5-4 16,-6-5-6-16,1 5-2 15,-18 0-9-15,-3 2-5 0,-3 1 2 0,-9 0-6 0,-4 1-8 0,-5 0-3 16,-2-2-2-16,-3 3-21 0,-2 0-19 0,-2 0-15 0,-4 0-6 16,0 0-3-16,0 0-29 0,0 0-28 15,0 0-42-15,-18 9-44 0,7-6-84 16,-2 0-138-16,0-1-437 0,3 0 195 0</inkml:trace>
  <inkml:trace contextRef="#ctx0" brushRef="#br0" timeOffset="120458.35">25244 10461 248 0,'0'0'248'0,"0"0"-23"0,0 0-26 0,0 0-18 15,20-4-17-15,-3 3-21 0,3-1-11 0,1-1-14 16,6-1-8-16,1 1-16 0,4-4-10 0,-1 0 0 16,1 0-15-16,-2 2-7 0,2-3-8 0,-1-4-3 15,-3-2-5-15,-1 2-3 0,-1-3-5 0,-5-2-4 16,0 3-1-16,-7-1-7 0,-3 1 5 0,0 0 2 15,-3 4-3-15,-2 0 3 0,-4 0-4 0,1 1-5 16,-3 2 1-16,0 1-8 0,-4-1-3 0,-1 5 2 16,-7-3-5-16,1 3-1 0,-2 2-2 0,-6 2-2 0,0 3-1 0,-1-1-2 15,0 3 1-15,-8 4-2 0,2 5 2 16,2-3-9-16,0 6 8 0,3 0-1 0,0 1-4 0,5 2 5 16,0-1-4-16,4-5-17 0,2-1 0 0,2 3 2 15,3-1 4-15,5 0-7 0,4 2-11 0,2-5-27 16,6 3-57-16,3-2-81 0,4-5-191 0,2 0-417 15,3-4 184-15</inkml:trace>
  <inkml:trace contextRef="#ctx0" brushRef="#br0" timeOffset="121144.17">25876 10262 273 0,'1'-4'366'0,"1"-1"-23"15,1 1-46-15,-1-1-33 0,5 2-26 0,2 2-27 0,4 1-24 16,2 1-17-16,5 6-15 0,-2-1-21 0,0 3-13 16,0 5-14-16,1 1-12 0,-2-1-13 15,-7 2-8-15,-1 1-15 0,0-1-6 0,-4 3-15 16,-5-2-5-16,0 3-11 0,-4-1 3 0,0 0-3 0,-6-4-6 16,4-1 0-16,-2-3-5 0,0-2 0 0,1 0 1 0,-1-4-1 15,0 1 0-15,3-2 5 0,0-2 15 0,0 2 23 16,1-4 18-16,4 0-1 0,0 0 10 0,-10-9-9 0,7 4-2 15,6-2 4-15,0-5-7 0,4-2-10 16,12-6-16-16,4-1-4 16,2-1-12-16,4 0 10 0,12-5-32 0,1-2-12 15,4 5-18-15,-4 1 2 0,7 1 7 0,-15 7-4 16,-2 0 1-16,4 1 2 0,-6 2 3 0,0 0-2 16,-2 2 0-16,-10 3 4 0,1-1 12 0,-1 1-6 15,-6 3 4-15,-1-2-7 0,-1 2 5 0,-3 1 1 16,-1 0 1-16,-1-1 0 0,-1 1 1 0,2 3-5 0,-2-2 5 15,0-1 0-15,-4 3-5 0,0 0 5 16,5-1-4-16,-5 1-1 0,0 0-3 0,4-3 7 16,-4 3-3-16,0 0 3 0,0 0-3 0,0 0 13 0,0 0-11 0,0 0 1 15,5 0 12-15,-5 0-7 0,0 0-8 0,0 0 2 16,0 0 2-16,0 0 0 0,0 0 9 0,0 0-9 16,0 0-5-16,0 0 0 0,0 0 8 0,0 0-1 15,0 0-1-15,0 0-4 0,0 0 8 0,0 0-7 16,0 0 0-16,0 0 3 0,0 0 1 0,0 0-2 15,0 0 1-15,0 0 1 0,0 0-9 0,0 0 6 0,-10 9-4 0,4-1 1 32,-3 0-2-32,-1 1 3 0,-1 3 1 0,-3 2-8 0,-2 6 7 0,3-4-1 15,-1 4 1-15,1 2 1 0,2-3-3 0,2-1 5 16,-2 3-4-16,4-3 10 0,0 0-12 0,6-1 7 16,0-1 1-16,1-4 3 0,2 3 0 0,2-4 5 15,3-2 33-15,5 4 26 0,4-5 18 0,4-2 10 16,8-2-6-16,2-4-6 0,2-2-2 0,-2-1 8 0,-2-3 0 0,-6 0 7 15,-3-1 36-15,-2-1 24 0,-2-3-15 0,-2-4-15 16,-3-2-13-16,-3-2-16 0,-5-8-15 0,-2 0-34 16,-9 1-66-16,-9 0-67 0,-7 2-79 0,-20-3-69 15,-10 10-81-15,-33 0-461 0,24 12-841 0,-36-5 371 16</inkml:trace>
  <inkml:trace contextRef="#ctx0" brushRef="#br0" timeOffset="126433.05">5361 13461 275 0,'-2'-4'279'0,"-1"-1"-9"0,3 5-12 0,0-5-18 16,0 5-17-16,0-4-17 0,0 4-26 0,5-4-18 16,-5 4-19-16,1-5-16 0,-1 5-14 0,4-1-16 15,-4 1-12-15,0 0-15 0,16 6-12 0,-6-2-12 0,0 3-4 16,-1 0-11-16,8 5-1 0,-3 1-6 16,0 1-3-16,0 8-6 15,2-1-1-15,-7-2-1 0,3 6 0 0,-1-1-4 16,-3 1-1-16,1 1-1 0,-3-1-2 0,-2 0 1 15,-1 0 0-15,-1 1-1 0,-2-6 0 0,-1-1 1 16,0-1-3-16,-1 0-1 0,0-2 2 0,-1-4-1 16,0-3 0-16,0 0 1 0,-1 0-1 0,2-1 2 0,0-4 6 0,1 1 9 15,-1 0 30-15,0-2 44 0,2-3 58 0,0 3 42 16,0-3 40-16,0 0 22 0,0 0-26 0,0 0-24 16,3-24-22-16,3 7-21 0,2-8-15 0,5-3-18 15,0 1-17-15,3-5-14 0,8-9-12 0,-7 10-7 16,11-8-8-16,-5 9-8 0,-1 2-4 0,-2 1-6 15,-1 3-4-15,-2 2-6 0,-4 5-3 0,-3 2-5 16,1 1-4-16,-3 5-2 0,-3 1-2 0,0-1-5 16,-1 4-2-16,0 0 0 15,1-1-4-15,-1 2-6 0,-3 1-2 0,3-2-3 16,-4 5-10-16,1-4-25 0,-1 4-33 0,3-2-21 16,-3 2-30-16,0 0-51 0,5-2-40 15,-5 2-37-15,0 0-36 0,0 0-36 0,0 0-45 0,0 0-37 16,0 0-263-16,0 0-712 0,0 0 314 0</inkml:trace>
  <inkml:trace contextRef="#ctx0" brushRef="#br0" timeOffset="126786.93">6566 13075 64 0,'0'-3'274'0,"0"3"-25"16,-1-6-26-16,1 6-25 0,0-5-21 0,0 5-19 15,0 0-20-15,0 0-14 0,-18 10-11 0,3 3-13 0,-7 12-9 0,-1 1-11 16,-14 15-8-16,3 3-8 0,-2 2-4 0,3 4-5 15,-2 0-3-15,3-2-7 0,5 0-4 0,6-2-8 16,8-13 0-16,1 2-2 0,7-2-5 0,0-1-1 16,5 0-3-16,9-1 3 0,1-2-1 0,4 0 5 0,8-2 0 0,5-5 7 15,6-1 0-15,12 5-2 0,-8-12-1 16,14 3-3-16,0-2-30 0,-14-5-43 0,-4-3-54 0,4-2-80 16,-8-4-242-16,0-1-451 0,-10-1 199 0</inkml:trace>
  <inkml:trace contextRef="#ctx0" brushRef="#br0" timeOffset="127303.4">6665 13421 236 0,'2'-7'257'0,"-1"2"-15"0,3-3-13 0,1 3-18 16,-1-2-23-16,4 2-23 0,-2 1-13 0,2 1-19 15,1 1-15-15,0-1-16 0,1 6-12 0,3 0-7 16,-4 3-6-16,6 5-7 0,-2 3-10 16,0 2-2-16,1 6-7 0,1-2-6 0,-5 3 0 15,1 0-6-15,-3 3-5 0,-2-2-2 0,0 0-2 16,-5-4-8-16,-1-1 5 0,2 6-8 0,-2-6 1 0,-2-2-3 16,1 0 2-16,-2-5-4 0,2-2-4 0,-1-2 3 15,0 1 2-15,1-2 9 0,1-5 10 0,-3 5 26 0,3-4 39 16,0-3 40-16,-1 4 66 0,1-4 19 0,0 0-1 15,0 0-21-15,0 0-22 0,0-16-17 0,3 3-21 16,1-3-19-16,5-6-13 16,2-5-22-16,3-1-22 0,-1-2-19 0,6-1-15 0,9-13-9 15,-10 13-10-15,3 2 3 0,-2 2-6 0,-3 3 1 16,-2 0-6-16,-2 9-13 0,-2 3-16 0,-2 2-35 0,-1 1-35 0,1 4-27 0,0-2-38 16,-2 5-36-16,-1 1-33 0,3 1-32 0,-1 0-53 15,0 3-312-15,-2 2-675 0,3 2 300 0</inkml:trace>
  <inkml:trace contextRef="#ctx0" brushRef="#br0" timeOffset="127872.95">7519 13616 109 0,'0'0'211'16,"-11"-2"-14"-16,11 2-11 0,-6-2-3 0,6 2-9 0,-5 0-1 0,5 0-12 15,0 0-13-15,0 0-8 0,-4-3-14 0,4 3-9 16,0 0-12-16,0 0-4 0,0 0-9 0,0 0-4 16,0 0-1-16,0 0-9 0,0 0 4 0,0 0-2 15,0 0-4-15,0 0 9 0,0 0-10 0,0 0-1 16,0 0-5-16,0 0 16 0,0 0-11 15,0 0-8-15,-4-2 1 0,4 2-2 0,0 0-6 16,0 0 1-16,0 0-3 0,0 0-15 0,0 0 2 16,0 0-7-16,0 0-6 0,0 0-2 0,0 0 1 15,0 0-5-15,0 0 0 0,0 0 7 0,0 0-3 16,0 0-12-16,0 0-7 0,0 0 1 0,0 0-7 16,0 0 0-16,0 0 3 0,0 0-1 0,0 0 3 15,0 0-11-15,0 0 6 0,0 0 2 0,0 0-3 0,0 0 1 0,0 0-3 16,0 0 4-16,0 0 11 0,0 0 2 0,0 0-17 15,0 0-1-15,0 0 5 0,0 0-2 0,0 0 0 16,0 0 2-16,0 0 1 16,0 0-8-16,0 0 1 0,10-3 2 0,2 0 0 15,2 2 2-15,7 1-1 0,6-3-4 0,8 0 12 16,0-2-10-16,4 1-3 0,-1 2 8 0,3-1-7 0,9 2 13 0,-11-2-4 0,-4-2 2 0,-3 2 0 16,-3-1-3-16,-9 3 3 0,-4 0 2 0,-3-3-2 15,-3 4-2-15,-1-2 2 0,-4 2-3 0,3-2 2 16,-2 2-5-16,-6 0-19 0,7-3-19 0,-7 3-22 15,0 0-22-15,0 0-35 0,0 0-43 0,0 0-33 16,0 0-40-16,0 0-38 0,-27 7-231 0,19-6-540 16,-2 2 240-1</inkml:trace>
  <inkml:trace contextRef="#ctx0" brushRef="#br0" timeOffset="128209.37">8207 13421 236 0,'5'-5'327'0,"-4"-1"-18"0,3 1-24 0,-1 1-22 16,-2 3-22-16,3-2-30 0,-4 3-22 0,1-5-22 0,-1 5-22 16,0 0-23-16,0 0-13 0,0 0-6 0,4 14-20 15,-1-4-13-15,-3 4-3 0,1 3-11 16,-1 3-7-16,-1 4-1 0,1 2-4 0,-3 1-5 15,2-3-11-15,-2 2 6 0,3-8-4 0,0 10-2 16,-1-11-3-16,1 1-2 0,1-3-1 0,-1-1-1 16,0-4-3-16,-1-1 1 0,1-2-4 0,1 0 2 15,-1 0 0-15,0-1-2 0,0-4 1 0,0-2-5 16,-1 9 9-16,1-6 22 0,0-3 2 0,0 3 2 16,0-3-9-16,0 0 2 0,0 5 4 0,0-5 6 15,0 0-17-15,0 0-16 0,0 0-15 0,0 0-16 0,0 0-26 0,0 0-32 16,-3-17-43-16,2 12-56 0,5-2-81 0,-7-3-281 15,3-1-578-15,3 1 256 0</inkml:trace>
  <inkml:trace contextRef="#ctx0" brushRef="#br0" timeOffset="128589.96">8355 13068 190 0,'4'-3'204'0,"2"0"-10"0,1 2-19 16,4 1-14-16,2 4-12 0,2 3-14 0,10 8-14 15,-1 4-14-15,-1 3-3 0,4 5-9 0,5 11-3 16,0 3-9-16,-3 8-1 0,-1-3-8 0,-5 0 2 0,0 5-10 15,-10-5 3-15,0-1-9 0,-8-8-5 16,-5 9-2-16,-4-11 2 0,-6-2 0 0,1 3 1 0,-5-3-3 0,-4-3-3 16,-4-1-2-1,3-3 3-15,-5-3 3 0,0-5 0 0,-1-1 3 0,2 0 0 0,0-2 3 16,4-6 0-16,5-1-5 0,0-3-1 16,5 0-6-16,-3-3-4 0,5 3-6 0,3-1-3 15,-1-2-2-15,-2 1 0 0,4-1-2 0,3-2 8 16,-8 1-21-16,8-1-13 0,-2 2-32 0,2-2-47 15,0 0-72-15,0 0-99 0,16 2-255 0,-2-4-540 16,4 0 239-16</inkml:trace>
  <inkml:trace contextRef="#ctx0" brushRef="#br0" timeOffset="131796.04">9252 13679 121 0,'-12'0'204'15,"12"0"-8"-15,0 0-11 0,0 0-13 0,-6 0-14 32,6 0-13-32,0 0-11 0,0 0-13 0,-5 1-9 0,5-1-8 0,0 0-11 15,0 0-3-15,0 0-8 16,0 0-2-16,0 0-2 0,0 0-2 0,0 0-3 0,0 0-3 16,0 0-3-16,-6-2-1 0,6 2-3 0,0 0-5 0,0 0 1 0,0 0-2 0,0 0-1 15,0 0-1-15,0 0-3 0,0 0-5 0,0 0 1 16,0 0-4-16,0 0-3 0,0 0-7 0,0 0 0 15,0 0-4-15,0 0-1 0,0 0-6 0,0 0-3 16,0 0 0-16,0 0-2 0,0 0 0 0,0 0-1 16,0 0-3-16,0 0-4 0,0 0-3 15,0 0 1-15,0 0-4 0,0 0 3 0,0 0-2 0,0 0 1 16,0 0-2-16,0 0-1 0,0 0 0 0,0 0 3 16,0 0-5-16,0 0 9 0,0 0-6 0,0 0-1 15,0 0-2-15,0 0 1 0,0 0 0 0,0 0 0 16,0 0 0-16,0 0-3 0,0 0 2 0,0 0 0 15,0 0-3-15,0 0 2 0,0 0 6 0,0 0-6 16,0 0 0-16,0 0-3 16,0 0 3-16,0 0-3 0,0 0 9 15,0 0-6-15,0 0-6 0,0 0 3 0,0 0 0 16,0 0 3-16,0 0 1 0,0 0-1 0,0 0 1 0,0 0-5 16,0 0 6-16,0 0-2 0,0 0-1 0,14-3 0 15,-14 3 2-15,10 0 4 0,-10 0-6 0,7 0 3 16,-7 0-3-16,9-2 0 0,-9 2 1 15,7 2-3-15,-7-2-1 0,10 0 4 0,-6 0 0 0,-4 0 0 0,9 0 0 16,-9 0 6-16,8 0-6 0,-8 0-2 0,10 0 4 16,-10 0-3-16,9 0-2 0,-4 0 2 0,-5 0-1 15,10 0 3-15,-2-2-2 0,0 2 2 0,-1-1-1 16,6 1-1-16,0-2 4 0,7 2-4 0,0-2-3 0,1 0 4 16,10-1 4-16,1 2 2 0,1-1-6 0,4 0-2 15,4-1-1 1,11 1-1-16,-12 0 2 0,15 0-1 0,-5 1 5 15,-13-1-4-15,1 2 2 0,-2 0 1 0,0-3 0 16,-7 3 0-16,-2-3-4 0,-5 2 3 0,-8 0-2 16,-3 1 1-16,1 0 1 0,-5-2 3 0,-1 2-4 0,1 2-2 0,-7-2 4 0,9-2-1 15,-9 2 0-15,0 0-3 0,7 0 1 0,-7 0-3 16,0 0-4-16,0 0-7 0,0 0-10 16,0 0-9-16,0 0-24 0,-23 4-22 0,17-3-28 15,0 1-35-15,0-2-60 0,6 0-236 0,-13 1-477 16,9 1 210-16</inkml:trace>
  <inkml:trace contextRef="#ctx0" brushRef="#br0" timeOffset="132766.84">10701 13246 102 0,'8'0'109'16,"4"-1"6"-16,1 2-1 0,6-1-11 0,2 1-7 15,2 1-3-15,5 0-4 0,2 2-3 0,0 2 2 0,1-1-8 16,0 0 10-16,-1 2-19 0,-4-2-4 0,-3 2-10 16,-3 0-1-16,-3 0-7 0,1-2-5 0,-8 2-2 0,0-1-9 15,-2 1-1-15,-3 0-7 0,-1 1 0 0,-4 1 1 16,-4 0-3-16,-4 1 5 0,-4 2-4 0,-5 1-4 15,-6 2-2-15,-4 0-4 0,3-2 2 16,-4-2 0-16,1 0-3 0,0-4 2 16,8 1-9-16,1-1 4 0,-1 0 2 15,4-2-1-15,3-1-4 0,-1 1-1 0,4-2-1 16,3 0-2-16,2 1 0 0,-1-1 1 0,2 2-2 16,3-1 4-16,3 2-4 0,2-2-2 0,8 1-2 15,5 4 7-15,1-2-2 0,0-1-3 0,8 3 3 0,1 1-2 16,-2 0 1-16,-5-3-3 0,5 4 5 15,-2 0-6-15,-5-4 5 0,-2 4-2 0,2-2-1 0,-5 0 0 0,0 3 2 16,-6-3-8-16,-2-1 4 0,-1 1-3 0,-3 3 9 16,-5-2-2-16,-4 2 2 0,-5 2 3 0,-5-4-1 15,-7 3-4-15,-3-1 7 0,-5-2-4 0,-2-3 4 16,-3-2 3-16,1-1-1 0,0-2 3 0,-2-1 7 16,2 1 6-16,-3-2 6 0,3 0 7 0,5 0 3 15,2-2 4-15,7-1 3 16,1 3 10-16,7-3 11 0,4 3 9 0,-2 0 0 15,5-1-2-15,1-1 7 0,6 2 3 0,-11-1-7 16,9-1-11-16,2 2-3 0,0 0-12 0,0 0-5 16,0 0-5-16,0 0-3 0,10-5-4 0,-1 5-5 0,1 0-23 0,0-1-20 15,2 1-41-15,-1 0-39 0,0 0-37 0,-5 0-64 16,4-1-44-16,-6-2-205 0,4 3-476 0,-4-1 211 16</inkml:trace>
  <inkml:trace contextRef="#ctx0" brushRef="#br0" timeOffset="137991.41">11446 13430 95 0,'3'-5'168'16,"-2"1"-12"-16,0 1-1 0,2-2-9 0,-2 2-3 15,4-2-12-15,-2 1-6 0,-2 0-16 0,3 2-12 16,1-2-10-16,-4 0-4 0,6 1-12 0,-2 3-5 0,1-1-12 0,-6 1-6 15,13 1 0-15,-1 4-7 0,-2 1 0 0,-1 3-6 16,2 3 2 0,2 2-7-16,-3 0-4 0,3 3 3 0,0 3-1 0,-3 4-5 15,-1-6 1-15,1 8-5 0,-5-2-1 0,1-3-3 16,-4-3-3-16,4 9 0 0,-4-4 5 0,0-3-5 16,-6-2-2-16,3 0 0 0,-4 1-1 15,1-1 5-15,-2-1 1 0,1-3 6 0,-1-2-2 0,1-2 5 16,0 0 2-16,0-1 3 0,1-3 6 15,1 0 9-15,0-3 19 0,-1 1 18 0,1-1 19 16,1-1 27-16,2-2 24 0,0 0-8 0,0 0-9 16,-6-11-12-16,6 0-10 0,2-5-9 0,4-1-14 0,4-10-8 15,1 1-11-15,4-4-4 0,2 0-19 0,3-2 6 16,7-8-5-16,0 0-4 0,-4 10-12 0,-2 2 5 0,-2-1 13 16,1 4-24-16,-4-1 0 0,-1 5-6 0,-5 5-9 15,2 3 8-15,-5 2-1 0,0 4-1 0,-4 0-9 16,1 3-4-16,0-1 4 0,0 2-27 0,-3 0-27 15,3-1-24-15,-4 4-34 0,5-5-35 0,-5 5-27 16,0 0 10-16,0 0 0 0,0 0-8 0,-7 14-32 16,4-8-19-16,-1 2-79 0,-1 1-147 0,1 0-477 0,2 0 211 0</inkml:trace>
  <inkml:trace contextRef="#ctx0" brushRef="#br0" timeOffset="140749.94">12871 13517 140 0,'0'0'169'0,"-8"0"-9"16,8 0-5-16,0 0-12 0,-8-1-10 0,8 1-9 0,0 0-10 0,0 0-8 15,-7-1-12-15,7 1-10 0,0 0-10 0,0 0-5 32,0 0-6-32,0 0-8 0,0 0-4 0,0 0-5 0,0 0-4 15,0 0-3-15,0 0-3 0,0 0-3 0,0 0-5 16,0 0-5-16,0 0 1 0,0 0-8 0,0 0 1 16,0 0 0-16,0 0 0 0,0 0-6 0,0 0-2 15,0 0-3-15,0 0 4 0,0 0 2 0,0 0-7 16,0 0-1-16,0 0 1 0,0 0-2 0,0 0-1 15,0 0 1-15,0 0-1 0,0 0 3 0,0 0-3 0,0 0 0 16,0 0-1-16,0 0 1 0,0 0 4 16,0 0 1-16,0 0 13 0,0 0-4 0,0 0-1 15,0 0 3-15,11-7-1 0,-11 7 1 0,0 0 1 16,0 0-8-16,6 0 8 0,-6 0-7 0,7-1-2 0,-7 1 2 0,8-2-1 16,-8 2-5-16,9 0 3 0,-4-2-1 0,-5 2-1 15,9-3-3-15,-9 3-1 0,8 0 3 0,-8 0-3 16,9-1-1-16,-9 1-2 0,5-1 3 0,-5 1 0 15,4-2 0-15,-4 2-3 0,0 0 0 0,0 0 5 16,0 0-5-16,6 0 0 0,-6 0-2 0,0 0 4 16,0 0-1-16,0 0-2 15,0 0 1-15,0 0-2 0,0 0-1 0,0 0 3 16,0 0-3-16,0 0 7 0,0 0-2 0,0 0 0 16,0 0-4-16,0 0 4 0,0 0-2 0,0 0-4 15,0 0 2-15,0 0-6 0,0 0 7 0,0 0 5 16,0 0 8-16,0 0 1 0,0 0-2 0,0 0-2 15,0 0 1-15,0 0-3 0,0 0 1 0,0 0-1 16,0 0-3-16,0 0 0 0,0 0 2 0,0 0-2 0,0 0 0 0,0 0 4 16,0 0-5-16,0 0 1 0,0 0 0 0,0 0 0 15,0 0 0-15,9 0 1 0,-3 0-3 0,3 0 6 16,4-3-1-16,6 1-4 0,8-3 6 0,4 0-7 16,-1 0 2-16,5 1 3 0,2-3 2 15,0 1 5-15,14-3-1 0,-11 4 0 0,-1-1 2 0,-4 0 5 16,3 0-4-16,-6 0-8 15,0 1-2-15,-5 1 0 0,-8-2 3 16,2 4-9-16,-7-2-9 0,-4 1-13 0,-4 2-13 16,3-1-29-16,-4-1-39 0,-5 3-29 0,0-4-23 0,0 4-27 0,-11-3-155 15,-1 3-364-15,1-1 162 0</inkml:trace>
  <inkml:trace contextRef="#ctx0" brushRef="#br0" timeOffset="140996.04">13166 13338 194 0,'0'-6'221'0,"0"2"-8"0,1 0-8 0,2 1-16 0,-3 3-12 0,0-7-22 16,0 7-14-16,0-5-16 0,0 5-14 0,0 0-24 15,0 0-20-15,0 0-7 0,0 0-8 0,0 0-2 16,-4 22-9-16,-1-5-2 0,0 2-4 0,-4 8-4 15,0 1-1-15,-1 1-4 0,0 3 1 0,1 0-7 32,1-3-14-32,-1 0-27 0,0 0-34 0,4 0-28 0,0-5-45 0,1-6-209 15,2-1-363-15,0-6 161 0</inkml:trace>
  <inkml:trace contextRef="#ctx0" brushRef="#br0" timeOffset="141512.03">13964 13215 118 0,'0'0'193'0,"0"-4"-17"16,0 4-18-16,0 0-19 0,0 0-18 0,0 0-10 16,0 0-9-16,-6 11-9 0,3 0-6 0,-6 5-8 0,-3 7-8 15,-2 2-15-15,0 1 9 0,1 2-14 0,-2 1-4 16,-2 3-5-16,2-4-3 0,1-1-5 0,0 0-2 0,2-1-5 16,2-4-7-16,5-2 0 0,-1-3-1 0,1-2 2 15,1-5-4-15,1 3-1 0,2-4-2 0,0 0-2 16,1-3 2-1,0 1 0-15,0-2 5 0,1 0 18 0,1 0 6 16,4-1 0-16,1-1-1 0,7 0-4 0,3-1-5 16,6-2-7-16,5 2 4 0,0-4-4 0,-6 2-10 0,-2 0-24 15,1-2-24-15,0 1-18 0,-3 1-28 0,0-4-28 16,-5 2-33-16,1-1-186 0,-5 0-352 0,-2 1 156 16</inkml:trace>
  <inkml:trace contextRef="#ctx0" brushRef="#br0" timeOffset="141718.79">14047 13546 20 0,'-2'-2'271'0,"2"2"-8"0,-1-7-17 0,1 7-15 16,0-3-18-16,0 3-28 0,0 0-21 0,-5-2-25 0,5 2-17 16,0 0-11-16,0 0-13 0,-5 13-10 0,2-2-9 15,-2 5-6-15,0 4-12 0,-4 4-7 0,-1 1-5 16,2 1-6-1,1 1-1-15,1 1-6 0,-1 0-32 0,1-1-43 16,-1 3-25-16,2-3-36 0,-3 3-29 0,2-1-33 0,-3-3-188 16,1-2-379-16,2-9 167 0</inkml:trace>
  <inkml:trace contextRef="#ctx0" brushRef="#br0" timeOffset="144834.91">14060 12827 92 0,'0'0'178'0,"2"-5"-11"15,-2 5-12-15,0-4-17 0,0 4-11 0,0 0-15 0,0-5-9 0,0 5-10 0,0 0-12 0,0 0-8 16,0 0-6-16,18 5-9 0,-13-2-8 0,8 1-1 15,2 5-10-15,1-3 6 0,4 1-11 0,-1-1-3 16,0 0-4-16,8 1-3 0,-8-1 0 16,-1-2-6-16,4 1-2 0,-3-2-1 0,-1 1 2 0,1-1-1 15,-6-3-3-15,5-3-3 0,-4 2 1 0,-3-3 4 16,0 0 3 0,0 1-2-16,-2-4 6 0,-1 2 9 0,1-3 2 15,-2 0 10-15,0 0 5 0,-4 0 5 0,1-2 1 16,-2 2-1-16,2 2-2 0,-2-5 5 0,-1 6 6 0,4 0 7 15,-5-3-6-15,0 4-1 0,4-1-8 16,-4 1-4-16,0 0-2 0,4 0-7 0,-4 4-5 16,0-4-6-16,0 4-5 0,3-3-15 0,-3 3-14 0,0 0-22 0,0 0-3 15,0 0 7-15,0 0-7 0,2 19 3 0,-4-2 2 16,-1 7-2-16,0 9 5 0,-7 14 1 0,0 5 1 16,-2 10 9-16,-5 22 2 0,0 1 6 0,2 0 1 15,3-27-2-15,3 25 2 0,2-27-1 0,-2-1 1 16,2-2-1-16,1-1 7 0,2 0-6 0,3-2 2 15,1 1-1-15,-1-2-3 0,-1-16 6 0,1 4-2 16,0 1-1-16,-2-6 3 16,3 1-4-16,-4 0 2 0,2-5 3 0,-1 3 1 15,-1-6 8-15,-1 0 1 0,4-7 1 0,0-3-3 16,-2-1 19-16,3-3-2 0,-4-1-3 0,3-2 0 16,1 1 0-16,-1-4 2 0,1 2 2 0,-3-2 6 15,3-1 5-15,0-2 8 0,0 4 11 0,0-6 13 16,0 5 8-16,0-5 11 0,0 0-4 0,0 0-2 15,0 5 3-15,0-5 5 0,0 0-20 0,0 0 0 0,0 0 4 16,0 4-5-16,0-4-4 0,0 0-6 0,0 0-8 0,0 0 11 0,0 0-33 0,0 0 14 16,0 0 2-16,0 0-1 0,0 0-2 15,-5 2-13-15,5-2 15 0,0 0-5 0,0 0-2 16,0 0-3-16,0 0-13 0,0 0 0 0,0 0-2 0,0 0 0 16,0 0-8-16,0 0 1 0,0 0-9 0,0 0 1 15,-18-3 1-15,-10 3-10 0,-8-2-19 16,-24 1-24-16,-41-1-60 0,-14 2-67 0,-10 5-58 15,0-7-91-15,-8 4-339 0,5-7-711 0,7-4 314 16</inkml:trace>
  <inkml:trace contextRef="#ctx0" brushRef="#br0" timeOffset="146338.12">5561 12887 33 0,'4'-6'192'15,"-2"3"-15"-15,3-3-11 0,-5 1-12 0,0 2-10 16,-5 0-17-16,-3 1-19 0,-5 0-10 0,-7 1-10 16,-11 2-7-16,-3 3-11 0,-7 0-5 0,-13 5-7 15,1-4-7-15,-1 3-4 0,16-2-4 0,-15 4-5 16,18-5-7-16,0-1-4 0,-2 2 1 0,5-2-3 15,0 1-4-15,5-2-2 0,8-1-4 0,0-2-2 16,6 1-2-16,4 0 4 0,-3-1-1 0,4 0 3 16,1-1-3-16,2-2-1 0,1 0 2 0,1 1-6 15,1-2 1-15,2 4-4 0,-1-10 5 0,6 4-4 16,-1 0 0-16,0 0 5 0,0 1-6 0,1 0 0 16,0 1 4-16,0-1-2 0,-1 2 3 0,-2-1-3 0,2 2-1 0,-3 1-5 15,-1 1-1-15,0 0-3 0,0 0-1 0,9 3 0 16,-6 6-3-16,-3 6 1 0,-3 12 5 0,-3 9-4 15,-7 17 4-15,-7 27 2 0,-3 2-1 0,-3 0-1 16,2 3-2-16,0-5 3 0,7-20-7 0,-6 19 1 16,6-22 5-16,6-1-3 15,-6 26 11-15,5-30 3 0,4-3 5 0,3 2 11 0,-2-1-1 0,1-3-3 0,1 1-4 0,-1-14-2 16,2-2-15-16,-1 0 2 0,1-2-5 0,0-3 0 16,-2-3-1-16,2-4 1 0,1-3 1 15,-1-1-2-15,0-4 2 0,3-2 1 0,-1 0 0 16,0-3 2-16,1-1-1 0,0 0-4 0,-1-2-4 15,2 2 10-15,-2-1-2 0,1-3 0 0,1 1 2 0,0-3 1 16,-4 5-1 0,4-5 2-16,-1 3 3 0,1-3 15 0,0 0 4 15,0 6 2-15,0-6-1 0,0 0-4 0,0 0-1 16,-2 4-6-16,2-4 5 0,0 0-7 0,0 0-1 16,0 0-1-16,0 0 0 0,0 0 0 0,0 0 3 15,0 0-2-15,0 0 9 0,0 0-8 0,0 0-1 16,0 0 2-16,0 4-5 0,0-4 6 0,0 0 11 15,0 0 11-15,0 0-1 0,0 0 6 0,10 0 2 0,3-1 2 0,19-2-2 16,23-3-2 0,9-4 1-16,32-2 2 0,5 2 10 0,4-4 7 15,7 2 2-15,-6-1 10 0,-1 1 6 0,-13 2-2 16,-35 2-3-16,0 1-3 0,-19 3-8 0,-4-5 1 16,-3 9-10-16,-13-2-5 0,-4 1-6 0,-2-1-7 15,-4 2 2-15,0 0-8 0,-8 0-4 0,11-2-28 16,-11 2-22-16,7-1-35 0,-2-1-41 0,-5 2-63 15,0 0-92-15,0 0-345 0,-34-5-644 0,13 4 285 16</inkml:trace>
  <inkml:trace contextRef="#ctx0" brushRef="#br0" timeOffset="147609.9">15584 13261 151 0,'-3'-12'195'0,"1"0"-15"0,-5 0-17 0,1 2-20 15,-5 0-17-15,0 4-7 0,-4 0-15 0,-3 4-11 0,-4 4-5 0,3-1-9 16,-9 6-15 0,-1 5-4-16,-1 5-1 0,2 2-10 0,-1 3-3 0,-7 9-8 15,9-7-1-15,2 4-18 0,2 0 10 0,2 0-8 16,3 1 2-16,3-1-6 0,3-2 0 0,2 1-2 16,1-1 6-16,8-6-9 0,-1-1 5 0,0 0 4 15,4-1 4-15,0-6 3 0,4 0 10 0,2-1 13 16,1-3 11-16,0-1 5 0,4-4 8 0,-3 0 0 15,5-2 8-15,3-2 5 0,0-4 7 0,0 0 1 16,0-3 2-16,-2-2 5 0,1 1-5 0,0-6 0 16,1-2-4-16,2-4-4 0,-1 4-1 0,-9 0-8 15,2 0-3-15,1-2-2 0,-3 2 8 0,-1 0 11 16,1 2-1-16,-4 1 1 0,0 3 4 0,-1 0-8 16,-1 4 1-16,-2-1-4 0,2 3-11 0,-2 1-5 0,1-1-12 0,-2 2-10 15,1 1-12-15,-2 2-16 0,2-4-28 0,-2 4-20 16,0 0 0-16,0 0-3 0,1 9 4 0,-1-1 4 15,-2 2-1-15,-1 1 4 0,1 6 0 0,-2 0 4 16,0-1-1-16,0 1 4 0,0 0-1 0,-1 0 6 16,1 0-2-16,2 0-1 0,-2-1 3 0,1 0 1 15,2-4-5 1,0 2 4-16,-1-5 2 0,2 0-4 0,-2-2 3 16,2 0 2-16,0-2-1 0,0 0 6 0,0 0 6 15,-1 0-10-15,1-5 7 0,0 6 3 0,0-6 2 0,0 3 2 16,0-3 5-16,0 0 11 0,1 4 8 0,-1-4 0 15,0 0 3-15,0 0 0 0,12-1-4 0,-1-2-5 16,17-5-12-16,7-3-51 0,17-2-76 16,3-2-94-16,4-3-116 0,25-12-364 0,-29 4-737 0,27-17 326 0</inkml:trace>
  <inkml:trace contextRef="#ctx0" brushRef="#br0" timeOffset="148218.1">16099 13476 50 0,'0'0'268'0,"1"-5"-18"16,-1 5-12 0,2-6-15-16,-2 6-20 0,0 0-20 0,-2-4-20 0,2 4-16 0,0 0-17 15,0 0-15-15,2-4-16 0,-2 4-21 16,0 0-7-16,0 0-6 0,0 0-10 0,-11 16-7 16,5-8-5-16,-2 2-3 0,-2 4-5 0,1-1-3 15,4 3-6-15,-3-1-3 0,-1 2-2 0,7-4-2 16,-2 2-1-16,4 0-1 0,0-1 2 0,1-2-7 15,3-1 4-15,1 1 0 0,3-3-2 0,1 1-3 16,1-3 8-16,4-1-3 0,1-1 0 0,4-1 1 16,-2-4 2-16,2-2 3 0,-1-1 6 0,0-2-6 0,-1-2 6 0,-2-2 0 15,-1-1 2-15,-4-2 1 0,2 0-4 0,-3-3-1 16,-4 0-4-16,-1-1-3 0,-2-1-1 16,-2 0-1-16,-5 2-8 0,1 3-1 0,-2-3-2 15,-4 5-2-15,-1-1-3 0,-1 1-2 0,-4 3-7 0,3 1-2 16,-2 0-7-16,-4 1-8 0,6 4-18 0,0-1-20 15,2 2-23 1,2 0-22-16,-1 3-26 0,0-1-15 0,6 1-21 16,1 2-62-16,3-5-125 0,5 5-385 0,5 0 172 0</inkml:trace>
  <inkml:trace contextRef="#ctx0" brushRef="#br0" timeOffset="148627.65">17051 13346 156 0,'-5'0'206'0,"5"0"-6"0,0 0-14 16,0 0-7-16,0 0-3 0,0 0-8 0,-4-3-6 15,4 3-9-15,0 0-5 16,0 0-13-16,0 0-13 0,0 0-10 16,0 0-13-16,0 0-14 0,0 0-4 0,15-5-8 0,-4 3-12 15,6-1-1-15,6 1-9 0,7 0-6 0,2-1 0 16,2-1-6-16,6-1-5 0,-2 4-3 0,3-1-6 15,-8 0-3-15,-1 2-2 0,-2-1 3 0,-10-1-9 16,1 2-12-16,0 0-20 0,-8-2-17 0,2 2-19 16,-7 2-24-16,1-2-26 0,-4 0-26 0,1 2 1 0,-6-2 11 0,4 4-16 15,-4-4-47-15,-15 6-141 0,6-1-350 16,-3-2 155-16</inkml:trace>
  <inkml:trace contextRef="#ctx0" brushRef="#br0" timeOffset="149197.76">17125 13568 159 0,'0'0'200'0,"0"0"-7"0,-9 0-9 0,9 0-10 16,0 0-9-16,0 0-10 0,-8 0-9 0,8 0-1 15,0 0-11-15,0 0-9 0,0 0-9 0,0 0-7 16,0 0-10-16,0 0-7 0,-6 0-7 0,6 0-4 16,0 0-8-16,0 0 4 0,0 0-18 0,0 0-3 15,0 0-3-15,0 0-6 0,0 0-4 0,0 0-6 16,0 0-3-16,0 0-4 0,0 0-2 0,0 0-5 16,0 0-1-16,0 0-2 0,0 0-5 0,0 0 1 0,0 0-1 0,0 0-4 15,0 0 0-15,0 0-3 0,0 0-2 0,0 0-3 16,0 0 3-16,0 0 6 0,0 0-8 0,0 0-1 15,0 0 2-15,0 0-2 0,0 0-2 0,0 0 3 32,0 0-4-32,0 0 3 0,0 0-2 0,0 0 1 0,0 0-4 0,0 0 2 15,0 0-1-15,0 0 2 0,0 0-4 16,0 0 4-16,-4 3 1 0,4-3-2 0,0 0-1 0,0 0 4 16,0 0-3-16,0 0 8 0,0 0-8 0,0 0 4 15,0 0 0-15,0 0 4 0,0 0 0 0,0 0 5 16,0 0 1-16,19-5 7 0,-6 5-1 15,15-4 22-15,6-3 0 0,5 3 9 0,16-2 3 0,1 0-4 16,7 1 3-16,-2 0 2 0,2 1 5 0,-2-3-5 16,-5 2-4-16,-3 0 3 0,-15 0-4 0,-6 0-14 0,0 1 5 15,-10 1-4-15,-3 3 0 0,-6-2-7 0,-1 1 1 16,-3-1-7-16,-1 0 10 0,-3 1-7 0,0 0-4 0,2 0-10 16,-7 1-2-16,0 0-18 0,5-2-20 15,-5 2-25-15,0 0-25 0,0 0-26 0,0 0-24 16,-23 2-25-16,11 0-40 0,1 1-44 0,2 0-295 15,-3-1-574-15,1 0 255 16</inkml:trace>
  <inkml:trace contextRef="#ctx0" brushRef="#br0" timeOffset="149899.26">18755 13128 97 0,'0'-5'183'0,"0"5"-19"16,-2-5-8-16,2 5-8 0,0 0-10 0,-1-2-11 15,1 2-11-15,0 0-10 0,-2-5-7 0,2 5-12 16,0 0-11-16,-6-1-3 0,6 1-10 0,-5-1-5 16,5 1-4-16,-10 2-4 0,4 0 2 0,-1 1-2 0,-3 2-3 0,-1 2-3 15,1-2-3-15,-4 2-1 0,-1 3-4 0,-2 2-6 16,-1-1 0-16,4 2-6 0,-5 5 0 0,1 3-3 16,4-7-1-16,-1 7-2 0,2-4 3 0,2 4-1 15,2-3-2-15,-2 0-3 0,4 1 0 0,2-2-1 16,1 0-2-16,1 0 0 0,1 0 10 0,2-3-3 15,1 1 6-15,0-3 9 16,2 0 18-16,1 0 10 0,-1-2 2 0,3 1 9 16,0-2 1-16,3-2 6 0,-1 2 3 0,1-2-5 0,1-2-3 15,-3 1 0-15,2-2-3 0,0 0 5 0,3 0 3 0,-1-2 0 16,1 0 5-16,-1-2 0 0,2 0-12 0,1 0 15 16,-1 0 0-16,1-3-7 0,0-1 8 0,0 1-20 15,-1-2 12-15,5 0-3 0,-3-2 4 16,3-3-13-16,-1 2 0 0,0-5-5 0,5-4-5 15,-4-3-7-15,2-1-7 0,1-3 4 0,-3-5-17 0,-4 2-13 16,-4-2-24-16,-2-1-3 0,-4-1-17 16,-7-2-35-16,-2 3-30 0,-8 2-28 0,-3 1-19 15,-9 5-30-15,-7 4-30 0,-14 0-45 0,-5 1-68 16,-9 9-277-16,-2 4-637 0,1 4 282 0</inkml:trace>
  <inkml:trace contextRef="#ctx0" brushRef="#br0" timeOffset="153742.2">7039 15976 182 0,'-1'-5'171'15,"1"5"-1"-15,0-6-6 0,0 6-4 0,-2-5-16 16,2 0-5-16,0 5-13 0,2-6-5 0,-1 1-19 16,2 3-6-16,-1-2-11 0,2 0-10 0,0 2-8 15,3 0-8-15,1 0-3 0,1 0-3 0,0 2-7 0,5 1-4 0,-5 2-3 16,5-1 0-16,-1 4-8 0,2 3 0 0,1 1-5 15,0 4-5-15,-3-2 0 0,0 5-1 0,5 4-6 0,-3 1-3 16,-1 2 5 0,-5 2-6-16,1 3 0 0,-3-1 1 0,-5-1-2 15,1-1 0-15,-2 3-1 0,-1-4 1 0,-3 1-1 16,0-2-4-16,-1-4 4 0,0-3 23 0,-4 2 0 0,1-5 7 0,0 1 5 0,1-5 5 0,-2-1 0 16,3-1 5-16,1-3 12 0,-1 0 17 15,2-1 28-15,-2-1 35 0,3 0 33 0,2-3 10 16,0 0-21-16,-10-8 3 0,8-1-11 0,1-7-18 15,0-3-14-15,5-7-11 0,2-3-12 0,3-5-11 16,3 0-14-16,5-12-5 0,3 3-18 0,-3-1 6 16,1 12-7-16,4-9-6 15,-4 12-6-15,-8 0-2 0,4 5-5 0,-2 2 3 16,-3 5-9-16,-2 0 0 0,-3 5-10 0,3 3-4 16,-2 1 4-16,-1 1 0 0,-1 2-6 0,0 0 0 15,-3 5-6-15,1-8-19 0,-1 8-19 0,5-7-31 16,-5 7-22-16,3-4-21 0,-3 4-29 0,5-2-19 15,-5 2 11-15,0 0 14 0,0 0-5 0,0 0-6 16,0 0-13-16,-4 17-10 16,4-17-1-16,-3 9-9 0,3-9-12 0,-2 9-15 15,2-9-20-15,-5 6-47 0,5-6-175 0,-6 6-476 0,6-6 211 16</inkml:trace>
  <inkml:trace contextRef="#ctx0" brushRef="#br0" timeOffset="154292.57">7687 15470 177 0,'10'-7'256'0,"-2"-1"-16"0,1 1-18 0,-1 3-24 0,0 1-21 16,1 0-19-16,-1 2-15 0,2 1-21 0,-1 4-5 15,0-1-17-15,4 2-9 0,-4 4-12 0,0-1-8 16,-4 3-8-16,4 5-5 16,-3 1-7-16,-3 2-4 0,-2 0-3 0,-2-1-7 15,-2 3 0-15,-3 4-6 0,-7-1-1 0,7 1 1 16,-6-8-1-16,3 0 3 0,0-3-1 0,0 3 0 0,0-6-2 0,3-2-4 0,-2 0 3 0,3-2-6 16,1-1 0-16,-1-2 5 0,2 0 9 0,1 0 10 15,0 0-2-15,2-4 23 0,-4 6 5 0,4-6 5 16,-3 3 10-16,3-3-9 0,-2 2-2 15,2-2-1-15,0 0-8 0,-3 3-10 0,3-3-4 16,0 0-3-16,0 0-9 0,-1 4-6 0,1-4 9 16,0 0-10-16,0 0-9 15,0 0 5-15,0 0-6 0,0 0-7 0,-2 3-7 16,2-3 8-16,0 0-6 0,0 0 6 0,0 0-3 16,0 0 10-16,0 0 14 0,19 0 8 0,-7-3 1 15,11 3 6-15,8-4-6 16,5 0-9-16,2 0 0 0,13-5-2 0,-1 0-22 0,5 0 18 0,-4 2-9 0,-2-2 3 15,3 0-5-15,-15 7 5 0,0-5-8 0,-1 4 5 16,-6-3-4 0,-9 2 6-16,-2 3-9 0,-7-2-1 0,-1 0-1 0,-4 3 3 0,0-2-4 15,-7 2-3-15,12 0-5 0,-12 0-10 16,10-2-27-16,-10 2-39 0,5-1-54 0,-5 1-22 16,0 0-29-16,-8 12-42 0,3-6-66 0,-5 1-351 15,-1 1-685-15,0 0 303 0</inkml:trace>
  <inkml:trace contextRef="#ctx0" brushRef="#br0" timeOffset="159162.88">8180 16230 68 0,'0'0'228'16,"0"0"-9"-16,-5 2-6 0,5-2-13 0,0 0-19 15,0 0-4-15,-4 1-26 0,4-1-12 0,0 0-14 0,0 0-13 0,0 0-8 16,-2 4-10-16,2-4-10 0,0 0 3 0,0 0-16 16,0 0-4-16,0 0-1 0,0 0-8 0,0 0-5 15,0 0-2-15,0 0-6 0,-3 3 8 16,3-3-14-16,0 0-5 0,0 0 3 0,0 0-3 15,0 0 0-15,0 0 0 0,0 0 1 0,0 0-2 0,0 0 0 16,0 0 0 0,0 0 1-16,0 0 2 0,0 0-4 0,0 0 11 15,0 0-13-15,0 0 1 0,0 0-3 0,0 0-1 16,0 0-5-16,0 0 5 0,0 0-6 0,0 0 4 16,0 0-1-16,0 0-6 0,0 0-1 0,0 0-3 15,0 0 3-15,0 0-4 0,0 0 1 0,0 0-5 16,0 0 2-16,0 0-4 0,0 0-1 0,0 0 2 15,0 0-1-15,0 0-2 0,0 0-1 0,0 0 3 0,0 0-3 0,0 0-3 16,0 0 4-16,0 0-4 0,0 0-1 0,0 0 2 16,0 0 3-16,0 0-1 0,0 0-3 0,0 0 1 15,0 0-3-15,0 0 1 0,0 0 1 0,0 0 2 16,0 0-4-16,0 0 1 0,0 0-2 0,0 0 3 16,0 0 0-16,0 0-1 0,0 0 0 0,0 0 2 15,0 0-3 1,0 0 3-16,0 0-2 0,0 0 3 0,0 0-3 15,0 0-5-15,0 0 3 0,0 0 0 0,0 0 6 16,0 0-5-16,0 0-5 0,0 0 7 0,0 0-3 16,0 0 3-16,0 0-2 0,0 0-1 0,0 0 0 0,0 0-1 0,0 0-1 0,0 0 2 15,0 0-1-15,0 0-1 0,0 0 11 0,0 0-13 16,0 0 6-16,0 0-7 0,0 0 3 16,0 0 4-16,23-5 0 0,-5 2-4 0,4-2 0 15,10 1 3-15,5-1 1 0,2 0-1 0,15-2 2 16,0-1-3-16,-1 1 2 0,1 0-2 0,-1 0 3 15,0-1 0-15,-11 4-4 0,-6-8 6 0,-1 7-6 16,-4 0 4-16,-2-2-1 0,-8 2 4 0,-8 5 0 16,0-4-3-16,-3 1 1 0,-1 1-2 0,-2 1 3 15,0-1-4-15,-2 2 0 0,-5 0-10 0,8-3-8 0,-8 3-7 16,0 0-21-16,5 0-26 0,-5 0-29 0,0 0-18 16,0 0-32-16,0 0-27 0,-18 4-28 0,18-4-224 0,-10 1-466 15,10-1 206-15</inkml:trace>
  <inkml:trace contextRef="#ctx0" brushRef="#br0" timeOffset="159579.17">9399 15811 166 0,'3'-1'200'0,"-3"1"-24"0,1-5-12 15,-1 5-22-15,0 0-15 0,0 0-13 0,0 0-10 0,6 7-2 16,-6-3-15-16,0 7-7 0,0 0 2 0,-1 1-5 16,-3 7-3-16,-2 0-7 0,-7 5 3 0,0 2-8 15,-2 1-2 1,1 1-4-16,-4-2-5 0,8 1-9 0,-7 2-1 15,3 0-5-15,2-2-2 0,-1 2-3 0,1-6-6 16,1-5-1-16,3-1-4 0,3-1 0 0,0-5-1 0,2 0 4 16,-2-2-12-16,3-1 1 0,-1 0 16 0,0-3 0 0,2-1 2 0,0 1-4 15,0-2 11-15,1-1 2 0,2 3 11 0,3 1 3 16,4-5-2-16,3 2 0 0,8-3-9 16,8 0 1-16,-2 0-6 0,5 0-5 0,-2-3-8 15,3 1-18-15,-4-3-20 0,1 0-25 16,0 0-25-16,-8-2-22 0,-2 2-28 0,-2 1-30 0,2-3-34 15,-3-1-42-15,-6 0-134 0,-1 2-382 0,-2-2 170 16</inkml:trace>
  <inkml:trace contextRef="#ctx0" brushRef="#br0" timeOffset="159816.84">9573 16084 78 0,'0'0'231'15,"-2"-7"-14"-15,2 7-16 0,0 0-21 0,-3-2-21 16,3 2-18-16,0 0-14 0,0 0-13 0,0 0-3 15,-4 12-12-15,3-4-3 0,-4 9-7 0,1 2-6 32,-1 0-5-32,-3 10-6 0,4-2-5 0,-1 0-5 0,0-1-11 0,2 1 1 15,1-1-4-15,-1-6 24 0,2-1-7 0,-3 0-7 16,4-1-5-16,0-1-1 0,0 0-7 0,5-1 1 16,-5-5-7-16,0 2-33 0,3-4-25 0,-3 3-33 15,1-4-23-15,-1 2-37 0,1-3-27 0,-1-2-21 16,3 0-41-16,-3-1-138 0,0-4-368 0,0 0 163 15</inkml:trace>
  <inkml:trace contextRef="#ctx0" brushRef="#br0" timeOffset="160195.74">9909 15998 80 0,'9'-4'258'16,"-3"-4"-22"-16,3 5-14 0,-1 1-19 0,2 2-16 16,-10 0-12-16,18 2-13 0,-5 5-5 15,-4 1-14-15,6 4-13 0,-2 2-8 0,2 7-9 16,-6-3-10-16,5 6-8 0,-5 2-9 0,0 4-3 16,-4-4-13-16,2 1-4 0,-6 0-8 0,2 1-8 0,-5-8-2 0,2-1-1 15,-2 1-8-15,-1-3-4 0,-1-7-2 0,0 4-1 16,2-4 2-16,-2-1 10 0,0-4 1 0,3 2 9 15,-4-4 19-15,2 0 11 0,3-3 6 0,-7 2 8 16,7-2-9-16,-11-10 17 0,7 0 11 0,1-1-14 16,2-7-2-16,4-8-12 0,0-1-26 0,3-2 10 15,3-2-3 1,6 1-14-16,3-2-8 0,9-10-16 0,-6 12-7 16,-2-1 0-16,4 4-12 0,0 1-16 0,-2 2-2 0,-2 4-30 15,-4 8 1-15,-2-1-37 0,-3 4-27 0,1 3-28 16,0 0-30-16,1 3-31 0,-3 3-25 0,-9 0-32 15,14 1-52-15,-7 1-221 0,-7-2-559 16,12 8 248-16</inkml:trace>
  <inkml:trace contextRef="#ctx0" brushRef="#br0" timeOffset="160549.38">10705 16169 105 0,'0'0'246'0,"-11"-3"-15"15,11 3-5-15,0 0-18 0,0 0-8 0,0 0-18 16,0 0-15-16,0 0-15 0,0 0-18 0,-5-1-12 16,5 1-9-16,0 0-6 0,0 0-5 0,0 0-4 15,0 0-1 1,0 0-6-16,0 0-9 0,0 0-5 0,29-7-8 0,-9 4-2 15,11 1-4-15,1-1-4 0,4-3-7 0,-3 0-4 16,7-1-8-16,-1 4-2 0,12-9-7 0,2 6 0 16,-15 0-16-16,13-1 8 0,-16 2 1 0,-2 0-3 0,-1-2-5 0,-4 2-20 15,-9 0-18-15,1 1-18 0,-8 1-22 0,-3-1-35 16,-2 3-30-16,-7 1-39 0,4-8-38 16,-4 8-43-16,-12-9-148 0,1 6-428 0,-2 1 190 15</inkml:trace>
  <inkml:trace contextRef="#ctx0" brushRef="#br0" timeOffset="160734.25">11018 15998 92 0,'0'0'321'0,"0"0"-14"0,0 0-10 15,0-8-30-15,0 8-25 0,0 0-29 0,0 0-29 16,0 0-7-16,0 0-24 0,0 0-9 0,-5 31-10 15,2-14-11-15,2 12-10 0,-3-1-8 0,2 8-10 0,-2-1-4 16,-1 11-10-16,2-10-5 0,0-1-33 0,-3 1-52 16,1-1-64-16,-4-1-79 0,2 1-85 0,-6-6-228 0,0-2-503 15,3-12 222-15</inkml:trace>
  <inkml:trace contextRef="#ctx0" brushRef="#br0" timeOffset="161598.03">11909 15778 209 0,'4'-5'216'0,"2"0"-3"16,-1-2-8-16,2 1-3 0,-2 1-11 0,-1-1-11 16,2 3-12-16,-2-2-10 0,-3 1-16 0,3 1-15 15,-3 0-15-15,3 1-15 16,-4 2-12-16,0 0-11 0,0 0-11 0,5 8-6 15,-5 1-8-15,-2 3-2 0,-5 7-7 0,1 4-6 16,-4 8-1-16,-3-2-4 16,-4 4-2-16,3-1-4 0,-5 11-3 0,2-11-3 0,2 2 1 15,3-2 1-15,2 1-10 0,0-3 4 0,4-4 1 16,-2 3-2-16,4-12-4 0,0 0 0 0,2-2 2 16,2-3-5-16,-1-2 1 0,2-3 6 0,0 2 6 0,4 1 3 0,1-3 1 15,2-1-1-15,4 0 5 0,6-1-4 0,3-3-2 16,6-1-3-16,4 2-1 0,-2-2-26 0,2-2-23 15,-4 1-25-15,-6-3-42 0,2 2-33 0,0-1-55 16,-2 2-35-16,-5-5-176 0,-3-1-432 0,1 3 193 0</inkml:trace>
  <inkml:trace contextRef="#ctx0" brushRef="#br0" timeOffset="161820.24">12181 16075 149 0,'0'-5'298'0,"1"1"-22"16,-1-1-26-16,0 5-30 0,0-5-27 0,0 5-20 0,0 0-21 0,0 0-14 15,-3 14-11-15,-1-6-9 0,0 11-13 0,-1 8-9 16,-2 7-10-16,-3-1-9 0,5 2-7 0,-4 11-3 16,0-11 23-16,4 12-10 0,1-13-2 0,0 0-14 15,3-1-32-15,1-2-22 0,0-2-34 0,4-4-36 16,-4 1-35-16,0-9-53 0,4-1-61 0,-3-3-194 15,0-3-435 1,3-5 193-16</inkml:trace>
  <inkml:trace contextRef="#ctx0" brushRef="#br0" timeOffset="162152.26">13150 16036 214 0,'-2'-4'291'0,"2"4"-25"0,0-5-21 16,0 5-20-16,2-5-24 0,0 2-26 0,2 1-13 16,4 0-15-16,3-2-13 0,0 0-14 0,10-1-17 15,7 3-18-15,4-3-38 16,4 4-34-16,-1 0-44 0,4-1-54 0,-6 1-57 16,2 2-220-16,-5-2-392 0,0 2 173 0</inkml:trace>
  <inkml:trace contextRef="#ctx0" brushRef="#br0" timeOffset="162336.51">13177 16272 189 0,'-6'1'232'0,"1"2"-8"16,3-2-10-16,2-1-18 0,0 0-20 15,16 4-18-15,3-6-16 0,12 0-15 0,1 1-23 16,5-2-39-16,14 2-39 0,-10-5-46 0,10 2-48 15,3-3-49-15,-17 2-158 16,1-2-298-16,16 1 133 0</inkml:trace>
  <inkml:trace contextRef="#ctx0" brushRef="#br0" timeOffset="162720.51">14219 15875 124 0,'-2'-4'244'0,"-2"2"-21"16,1-2-22-16,-1 1-25 0,-1 2-10 0,5 1-17 16,-14 1-12-16,5-1-14 0,-4 4-9 0,-3 5-15 0,-7 4-12 0,1 2-8 0,-1 2-11 15,0 0-6-15,2 3-8 0,-1 2-5 0,1-1-6 16,5 3-6-16,2 1-1 0,5 1-1 0,0-2 3 15,5-4 3-15,4-1 2 0,1 3 12 0,4-5 7 16,8 4 17-16,1-7 8 0,7 2 9 0,7-4-8 16,6-4-5-16,1-2-6 0,2-5-8 0,14-2-4 15,-14-5-8 1,2-1-6-16,-4-4 1 0,-2-1-6 0,-3-3-10 16,-4-5 2-16,-1 2-5 0,-9-7-3 0,2 4-8 0,-9-5-6 15,0 1-8-15,-5-2-10 0,-8 1-1 0,-1-3-13 16,-5 5-4-16,-5-1-14 0,-5 1-26 0,-7 4-22 15,-3 2-17-15,-20 1-25 0,-2 4-47 16,3 4-51-16,-5 4-236 0,15 3-496 0,-1 2 220 16</inkml:trace>
  <inkml:trace contextRef="#ctx0" brushRef="#br0" timeOffset="164055.06">17386 15805 135 0,'3'-12'184'0,"0"0"-5"0,-3 1-10 0,0-1-4 15,0 1-9-15,0 2-12 0,-1 2-15 0,-3 0-10 16,0-1-10-16,-2 1-14 0,-3 3-8 0,-4 2-12 16,-5-1-8-16,-3 3-5 0,-5 7-9 0,0 1-5 15,-4 3-5-15,0 4-10 0,2 2-2 0,1 1-3 16,-1 4-6-16,0 3-2 0,1 0-3 0,2 1-1 15,4-1-1 1,3 1-2-16,-1 1-4 0,6 0 1 0,3-6 0 16,6 0 5-16,1-1-4 0,0-2 4 0,3 0 7 15,5-3-3-15,-1-3 10 0,1-1 4 0,3-4 7 16,2 2 5-16,1-7 10 0,7 4 2 0,0-2 2 16,1-4 4-16,-1-5 5 0,0-2 0 0,0-1-3 15,1 0 1-15,-2-2 0 0,-2-2 0 0,8-4-6 16,-9 6 0-16,5-9-2 0,-5 4-10 0,0-1 6 0,1 1-7 0,-3 0 2 15,-3 1 11-15,-2 4 0 0,-1 1 4 0,2-1 5 16,-2 4-6 0,-3 0-2-16,0 1-11 0,0 1-6 0,2 1-11 0,-3 0 0 15,1 0-20-15,-3 3-16 0,5-1-5 16,-5 1-5-16,0 0 8 0,8 9-3 0,-4-1 1 0,1 0-2 16,4 3 5-16,1 2-6 0,3 3-22 15,1-1-25-15,5 2-30 0,0 0-30 0,-2-3-34 16,7 1-40-16,-7-4-55 0,3-1-269 0,-2-2-555 15,1 0 245-15</inkml:trace>
  <inkml:trace contextRef="#ctx0" brushRef="#br0" timeOffset="164462.6">17844 15971 133 0,'0'0'256'0,"-1"-6"-27"0,0 3-21 0,1 3-25 0,0 0-14 16,0 0-23-16,0 0-18 0,-4-1-9 0,4 1-17 16,-10 5-10-16,2 2-13 0,2 3-8 15,-7 2-9-15,-1 4-4 0,2-1-7 0,-2 0-2 16,5 2-10-16,-2 0-2 0,-1 3-5 0,5-3 5 15,2-1-9-15,3-5-2 0,-3 0 0 0,5 4-2 16,2-6 7-16,5 0 4 0,-2-1 9 0,4-1 0 0,4-1 6 16,-1-2-5-16,5-4-1 0,3 0-2 0,-6-2-2 15,2 0 2-15,1-6 5 0,-6 3-5 0,3-5 0 16,-2-1-15-16,-3 2 1 0,1-2-8 0,-4 0 1 16,1-5-5-16,-5 5-4 0,0-6-6 0,-4 0-21 15,1 2-6-15,-3 0-17 0,-3 0-5 16,-2-1-8-16,-2 2-8 0,0 4-12 0,-3-2-2 0,0 2-6 0,-1 1-14 15,4 3-23-15,0 0-27 0,2 1-30 0,1 3-176 16,3-1-376-16,5 3 167 16</inkml:trace>
  <inkml:trace contextRef="#ctx0" brushRef="#br0" timeOffset="164726.57">18450 15791 132 0,'0'0'250'0,"0"0"-22"0,-4-4-24 0,4 4-19 15,0 0-24-15,20-5-15 0,-3 0-12 0,5 4-16 16,7 0-13-16,3-1-9 0,0-1-6 0,1 1-11 15,6 1-17-15,-7-2-31 0,2 2-20 0,-4 0-25 16,-7 2-23-16,-3-3-27 0,-2 2-32 0,-7-2-21 16,1 2-25-16,-7 0-119 15,-5 0-282-15,5-1 125 0</inkml:trace>
  <inkml:trace contextRef="#ctx0" brushRef="#br0" timeOffset="164993.64">18333 16131 88 0,'-4'0'294'0,"4"0"-12"0,-7 0-23 0,7 0-25 15,0 0-24-15,0 0-24 0,23-8-18 0,-2 4-18 16,6-3-16-16,3 0-8 0,6 0-19 0,0 0-11 0,14-3-9 0,-11 5-8 15,15-1-18-15,-2-2-18 0,-3 1-22 0,-11 1-28 16,-3 0-32 0,-5 1-27-16,-3-1-39 0,-9 1-29 0,-4 2-32 15,-5-2-186-15,-2 1-380 0,-4 0 168 0</inkml:trace>
  <inkml:trace contextRef="#ctx0" brushRef="#br0" timeOffset="165257.15">18630 15690 170 0,'-1'-10'307'0,"-2"4"-11"15,3-2-23-15,0 4-24 0,-1 0-26 0,1 4-31 16,0-8-31-16,0 8-24 0,0 0-17 0,0 0-8 15,-5 27-15-15,4-4-10 0,-3 6-12 16,0 3-4-16,0 4-10 0,-1 11-4 0,-1-12-9 16,-2 16 1-16,2-3-24 0,3 3-14 0,-1-2-28 0,6-3-44 0,-2-9-33 15,2-4-58-15,2 0-34 0,1-4-200 0,1-4-417 16,2-6 185-16</inkml:trace>
  <inkml:trace contextRef="#ctx0" brushRef="#br0" timeOffset="165642.53">19572 15736 202 0,'-5'0'211'0,"5"0"-17"0,-19 5-20 16,7 3-18-16,-3 1-15 0,-3 3-9 0,-2 5-17 15,0 2-13-15,6-5-9 0,4 2-10 0,-1-2-8 16,3 3 1-16,5-5-4 0,2 2-4 0,4 1 3 16,3 0 4-1,2-4 3-15,8-1-2 0,7 2-1 0,4-2-7 0,9-5-6 16,0-3-5-16,1-2-3 0,1-4-2 0,-2-3-10 15,2-1-5-15,-6-4-2 0,-1 0-5 16,-6-4 0-16,-9 3-4 0,-3-4-5 0,-2-5-3 16,-7 4-3-16,-4-10-2 0,-8 5-6 0,-6-2-5 15,-4 4-7-15,-5 1-4 0,-5 2-15 0,-9 4-26 16,-17 0-31-16,-3 7-45 0,-4 2-52 0,-6 2-217 0,-26 8-427 0,29 0 190 16</inkml:trace>
  <inkml:trace contextRef="#ctx0" brushRef="#br0" timeOffset="166891.81">16183 15920 131 0,'2'-6'209'0,"-2"1"-17"0,-2 2-14 0,2 3-13 15,0-6-17-15,0 6-19 0,-6-1-11 0,6 1-12 16,-19 4-14-16,7 1-6 0,-6 1-13 0,-1 5-7 0,-8 1-6 0,3 1-5 15,1 3-11-15,0-1-2 0,2 4-8 16,2-2-3-16,7-2-6 0,-1 1 6 0,4-1-7 16,1 2-4-16,-1 0-1 0,6-5-5 0,0 3 2 15,2-3 1-15,2 0-3 0,2-5 6 0,-1 0 8 0,7 0 0 16,0-2 8-16,3 0 0 0,-1-2 2 0,3-2-1 16,1 0 0-1,-2-2 1-15,1 0 0 0,-4-2 4 0,3 1-1 16,1-3-2-16,-1 2 0 0,1 0-6 0,-4-1-2 15,-1 3-2-15,3-5-4 0,-7 4-3 0,1-1-4 16,-1 1 0-16,3-1-4 0,-4 3-4 0,-4 0-2 16,7 0-2-16,-7 0-3 0,8 0 2 0,-8 0-2 15,7 0 5-15,-1 5-7 0,-2-3-1 0,1 4 0 16,-1 1 2-16,0-3-2 0,-1 2-2 0,1-2 6 0,2 1-4 0,-3-1 0 16,2-1 0-16,-4 1-1 0,3 0 2 0,0 0 8 15,0-3-5-15,-3 3-1 0,2-3 28 0,-3-1 21 16,4 3 17-16,-4-3 11 0,0 0-1 0,0 0-3 15,15-7 6-15,-10 3-3 0,0-3-11 0,4-1-1 16,0-3-9 0,0-2 2-16,4 1-10 0,0-2-8 0,-1 0-2 15,0 1-3-15,-2-1-5 0,3 2-5 0,0 2-2 16,-2-2-3-16,-2 5-4 0,-1-1-3 0,0 3-1 16,-3 1-4-16,2-1-1 0,-3 2-11 0,2 1 4 15,0 1-4-15,0 1-6 0,-6 0 2 0,15 3-7 16,-7 0 8-16,1 1-9 0,1 3-1 0,-1-1 0 15,0 1-3-15,0 3 7 0,2 1-9 0,-4-1 6 16,2-2 0-16,-2 7-3 0,-1-4 4 0,-3 1 6 0,0-1-14 0,-2-5-2 16,3 5-9-16,-4-5-10 0,0 1-4 0,1-2-8 15,-2 0-6-15,-1 0-17 0,-2-1-28 0,0 1-43 16,-3-3-49-16,0 1-75 0,-2-5-189 0,2 2-499 16,1-2 221-16</inkml:trace>
  <inkml:trace contextRef="#ctx0" brushRef="#br0" timeOffset="167530.57">16081 15370 11 0,'-18'13'118'0,"-5"9"-11"0,-9 14 0 15,-4 5 6-15,-2 9 3 0,-10 27 3 0,-1-3 12 16,0 6 1-16,6-2 3 0,3-5 6 0,16-21-6 0,-5 28-5 16,11-22-4-16,6 0 0 0,6-2 16 0,11-2-10 15,3-1-10-15,6-6-8 0,7-7-9 0,0-8 2 0,4-6-3 16,14 7 1-16,-5-14-4 0,11 5-3 0,6-6-3 16,-1-4-4-16,-1-3-3 0,-10-5-7 0,-2 1-11 15,-1 1-2-15,-2-3-10 0,-4 0-6 16,-8-2-4-16,-1-2-2 15,-5 4 1-15,-5-5-12 0,-1 0 0 0,-2 2 4 16,-3-2 18-16,0 0 5 0,-5 0 6 0,12 1-1 16,-12-1-25-16,6-1 14 0,-6 1-2 0,0 0-6 0,9 0-12 0,-9 0-22 0,0 0-31 15,4 1-24-15,-4-1-40 0,0 0-59 0,0 0-54 16,10-3-128-16,-6-3-252 0,5 2-620 0,4-3 274 16</inkml:trace>
  <inkml:trace contextRef="#ctx0" brushRef="#br0" timeOffset="168262.89">20247 15204 89 0,'32'48'118'15,"5"29"-7"-15,-8 3 14 0,-6 4 0 0,-11 0 0 16,-5 5-2-16,-4 3 4 0,-11-5-1 16,-2-7-4-16,-2 7 0 0,-5-1-2 0,1-30-8 15,-17 25-8-15,9-30-2 0,-3 0 11 0,-5-5-7 0,1-2-11 16,-9-4-13-16,1-3-8 0,1-7-34 0,-2-3-3 0,11-7-4 16,-3-3-2-16,-3 0 2 0,3-3-6 0,2 1-2 15,0-6 3-15,5 0 3 0,6-4 0 0,2 0 1 16,4-2 4-16,4 1 4 0,2-1 9 0,-1-1 2 15,3 1 9-15,-2-3 8 0,7 0 4 0,-6 3-1 32,6-3-10-32,0 0-24 0,0 0-43 0,0 0-50 0,10-11-48 15,-1 6-59-15,9-4-71 0,-4 0-192 0,5-1-460 16,-6 1 203-16</inkml:trace>
  <inkml:trace contextRef="#ctx0" brushRef="#br0" timeOffset="-89037.03">8432 8065 81 0,'0'0'120'0,"0"0"-6"15,0 0-14-15,0 0-4 0,0 0-8 0,0 0-17 16,0 0 3-16,0 0-5 0,0 0-5 0,0 0-7 16,-7-4 2-16,7 4-2 0,0 0-5 0,0 0 3 15,0 0-6-15,0 0-2 0,0 0 5 0,0 0-14 0,0 0 4 0,0 0-8 16,0 0 12-16,0 0 2 0,0 0-5 0,0 0-6 15,0 0 1-15,0 0-5 0,0 0-5 0,0 0-4 16,0 0 4 0,0 0-10-16,0 0-2 0,0 0 5 0,0 0-11 0,0 0 3 15,0 0 1-15,0 0-4 0,0 0 1 0,0 0-11 16,0 0 11-16,0 0-1 0,-14 3-7 0,14-3 1 16,0 0-3-16,0 0 3 0,0 0-5 0,0 0 4 15,0 0 0-15,0 0 2 0,0 0-5 0,0 0 3 16,0 0 2-16,0 0-2 0,0 0-2 0,0 0 1 15,0 0-2-15,0 0 3 0,0 0 5 0,0 0 12 16,0 0 0-16,0 0 7 0,0 0 3 0,0 0 0 16,0 0 4-16,0 0-6 0,0 0-3 0,0 0 1 15,0 0-1-15,0 0-2 0,0 0-2 0,0 0-6 0,0 0-1 0,0 0-2 16,21-6-1-16,-15 6 0 0,2-1-1 0,2 0 0 16,-2 1-2-16,0-2 1 0,-2 1-3 0,4 0 0 15,-2 1-4-15,0-1-5 0,-2-1-11 0,3 2-14 16,-4 0-18-16,3 0-33 0,-3-2-12 0,2 2-17 15,-7 0-28-15,12 0-172 0,-12 0-333 0,8 0 148 16</inkml:trace>
  <inkml:trace contextRef="#ctx0" brushRef="#br0" timeOffset="-88068.55">8478 8029 41 0,'0'0'90'16,"0"0"3"-16,0 0-15 0,0 0 1 0,0 0-12 15,0 0-7-15,0 0-5 0,0 0-2 0,0 0-11 0,0 0-2 0,0 0-9 16,0 0 0-16,0 0-2 0,0 0-8 0,0-4 3 15,0 4 3-15,0 0-10 0,0 0-1 16,0 0-1-16,0 0 8 16,0 0-14-16,0 0-3 0,0 0 3 0,0 0 3 0,0 0-3 15,0 0 0-15,0 0-3 0,0 0-7 0,0 0 1 16,0 0 1-16,0 0 0 0,0 0 2 16,0 0-14-16,0 0 15 0,0 0 0 0,0 0 0 15,0 0-1-15,0 0-13 0,0 0 16 0,0 0-6 0,0 0 6 16,7 11-3-16,-4-10-4 0,-3-1 7 15,10 3-4-15,-4-2-4 0,-1 0 10 0,2 1-5 16,0-2-2-16,-1 1 7 0,0-1 0 0,2 1-9 0,-2-1 11 0,-6 0-8 16,13 0 1-16,-9 0 1 15,-4 0 3-15,7 1 10 0,-7-1 1 0,0 0 3 0,7 0 8 0,-7 0-5 0,0 0-5 16,0 0 2-16,0 0-5 0,0 0-4 0,8 0-1 16,-8 0-1-16,0 0-21 0,0 0-16 0,0 0-18 15,0 0-19-15,0 0-38 0,0 0-67 0,0 0-183 16,0 0 81-16</inkml:trace>
  <inkml:trace contextRef="#ctx0" brushRef="#br0" timeOffset="-87572.01">8373 8081 84 0,'-1'-3'130'0,"1"3"-15"16,0 0-7-16,0 0-18 0,0 0-1 0,0 0-15 15,0 0-4-15,0 0-7 0,0 0-5 0,0 0-13 16,0 0-6-16,17 0 5 0,-9 0-8 0,4-3 0 15,-3 3-2-15,2 0-7 0,2 0-6 0,0 0 6 16,-3-1-7-16,3-2 2 0,-3 3-3 0,2-1-6 0,-2 0 6 16,-3 1-3-16,1 0-7 0,0 0 4 15,0-2-6-15,-8 2-1 0,12-1 3 0,-5 0 8 0,-7 1-10 0,9 0 2 16,-4-1-9-16,-5 1 7 0,9 0-5 0,-3-1-2 16,-6 1-6-16,7 0-8 0,-7 0-15 0,7-2-18 15,-2 2-17-15,-5 0-38 0,0 0-86 0,7-3-203 16,-7 3 91-16</inkml:trace>
  <inkml:trace contextRef="#ctx0" brushRef="#br0" timeOffset="-87001.2">8838 7904 199 0,'-1'-5'224'0,"1"5"-20"0,0 0-18 0,1-3-19 15,-1 3-10-15,0 0-19 0,0 0-14 16,0 0-11-16,0 0-12 0,0 0-11 0,0 0-10 16,0 0-10-16,0 0-8 0,0 0-9 0,0 0-7 15,0 0-11-15,0 0-10 0,0 0-4 0,0 0-6 16,0 0-6-16,3 12 3 0,-3-4-4 0,1 4-4 15,-1 3 4-15,0 0-4 0,0 4 2 0,0 0 1 16,0-1-6-16,0 3 5 0,0-3-4 0,0 2 2 16,0 0-1-16,1-2 3 0,-1 0-3 0,0 0-1 15,0-1-1-15,0 0 0 0,3-4 1 0,-3-1 2 0,0-3-3 0,0 1 0 16,1-1 4-16,-1 2-3 0,0-8 1 0,0 2-3 16,0 0 4-16,4 0-2 0,-4-3 4 0,0-2-3 15,1 7-1-15,-1-7 11 0,0 3 17 0,0-3 7 16,0 0 2-16,0 4 3 0,0-4 3 0,0 0-3 15,0 0-2-15,0 0-9 0,1 3 2 0,-1-3-2 16,0 0-5 0,0 0-4-16,0 0-6 0,0 0-15 0,0 0-26 0,0 0-32 15,0 0-44-15,0 0-51 0,0 0-57 0,0 0-147 16,-6 3-386-16,6-3 170 0</inkml:trace>
  <inkml:trace contextRef="#ctx0" brushRef="#br0" timeOffset="-85584.33">5866 9053 144 0,'3'-5'193'15,"-2"1"-1"-15,-1-1-1 0,0 2-8 0,3-3-3 16,0 1-18-16,-3-1-11 0,3 1-5 0,-2 1-8 0,-1 1-8 15,0-1-6-15,3 0-17 0,-3 4-11 16,1-5-9 0,-1 5-22-16,0 0-28 0,2-2-33 0,-2 2 7 0,0 0-4 15,0 13-4-15,-1-5 1 0,1 4-2 0,-5 7 1 16,0 5-1-16,-1 2-2 0,-2 1 6 0,0 4-5 16,3-4-1-16,-4 0 2 0,4-1 0 0,0-2 0 15,1 2 2-15,-1-6-1 0,1-3 2 0,-1 0-6 16,4-2 2-16,-3-5 3 0,1 1-1 0,2-2-2 15,0-3 2-15,-2 0 0 0,2-2 10 0,1 0 25 0,0-4 24 0,0 5 36 16,0-5 31-16,0 0 7 0,0 0-4 0,0 0-21 16,0 0-14-16,9-19-14 0,-4 8-4 0,4-2-14 15,0-4-6-15,0-7 0 0,5 6-8 0,0-3-5 16,3-1-8-16,-3-1-5 0,1 3 0 0,0-1-2 16,-2 5 1-16,-1 2-14 0,-2 0-1 0,1-1 2 15,-3 8-3 1,1-3 3-16,-1 3-9 0,-2-1 2 0,-1 1-1 0,-1 5 0 15,-1-3-3-15,-1 2-2 0,2 0-4 0,1-1-2 0,-5 4-12 0,1-2-20 16,3-1-10 0,-4 3-25-16,0 0 4 0,0 0 4 0,0 0 11 0,-10 12 1 15,1-4 6-15,-4-2 2 0,-1 5 8 0,1 0-3 16,-1 0 8-16,0 0 3 0,-1-3 2 0,6 3 3 16,-1-3 3-16,0-2-1 0,2 2 2 0,1-4 1 0,1 0 1 15,1 1-2-15,0-2 0 0,1 1 6 0,-1-2-2 16,4 1 0-16,-2-1 2 0,-1 1 1 0,4-3-2 15,0 0 3-15,-5 2-2 0,5-2-2 0,0 0 1 16,-1 3 1-16,1-3 4 0,1 8-3 0,4-4 0 16,-1-1 3-16,3 2-2 0,-5-1 3 0,8 3 1 15,-1 0 1-15,0 2 2 0,5 2-1 0,-1-2 7 0,2 3-6 0,-1-4-15 16,2 3-26-16,-1-1-24 0,0-2-27 0,2 4-35 16,-2-3-29-16,2-1-38 0,-2 1-220 0,-6-1-446 15,9 0 198-15</inkml:trace>
  <inkml:trace contextRef="#ctx0" brushRef="#br0" timeOffset="-85337.42">6405 9242 289 0,'0'0'316'0,"0"-7"-37"0,0 3-29 0,0-2-26 16,0 1-22-16,2-1-23 0,1 0-20 0,5-4-33 15,2 4-34-15,-1 2-37 0,4-1-37 0,2-2-45 16,4 2-44-16,2-1-42 0,-3 3-73 0,-1-4-113 16,-2 5-324-16,-2 1 144 0</inkml:trace>
  <inkml:trace contextRef="#ctx0" brushRef="#br0" timeOffset="-85168.13">6448 9375 108 0,'0'0'198'0,"0"0"-16"0,17-5-19 15,-5 0-15-15,6 0-22 0,2-1-12 0,-1 0-10 16,2 0-21-16,-2 0-28 0,0 1-42 0,9-4-43 15,0-1-60-15,-6 1-106 0,-3 3-212 0,2-3 94 16</inkml:trace>
  <inkml:trace contextRef="#ctx0" brushRef="#br0" timeOffset="-84980.66">6897 9133 44 0,'0'-2'305'16,"0"2"-13"-16,0-6-21 0,0 6-21 0,3-4-22 15,-3 4-33-15,0 0-24 0,0 0-21 0,0 0-21 16,0 0-27 0,0 0-18-16,0 0-10 0,-4 23-8 0,4-12-5 0,0 9-8 15,0-1-11-15,4 8-8 0,-2 1-23 0,6 4-34 0,-3-3-47 16,0 0-50-16,3 0-109 0,-4-3-125 0,2-9-383 16,-3-4 170-16</inkml:trace>
  <inkml:trace contextRef="#ctx0" brushRef="#br0" timeOffset="-82395.28">16385 8637 210 0,'0'-5'260'15,"-1"3"-17"-15,1 2-11 0,0-7-15 0,1 4-15 16,-1-2-21-16,0 5-16 0,0 0-20 0,0-5-17 16,0 5-14-16,0-4-18 0,0 4-31 0,0 0-27 15,0 0-14-15,0 0-2 16,0 0-9-16,0 0 3 0,-1 22-3 0,-1-13 2 15,-1 6-5-15,-1 2 1 0,1 1-3 0,-2-1-1 16,1 1 0-16,-1 0 0 0,0 0-1 0,3-1 1 16,-5-1 0-16,3-1-5 0,2 3-1 0,-1-7 5 0,-1 0-1 0,3 0-2 15,-1-3 0-15,-1 2-1 0,2-4 2 0,1-1 3 16,-3 0-3-16,2 0 4 0,1-2 3 0,0-3 17 16,-3 5 25-16,3-5 30 0,0 5 24 0,0-5 28 15,0 0 6-15,0 0-12 0,0 0-11 0,9-10-21 16,-1 2 5-16,0-2-22 0,4-2-7 0,0-2-6 15,2-1-9-15,3-6-6 0,0 1-6 0,0 2-8 16,2-2 0-16,-6 6-4 0,1-2-6 0,0 4 1 16,0-2-5-16,-5 4 1 0,0 2-7 0,1-1-1 15,-3 4-6 1,-3-3 3-16,1 4-2 0,-1 1-5 0,-2-2 4 0,1 1-2 16,0 2-11-16,0 2 4 0,-3 0-2 0,0 0-20 15,2-5-11-15,-2 5-17 0,0 0-11 0,3-3-9 16,-3 3 10-16,0 0 5 0,-9 8 4 0,0-1 8 15,-1 0 4-15,0 1 5 0,-4 2 3 0,2-2 1 16,2 0 4-16,4-1 3 0,-5-1-1 0,6-1 3 16,-2 1-1-16,3-3 3 0,-3 1 0 0,5 0 6 0,-2-2 2 0,1 1-5 15,3-3 2-15,-3 5 5 0,1-3-4 0,2-2 2 16,0 0 0-16,-5 5 7 0,5-3-6 0,0-2 3 16,4 7 0-16,-3-2-3 0,3 2-3 0,0-2 4 15,1 3 6-15,0 1-3 0,3 3 2 0,1 0 0 16,0-1 0-16,1 2 2 0,3-2 0 0,-3 3-17 15,4-2-21 1,-1 2-24-16,-2-2-31 0,3 2-44 0,-1-2-25 16,0 0-39-16,-4-4-244 0,1-1-482 0,4 0 214 15</inkml:trace>
  <inkml:trace contextRef="#ctx0" brushRef="#br0" timeOffset="-82163.72">16996 8789 92 0,'2'-3'338'0,"-2"3"-26"0,2-6-25 16,-1 2-26-16,2 0-16 0,-1 0-32 0,2 1-19 15,1 1-24-15,1-3-13 0,2 3-44 0,2-3-35 16,3 3-44-16,5 1-31 0,-1 1-40 0,3 0-41 15,-2 1-48-15,4 1-33 0,-7-2-191 0,4 2-379 16,-6-2 168-16</inkml:trace>
  <inkml:trace contextRef="#ctx0" brushRef="#br0" timeOffset="-81976.59">17061 8896 127 0,'0'0'202'0,"0"0"-17"0,0 0-15 0,13 2-19 16,0-2-17-16,3 0-11 0,14-2-20 0,-1 2-31 0,2 0-42 0,1 0-29 15,3-3-47-15,1 1-74 0,-5-1-69 0,2-1-205 16,-4-1 91-16</inkml:trace>
  <inkml:trace contextRef="#ctx0" brushRef="#br0" timeOffset="-81694.19">17782 8719 160 0,'-7'-2'158'0,"7"2"-13"16,-10 2-14-16,3-1-19 0,1 3-8 0,1-3-11 15,-4 4-10-15,4 0-12 0,1 0-3 0,-1 2 2 16,3-1-2-16,-1 1-11 0,1 1 5 0,0 2-2 0,6 1-1 0,1-1 21 15,6 5 5-15,1-3 7 0,5-2-4 0,2-1 0 16,9 0-4-16,0-5-6 0,-6-2 2 0,-2-2 1 16,2-2-2-16,-3-2-1 15,1-1 11-15,-4-2-12 0,-2-3-3 0,-5 2-4 16,5-5 8-16,-9-1-15 0,-1-5-12 0,-1 2-9 16,-6-2-7-16,-1 1-18 0,-11-6-24 0,-2 3-30 0,-3 3-31 0,-9 4-39 0,-6-1-29 0,-16 1-49 15,1 4-227-15,8 3-446 0,6 3 198 0</inkml:trace>
  <inkml:trace contextRef="#ctx0" brushRef="#br0" timeOffset="-78284.22">12172 7389 54 0,'-1'-3'176'0,"0"-2"-12"0,-2 1-10 15,2-1-10-15,-2 2-13 0,2 0-14 0,-2-3-10 16,0 2-10-16,-1 0-8 0,1 1-12 0,-2-1-9 0,1-1-4 0,-1 1-9 15,0 2-1-15,-4 0-13 0,0-1-1 0,-4 2-8 16,-1 1-2-16,-3 0-4 16,-3 3-3-16,1 0 0 0,-2 1-7 0,-4 3-4 15,-2 2 13-15,2 4-11 0,-1-6-5 0,-2 8 0 16,2-2-2-16,8-3 4 0,-4 5-2 0,-3-1 2 16,9-5-5-16,-1 2-1 0,8-2-9 0,-1-1 0 15,0-1-2-15,3 3-5 0,2-5 2 0,4-1-5 16,-3 2 4-16,0-5-2 0,-1 6 7 0,5-5 6 15,0-2 0-15,9 2 0 0,-1 0 1 0,5-2 3 16,3-2 3-16,8 1 1 0,-3-4-9 0,6-1-5 16,1 0 4-16,-3-1 3 0,-3 0-1 0,-4 0-1 15,0-1 8-15,-1 1-4 0,-2-3-2 0,-5 4-1 16,0-2 4-16,-2-1-5 0,-2-1 6 0,-1 0-8 0,1 1-4 16,-5-1 10-16,1 0 5 0,-2 1-1 0,-2 0-2 0,-2-2 3 15,1 6-6-15,-2-5 3 0,0 4-3 0,-3 1 3 16,0-1-10-16,1 2 4 0,1 0-3 0,-2 0 0 15,3 2-10-15,-4-1 16 0,5 1 0 0,-1 1-12 16,5 1-4-16,-8-2-3 0,6 1-16 0,2 1-6 16,-8-2 5-16,8 2-3 0,0 0 1 0,-5 4 11 0,5-4-3 0,-4 4 4 15,4-1 1-15,0-3 0 0,-4 5 8 0,4-5-3 16,-1 4 2-16,1-1 1 0,0-3 9 0,-3 5-7 16,3-5-1-16,-1 3 2 0,1-3 12 0,0 0-10 15,0 3 4-15,0-3 1 0,0 0 5 0,0 0-4 16,0 0 1-16,0 0 4 0,0 0-6 0,0 0 3 15,0 0-1 1,0 0 8-16,-1 4-2 0,1-4 3 0,0 0 4 16,0 0-5-16,0 0-2 0,0 0-2 0,0 0 17 15,0 0-17-15,0 0 5 0,0 0-5 0,0 0 2 16,0 0-5-16,0 0 1 0,0 0 5 0,0 0-13 16,0 0 15-16,0 0-10 0,0 0 5 0,0 0 1 0,0 0 5 15,0 0-4-15,0 0 3 0,0 0-1 16,0 0-2-16,0 0 8 0,0 0-6 0,0 0 0 0,0 0 3 0,0 0-4 15,0 0-1-15,0 0-3 0,0 0 0 0,0 0 4 16,0 0 3 0,0 0-13-16,0 0 13 0,0 0-9 0,0 0 4 0,0 0 2 15,0 0-5-15,0 0 5 0,0 0-6 0,0 0-1 16,0 0 8-16,0 0-1 0,0 0 3 0,0 0 4 16,0 0-1-16,0 0 3 0,0 0 2 0,0 0-5 15,0 0 3-15,0 0-1 0,0 0 1 0,0 0-2 16,0 0 4-16,0 0-4 0,0 0 2 0,0 0-7 15,0 0 5-15,0 0 0 0,0 0-5 0,0 0-1 16,0 0 0-16,0 0 3 0,0 0-7 0,0 0 4 16,0 0 2-16,0 0-5 0,0 0-3 0,0 0 4 15,0 0 4-15,0 0-5 0,0 0 1 0,0 0 1 16,0 0-3-16,0 0 0 0,0 0 0 0,0 0-6 0,0 0 9 16,0 0-7-16,0 0 3 0,0 0 0 0,0 0 3 15,0 0-4-15,0 0 1 0,0 0 1 0,0 0 0 0,0 0-4 16,0 0-2-16,0 0 4 0,0 0 0 0,0 0 3 15,0 0-1-15,0 0-4 0,0 0 0 0,0 0-2 16,0 0 7-16,0 0-1 0,0 0 1 0,0 0-5 16,0 0 9-16,0 0-6 15,0 0-1-15,0 0 0 0,0 0-1 0,0 0 2 16,0 0-5-16,0 0 3 0,0 0-1 0,0 0-3 16,0 0 2-16,0 0 1 0,0 0 0 0,0 0-4 15,0 0 9-15,0 0 1 0,0 0-7 0,0 0 0 16,0 0 8-16,0 0 0 0,0 0-5 0,0 0 0 15,0 0 5-15,0 0-7 0,0 0-3 0,0 0 5 16,0 0 4-16,0 0-3 0,0 0 0 0,0 0 1 0,0 0-3 16,0 0 5-16,0 0-3 0,0 0-6 0,0 0 8 15,0 0-5-15,0 0 5 0,0 0-3 0,0 0 1 16,0 0 6-16,0 0-12 0,0 0 5 0,0 0-8 16,0 0 4-16,0 0-7 0,0 0 5 0,0 0-3 15,0 0 1-15,0 0-3 0,0 0 4 0,0 0 0 0,0 0 5 16,0 0-4-16,0 0 3 0,0 0-11 0,0 0 0 0,0 0-7 15,0 0-9-15,0 0-14 0,0 0-22 0,0 0-12 16,0 0-26 0,0 0-141-16,0 0-266 0,0 0 117 0</inkml:trace>
  <inkml:trace contextRef="#ctx0" brushRef="#br0" timeOffset="-74772.04">11992 7235 111 0,'0'0'173'16,"-1"-7"-19"-16,-1 3-21 0,2 4-14 0,-1-5-6 15,-1 1-15-15,-2 0-18 0,-2 3-1 0,-1-2-15 16,-2 3-2-16,-1 0-10 0,-4 0-4 0,-4 7-7 16,-4-2-8-16,-5 3-7 0,-1 1 6 0,0 3-8 15,3-2 1-15,-1 4-4 0,4-1 4 0,3-2-7 16,2-1-1-16,2 2-3 0,2-1-5 0,-1 0-4 0,5 0 1 15,0-2 0-15,3 0-4 0,-2-1-4 0,3 1 7 16,5-5-5-16,-4 4 3 16,4 0 0-16,4-6-3 0,-1 5 0 0,3-5 3 0,6 4 2 15,0-4 1-15,10 0 5 0,1-2 0 0,3-3-2 16,-3-1 2-16,4-3 6 0,-7 1 1 0,-1-2 4 16,2-1 6-16,-4-3 0 0,0 4 8 0,1-5 7 15,-5 1-9-15,1-2 4 0,-4-1-8 16,-1 2 0-16,0-2-1 0,-5 4 10 0,0-1-1 15,-2 0-7-15,-2 0-3 0,0 3-1 0,0-2-1 16,-2 1-5-16,-5 5-1 0,0-1-9 0,-2-1 3 16,-3 4-3-16,-2 2-5 0,-4 2 3 0,-1 4-4 0,-8 2 1 15,0 2-5-15,8 1 0 0,-5 2-3 0,5-1-18 16,2 1-5-16,6 2-9 0,-1-2 6 0,3 2 0 0,3-2 4 16,3 2 1-16,2 2 2 0,1-2 9 0,8 1 2 15,3 0 0-15,5-4 0 0,5 4 4 0,5-3 0 16,2-3 4-16,5-2-7 0,-1-4-4 0,1 0 6 15,-1-3-4-15,4-2 3 0,-4-3 2 0,0-1-1 16,-1-1 2-16,-5-3 6 16,1-2-5-16,-4-2-3 0,0-1 5 0,-7 4 9 15,0-2 5-15,-6-1 2 0,-1-1 9 0,1 2 1 16,-3-1 5-16,-5 2-1 0,0 0-1 0,-4-2-4 16,1 2-5-16,-3 3 0 0,-1-2-4 0,-2 1 1 15,-2 2-1-15,-3 4-7 0,-2-2 0 0,-1 3-3 16,-7 2 1-16,3 2-3 0,-3 4-1 0,0 2 4 15,2 1-2-15,1 3-3 0,-4 4-3 0,6-2-16 16,3 1-7-16,2 0 3 0,2-1-1 0,4-1 1 0,5-1 9 0,-2 1 0 16,3 1-2-16,4 0 8 0,5-2-3 0,5 1 1 15,0-1 4-15,3-5 1 0,1 2 0 0,2-5 1 16,8 1 1-16,-5-4 1 0,-4-3 0 0,3-2 2 16,6-3 0-16,-8 0-1 0,-1-2 5 0,-2 0 3 15,0 0 2-15,0-2-1 0,-5 0 4 0,1-3 1 16,-1 1 2-16,-5 0 5 0,0 2 11 0,-4 0-1 0,0 0-3 0,-2-1-1 15,-2-3-3-15,-3 3-7 0,-1 1-1 0,-4 2-3 32,-2-1 1-32,-5 0-7 0,0 5 3 0,-2 2-6 0,-1 0 2 0,-2 4-4 15,0 3 3-15,-9 1 1 0,3 6-8 0,4 1-1 16,0 4-8-16,-1 0-1 0,4 5-13 0,7-7-5 16,1 3-5-16,2-2 5 0,4 2 5 15,2 1 4-15,4 0 3 0,2-3 1 0,5 1 5 16,4-2 1-16,5-1 3 0,1 0-3 0,11-2 2 15,3-3-2-15,1-3 1 0,-1-3 1 0,1-1 0 0,-2-2 6 16,1-2 6-16,-2-5-6 0,-2 2-4 0,-1-5 8 16,-7 6 0-16,-1-5-3 0,-4 0 10 15,0 0 3-15,-1-1 9 0,0 0 7 0,-3-3-3 16,-5 5 4-16,0-4-3 0,-2 2-3 0,-1 1-3 0,-3 0-4 0,-2 0-6 16,-2 3 6-16,-1-4-8 0,-5 7-1 0,-2-2 1 15,-5 4-8-15,-3 3 5 0,-8 1-3 0,-2 6 2 16,-1 0-1-16,-1 6 1 0,-1-1-2 0,0 4-1 15,1 1-1-15,1 1 4 0,4 3 0 0,1-2-1 0,5 0-1 16,3 0-5 0,6-3-10-16,2-3 1 0,6 0 4 0,1-3 2 15,2 1 1-15,3-2 3 0,4 2 5 0,1-3-14 16,7-2 13-16,4 2 0 0,2-3 0 0,10-3-5 16,-1 0 4-16,2-5 0 0,-1-2-2 0,-2-1 2 15,-1-6-2-15,-3 0-3 0,-4 3 9 0,-3-4-5 16,2 1 1-16,-4-1 4 0,0-3-3 0,-2 2-1 15,-2-4-1-15,-2 4 2 0,-3-1 0 0,-4 2-3 16,-1 1 5-16,-4 2-5 0,-1-1 2 0,-4-3-5 0,3 5 6 0,-6 1-6 16,2 3 3-16,-10-2 9 0,1 4-9 0,-1 4 1 15,-8 1-1-15,0 6-1 0,0 0-3 0,0 5 4 16,1-1 1-16,0 2 4 0,2 3-6 0,4 0 3 16,5-2-2-16,3-3-1 0,1 4 1 0,5-1-2 15,3-1 2-15,0-3-6 0,4 1 7 0,3 0 1 16,3 0-1-16,3-3-1 0,7 0 4 0,0-1-9 0,4-2 3 15,7-3-10-15,2-2 0 0,2-3-2 0,-3-3 0 16,-1-4 2 0,0-1-4-16,-3-3 3 0,-1 1 1 0,-6 1 7 0,0-5-3 0,-1 0-1 15,-2-4-10-15,3-1 1 0,-8 3-13 16,-3-6 17-16,2 6 0 0,-6-2 4 0,1 3 0 16,-6-1 4-16,-3 2 0 0,1-2 4 0,-3 7 5 15,-1-1-4-15,-5 3 1 0,-4-1 4 0,-1 4-4 0,-1 2 3 16,-8 0-5-16,2 4 1 0,-5 1 5 15,3 4-1-15,-1 2-3 0,-1 2 3 0,2 4 0 16,1 2-2-16,3 2 1 0,3-1-1 0,1 5-5 16,5-7 17-16,5 2-13 0,1 1-3 0,1-1 6 15,6 0-6-15,-1-5 8 0,6 1-5 0,4 5-1 0,0-6 14 16,2-1-6-16,7 1 1 0,1-4-2 0,3-1-2 0,7-3 0 16,1-2 0-16,-6-2 3 0,5-5 1 0,0-1-5 15,-8-2 0-15,-3 0 2 0,2-3 0 0,-5-1-2 16,1-1 6-16,-4 1-5 0,-2-3 3 0,1-2 0 0,-4 1-2 15,-1 0 0-15,-4-2-1 0,-1 0 1 0,-3 2-3 16,-3 2 8-16,-3 0-6 0,-1 4 8 0,-3 1-13 16,-2 2 10-1,-2 3-10-15,-2 3 0 0,-7 2 10 0,0 1-12 16,-3 5 2-16,0 4 0 0,1 2 1 0,1 6 0 16,-3 1-2-16,2 5 6 0,2-1-3 0,0 2-3 15,6 1 2-15,2-2 8 0,3-1-3 0,7 0-2 16,2-3 13-16,6-2-10 0,1-2-2 0,4-2 10 15,4 2-15-15,4-5 7 0,5 0 0 0,2 0-1 16,13-5 0-16,0-1 9 0,0-4-14 0,4-1 1 0,-3-4-3 0,-2-3-4 16,-1-4 4-16,0 1 2 0,-6-3-3 0,2-3 0 15,-6 2 4-15,-3-7 0 0,-5 4-1 0,0-4-2 16,-3-2 1-16,-1-2-4 0,-5 7 5 0,-3 0 6 16,-1-1 5-16,-3 2 12 0,-2 0 4 0,-4 0-2 15,-1 5-1-15,-4 0-18 0,-4 2 17 0,1 3 1 16,-5 2-5-1,-4 3-3-15,6 4-3 0,-7 3 0 0,0-1-6 0,-1 5 4 16,2 4-2-16,-1 1-3 0,0 2 2 0,1 2 0 16,-1 0-6-16,5 2 5 0,0-1 1 0,1 0-6 0,2-1 3 15,7-1 0-15,5-3 4 0,2-3-1 0,1 1-1 16,5-1-1-16,3 1-1 0,2-3 1 0,2 0 5 16,9-1-5-16,0-3 0 0,2 0 5 0,3-6-4 15,0 2-2-15,7-6-2 0,3 0 3 0,-3-3 3 16,-3-3-4-16,-2-2 1 0,-4 3-2 0,-3-3 4 15,1 3-4-15,-4-6 1 0,-1 1 1 0,-1 0-1 0,-4 0 1 16,-3 5-2-16,1-3-2 0,-8 2 6 0,0 0-3 16,-3 0-2-16,-1 1 0 0,-5 2-1 0,1 0-5 15,-6 2 6-15,-3-2-7 0,-7 1 7 16,6 5-1-16,-9 2 0 0,1 1-5 0,-4 1 5 0,-1 5 3 0,1 2-3 16,2 2 0-16,2-2-5 0,2 4 7 0,4-1 1 15,5 0-7-15,0 1 4 0,8-1 4 0,-1 1-5 16,3 1 2-16,2-3-4 0,3 3 2 0,3 0 4 15,5-4 2-15,0 2-1 0,11 0 1 0,-1-2-8 16,13 0-1 0,3-4 1-16,-1-2-4 0,5-4 1 0,-2-3 1 0,-4 1-4 15,2-5-2-15,-4-1 0 0,-1-1-1 0,-7-1 3 16,0 3 0-16,-4-5 4 0,-1-1-2 0,-2 3-1 16,-2-6 10-16,-1 5 15 0,-5 0 1 0,-2 0 0 15,0-1 0-15,-5 1-8 0,0-1 2 0,-3 3 0 16,-3-1-8-16,1 1 2 0,-4 2 5 0,-1 3-7 15,-6 0-1-15,1 4 3 0,-9 5-8 0,0 1 8 16,6 0-9-16,-4 9 5 0,6-6 4 0,-4 8-6 0,1 0 3 0,7-3-1 16,3 1-7-16,1 0 1 0,7 2 5 0,-1 0 0 15,5 0 2-15,5 2-1 0,5-3 1 0,6 1 2 16,5 1-5-16,4-3-10 0,4-4-3 0,3-1-3 16,4-6 0-16,-4-1-2 0,2-3 5 0,1-3-7 15,-1-2 5-15,-2-4-1 0,0 2 3 0,-2-3-1 16,-2 1 0-16,-3-3 5 15,-8 2-4-15,1-3 3 0,-3 4 5 0,-5 0 2 16,-2 1 15-16,-2-1 12 0,-2 4 1 16,-1-1-5-16,-1 0-2 0,-4 1 2 0,-5 3-4 0,0-1-3 0,-5 3-4 15,-2 0-2-15,-5 3 2 0,-2 1-3 0,0 0-1 16,-7 8 4-16,-2 1 3 0,7 1-8 0,-2 1 2 16,0-1 1-16,5 3-3 0,1 1 0 0,6-4-3 15,5 1-4-15,6-4 1 0,1 3-3 0,4-5-1 16,4 3 2-16,7-5-10 0,10 4-13 0,9-8 0 15,3-1-9-15,1-2-3 0,2 0-1 0,-2-2-4 16,1-3 6-16,-4 0-4 0,-2-5 4 0,-2 1 5 16,-5 0 2-16,-5 3 0 0,-5-3 14 0,-4 4 14 15,1-1 22-15,-6 3-3 0,-2-3 19 0,0 4-11 0,-4-3-5 16,0 5 3-16,-5-7-4 0,-2 3-1 0,-5 1 6 0,-1 1-10 16,-6-1 1-16,-3 3 3 0,0 0-2 0,-6 0-6 15,-1 3 0-15,7 1 3 0,0-1-8 0,3-1 1 16,1 0 3-16,7 1-3 0,-2-2 0 0,4 2-7 15,3 0-1-15,-1-2-5 0,3 2 3 0,1 1 0 16,0-1-1-16,3 2-5 0,6-2-8 0,2 0-3 16,0 0-16-16,6 1-1 15,1 1-6-15,-2-2-3 0,5-2-7 0,-3 2 3 16,-3-1 10-16,-1 2 1 0,-1-1 8 0,-5-2-2 16,1-1 2-16,-6 0 9 0,7 4-4 0,-7-1 15 15,0 2 21-15,-2 0-1 0,-1-2 9 0,-3 3-1 16,-1 1 11-16,-3-1-1 0,1-2 9 0,0 2 9 15,2 0-15-15,0-3-1 0,1 2 6 0,2-3-4 16,0 1 15-16,4-3 9 0,-6 2 12 0,6-2 14 0,-5 2 21 0,5-2 12 16,-4 3-6-16,4-3-10 0,0 0-13 0,4-13-9 15,-3 6-11-15,4 1-1 0,0-1-7 0,0-3-5 16,-1 0-5-16,0 2-4 0,0-1-6 0,0 1-3 31,-2 1-5-31,-1 3-2 0,1-2-2 0,-2 1-4 0,-5 1-7 0,-1 1-5 0,-3 1-1 16,-3 1-2-16,-4-1-3 15,-4 0-3-15,2 4-14 0,-10 1-13 0,6-1-23 16,-1 1-28-16,5 0-48 0,-1 1-56 0,2 1-187 0,3-2-403 16,4-3 178-16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6:22:46.19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5654 2162 18 0,'0'-10'347'15,"0"1"-11"-15,0 3-28 0,3-2-27 16,-3 0-29-16,0 6-23 0,2-4-32 0,2 2-21 16,-3-1-17-16,3 3-20 0,-2 1-22 0,-2 1-25 15,15 1-12-15,-3 3-13 0,2 8-5 16,9 5-14-16,0 5 0 0,-2 5-6 0,2 3-4 15,2 13-5-15,0 2-2 0,-7 1 0 0,-3 2-7 16,-1-3-7-16,-3 2 9 0,-2 0-2 0,-5-11 0 16,-1 0-1-16,-4 0-6 0,2-4-6 0,-2 0 4 0,1-1 2 0,-6-2 4 15,0-5-7-15,2-7 1 0,-2-5 1 0,3-1 4 16,-2-3 19-16,0 2 35 0,2-5 21 0,0 0 34 16,-4-5 20-16,7 0 21 0,-10-6 7 0,1-3 3 15,3-5-15-15,2-3-3 0,-1-10-17 0,1-4-11 16,4-4-21-16,6-15-5 0,3-1-13 0,4 0-14 15,1-4-8 1,4-3-15-16,8-20-2 0,-6 31-4 0,-8 13-9 0,5 2-4 16,0-1-2-16,-2 4-4 0,-2 6-2 0,-3 6-5 0,-1 0-7 0,0 3 0 15,-1 4-4-15,-2 7 0 0,-2-6-14 0,-1 6-14 16,-1-2-45-16,1 1-54 0,-2 1-45 0,-1 3-11 16,0 0-7-16,0 0-22 0,9 10-20 0,-9 1-22 15,3 2-14-15,-1 2-21 0,3 1-55 16,-2 1-297-16,3-2-679 0,1-5 301 0</inkml:trace>
  <inkml:trace contextRef="#ctx0" brushRef="#br0" timeOffset="262.6">6552 2358 380 0,'-6'1'404'0,"6"-1"-11"0,0 0-13 16,0 0-17-16,0 0-30 0,0 0-35 0,0 0-33 16,0 0-35-16,11-17-25 0,-3 11-31 0,10-1-39 15,2-1-53-15,6 0-53 0,2 0-37 0,0 1-47 16,-1 0-52-16,-4 4-51 0,-1 0-59 0,-2 3-66 15,-2-2-192-15,-4 4-512 0,-4-2 227 0</inkml:trace>
  <inkml:trace contextRef="#ctx0" brushRef="#br0" timeOffset="409.21">6617 2532 32 0,'-7'9'197'0,"-2"-2"-7"0,4-2 2 0,1-2 9 15,-1 1 5-15,2 0-2 0,1 0 6 0,2-2-1 16,0-2-3-16,9 1-23 0,3-1-11 0,2-1-21 0,7 0-18 15,12-5-48 1,-1 0-50-16,8 2-57 0,12-3-51 0,-1 0-70 16,-13 2-252-16,16-3-428 0,-17-1 190 0</inkml:trace>
  <inkml:trace contextRef="#ctx0" brushRef="#br0" timeOffset="1017.75">7411 2060 38 0,'5'-9'222'16,"0"2"-15"-16,4-2-15 15,1 3-12-15,-1-1-20 0,9-1-14 0,-5 3-11 16,0 1-6-16,0 2-10 0,0 1-15 0,4 1-9 15,-2 3-11-15,2 2-5 0,1 2-10 0,-5 6-3 16,1 0-8-16,-1 1 0 0,-2 10-6 0,-1 2-4 16,-5 5-4-16,-5 1-4 0,-2 3-1 0,-8 12-6 0,-8 1 2 0,-4 0-5 15,-6 2-1-15,2 1-5 0,-9-4 3 16,0-6-5-16,3-4 2 0,7-9-5 0,1-5-4 16,4-4 1-16,2-4 1 0,7-5 0 0,3 1 15 15,-2-6 36-15,1 2 54 0,5-5 64 0,0 1 54 16,0-2 37-16,4-1-19 0,0 0-14 0,-5-9-20 15,5 4-18-15,1-4-19 0,3-3-23 0,1-3-15 16,7-2-16-16,-1 2-16 0,1-1-13 0,1 1-14 16,2 1-11-16,-6 7-10 0,1-1-9 0,1 3-9 0,-1 0-9 0,0 1-8 15,-4 3-9-15,6 1-4 0,-1 3-6 0,2 2-2 16,-3 2-2-16,6 5-3 0,-1-2-2 0,-1 4 0 16,-1 1-23-16,-2 2-8 0,2-3-4 15,-1 1-2-15,-1-1-12 0,1-1-5 0,-3 1-6 16,-1-6 9-16,-1-1-4 0,-2-2 9 0,2-1 1 15,-1-1 13-15,1-1-4 16,4-2 7-16,-1-3 8 0,4-1-6 0,1-3 11 16,2-3 0-16,-2 0 13 0,1 1-2 0,0-3 3 15,-2-2 8-15,4 1-6 0,0-7-1 0,-4 4 0 16,0-1-1-16,-1 2 2 0,-2 3-2 0,-3 2 2 16,0 0 5-16,-1 3 8 0,-1-1-7 0,-4 4-2 15,2 0-22-15,0 0-39 0,0 0-62 0,-2 3-67 16,-2 1-48-16,0 0-24 0,0 0-39 0,8 6-53 0,-11-1-323 15,1 2-720-15,-1 1 319 0</inkml:trace>
  <inkml:trace contextRef="#ctx0" brushRef="#br0" timeOffset="1218.26">8222 2660 343 0,'4'0'361'0,"-4"0"-28"0,0 0-29 0,0 0-29 16,8 0-36-16,-8 0-29 0,0 7-24 0,-4-1-13 0,0 2-18 0,-2 5-14 15,-8-1-15-15,-6 7-36 0,0 1-45 0,1 1-45 16,4-7-64-16,-4 6-58 0,2-2-69 0,-1-6-243 16,4-3-471-16,4-4 209 0</inkml:trace>
  <inkml:trace contextRef="#ctx0" brushRef="#br0" timeOffset="1888.41">8468 2080 48 0,'10'-6'231'0,"3"-1"-10"0,-2 3-14 16,0-1-22-16,2 2-16 0,-1 0-15 0,2 3-14 15,-2 0-14-15,1 3-5 0,-1 2-12 0,4 3-7 0,0 4-4 16,-2 0-12-16,-1 5-4 0,0 9-9 16,-3 1 2-16,-4 3-5 0,-7 3-7 0,0 13-1 15,-6-10-5-15,-8 13-3 0,-3-2-5 0,-8 0-2 16,0-1-2-16,-5-5-4 0,2 2-5 0,4-15-1 16,0-2-2-16,2-2 0 15,1-5-4-15,-1-2 7 0,5-4 8 0,3 0 11 16,3-8 17-16,2 1 24 0,1 0 47 0,4-5 29 15,-2 2 36-15,3-2 32 0,4-1-17 0,0 0-9 16,0 0-14-16,-7-12-16 0,8 3-18 16,2-1-18-16,6-4-16 0,2-2-13 0,1-1-16 0,6-1-9 0,1 1-15 0,-5 5-7 15,-1 0-9-15,-2 5-8 0,1-3-8 16,-2 5-9-16,4 0-7 0,-5 3-5 0,4 2-7 16,-3 2-4-16,2 5-2 0,4-1-2 0,0 6-1 15,0 1-2-15,-3 0 0 0,2 1-3 0,2 6-1 16,-2-6 0-16,-5 1-17 0,3-1-9 0,-3 0-4 15,-2-4 4-15,2-2-4 0,-3-1 4 0,-2-2 3 16,0 0 5-16,0-3 4 0,5 0-1 0,2-3 4 16,-2 0 5-16,3-3-6 15,2-2 3-15,-2-1 3 0,1-2 0 0,1-1 0 16,-1-2-2-16,2 0 0 0,-4 0 1 0,0-3 3 16,2 1-5-16,0 2 1 0,-1-1-1 0,-4 3 1 15,-4-1 2-15,0 6-4 0,3 0-34 0,-3-3-38 16,0 4-52-16,-3 4-63 0,1-3-76 15,-3 3-87-15,8 0-79 0,-8 0-280 0,0 0-774 16,0 0 342-16</inkml:trace>
  <inkml:trace contextRef="#ctx0" brushRef="#br0" timeOffset="11988.15">12087 1240 244 0,'2'-2'232'0,"-2"-2"-7"0,0 4-18 16,0-8-17-16,0 8-9 0,0-3-16 0,0 3-13 0,-2-6-19 0,2 6-15 0,0 0-25 15,0 0-33-15,0 0-2 0,0 0-10 0,-20 35-3 0,1-3 0 16,-22 43-6-16,-10 11 6 0,0 15-5 0,-10 0-1 16,1 8 7-16,0-1-2 0,1-2 1 0,1 8 9 15,10 4 13-15,3-3 9 0,8-6 7 0,9-5-6 16,9-4 2-16,9-5-8 0,8-5-5 16,10 4 0-16,8-7-1 15,6-7-7-15,0-24-6 0,17 24 0 0,-8-26-6 16,4-5-1-16,4-3-4 0,7-4 0 0,2-7 1 15,0-5-5-15,0 0 0 0,1-8-6 0,0 0-1 16,-16-6-6-16,0-7 4 0,-1 1-9 0,-6 1 1 16,-8-6 3-16,-6 1-7 0,-3-3 3 0,-1 0 14 0,2-2 8 0,-10-1 15 15,9 4 33-15,-9-4 13 0,0 0 15 16,12 4 1-16,-12-4-18 0,0 0-2 0,0 0-20 16,0 0-19-16,0 0-28 0,0 0-46 0,0 0-44 0,0-18-66 15,0 18-82-15,6-16-78 0,8 2-397 16,8-3-738-16,-2-2 326 0</inkml:trace>
  <inkml:trace contextRef="#ctx0" brushRef="#br0" timeOffset="13975.67">13225 1880 28 0,'0'0'189'0,"0"0"-15"0,-4-5-11 0,4 5-13 0,0 0-13 16,0 0-18-16,0 0-7 0,-2-4-9 0,2 4-19 16,0 0-8-16,0 0-5 0,0 0-10 0,0 0-6 15,0 0-4-15,0 0-6 0,0 0-9 0,0 0 3 16,0 0-8-16,0 0 2 0,0 0-8 15,0 0 3-15,24 1-5 0,-11-4-1 0,3-2-3 16,5 3-4-16,-1-5 2 0,-2 2-4 0,4-2-1 16,5-1 2-16,-2-1-4 0,-7 0 2 0,1 0-4 15,-2 0 1-15,-1-1 16 0,-1 1-1 0,-4 1 16 16,-2-1 7-16,-1-1 6 0,-1 1 4 0,-3 1 10 16,-1-1-5-16,-3 1-3 0,-2 1-8 0,0 0-6 15,-7 0-14-15,0 2-3 0,-10 0-7 0,0 2-2 0,-11 3-8 0,-3 6 3 16,0 1-6-16,-4 4 3 0,-11 7-4 0,-4 1-1 15,2 5 0-15,-1 3-1 0,0 4 2 16,-1 0-6-16,3 1 0 16,3 7 1-16,1-3 0 0,5 3 1 0,4 2-2 0,5-1 1 15,10 4 12-15,9-11 0 0,0-2-2 16,8 2 1-16,10-3 2 0,0 1 1 0,9-5-2 0,7 1 0 0,20 2 2 0,4-8-4 0,9-3 3 16,8-7-5-16,26-3 3 0,5-4-3 0,-32-8-2 15,1-3-1-15,31-5-10 0,-26 7-3 0,20-14-5 16,-29 7-1-16,-3-3-2 0,-1 0-9 0,-4-2-1 15,-16 3 1-15,-1-1 3 0,-6 0 5 0,-1 1 2 16,-9 2 14-16,-3 0 12 0,-7 3 10 0,-3-1-3 16,-2 3 1-1,-4 2-6-15,-5-3 2 0,0 4-3 0,-7-1 0 16,-6 5-2-16,-8 2-1 0,-3 8-2 0,-4-1-1 16,0 4 1-16,-1 1-1 0,3 1-4 0,2 2 8 15,0 0-7-15,2 0-1 0,5-2-2 0,5-2 3 16,8 0-1-16,-4-1-7 0,4 1 4 0,3-4 1 15,5-2-2-15,3-1 6 0,2-1-2 0,3-1 3 16,4-2 1-16,8-4-5 0,3 1 0 0,0-3 0 0,5-4-1 0,2 0 3 16,-2-1-5-1,2-3 1-15,-3 2 0 0,2-3 1 0,-1 1 1 16,-8 4 0-16,7-2 3 0,-7 3-5 0,-4 2 0 16,1 0 2-16,-3 1-4 0,-2 0 2 0,2 2-3 15,-5 0 3-15,1 1-6 0,-8 1-4 0,14 0 6 16,-14 0-3-16,13 3 1 0,-4 2 5 0,-3 1-4 15,3 1 3-15,-1 2 1 0,-1 1 0 0,2-1-2 16,0 6 2-16,-1-5 1 0,5 2 1 0,-6 0 1 16,5-3-4-16,-5-1 5 0,1-1 2 0,1 0-3 15,-1 1 7-15,-2-6 23 0,3 1 14 0,0-3 5 16,4-3 1-16,0 2 1 0,4-8-3 16,1 2-1-16,0-3 2 0,5-7-2 0,-9 3 0 0,8-3 0 15,2-4 2-15,1 1 9 0,-1-5-17 0,0 1-3 0,-2 2-1 16,-4 2-1-16,1 2 14 0,-7 6-7 0,-2 3-6 15,-3 1 0-15,1 3-9 0,-3 0-5 0,-1 1-3 16,-4 4-9-16,10-6-14 16,-10 6-7-16,0 0-3 0,0 0 8 0,0 0-1 15,9 22-1-15,-8-7 0 0,2 2 10 0,-3-3-4 16,0 6-4-16,1-3-25 0,2 1-25 0,-3 0-23 16,1-1-34-16,-1-1-28 0,1-3-38 15,-1-3-42-15,3 1-45 0,-1-6-245 0,2-1-549 16,0 0 244-16</inkml:trace>
  <inkml:trace contextRef="#ctx0" brushRef="#br0" timeOffset="14392.17">14642 2324 88 0,'0'0'265'0,"0"0"-13"0,0 0-15 16,10 3-18-16,-10-3-19 0,0 0-18 0,0 0-17 15,11-2-15-15,-2 1-10 0,7-4-9 0,4 0-12 16,6 3-9-16,5-5-10 0,0 2-9 0,-1-2 0 15,2 1-20-15,2-2-5 0,-3-1-1 16,1-2-7-16,-1 3-6 0,-8-8-5 0,5 3-5 0,-4-3 4 0,-5 4-7 16,-6-1-5-1,1 2-4-15,-7 1-5 0,0 1 14 0,-3 0 0 0,0 0-2 16,-4 0-6-16,-6 5-4 0,-3-1-5 0,-7 2-7 16,-2 0 1-16,-10 7-1 0,-6 3-8 0,-4 1 3 15,-10 4-2-15,1 7-3 0,0 3 3 0,12-5-1 16,-8 12 0-16,16-7 3 0,-1-1 2 0,3-1-9 15,8 4-1-15,2-3 8 0,9-1 3 0,2-2 0 16,6 1 3-16,8-2 2 0,6 6 2 16,10-5 2-16,6-5-2 0,19-1 3 0,5-6-3 15,4 0-2-15,-5-2-6 0,8-6 2 0,-2 0-2 16,4-1 0-16,-2 0-2 0,-9-1 1 0,-16-1-3 16,-2 3 4-16,-7-4-4 0,-7 4 0 0,-4-3 2 0,-8 3 1 15,3 0-6-15,-3-2-5 0,-5-2-12 0,-1 1-19 0,-3 4-17 16,-1 1-16-16,-7-11-17 0,2 9-24 0,-6-1-34 15,0 1-39-15,-1-3-59 0,3 0-241 0,-2 0-517 16,-1 2 228-16</inkml:trace>
  <inkml:trace contextRef="#ctx0" brushRef="#br0" timeOffset="14644.95">15779 2270 111 0,'0'0'290'0,"-10"0"-26"16,10 0-28-16,0 0-20 0,0 0-24 0,0 0-18 15,33-11-19-15,-3 8-26 0,-2-2-34 16,6-2-37-16,3 4-37 0,1-3-48 0,1-2-62 15,2 4-78-15,-4-4-110 0,1 1-299 0,0 0 133 16</inkml:trace>
  <inkml:trace contextRef="#ctx0" brushRef="#br0" timeOffset="14931.76">16623 2002 202 0,'-2'-5'299'0,"2"5"-23"16,0 0-26-16,0 0-24 0,0 0-27 0,0-5-18 16,0 5-27-16,0 0-14 0,0 0-18 0,0 0-9 15,2 13-12-15,-2-4-6 0,-2 2-13 0,-1 5-2 0,2-1-10 0,-1 6-6 16,-6 3-7-16,2 1-2 0,1-6-3 0,0 6 3 15,-1-7-22-15,-1 7-23 0,5-7-25 0,-1 0-25 16,0-2-20 0,2-7-30-16,0 5-22 0,1-5-38 0,1-3-43 15,2 0-183-15,1-2-408 0,1 0 181 0</inkml:trace>
  <inkml:trace contextRef="#ctx0" brushRef="#br0" timeOffset="15147.26">16823 2081 208 0,'2'-4'323'0,"2"0"-10"0,-2 0-16 16,1 2-22-16,-3 2-30 0,2-7-26 0,-2 7-21 15,0 0-26-15,3-2-23 0,-3 2-17 0,0 0-9 0,4 12-11 16,-4-1-9-16,2 0-9 0,-1 6-4 0,-1 3-8 16,0 6-5-16,-1-1-6 0,1 3-7 0,0-4-4 15,-2 1-8-15,2-6 0 0,0 1-7 0,0-3-27 16,-2 0-26-16,0-6-30 0,2-1-30 0,-2-1-27 15,0-1-28-15,1-1-21 0,-4-2-30 0,5-5-58 16,-11 2-217-16,4-3-487 16,7 1 216-16</inkml:trace>
  <inkml:trace contextRef="#ctx0" brushRef="#br0" timeOffset="15362.37">16495 1811 37 0,'26'-15'185'16,"0"3"-13"-16,5 1-14 0,1 1 0 0,1 4-10 15,3 2-12-15,2 2-7 0,2 2-14 0,-2 1-5 16,15 3-14-16,-15 0-10 0,0 5-4 0,-6 0-5 16,0 2-43-16,-5-1-38 0,-9 0-39 0,-2 2-51 15,-4 1-50-15,-7-5-96 0,-1 5-260 0,-6-1 115 0</inkml:trace>
  <inkml:trace contextRef="#ctx0" brushRef="#br0" timeOffset="15663.24">16174 2694 240 0,'-11'4'370'0,"4"-1"-10"16,7-3-29-16,0 0-33 0,0 0-31 0,0 0-27 16,59-21-22-16,-4 6-21 0,36-4-27 0,2 0-24 15,3-1-8-15,6 1-13 0,-2 2-7 0,2 2-8 0,0 3-7 0,-1-1-4 16,-5 4-3-16,-4 1-8 0,-31 4-7 0,1 0-10 16,-6-1-7-16,-18 2-5 0,-7 1-15 0,-8 2 6 0,-7-2-1 15,-3 1-8-15,-1 0-1 0,-3 1-12 0,-9 0-19 16,0 0-38-16,0 0-34 0,0 0-38 0,0 0-40 15,-41 0-49-15,20-3-84 0,-11 1-302 0,6-1-623 32,-2-1 276-32</inkml:trace>
  <inkml:trace contextRef="#ctx0" brushRef="#br0" timeOffset="16476.05">18671 2404 74 0,'-2'2'176'0,"2"-2"-16"16,-7 0-13-16,7 0-3 0,0 0-1 0,0 0 1 15,0 0-3-15,0 0-4 0,26-2-15 0,-7-1-10 0,9-6-6 16,7 1-9-16,1 0-7 0,3-5 0 0,7-4-1 16,5 2 6-16,-18 1-1 0,4 2-2 0,0-5-5 15,-5 0-6-15,0 2-2 0,-2-5 0 0,-6 2 0 16,0 1-7-16,-3 0-5 0,-8 3 1 0,-1-1-3 16,-5 0-6-16,-5 5-42 0,-2 0-6 0,-5-1-8 15,-3 4-4-15,-7-3-3 0,-7 7-1 0,-7 0-1 0,-4 4 4 0,-4 3-3 16,-17 6-1-16,5 5-2 0,-3 4 5 0,1 1-4 15,5 5 8-15,-1 1-5 0,15-5-2 0,4 1 3 32,0 0 0-32,3 3 1 0,9-1 1 0,4-2-1 0,3 3 6 0,5-6 1 15,16 4 3-15,7 1 3 0,10-6 0 0,22 3-1 16,12-7-4-16,29-2-18 16,5-8-22-16,-1 0-38 0,4-5-44 0,-6-3-51 15,2-8-67-15,-6 2-162 0,-24 2-428 0,-1 0 189 16</inkml:trace>
  <inkml:trace contextRef="#ctx0" brushRef="#br0" timeOffset="17982.64">20091 2043 307 0,'2'-2'289'0,"-2"2"-34"0,0 0-26 0,2-5-28 15,-2 5-22-15,0 0-20 0,0 0-21 0,0 0-10 16,2 12-16-16,-2 0-9 0,0 1-12 0,-4 6-9 16,2 10-6-16,-1 3-7 0,-6 0-2 0,4 1-7 15,-4 14-4-15,3-16-6 0,2 0-7 0,0 0-1 16,-1-3-7-16,1 0 5 0,2-4-13 0,0-4 1 15,1-1-1-15,1-7-4 0,-1 0 0 0,1-3 2 0,0-1 18 16,0 0 14-16,0-3 15 0,0-5 38 0,-1 8 21 16,2-6 53-16,-1-2-17 0,0 0-18 0,10-9-14 15,-4 2-13-15,0-4-12 0,-1-1-11 0,0-2-9 16,1-4-9-16,-3-2-11 0,3-6-6 0,0 0-17 16,-3 0-19-16,2-3-30 0,-5-5-17 0,2 1-15 15,-4 1-17-15,-6 5 4 0,2-2-4 0,-7 5 0 0,-2 0-4 0,-3 5 2 16,-6 4 6-16,-4 1-1 0,-7 7 3 0,2 2 6 15,-3 2 3-15,0 3 2 0,2 4 11 16,1 4-14 0,-3 2 8-16,8 0-1 0,2 4 12 0,1 1 0 0,4 2-23 0,7-2-10 15,3 0-5-15,3 1 8 0,3 0 2 0,9 1 6 16,4 0 4-16,5-2 4 0,14 4 17 16,5-8-10-16,8 0 4 0,15-1-1 0,4-3-5 15,4-2 2-15,3-8-3 0,-1 1 3 0,-6-5-1 16,7 2 1-16,-1-5 5 0,-3-4 3 0,-1 0 3 15,-5-4-5-15,-6 1 5 0,-3 1 8 0,-10 1 9 16,-5-1 9-16,0-1 16 0,-2 1 19 0,-10 0 15 16,-5 8 23-16,0-3 15 0,-5 7 10 0,-4-4 21 15,0 3 1-15,0 1-17 0,-2 2-14 0,0-1-6 0,-1-1-15 0,0 2-8 16,-1-1-8-16,-2 3-4 0,5-2-17 0,-5 2-8 16,4-2-19-16,-4 2-10 0,0 0-6 0,3-3-10 15,-3 3 0-15,0 0-7 0,0 0 6 16,0 0 5-16,0 0-10 0,0 0 7 0,0 0 2 15,6-1-6-15,-6 1 9 0,0 0 0 0,0 0-15 16,0 0 16 0,0 0 2-16,0 0 1 0,0 0 0 0,0 0 3 0,0 0-2 15,0 0-1-15,0 0 5 0,0 0-9 0,0 0 9 16,0 0 5-16,0 0 1 0,0 0-8 0,0 0 1 16,5 0 10-16,-5 0 7 0,0 0-2 0,0 0-7 15,0 0 2-15,0 0 9 0,0 0 5 0,0 0-9 16,0 0 3-16,0 0-4 0,0 0 5 0,0 0 3 15,0 0 0-15,0 0-2 0,0 0 4 0,0 0-1 0,0 0-6 0,0 0 0 16,0 0 0-16,0 0-3 0,0 0-6 0,0 0-8 16,0 0-4-16,0 0 3 0,0 0-12 0,0 0-22 15,0 0-20-15,0 0 1 0,-5 17 14 16,1-6 2-16,0 6-3 0,1 3 6 0,-1 5 9 16,0 2 6-16,0 0-7 0,-1-1 14 0,3-1-3 15,3-3-1-15,-1-3 2 0,3 0 6 0,1-2 0 0,1-1 0 0,2-1 0 16,-1-5 7-16,3-2 6 0,0-1-2 0,5 3 2 15,5-8 12-15,12 1-12 0,-3-1-5 0,0-4 10 32,-6-2-8-32,5-3 14 0,0-4-15 0,0-2 3 0,-5-1 10 0,4-2-15 15,-9 3-4-15,6-7 5 0,-2-1 1 0,-3 3 0 16,-5 1-5-16,-1 0 6 0,3 3-1 16,-6-1 7-16,-1 4 12 0,0 1 8 0,-4 5-6 15,1-1 2-15,-1-1-2 0,-3 3-8 0,3 2-10 0,-4 2-17 16,4-5-24-16,-4 5-17 0,0 0 6 0,0 0 2 15,0 0 10-15,0 0-2 0,-15 12-14 0,10-5-15 16,-4 2-7-16,4 2-5 0,1-1 0 16,0-1-9-16,3 1 4 0,1 2 0 0,1 0-2 15,3-2 9-15,4 2 1 0,5 0 0 0,2-3-9 0,6-1-9 0,-3 0-8 16,5-3-16-16,8-1 3 0,-2-4-6 0,3 0 3 16,0-3 7-16,0-2 4 0,-4-4 4 0,3 2 6 15,-3-1 11-15,-1-3 13 0,-9 3 7 0,-2-2 11 16,0 1 15-16,-5-3 19 0,-2 2 18 0,-1 3 12 15,-3-1 10-15,-1-2 9 0,-2 3 6 0,-2 0 3 16,0 2 2-16,0-1-10 16,0 0 8-16,-2 4-6 0,2-3 7 15,-2 1-12-15,2 4-3 0,-2-5-6 0,2 5 2 16,0-3-8-16,0 3-7 0,0 0-7 0,0 0-5 16,-1-5-5-16,1 5 1 0,0 0 4 0,0 0-4 15,0 0 5-15,0 0-4 0,0 0 5 0,0-5 0 0,0 5 2 16,0 0 1-16,0 0 0 0,0 0 10 0,0 0 8 15,0 0 5-15,-2-4-4 0,2 4 3 0,0 0 2 0,0 0 0 16,0 0 2-16,0 0-7 0,0 0 0 0,0 0-1 16,0 0-1-16,0 0-6 0,0 0 6 0,0 0-6 15,0 0 1-15,0 0-3 0,0 0 1 0,0 0 3 16,0 0 11-16,0 0-6 0,0 0 2 0,0 0 7 16,0 0 2-16,0 0 4 0,0 0-2 0,0 0 2 15,0 0-8-15,0 0 3 16,-2-3-6-16,2 3 3 0,0 0-6 0,0 0 0 15,0 0-7-15,0 0 1 0,0 0 0 0,0 0-3 16,0 0-1-16,0 0-6 0,0 0-2 16,0 0-8-16,0 0 1 0,0 0 4 0,0 0-8 0,0 0 2 0,0 0 3 15,0 0-1-15,0 0 1 0,0 0-4 0,0 0-2 0,0 0-8 16,0 0-16-16,0 0-17 0,0 0-21 16,0 0-21-16,0 0-33 0,0 0-23 0,0 0-20 15,0 0 7-15,0 0-37 0,0 0-26 0,0 0-121 16,-10 12-375-16,10-12 166 0</inkml:trace>
  <inkml:trace contextRef="#ctx0" brushRef="#br0" timeOffset="18952.59">20727 2021 258 0,'0'-4'271'16,"0"4"-9"-16,1-4-15 0,-1 4-21 0,0-5-22 15,0 5-24-15,2-3-21 0,-2 3-18 0,0 0-15 0,0 0-16 16,0 0-14-16,0 0-10 0,-4 17-6 0,1-8-8 15,-4 8-8-15,2 0-7 0,-3 10-2 16,-1 1-7-16,0 0-5 0,0 4-1 0,1-2-7 16,1 2-1-16,-1-1-4 0,3-2-2 0,1-1-2 15,3-7-4-15,0 3 2 0,2-7 0 0,3-2-3 0,-2-1-1 0,2-2 7 16,1-4 11-16,1 2 16 0,2-3 6 0,3-1 10 16,1-3-1-16,1 0 1 0,6-4 1 0,-1-1 11 15,5-3-14-15,-4-2 15 0,5-7-17 16,-4 6-10-16,4-6-1 0,-1-3-6 0,0 0-9 0,-3-3 1 15,1-3-6-15,-1 1-4 0,-2-3-1 0,1 0-8 16,-2 2 4 0,-2 1 6-16,-2 0 18 0,-3 5 3 0,-2 2 14 15,1 1-4-15,-5 3 12 0,1 2 2 0,-1 0 13 16,-1 2 0-16,0 1 0 0,0 0-7 0,-2 1-8 16,4 2-5-16,-2-1-10 0,-2-1-10 0,0 2-7 15,-1 3-4-15,2-4-7 0,-2 4-8 0,0 0-5 16,5-1-21-16,-5 1-10 0,0 0-19 0,0 0-10 15,0 0-16-15,0 0-5 0,0 0 7 0,0 0 2 0,0 0 8 0,0 0 4 16,1 19 9-16,-1-9-1 0,-1-2 0 0,-1 6 11 16,1-2-3-16,-1 0 9 0,0 1-1 0,1 1 1 15,0-2 1-15,-2 0 10 0,3 0-3 0,-3-3 5 16,2 1-9-16,0 1 10 0,2 1-5 16,-3-5 0-16,2 2 1 0,-2-2 0 0,2-3 6 0,0 2-2 15,0-6-2 1,-1 8-3-16,1-3 8 0,0-5-3 0,1 11-3 15,-1-6 2-15,-1 0 0 0,0 2 1 0,1-1-8 16,1-2 13-16,0 1 4 0,2 2-5 0,1-2 7 16,4 2-5-16,3-2-5 0,6-1-25 0,13 0-77 0,0 0-95 0,8-2-137 15,3-4-345-15,12-3-736 0,-4-11 326 0</inkml:trace>
  <inkml:trace contextRef="#ctx0" brushRef="#br0" timeOffset="19970.5">21670 2150 58 0,'-9'-7'258'16,"-5"2"-23"-16,1 0-21 0,-2 1-22 0,0 3-18 16,1 1-18-16,-4 2-16 0,0 3-10 0,-2 3-10 15,0 1-16-15,-4 6-14 0,2 2-5 0,3 2-10 16,-3 3-4-16,7 2-5 0,2-2 3 0,-1 2-7 15,9-6-1-15,-2 0-6 0,5-1 4 0,4 0-11 16,-2-1 0-16,3-5 7 0,4 0 11 0,2-5 2 16,2 1 2-16,6-3-5 0,2-3-6 0,4-2 0 15,5-6-2 1,1 0-1-16,-3-5 0 0,2 2 7 0,-5-4 3 16,1 0 0-16,-1 1 4 0,3-1-2 0,-11 2-17 15,3 0 16-15,-5-2 8 0,1 5-16 0,-4-3 15 16,-1 7-5-16,-4-1-9 0,2 0 0 0,-4 4-11 15,1-2-3-15,0 1-10 0,0 1-18 0,-4 2-17 16,0 0 4-16,0 0 2 0,9 10 0 0,-8-3-7 16,2 4 3-16,-1-1-3 0,2 1 8 0,-1 1-9 0,3 2 5 0,-2-1 4 15,4 1-16-15,-3-5-9 0,1 2-3 0,3 0-2 16,-4-5 4-16,4 0 4 0,-2-1 5 0,0-1 2 16,3-4 3-16,-1 0-6 0,4-2-1 0,-3-3 2 15,2-3-14-15,2 0 21 0,0-6 0 0,-1-1 4 16,-2-2 9-16,1 2 6 0,6-9 1 0,-6-3 12 15,4 5 1-15,-3-4-3 0,-2-1 11 0,3 3-10 0,-5-5-8 16,5 0 9-16,-4-2 3 0,2 0 1 0,-2 2 19 16,0 4 18-16,-6 6 21 0,1-1 9 0,3 3 13 15,-6 5 7-15,2 2-6 0,-4 3-14 0,0 2-10 16,4-2-15-16,-4 4-19 0,3-1-30 0,-3 1-35 16,0 3-40-16,0 0-11 0,0 0 8 0,-7 17 10 15,-4 0 4-15,-1 10 5 16,2 4 2-16,-12 10 8 0,7-7 1 0,-7 10 0 15,1 2 9-15,5 0-2 0,0-3 13 0,7-6 2 16,0-5 9-16,6-2-6 0,1-1 25 0,4-2 11 16,0-7 8-16,4-2 12 0,1-1 14 0,4-2 3 0,7-3-6 0,6 1-4 15,10-4-4-15,5-3-17 0,13-5-42 0,-2-2-46 16,2-5-55-16,-2-4-86 0,-13 1-93 0,13-7-137 16,-19 2-349-16,3-4-826 0,-2-7 365 15</inkml:trace>
  <inkml:trace contextRef="#ctx0" brushRef="#br0" timeOffset="20603.48">23288 2031 159 0,'5'-4'239'0,"4"2"-16"0,-3-1-25 0,2 2-18 0,0 1-18 16,1 1-11-16,2 3-6 0,-2 0-9 0,3 2-5 16,0 6-10-16,2 3-1 0,-1-1-14 0,-1 10-5 0,2-2-5 15,-4 7-8-15,-2-1-7 0,-7 0-10 0,4-1-2 16,-5 2-4-16,-5-3-10 0,4 3-1 0,-3-12-6 16,-4 3-7-16,3-3-2 0,-3-3 1 0,2-3 3 15,1-2 22-15,0 0 16 0,1-4 29 0,-2-3 17 16,0 1 18-16,6-3 4 0,-10-3 1 0,5 0 8 15,3-4-8-15,0-4-6 0,2-6-7 0,0-1-15 16,0-1-10-16,9-7-8 0,0-1-8 0,-2 2-12 16,5-6-8-16,5 5-6 0,2-3-17 0,3 0 1 15,-2 2-11 1,2 1-15-16,0 4-10 0,-4 0-16 0,-4 8-22 16,2 1-33-16,-3 3-34 0,-4 2-48 0,2 2-49 15,-3 1-57-15,0 3-53 0,-2-1-48 0,-1 3-306 16,-5 0-701-16,0 0 310 0</inkml:trace>
  <inkml:trace contextRef="#ctx0" brushRef="#br0" timeOffset="21327.59">23933 2063 11 0,'0'0'268'15,"4"-5"-29"-15,-4 5-25 16,0 0-23-16,0 0-22 0,0 0-19 0,-11 17-11 16,5-8-8-16,1 4-10 0,-2 2-21 0,-3 1 1 15,2 2-16-15,0 0-5 0,-1-1-8 16,0 0-6-16,4 0-9 0,1-1-6 0,0 0-4 16,3-4-2-16,1 0-6 0,0 0 17 0,0-4 6 15,0 1 13-15,1-2 15 0,3-2 6 0,-1-3 6 16,3 3 3-16,-6-5-5 0,14 0 0 0,-2-5-19 0,-2 3-5 0,4-5-4 15,0-1-7-15,1-1-3 0,-2-3-10 0,0 2 3 16,0-3-12-16,-5 2 0 0,4-1-8 0,-3-1-3 16,-4 1-12-16,1-4-4 0,-3 7-7 0,2-2-7 0,-5 0-2 0,0 1-2 15,0 0-5-15,-5 0-5 0,2 1-5 16,-4-1-3-16,1 3 4 0,-3 2-2 0,-1-3-1 16,1 4 4-16,2 0-2 0,2 0-8 0,0 2-7 15,1 0-10-15,0-1-7 0,4 3 3 0,0 0 1 16,0 0 4-16,0 0 3 0,22-2 3 0,0 1-4 0,8-1 3 15,7 2-8-15,3 0-5 0,12-2-1 16,3 2 2-16,-1-3 5 0,-3 1 4 0,3 0 5 16,1-2 5-16,-4 3 2 0,0-2 5 0,-13-1 2 15,1 1 12-15,-7-3 15 16,-2 2 18-16,-10 0 20 0,-3 1 20 0,-4 1 15 16,-4-1 2-16,-4 1 4 0,0 2 5 0,2-3-9 15,-3 2-16-15,-4 1-3 0,0 0-19 0,0 0-3 16,0 0-7-16,-26 1-1 0,5 2-8 0,1 1 1 15,-7 2 0-15,-2 2-9 0,1 3-2 0,1 0 3 16,0 1 2-16,0 1-15 0,7 3 4 0,2-5 2 16,3 0-5-16,1 4-13 0,5-3-3 0,2 3 3 0,3-6 0 0,2 4 1 15,4-3-4-15,0 1 6 0,5-3 7 0,2-1 7 16,9 3-2-16,1-4 5 0,2 0-6 0,8-4 6 16,4-2-2-16,-1-2-6 0,-2 1 3 0,-1-5 1 15,-8 1 3-15,0-1-8 0,-3-3 2 0,0 2-2 16,-1-5 4-16,-3 0-6 0,0-2-3 0,-3-1-10 15,-2-2-20 1,-2-1-11-16,-2-1-19 0,-4-1-9 0,1 2-8 16,-5 1-7-16,0 0-6 0,-2 1-8 0,-5 1-7 0,-2 4-11 15,-3-3-11-15,2 5-18 0,-5 1-20 0,4 3-19 16,0-2-33-16,1 4-166 0,3-1-415 0,5 1 184 0</inkml:trace>
  <inkml:trace contextRef="#ctx0" brushRef="#br0" timeOffset="21722.98">25247 1615 238 0,'2'-5'356'0,"0"-2"-24"15,0 5-26-15,0-3-37 0,-1 2-26 0,0-1-26 16,-1 4-23-16,1-5-32 0,-1 5-16 0,0 0-19 15,0 0-13-15,0 0-8 0,2 17-18 0,-2-4-7 16,-4 7-11-16,-3 5-11 0,0 7 0 0,-6 0-8 16,0 1 2-16,-5 12-12 0,4-11 3 0,0 0-8 15,1-1-5 1,-2 0 0-16,4 0 0 0,-5-5-8 0,3 2 1 16,3-3-4-16,-1-3 1 0,4-3-4 0,1-4-1 0,-1-1-3 15,3-4 1-15,1-4-1 0,0-1 2 16,1-1-4-16,1 0 0 0,-1-2 2 0,0-1 19 15,2-3 13-15,-3 7 17 0,3-7 19 0,0 0 9 16,0 0 14-16,-2 5 1 0,2-5 1 0,0 0-5 16,0 0 7-16,-3 4-5 0,3-4-3 0,0 0-7 0,0 0-12 0,0 0-8 15,19-7-8-15,-1 2-15 0,2 1-34 0,1 1-51 16,7-4-35-16,3-1-56 0,2 1-41 0,4-2-67 16,1-3-74-16,-2 1-97 0,0-5-223 0,-3 1-680 15,0-1 301-15</inkml:trace>
  <inkml:trace contextRef="#ctx0" brushRef="#br0" timeOffset="21991.1">24993 1891 135 0,'0'0'349'15,"-11"0"1"-15,11 0 4 0,-6 0-7 0,6 0-21 16,0 0-24-16,-9-1-33 0,9 1-29 0,19-4-26 16,3 2-22-16,10-1-23 0,20-1-38 0,2 1-52 15,6 1-53-15,-1 1-52 0,2-1-68 0,2 4-72 16,-1-4-96-16,-1 0-228 0,-4-3-529 0,-5-2 234 15</inkml:trace>
  <inkml:trace contextRef="#ctx0" brushRef="#br0" timeOffset="22560.71">26008 1192 113 0,'39'48'143'15,"9"30"-3"-15,-9 2 13 0,-9 9-14 0,-7 4 7 16,-10 8-3 0,-8-1-5-16,-5 0 3 0,-9 4 4 0,-8 3-4 0,-5-1-8 15,-10-1 2-15,-10-11-5 0,2-10-5 0,-10-12-4 16,12-25-7-16,-2-5-2 0,-3-4 4 0,-2-4 6 16,-3-5 7-16,-3-5 9 0,-1-5 14 15,1-1 12-15,0-8 4 0,13-4 4 0,-1-3-1 16,3-1 0-16,3 0 0 0,5 1-1 0,8-3-6 15,3 0-6-15,3 0-7 0,14 0-14 0,-18-3-13 16,18 3-12-16,0 0-11 0,-14 0-8 0,14 0-14 16,0 0-50-16,0 0-67 0,0 0-74 0,0 0-62 15,41-12-72-15,-9 7-110 0,-3-2-391 0,6-2-809 16,-6-1 359-16</inkml:trace>
  <inkml:trace contextRef="#ctx0" brushRef="#br0" timeOffset="27799.65">15654 4342 238 0,'0'-5'251'16,"0"1"-21"-16,0 4-27 0,0-3-33 0,0 3-25 15,0 0-38-15,0 0-2 0,0 0-13 0,7 11-10 0,-4-2-5 0,3 3-11 16,0 4-6-16,5 8-2 0,-2 2-10 16,3 4-1-16,1 3 0 15,-3-3-3-15,5 1-4 0,-2-4 1 0,2 2-13 0,-4-7 3 0,0-3-5 16,0-2-6-16,-3-8 2 0,-3 2-3 0,3-2 8 0,-2-2 25 15,1-4 1-15,-2-3-3 0,-5 0 3 0,11-5 5 16,0-6 8 0,-5 2 3-16,0-7 10 0,3-1-2 0,1-7 5 0,0 0 3 15,-4-2 0-15,0 3 3 0,2-1-2 0,-4 7 6 16,-3-1 6-16,3 5-14 0,0 2 5 0,0 2-5 16,-3 1-13-16,2 3-8 0,-3 0-19 0,3 0-23 15,-2 2-36-15,-1 3-32 0,0 0 5 0,0 0 2 16,0 0-3-16,4 25 1 0,-4 2 6 0,0 10 6 15,0 10 2-15,-7 5 3 0,2 2 8 0,-2 4 2 0,-1 1 2 16,-2 0 3-16,-1-5 0 0,2 1 3 16,0-5-1-16,-4-1-1 0,0 0 6 0,4-15 2 0,2 2-1 15,-1-2 3-15,-1 0 2 0,0-5-1 0,0-5-3 16,0-5 0-16,4-9 4 0,-4 6 3 0,4-8 2 16,1 0 7-16,-3-4 4 15,-5-3 2-15,3-1 0 0,-4-3-2 0,-3-5 4 0,-2-1 8 0,3-6 2 0,-3-6 25 16,2 1 5-16,1-4 2 0,5-2 0 0,2-1-3 15,7-5-3-15,2-4-9 0,8-10-13 0,6-2-5 16,7-1-2-16,5-2-7 0,2 4-2 0,3 2-12 16,0 5 8-16,4 3-11 0,2 3 8 0,-7 11-8 15,-3 0-6-15,3 6 9 0,-2-2-2 0,-2 2-1 16,-4 4-5-16,-8 3 4 16,1 3 2-16,-5 1-5 0,-3 3-2 0,-2-1 3 15,1 1 1-15,-2 1-6 0,-5 2 0 0,7-4 0 16,-3 1-1-16,-4 3 5 0,7-2-8 0,-7 2-22 15,0 0-17-15,0 0-23 0,5-3-25 0,-5 3-12 16,0 0 9-16,-2 9-17 0,1-4-18 0,0 0-29 16,-2 0-34-16,3 3-40 0,2-2-282 0,-1-1-559 15,3 0 247-15</inkml:trace>
  <inkml:trace contextRef="#ctx0" brushRef="#br0" timeOffset="27980.04">16657 4657 183 0,'0'0'264'0,"0"0"-23"0,0 0-25 0,0 0-25 16,14-10-23-16,4 5-26 0,0 0-29 0,13 1-35 15,-11-1-37-15,10 2-58 0,-4 1-70 16,-3-1-169-16,-2 0-277 0,-5 2 123 0</inkml:trace>
  <inkml:trace contextRef="#ctx0" brushRef="#br0" timeOffset="28153.05">16518 4899 8 0,'-9'7'175'0,"0"0"-15"0,0-1-6 0,4-1 0 0,1-1 14 15,7-2 3-15,3 3-15 0,7-5-10 0,6 1-14 0,16-1-16 16,4-3-35-16,12-2-44 0,6-2-45 0,3-1-68 15,0 2-82-15,1-6-78 0,-1 2-256 0,2-3 113 32</inkml:trace>
  <inkml:trace contextRef="#ctx0" brushRef="#br0" timeOffset="28903.5">17884 4517 192 0,'0'0'251'0,"0"0"-16"0,0 0-15 0,0 0-15 15,0 0-16-15,0 0-20 0,-3-4-13 16,3 4-14 0,0 0-18-16,0 0-8 0,0 0-7 0,0 0-17 0,0 0-8 0,21 0-12 0,-10-1-7 15,3-2-3-15,7 0-7 0,-2 1-7 16,1-1-2-16,1-1-7 0,7-1-2 0,-5 0-3 16,-1 1-4-16,-2-1-1 0,7-3-6 0,-8 1-22 15,-1 0 2-15,-3-3 2 0,-3 5 6 0,-2-1 10 16,-1 0-1-16,-4 1 9 0,-1 1-2 0,0-2-6 0,-3 2 0 15,-2 0-9-15,-3 0 0 0,-1 2-4 0,-8 0 1 16,-5 2-3-16,-1 2-4 0,-9 3 1 0,-5 2-5 16,2 4 3-16,-2 1 0 0,1 5-1 0,-13 5-1 15,3 5 2-15,2 6-1 0,2-2 1 0,5 3 0 16,7-8-2-16,6 6 0 0,2-3-3 0,1-1 5 16,10-1-2-16,2 2 4 0,7 1 1 0,1-5 3 15,8 2 1-15,4-4 6 16,7-2 3-16,4-1 0 0,3-4-1 0,7-3-2 15,15-1-3-15,0-1 0 0,3-5 0 0,-15-5 6 0,11 0-8 16,-9-1-1-16,-5-2 0 0,1-3 1 0,-5-2 13 16,-1-1 9-16,-6 0 25 0,-6 3 4 0,-1-4 11 0,-2 0 13 0,-7 2 10 15,0-2 15-15,2 1-13 0,-6-1 6 0,0 3 12 16,0-1-8-16,-2 1 11 16,3 2-11-16,-3-1-14 0,-2 0-5 0,0 3-11 15,2-1-8-15,-3 3-15 0,1-5-17 0,-1 5-22 0,4-2-22 16,-4 2-4-16,0 0 9 0,0 0-7 15,-8 18 8-15,7-8-14 0,-4 2 3 0,-3 4 4 16,3 1 5-16,0 0-6 0,1 2 15 0,-1-2-14 16,1 3 4-16,-2-4-3 0,4 1 5 0,-2 0 0 15,2-1-3-15,-2-4 4 0,3-2 2 0,1 1-1 0,-2-2-10 0,0-1 14 16,2-4-1-16,0 1 1 0,-1 0-1 0,0-2 6 16,1-3 0-16,1 5 14 0,-1-5 11 0,0 5 3 15,0-5 5-15,0 0-5 0,-1 4-3 0,1-4 1 16,0 0-5-16,0 0-12 0,0 0-22 0,0 0-29 15,0 0-42-15,0 0-57 0,0 0-93 0,0 0-126 16,0 0-342 0,6-14-751-16,-2 10 333 0</inkml:trace>
  <inkml:trace contextRef="#ctx0" brushRef="#br0" timeOffset="29702.77">18991 4443 48 0,'-2'-4'324'0,"0"0"-29"16,1-1-24-16,-1 2-27 0,2 3-30 0,-1-6-20 15,1 6-22-15,0-4-18 0,0 4-12 0,0 0-14 0,0 0-21 0,6 12-9 16,-1-1-10-16,2-1 2 0,3 6-20 0,0 1 1 16,3 6-2-16,0-6-18 0,1 1-3 0,-4-3-16 15,4-1 0-15,3 0-10 0,-2-6-4 0,-2 2-1 16,0-3 2-16,-2-3-3 0,1 2-3 0,2-5 3 15,-1-1-4-15,0-1 0 0,-1-2 1 0,5-5-3 16,-6 2 0 0,0-3-1-16,-1 1 8 0,1-3 1 0,-2 4 12 0,1-4 5 15,-3 2 0-15,-2 4 10 0,1-2 0 0,-2 2-3 0,1-1-4 16,-2 3-1-16,-1 0-16 0,1 1-22 0,-3 2-19 16,0 0 6-16,0 0-3 0,7 10-1 0,-4 2 1 15,-3 3 1-15,3 4 3 0,-2 8-2 16,-1 2 6-16,-4 4 0 0,3 4-2 0,-3-1 7 15,-4 12-3-15,-2-2 5 0,-3-1-3 0,4-11 5 0,-5-3 0 16,5 2-3-16,-5-4 3 0,5-4 3 0,-1-1-2 16,2-7-1-16,-4-4 1 0,5-2 0 0,-1-4 1 15,3 0 9-15,-2 0 16 0,2-5 11 0,-2-1 13 16,0-1 9-16,-2-3 21 0,1-1 30 0,2-6-3 16,0 1 20-16,1-5 6 0,0-3-12 0,2-1-9 15,3-3-10-15,5-5-13 16,6-2-8-16,1-1-3 0,3-3-12 0,2 1-11 15,4-2-8-15,0 5-5 0,1-1-1 0,0 3-2 16,0 2-7-16,1 5-1 0,-6-1-7 0,-1 8-3 16,-3-1-3-16,-3 4-3 0,1 2-15 0,-5 2-25 0,2-1-27 0,-4 0-37 15,2 4-40-15,-1-1-37 0,-3 3-51 0,1-2-39 16,-3 2-22-16,0 0-30 0,0 0-292 0,0 0-648 16,0 0 287-16</inkml:trace>
  <inkml:trace contextRef="#ctx0" brushRef="#br0" timeOffset="29936.17">19642 4317 202 0,'0'0'206'0,"11"13"-12"0,-6-1-4 15,2 7-14-15,2 6-8 0,-1 10-4 0,-1 14-3 16,1 2-3-16,-8 5-12 0,2 1-10 0,-4 4-12 15,-6-4-12-15,-3 2-7 0,-2-3-12 0,-8-4 4 32,3-3-8-32,-5-7-25 0,2-11-30 0,-8 7-25 0,2-10-32 0,-13 6-32 15,-1-8-36-15,8-11-65 0,-2-5-229 0,-1 0-415 16,-1-5 184-16</inkml:trace>
  <inkml:trace contextRef="#ctx0" brushRef="#br0" timeOffset="30250.55">18842 4238 54 0,'0'-5'258'15,"0"-1"-30"-15,0 6-21 0,0-3-21 0,0 3-21 16,0 0-17-16,-23 18-13 0,6 3-12 0,-5 9-13 16,-8 11-9-16,-2 11-10 0,-16 25-8 0,8 3-1 0,2-6-9 0,17-18-8 15,-3 24-2-15,10-26-5 0,7 2-3 0,5-3 19 16,12-2 0-16,7-4 2 0,11-2-6 0,8-2 0 16,10-4-5-16,9-6 2 0,28 6-29 0,4-14-45 15,-2-1-60-15,-21-15-93 0,27-1-272 0,-23-6-466 16,-5-3 207-16</inkml:trace>
  <inkml:trace contextRef="#ctx0" brushRef="#br0" timeOffset="30851.51">19879 4959 251 0,'0'0'355'15,"0"0"-24"-15,2-2-41 0,-2 2-30 0,0 0-27 16,0 0-30-16,0 0-22 0,0 0-17 0,0 0-19 15,0 12-13-15,0-7-13 0,-2 4-8 0,-1-1-16 0,1 5-6 16,0 0-10-16,-3 1-5 0,3-1-6 0,0-1-7 16,0 0-13-16,2-2 2 0,-1 0-6 0,-1-1-6 15,1-2 0-15,1-2-3 0,-3-1-1 0,3 3-3 16,0-7 0-16,0 4 20 0,0-4 29 0,2 4 12 16,-2-4-6-16,0 0-6 0,10-7-9 0,-1-2-10 15,1 4-5-15,-1-5-6 16,5 0-4-16,-1 1-24 0,2-1 19 0,-1 1-10 15,-2 2-13-15,-3 1 10 0,-3 1-1 0,2 1-8 0,-2 1-6 16,-1 0-5-16,-1 1 3 0,0 0-11 16,-4 2 10-16,0 0-12 0,10 2 0 0,-6 3 1 0,1-4 2 0,-2 4-6 0,-1 1 6 15,1 0 1-15,-1 1-2 0,1 2 2 0,-1 1-7 16,-2-5 5-16,2 4-11 16,-1-2-4-16,0-2-3 0,1 0-2 0,-2-1 9 15,0 1-3-15,1-2 7 0,-1-3 2 0,0 4 13 16,1-1 34-16,-1-3 26 0,0 0 2 0,0 0-10 0,14-7-4 15,-6 4-2-15,1-4-9 0,2-1-6 0,3 0-2 16,-2 1-7-16,-1-1-10 0,2 3 8 16,-3-1-10-16,-1 0 3 0,0 2-6 0,0 1 0 15,-1 0-2-15,-2 2-4 16,-2 0-3-16,6 1-14 0,-10 0-11 0,16 2-28 16,-7 2-42-16,1 0-45 0,-1 1-45 0,0 2-58 15,1-2-87-15,-1-1-343 0,-1 0-722 0,3-2 320 16</inkml:trace>
  <inkml:trace contextRef="#ctx0" brushRef="#br0" timeOffset="31159.39">20905 4783 176 0,'-8'1'269'15,"4"1"1"-15,4-2-4 0,0 0-9 0,0 0-15 16,-6 1-18-16,6-1-18 0,0 0-19 0,0 0-19 16,25 0-16-16,-4-1-12 0,5 1-13 0,4-2-21 15,3 2-7-15,3-1-9 16,0 1-6-16,0 0-10 0,2 0-18 0,0-3-27 15,-6 3-24-15,3-2-34 0,-7-1-41 16,-9 3-39-16,-1-1-46 0,-5-3-53 0,-3 0-235 16,-6 1-480-16,-2-2 213 0</inkml:trace>
  <inkml:trace contextRef="#ctx0" brushRef="#br0" timeOffset="31352.34">21099 4621 150 0,'-3'-4'336'0,"2"3"-12"0,0-4-24 16,1 5-34-16,0 0-21 0,0 0-39 0,0 0-23 16,0 0-23-16,-8 13-10 0,3-2-13 0,3 13-8 15,-7 5-13-15,6 6-11 16,-7 12-4-16,0 2-11 0,1-1-7 0,2-2-5 16,2 0-46-16,1-12-59 0,-2 4-79 0,3-6-110 15,-6 0-258-15,4-6-513 0,0-9 227 0</inkml:trace>
  <inkml:trace contextRef="#ctx0" brushRef="#br0" timeOffset="32084.64">22183 4467 243 0,'-3'-1'258'0,"0"-4"-10"0,3 5-4 15,-6-4-12-15,6 4-15 0,-2-5-12 0,2 5-9 16,-3-3-10-16,3 3-18 0,0 0-20 0,0 0-16 16,0-4-8-16,0 4-19 0,7-4-10 0,-1 2-9 0,3-3-11 0,1 3-9 15,3-1-7-15,1 1-7 0,4-1-2 0,0 1-8 16,-4 1-7-16,2 0-4 0,-2 1-5 0,-1 1-10 16,0 0-16-16,-3 1-8 0,-1 3-10 0,0 0 0 15,-8 3 0-15,2 3 1 0,-7 6-3 0,-9 9 9 16,-1-1-1-16,-9 6 3 0,-9 8 0 0,-4 0 2 15,2 2 5-15,0-2-4 0,0-3 0 0,11-7 2 0,-10 10 2 16,11-14-2-16,2 3 3 0,6-8 1 0,-2 2 1 0,9-6-2 16,0 0 1-16,1-4 4 0,5-2-8 0,1 2 1 15,2-1-8-15,6-4-22 0,2 2-30 0,8-4-49 16,3-2-66-16,9 2-75 0,1-5-166 16,-2-1-455-16,1-3 202 0</inkml:trace>
  <inkml:trace contextRef="#ctx0" brushRef="#br0" timeOffset="32369.75">22436 4909 181 0,'2'7'215'0,"-2"-7"-6"0,9 3-7 0,1 1-11 15,-2 1-16-15,2 3-17 0,2 1-13 0,-1 3-11 16,-2 2-13-16,0 6-10 0,-2-5-10 0,-5 4-6 15,-4 1-9-15,-4 10-4 0,-4-1-11 0,-1-4-4 16,-3 4-9-16,-4-3-2 0,0-4-2 0,4-7 1 16,-1 0 6-16,3-4-4 0,3-4 3 0,1 5-12 15,2-7-3-15,1 0 6 16,1 0 20-16,0-1 7 0,3-1 17 0,1-3-21 16,0 0-5-16,18 3 3 0,10-6-16 0,8-4-21 15,3 1-46-15,15 2-56 0,-3-1-70 0,5-2-95 16,-5-2-267-16,4 1-540 0,-1 2 238 0</inkml:trace>
  <inkml:trace contextRef="#ctx0" brushRef="#br0" timeOffset="33194.35">24011 4321 230 0,'-2'-8'257'0,"2"8"-9"0,-2-2-23 0,2 2-17 16,0 0-25-16,0 0-19 0,0 0-15 0,0-5-21 0,0 5-9 15,0 0-20-15,0 0-2 0,-12 7-19 0,5 1-3 0,-7 4-7 16,-1 1-10-16,-4 4-4 0,-2 4-11 0,1 0 0 16,-1-1-4-16,-2 4-7 0,4 2 0 0,1-1-1 15,2-4-6-15,3 4-3 0,-1-4-2 16,6-4 1-16,2-2-4 0,1 2-1 0,1-5 14 15,1 0-2-15,3-2 9 0,0-3 6 16,3 0 13-16,-1 0 18 0,3-4 8 16,4 3 9-16,2-5 1 0,5-3-4 0,2-2-4 15,1 0 3-15,11-8-2 0,-2 0-6 0,-4-2-8 16,0-3-3-16,-3-3-5 0,-6 8 1 0,2-12-9 16,-1 2-4-16,-3-4-10 0,-3-2-8 0,-2 1-15 15,-5-1-10-15,-3-1-2 0,-2 0-7 0,-7-4-3 16,-3 6 2-16,-3-2-3 0,-2 3-3 0,-6 4 0 0,-2 0-1 0,-3 5-2 15,-6 2 0-15,-2 5 2 0,0 3-7 0,-16 1-3 16,16 5-15-16,0 4-19 0,3 4-27 0,1 2-28 16,0 1-28-16,1 6-42 15,6 1-52-15,6 0-35 0,6 0-240 0,8-2-547 16,5 0 242-16</inkml:trace>
  <inkml:trace contextRef="#ctx0" brushRef="#br0" timeOffset="33757.22">24407 4163 101 0,'0'-4'290'0,"0"1"-20"0,0 3-19 0,2-7-30 15,-2 7-20-15,0-3-24 0,0 3-19 0,0 0-20 16,0 0-14-16,0 0-12 0,0 0-10 0,7 13-9 16,-3-4-16-16,1 3-12 0,2-3-14 0,-2 3-17 0,-1 0-4 0,-1 0-10 15,3-2-7-15,1 0-5 0,-2 1-8 0,-1-4 0 0,3 2 5 16,-5-3-7-16,3 0 5 0,0-4-1 0,-1 3 5 16,0-4-6-16,0 2-2 0,-4-3 5 0,9-3 9 15,-2 1 11-15,-3-2 5 0,1 0 5 0,2-1 5 16,-1-2 1-16,3 3 9 0,-5-1 2 15,0 0 2 1,0 1 3-16,-1 0-1 0,0 1-4 0,1 1-8 0,-4 2-8 16,4-4-16-16,-4 4-11 0,0 0-3 0,0 0-6 15,7 9-3-15,-4-1-1 0,-1 3 2 0,1 6 5 16,0 8-4-16,-2 3 2 0,0 2 2 16,-1 1-2-16,-4 0 8 0,0 18-5 0,-6-6 4 15,3-7 3-15,-1-3-2 0,-1 1-1 0,-4-1 3 0,3-2-4 16,-2-8 2-16,1 1-5 0,2-7 3 0,0-3 0 0,0-5 4 15,0 2 2-15,0-5 5 0,-2-3 2 0,0-1 4 16,1-4 19-16,-1-1 14 16,2-5 21-16,-2-1 14 0,3-5 11 0,0-1 11 15,3-2 3-15,2-4-4 0,3-3-7 0,4-3-10 0,3-2-13 16,2 0-8-16,6 1-2 0,0-1-10 16,4 1-19-16,6 1-13 0,0 1-17 0,2 2 7 15,-1 4-37-15,-2 3-2 0,1 3-37 0,-7 4-24 16,0 2-45-16,1 3-37 0,-6 3-54 0,1 0-50 15,-4 4-48-15,-2-2-247 0,-2 3-606 0,-2 1 268 16</inkml:trace>
  <inkml:trace contextRef="#ctx0" brushRef="#br0" timeOffset="34211.08">23520 4954 45 0,'-12'0'290'0,"2"0"-9"0,3 0-8 0,1 3-10 15,-2-3-10-15,8 0-3 0,-6 0-13 0,6 0-19 0,0 0-12 16,0 0-22-16,-9 0-18 0,9 0-17 16,0 0-22-16,0 0-7 0,0 0-8 0,-8-3-17 15,8 3-8-15,0 0-7 0,0 0-5 0,0 0-9 16,0 0-7-16,-9 0-5 0,9 0-9 0,0 0-4 15,0 0-4-15,0 0-4 16,0 0-8-16,0 0 4 0,0 0 3 0,0 0-1 16,0 0 4-16,0 0-2 0,0 0 2 0,0 0 4 15,0 0 7-15,0 0-8 0,0 0-4 0,24-5 11 16,-3 1-22-16,9 0-7 0,9-2-3 0,18-4 1 16,10-2 1-16,26 0 15 0,3 0-22 0,7 3-1 15,0-1 2-15,0 2 8 0,-2-1 11 0,1 1 3 16,-2 1 9-16,-35 0-6 0,-1 0-5 0,1 4 1 0,-10-2-4 15,-15-2 2-15,-7 5 5 0,-5-3-15 0,-9 4 4 16,-6 1-6-16,0 0-3 16,-6-1-31-16,1-2-30 0,-4 3-23 0,-4 0-24 15,0 0-23-15,0 0-33 0,-36 7-24 0,7-4-40 0,-3 7-26 16,-1-6-56-16,-6 6-260 0,-10 4-603 16,11-6 267-16</inkml:trace>
  <inkml:trace contextRef="#ctx0" brushRef="#br0" timeOffset="34631.69">23974 5194 233 0,'0'0'276'15,"0"0"-34"-15,0 0-23 0,-15-2-22 0,8 8-15 16,-2 0-21-16,-4 6-13 0,0-3-16 0,-1 4-14 16,1 3-13-16,-4 6-10 15,6 2-12-15,-1-7-4 0,0 9-9 0,1-5-9 16,6-4-2-16,-4 2-7 0,5-2 10 0,3 0-1 16,-1-3-2-16,4-2 10 0,-2 0 12 0,5 0 14 15,5-3 12-15,-2-3 5 0,5 1-18 0,6-5 14 16,3 0-5-16,-3-5-12 0,8-2-3 0,-2-1 10 15,-4-3 7-15,-6-1-11 0,8-8-8 0,-13 2-3 16,6-3-8-16,-5-3-8 0,-5-5-17 0,1 1-4 0,-7-3-25 16,-7 1-10-16,1 0-16 0,-7 2-11 0,-2-1-9 15,-4 1 0-15,-3 5-2 0,-3-1 1 0,-6 4-5 0,-2 3 3 16,-6 1 4-16,2 5-6 0,-15-2 5 0,12 9 3 16,1-1-1-16,0 3-8 0,2 1-22 15,3 3-32-15,2 0-33 0,1 5-34 0,7 0-43 16,9 1-42-16,7-3-82 0,4 0-162 0,7 0-519 0,4 1 230 0</inkml:trace>
  <inkml:trace contextRef="#ctx0" brushRef="#br0" timeOffset="35244.85">24338 5160 73 0,'2'-3'388'0,"0"-1"-34"0,-2 4-26 0,1-3-38 0,-1 3-26 0,0 0-30 16,2-4-23-16,-2 4-28 0,0 0-30 0,0 0 11 15,0 0-11-15,1 12-17 0,-1-3-17 0,-1 1-11 16,-2 3-2-16,1-1-23 0,-1 4-4 0,-2 3-9 15,4 1-8-15,-7 3-4 0,7-5-3 0,-2 1-8 16,-1-9-16-16,2 0-7 16,-1 2-10-16,2-3-2 0,-2-1 1 0,3-3-3 15,-1-1 5-15,1-1 19 0,0 1 25 0,0-4-5 16,0 0-3-16,0 0-4 0,18-12 4 16,-9 3-2-16,4-6-3 0,-2 0 0 0,5 1-10 15,-4-1 0-15,4 1-7 0,-2 0 1 0,2 1-2 0,-3 2-11 16,1 2 7-16,-5 3-13 0,0-1 1 0,0 4 3 15,-4-2-11-15,0 1 0 0,-1 2 12 0,1 2-20 16,-5 0 2-16,0 0 5 0,13 5-9 0,-9-1 3 0,-3 1-1 16,0 0 6-16,3 3-4 0,0 1 4 0,-1 0-3 15,-2 3-10-15,0 2 10 0,2-4 10 0,-6 2-21 16,3-2 11-16,0-2-25 0,0 1 10 0,0-4-1 16,0 0 6-16,0 0 3 0,0-5-13 0,0 5 30 15,0-5 53-15,0 0 3 0,0 0-9 0,0 0-6 16,9-15-5-16,-4 3 8 0,3 3-12 0,1-4-3 0,6 0-4 0,-3 0-3 15,2 0-3-15,-2 1 0 0,1 3 4 0,3-4-8 16,-2 2 0 0,-3 4-1-16,3-1 1 0,0 1 1 0,-5 2-2 0,3 0-4 15,-1 2-1-15,-2 2-6 0,0 0-10 0,4 1 9 16,-4 0-4-16,1 0-14 0,1 1-27 0,1 1-23 16,1 1-45-16,-3 1-43 0,3-2-48 0,-3 1-66 15,3-3-91-15,-3 0-325 0,1 0-729 0,1-1 323 16</inkml:trace>
  <inkml:trace contextRef="#ctx0" brushRef="#br0" timeOffset="35576.61">25288 4114 106 0,'10'7'203'0,"0"2"-17"0,-1 7-17 0,4 10-2 16,2 4-17-16,4 20-6 0,-6 4 4 0,5 28-11 15,-4 4-7-15,-1 1-9 0,-4 3-11 0,-5 0-6 16,-3 2-3-16,-2-7 9 0,1-3-6 0,-5-23-5 15,-7 23-10-15,-6 2 3 0,-5-4-3 0,4-22-5 0,-12 21-7 0,-6-5-4 16,5-21-6-16,-6-5-4 0,-21 16-6 0,-7-7-18 16,15-21-26-16,-4-4-43 0,-26 11-44 0,22-18-64 15,-1-7-104-15,-28 2-183 0,24-12-461 0,3-8 205 16</inkml:trace>
  <inkml:trace contextRef="#ctx0" brushRef="#br0" timeOffset="36061.97">23435 3941 2007 0,'-3'-16'184'0,"3"4"-134"0,-1 0 31 0,0 4-17 16,-2 3-25-16,3 0-18 0,0 2-14 16,0 3 3-16,0 0-10 0,-10 9 0 0,0 15-2 15,-6 8 4-15,-8 19 3 0,-12 31-4 0,2 3-1 16,2 4 18-16,3 4 12 0,3 4 11 0,4 7 11 0,12-5 4 15,1 1 7-15,9-6 1 0,10-8-2 0,8-4-4 16,0-28 1-16,22 21-5 0,9-7-1 0,-6-20-9 0,26 13-19 16,5-8-32-16,1-8-58 0,-16-18-97 0,37 3-324 15,-3-5-526-15,-28-16 233 0</inkml:trace>
  <inkml:trace contextRef="#ctx0" brushRef="#br0" timeOffset="38264.96">22346 4512 130 0,'0'0'244'0,"-4"-3"-19"0,4 3-18 0,0 0-17 15,0 0-18-15,0 0-17 0,0 0-18 0,-1-4-15 16,1 4-13-16,0 0-14 0,0 0-9 15,0 0-9-15,-5 8-7 0,2-4-9 0,3-4-4 16,-1 6-5 0,0-1-3-16,1-2-7 0,-3 2-4 0,6 0-2 0,-3-1-2 15,0-4-3-15,1 7 0 0,-1-4 1 0,0-3 0 16,5 2 5-16,-1-1-1 0,-4-1 0 0,8 2 3 16,-3-2 2-16,-5 0 3 0,13-5-1 0,-6 2 2 15,0-2 15-15,-2 0-2 0,2-3 7 0,-1 3-3 16,-1-3 6-16,-1 3-1 0,1-4 4 0,-1 3-2 15,-2 2 4-15,0-2 3 0,0 3-2 0,-1-2-7 16,-1 5-12-16,-3-5-19 0,-3 2-4 0,-3 3-12 0,-4 0 4 0,-6 5-10 16,-2-2 0-16,-9 10-5 0,-2 3 5 0,-1 5-6 15,0-2-2-15,-8 13 2 0,0-5-5 0,5 7 4 16,-1 0-5-16,9-10 12 0,4 5-15 0,2 0 6 16,2 2-1-16,3 1 5 0,6-1 3 0,4-1 2 15,3-2-7-15,8 1 2 0,3 0 4 0,5-3-1 16,5-1 8-1,6-5-2-15,1-1 6 0,4-2-6 0,3-3 17 0,2-2-20 16,0-2-4-16,-1 0 2 0,-1-4 1 0,-2 2-5 16,-7-5 5-16,-3 1-6 0,-1-4 2 0,-4 2 2 0,-5 1-1 0,0-3 6 15,-1 0 27-15,-3 2-2 0,-5-2 17 0,10 0 13 16,-10 0 6-16,5 1 3 0,-5-1-8 0,0 0-11 16,0 0-14-16,5-6-22 0,-5 6-12 15,0 0-29-15,0 0-30 0,-6-6-37 0,2 3-39 16,4 3-53-16,-5-7-65 0,4 4-68 0,-3 0-337 15,1-1-696-15,3 4 308 0</inkml:trace>
  <inkml:trace contextRef="#ctx0" brushRef="#br0" timeOffset="39112.68">22450 4896 182 0,'2'-2'199'16,"-2"2"-20"-16,7-2-22 0,-7 2-13 0,9 4-17 16,-3-1 5-16,3 2-19 0,-3 4-6 0,1 1-8 15,0 5-8-15,-3 1-10 0,2 1-3 16,-2 3-8-16,-4-1-5 0,3 7-6 0,-7-5-5 0,0 2-8 15,-1 4-2-15,0-3-3 0,-6 3-1 0,0-3 1 16,1-7-9-16,-1 7 2 0,-2-7-2 0,3 0 0 16,1 0 0-16,-3-3 0 0,3 3 6 0,0-5-6 15,3-3-2-15,0 0-3 0,0-1-6 16,4-3 3-16,-1 0 1 0,1-2 14 0,-1 2 12 0,2-3 9 0,1-2 8 16,-3 5 6-16,3-5 12 0,-1 2 0 0,1-2 7 15,0 0 4-15,0 0 6 0,-4 4 1 0,4-4-2 16,0 0-3-16,0 0-15 0,0 0-9 0,0 0 7 15,0 0-6-15,0 0-5 0,-1 1-10 0,1-1-2 32,0 0-11-32,0 0-5 0,0 0-3 0,0 0-1 0,0 0-1 0,0 0-12 15,0 0-3-15,0 0-4 0,0 0 4 0,0 0-6 16,-5 3-3-16,5-3-3 0,0 0 0 0,0 0-3 16,0 0-1-16,0 0 4 0,0 0-6 0,0 0 2 15,0 0-4-15,0 0 2 0,0 0-2 0,20 2 1 16,-8-4 3-16,8-1-5 0,3 2 2 0,8-2 1 15,2 3-6-15,4-2-2 0,-2-1 7 0,2 0-5 16,-2 1 4-16,-1-3-2 0,-4 1-2 0,-2 3-1 0,-7-1 5 16,-2 2 0-16,-10 0-4 0,5 0 0 0,-5-1 5 15,-1 1-1-15,-8 0-1 0,11-2 13 0,-11 2-14 0,0 0-2 16,11 0-1-16,-11 0-15 0,0 0-37 0,0 0-33 16,0 0-35-16,0 0-43 0,0 0-50 0,0 0-77 15,0 0-310-15,0 0-651 0,0 0 289 0</inkml:trace>
  <inkml:trace contextRef="#ctx0" brushRef="#br0" timeOffset="40483.94">25676 5250 213 0,'0'0'313'0,"0"0"-6"16,1-4-20-16,-1 4-14 0,0 0-20 0,0 0-19 0,0 0-25 16,0 0-22-16,0 0-19 0,0 0-21 0,0 0-18 15,0 0-17-15,0 0-13 0,0 0-9 16,0 0-13-16,2 11-5 15,-2-6-5-15,-2 4-4 0,0 1-11 0,1 2-3 16,-3 4-6-16,-1 1-3 0,2 1-5 0,1 1-1 16,-5-4-6-16,2 3 1 0,1-1-4 0,0-1-3 0,0 0 1 0,1-4-7 15,0-6 0-15,2 1 2 0,0 0 5 0,-2-3-3 16,2 1 3-16,0 1 30 0,1-6 31 0,2 4 4 16,-2-4-10-16,0 0-4 0,14-12-10 0,-5 5-2 15,-1-3-7-15,6-2 0 0,-1-1-1 0,-2 0-5 16,4-2 0-16,0 1-8 0,0 0-6 0,0 2 7 15,-1-1-4-15,-3 4-5 0,1 0 5 0,-3 2-9 16,0 0-11-16,-4 4 2 0,0-1-6 0,-1 2-7 16,1-1 5-16,-1-1-10 0,-4 4-20 0,0 0 14 15,8 4-6-15,-7 3 3 0,2-2 1 0,-2 5 1 16,-1 0 2-16,1 4 5 16,-2 1-4-16,-3-1-4 0,3-2 9 0,0 3-8 15,-2-5 13-15,2 2-34 0,-2-3 5 0,2-2-3 16,1-2 5-16,-3 1 8 0,3-2-4 0,0 0 16 15,0-4 29-15,0 0 1 0,4 1-2 0,-4-1 9 16,17-10-17-16,-7 2-2 0,4-1-2 0,3-3 9 16,-2-2-6-16,8-3-4 0,-1 1 5 0,-1-1-4 0,-3 6 2 0,0 1-8 15,-4 0-1-15,0 3 1 0,-2 2-6 0,-3 0 0 16,1 1-2-16,0 4-1 0,-2 2-4 0,3 1-18 16,-2 4-13-16,2-1-38 0,3 6-64 0,-4 2-73 15,0 3-107-15,-1-1-401 0,-3-1-773 0,-1-5 342 16</inkml:trace>
  <inkml:trace contextRef="#ctx0" brushRef="#br0" timeOffset="207914.31">3424 8007 14 0,'0'0'52'16,"0"-5"-6"-16,0 5-7 16,0-6-7-16,-3 1-27 0,3 5-37 0,0-5-33 15,0 5 14-15</inkml:trace>
  <inkml:trace contextRef="#ctx0" brushRef="#br0" timeOffset="208477.59">3479 7775 62 0,'0'-4'186'0,"3"-1"-7"0,-3 2 2 16,0-2-1-16,0 1-4 0,0 4-5 0,0-8-6 16,0 6-6-16,1-2-11 0,-1 4 2 0,1-7-9 15,-1 7-6-15,0-4-8 0,0 4-15 0,0 0-8 16,3-4-13-16,-3 4-15 0,0 0-7 0,0 0-16 15,0 0-25-15,0 0-30 16,0 0-8-16,0 0-3 0,0 0 0 0,-8 21 2 16,3-6 4-16,0 3-3 0,1 7 4 0,-1 3-1 15,0 0 0-15,-2 2 1 0,1-2 1 0,1 0-2 16,0 3 3-16,1-5 6 0,0-1-3 0,0 0-3 16,3-7 1-16,-2-1 4 0,3-1-3 0,-2 0 9 15,2-4-5-15,-4-4-4 0,4 1 3 0,0-1 0 16,-2-2 0-16,2-1 1 0,0 0 9 0,-2-1 31 0,2-4 29 0,-1 5 22 15,1-5 20-15,0 5 27 0,0-5 7 0,0 4 9 16,0-4-6-16,0 0 2 0,0 0-4 0,0 0-13 16,0 0-13-16,0 0-35 0,0 0-23 15,0-14-14-15,1 7-23 0,-1 0-44 0,2-3-26 0,0 0-40 16,-1 0-39-16,2-1-29 0,3-1-25 0,-2 0-31 16,4-3-36-1,-6 1-60-15,2 2-190 0,1-5-532 0,3 0 235 16</inkml:trace>
  <inkml:trace contextRef="#ctx0" brushRef="#br0" timeOffset="208809.59">3479 7737 152 0,'0'0'199'0,"0"0"-10"16,0 0-8-16,0 0-24 16,0 0-13-16,0 0-10 0,0 0-16 0,0 0-10 0,0 0-11 0,0 0-10 0,0 0-7 0,0 0-7 15,0 0-7-15,0 0-7 0,31-4 1 0,-3 0-4 16,4 2 4-16,2-2-4 0,6-1 8 0,16-5 5 16,-4 5-3-16,0-4-2 0,-15 5-5 0,-2 0-8 15,0-1-3-15,-3 1-5 0,-1 1-4 0,-5 3-5 16,-8-2-2-16,-4 2-4 0,-2-1-24 0,-2 1-23 15,-1 0-28-15,-4 0-25 16,3 0-18-16,-6 3-6 0,-2 0 9 16,0-3 11-16,-5 12-12 0,-4-6-32 0,-6 6-63 15,-3-1-118-15,-1-2-324 0,0 0 144 0</inkml:trace>
  <inkml:trace contextRef="#ctx0" brushRef="#br0" timeOffset="209595.64">3615 8243 86 0,'6'-1'114'0,"0"-1"3"0,3 2-20 16,-9 0-1-16,8 0-4 0,-3-2 0 0,-5 2-8 15,4-1-3-15,-4 1-6 0,0 0-1 16,0 0-11-16,0 0-6 0,0 0-9 0,0 0-2 0,0 0-1 15,-22 5-7-15,8-2 9 0,1 0-12 0,-5 0 0 16,3 0-1 0,1 1-4-16,2-1-3 0,-1-1-3 0,0 2-3 15,2-2 5-15,0 3 0 0,1-4-7 0,2 1-1 16,-1 0 1-16,4-1 4 0,5-1 2 0,-8 0 9 0,8 0 5 16,-5 1 8-16,5-1 10 0,0 0 6 15,-5 2 4-15,5-2 9 0,0 0-5 0,0 0 3 16,0 0-3-16,-9 0 2 0,9 0 0 0,0 0-3 15,0 0-3-15,0 0 2 0,-5 2-2 0,5-2-2 16,0 0-3-16,0 0-7 0,0 0-7 0,0 0-2 0,0 0-8 0,0 0-4 16,0 0-3-16,0 0 1 0,0 0-5 0,0 0-2 15,0 0-2-15,0 0-1 0,0 0-2 0,0 0-1 16,0 0-6-16,0 0-3 0,0 0 1 0,0 0-2 16,0 0 2-16,0 0-3 0,0 0 1 0,0 0-3 15,0 0-1-15,0 0 4 0,0 0 1 0,0 0 1 16,0 0 1-16,0 0 2 0,0 0-3 0,0 0 0 0,0 0 0 0,0 0-1 15,0 0-2-15,0 0-1 0,0 0 1 0,0 0 0 32,0 0 0-32,0 0-8 0,0 0 3 0,0 0 1 0,0 0-5 0,0 0 3 15,0 0 1-15,0 0-2 0,0 0-1 0,0 0 5 16,0 0-2-16,0 0-3 0,0 0-2 0,0 0-1 16,0 0 2-16,0 0 3 0,0 0 2 15,28-4-4-15,-7 2 0 0,7-2 1 0,1 1-1 0,4-2-1 16,3 1-3-16,-3-2 5 0,3 0 0 0,-1 1-2 15,-5 1-1-15,0 0 2 0,-9 3-2 0,1-3 1 16,-4 3 3-16,-4 0-1 0,-4-1-1 16,2 1-3-16,-2 1 0 0,-2-2-6 0,-3 1-10 0,0 1-9 15,-5 0-11-15,6-1-13 0,-6 1-12 0,0 0-9 16,0 0-22-16,0 0-30 0,0 0-43 0,0 0-56 0,-28 2-212 16,14 0-471-16,0-4 208 0</inkml:trace>
  <inkml:trace contextRef="#ctx0" brushRef="#br0" timeOffset="210027.22">3479 8081 7 0,'0'0'195'0,"0"0"-12"0,0 0-16 15,0 0-9-15,0 0-18 0,0 0-16 0,0 0-12 16,0 0-9-16,0 0-9 0,0 0-8 0,0 0 5 0,0 0 0 0,31 1-1 15,-12-2-3-15,10-2-4 0,3 3 0 16,5-4 0 0,4 0-4-16,11-3-7 0,-16 2-2 0,1 1-9 0,-5 1-6 0,0-1-4 15,-2 1-7-15,-1 0-4 0,-9 2-2 0,0 0-3 16,-1-2-4-16,-6 2-4 0,-2 1 1 0,1-6-6 16,-6 6-2-16,2 0-2 0,-5-1 2 15,-3 1-5-15,12 0-2 0,-12 0-1 0,6-1-11 16,-6 1-6-16,0 0-7 0,0 0-13 0,0 0-10 15,6 1-18-15,-6-1-22 0,0 0-33 0,-12 7-36 16,9-5-34-16,-2 1-171 0,0-1-379 0,3 2 168 16</inkml:trace>
  <inkml:trace contextRef="#ctx0" brushRef="#br0" timeOffset="210645.59">4568 7958 101 0,'0'0'290'0,"0"-7"-15"0,0 3-3 16,0 2-3-16,0 2-7 0,2-7-13 0,-4 3-21 0,2 4-19 15,2-5-16-15,-2 5-20 0,0 0-21 0,0-4-10 16,0 4-20-16,0 0-18 0,0 0-10 0,0 0-9 0,0 0-24 16,0 0-28-16,0 0-18 0,0 0-7 0,0 0 0 15,3 13-2-15,-5-5-4 0,2 3 1 0,-3 2-3 16,3 6 4-16,-4 4 1 0,4 2-2 0,-4-1 5 16,-1 1-2-16,4-4-4 0,-2-3 2 0,3 3 1 15,-4-3 0-15,3 0-2 0,1-3 3 0,-1 3-4 16,2-5 10-16,-1-3-11 0,0-1 4 0,0-2-6 0,0 0 5 0,0-3-2 15,0 1 4-15,0 0 5 0,0-1 23 0,0-4 21 32,0 7 27-32,0-7 36 0,0 0 18 0,0 3 16 0,0-3 14 0,0 0-10 15,0 0-19-15,0 0-16 0,4-17-22 0,0 6-1 16,1-4-24-16,0-3-17 0,1-2-22 16,1-6-3-16,-2 1-19 0,0-2-11 0,0-1-9 0,-1 1-7 15,0 1 3-15,-3 5-1 0,-1-1-5 0,-1 1 0 16,-4 4 2-16,2 0 5 0,-2 2-4 0,0 2-3 15,-3 1 13-15,2 1-15 0,-2 3 0 0,-2 1-7 16,-8-1-5-16,4 3 6 0,-6 3-2 0,0 2-1 16,-3 3 1-16,-4 2-7 0,1 4 3 0,7-1-2 15,1 3-3-15,-3 0-4 0,2 5-7 0,5-2-10 16,5 0-3-16,0-1 1 0,0 3 9 0,9-3-3 0,0 4 12 16,4-2 2-16,6-1 4 0,3 1 6 0,6 0 6 15,12-2 4-15,3-4-4 0,16 2-13 0,5-5-23 0,-4-4-36 16,1-2-50-16,-12-1-60 0,15-3-80 0,-19 0-239 15,0 0-568-15,-3-6 252 0</inkml:trace>
  <inkml:trace contextRef="#ctx0" brushRef="#br0" timeOffset="212299.92">4877 7896 162 0,'0'-5'235'0,"0"5"-10"15,1-6-5-15,-1 6-11 0,-1-6-3 0,1 6 12 0,1-4-16 16,-1 4-12-16,-1-3-14 0,1 3-11 0,0 0-11 16,-1-4-14-16,1 4-19 0,0 0-16 0,0 0-10 15,0 0-18-15,-2-6-13 0,2 6-21 0,0 0-14 16,0 0-2-16,0 0-1 0,0 16-7 0,0-8-2 0,2 3-3 0,-2 5 0 16,-2-1-6-16,2 2 1 0,-1-1-1 15,2 1 3-15,-1-1-4 0,2 0-1 0,0 2 0 16,1-2-2-16,-1-4 1 0,1-2-1 0,-2 2 1 15,0-4 0-15,3 1 2 0,-2-2-1 0,0-1 2 0,0-2 3 32,1 1 4-32,0-2 35 0,-3-3 34 0,0 4 46 0,0-4-12 15,0 0-13-15,13-6-9 0,-7 0-4 0,3-3-3 16,1 1-10-16,-1-4-4 0,5-2-6 0,-2-2-12 16,-2-1-6-16,3 1-5 0,-3-2-3 0,-1 1-1 15,1 1-11-15,-1 3-5 0,-4 2 1 0,2 0-3 16,-4 5-3-16,2-1 2 0,-1 1-5 0,-1 2-1 15,-2 1-7-15,2-1-13 0,-1 2-16 0,-2 2-23 0,3-3-20 16,-3 3-20-16,0 0 3 0,0 0 6 0,2 8 6 0,-2-2 10 16,-1 5 3-16,1 0 12 0,-1 1 3 0,2 6 6 15,0-2 3-15,2 1 7 0,1 0 1 0,2 0-4 16,3 0-11-16,0-3-3 0,5 2-8 0,1-2-6 16,3-4-12-16,8 2-11 0,2-2-18 0,-1-4-12 15,7-1-12-15,-1-2-12 0,2-2 8 0,-2-6 8 16,3-1 0-16,-4-3 3 15,-3-1 6-15,-2-2 7 0,-1-2 9 0,-3 0 24 16,-8 1 3-16,5-5 24 0,-8 6 31 0,2-4 28 16,-8 3 25-16,1 4 22 0,-3-2 16 0,-3 1-2 0,-1 0-2 0,0 1-4 15,-4 2-7-15,0 0-11 0,-1 1-6 0,-5 1-5 16,-3 0-4-16,-5 3-4 0,-1 3-4 0,-1 0-6 16,-8 4-6-16,7 0 1 0,-6 4-6 0,2 2 22 15,-1 1-8-15,2 1-2 0,1 2-1 0,5-4-4 16,3 4-1-16,2-2 4 0,0 0-5 0,4 0-5 0,3-4-1 15,1-2-2-15,1-2 0 0,1 1-1 0,-2-2-1 16,4 1 3-16,0-2-2 0,1-3 5 0,0 0 22 0,7 3 12 16,-7-3 6-16,18-6-5 0,-3-1 11 0,2-1-13 15,1-2-3-15,6-6 10 0,-3 2-18 16,2-6-9-16,0 3-1 0,-4-1-1 0,4 0-10 16,-1 2 1-16,-8 4-5 0,0 3 2 0,-4 0-2 15,-1 1-2-15,0 3-4 0,-1-1-1 0,-5 3-3 16,1-1-8-16,0 0-25 0,-3 3-27 0,-1 1 0 15,0 0 4-15,0 0 3 0,13 7 9 0,-9 0-1 16,1 1 4-16,-1 1 7 0,-3 4 0 0,3 0 3 16,5 2 4-16,-4 0 2 15,0-4 3-15,3 3 3 0,3 0 3 0,2-2-1 16,-3-6 6-16,3 5-2 0,0-6 0 0,1-1 3 16,-3-4 2-16,5 0 2 0,-3-2 1 0,3-1-1 15,-4-4-5-15,4-3 6 0,-3-3 1 0,0-1 0 16,-3 0 6-16,-1-3 14 0,4-6 3 0,-7 5 9 15,6-7-7-15,-7-4-2 0,5 0 1 0,-5-2-5 16,1 1 2-16,0-4 9 0,-1 6 16 0,-1-3 16 0,2 7 19 0,-4 6 3 16,0 2-1-16,-1 4 9 0,-1 2-3 0,1 2-16 15,1 1-2-15,-2 2-14 0,0 0-13 0,1 1-48 16,-1 4-46-16,0 0-9 0,0 0-1 0,0 0 3 16,-5 20 10-16,0-2 9 0,-6 8-3 0,1 2 10 15,1 4-2-15,-1-1 5 0,1-1 7 0,4 2 4 16,1-4-5-1,-2 1 3-15,2-3 5 0,3-1 4 0,-2-7 1 0,3 2 4 16,0-5 3-16,0-3-2 0,0-3-1 0,-1 0 1 16,-2-1 8-16,3 0-3 0,0-6 8 0,0 4 11 0,0-6 22 0,0 6 10 15,-1-4 28-15,1-2-5 0,0 0-8 16,0 0-26-16,0 0 11 0,-8-12-5 0,4 2-24 0,-2 0-8 16,1-1-9-16,1-1-12 0,-1 1-5 15,-4-3 2-15,-2 0-8 0,-1-1 0 0,0 1-5 16,4 5-8-16,-5-3 16 0,4 6 0 0,-3-3-5 15,2 4 10-15,0 3-6 0,4-2 6 0,-2-1-4 0,4 2 1 16,0-1-6-16,-1 3-11 0,5 1-25 0,-5-3-8 16,5 3 4-16,0 0 10 0,0 0 6 15,0 0 8-15,13 8-1 0,-2-5 4 0,10-2 7 16,11 3 0-16,0-4 0 0,6 1 6 0,13-2-2 0,-14-2 4 0,14-1 4 16,-11 2 0-16,-2-1 9 0,15-4-3 0,-16 3 12 15,0 2 0-15,-4-4 7 0,-4 2 4 0,-7 0 3 16,-4 2 14-16,0-2 15 0,-8 1 23 0,2 1 20 15,-6 1-2-15,2-1-1 0,-3 2-3 0,0-2-4 16,-5 2-12 0,5-1-6-16,-5 1-13 0,10 0-4 0,-10 0-11 0,0 0-6 15,6-1-6-15,-6 1-1 0,0 0-41 0,0 0 13 16,6 6 1-16,-5-4-1 0,-1 2 0 0,0 2 3 16,0 0 1-16,0 2-5 0,3 0 7 0,-3-3 2 15,1 8-10-15,0-8 0 0,-1 7 8 0,1-4-11 16,2 0-34-16,-3-2 9 0,1 1-3 0,1 0-31 15,-2-2-10-15,1 0-15 0,-1 0-23 0,0-1-13 16,0 0-6-16,0-4-3 0,0 6-3 0,0-6 3 0,-4 5-64 16,4-5-123-16,0 0-198 0,-18-12-565 0,8 3 250 0</inkml:trace>
  <inkml:trace contextRef="#ctx0" brushRef="#br0" timeOffset="212454.15">6275 7570 315 0,'-3'-5'307'0,"3"1"-28"0,0 0-22 0,0 4-28 16,0-4-20-16,0 4-27 0,3-4-22 0,-3 4-12 0,0 0-30 0,0 0-39 15,19 9-43-15,-11-2-40 0,-2 5-48 0,2 2-57 0,1 1-54 16,-2-1-170-16,-3-2-359 0,3 1 160 16</inkml:trace>
  <inkml:trace contextRef="#ctx0" brushRef="#br0" timeOffset="213117.39">6492 7788 107 0,'0'0'278'15,"0"0"-33"-15,4 2-22 0,-4-2-19 0,1 3-13 16,-1-3-18-16,0 0-20 16,4 2-17-16,-4-2-11 0,3 2-13 0,-3-2-11 15,0 0-11-15,1 4-11 0,3-1-5 0,-3 0-7 16,-1-3-4-16,5 4-6 0,-1-3-5 0,-1 1-5 15,-3-2-3-15,5 3-5 0,0-2 1 0,-5-1 6 0,12-3 7 16,-4 2 8-16,0-3-1 0,5-2-5 0,-4 2 2 16,2-3-9-16,0 0 4 0,1 0 2 0,-2 1 0 0,2-2 2 15,-2 1-1-15,-1 1-5 0,-1 0-2 0,-2 4-6 16,-1-3-7-16,0 2-2 0,-1-1-3 0,0 4-6 16,1-4-3-16,-5 4 2 0,6-1-14 15,-6 1-1-15,7 0 2 0,-7 0-4 0,5 2 0 0,0 2-5 16,-2-1-1-16,-2 2 2 0,4 0-4 0,-1-2 0 15,0 2-3-15,-1-1 3 0,0-1-1 0,1 1 4 16,-4-1 1-16,4 0 1 0,-4-3 3 0,1 4-3 0,3-4 5 16,-4 0 9-16,0 0 28 0,0 0 13 0,7 0 1 0,-7 0-2 15,8-2 2-15,-3-3-8 0,0 2 0 0,3-1-1 16,-2 1-13-16,1 1-14 0,1-2 8 16,-2 1-2-16,3 3-20 0,1 0 8 0,-2-3 1 15,1 6-8-15,-2-3-7 0,4 5 1 0,0 2-4 16,1 3-5-16,3 3 1 15,-4 4-8-15,2 6 10 0,1 2-6 0,-2 4 0 16,-3 1-4-16,-3 4 2 0,-3 1 6 0,-6-1-2 16,-2 13 5-16,-4-2-11 0,0-12 11 0,-5 1 1 0,-4-2-2 0,0-1 2 15,2-1 1-15,-1-4 0 0,-3-5 5 0,6-4 12 16,1-5-14-16,0-2-6 0,4-2 25 0,3-4 34 16,-2-1 34-16,3-2 30 0,5-1 11 0,-8-4 2 15,6-4 7-15,-1-4-12 0,9-5-13 0,6-9-13 16,6-4-13-16,14-12-8 0,10-3-19 0,27-24-27 15,-4 3-15-15,4 2-9 0,-5 7-1 0,-22 19 1 16,-1 4-3-16,-1 0-4 0,-11 10 1 0,-5 2 2 16,2 3 3-16,-2 2-5 0,-6 5 5 0,-4 2 5 15,-2 3-5-15,-5 2 0 0,2-3-5 0,-4 4-34 16,0 3-69 0,-1 0-53-16,-4 1-3 0,0 0 8 0,-11 13-36 0,-13 0-54 15,-10 4-84-15,1 1-422 0,1-1-802 0,5-3 354 16</inkml:trace>
  <inkml:trace contextRef="#ctx0" brushRef="#br0" timeOffset="-214406.59">8593 7386 167 0,'1'-9'231'0,"1"3"-7"0,0 2-21 15,-2-3-18-15,1 3-17 0,1 0-17 0,-2 1-16 16,0 3-17-16,1-6-28 0,-1 6-35 0,0 0-11 16,0 0-7-16,0 0-5 0,1 27-8 0,-1-11-2 15,-2 13 2-15,-1 5-4 0,-1 13-3 0,0 6 0 0,0 0-2 0,3 1 6 0,-5-2-11 16,2-2 1-16,2 2 1 0,-1-6-4 0,2-11 0 15,-1-1 6-15,4-3-5 0,-2-1 1 0,0-2 2 16,0-2-2-16,0-8 1 0,1-1-1 0,-1 0 2 16,0-5 0-16,-1-1-1 0,1 0-5 0,0-2-8 15,0-3-9-15,0 0-8 0,-2-2 1 0,0 1-57 16,-2-4-60-16,4-1-183 16,0 0-344-16,-14-6 152 0</inkml:trace>
  <inkml:trace contextRef="#ctx0" brushRef="#br0" timeOffset="-213764.08">8528 7596 42 0,'0'0'191'0,"-4"-2"-23"16,3-1-15-16,1 3-19 0,0 0-7 0,0 0-8 15,0 0-6-15,12 8-11 0,4 0-6 0,0-1 3 16,11 4-9-16,1-1-6 0,3 2-6 15,1-2-5-15,0 4-8 0,-5 0-8 0,0-3-4 0,-5 1-5 16,-5 0-10-16,-3-3-6 16,-1 3-10-16,-7-3-4 0,3-1-7 15,-8 1-6-15,-1-1-5 0,-6 1 8 0,-7 2-2 16,-4-2-4-16,-9 4 2 0,-6-1-2 0,-2-2-3 16,-2-4 0-16,0 2 1 0,0-3 1 0,4 0 1 0,-2-3-5 15,2 1 3-15,1-1-3 0,8 0 0 0,4-2 3 16,2 0-2-16,6-2-1 0,-1 2-23 15,7-2-4-15,1-3-14 0,4 5-16 0,13-6-3 0,5-3 0 0,9 0 3 16,6-3-6-16,5 4-6 16,15-4 1-16,3 1 2 0,-1 0 6 0,4 1 4 15,2-4 15-15,2 2-7 0,-4-1 11 0,-1 2 18 16,-1 1 0-16,-4-2 12 0,-17 5 4 0,-1 1 13 16,-4 2 10-16,-4-5 13 0,-9 6 13 0,-5 0 23 0,-3 0 20 0,0 0 16 15,-2 1 10-15,-3 1 5 0,-1 0-3 0,0-3-7 0,-4 4-12 0,0 0-14 16,0 0-11-16,-9-5-1 0,-3 5-11 0,-2 0-10 15,0 4-1-15,-9 0-5 0,-4 3-5 0,6 0-5 16,-5 4-7-16,2-2 0 0,5 3-1 0,1-3-6 16,1 1-5-16,4 4-1 0,2-3 0 0,2 3-5 15,3-3 6-15,0 0-4 0,1 0-2 0,4 4 0 16,1-5 1-16,1 1 1 16,4-3-4-16,3 0 2 0,1 1 3 0,0-5-3 15,2 2 2-15,5-4 0 0,3 0 6 0,3-4-5 16,-3 0 5-16,3-4 0 0,-5 2 8 0,0-1 3 15,-4-3 1-15,-4 2 0 0,1-3 2 16,-1 0-1-16,1 1 12 0,-6-3-10 0,0 2 0 0,-1-2-4 16,-1 0-4-16,-2 1-3 15,-4-2-9-15,-1 4-8 0,-1-1-9 0,-4-1-7 0,1 3-12 16,-2 0-15-16,-5 1-20 0,3 0-23 0,-2 4-30 0,2 1-16 16,0-2-37-16,3 3-49 0,-3 0-157 0,13 0-404 15,-10 1 179-15</inkml:trace>
  <inkml:trace contextRef="#ctx0" brushRef="#br0" timeOffset="-213289.1">9572 7686 126 0,'6'0'287'0,"-6"0"-28"15,8-1-22-15,-8 1-16 0,0 0-31 0,0 0-26 16,7 0-16-16,-7 0-18 0,0 0-14 0,2 5-14 15,-2-1-10-15,-2 5-9 0,-1-1-8 0,-1 4-5 0,-4 1-2 0,3 0-10 16,-1 2-6-16,1-4-9 16,1 0-1-16,-3 2-7 0,6-5-2 0,-4 0-4 15,1 1 0-15,3-3-9 0,-2-3 1 0,2 3 3 16,1-5-1-16,0-1 7 0,-1 5 20 0,1-5 15 16,0 0 1-16,0 0-7 0,0 0-6 0,0 0-7 15,10-15-1-15,-1 6-10 0,0 1-3 0,2-5 0 16,2 2 0-16,0-3-8 0,0 4 7 0,-4 1-12 15,0-1 0-15,-1 4-8 0,-1 2-1 0,-1 0 12 16,-2 0-15-16,0 3-4 0,1-1-3 0,1 0-2 16,-1 1 2-16,-5 1-4 0,0 0-1 0,15 3-1 15,-9 0 4-15,-1 1-2 0,1 0-1 0,1 2 0 16,-1 1 0-16,3 1 5 0,-4 0 0 0,3 0-1 16,0-3 0-16,-6 1-1 0,2-1 1 0,1-1 2 0,-1-1 2 0,0 1 3 15,-3-2-2-15,-1-2 34 0,5 2 23 0,-5-2 30 16,0 0 8-16,0 0-13 0,11-5-10 0,-9 1-9 15,6-3 0-15,-5-2-3 0,3-2-7 16,-1 1-7-16,0 1 9 0,2-1-17 0,-1-1-7 0,-1 1-8 16,-1-2 1-16,1 1-6 0,-1 5 3 0,0-3-21 0,-1 3-34 15,0 2-27-15,-1-3-37 0,1 4-42 0,-1-1-44 16,2 1-32-16,-4 3-52 0,12 1-32 0,-12-1-232 16,14 3-572-16,-8 1 253 0</inkml:trace>
  <inkml:trace contextRef="#ctx0" brushRef="#br0" timeOffset="-212919.67">10065 7830 232 0,'0'0'255'0,"0"0"-24"0,0 0-18 15,0 0-24-15,4-13-18 0,1 8-19 0,1-1-17 16,3-1-10-16,4 0-10 0,5-3-16 0,-1-1-10 15,3 1-10-15,3-5-7 0,3 1-9 0,-1 0-6 0,-2 2-9 0,3-5-3 16,-5 2-9 0,2 2-6-16,-4 2-10 0,3-4-8 0,-4 3 3 0,-5 0-1 15,1 1-1-15,-5 2 0 0,-4 0 4 16,0 4-1-16,0-2 1 0,-4 2-4 0,-1-2-1 0,-1 2 3 16,-4 1-4-16,-5 3-6 0,-3-2 0 0,-6 6 1 15,-3 1-5-15,3 1 1 0,-9 6-2 0,2 3 0 16,1 0-1-16,-1 3 1 0,4 1-3 15,1 1 0-15,2 1 0 0,-1-1 2 0,9-2-1 0,2 0-4 16,3 0 5-16,0-1-1 0,5-1 1 0,2 2 3 16,3-1 3-16,4 1-3 0,5-5 3 15,2 0-21-15,4-1-32 0,11-5-33 0,0 2-42 16,4-8-58-16,-2 0-184 0,-2-5-394 0,2-2 175 16</inkml:trace>
  <inkml:trace contextRef="#ctx0" brushRef="#br0" timeOffset="-212619.08">10631 7577 248 0,'4'-4'243'0,"2"3"-16"0,-2-3-13 0,2 3-26 16,1 1-17-16,1 0-17 0,0 0-14 0,3 3-19 15,0 0-6-15,1 2-8 0,-1 2-8 0,4 4-10 16,-3 1-9-16,1 1-10 0,-3 0-5 0,-1 3-9 15,0-2-1-15,-3 3-3 0,-2-2-7 0,0-3-1 16,-3 0-7-16,3-3-3 16,-4 2-5-16,0-5-1 0,1 1 0 0,-1-2 10 15,-1 0 6-15,2-3 19 0,-1 2 27 0,0-4 18 16,0 0-8-16,0 0-14 0,0 0-21 0,8-16-11 16,-3 7-15-16,9-8-22 0,3-4-23 0,2-3-30 15,7 5-31-15,0-4-36 0,4 6-45 0,-1-3-49 16,3-1-284-16,-1 4-522 0,-2 1 231 0</inkml:trace>
  <inkml:trace contextRef="#ctx0" brushRef="#br0" timeOffset="-211955.22">12214 7445 26 0,'-10'4'174'0,"-9"1"-17"0,4 5-15 16,-8 4-18-16,1 0-12 0,0 4-11 0,-1 1-4 15,1 2-15-15,4-1-10 0,2 0-2 0,3 1-7 0,3-3-10 16,4 0-1-16,0-1 1 0,4-1 7 0,-1-1-6 15,3-2-2-15,3-1-2 0,1-4 6 0,2 3 10 0,4-4 14 16,0 0 9 0,3-4 4-16,9-3 6 0,-2-3 1 0,1-1-1 0,6-6 3 15,-3-1-5-15,-5 3 2 0,3-6-1 0,-6-2-3 16,2-3-8-16,-1-1-4 0,-3-3-12 0,-5 6-8 16,0-9-16-16,-1-1-17 0,-1 2-9 0,-4-1-4 15,-3 7-2-15,-2 1-6 0,1 0-4 0,-8 2-10 16,3 3-7-16,-6-2-4 0,1 9-4 0,-3-5-13 15,-4 9-4-15,1-4-12 0,0 8-12 0,0-2-8 16,-5 1-15-16,2 2-25 0,0 2-16 0,3 4-27 16,5-5-48-16,-4 4-175 0,7-1-404 0,2-1 179 15</inkml:trace>
  <inkml:trace contextRef="#ctx0" brushRef="#br0" timeOffset="-211561.57">12458 7224 195 0,'4'-2'240'0,"-1"1"-26"0,-3 1-24 15,2-3-24 1,-2 3-20-16,0 0-15 0,1 11-11 0,-2 0-10 16,-1 10-15-16,-6 6-5 0,-1 7-8 0,-4 13-11 0,-3-1-7 15,-1 0 0-15,7 0-7 0,4-10-1 16,-2 0-13-16,4 0 1 0,-1-4-7 0,5-1-4 15,4-2 2-15,-2-4-4 0,1-7-3 0,2-2-3 16,-2 0-2-16,-1-5 0 0,2-2 0 0,0-1 13 0,-2-3 17 16,1 1 23-16,-2-3 32 0,2 2 24 0,-3-5 17 0,2 2-3 15,-2-2 3-15,0 0-27 0,0 0-16 0,0-14-19 16,-2 3-25-16,-7-5-35 0,-1 1-22 0,-8-8-18 16,0-1 1-16,-4 2 7 0,4 1-5 0,-2-1 4 15,6 8 0-15,3-1 3 0,2 6 8 0,1 1 6 16,1 2-1-16,3-1 5 0,0 2-1 0,3 0-10 15,4 0-6-15,6-2-11 0,10 3-8 0,14-4-20 0,18 5-26 0,8-3-36 32,2 5-40-32,34-3-43 0,-2 0-59 0,-1-5-235 0,4 2-519 0,1-5 229 15</inkml:trace>
  <inkml:trace contextRef="#ctx0" brushRef="#br0" timeOffset="-211015.14">13679 7320 84 0,'10'-3'201'0,"1"2"-21"0,3 0-9 16,1 2-15 0,2-1-15-16,0 2-15 0,1 2-15 0,-3 3-10 0,3 3-10 15,-4 2-12-15,0-3-6 0,-5 5-6 0,0 3-7 16,-5 3-9-16,-3-2-3 0,-2 8-8 0,-7 1 1 16,-1-2-4-16,-1 7-4 0,-6-6-2 0,0 0-3 15,-3-2-3-15,1 0 0 0,0-1-5 0,0-5 2 16,0 0 6-16,6-5 7 0,0 0 1 0,-2-5 5 15,4 1 11-15,2-4 5 0,3-1 9 0,0 0 15 16,-3-1 25-16,6-2 36 0,-2 2 37 0,4-3 5 16,0 0-18-16,0 0-11 0,-4-8-26 0,9 1-10 0,3-3-12 0,3-4-4 15,9-5-14-15,0-2-5 0,6-1-12 16,0-2-9-16,4 2-4 0,8-10-11 0,-10 7-2 0,0-1 7 16,3 2-17-16,-3-1-7 0,0 4 0 0,-4 0-5 15,-3 1-7-15,-2 2 2 0,-6 5-3 0,-6 2-4 16,1 4-1-16,-3 3 3 0,1-3-5 0,-3 3-1 15,1 1-12-15,1 1-20 0,-4 0-21 0,-1 2 7 0,0 0-6 0,0 0 8 32,-10 18 2-32,4-8 3 0,-6 3 15 0,2 5-11 0,-3 6-1 0,6-7 5 15,-1 2 5-15,2 1 6 0,3-1-4 0,6 5 7 16,1-3-5-16,6-3-7 0,5 1-24 0,8 0-38 16,5-2-48-16,7-3-73 0,16-3-94 0,-14-5-264 15,19-2-607-15,-6-7 269 0</inkml:trace>
  <inkml:trace contextRef="#ctx0" brushRef="#br0" timeOffset="-210513.87">14397 7023 92 0,'2'-2'259'0,"-2"2"-19"0,7-4-24 16,-5 2-24-16,-2 2-19 0,8-2-19 0,-8 2-15 16,13 4-12-16,-2 1-20 0,-2 1-5 0,4 3-8 0,1 4-9 0,-1-1-5 15,1 3-11-15,0 7-3 0,-3 2-6 0,1-1-5 16,-4-4-3-16,-2 4-9 0,-1-4-2 0,-1 1-7 16,-3-1-2-16,-1-2-4 0,0-1 7 0,-1-4-8 15,-3-3 0-15,3 2 16 0,-3-6 7 0,4 1 16 16,-2 0 14-16,0-3 28 0,1 0 42 0,1-3 12 15,0 0-7-15,0 0 3 16,-8-9-2-16,6 0 0 0,-2-2-9 0,5-4-12 16,3-5-7-16,1-6-18 0,4 0-12 0,5-3-12 0,2 1-10 0,0 1-5 15,2 1-9-15,-3 4-8 0,2 1-7 0,-4 7-3 16,0 0-6-16,-5 4-27 0,1 1-41 0,-1 2-61 16,-4 4-73-16,-1 0-64 0,0 3-28 0,-3 0-45 15,-9 10-358-15,0-1-713 0,-2 2 315 0</inkml:trace>
  <inkml:trace contextRef="#ctx0" brushRef="#br0" timeOffset="-207214.34">14949 7182 34 0,'0'0'154'0,"0"0"-13"16,0 0 0-16,0 0-9 0,0 0-2 0,0 0-14 16,0 0-6-16,0 0-2 0,0 0-3 0,0 0-10 15,0 0-6-15,0 0-9 0,0 0-2 0,0 0 2 16,0 0-6-16,0 0-8 0,0 0-2 0,0 0-6 16,0 0-8-16,0 0-3 15,0 0-8-15,-8-4 0 0,8 4-5 16,0 0-3-16,0 0-3 0,0 0 0 0,0 0-4 0,0 0-3 15,0 0 1-15,0 0-2 0,0 0 0 0,0 0 2 16,0 0 0-16,0 0 1 0,0 0-2 0,0 0-2 16,0 0 3-16,0 0-2 0,0 0-3 0,0 0 2 0,0 0-2 15,0 0-2-15,0 0-3 0,0 0-1 0,0 0-1 0,8-4 3 16,1 2-5-16,5-2 2 0,6-1-1 16,8-2-3-16,2 0-4 0,6-1-3 0,-2 1 2 15,3 2-6-15,-5-4-2 0,-1 4-3 0,-4 1-3 16,-7-1-8-16,-2 2-8 0,-5 0-13 0,-2 2-14 0,-2 1-23 15,-3-1-19-15,-2-1-23 0,-4 2-10 0,0 0-19 16,0 0-149-16,-15 7-325 0,0-4 144 16</inkml:trace>
  <inkml:trace contextRef="#ctx0" brushRef="#br0" timeOffset="-207007.25">15020 7091 88 0,'2'-7'235'0,"-1"1"-4"16,2-1 9-16,-3 2-2 0,1 1-9 0,0-1-22 0,0 1-20 0,-1 4-20 16,0-2-18-16,0 2-18 0,3-6-26 0,-3 6-32 15,0 0-37-15,0 0-14 0,0 0-2 0,0 12-5 16,-3 0 2-16,1 5 4 0,-5 8-5 0,1 1 0 16,-2 2-13-16,1 0-16 0,-1 1-13 0,0-1-25 15,1 1-12-15,-1 3-22 0,7-5-33 0,-2-4-42 16,-2-2-162-16,5-5-348 0,0 1 153 0</inkml:trace>
  <inkml:trace contextRef="#ctx0" brushRef="#br0" timeOffset="-206458.93">15778 6868 261 0,'0'-3'246'15,"1"-1"-26"-15,-1 4-24 0,0-5-18 0,0 5-25 0,3-3-36 16,-3 3-16-16,0 0-12 0,0 0-6 0,1 15-13 0,-2-1-2 0,-3 2-6 16,2 3-8-16,-2 7-8 0,-4 1-2 0,0-1-1 15,-1 0-9-15,2 2-2 0,-3-1-3 0,1-1-4 0,1 0 3 16,-1-2-8-16,4-6 6 0,-1-1-7 15,0-3-2-15,2-2-1 0,1-5 0 0,-2 4-1 16,2-5 0-16,2-3-3 0,-3 2 25 0,4-1 26 16,-1 2 27-16,1-6 28 15,0 2 35-15,0-2-1 0,0 0-15 0,0 0-16 16,6-10-14-16,3 1-8 0,-1-2-10 0,2-2-8 16,4-1-14-16,-1-2-7 0,1 2-13 0,-1-1 2 15,2 1-8-15,-4 1 0 0,2 1-7 0,-3 5-2 16,-1-3-4-16,-1 5-5 0,-3 0 2 0,-1 1-9 15,2 0 1-15,-3 0 0 0,-2 0-5 0,3 2-3 16,-4 2-12-16,4-2-14 0,-4 2-14 0,1-2-16 0,-1 2-8 0,0 0 4 16,0 0 4-16,0 0 7 0,-6 13 7 0,-1-5 2 0,-3 2 2 15,0 4 2-15,-3 0 2 0,-1-2 4 0,-1 3 3 0,1-2-1 16,1 1 3-16,0-2 0 0,5-2 12 0,-1 1-9 16,1-4 2-16,3 4 0 0,-2-3-1 0,3-3 3 15,0 0 0-15,2 1 1 0,-1-1-2 16,2-1 3-16,1 1-2 0,2 2 5 0,2-2 1 0,4 4 0 15,9 3 2-15,7 0-2 0,2 4-20 0,4-4-43 16,6 2-52-16,-4 3-58 0,6-1-89 0,-2 0-204 16,1-5-506-16,13 5 224 0</inkml:trace>
  <inkml:trace contextRef="#ctx0" brushRef="#br0" timeOffset="-205503.78">17203 6921 104 0,'6'-17'242'0,"-1"8"-7"0,1-2-13 0,-1 1-12 16,-2 3-25-16,0 1-18 0,0 3-18 0,-1-1-24 16,1 0-36-16,-3 4-11 0,0 0-13 0,6 9-7 15,-3 3-5-15,-1 6-8 0,1 10 0 0,-3 5-3 16,-3 1-8-16,-3 14 0 0,-1 2-5 0,1 0-2 15,-4-4-7-15,5-10 2 0,1-1-3 0,0-1-2 16,0 0 1-16,0-5-2 0,4-1 0 0,-1-2 0 16,1-6-5-16,0-5 0 0,-1-4 1 0,1 1 0 15,0-5-2-15,-3-1-2 0,3 1 5 0,0-3 35 16,0 0 34-16,0 0 25 0,0-4 9 0,-2 2 14 16,2-2-10-16,0 0-12 0,0 0-13 0,0 0-15 15,-11-11-7-15,5 2-8 0,0 1-11 0,-4-3-10 0,-1 0-21 0,-4-2 2 16,2 1-11-16,-1 3-5 0,-3 0-4 0,3 0 0 15,2 4 7-15,0-3-15 0,1 3 2 0,2 3-5 16,1-1 0-16,2-2 2 0,-1 3-4 0,1-1-9 16,2 3-13-16,4 0-17 15,-5-4-6-15,5 4 3 0,0 0-3 0,0 0 7 16,0 0 1-16,17 0 3 0,3 0-5 0,8 0 1 0,4 0 6 0,1-1-2 0,3 0-1 0,4-1 8 16,-1-1-1-16,0 0 1 0,13-2 4 0,-15 1 2 15,2 1 1-15,-3-4 1 0,-5 1 5 0,-3 3-1 16,-10-1 13-16,-4 0 8 0,-4 2 11 0,2 1 2 15,-3 0 0-15,-3-2 5 0,1 3 2 0,-2-1 2 16,-5 1-4-16,5 0-2 0,-5 0-2 0,0 0-1 16,0 0-4-16,-22 7 0 15,9-2-1-15,-2 2-1 0,-3 0-1 16,0 2-2-16,0-1-2 0,5 2 2 0,2-2 2 0,1 0-8 16,1-2 4-16,0 2-4 0,4-1-6 0,0 2 0 15,2-4 0-15,1 0 5 0,2 2 0 0,2-5 5 16,2 3 3-16,4 0-3 0,4-3 3 0,1-2-2 15,5 0 2-15,0 0 0 0,2-4 1 0,-1 2-1 16,1-4 1-16,-4-3-2 0,5 4 0 0,-3-5 0 0,-4 0-1 0,1-2 1 16,-5 1-1-1,4-2-5-15,-7 4-4 0,-1-4-5 0,-1 3-16 16,3-5-1-16,-6 5-4 0,0-1-17 0,0-1-14 16,-2 1-8-16,0-1-15 0,0 3-24 0,-2-2-8 15,4 4-21-15,-2-3-43 0,0 4-146 0,3-5-357 16,-1 6 158-16</inkml:trace>
  <inkml:trace contextRef="#ctx0" brushRef="#br0" timeOffset="-205002.54">18161 6989 3 0,'0'0'230'16,"2"-3"-11"-16,-2 3-16 0,2-2-14 0,-2 2-21 15,5-2-16-15,-5 2-17 0,0 0-10 0,9 0-17 16,-9 0-5-16,13 6-13 0,-3 1-7 0,-1 0-7 16,3 0-8-16,-1 1-8 0,-2 2-8 0,0 1-5 0,4 3-5 0,-3 2-4 15,-1-1 2-15,-1 2-5 0,-2 0-4 0,-2 0-8 16,0 3 1-16,0-2-2 0,-4 0 0 0,-2 3-6 16,0 0-2-16,-3-3 3 0,-2 2-7 15,-4-2 1-15,0-1-3 0,0-1 0 0,-7 3 0 0,3-3-2 16,1-2 1-16,-3-2-1 0,0-4 0 0,2 5 1 15,-2-5-5-15,2 1 1 0,1-1 1 0,0-3 1 16,4 1-3-16,1 0 2 0,1-2-1 0,1-3-2 16,0 2 1-1,2-1-1-15,1 1-1 0,-1 0 3 0,1 0-1 0,4-3 3 16,-3 2 2-16,3-2-1 0,0 0 1 0,-4 2-5 16,4-2 8-16,0 0 0 0,0 0-2 0,0 0 1 15,0 0 5-15,14 4 5 0,-1-4 3 16,6-2 0-16,9 0-1 0,4 1 0 0,0-1-2 0,7 0 2 15,-3-3-3-15,6 2 1 0,-3 1 3 0,0-2-4 16,-3 1 6-16,-4-2-9 0,-1 3 0 0,-12-1-2 0,1 2 6 16,-7-1 7-1,1 1 5-15,-5-2 3 0,-1 3 2 0,-2-1-2 0,0 1 1 16,-6 0-3-16,9-3-6 0,-9 3 2 0,4-1-8 16,-4 1-3-16,0 0-20 0,0 0-18 0,0 0-18 15,0 0-25-15,-25-2-17 0,13 3-22 0,-1-1-34 16,1 1-9-16,-1-1-44 0,-1 1-222 0,-5-2-444 15,1-1 197-15</inkml:trace>
  <inkml:trace contextRef="#ctx0" brushRef="#br0" timeOffset="-204670.83">18133 7325 118 0,'-9'3'264'0,"9"-3"5"15,0 0-21-15,0 0-16 0,-6 0-26 0,6 0-20 16,0 0-17-16,15-6-23 0,-1 5-2 16,4-2-26-16,4 1-11 0,7-1-10 0,5-2-11 15,-5 3-8-15,2-1-9 0,-1-1-7 0,-3 1-9 0,-7 2-2 16,-2-3-4-16,-1 0-4 0,-4 3-4 0,-2-2-4 15,-3 2-3-15,-3 1-3 0,2-3-4 0,-2 3 0 16,-5 0-3-16,8-1 0 0,-8 1-1 0,6-4-6 16,-4 3-10-16,-2 1-13 0,0 0-15 15,0-6-17-15,0 6-22 0,0 0-22 0,0 0-20 0,-8-2-34 0,8 2-28 16,0 0-54-16,-6-2-150 0,6 2-400 0,0 0 176 16</inkml:trace>
  <inkml:trace contextRef="#ctx0" brushRef="#br0" timeOffset="-204285.81">18703 7286 245 0,'0'0'230'16,"0"0"-21"-16,0 0-29 0,0 0-11 0,0 0-17 15,20-3-14-15,-8 2-16 0,1 1-15 0,1-3-13 0,4 2-5 16,1-4-9-16,0 2-8 0,1 0-6 0,1-1-7 16,-2-2-5-16,-1-1-5 0,1-2-4 0,0 1-4 15,-2-3-1-15,1 0-6 0,-4 1-3 0,3-6-3 16,-5 3-2-16,1 2 0 0,-4-4 0 0,-4 3-9 16,-1 2 0-16,0-1-2 0,-2 1-1 0,-2 2-3 15,-6-1 0-15,2 2-1 0,-5 0-6 0,0 4-2 0,-5 0 2 0,-4 2-4 16,-1 2 2-16,-1 3 1 0,0 0-4 15,0 4 2-15,1-1-3 0,0 4-4 0,1 2 0 16,-4 3 3-16,4 4 1 16,6-6-4-16,3 5 3 0,1-1 2 0,3 1-3 15,1-2 4-15,4 4-3 0,2-3 2 0,5 2 1 16,3-4-17-16,7 5-24 0,-2-7-35 0,8 0-42 16,1-2-79-16,-3-6-143 0,6 1-367 0,1-7 162 0</inkml:trace>
  <inkml:trace contextRef="#ctx0" brushRef="#br0" timeOffset="-203622.05">19274 7153 6 0,'0'-3'281'16,"4"-1"-22"-16,-4 3-29 0,0 1-22 0,4-6-24 16,-4 6-19-16,5 0-20 0,-5 0-13 0,10 6-14 15,-3-2-11-15,-2 2-10 0,1 4-11 0,2-1-7 16,-2 6-4-16,-2 0-10 0,1 2-9 0,-4-2-4 15,-1 2-6-15,-1 0-6 0,0-1-2 0,-3 0-5 16,0-1-2-16,0-3-5 0,-2-2-5 0,2-2 0 0,2-1-1 0,-1-1-3 31,-1 0 3-31,3-1 0 0,0-4 19 0,-2 4 27 0,3-5 37 0,0 0 15 16,0 0-17-16,0 0-3 0,12-10-24 0,2-1-7 16,0-2-15-16,7-5-7 0,4 0-9 0,-1 2-13 15,7-3-6-15,-2-3-12 0,2 4-5 0,-2-4-4 16,3 2-2-16,-4 2 1 0,0 0 4 0,0 1-6 15,-1 0 4-15,0 3-2 0,-3 2 0 0,-7 2 6 16,1 0-4-16,-4 2 5 0,-4 1 13 0,0 1 5 16,-1 3 10-16,-1-2 3 0,-3 0-2 0,0 3-3 15,-1-1-3-15,0 2-4 0,-1-1-2 0,-1-2-5 16,-2 4-4-16,5-3-3 0,-5 3-9 0,3-2-3 16,-3 2-11-16,0 0 4 0,0 0 1 0,0 0-3 15,0 0 3-15,0 0 3 0,0 0 2 0,0 0 1 0,0 0-4 16,0 0 2-16,-10 11-1 0,6-10 2 0,0 2-1 0,0-1 1 15,-1 5-2-15,0-2 1 0,-3 2 3 0,0 3 1 16,1-2-1 0,-1 1 8-16,-5 5-11 0,6 1 3 0,-4-1 1 15,4 2 0-15,-2 0 0 0,1-2-3 0,3 1 2 16,-4 1 3-16,7-1-2 0,0-1 6 0,1-4-4 16,1 2 2-16,0-2 4 0,1 0-6 0,3-2 8 15,1 1 2-15,1-4 2 0,6 0 9 0,0-1 17 16,2-1-1-16,1-1 12 0,7-2-5 0,-3-2 5 0,0-3 5 15,-1 2-5-15,0-4 14 0,-2 2 4 0,0-3-9 16,-4-1 17-16,0 0-13 0,-2-3-4 16,3-1-8-16,-8 2 3 0,5-3-7 0,-3-1-8 15,-2-1 10-15,-1 2-20 0,-2-3 3 0,-2 5-6 0,-1 0-10 0,-3 0 1 16,3 1-6-16,-3 0-12 0,0 2-32 0,-2 1-29 16,-3 1-21-16,1 1-35 0,-2-2-17 0,-1 7-27 15,4-1-22-15,-2 2-35 0,1 2-34 0,0 1-68 16,2 0-186-16,3 1-550 0,3 1 243 0</inkml:trace>
  <inkml:trace contextRef="#ctx0" brushRef="#br0" timeOffset="-203453.41">20341 7282 2 0,'4'0'446'0,"-4"0"8"15,4 3-28-15,-4-3-20 0,4 1-31 0,-4-1-38 0,0 0-35 16,6 1-32-16,-6-1-32 0,0 0-71 0,0 0-85 0,1 4-95 16,-1-4-101-16,0 0-147 0,4 1-259 0,-4-1-563 15,0 0 249-15</inkml:trace>
  <inkml:trace contextRef="#ctx0" brushRef="#br0" timeOffset="-197109.96">4620 10260 84 0,'1'-4'200'0,"2"-1"-10"15,0-1-3-15,-2 2-1 0,3 0-6 0,-1-2 0 16,0 1-16-16,0 1-9 0,-1-3 0 0,-1 2-7 16,1 0-6-16,-1-2-6 0,2 2-11 0,-2-2-9 0,0 2-9 0,-1-2-14 15,1 1-5-15,-1 2 4 0,0-3-19 0,0 2-8 16,0 0-7-16,-1 0 4 0,-1-2-16 0,-2 3-8 16,0 0-8-16,-3 0 0 0,0 2-4 0,-1 1 3 15,-3-1-15-15,-6 4-6 0,3 0-3 0,-4 5-2 16,0-1-2-16,-1 3-2 0,-6 8 0 0,2 0-3 15,1 3 4-15,-1 4-4 16,2-1-1-16,3 3 2 0,1 0-1 0,1-1-2 16,2 0 2-16,4-3-4 0,-3 2 5 0,8-5-2 15,1-1-1-15,3 1 2 0,-3-1-1 0,5-2 0 16,2-1-2-16,1-3 4 0,0 0 1 0,1-3 0 16,1 0 5-16,2-3-1 0,-2-1 4 0,4 1 2 15,2-3 1-15,-1 0 12 0,2-3 20 0,1-2 8 16,3-2 22-16,-1-4-8 0,1 1 7 0,-3-3 4 0,1 0 4 0,0-2-10 15,-2-3 2-15,-1 0-11 0,1-1-3 0,2-4-4 16,-2-3 4-16,-4 5-15 0,2 0 5 0,-3 2 9 16,-4 0 2-16,3 2 0 15,-3 3-8-15,0 0-5 0,-1 1 14 0,-2 0-16 16,2 6-2-16,-2-4 2 0,1 4-8 0,0 1-6 16,0-2-3-16,0 2-12 0,-2 3 1 0,1-3-13 0,1-1-31 0,-2 4-25 0,0 0-12 15,0 0 8-15,0 0-2 0,4 12 8 0,-4-4 5 16,-1 3 1-16,1 1 9 0,0 6 4 0,-1 1 7 0,-1-2-5 15,-1 4 8-15,0 5 1 0,0-6 7 0,-2 3 10 16,3-4-9-16,-1 0-2 0,2-2 4 16,0-3 0-16,1-1 9 0,-2-3-4 0,1-1 4 15,1 0 1-15,0-4-4 16,0 2 5-16,0-1 7 0,0-4 9 0,0 3 24 16,0-5 30-16,0 4-1 0,0-4 0 0,0 0-8 15,31-11-6-15,-5-2-4 0,6-1-6 0,0-1-30 16,3 1-54-16,10-13-45 0,-1 3-66 0,0-3-76 15,3-4-104-15,-3 2-263 0,-15 6-644 0,0 0 285 0</inkml:trace>
  <inkml:trace contextRef="#ctx0" brushRef="#br0" timeOffset="-196370.85">5153 10265 234 0,'0'-4'269'0,"1"1"-13"15,-1 3-17-15,0-7-21 0,0 7-26 0,2-5-20 16,-2 5-19-16,0-3-17 0,0 3-17 0,0 0-13 16,0 0-11-16,3 13-11 0,0-7-12 0,-3 7-5 0,0-1-9 15,-3 6-7-15,3 0-5 0,-1 2-6 0,-3 4-4 16,0-2-5-16,-2 1-1 0,2 2 1 0,-1-1-10 15,0-7 1-15,4 2-4 0,-4-1-1 0,2-2-5 16,-1 1 1-16,4-5 1 0,-3 0 0 0,1-4-3 16,2 1 0-16,-1-1 1 0,0-4-2 0,-1 1 0 15,2-1-1-15,2 0 5 16,-2-4 30-16,-2 4 29 0,2-4 29 0,-1 5 34 16,1-5 17-16,0 0 12 0,0 0-17 0,0 0-20 15,19-14-11-15,-10 5-10 0,5-3-11 0,-1-1-12 16,2-2-8-16,3-3-4 0,4-2-11 0,-8 5-6 15,3 2-6-15,-3 0-3 0,-2 1-5 0,-3 4-7 16,2-1-6-16,-3 3 4 0,-1-2-10 0,-2 2 5 16,0 3-4-16,-1-1-3 0,1 0-7 0,-3 1-1 0,0 0-6 0,0 1-3 15,-2 2-34-15,4-2-3 0,-4 2-13 0,0 0 2 16,0 0 3-16,0 0 7 0,-14 11 1 0,5-4 4 16,-4 2 1-16,-3 0 8 0,2 4-1 0,-3-2 3 15,3-1 1-15,-1-1 2 0,2 2 5 0,2-2 14 16,-1-3-16-16,4 0 0 0,3-1-2 0,-1 0 2 15,1-2 5 1,-2 2 0-16,4-2-5 0,1 0 5 0,2-3-2 16,-4 4 1-16,4-4-5 0,-4 5-1 0,4-5 8 0,0 5 1 15,4-3-1-15,0 1-3 0,5 4-1 0,0 0 7 16,5-1-1-16,2 5 5 0,0-1 0 16,8 2-7-16,0 3 8 0,0 0-6 0,-1 2-16 15,1 0-49-15,0 1-37 0,-6 4-70 0,4-1-67 0,-9 3-367 16,-2-8-663-16,-2 1 294 0</inkml:trace>
  <inkml:trace contextRef="#ctx0" brushRef="#br0" timeOffset="-194082.31">6076 9823 104 0,'1'-5'201'0,"-1"-2"-14"0,1 2-7 0,-1 0-5 16,3 2-18-16,-3-4-12 0,0 7-16 0,0-5-17 16,0 5-12-16,0 0-12 0,0 0-12 0,0 0-10 15,-21 15-7-15,3 4-7 0,-2 5-11 0,-11 20-3 16,2 4-2-16,0 1-3 0,-9 23-8 0,13-19 1 0,6-2-4 0,2-1 3 16,7 1-7-16,2-3-1 0,2-13-1 0,8 11 1 15,6-12 0-15,1 0 2 0,10-4-3 0,12 7 0 16,7-3 1-16,8-9 2 0,7-1 1 0,8-7-21 15,-1-3-43-15,0-1-63 0,0-6-87 0,-6-5-127 16,-3-3-347 0,-15-3 153-16</inkml:trace>
  <inkml:trace contextRef="#ctx0" brushRef="#br0" timeOffset="-193418.33">6441 9994 257 0,'4'-11'241'16,"-3"1"-11"-16,3 2-11 0,-2-1-9 0,1 4-24 0,-2-1-19 0,2 2-19 15,-2 2-19-15,-1-1-16 0,0 3-13 0,0 0-11 16,0 0-10-16,8 9-9 0,-7 2-8 0,-1 4-5 16,0 6-7-16,-1 6-9 0,-3 1-3 15,0 3-4-15,0 1-14 0,-2-3-1 0,2 3-2 16,0-4-2-16,-2 1-8 0,3-1 6 0,-1-1 1 15,1-8-1-15,0-2-4 0,2-1-1 0,-3-4 1 16,2 1-1-16,0-6 0 0,2 3-1 0,0-4 2 16,-1 0 3-16,1-4 26 0,0 2 40 0,0-4 34 15,1 6 36-15,-1-6 28 0,0 0 10 0,0 0-19 16,0 0-18-16,9-10-17 0,0 1-9 0,0-7-16 0,5 1-14 0,0-8-8 16,4 0-11-16,0-1-3 0,1-1-10 0,3 2-4 15,-8 0-10-15,5 3 2 0,-6 4-1 16,-4 3-11-16,0 2-5 0,-2 1-6 0,0 2 1 15,-2-1-5-15,1 4-4 0,-5 2 1 0,5-2-4 0,-4 1 2 16,2 1-13 0,-1 1-19-16,-3 2-15 0,2-5-14 0,-2 5 4 15,0 0-1-15,0 0 10 0,-17 14 5 0,6-6-2 16,-3 3 5-16,-3-2-3 0,3 3 4 0,0-1 3 0,0 0 1 16,2-1 0-16,3 1 4 0,0-4-5 0,1 0 18 15,-1 1-16-15,4-1-3 0,1-2 5 16,0 0-2-16,-1 0-2 0,5-1 2 0,-4 0-1 15,4 2 0-15,-1-3-1 0,1 3 9 0,1-4-4 0,-1 4 3 16,4-2 0-16,1 5 9 0,3-2-9 0,0 1 7 0,6 1-2 16,0 0 6-16,3 0-36 0,-1 1-30 0,2 0-43 15,1 0-46-15,3 4-58 0,2-2-69 0,-8 0-289 16,1-3-617-16,-2-1 273 0</inkml:trace>
  <inkml:trace contextRef="#ctx0" brushRef="#br0" timeOffset="-193048.8">7052 10231 177 0,'0'0'179'0,"-7"0"-3"0,7 0-7 16,0 0-13-1,-2-3-11-15,2 3-13 0,0 0-9 0,0 0-9 0,0 0-16 0,0 0-4 16,0 0-10-16,0 0-7 0,0 0-3 0,0 0-8 0,16-4-5 15,-4 4-5-15,7-2-7 0,3 2-3 0,6-5-3 16,4 2-3 0,0-1-11-16,3 0 2 0,0-2-4 0,-3 4-2 0,-3-2-7 15,5 0 2-15,-15 2-12 0,3-1-25 0,-8 2-26 16,-4-2-41-16,0 0-40 0,-1 3-218 0,-5-4-370 16,-3 2 164-16</inkml:trace>
  <inkml:trace contextRef="#ctx0" brushRef="#br0" timeOffset="-192794.08">7246 10040 295 0,'-3'-2'295'0,"3"2"-13"16,-1-6-14-16,1 6-24 0,-3-4-27 0,3 4-25 15,0 0-22-15,0-4-20 0,0 4-36 0,0 0-13 16,0 0-16-16,0 12-7 15,2-5-10-15,-2 5-5 0,1-2-6 0,0 6-12 16,1 2-3-16,-1 0-7 0,0 0 0 0,2 2-3 16,-1 1 1-16,0-3-11 0,2 10-25 0,-1-5-14 0,0-5-29 15,0 1-19-15,-1-1-23 0,1-1-29 0,-1-1-32 0,-1-6-21 16,-1 2-208-16,3-6-410 0,2 0 181 0</inkml:trace>
  <inkml:trace contextRef="#ctx0" brushRef="#br0" timeOffset="-192431.94">7645 10014 5 0,'4'-4'234'0,"1"1"-15"15,-1 2-16-15,2 0-15 0,2 1-15 0,-1 1-17 16,4 3-14-16,0 0-10 0,2 6-9 0,2 1-14 15,-3-1-10-15,0 5-10 0,2-3-9 0,-2 5-8 16,-2 0-5 0,2-1-7-16,-6 2-5 0,1-1-9 0,-1-2-3 0,-2 1-5 15,-2-6-4-15,1 2-5 0,-3-5 3 0,1 0-4 16,-1 0-2-16,0-2 2 0,0 0 4 0,0-5 1 16,-1 5 5-16,-2-3 2 0,3-2 21 0,0 0 6 15,0 0 9-15,-16-8-2 0,13 1-1 0,-2-2 0 16,1 0 3-16,0-1-2 0,3-6-4 0,-2-1 6 15,3-3-18-15,4-6-18 0,0 6-4 0,4-8-21 16,1 2-17-16,3 2-19 0,0 2-21 0,2 1-27 0,-2 4-31 0,-1 2-38 16,4 3-48-16,0-2-46 0,-2 4-224 0,-1-1-493 15,-1 2 218-15</inkml:trace>
  <inkml:trace contextRef="#ctx0" brushRef="#br0" timeOffset="-192184.88">8135 9680 2 0,'18'8'181'16,"-4"1"-7"-16,4 4-8 0,4 5-13 0,0 4-3 15,1 2-11-15,-4 6-9 0,5 10-8 0,-9-6-9 16,-3 10-10-16,-2 5-5 0,-6-2-15 0,-4-10-4 15,-5 9-9-15,-1-12-7 0,-5 0-2 0,-4-1-6 16,-4-2-6-16,-8 8-5 0,-5-2-6 0,-9-6-8 0,-4 1-34 16,-7-6-51-16,-4-1-69 0,-2-4-196 15,-2-6-347-15,3-6 153 0</inkml:trace>
  <inkml:trace contextRef="#ctx0" brushRef="#br0" timeOffset="-190174.78">9044 9604 70 0,'0'-4'198'0,"0"-2"-5"0,0 2-16 0,0 4-15 16,0-5-16-16,0 5-18 0,0 0-14 0,0 0-11 15,0 0-14-15,-22 15-13 0,-1 4-5 0,1 1-8 0,-11 17-7 0,-5 2-4 0,1 3-7 16,5 5-7-16,1 0-6 0,5 1 2 0,1 3-1 15,7-4-4-15,7-13-9 0,4 13 7 0,4-13-3 16,4 1-7-16,5-4-2 0,6 1 3 0,6-2 0 16,7-7-2-16,14 8-2 0,5-7-38 0,9-6-64 15,-1-5-93-15,3-7-117 0,0-6-323 0,-4-4 144 16</inkml:trace>
  <inkml:trace contextRef="#ctx0" brushRef="#br0" timeOffset="-189558.03">9292 9784 160 0,'1'-8'241'0,"-1"3"-14"0,3 0-9 0,-2-1-14 15,-1 1-24-15,0 3-14 0,0 2-19 0,1-6-21 16,-1 6-13-16,0 0-15 0,0 0-8 0,0 0-12 16,4 14-9-16,0-3-7 0,-8 3-6 0,3 1-6 15,1 4-10-15,-4 1-1 0,0 4-7 0,3 2-1 16,-3 1-2-16,0-3-2 15,0-2-4-15,3 2-1 0,-2-5-1 0,2-3-3 16,-2 0-2-16,1-5-2 0,1 0-1 0,1-2-2 16,0-4 2-16,0 2 0 0,0-2 0 0,0-2 16 0,0 2 44 0,0-5 25 15,0 6 29-15,0-6 3 0,0 0-13 0,0 0-14 16,19-16-14-16,-10 6-4 0,5-2-14 0,0-1-8 16,7-5 0-16,-6-3-10 0,7-1-2 0,-2 1-7 15,-2-1-4-15,1 1-7 0,0 3-6 0,-6 5 6 16,0-2-7-16,-6 8-1 0,1-3 7 0,-4 6-12 15,4-2 1-15,-6 2-7 0,3 0 0 0,-1 1-8 16,0 0-4-16,-4 3-4 0,1-2-11 0,-1 2-8 16,0 0-1-16,0 0 3 0,0 0 4 0,0 0-3 15,-15 14 2-15,6-6 7 0,-4 3-2 0,1 2 2 16,2-4-1-16,0 5 4 16,-4-3-2-16,4 3 0 0,-1 0 4 0,4-3-4 15,-1 0 2-15,3-1 0 0,0-2 1 0,0-3-8 16,3 1 2-16,-2 0 1 0,3-1 3 0,-1 0 2 15,1-1-5-15,0 0 5 0,1 1-1 0,1-2 2 16,2 2 1-16,0 0 1 0,7-1-2 0,-1 3 5 16,8 1-4-16,0-2-25 0,2 2-34 0,6 1-30 0,-4-1-49 0,7 1-50 15,-1 0-69-15,-7-5-254 0,-1 3-555 0,1-7 246 16</inkml:trace>
  <inkml:trace contextRef="#ctx0" brushRef="#br0" timeOffset="-189273.09">9867 9963 144 0,'0'0'201'15,"0"0"-6"-15,0 0-1 0,0 0-13 0,0 0-13 0,0 0-21 16,0 0-15-16,0 0-16 0,0 0-7 0,0 0-8 16,27-4-11-16,-11 3-9 15,4-1-10-15,4 0-8 0,5-1-4 0,4 1-6 16,1-2-4-16,1 2-7 0,1 0-14 0,1 0-18 16,-1-1-16-16,-4 3-11 0,-1-4-20 0,-2 1-28 15,-10 2-40-15,-1-3-62 0,-6 2-140 0,-1 1-331 0,-2-1 147 0</inkml:trace>
  <inkml:trace contextRef="#ctx0" brushRef="#br0" timeOffset="-189041.67">10114 9837 215 0,'-6'-2'308'0,"6"2"-6"0,-3-3-15 0,3 3-20 15,0 0-20-15,-4-4-16 0,4 4-26 0,0 0-27 16,0 0-19-16,0 0-22 0,0 0-21 0,0 0-29 15,0 0-11-15,0 0-12 0,-4 11-9 16,4-3-6-16,2 1-11 0,-2 1-3 0,0 9-4 16,0 0-4-16,2-1-1 0,-2 1-18 0,2 3-14 0,0-3-22 0,-4 6-28 15,2-6-24-15,0-1-36 0,0-1-22 0,2 1-4 0,-2-1-13 16,0-3-72-16,0-3-140 0,0-1-397 0,2-3 175 16</inkml:trace>
  <inkml:trace contextRef="#ctx0" brushRef="#br0" timeOffset="-188694.72">10567 9787 192 0,'4'-3'237'0,"1"2"-25"0,0 1-14 0,3-1-15 16,-8 1-15-16,11 4-19 0,-3-1-13 0,2 4-12 0,-2 1-14 15,1 3-9-15,1 0-9 0,-2 3-10 0,-1 2-6 0,-1 2-11 16,1 6-3-16,-4-5-7 16,-2 0-5-16,-1-1-8 0,0 0-3 0,0-1-3 15,0-5 0-15,-1-2-4 0,-1 0-5 0,1 0-2 0,-1-5 0 16,2 2 2-16,0-3 4 0,-3 1 23 0,2-2 35 0,1-1 33 16,0-2 27-16,0 0 33 0,0 0-11 0,0 0-14 15,0 0-17-15,4-18-16 0,-1 5-17 0,4-11-13 0,1 0-12 0,2-1-20 16,6 0-27-16,1 0-19 15,-2 0-24-15,4 1-16 0,-1 3-7 0,2 3-21 0,-9 4-21 0,-1 4-31 16,-1 5-40-16,-5-3-49 0,5 2-62 0,-1 5-76 16,-3-1-167-16,0 0-538 0,0 1 239 0</inkml:trace>
  <inkml:trace contextRef="#ctx0" brushRef="#br0" timeOffset="-188255.98">11076 9963 181 0,'0'0'253'16,"0"0"-10"-16,0 0-10 0,0 0-11 0,0 0-15 15,-8 2-15-15,8-2-15 0,0 0-12 0,0 0-14 16,0 0-12-16,0 0-12 0,0 0-13 0,0 0-7 15,0 0-9-15,0 0-11 0,0 0 1 0,0 0-20 16,0 0-4-16,0 0-3 16,0 0-1-16,0 0-7 0,0 0-1 15,0 0-8-15,0 0-4 0,0 0 8 0,0 0-10 0,0 0-11 16,0 0 0-16,0 0-1 0,0 0 0 0,0 0-1 16,0 0-5-16,0 0 2 0,0 0-3 0,0 0 6 15,0 0-7-15,0 0 18 0,0 0-15 0,0 0-3 16,0 0 9-16,0 0-5 0,0 0-7 0,0 0 4 15,18-9-7-15,-8 6 1 0,4 1-3 0,8-5 2 0,5 2-1 0,1 0-7 16,2-1 2 0,5 0-4-16,-4 3 4 0,1-2 0 0,-4 1-4 15,-1 1 4-15,-9 0-4 0,-5 2 6 0,-1 1-3 0,-2-4 1 16,0 3-4-16,-2 0 0 0,-3-2-12 16,3 2-4-16,-2 1-26 0,-6 0-19 0,4-3-22 15,-4 3-27-15,0 0-54 0,0 0-51 0,0 0-42 0,0 0-225 0,-19 0-520 0,11-1 230 0</inkml:trace>
  <inkml:trace contextRef="#ctx0" brushRef="#br0" timeOffset="-187908.4">11658 9754 284 0,'0'0'393'0,"3"-6"-30"0,-3 2-14 16,0 4-19-16,1-4-19 0,2 1-31 0,-3 3-28 16,0 0-20-16,1-2-31 0,-1 2-23 0,0 0-20 15,0 0-34-15,0 0-48 0,0 0-20 0,0 0-6 0,0 0-19 0,5 10 4 16,-1 0-4-16,-3 1 1 0,3 0-1 0,-4 3-10 16,1 3-3-16,3 0-3 0,-4 0-3 0,0-2 2 15,0 1 0-15,0-3-12 0,0-1 12 0,3 1-5 16,-2-2 1-16,-2 3 0 0,1-5-4 0,0 0-15 15,0-1-15-15,0-2-8 0,-3-2-4 0,3 0-2 16,0 0 8-16,0-4-1 16,0 5 2-16,0-1 0 0,0-4 8 0,0 5-10 15,0-5 0-15,-1 3 0 0,1-3-3 0,0 0-21 16,0 0-28-16,0 0-94 0,-9-8-68 0,4 2-51 16,1-5-151-16,-1 1-484 0,5-8 214 0</inkml:trace>
  <inkml:trace contextRef="#ctx0" brushRef="#br0" timeOffset="-187692.23">11813 9509 89 0,'0'0'173'0,"13"6"-11"0,-6 1-10 0,5 6-4 16,7 4-4-16,-1 5-9 0,4 4-10 0,-3 3-5 15,8 10-3-15,-3 3-7 16,-1 0-9-16,-8-8-8 0,1 12-6 0,-4-2-6 15,-5 2-8-15,-5 2-4 0,-3-13-7 0,-3 0-7 16,-3-1-5-16,-5 0-6 0,-3-2 1 0,-4 0-3 16,-12 6-5-16,-6-3-1 0,-6-3-6 0,-2-4-36 15,-13-3-53-15,-3-3-68 0,-34 3-238 16,6-8-396-16,25-10 176 0</inkml:trace>
  <inkml:trace contextRef="#ctx0" brushRef="#br0" timeOffset="-185550.59">12589 10035 152 0,'-9'-2'163'0,"4"1"-6"0,5 1-11 0,-11-1-2 16,6 1-14-16,5 0-16 0,0 0-8 0,-10-3-13 15,10 3-8-15,0 0-10 0,0 0-7 0,0 0-7 16,-8 0-10-16,8 0 0 0,0 0-1 0,0 0-10 15,0 0-2-15,0 0-5 0,0 0-6 0,-6 3 0 0,6-3 2 0,0 0-6 16,0 0 4-16,0 0-3 0,0 0 0 0,0 0-3 16,0 0-4-16,0 0 3 0,0 0-8 0,0 0 4 15,0 0-4-15,0 0-4 0,0 0 6 0,0 0-7 16,0 0-1-16,0 0-6 0,0 0 7 0,0 0 0 16,0 0-3-16,0 0-1 0,0 0 1 0,0 0-1 15,0 0 1 1,0 0 0-16,0 0-1 0,0 0 6 0,0 0 0 0,0 0 2 15,0 0-5-15,0 0-4 0,0 0 6 0,0 0-4 16,0 0 0-16,0 0-2 0,0 0 0 0,0 0 4 16,0 0-2-16,0 0-1 0,0 0-1 0,0 0 8 15,29-3 3-15,1 1 1 0,-2 2-10 0,5 0 8 16,3-3-1-16,16-2-4 0,3 2 6 0,0 2-2 16,0-2 5-16,0-4 5 0,4 0 0 0,-2 4 1 0,-4 3-1 0,-15-2-2 15,-5-2-1-15,-2 1-4 0,-3 0 0 0,-5 1-2 16,-10 2 5-16,-1-2-9 0,0 1 2 0,-4 0 0 15,-2 1-3-15,3-1 0 0,-4 1-1 0,-5 0-4 16,9-2-8 0,-5 1-13-16,-4 1-12 0,0 0-18 0,0 0-29 0,0 0-42 15,0 0-51-15,0 0-171 0,0 0-370 0,-21 3 164 16</inkml:trace>
  <inkml:trace contextRef="#ctx0" brushRef="#br0" timeOffset="-184733.36">13942 9719 100 0,'5'-4'152'0,"1"3"-10"15,1-2-12-15,3 3-11 0,3-1-18 0,3 1-8 16,4 0-5-16,0 1-14 0,8-1 1 0,-6 4-11 15,-2 0-8-15,3 1-2 0,-2-1-7 0,-1 3-1 16,-3-2-9-16,1 3-4 0,-2-1 1 0,-7 0-8 0,0 0-4 16,-1 2-1-16,-2 0-2 0,-5 2-1 0,-2-3-1 15,-4 4-2 1,-2 2 0-16,-4-2-1 0,-3 1-2 0,-1-1 0 16,-3 0 2-16,-5 1-8 0,5-3-2 0,-1-2 10 15,2 2-10-15,2 0 2 0,-2-3-1 0,6-1-3 16,-2-1 2-16,4-1 12 0,-1 0-16 0,4 0-5 15,0-1 2-15,3 0 1 0,1 0 1 0,2 1 1 16,2 1 10-16,1 0-9 0,6-1 1 0,4 1-4 16,5 3 1-16,1 0 5 0,9 1-6 0,-2 0 5 0,-2 2-3 0,3-2 2 15,1 3 1-15,-2 0 5 0,-6-5-4 0,-1 3 4 16,-1 1-3-16,1-1 1 0,-6 1-4 0,-4-3 4 16,1 0-8-16,-2-1 1 0,-3 4 4 0,-4-2-2 15,-2-1 7-15,-3-2 0 0,-5 2 0 0,-3-1 4 16,-8-1-1-16,0 1 6 0,-10-2-6 0,1 0 6 15,-2 1 2-15,1-4-1 16,-1 0-1-16,-1-2 2 0,0 1-4 0,4-2 4 16,-1-1 1-16,6 0-2 0,2 2 1 0,2 0 2 0,1-6 11 0,7 6 13 0,2-1 1 15,0 0 4-15,1-2 1 0,3 3 10 0,5 0-6 16,-6-1-2-16,6 1-9 0,-3-4-12 0,3 4-26 16,9-7-12-16,3 3-19 0,0 2-24 0,1-2-17 15,5-1-44-15,0-1-36 0,1 1-62 16,1 0-109-16,2 1-344 0,6-4 152 0</inkml:trace>
  <inkml:trace contextRef="#ctx0" brushRef="#br0" timeOffset="-184294.92">15097 9801 137 0,'-9'-5'147'0,"3"0"-9"0,-2 0-17 16,-2 2-6-16,-2 1-17 0,-3 2-3 0,-3 0-10 16,-2 1 0-16,-2 3-7 0,-4 2-11 0,-2 5-4 15,3 1-11-15,-1 1-2 0,3 2-10 0,-1 2 1 0,3-1-9 16,1 3-4-16,2 0-3 0,4-4 1 0,5 5-2 15,-1-4-7-15,2-1-1 0,3-3 1 0,3 0 1 16,0-2-3-16,4 2 5 0,0-3 18 0,-1-4 17 16,8 3 18-16,4-1 5 0,-1-5 3 0,7-2-1 0,0 3 1 15,1-7 0-15,3-2-2 0,-2 0-1 0,3-3-8 16,3-2 0-16,-3-2 4 0,-1-1-7 0,-6 2 0 16,-2-1-2-16,2 0-6 0,-1 2-2 0,-1-1-3 0,-2-2 7 15,-5 4-3-15,1 2 0 0,0 2 1 0,-1 1 1 16,-4 0-16-16,-1 0-10 0,1 3-4 0,0-1-12 15,-4 3-10 1,10-2-8-16,-10 2 2 0,7 5-4 0,-1-1-1 0,3 1-3 16,1 7-1-16,0-2-8 0,2 5-13 0,2 1-16 0,-4 3-26 15,3-4-33-15,-1 2-22 0,-3-1-29 0,1 0-40 16,0-2-246-16,-2 1-477 0,-2-6 212 0</inkml:trace>
  <inkml:trace contextRef="#ctx0" brushRef="#br0" timeOffset="-183766.14">15373 9922 219 0,'4'-3'223'16,"-3"-2"-21"-16,-1 1-13 0,0 4-20 0,1-3-21 16,-1 3-20-16,0 0-11 0,0 0-17 0,0 0-10 0,0 0-10 0,4 12-5 15,-4-3-7-15,0 4-12 0,0 2-4 0,-1 1-2 16,-3 4-6-16,-1-2-5 0,1 0 2 0,0-1-7 15,3 3-4-15,-4-1-5 0,2-8-4 0,2 5-3 16,-3-5 2 0,4-1-3-16,0-3 0 0,-1-2 3 0,1 2-1 0,-3-2-1 15,6 0 26-15,-6-2 27 0,3-3 32 0,0 7 28 16,0-7 20-16,0 0-13 0,0 0-14 0,12-4-14 16,-3-2-8-16,5 0-15 0,0-2-5 0,4-4-7 15,5-2-14-15,0-4-4 0,3 1-5 0,-1 0 0 16,1-4-12-16,0 4 6 0,1-4-7 0,-5 4-8 15,-4 4-2-15,-4 1-1 0,1 2-7 0,-7 3-4 16,2 1-2-16,-1 0 6 0,-4 3-6 0,0 0 1 16,-1-1-4-16,0 2-4 0,0-1-5 0,0 1-7 0,-4 2-16 0,1-3-12 15,-1 3 11-15,0 0-2 0,0 0 4 0,-18 10 0 16,5 0 2-16,-5 2 2 0,3 2 10 0,-3-4-6 16,2 2 0-16,0 1-3 0,-2-2-1 0,4 0 4 15,0 0 0-15,7-1 2 0,0-5 2 0,-1 2 4 16,2-5-1-16,1 2 1 0,1-1-1 0,2 2 4 15,-2-3-4-15,4-2 1 16,-3 3-2-16,1 0 3 0,2-3-3 0,-2 5-2 16,5-1 5-16,-1 1-2 0,4-1-1 0,1 4 2 0,3-1 2 0,5 4-3 15,1 0 2-15,6 6 4 0,2 0-4 0,2-1 2 16,-1 2-37-16,2 1-39 0,-1 1-51 16,-3-3-80-16,-3 0-350 15,-1-3-602-15,-6-4 266 0</inkml:trace>
  <inkml:trace contextRef="#ctx0" brushRef="#br0" timeOffset="-181459.08">16270 9518 43 0,'5'-9'173'0,"3"1"-9"0,2-1-7 0,-4 1 3 16,1-2-11-16,1 5-8 0,-3 0-5 0,-2-2-9 0,1 3-9 0,-1 0-11 15,1 0-11-15,-3-1-13 0,2 3-9 0,-3 2-25 16,0 0-8-16,0 0-5 0,3 11-1 0,-6-2-4 16,-8 16-8-16,-1 0-1 0,-1 4-6 0,-5 2-3 15,1 3 5-15,-2 7-4 0,6-9-4 0,-1 2 0 16,5 0-1-16,4-1 2 0,3 2-5 0,4 1 4 15,2-2-3-15,5-1 6 0,6-2 2 0,6 0-7 16,3-3-16-16,21 3-28 0,3-4-50 0,9-5-72 16,0-6-149-16,3-6-331 0,-1-3 147 0</inkml:trace>
  <inkml:trace contextRef="#ctx0" brushRef="#br0" timeOffset="-180788.01">16979 9531 109 0,'2'-4'210'0,"-1"0"-18"0,-1 1-21 0,0 3-18 16,1-5-20-16,-1 5-14 0,0 0-17 0,0 0-13 16,0 0-7-16,-1 20-10 15,-2-8-6-15,0 5-8 0,-1 1-7 0,-4 7-4 16,1 0-6-16,-1-3-8 0,1 2 1 0,0 0-8 15,0-4 1-15,0-2-7 0,0-1 3 0,1 2-2 16,-2-4-2-16,4 2 2 0,3-5-3 0,-3-2-6 16,0-1-4-16,3-4 3 0,-1 3-1 0,0-3 2 0,2-1 33 0,0-1 34 15,-1 1 34-15,1-4 22 0,0 0 6 16,0 0-17-16,0 0-11 0,15-11-10 0,-6 3-15 0,7-2-7 16,-1-2-8-16,5-5-10 0,1-2-5 0,0 2-7 15,4-2-3-15,-2 1 3 0,-3-1-14 0,3 0-4 16,-4 5-2-16,-3 0-2 0,-1 2-2 0,-6 4-11 15,-1-2 8-15,1 5-5 0,-3-3 8 0,-1 2 2 16,-1 3 0-16,0-1-5 0,-2 0-6 0,1 3-6 16,0-2-1-1,-3 3-10-15,3-3-8 0,-3 3 2 0,0 0-5 16,0 0-3-16,0 0 7 0,-19 15 1 0,5-6-3 16,-1 2-1-16,-2 0 5 0,0-1-3 0,2 1 2 0,1 1 3 15,0-1 0-15,3-3-5 0,0 1-1 0,2-2 2 16,3 1 2-16,1-3-5 0,1 0 3 0,-1-1 0 15,2 1 5-15,0 2-1 0,1-5-2 0,1 4 0 0,2-1-2 16,3-1 1-16,1-1 12 0,0 3-7 0,4 2 1 16,5-3-1-16,2 3-2 0,4-1 2 0,7 4-13 0,0-1-22 0,-3 0-29 15,7 0-42-15,-4 2-56 0,1-5-63 0,-9 1-271 16,0-1-537-16,1-3 238 0</inkml:trace>
  <inkml:trace contextRef="#ctx0" brushRef="#br0" timeOffset="-180441.44">17653 9697 34 0,'-7'0'181'0,"7"0"-6"0,0 0-12 0,0 0-9 16,0 0-11-16,0 0-4 0,0 0-16 0,0 0-13 16,0 0-11-16,0 0-10 0,0 0-7 0,0 0-12 15,27 0-6-15,-8 0-2 0,11-3-7 0,0 2-5 16,6 0-5-16,0-1-4 0,15 0-6 0,-11-1-3 15,12-1-5-15,-12 1-8 0,-3 0-8 0,0-1-16 16,-5 1-22-16,-6 0-13 0,-5-1-25 0,-7 3-3 16,-5-3-33-16,-3 2-67 15,-2-1-88-15,-4 0-275 0,0 3 122 0</inkml:trace>
  <inkml:trace contextRef="#ctx0" brushRef="#br0" timeOffset="-180225.4">17861 9570 73 0,'0'0'239'0,"-2"-6"6"0,0 3-14 16,2 3-12-16,-2-4-12 15,2 4-17-15,-2-3-14 0,2 3-24 0,0 0-18 16,0 0-15-16,-2-5-18 0,2 5-18 16,0 0-12-16,0 0-9 0,-1 15-11 0,3-6-3 0,-1 3-7 15,2 2 0-15,0 2-6 0,0 1-4 0,2 2-2 16,3-2-5-16,0 8 0 0,-2-7-3 0,2 2-24 0,-1-3-22 0,-1 2-25 0,1-2-25 15,2-1-41-15,0-3-35 0,-4-3-221 0,-1-1-402 0,5-2 179 16</inkml:trace>
  <inkml:trace contextRef="#ctx0" brushRef="#br0" timeOffset="-179832.98">18462 9492 156 0,'4'-3'250'15,"-2"0"-26"-15,1 1-23 0,-3 2-23 0,6-1-25 16,-6 1-6-16,9 3-11 0,-3 2-18 0,1 3-11 16,2-1-12-16,-2 7-8 0,4 1-8 0,-3-1-10 15,0 3-7-15,-3 2-4 0,4-1-6 0,-5 0-6 16,4 0-6-16,-6-1-4 0,-1-1-5 0,3 0-3 15,-4-5 0-15,2 0-4 0,-2-2-4 0,0-2 1 16,0-1-4-16,-2-2 6 0,2 0 2 0,0 0 16 16,0-4 25-16,0 8 30 15,0-8 32-15,0 0 21 0,0 0 0 0,0 0-15 16,0 0-8-16,0 0-21 0,2-21-4 0,0 8-8 16,1-3-7-16,3 1-15 0,4-4-8 0,-2-6-4 15,2 1-11-15,3-2-1 0,-3-1 2 0,3 3-25 16,4 0-12-16,-11 6-12 0,7 2-18 0,-6 1-5 15,4 1-43-15,-6 6-23 0,2-4-25 0,0 5-36 16,-3 2-31-16,1 0-39 0,1 1-48 0,-2-1-238 0,4-1-546 16,-3 4 242-16</inkml:trace>
  <inkml:trace contextRef="#ctx0" brushRef="#br0" timeOffset="-179586.62">18959 9106 78 0,'10'9'179'0,"3"4"-13"0,6 8-15 0,1 4 0 0,0 5-10 0,9 15 1 0,-5 0-10 32,-1 8-10-32,0 1 0 0,-8 2-11 0,-2-2-15 0,-4-1-9 15,-6-2-6-15,-6-6-13 0,-1-11-3 0,-6 0-6 16,-3-1-6-16,-6-2-10 0,-11 9-6 0,-9-8-4 15,-2-2-13-15,-5 3-37 0,-3-2-37 0,-3-9-69 16,-8 0-202-16,1-5-350 0,-2-8 155 0</inkml:trace>
  <inkml:trace contextRef="#ctx0" brushRef="#br0" timeOffset="-171917.06">20247 9595 101 0,'0'0'178'0,"-8"0"3"0,8 0-7 15,-5-1-12-15,5 1-10 0,0 0-12 0,0 0-12 16,-8-1-10-16,8 1-12 0,0 0-13 0,0 0-13 15,0 0-6-15,0 0-5 0,0 0-9 0,0 0-7 16,0 0 0-16,0 0-10 0,10-7-4 0,-10 7-2 16,0 0-2-16,0 0-5 0,0 0-2 0,0 0-4 15,0 0 2-15,6-1-7 0,-6 1-1 0,0 0-4 0,0 0-2 16,0 0-1-16,0 0-1 0,0 0 0 16,0 0-4-16,0 0 3 0,0 0-2 0,0 0-3 15,0 0-2-15,0 0 2 0,0 0 0 0,0 0-2 16,0 0-1-16,0 0 3 0,0 0-1 0,0 0 1 15,0 0-4-15,0 0 0 0,0 0 3 0,0 0-4 16,0 0 2-16,0 0 2 0,0 0-4 0,0 0 2 16,0 0 1-16,0 0-1 0,0 0-3 0,0 0 3 15,0 0 0-15,0 0 0 0,0 0 0 0,0 0-1 0,0 0 6 16,0 0-4-16,0 0-2 0,0 0 4 0,-9 9-4 16,9-9 3-16,0 0-2 0,0 0 1 15,0 0 4-15,12-1 5 0,1 1 1 0,8-3 1 16,7-2-1-16,5 2-3 0,4-1 2 0,14-1 3 0,3-2 1 15,3 2-6-15,-3-2 5 0,2 0-4 0,-2 3-1 16,-16 1 0-16,3 0-3 0,-8 1-8 0,-1-1-13 16,-5 3-13-16,-6 0-13 0,-4-1-25 0,-5 0-26 15,1-1-31-15,-7 2-21 0,-1 0-50 0,-5 0-108 16,0 0-328-16,0 0 146 0</inkml:trace>
  <inkml:trace contextRef="#ctx0" brushRef="#br0" timeOffset="-171688.67">20625 9415 87 0,'6'-9'225'0,"-4"2"0"0,0 2-5 0,-2 0-9 16,3 1-17-16,-2 0-21 0,0 0-19 0,-1 4-22 15,2-5-18-15,-2 5-17 0,0 0-12 0,0 0-11 16,0 17-8-16,-3-5-5 0,-2 6-10 0,-4 8-2 15,4 1-6-15,-3 4-6 0,2-4-5 0,-1 3 3 16,1-3-5-16,2 3-1 0,-1-4-17 0,1 4-29 16,3-4-23-16,-3-2-39 0,0-4-34 0,4-3-39 15,-1-1-188-15,1-3-367 0,1-6 163 0</inkml:trace>
  <inkml:trace contextRef="#ctx0" brushRef="#br0" timeOffset="-171255.89">21394 9206 45 0,'1'-2'228'15,"-1"1"-22"-15,2-5-24 0,-2 6-18 0,2-3-19 0,-2 3-17 16,0 0-14-16,0 0-13 0,0 0-14 0,0 12-8 0,0-3-5 16,-5 2-10-16,1 6-7 0,-3-1-7 0,-3 8-3 15,-1-2 2-15,1 5-6 0,-1-3-6 0,-4 2-3 16,3-2-3-16,-1-2-9 0,4-2-2 0,0-3-3 15,3 0-8-15,-1-3 7 0,3-2-1 0,1-2-7 16,-1 0 2-16,1 0 1 0,3-4 2 0,-2 1-2 0,2-2 0 16,1 0 3-16,0 0-2 0,2 1-4 0,3-2 9 0,2-2-2 15,5 1-2-15,3 1-3 0,3-4 3 0,10 0 1 16,-1 0-12-16,1-2-21 0,0 2-28 0,-7-5-30 16,6 1-27-16,-5-1-58 0,-5 0-145 0,1-2-331 0,-2-1 147 15</inkml:trace>
  <inkml:trace contextRef="#ctx0" brushRef="#br0" timeOffset="-171097.02">21578 9399 184 0,'-1'-2'221'0,"-2"-1"-21"0,3 3-23 0,-4-1-17 16,4 1-21-16,0 0-21 0,0 0-9 0,-8 8-18 15,5 2-4-15,-1 2-12 0,2 5-7 0,-3 10-4 0,-1 0-6 0,4 2-6 16,-3 0-1-16,1 5-11 0,1-1 0 0,3-2-10 15,-2 0-47-15,3-1-47 0,2 2-15 0,-3-3-70 16,2-3-128 0,-2-6-298-16,6-6 132 0</inkml:trace>
  <inkml:trace contextRef="#ctx0" brushRef="#br0" timeOffset="-170155.62">22626 9268 21 0,'-1'-9'197'0,"0"-3"-10"0,-2 0-8 0,0 0-13 16,1 2-12-16,-3 0-8 0,2-1-12 0,-2 2-15 0,0 0-11 16,1 4-7-16,-1 1-14 0,0-1-6 0,-3 0-10 15,-2 4-10-15,-3 1-7 0,-6 6-3 0,1 1-3 16,-7 5-9-16,0 3-5 0,0 1-7 0,-1 2 2 0,3 1-5 0,0 3-1 16,4-1-4-16,0 6-4 0,1-3-1 15,3 0-10-15,3 0 3 0,6-4-3 0,-1-3 1 16,2 4 1-16,2-3-6 0,3-2 4 0,3 1 1 0,-2-5-3 15,3-2 10-15,3-2-1 0,-1 1 3 0,3-2 13 16,1-4 11 0,3 1 9-16,6-3 13 0,-2-1 2 0,1-3-6 0,2-2 6 0,-3-2 1 0,2-3-5 0,-1 0-5 15,6-4-7-15,-3-3-2 0,-5 3-5 0,-2-1-4 16,8-2-3-16,-8-4 0 0,0 7 0 0,-2-2-1 16,-1 2 0-16,-2 0 5 0,-3 6 1 0,-2-3 1 15,0 5-1-15,-1 2-6 0,1-1-6 0,-2 0-6 16,-1 2-6-16,3 0-20 0,-4 3-10 0,0 0-6 15,0 0 6-15,0 0-5 16,5 10 4-16,-5-3 4 0,1-1-6 0,1 6 0 16,-1-3-4-16,0 4-2 0,2-1-6 0,1 5-15 15,0-1-12-15,0 1-25 0,-1-2-24 0,5 1-19 16,-4-5-39-16,0 1-74 0,-1-2-140 0,1-5-410 16,0 1 181-16</inkml:trace>
  <inkml:trace contextRef="#ctx0" brushRef="#br0" timeOffset="-169601.06">22850 9361 89 0,'1'-3'279'0,"1"-2"-20"0,1 2-15 0,-3-1-20 15,0 4-24-15,3-7-23 0,-3 6-19 0,0 1-17 16,2-2-12-16,-2 2-33 0,0 0-12 15,0 0-9-15,0 0-7 0,4 12-8 0,-3-4-6 16,-1 4-7-16,0 2-7 0,-2 3-4 0,-1-1 0 0,1 4-4 16,-2-2-4-16,0 0-7 0,0 0 2 0,-2-1-2 15,2-1-3-15,1 0-2 0,1-5-2 0,-1 1 3 16,1-3-6-16,-1 2-3 0,3-5 1 0,-1 0-1 0,-1 0-1 0,4-1 3 16,-2-2 1-16,-2 1 11 0,2 1 28 0,0-5 28 15,-2 3 19-15,2-3 42 0,0 0-1 16,0 0 20-16,0 0-19 0,0 0-15 0,8-12-10 15,-2 5-14-15,3-3-10 0,2-4-11 0,1-1-11 0,2-2 2 16,3-2-12 0,2 0-8-16,-2-1-2 0,-5 5-7 0,1-2-7 15,1 3 5-15,-8 6-9 0,2-1-13 0,1 1 11 16,-4 2-7-16,0 0 0 0,-1 2-2 0,1-1-6 0,-2 3-1 16,-2-2-8-16,2 1-1 0,-1 0-20 15,-2 3-30-15,5-1-16 0,-5 1-13 0,0 0 6 16,0 0 7-16,0 0 1 0,-10 12 13 0,5-4 5 15,-3 2 0-15,-2 3 7 0,-3 1 5 0,3 1-3 0,-4-2 7 16,6-2-5-16,-2 1 9 0,3 0 10 0,0-4-8 0,1 1 5 16,1-4-1-16,-1 0 7 0,4-1-5 0,-2 1 6 15,2-2 0-15,0 0-3 0,2-3 3 0,-2 6 0 16,0-4 2-16,2-2-1 0,0 0 3 0,0 6 3 16,4-2-3-16,0-1 2 0,1-1 0 0,2 2 4 15,0 2-3-15,4 0 13 0,1 0-36 0,1 0-31 16,2 3-28-16,3-1-39 0,-1 3-47 0,0-4-58 0,-2 1-280 0,0-1-552 15,0 0 244-15</inkml:trace>
  <inkml:trace contextRef="#ctx0" brushRef="#br0" timeOffset="-169332.06">23334 9552 61 0,'0'0'198'0,"0"0"-18"16,0 0-11-16,0 0-7 0,0 0-10 0,0 0-25 0,0 0-5 15,0 0-15-15,0 0-6 0,0 0-13 0,0 0-9 16,21 2-6-16,-4-2-7 0,2 0-11 0,3 0 2 15,8-2-10-15,0 1-4 0,-2-1-33 0,2 2-44 16,-1-2-52-16,-6-1-211 0,0 2-320 0,4-5 141 16</inkml:trace>
  <inkml:trace contextRef="#ctx0" brushRef="#br0" timeOffset="-169115.92">23859 9322 71 0,'0'0'311'15,"0"-5"-32"-15,0 5-30 0,0 0-31 0,0 0-23 16,0 0-34-16,0 0-21 0,0 0-13 0,-1 19-14 16,-2-7-12-16,2 8-14 0,-2 4-5 0,1 4-14 15,-1 4-21-15,-3-1-19 0,4-1-41 0,-4 1-24 0,1 1-34 16,-3-1-30-16,1-1-63 0,3-2-152 0,-5-5-341 0,3-7 151 15</inkml:trace>
  <inkml:trace contextRef="#ctx0" brushRef="#br0" timeOffset="-165877">25202 9314 112 0,'-6'0'147'0,"6"0"-7"15,-12 0-9-15,12 0-8 0,-11 1-4 0,11-1-11 16,-8 0-11-16,8 0-9 0,-4-3-9 0,4 3-4 16,0 0-9-16,0 0-4 0,-6 3-7 0,6-3-2 15,0 0-7-15,0 0-3 0,0 0 1 0,0 0 1 16,0 0 0-16,0 0 3 15,0 0-8-15,0 0 2 0,0 0-4 0,0 0-2 16,0 0-1-16,-8-3-4 0,8 3 4 0,0 0-8 16,0 0-2-16,0 0-1 0,0 0-5 15,0 0-1-15,0 0 0 0,0 0-1 0,0 0-7 16,0 0-3-16,0 0 1 0,0 0 0 16,0 0-2-16,0 0 0 0,0 0 0 0,0 0-2 0,0 0 1 15,0 0 4-15,0 0-5 0,0 0-2 0,0 0-1 0,0 0 1 0,0 0 2 0,0 0-3 16,0 0 2-16,0 0-2 0,0 0 2 0,0 0 5 15,0 0-4-15,0 0-2 0,0 0 0 0,0 0 4 16,0 0 4-16,0 0-4 0,0 0 3 0,36-4-1 16,-9 0-2-16,5 2 0 0,1-3-2 0,5-2 0 15,13 2 1-15,-11 1 2 0,12-4-4 0,0 0 1 16,0 0-5-16,-15 4 0 16,0 0 1-16,-1-1-13 0,-6 1-12 0,-2 3-16 15,-11 0-20-15,-3-1-20 0,-1 1-25 0,-6-2-22 16,-4 2-182-16,0 0-335 0,-3 1 147 0</inkml:trace>
  <inkml:trace contextRef="#ctx0" brushRef="#br0" timeOffset="-165644.12">25492 9123 243 0,'1'-4'270'15,"-1"0"-11"-15,2 0-18 0,0 0-28 0,-2 4-18 16,3-5-23-16,-3 5-24 16,0 0-37-16,0 0-13 0,0 0-11 0,0 0-10 15,-3 21-6-15,-1-2-10 0,-1 5-3 0,-1-1-6 16,-3 3-5-16,4 3-8 0,-2-2 0 0,5 2-3 16,-2 2-13-16,3-3-29 0,-2 0-23 0,7 0-29 15,-5 0-19-15,-3 0-23 0,4-10-44 0,4-1-211 16,-3-5-384-16,4-2 171 0</inkml:trace>
  <inkml:trace contextRef="#ctx0" brushRef="#br0" timeOffset="-165207.49">26250 8986 81 0,'1'-1'236'15,"-1"-3"-16"-15,0 4-13 0,4-3-21 0,-4 3-21 16,4-3-19-16,-4 3-19 0,0 0-17 0,0 0-12 15,0 0-12-15,0 0-9 0,-4 15-5 0,0-3-7 16,-2 2-6-16,-2 1-9 0,-6 8-3 0,1 1 5 16,1-3-11-16,-1 5-10 0,1-1 2 0,1-6-8 0,4-2 2 0,-3 7-7 15,3-7 5-15,0 0-7 0,2-1-4 0,-3 0 0 16,5-5-9-16,-1 2 0 0,1-5 4 0,1 3-5 16,0-5 4-16,1 1 0 0,1-3 0 15,0 2-3-15,0-1 4 0,3-1 0 0,2 1-1 0,4-2-1 16,3 1 4-16,6-2 0 0,5 1-4 0,4-3 1 15,1 0-21-15,0 0-16 0,2-3-27 0,-9 1-31 16,-1-1-27 0,-4-1-31-16,1-1-190 0,-1-3-364 0,-3 3 162 15</inkml:trace>
  <inkml:trace contextRef="#ctx0" brushRef="#br0" timeOffset="-165034.79">26405 9220 131 0,'-2'-5'218'0,"2"5"-12"0,0-4 0 16,-2 1-12-16,2 3-20 0,0-5-18 15,0 5-16-15,0 0-21 0,0 0-17 0,0 0-11 16,0 0-10-16,0 0-7 0,-5 15-10 0,2-5-7 16,-1 9-2-16,-1-1-14 15,1 7 10-15,-5 4-12 0,3-2-6 0,-2 0-17 0,2 3-23 16,-1 2-7-16,1-3-28 0,1-1-33 0,1-2-16 16,-1 0-33-16,0-6-193 0,1-2-341 0,3-7 152 15</inkml:trace>
  <inkml:trace contextRef="#ctx0" brushRef="#br0" timeOffset="-164522.57">27155 9047 53 0,'-3'-9'215'0,"2"-3"-11"15,-3 5-18-15,0-4-14 0,0 6-17 0,-2-3-16 16,1 3-17-16,-4 0-11 0,-3 3-13 0,2 1-6 15,-9 2-6-15,-1 3-8 0,0 3-7 0,-8 4-6 16,3 3-8-16,-1 3-3 16,2 1-8-16,1 1-6 0,0 2 1 0,2 1-9 15,2 0-2-15,7 2-4 0,-1 0-3 0,5-7-1 16,2 0-2-16,2-2 0 0,1-3-2 0,2 0-1 16,2-5-2-16,1 3 2 0,3-3 2 0,2-2 7 15,5-1 17-15,1-1-6 0,4-1-1 0,5-4 3 16,-4-3 9-16,5 1 0 0,-5-1-1 0,2-2-8 15,1-2 4-15,-4 3-4 0,0-2-4 0,2 1-4 0,-6 2-2 0,-2 1 0 16,1-1-1-16,-1 0 1 0,-1 2-2 0,-3-1-7 16,1 4-2-16,0-3-7 15,-2 3 3-15,7 0-9 0,-3 3-4 0,2 1-11 16,0 0-11-16,-1 2-19 0,4 2-18 0,-2 1-27 16,1 3-30-16,-1-2-29 0,-1 1-70 0,-3-5-183 15,0 3-430-15,0-3 191 0</inkml:trace>
  <inkml:trace contextRef="#ctx0" brushRef="#br0" timeOffset="-163959.28">27404 9125 150 0,'0'-4'252'0,"0"-1"-24"0,0 5-22 0,0-2-27 16,0 2-29-16,0 0-18 0,0 0-15 0,0 0-13 0,0 0-9 15,-3 19-13-15,2-3-8 0,-4 2-8 0,2 1-4 16,-3 6-6-16,0 2-5 0,-1-1-5 0,-2 0-4 16,0 3-6-16,0-4-6 0,3 1-3 0,0-7 2 0,2 1-5 0,-3-3-1 15,2 0-7-15,5-7 1 0,-5 3-6 16,1-7 5-16,4 4-1 0,-1-6-5 0,-3 1 7 16,4 0 14-16,-1-1 30 0,-2 0 23 0,2-2 32 15,1-2 34-15,0 4 11 0,0-4 20 0,0 0 0 0,0 0-18 16,0 0-22-16,5-11-17 0,5 1-14 0,-2 0-6 15,4-4-14-15,0-2-11 0,5-5-6 16,1 2-17-16,0-2 1 16,-5 5-11-16,-1 2-11 0,2-1-4 0,-2 1-4 15,2 2 2-15,-5 2-8 0,-1 1 1 0,0-2-2 16,-2 5 2-16,1 1-11 0,-3-2 3 0,0 3 1 16,-1 0 8-16,-1 0-19 0,3 1 0 0,-4 1-8 15,-1 2-15-15,0 0-20 0,4-5-21 0,-4 5-18 0,4 0-7 16,-4 0 7-16,0 0-2 0,0 0 10 0,-8 7 4 15,-2 0 10-15,1 2 1 0,-4 4 8 0,-3-2 3 0,2-2 8 16,0 3 5-16,0-2 0 16,2-1 0-16,1 1 8 0,0-1 1 0,1-2 0 0,1-2 4 15,4 2 1-15,0-2 3 0,-1-1 12 0,2 0-9 16,1-1-1-16,1-1 4 0,-2 1-1 16,1-2-1-16,3-1 3 0,-2 5 1 0,2-5-3 0,-3 2 2 15,3-2 1-15,0 6 0 0,3-2 1 0,-1 0 1 0,5 4 2 0,-1 1-2 0,6-1 5 16,0 2-3-16,4 2 4 0,-2 0 1 0,2 2-3 15,2-2-14-15,5 2-36 0,0 2-41 0,-3-2-45 16,1 2-63-16,-2-7-307 0,1 0-546 0,-1-2 242 16</inkml:trace>
  <inkml:trace contextRef="#ctx0" brushRef="#br0" timeOffset="-163595.59">28201 9094 158 0,'0'-5'362'0,"0"5"-28"0,3-7-26 0,-2 5-21 15,2-3-31-15,-1-1-29 0,6 2-20 0,1-2-39 16,6 0-23-16,7 0-30 0,7 0-35 0,2 1-27 15,2 1-50-15,-1 3-48 0,0 2-57 0,0-3-63 0,-3 1-234 0,0-1-431 16,-8 1 190-16</inkml:trace>
  <inkml:trace contextRef="#ctx0" brushRef="#br0" timeOffset="-163420.4">28325 9172 106 0,'0'0'212'0,"-4"3"-7"0,0-2-10 16,4-1-18-16,0 0-10 0,0 0-22 0,0 0-10 15,23 5-19-15,-5-5-9 0,13 5-8 0,1-3-41 16,4-1-30-16,2 2-44 0,-2-1-60 0,-2 0-201 16,2-2-299-16,-4-2 133 0</inkml:trace>
  <inkml:trace contextRef="#ctx0" brushRef="#br0" timeOffset="-163049.25">29163 8965 216 0,'-2'-4'200'0,"0"1"-14"0,2 3-23 0,-6-5-16 16,2 3-19-16,4 2-13 0,0 0-12 0,-12 5-15 15,4 0-10-15,-4 2-7 0,-2 6-12 16,-1-1 2-16,2 2-16 16,-6 5-5-16,8-3-5 0,0 1-1 0,2 1-6 15,4-1 5-15,0 3-4 0,1-3-4 0,4 1-1 16,4-2-1-16,-3-6 3 0,5 3 18 0,5 0 15 16,3-1 6-16,8-3 0 0,2 0-4 0,6-4-4 15,-2-2-6-15,2-6-6 0,-2 2-1 0,-6-4 1 0,1-2 2 16,0-6-3-16,-5 1-5 0,-3 0-4 15,-2-5-2-15,-4 1 1 0,0-2-7 0,-5-1-6 0,-3 0-5 0,-5-6-4 16,-3 1-1 0,-5 1-9-16,-4 3-12 0,-4 1-7 0,4 8-16 0,-4 0-10 15,-6-4-24-15,-2 9-18 0,1 0-35 0,6 4-42 16,-7 2-218-16,8 0-411 0,1 0 182 0</inkml:trace>
  <inkml:trace contextRef="#ctx0" brushRef="#br0" timeOffset="-162124.33">31025 8618 143 0,'0'-5'268'0,"3"0"-15"0,-1 0-13 0,0 1-13 16,0 1-23-16,-2-1-16 0,0 4-19 0,3-6-23 16,-3 6-18-16,1-2-31 0,-1 2-35 0,0 0-14 15,0 0-2-15,4 10-7 0,-4-3-5 0,-4 10 7 16,4 0-9-16,-4 2-7 0,-1 10-2 0,-3-1-4 15,3 1 0-15,-5-1-4 0,5 1 1 0,-3 0-3 16,-1-1-1-16,5-3-2 0,-4-6 1 0,5 1 0 16,-1-3-4-16,0-1 0 0,2-3 6 0,-1-4-4 15,3-1-2-15,0-3 1 16,-2 1 7-16,2-3 30 0,-2 2 25 0,2-5 37 0,0 7 39 0,0-7 14 16,0 3 35-16,0-3-24 0,0 0-10 0,0 0-18 0,11-10-16 0,-2 0-8 15,3 2-11-15,1-4-22 0,2 0-1 0,6-4-10 16,-1-1-5-16,1-2-2 0,-1 3-11 0,2-2-10 15,-6 3-3-15,2-2-6 0,-2 5-4 0,-3-1-3 16,-2 1-5-16,-1 3-2 0,-1 0-2 16,-1 2-5-16,-1-1 1 0,-3 3-4 0,0 3 0 0,1-3-3 15,-2 3 0-15,-2-3-9 0,2 3-16 0,-3 2 10 0,2-5-15 16,-2 5-17-16,3-1-16 0,-3 1 5 0,0 0-4 16,0 0 9-16,-9 8-7 0,0-3 10 0,-4 4 5 0,0-1 5 15,-2 1-4-15,2 3 11 0,0-2 4 0,-2 1 0 16,4 2 0-16,-1-5 1 0,1 4-3 0,2-3 2 15,0-2 0-15,2 3 3 0,1-4 1 16,2 0-6-16,0 0 5 16,2-1 2-16,-1-1 2 0,0 1 3 0,3 0 2 15,0 2 0-15,2-2-4 0,2 2 12 0,1-1-9 16,3 5 4-16,2-4 6 0,4 4-5 0,-1 2 2 16,2-4 2-16,0 4-1 0,3-1-30 0,-4 1-15 15,5 4-32-15,-1-3-40 0,-4-2-42 0,5 7-54 16,-4-7-77-16,-3 3-263 0,-3-10-597 0,3 0 265 15</inkml:trace>
  <inkml:trace contextRef="#ctx0" brushRef="#br0" timeOffset="-161546.74">31541 8636 193 0,'0'-4'257'16,"0"4"-18"-16,0 0-23 0,0-4-18 0,0 4-26 0,0-4-24 0,0 4-16 15,0 0-9-15,0 0-16 0,7 8-10 0,-3-1-11 16,1 3-9-16,-3 2-7 0,5 2-6 15,0 1-3-15,2 2-9 0,0 1-7 0,3 5-3 16,-1-1-5-16,3 2-4 16,-5-7-6-16,1-2 2 0,-2-1-6 0,1 1 1 15,-1-5-7-15,-1 0-2 0,-3-3-1 0,1 0 2 16,-1-3-2-16,-1 1-1 0,-1-2 1 0,0 0 11 16,0 1 17-16,0-2 15 0,0 1 12 0,-2-3 2 15,4 2 7-15,-4-2-14 0,2 3-9 0,-2-3-7 16,0 0-1-16,2 4-9 0,-2-4-6 0,0 0-18 15,0 0-23-15,-2 5-2 0,0-1-2 0,-3 1 2 16,-4 6 1-16,-4 3-1 0,-6 6 2 0,-3-1 2 16,2 3 1-16,-3 2 2 0,2-1 4 0,-4 2-5 0,3 0 1 0,0 0-2 15,1-2 4-15,4-2 0 0,4-6 0 0,3 0 0 16,-2 2-1-16,4-8 1 0,2 1 1 0,1-3 0 16,1 0 0-16,0-4 4 0,1 2 3 0,0 0 8 15,-1-1 12-15,3-3 8 0,-1 1 4 0,2-2 10 16,-2 6 5-16,2-6-1 0,-4 3-6 0,4-3-4 15,0 0 5-15,-1 5-11 0,1-5-2 0,0 0-4 0,0 0-15 0,0 0-13 32,0 0-24-32,0 0-15 0,-4 1-21 0,4-1-16 0,0 0-22 0,0 0-19 15,0 0-39-15,0 0-25 0,0 0-27 16,0 0-55-16,0 0-156 0,0 0-450 0,14-17 199 16</inkml:trace>
  <inkml:trace contextRef="#ctx0" brushRef="#br0" timeOffset="-161215.82">31894 9081 222 0,'0'0'217'0,"0"0"-37"15,0 0-22-15,0 0-20 0,0 0-14 0,-13 13-10 16,7-3-16-16,-6 6-6 0,-5 7-10 0,1-1-10 15,-6 2-7-15,3 1-6 0,0-1-9 0,1-1-1 16,-1 3-9 0,2-1-2-16,1-3-3 0,6-5-8 0,-1-3-3 0,1 2 0 15,1-3-2-15,4-1-2 0,1-3-4 0,0-1-1 16,-2-3 2-16,6 2-3 0,-4-4 24 0,3 2 15 16,-2-1 9-16,3-4 14 0,-1 5 17 0,1-5 9 15,-2 2 5-15,2-2-1 0,-2 3 4 0,2-3-3 16,0 0-8-16,0 0-9 0,0 0-10 0,0 0-11 15,0 0-2-15,0 0-10 0,0 0-18 0,0 0-26 16,0 0-94-16,0 0-93 0,0-17-117 0,4 8-182 16,5-3-511-16,1-2 226 0</inkml:trace>
  <inkml:trace contextRef="#ctx0" brushRef="#br0" timeOffset="-160721.35">32566 8558 197 0,'3'-1'229'0,"-2"-3"-23"0,-1 4-27 0,1-6-19 15,-1 6-20-15,0-2-25 0,0 2-24 0,0 0-10 16,0 0-10-16,0 13-8 0,-1-2-2 0,-4 6-9 16,0 7-8-16,-3 3-3 0,-1 4-7 0,3 3 16 0,-2-1-2 0,-1 0-7 15,4 1 4-15,-3 0-6 0,5-1-2 0,-4-1 1 16,2 2 0-16,1-4-5 0,3-5-4 0,-3 1-1 15,4-6-4-15,-4-3 1 0,4-2-6 0,-2-6 1 16,2 0-4-16,0-1 3 0,0 0-1 0,0-3-2 16,-1 2-1-16,2-5 5 0,-2 2 10 0,1-4 10 15,0 8 1 1,0-8 9-16,-2 3 0 0,2-3 4 0,2 4 1 16,-2-4-3-16,0 0-3 0,0 0-6 0,0 0-3 15,-2 3-7-15,2-3 4 0,0 0-10 0,0 0-15 16,0 0-27-16,0-13-37 0,0 8-24 0,0 0-37 15,-2-3-36-15,0-2-36 0,-3-1-217 0,4 0-434 16,-3-1 193-16</inkml:trace>
  <inkml:trace contextRef="#ctx0" brushRef="#br0" timeOffset="-160451.75">32543 8521 216 0,'3'-5'220'0,"-2"4"-13"16,-1-3-15-16,0 4-19 0,4-3-18 0,-4 3-18 15,1-4-16-15,-1 4-16 0,0 0-12 0,0 0-6 16,0 0-14-16,3 12-6 0,-6 0-7 0,-3 5-5 15,-2 1-5-15,-6 8-4 0,1 3-2 0,-4 0-7 16,-7 12-20-16,-4-2-21 0,-1-1-22 0,-2 0-25 16,2 1-55-16,2-12-34 0,-9 5-165 0,9-7-331 15,2-4 147-15</inkml:trace>
  <inkml:trace contextRef="#ctx0" brushRef="#br0" timeOffset="-160060.25">32258 9240 230 0,'0'0'233'0,"0"0"-7"0,0 0-13 15,0 0-4 1,0 0-8-16,0 0-10 0,0 0-8 0,0 0-22 0,0 0-10 16,0 0-18-16,0 0-13 0,0 0-12 0,32 4-12 0,-4-4-34 15,3 3-41-15,6-1-64 0,1 2-90 0,2 0-261 16,15-5-426-16,-3-3 188 0</inkml:trace>
  <inkml:trace contextRef="#ctx0" brushRef="#br0" timeOffset="-133339.78">3649 12238 167 0,'0'0'211'15,"0"0"-3"-15,0 0-6 0,-5 0-5 0,5 0-9 0,0 0-5 0,0 0-12 16,0 0-13-16,0 0-10 0,0 0-15 0,0 0-12 16,0 0-9-16,0 0-13 0,0 0-13 0,0 0 2 15,0 0-19-15,0 0-7 0,0 0-10 0,0 0-1 16,0 0-4-16,0 0-7 0,0 0-4 0,0 0-2 16,0 0-7-16,0 0-2 0,0 0-6 0,13-8-6 15,-7 8-12-15,8-3-8 16,4-1-9-16,4 0-11 0,1 3-25 0,4-3-31 15,1 1-28-15,-7 2-35 0,0 0-39 0,-2 0-203 16,-1-1-418-16,-8 4 185 0</inkml:trace>
  <inkml:trace contextRef="#ctx0" brushRef="#br0" timeOffset="-133191.68">3709 12437 93 0,'29'-6'170'0,"3"1"-28"0,0-1-51 16,4 0-55-16,2-4-125 0,-3 1-97 0,-2-1 44 15</inkml:trace>
  <inkml:trace contextRef="#ctx0" brushRef="#br0" timeOffset="-132589.85">3981 12008 149 0,'0'0'207'0,"-2"-3"-22"0,2 3-19 15,0 0-15-15,-4-1-27 0,4 1-14 0,0 0-8 16,0 0-13-16,0 0-8 0,8 11-11 0,-3-5-10 15,3 2-2-15,1 0-8 0,2 1-5 0,3 1-6 0,0 2-2 0,1-3-2 16,-2 1-8-16,1 0-7 0,0-2-3 0,0 1 2 16,-1-4-5-16,-2-1 0 0,2-1 0 0,-3 1-2 15,2-2 2-15,1 0-5 0,-4-2-2 0,-2 0 9 16,2-4 4-16,-2 0 11 0,-2 4 28 0,0-3 14 16,0 0 14-16,0 0 13 0,0 1 5 0,-4 1 2 15,-1 1 3-15,6-4-20 16,-6 4-9-16,3-2-6 0,-3 2-10 0,3-3-15 15,-3 3-17-15,0 0-14 0,0 0-2 0,0 0-4 16,-6 18-3-16,-1 0-2 0,-8 6 2 0,-1 3-6 16,-8 16 0-16,0-3-1 0,-4 3-1 0,6 0 3 0,-2-1-5 0,-2-2 3 15,11-7 1-15,0 1-5 0,-2-2 0 0,3-3 0 16,1 1-1-16,0-5 3 0,0 0-3 16,6-5 0-16,-1-5-2 0,3 1 2 0,0-6 4 15,2-1-2-15,1-2 1 0,-3-2 0 0,4 0 4 16,-2 0 9-16,2-2 22 0,1-3 22 0,-4 5 12 15,4-5 26-15,0 4 11 0,0-4 5 0,0 3 3 16,0-3-7-16,0 0-8 0,0 0 0 0,0 0-1 16,0 0-6-16,-4 2-11 0,4-2-10 0,0 0-6 15,0 0-5-15,0 0-9 16,0 0 6-16,0 0-16 0,0 0 3 0,0 0-8 16,0 0-6-16,0 0 0 0,0 0-4 0,0 0-1 15,0 0-2-15,0 0-5 0,0 0 2 0,0 0-6 16,0 0-1-16,0 0-11 0,0 0-21 0,0 0-18 15,0 0-43-15,0 0-31 0,0 0-36 0,0 0-40 16,0 0-39-16,0 0-468 0,0-10-751 0,-1 1 332 16</inkml:trace>
  <inkml:trace contextRef="#ctx0" brushRef="#br0" timeOffset="-131088.54">5654 11836 140 0,'3'-11'234'0,"-2"5"-16"0,0-1-11 16,0 4-18-16,2-2-23 0,-2 3-15 0,2-2-18 0,-3 4-24 15,2-2-11 1,-2 2-9-16,3 9-8 0,-2 0-11 0,-1 7-9 16,0 2-4-16,0 3-7 0,0 6-4 0,-3 2-8 15,0 4-1-15,-4 0-6 0,1-2-4 0,1 1 0 16,-3 0-4-16,3-1-5 0,-1-2-3 0,2-3-1 16,-1 3 0-16,1-11 4 0,0 0-9 0,0-2 4 15,3-4-1-15,-2-2-3 0,2-2 0 0,1-2-2 16,-4 1 5-16,3-2 33 0,1-1 31 0,0-1 28 0,0-3 29 0,0 4 18 15,0-4 30-15,0 0-14 0,0 0-21 0,0 0-8 16,10-19-18-16,-5 9-9 0,7-4-13 0,-1-3-13 16,2-5-5-16,6-3-11 0,-2 1-4 0,2-2-1 0,-1 5-10 0,-1-3-11 15,-1 4 3-15,-4 4-4 0,-1 1-10 0,1 2 4 16,-2-1-7-16,-5 4-5 0,5 2 2 0,-6-1-3 16,1 5-11-16,-1-1 4 0,-3 0-7 0,3 2-3 15,-1 1-5-15,-3 2-14 0,1-5-25 0,-1 5 0 16,0 0 1-16,0 0 17 0,0 0-13 0,-22 10 7 15,8 0 1-15,-3-1 0 0,2 2 1 0,0-1 6 16,0 0-1-16,2 0 2 0,-3 2 1 0,6-4-3 16,0 3-3-16,2-3-6 0,1 0-11 0,0 1 3 15,2-2 4 1,0 0-1-16,3 1 6 0,-1-1 2 0,3-2 1 0,0 4-3 16,0-4 8-16,3 2 2 0,3 3 0 0,-2-3 1 15,2 0 3-15,3-1 1 0,2 3 2 0,5 0 4 16,-1-1 1-16,-1 0 1 0,3 1-10 0,2-1-16 15,0-1-36-15,8 1-40 0,-9 0-43 0,8 1-57 16,-5-3-72-16,0-1-229 0,-1-3-547 0,0-1 242 16</inkml:trace>
  <inkml:trace contextRef="#ctx0" brushRef="#br0" timeOffset="-130815.2">6145 12141 50 0,'0'0'203'16,"0"0"-7"-16,0 0-8 0,0 0-9 0,0 0-7 0,0 0-17 15,0 0-15-15,0 0-12 0,0 0-13 16,0 0-15-16,0 0-9 0,0 0-6 0,25-5-7 0,-4 1-8 0,0 1-15 15,12-1 3-15,2 0-9 0,2-1-5 0,2 1-4 16,-3-1-17-16,1-1-15 16,-1 2-27-16,-1 0-43 0,-7-1-31 0,0 2-38 0,-9-2-190 15,-2 1-347-15,-6 0 154 0</inkml:trace>
  <inkml:trace contextRef="#ctx0" brushRef="#br0" timeOffset="-130586.86">6321 11993 73 0,'-1'-4'287'16,"-1"1"-12"-16,1 0-10 0,1 3-10 0,-1-7-21 15,1 7-16-15,-1-4-26 16,1 4-21-16,0 0-20 0,0 0-26 0,0 0-16 16,0 0-13-16,0 0-15 0,9 12-9 15,-7-5-10-15,3 3-8 0,0 4-3 0,0 2-7 0,2 1-5 16,-1 1-3-16,2 1-7 0,-3-1 3 0,1 1-23 15,1 7-10-15,-2-2-19 0,1-7-24 0,-1 2-33 16,2-1-19-16,-3-1-33 0,-2-7-37 0,2 1-239 16,-1 0-438-16,-1-5 193 0</inkml:trace>
  <inkml:trace contextRef="#ctx0" brushRef="#br0" timeOffset="-130271.76">6680 11950 163 0,'4'-3'227'0,"1"-1"-22"0,0 4-14 15,1 0-13-15,5 1-15 0,-2 3-13 0,1 1-16 16,0 2-17-16,-1 2-4 0,4 1-10 0,-3 4-14 16,-2 1-5-16,2 2-11 0,-2 1-8 0,-3-1-6 15,0 3-6-15,-1-3-7 0,1-2-1 0,-4-5-6 16,0 2-5-16,-1-3-11 0,0-1 5 0,0-4-2 0,0 5-3 0,1-3 3 15,-1-4-1-15,-1 2 32 0,1-4 41 0,1 6 37 16,-1-6 29-16,0 0 3 16,0 0-19-16,0 0-14 0,3-14-17 0,0 4-21 15,1-2-12-15,2-5-19 0,0 0-29 0,7-8-29 16,1 2-30-16,0-2-23 0,0-2-44 0,4-1-42 16,-4 1-44-16,4-2-48 0,-5 4-84 0,2-2-158 0,-5 9-503 0,3-4 223 0</inkml:trace>
  <inkml:trace contextRef="#ctx0" brushRef="#br0" timeOffset="-130040.32">7127 11685 112 0,'13'4'225'0,"-5"-1"-15"0,2 1-9 0,4 5-6 0,3 0-11 16,5 9-8-16,0 1-12 0,1 4-10 15,-4 3-14-15,-2 0-13 0,-3 6-11 0,-4 1-10 0,-2 0-11 16,-4 1-8-16,-4 1-11 0,-3 1-6 0,-11 8-11 16,-1-10-3-16,-8 9-11 0,-8-2-8 0,-4-2-6 0,-4-4-31 15,-3 1-42-15,-8-5-36 0,-5 0-50 0,-2-6-44 16,-33 11-203-16,3-10-406 0,21-16 181 0</inkml:trace>
  <inkml:trace contextRef="#ctx0" brushRef="#br0" timeOffset="-129439.31">5533 11623 12 0,'-12'12'130'16,"-7"8"4"-16,0 4 8 0,-3 5-6 0,-10 14-6 0,1 2-15 15,-1 5 1-15,0 1-11 0,-7 22-1 0,17-24-5 16,4-2-17-16,4-1-7 0,3 0-8 0,7-10-5 15,3 11-6 1,3-12-4-16,6-3-5 0,7 2-2 0,4-3-5 16,14 7-2-16,14-8 2 0,9-1-3 0,5-8-25 15,34 2-47-15,4-10-99 0,-4-10-151 0,-3-5-308 16,-27-4 136-16</inkml:trace>
  <inkml:trace contextRef="#ctx0" brushRef="#br0" timeOffset="-128885.13">7893 11560 142 0,'0'0'170'0,"0"0"-19"0,0 0-12 0,-17 9-9 15,9-1-11-15,-7 5-9 16,-3 11-4-16,-2 1-10 0,-1 5-12 0,-7 11-2 16,3 0-9-16,6-7-3 0,-2 10-9 0,1-1-6 15,9-11-6-15,2 0-10 0,6 0-1 0,0-4-1 16,8 1 6-16,5-1-14 0,3-3 0 0,6-5-4 16,7 1 4-16,4-4-3 0,19 2-1 0,1-2-18 15,2-7-46-15,2-3-67 0,-16-5-198 0,13-6-328 16,-12 2 145-16</inkml:trace>
  <inkml:trace contextRef="#ctx0" brushRef="#br0" timeOffset="-128283.32">8221 11719 21 0,'0'-9'254'0,"1"-1"-6"0,2 0-14 0,-2 5-17 16,2-1-14-16,-2-1-12 0,2 3-22 0,-2 0-16 0,0-1-19 16,-1 5-17-16,0-5-26 0,0 5-12 0,0 0-11 0,0 0-4 15,8 14-7-15,-7 2-6 0,-2 1-9 16,2 8 0-16,-6 0-5 0,4 4-9 0,-2 0-3 15,2-1 1-15,-3 2-6 0,3-1-1 0,-2-2-3 16,2-3-1-16,-3-5-4 0,4 1 2 0,-1-5-1 16,-2-3-3-16,3 0-1 0,0-1 3 0,0-4-3 0,0-2 2 15,0 1 1-15,0-2 20 0,0-1 24 0,0-3 31 0,0 7 26 16,0-7 35-16,0 0 24 0,0 0-10 0,0 0-14 16,0 0-18-16,13-10-14 0,0 0-10 0,-3-2-15 15,4-2-9-15,0-3-5 0,8-2-7 0,-4-3-6 16,1 0-9-16,0 1-4 0,-2 1-4 0,-4 5-9 15,-1 1-6-15,1 0 0 16,-2 2 2-16,-3 2-14 0,0 0 2 0,-4 5 2 16,1 2-4-16,-4-3-12 0,4 3 3 0,-1 1-4 15,-3-1-28-15,-1 3-19 0,4-3-20 0,-4 3-7 16,0 0 11-16,0 0-1 0,-5 13 8 0,-5-5 7 16,1 6 0-16,-4 0 3 0,-1-1 5 0,5 0 18 15,-5 0-13-15,5 1 4 0,-4-2 2 0,4-3 0 16,2 2 2-16,-1-3 6 0,3 1-5 0,1-3 5 0,0-2 0 0,1 2 2 15,1-2-3-15,0 0 3 0,-1 1 3 0,3 0-2 16,1-2 4 0,2 1-1-16,2 0 2 0,0 2 6 0,4-1-6 0,0 0 3 0,4 1 2 15,2 0-1-15,2 1-6 0,2 2-31 0,0-2-31 16,3 1-39-16,-4 2-49 16,7-2-74-16,-6 0-311 0,1-3-588 0,-1 1 261 15</inkml:trace>
  <inkml:trace contextRef="#ctx0" brushRef="#br0" timeOffset="-127952.76">8869 11947 133 0,'0'0'184'16,"0"0"-17"-16,0 0-10 0,0 0-7 0,0 0-12 16,0 0-12-16,0 0-11 0,0 0 1 0,0 0-7 0,27 0-5 15,-9 0-14-15,2 0-5 0,12-3-10 16,1 1-10-16,4 0-5 0,0-1-6 0,-1 1-4 15,0-1-12-15,-3-1-22 16,-3 0-22-16,-1 1-39 0,-9 0-38 0,-2 0-53 0,-5 1-158 16,-4-2-318-16,1-1 141 0</inkml:trace>
  <inkml:trace contextRef="#ctx0" brushRef="#br0" timeOffset="-127736.75">9081 11807 42 0,'0'0'295'0,"-8"-2"-19"16,8 2-20-16,0 0-17 0,0 0-27 0,-4-3-21 16,4 3-27-16,0 0-17 0,0 0-24 0,0 0-16 15,-1 10-11-15,1-3-10 0,1 4-12 0,-1 0-3 16,3 6-11-16,2 2-5 0,-2 1-4 0,-2 1-6 16,3-3-3-16,0 8-5 15,2-1-1-15,-2-7-31 0,-4 2-24 0,1 1-19 16,3-3-31-16,-4 0-20 0,0-2-36 0,3 1-4 15,-2-6-94-15,0 1-114 0,-1-2-364 0,3-3 162 16</inkml:trace>
  <inkml:trace contextRef="#ctx0" brushRef="#br0" timeOffset="-127382.58">9491 11791 121 0,'8'-6'230'16,"-3"4"-18"0,3-1-15-16,-1 3-15 0,1 0-17 0,1 2-15 15,4 2-11-15,-3 3-11 0,-1 3-12 0,1 3-8 16,2 1-11-16,-1 2-11 0,-1 0-4 0,-2 2-13 0,1 0-6 16,-4 0-4-16,1 1-8 0,-3-1-3 0,-1-1-6 15,-2-1-5-15,-2-2-5 0,2-4-1 16,0 2-1-16,-1-3-4 0,-1-1-1 0,2-3-3 15,-2-1 3-15,1 2 4 0,1-4 15 0,-2 2 34 0,2-4 38 16,0 0 29-16,0 0 8 0,0 0-15 0,0 0-13 0,0 0-18 16,-1-21-9-16,2 7-6 0,4-3-10 0,2-2-9 15,1-6-10-15,2-3-8 0,4-1-16 0,-1 4-12 16,3-2-10-16,-2 3-17 0,4 0-8 0,0 4-15 16,-4 7-23-16,-5 2-17 0,0 3-26 0,1 0-34 15,-2 3-33-15,0 2-37 0,2-1-43 0,-5 4-284 16,1 1-563-16,-6-1 249 0</inkml:trace>
  <inkml:trace contextRef="#ctx0" brushRef="#br0" timeOffset="-127066.73">10056 11935 25 0,'0'0'191'16,"0"0"-8"-16,0 0-14 0,0 0-3 0,0 0-13 15,0 0-10-15,0 0-12 0,0 0-6 0,0 0-9 16,0 0-1-16,0 0 1 0,-9 0-8 0,9 0-4 0,0 0-7 0,0 0-2 16,0 0-5-16,0 0-13 0,0 0-5 0,22-5-5 15,-11 1-7-15,6 0-6 0,3 1-6 0,9 0-5 16,4-2-4-16,-1 0-5 0,3 0-3 0,0 2 1 15,-4-1-9-15,-1-1 1 0,-2 1-5 16,-6 1-8-16,-3 0-17 16,-1 0-18-16,-2-1-23 0,-6 4-27 0,-1-3-33 15,-2 3-52-15,-4-4-232 0,-1 2-423 0,-2 2 186 16</inkml:trace>
  <inkml:trace contextRef="#ctx0" brushRef="#br0" timeOffset="-126719.28">10635 11693 143 0,'3'-5'318'0,"-3"2"-19"0,1 1-21 15,-1 2-24-15,2-4-22 0,-2 4-27 0,3-3-17 16,-3 3-21-16,0 0-36 0,0 0-15 0,0 0-15 0,4 9-4 0,-4 2-19 31,2-2-9-31,-2 11-7 0,1 3-7 0,1 2-6 16,-2-1-3-16,0 5-7 0,0-3-6 0,-2 2-4 0,2-3 0 15,0-6-4-15,0 0-2 0,-1 0-3 0,1-6-2 16,0 3 1-16,0-3 3 0,0-4-9 16,-1 0-1-16,1-1-4 0,-1-2 0 0,1 0-4 15,0-1 0-15,-3-4 1 0,3-1 0 0,0 7-4 0,0-7 4 0,-1 4-4 16,1-4 3-16,0 0-8 0,0 0-65 0,0 0-54 15,-13-12-35-15,8 4-51 0,0-1-33 0,-3-6-160 16,-2 0-435-16,2-6 192 0</inkml:trace>
  <inkml:trace contextRef="#ctx0" brushRef="#br0" timeOffset="-126503.44">10751 11487 87 0,'21'30'197'16,"11"11"-4"0,-6-1-5-16,0 1-11 0,2 3-4 0,-7 0-7 15,-8-10-19-15,6 10-13 0,-6-10-10 0,-4 2-13 0,-6-5-9 16,2 0-7-16,-5-2-13 0,-4 2-6 16,-3-6-5-16,-5 4-7 0,-7-4-6 0,-7-1-4 15,-3-2-8-15,-12 10-18 0,-4-6-50 0,-7-3-80 16,-8-3-93-16,-34 4-148 0,30-12-371 0,1-7 165 0</inkml:trace>
  <inkml:trace contextRef="#ctx0" brushRef="#br0" timeOffset="-125432.38">11649 11905 97 0,'-11'2'173'0,"1"0"-8"0,2-1-8 0,2-1-15 16,-2 1-12-16,8-1-12 0,-9 2-10 0,4-1-2 0,5-1-13 16,-5 1-9-16,5-1-6 0,0 0-2 15,0 0-1-15,0 0-5 0,-10 1 3 0,10-1 0 0,0 0-3 0,0 0 3 16,0 0-3-16,0 0-1 0,0 0-1 0,0 0-3 15,0 0 1-15,0 0-7 0,0 0-2 0,0 0-1 16,0 0-7-16,0 0-4 0,-8-1-5 0,8 1-2 16,0 0-8-16,0 0-2 0,0 0 2 0,0 0-6 15,0 0-1-15,0 0-4 0,0 0-1 0,0 0-2 16,0 0 1-16,0 0-3 0,0 0-4 0,0 0-2 0,0 0-1 0,0 0-6 16,0 0 4-16,0 0 0 0,0 0-2 0,0 0 2 15,0 0 1-15,0 0-1 0,0 0-3 0,0 0 2 16,0 0 0-16,0 0-5 0,0 0 5 0,0 0-3 15,0 0 1-15,0 0-1 0,0 0-4 0,0 0 9 16,0 0-1 0,0 0-3-16,0 0-1 0,0 0-3 0,0 0 3 0,0 0-2 15,0 0 0-15,0 0 1 0,0 0 1 0,0 0-3 16,0 0 0-16,0 0-1 0,0 0 5 16,0 0-2-16,0 0-2 0,31 1 1 0,-11-2 2 0,12-3 0 15,1 0 4-15,8 3-5 0,12-4 5 0,1 0 0 16,1 1 0-16,3-3 0 0,-4 3 0 0,-1-5 3 15,-16 6-7-15,-2 2 2 0,-4-4 0 0,-11 4 1 16,4-3-3-16,-11 1 3 0,0 3-7 0,-6 0-16 0,1 0-17 0,-1 0-23 16,-7 0-39-16,0 0-51 0,0 0-65 0,0 0-189 15,0 0-435-15,-34 0 193 0</inkml:trace>
  <inkml:trace contextRef="#ctx0" brushRef="#br0" timeOffset="-123127.57">12684 11575 6 0,'0'0'152'0,"0"0"-4"0,-5-3-8 16,5 3-8-16,0 0-4 0,-1-3 2 0,1 3-15 16,0 0-10-16,0 0-8 0,0 0-12 0,0 0-6 15,0 0-10-15,-1-4-8 0,1 4-5 0,0 0-5 16,0 0-8-16,18 0-1 0,-6 2-2 0,1-1-10 15,6 3 1-15,2 0-7 0,-2 0 1 0,9 2-6 16,-1 1 0-16,1 1-3 0,-9-2 2 0,0 5-9 0,1-3 4 0,-2 3-3 16,-2-1-4-16,-3 3-5 0,-2-1-10 0,-3 0-5 15,-3 2-8-15,-1 0 2 0,-5 0 6 0,-6 2-2 16,-2 1 1-16,-8 2 0 0,-3-1 2 0,0 0 3 16,-3-2-1-16,-3-3 2 0,1-1 0 0,-2 1 4 15,9-5-2-15,-1 1-2 0,2-2 8 0,-2-1-3 16,0-1-7-1,6-1 4-15,1 0 5 0,4 0 1 0,0-1 3 0,3-3-4 16,0 3-2-16,1-2 2 0,4-1 4 0,0 0-5 16,0 0 3-16,17 3-3 15,-4-4 6-15,4 2-6 0,5-1 5 0,-3 1-3 0,11 1 3 16,-10 0 1-16,9 0-7 0,-7 1 0 0,0-1 6 16,5 3-2-16,-6 0-4 0,1 2 2 0,-4-2 2 15,0 2 4-15,-5-2-11 0,-2 0 1 0,-3 5 2 0,1-5 2 0,-4 4-6 16,-5-4 9-16,0 4-4 0,-4-1 3 0,-5 0-2 0,-4 3 4 15,-6-1-4-15,0-1 5 0,-8-1-1 0,2 0 4 16,-2-2-4-16,-3-1 4 0,1 2 7 16,2-4 7-16,7-3-8 0,-7 1 4 0,5-1-1 15,2 0-6-15,1 0 0 0,1-1 5 0,2 1-3 0,5 0 0 16,2-4 2 0,1 3-4-16,2 0-6 0,1 0 5 0,5 1-5 15,-8-3-24-15,8 1-55 0,0 2-56 0,6-11-134 16,2 5-286-16,2 1 127 0</inkml:trace>
  <inkml:trace contextRef="#ctx0" brushRef="#br0" timeOffset="-122495.79">13533 11480 213 0,'1'-4'214'15,"-1"1"-16"-15,2-1-20 0,-2 4-16 0,2-4-18 16,-2 1-20-16,0 3-15 0,0 0-10 0,0 0-10 16,0 0-12-16,8 17-9 0,-7-6-5 0,0 4-5 15,1 2-6-15,3 9-6 0,-8-6-5 0,3 6-6 16,0-1-2-16,-1-1-2 0,0 2-5 0,-2-7-4 15,2 1-8-15,0-2 7 0,-1 2-4 0,0-3 2 0,0 0-7 16,0-1 0-16,2-4-2 0,-3-2 0 0,2 2 3 0,0-5-3 16,1-1 1-16,0 1-3 0,-2-3 5 0,2-3-1 0,0 4 22 15,0-5 24-15,0 7 21 0,0-7 17 0,0 0 17 16,0 0 22-16,0 0-29 0,0 0-11 0,0 0-6 0,18-15-8 16,-6 1-1-16,1 1-16 0,6-7-8 15,0 2-8-15,4-1-6 0,1-3-5 0,-1 1 0 16,3-1-7-16,-4 3-1 0,1-1 1 0,-3 3-6 15,-6 5 0-15,1 1-7 0,-6 2 0 0,0 3-2 0,1 0 0 16,-5 1-4-16,2 0 4 0,-2 1-3 0,-1 1-5 16,-3 2-2-16,3-3-8 0,-3 2 0 0,-1 2-20 15,0 0 0-15,0 0 4 0,0 0 2 16,-1 13 7-16,-7-7-6 16,-2 9 1-16,-4-2 0 0,-4 7 1 0,-2-2 4 15,-1-1 0-15,7-2 4 0,-1-1-3 0,2-2 1 16,2 1 3-16,-2-1-3 0,5-4 10 0,-1 1-8 15,2-1 1-15,0-4-2 0,2 2 1 0,1-3 3 16,3 1-1-16,-3-2 1 0,4-2 1 0,-4 6-1 0,3-3 0 16,-3-1 1-16,4-2 1 0,0 0 1 0,-1 3 1 0,1-3-1 15,0 0-4-15,0 0-2 0,1 7 4 0,4-5 0 16,-1 3 2-16,1-2 2 0,4 4-4 0,3 0 1 16,0 3-2-16,4-1 3 0,0 1 1 0,7 6-30 15,2-1-27-15,-1-2-43 0,0 1-50 0,3-1-68 16,-8-2-274-16,9-3-531 0,-1 2 235 0</inkml:trace>
  <inkml:trace contextRef="#ctx0" brushRef="#br0" timeOffset="-122142.01">14116 11851 26 0,'0'0'168'0,"0"0"-6"0,0 0-22 15,-7-3 1-15,7 3 0 0,0 0-2 0,0 0-15 16,0 0-10-16,0 0-8 0,0 0-9 0,0 0-3 16,31-1-6-16,-13 0-4 0,13 1-11 0,1-5-9 0,7 2-5 15,16-2-6-15,-4-2-5 0,2 3-6 0,-16 2-6 16,-2-2-6 0,1 2-20-16,-5-2-31 0,-4 3-27 0,-7-3-47 15,-1 1-70-15,-7-1-120 0,-3 0-309 0,-2 2 136 16</inkml:trace>
  <inkml:trace contextRef="#ctx0" brushRef="#br0" timeOffset="-121910.54">14329 11671 252 0,'-1'-3'295'15,"1"3"-15"-15,-4-6-21 0,0 3-25 0,4 3-20 16,0 0-31-16,0 0-17 0,-1-2-33 0,1 2-22 15,0 0-3-15,0 12-20 0,0-2-15 0,1 7-9 16,-1-1-9-16,4 4-7 16,-3 5 2-16,3 3-9 0,0-4-6 0,1 3-4 15,-1-1-3-15,2-7 3 0,2 1 0 0,-3-3-52 16,0 1-22-16,0 0-31 0,2-3-21 0,-1 0-26 16,-1-3-22-16,0-3-66 0,0 0-142 0,-1-4-380 15,4-2 168-15</inkml:trace>
  <inkml:trace contextRef="#ctx0" brushRef="#br0" timeOffset="-121525.66">14802 11622 53 0,'2'-4'259'0,"2"-1"-17"0,0-1-22 16,-1 3-23-16,1 0-22 0,-4 3-23 0,7 0-9 15,-7 0-17-15,14 7-14 0,-6 0-9 0,1 3-10 0,1 5-12 16,-1 0-8-16,6 6-5 0,-8-1-9 0,0 3-2 16,1 2-5-16,-3-1-12 0,0-3-3 15,-1-2-3-15,-3 2-1 0,3-3-5 0,-4 0-3 16,0-4-1-16,0-4-4 16,0-1-1-16,0 2 1 0,-1-5-3 0,1-2 5 15,-3 1 4-15,3-1 22 0,0 0 30 0,0-4 24 16,0 3 24-16,0-3 9 0,0 0-13 0,0 0-17 15,-1-19-12-15,1 8-9 0,4-5-15 0,-3-1-6 16,4-9-4-16,2 6-7 0,3-8-8 0,-1 1-6 16,1 0-14-16,4 0-4 0,-2 0-2 0,2 5-5 0,-1 0-11 0,-4 6-16 15,1 1-14-15,-4 4-17 0,0 3-20 0,1 1-31 16,-2-1-29-16,3 3-34 0,-3 1-37 0,0 4-43 16,1-3-251-16,-1 3-530 0,-5 0 234 0</inkml:trace>
  <inkml:trace contextRef="#ctx0" brushRef="#br0" timeOffset="-121286.84">15317 11367 152 0,'2'0'221'0,"5"-3"-21"16,-1 3-14-16,3 3-13 0,3 1-7 0,3 9-14 15,4 4-9-15,4 4-5 0,-5 5-9 0,8 16-11 0,-6 1-7 16,-6 4-8-16,-4-2-9 16,-9 2-8-16,-5 6-11 0,-5-5-5 0,-6 0-5 0,-9 0-4 15,-4-1-15-15,-5-4-5 0,-6 1-6 16,-5-6-13-16,-4 1-35 0,-4-5-41 0,-26 10-41 16,22-13-43-16,-30 8-244 0,-6-8-412 0,3-10 182 15</inkml:trace>
  <inkml:trace contextRef="#ctx0" brushRef="#br0" timeOffset="-120507.39">13539 11310 171 0,'0'-3'191'15,"0"3"-20"-15,-1-4-13 0,1 4-21 0,0 0-13 16,0 0-14-16,0 0-14 0,-9 9-13 0,-2 5-5 0,-6 10-8 16,-2 5 1-16,-8 14-9 0,5 4 1 0,-2 5-8 0,1 3-6 15,3-1-7-15,4 4-5 0,2-6-5 0,9 1-2 16,1 0-2-16,4-8 0 0,4-13-7 0,7 3 0 16,4-4-4-16,4 1 6 0,14 2-4 0,7-4-7 15,6-5-29-15,10-6-50 0,9-5-75 0,0-3-154 16,28-7-320-16,-29-4 142 0</inkml:trace>
  <inkml:trace contextRef="#ctx0" brushRef="#br0" timeOffset="-119752.43">15985 11755 45 0,'-5'0'157'0,"5"0"-2"15,-8 0-6-15,8 0-5 0,-5 1-6 0,5-1-3 16,0 0-6-16,0 0-10 0,0 0-12 0,-7 0-3 15,7 0-8-15,0 0-3 0,0 0-3 0,0 0-4 16,0 0 0 0,0 0-8-16,0 0-2 0,0 0-3 0,0 0-4 0,0 0-8 15,0 0-6-15,0 0-6 0,0 0-6 0,0 0-4 16,0 0-2-16,0 0-9 0,0 0-1 0,0 0-4 16,0 0-1-16,0 0-4 0,0 0-2 0,0 0-3 15,0 0 0-15,0 0 1 0,0 0 2 0,0 0-7 16,0 0-1-16,0 0-1 0,0 0 1 0,0 0-2 15,0 0-1-15,0 0 2 0,0 0 0 0,0 0-3 0,0 0 4 16,0 0-1-16,0 0-6 0,20-3 4 0,-1 1-2 0,4-1 2 16,5 1 1-16,7-2 1 0,-1 1-5 0,3-2 0 15,17 1 2-15,-17-1 1 0,15-2 1 0,-14 2 0 16,-1 2-2-16,-2-2 0 0,-3 2-12 16,-6-2-17-16,-7 1-16 0,-5 1-12 0,-1 1-17 0,-3-1-18 15,-5 1-45-15,0-1-13 16,-3-1-41-16,-2 4-145 0,-12-6-358 15,2 3 158-15</inkml:trace>
  <inkml:trace contextRef="#ctx0" brushRef="#br0" timeOffset="-119520.9">16219 11608 37 0,'0'-3'207'0,"-2"-1"3"15,0-1-6-15,2-1 0 0,0 6-9 0,0-8-12 16,0 5-9-16,0 3-6 0,0-7-16 0,0 4-14 15,0 3-17-15,0 0-17 0,0-4-13 0,0 4-10 16,0 0-9-16,0 0-17 16,0 0-3-16,-2 19-5 0,-1-9-6 0,0 5-3 15,0 4-5-15,1 0-4 0,-2 6 1 0,3 4 1 16,-2-1-1-16,1-1-10 0,0 0-32 0,0-3-29 16,2 3-28-16,2-3-23 0,-1 2-17 0,0-9-29 15,-1-2-243-15,5-3-413 0,-2-2 182 0</inkml:trace>
  <inkml:trace contextRef="#ctx0" brushRef="#br0" timeOffset="-118503.16">16891 11364 42 0,'5'-4'204'16,"-4"1"-12"-16,2-1-11 0,-2 1-11 0,3 0-16 0,-4 3-13 0,4-3-13 15,-4 3-12-15,0-4-14 0,0 4-9 0,0 0-7 16,4-3-17-16,-4 3-7 0,0 0-6 0,0 0-5 15,0 0-11-15,4 10-2 0,-4-4-2 0,-3 5-4 16,3 1-7 0,0 2 1-16,-5 3-6 0,-3 7 0 0,-2 0-1 0,5 4 1 15,-3-2-6-15,-1 0 0 0,4-1-6 0,-4-5 3 16,4-2-2-16,5 2 2 0,-5-3-8 0,3-1 4 16,-2 0 0-16,2-4-2 0,0-3 1 0,1 1 1 15,-2-3-3-15,3 1-3 0,0-2 0 0,0 0 2 16,-2-2-1-16,2-1 4 0,0-3-4 0,0 7 3 15,0-7-2-15,0 4 3 0,0-4 9 0,2 4 6 16,-2-4 5-16,0 0-1 0,0 4-5 0,0-4 2 16,0 0-2-16,0 0 1 0,0 0 0 0,-2 4-6 0,2-4 4 0,0 0-5 15,0 0 2-15,0 0-4 0,0 0 0 0,0 0-1 16,0 0 0-16,0 0 2 0,-2 3-3 0,2-3 5 16,0 0-2-16,0 0 6 0,0 0-1 0,0 0 1 15,0 0 4-15,0 0-1 0,0 0 1 0,0 0 9 16,0 0-8-16,0 0-1 0,0 0 1 0,0 0-2 15,0 0-3-15,0 0 5 0,0 0-7 0,0 0-2 0,0 0-1 16,0 0 0-16,0 0-1 0,0 0-2 0,0 0-2 0,0 0 9 16,0 0-7-16,0 0-3 0,0 0 0 0,0 0 0 15,0 0 0-15,0 0-3 0,0 0 1 0,0 0-3 16,0 0 3-16,0 0-4 0,0 0 1 16,0 0 1-16,0 0-1 0,0 0-1 0,0 0 1 0,0 0-3 15,0 0 2-15,0 0-1 16,0 0 10-16,0 0-11 0,0 0 4 15,0 0-6-15,0 0 5 0,0 0-2 0,0 0 1 16,0 0-3-16,0 0 2 0,0 0 1 0,0 0-2 0,0 0 0 16,0 0 2-16,0 0-2 0,0 0 0 0,0 0-2 15,0 0 2-15,0 0-1 0,0 0 1 0,0 0-5 16,0 0 8-16,0 0-2 0,0 0 1 16,0 0 0-16,0 0-2 0,0 0 0 0,0 0-1 0,0 0 2 0,0 0-1 15,0 0 3-15,0 0 1 0,0 0 1 0,0 0 9 16,0 0-3-16,0 0 1 0,0 0 7 0,18-3-9 15,-9 1-1-15,2 0-1 0,8-5 2 0,1 3-5 16,0 0 1-16,0-1-4 16,6 0-1-16,-5 1 4 0,-2 0-2 0,0-1-3 15,-6 2 3-15,2-2 2 0,-6 3-3 0,3 0 0 16,-5 1 0-16,1-2-16 0,-3 2-7 0,-1-2-16 16,2 2-17-16,-6 1-14 0,5-4-20 0,-5 4-13 15,0 0-11-15,0 0-15 0,0 0-19 0,0 0-29 16,0 0-212-16,0 0-418 0,-20 5 186 0</inkml:trace>
  <inkml:trace contextRef="#ctx0" brushRef="#br0" timeOffset="-118276.78">17117 11608 10 0,'0'-4'257'16,"0"4"-22"-16,0-6-19 0,0 6-28 0,0 0-18 15,0 0-22-15,0 0-11 0,3 16-14 0,-6-5-11 0,-1 7-11 0,3 10-3 16,-4 3-10 0,-4 3-11-16,1 12-5 0,-2-2-7 0,4-8-6 0,-2 9-1 0,3-10-9 15,-3 11-23-15,3-9-49 0,-6 7-54 0,1-9-35 16,-6-2-235-16,-4 9-375 0,3-15 167 16</inkml:trace>
  <inkml:trace contextRef="#ctx0" brushRef="#br0" timeOffset="-114593.1">5014 11479 34 0,'1'-10'233'15,"-1"-1"-5"-15,4 1-8 0,-4 1-13 0,4 2-10 16,-2 1-14-16,1-1-18 0,-2 3-13 16,2 1-29-16,-2-1-30 0,-1 4-21 0,5-3-6 15,-5 3-9-15,8 13-7 0,-4 3-8 0,-1 10-2 0,0 7-6 0,-3 17-3 16,-3 8-2-16,-6 26-2 0,0-1-2 0,-7 0-5 16,3-25-3-16,-6 26-1 0,2 0-4 0,6-29-3 15,-6 28 7-15,7-26-8 0,-2 0-1 0,2-1 2 16,1 0 0-1,3-5-3-15,1-3-3 0,2-13 2 0,4-2-1 16,-1 0 0-16,0-3 2 0,0-3-5 0,3-3 2 16,-2-5 2-16,-1-2 1 0,3 0-3 0,0-3-2 0,-1-5 3 15,-4 2-2-15,4-2 0 0,-1 0 3 0,3-4-3 16,-1 1 1-16,-3-2-2 0,2-1 2 0,-2 0-1 16,0-3 1-16,0 5-4 0,0-5 4 0,4 6-1 15,-4-6 0-15,0 3 1 0,0-3 0 0,0 3 0 16,0-3 0-16,0 0 1 0,0 0-3 0,0 0-2 0,0 5 5 15,0-5-7-15,0 0 5 0,0 0 2 0,0 0-2 0,0 0-4 16,0 0-1-16,1 4 2 0,-1-4 1 0,0 0-1 16,0 0 0-16,0 0 3 0,0 0-2 0,-4 5 1 15,4-5-1-15,0 0 4 0,0 0 0 0,0 0 0 16,0 0 3-16,0 0-2 0,0 0-1 0,8 0 2 16,-8 0 0-16,19 0 1 0,2 0-3 0,10 0-38 15,7-3-64-15,16-2-100 16,-15-4-178-16,11-6-406 0,-13 2 179 0</inkml:trace>
  <inkml:trace contextRef="#ctx0" brushRef="#br0" timeOffset="-114211.5">5093 11367 27 0,'-4'-3'236'0,"4"3"-12"0,0 0-16 16,0 0-18-16,0 0-18 0,0 0-16 0,21-2-14 15,8 0-14-15,9-1-12 0,20 0-18 0,35 0-39 0,-29 2-73 16,-2 1-113-16,1-4-143 0,-5-5-291 0,-10-2 129 16</inkml:trace>
  <inkml:trace contextRef="#ctx0" brushRef="#br0" timeOffset="-111439.31">17253 11136 115 0,'0'0'158'0,"0"-2"-6"0,0 2-16 16,0 0-3-16,0 0-17 0,-1-4-10 0,1 4-7 0,0 0-13 15,0 0-8-15,0 0-8 0,8-3-8 0,-8 3-5 16,13 3-4-16,-2-1-7 0,5 1-6 0,3 1-7 16,2-1-5-16,8 1 4 0,-9 1-4 0,7 0-8 15,-6-1-7-15,1-1-1 0,-1-1 1 0,-3 1-4 0,3 1 0 16,-8-4 1-16,4 0-7 0,-3 0 6 16,-2 0-3-16,-2-3 2 0,0 2-3 0,-1-3 2 15,-2 0 5-15,-1 0-3 16,-2-1 9-16,2-1 7 0,-2 0 8 0,-3 1 9 15,3-3 1-15,-1 1 6 0,-1 2 3 0,1-2 7 16,-2 1 1-16,2 1 4 0,2-1-2 0,-5 0 3 16,1 2-3-16,0 2-4 0,0-1-5 0,-1 3-5 0,3-8-5 0,-3 8-4 15,3 0-7-15,-3 0-14 0,0 0-8 0,0 0-2 16,0 0-3-16,7 9 2 0,-4 3-1 0,-3 3-4 16,1 10-2-16,1 4 0 0,-4 6 3 0,0 13-3 15,-5 1 0-15,-2 8-1 0,-1 2 5 0,-3 23-4 16,-2 0 2-16,3-25-2 0,1 25 3 0,-2-25-2 15,4 0-2-15,0 0 1 0,-1-1 1 0,1-4-1 16,4 0 2-16,-4-5-4 0,4 1-3 0,1-12 6 16,-1-3 0-16,1 0-1 0,0 0 3 0,0-1-3 15,1-4 0-15,0-1-3 16,1-1 4-16,0-7 1 0,1-1-5 0,1-1 0 16,0 1 5-16,-1-8-1 0,1 2 0 0,1 1 2 15,-1-1-4-15,0-2-1 0,0 1 2 0,0-1-2 16,0 0-1-16,0-4 4 0,0 1 2 0,0 2-3 15,0-4-5-15,0 1 8 0,0-1-1 0,1-1-2 16,-2 0 1-16,1 1 1 0,0-5 2 0,0 5-2 16,0-5-1-16,0 5 2 0,0-5-2 0,0 2 0 0,0-2 1 0,0 0-2 15,0 0 3-15,-1 4 4 0,1-4-7 0,0 0 2 16,0 0-2-16,0 0 3 0,2 4 1 0,-2-4-1 16,0 0 1-16,0 0 3 0,0 0 8 0,0 0 7 15,0 0 1-15,0 0 1 0,0 0 5 0,0 0-1 16,0 0 13-16,0 0-14 0,0 0 6 0,0 0-4 15,0 0 0 1,0 0-7-16,0 0 1 0,0 0-1 0,0 0 3 16,0 0 3-16,0 0-1 0,0 0 5 0,0 0 10 15,0 0-9-15,0 0-1 0,0 0 2 0,0 0-3 16,0 0-3-16,0 0 2 0,0 0-4 0,0 0 0 16,0 0-4-16,0 0 4 0,0 0-4 0,0 0-5 0,0 0-3 15,0 0 4-15,0 0-5 0,0 0-3 16,0 0-3-16,0 0 3 0,0 0-1 0,0 0-6 0,0 0 0 0,0 0 3 15,0 0 5-15,0 0-10 0,0 0 1 0,0 0-5 16,0 0 4-16,0 0 5 0,0 0-11 0,0 0 9 16,0 0-8-16,-13-1-1 0,3 1 0 0,-9 1 2 0,-4-1-4 0,-8 2 0 15,-2-2-2-15,1 0 4 0,-1 0 1 0,-2-2 0 16,4 1 3-16,1-3 1 0,2 4-2 0,5-3-2 16,0 3 2-16,6 0-1 0,2 0 1 0,2 0 0 15,2 0 9-15,1-2-10 0,3 2 0 0,-1 0 0 16,8 0 0-16,-10 0-2 0,10 0 5 0,-7 0-5 15,7 0 2-15,0 0-6 0,0 0 6 0,-9 0-3 16,9 0-16-16,0 0-21 0,0 0-25 0,0 0-35 16,0 0-38-16,0 0-59 0,0 0-93 0,19 2-170 15,-10-2-503-15,-1-2 223 16</inkml:trace>
  <inkml:trace contextRef="#ctx0" brushRef="#br0" timeOffset="-109905.04">18575 11526 119 0,'2'-9'165'0,"1"0"-14"0,-1-2-5 16,0 0-9-16,2 0-4 0,-4 1-7 0,0 1-5 15,0 0-10-15,1-2-5 0,-2 2-9 0,1 1-10 16,0 2-7-16,-4-2-7 0,2 3-9 0,-1-2-7 15,-3 0-7-15,-1 4-4 0,-3-1-6 0,-3 1-3 16,1 3-10-16,-6 3 1 0,-1 2-5 0,-8 4-3 0,6 1 2 16,-3 4-7-16,-3 4-1 0,4 1-1 0,-2 3 0 15,3 3-1-15,-1 3-3 0,2-4-2 0,7 3-1 16,-2 0-4-16,4 1-1 0,3-4 0 0,3 1 3 16,2-7-1-16,4-1-1 0,0 1 3 0,0-1-4 15,4-6 4-15,-3 0-1 0,4-1-2 0,-1-3 3 16,4 1 5-16,0-4 20 0,3 1 14 0,2-3 3 0,3-2 3 0,2-2 6 15,1-3 8-15,-1 0-8 0,0-4-3 0,1 0 7 16,4-5-1-16,-1-3-8 16,-4 5-2-16,0-8-5 0,0 2-3 0,-2 0-4 15,1-6-5-15,-7 7 3 0,2 0 6 0,-1-5 0 16,-2 5-3-16,1 3 1 0,-3 0-5 0,-1 3 11 16,-3 0-4-16,1 4-6 0,-1 4-4 0,0-5-1 15,-1 4 5-15,2 1-17 0,-4-3-3 0,4 4-17 16,-4 2-11-16,0 0 0 0,0 0 2 0,0 0-2 15,0 18 3-15,0-3 2 0,-2 2-3 0,0 2 4 16,0 5-2-16,-2 1-2 0,1-7 13 0,6 1-8 16,-3 2-1-16,2 2 2 0,2-3 2 0,1-3-2 15,3 0 5-15,-3-1-1 0,8-1-4 0,-3 0-10 16,3-3-34-16,6 0-34 0,5 1-57 0,4-4-71 0,-1-2-259 16,1-4-508-16,3-6 225 0</inkml:trace>
  <inkml:trace contextRef="#ctx0" brushRef="#br0" timeOffset="-109218.95">19066 11630 128 0,'1'-9'239'15,"3"2"-7"-15,-1 0-18 0,-2 3-7 0,4-2-8 16,-4 2-16-16,3 0-21 0,-1 1-17 0,-2 1-14 16,-1 2-17-16,1-5-16 0,-1 5-13 0,0 0-12 0,0 0-8 15,7 10-11-15,-7-3 1 0,-3 3-10 0,2 6-5 16,-3 3-4-16,-4 7-3 0,2-3-6 0,-3 5-4 0,1-2 2 15,-1 2-4-15,-1-4 0 0,1 2-5 0,0 0-1 16,4-7-6-16,0-1 8 16,-1-2-10-16,3-3 0 0,1-2 3 0,-2-1-4 15,1-2 2-15,2 0-2 0,0-4 0 0,-1 1 4 16,0 0 5-16,1-2 38 0,-1 0 27 0,2-3 24 16,-1 5 24-16,1-5 14 0,0 0 7 0,0 0-5 15,0 0-28-15,0 0-9 0,17-16-9 0,-10 8-17 16,5-6-7-16,0-1-7 0,6-3-3 0,-1-2 0 15,2-1-10-15,-1-2-10 0,1 2-1 0,-1 1-2 16,-5 5-6-16,0-2-14 0,-1 3 6 0,-1 0-6 16,-4 5-4-16,2 0 6 0,-4 0-4 0,2 1-2 15,-3 1-11-15,-2 2 8 0,2 1 6 0,0 0-13 16,-2 2-4-16,0-1-2 0,-2 3-1 0,3-5-7 0,-3 5-7 0,3-3-20 16,-3 3-2-16,0 0 2 0,0 0 5 0,0 0 5 15,-8 11 4-15,2-7-1 0,2 1 2 0,-2 4 2 16,-2-2 0-16,0 2 1 0,0-1 0 0,0-1-1 15,1 1 3-15,1 0 3 0,0-3 1 0,2 0 3 16,-1 1-5-16,1-2 2 16,1 0 1-16,2-1-2 0,-3 2 8 0,3-3-9 0,1-2 1 0,-3 3 6 0,3-3-2 0,-3 4-4 15,3-4 3-15,0 4 5 0,0-4-7 0,2 9 2 16,1-3-1-16,2 4 1 0,2 1 0 0,2 1-2 16,5 5 4-16,3 1 0 0,0 3 3 0,2-3 1 15,1 2-11-15,-2 0 10 0,0 0 3 0,4-2 2 16,-4 4-1-16,-4-10-26 0,0 3-30 0,-1-2-32 15,-4-4-36 1,3 5-46-16,-4 0-66 0,-3-5-337 0,-1-1-619 16,-1-2 274-16</inkml:trace>
  <inkml:trace contextRef="#ctx0" brushRef="#br0" timeOffset="-100888.2">20236 11646 93 0,'-3'-3'203'0,"3"3"-15"0,-4-4-18 16,4 4-18-16,5-6-17 0,1 2-11 0,5-1-14 16,2 2-9-16,8-3-15 0,10 2-7 0,2-1-20 0,0 0-16 0,4 5-35 15,-6-3-44-15,-1 2-58 0,-9-2-144 0,-2 3-256 16,0 2 114-16</inkml:trace>
  <inkml:trace contextRef="#ctx0" brushRef="#br0" timeOffset="-100725.42">20353 11825 131 0,'-4'1'207'0,"4"-1"-19"0,0 0-18 0,0 0-15 15,18 0-17-15,-3-1-15 0,16-4-11 0,3 1-11 16,6 0-22-16,14-1-30 0,4 1-35 0,1-1-60 15,-2 0-192-15,-4 2-256 0,-2-2 114 0</inkml:trace>
  <inkml:trace contextRef="#ctx0" brushRef="#br0" timeOffset="-100333.05">21583 11676 16 0,'-9'-1'181'0,"9"1"-1"0,-7-2 1 0,7 2-4 15,0 0-10-15,-7 0-8 0,7 0-11 0,0 0-13 16,0 0-7-16,0 0-10 0,0 0-12 0,0 0-9 16,23-3-15-16,5 0-3 0,8 0-12 0,19-1-3 0,1 2 2 15,4-2 1-15,-1 1-1 0,5-2 1 16,-3 1-5-16,3-1 0 0,-9 3-5 0,-3-3-6 16,-16 1-6-16,-4 2-1 0,-4 0-5 0,-7-1-7 0,-6 2 2 0,-3 1-4 15,-1 0-5-15,-3-3-1 0,-3 3-6 0,0 0-4 16,-5 0-5-16,8-1 2 0,-8 1-18 0,0 0-21 15,0 0-32-15,0 0-23 0,-26-1-40 0,16 2-47 16,-3-1-237-16,6 0-440 16,-1 1 195-16</inkml:trace>
  <inkml:trace contextRef="#ctx0" brushRef="#br0" timeOffset="-99316.7">23348 10946 151 0,'0'0'184'0,"0"-6"-21"16,0 6-17-16,0 0-8 0,0 0-24 0,0 0-16 0,0 0-5 15,0 0-10-15,0 0-17 0,0 0 3 0,-3 15-13 16,2-2-4-16,-5 1-3 0,-1 5-6 16,-4 3-5-16,-2 2-16 0,0 2 21 0,-1-1-13 15,0 0-4-15,1-2-1 0,2 2 0 0,-2-3-4 0,4-4 1 16,0 0-6-16,3-1-1 0,-2-3 2 0,3-1-4 16,0 0-2-16,2-2-2 0,0-2 5 0,1-1-9 0,1 0 5 15,-3-1-3-15,4 0 1 0,4-2-1 0,-3 1 2 16,4-2 0-16,3 5-2 0,1-5 1 0,1 1 0 15,3 2 1-15,6-4-3 0,-2 1-13 0,-4-2-21 16,-1-1-18-16,2-1-29 16,-1 0-31-16,0-1-11 0,0 1-144 0,-4-2-283 15,1-2 125-15</inkml:trace>
  <inkml:trace contextRef="#ctx0" brushRef="#br0" timeOffset="-99094.29">23422 11286 3 0,'0'-6'168'0,"0"-1"10"0,0 2-5 16,1 0 10-16,-1 2-8 0,0-2-6 0,0 5-18 15,0-7-17-15,0 7-13 0,0-2-18 0,0 2-11 16,0 0-8-16,0 0-11 0,0 0-7 0,0 0-9 16,-6 18-2-16,6-6-6 0,-4 6-7 0,0 0-7 0,2 7-1 0,-2 2 0 15,-2 2-7-15,0-3 1 0,0 2-3 0,2 1-1 16,-1 0-1-16,1 1-4 0,0-2-1 0,1-5-2 16,1 4-3-16,-3-10-1 0,3 0 0 0,-1 0 0 15,3-2-2-15,-2-5-10 0,0 3-4 0,-2-2-16 16,3-2-15-16,1 0-21 0,-2-1-15 0,2-3-19 15,0 2-16-15,-2-4-14 0,4 0-31 0,-2-3-144 0,0 4-318 0,0-4 141 32</inkml:trace>
  <inkml:trace contextRef="#ctx0" brushRef="#br0" timeOffset="-98575.94">24246 11190 171 0,'0'-10'166'0,"0"-1"-8"0,-2 2-13 0,0 0-8 0,-2 0-13 15,0 1-8-15,0-1-15 0,-1 3-10 0,-1 2-8 16,1 1-7-16,-7-2-14 0,1 3 5 0,-3 4-6 16,0-2-14-16,-5 6 3 0,-4 3-8 0,-4 4-1 15,4 0 0 1,-4 7-2-16,3-2-3 0,-1 5-1 0,2 2-6 16,-2-2 0-16,5 2-5 0,3-1 0 0,-2 0-6 15,5 3 1-15,1-5 3 0,8-4-7 0,0 0-5 16,1-1 3-16,4-5-4 0,0-1 3 0,0-1-2 15,4-1 6-15,0-3 17 0,1 1 21 0,0-2 14 16,4 0 11-16,3-5 0 0,2 0-8 0,3-1 3 0,3-8-4 16,-2 2-2-16,2 1-2 0,0-4-1 0,-3-1-9 0,7-6-2 15,-5 0-4-15,-2 5-5 0,2-5-2 0,-3 3-9 16,-1-1-1-16,-4 1-2 0,2 2 3 0,-5 3 3 16,-2 1 2-16,-1 2 0 0,1 2-5 0,-3 0-8 15,2 1-1-15,-2 0-15 0,1 2-12 0,-4 1-3 16,0 0-2-16,0 0-3 0,9 8 7 0,-5-3-4 15,1 3-3-15,2 3 0 0,-3 0-2 0,3 3-5 0,0 1-12 0,3 1-18 32,3 0-21-32,-1 0-20 0,2-1-31 0,-4 0-33 0,0-4-50 0,-1 2-243 15,-1-4-482-15,-3 0 214 0</inkml:trace>
  <inkml:trace contextRef="#ctx0" brushRef="#br0" timeOffset="-98013.76">24448 11289 30 0,'0'-4'253'15,"2"0"-21"-15,-2 0-19 0,0 4-20 0,3-5-22 16,-3 2-21-16,0 3-13 0,0 0-17 0,0 0-20 16,0 0-10-16,4 15-3 0,-4-5-7 0,0 2-11 0,-4 5-4 15,1 2-8-15,-1 3-4 0,1-3-8 0,-1 6-3 0,-2 3-5 16,3-3-1-16,-3-6-4 0,2 1-3 0,2-3-7 15,-2 1 2-15,0-1-4 0,3-5-3 0,-3-1 2 32,2-4-5-32,2 0 1 0,-1-2-3 0,0-1 4 0,1 2-1 15,-3-3 35-15,3-3 24 0,0 6 28 0,0-6 19 16,0 0 16-16,0 0-12 0,0 0-20 0,0 0-3 16,11-12-18-16,-4 3-7 0,1-2-3 0,3-2-5 15,2 0-14-15,1-4-1 0,4-4-2 0,0 1-7 0,0 8-9 16,-4-4-3-16,1 2-4 0,-2 2 1 0,0 0-4 15,0 0-3-15,-4 3-3 0,0 1-1 16,-1 2-1-16,0-4-4 0,-3 8-2 0,-1-3-2 16,-1 1 1-16,3-2-3 0,-2 4 0 0,-3 2-10 0,-1 0 0 0,5-5-26 15,-5 5-11-15,0 0 2 0,0 0 5 0,0 0-6 16,0 0 26-16,-14 14-16 0,7-5 3 0,-5 2 4 16,-3 3 4-16,3-2 9 0,1 1-6 0,-3-2-4 15,2 0 2-15,2 3-4 0,2-5 8 0,2 0 0 0,1-1 2 16,-2 2 0-16,1-3 1 0,2-4-1 15,0 1 5-15,3 1-2 16,-3-2-4-16,4 1 13 0,-1-2-9 0,1-2 3 16,0 8-4-16,0-8 6 0,1 5-2 0,3-2 5 15,1 1-3-15,0-1 3 0,4 2-3 0,0-1-1 16,3 1 3-16,-1 0-12 0,6 2-25 0,1-2-33 16,-2 0-40-16,3 2-60 0,-1-2-72 0,0 0-259 15,-3 2-543-15,-3-6 240 0</inkml:trace>
  <inkml:trace contextRef="#ctx0" brushRef="#br0" timeOffset="-97697.34">24873 11505 75 0,'0'0'220'0,"0"0"-8"16,0 0-1-16,0 0-10 0,0 0-12 0,0 0-15 15,0 0-12-15,0 0-16 0,0 0-13 0,16-5-12 16,-6 2-13-16,8-1-12 0,5 2-7 0,4-2-11 15,6 3-6-15,0 0-10 0,1-4-6 0,-4 4-17 16,2-3-23-16,0 2-30 0,-10 0-32 0,-1-1-40 16,0-1-52-16,-2-2-76 0,-3 2-113 0,0-2-355 0,-4 0 157 0</inkml:trace>
  <inkml:trace contextRef="#ctx0" brushRef="#br0" timeOffset="-97465.55">25513 11229 164 0,'0'-3'319'0,"2"0"-22"16,-2-2-29-16,0 5-27 0,0 0-23 0,3-4-31 15,-3 4-26-15,0 0-17 0,0 0-20 0,2 19-9 16,0-6-11-16,-4 6-11 0,2 9-9 0,0 0-10 15,-7 1 4-15,6 18-39 0,-1 0-38 0,4-1-47 0,-4-10-60 16,0 0-110-16,-4 10-175 0,1-14-423 0,3-5 187 16</inkml:trace>
  <inkml:trace contextRef="#ctx0" brushRef="#br0" timeOffset="-80965.86">4731 14875 92 0,'0'0'88'0,"0"0"-4"16,0 0-13-16,0 0-5 0,0 0 0 0,0 0-11 0,0 0-6 0,0 0-6 16,0 0 2-1,0 0-6-15,0 0-7 0,0 0-9 0,0 0 5 0,0 0 1 0,0 0 3 16,-5 5-9-16,5-5 2 0,0 0-6 0,0 0 1 15,0 0-2-15,0 0 3 0,0 0 5 0,0 0 2 16,0 0-5-16,0 0 0 16,0 0-3-16,0 0 4 0,13-7-5 0,2 4-2 15,5 0 12-15,8-2-14 0,1 0-2 0,-1 2 8 16,4-1-11-16,-3 0-1 0,1 3-3 0,-7-1 1 16,-4-2-4-16,3 4 7 0,-4-3-6 0,-6 3 5 15,2-2-1-15,-2 2-12 0,-2-1 5 0,-2 0 1 16,-1 2-10-16,-1-2-17 0,-6 1-13 0,9 2 3 15,-8 0-13-15,-1-2-22 0,0 0-18 0,-10 7-76 16,1-5-177-16,-4 0 79 0</inkml:trace>
  <inkml:trace contextRef="#ctx0" brushRef="#br0" timeOffset="-80650.13">4754 15032 14 0,'0'0'109'0,"13"2"-18"0,-1-4-1 16,2 2-12-16,6-1-10 0,6 0 1 0,1 0-2 15,1-1-3-15,1 0-6 0,3 0 4 0,-5-1-7 16,0 2 0-16,-7-3-13 0,1 2-1 0,-2 2 0 16,-5-1-21-16,-2 0 9 0,-3-1-6 0,-1 1 4 15,0 1-5-15,-2 0-4 0,-6 0-1 0,0 0-2 16,9 0-10-16,-9 0 0 0,0 0-16 0,0 0-12 0,0 0-13 0,0 0-21 16,0 0-21-16,-27 5-86 0,17-5-176 0,0 0 78 15</inkml:trace>
  <inkml:trace contextRef="#ctx0" brushRef="#br0" timeOffset="-79987.13">5037 14658 47 0,'0'0'209'16,"-2"-6"-19"-16,2 4-21 0,0 2-21 0,0 0-25 15,0 0-8-15,0 0-11 0,0 0-16 0,0 0-7 16,0 0-7-16,17 9-9 0,-8 0-6 16,1-1-8-16,5 2-5 0,1 4-2 0,2-6-5 0,1 4-2 15,0-2-14-15,0-3 0 0,3 5-13 0,-3-4-2 16,-2-1-2-16,2-1-5 15,-3-1 0-15,-4 0-5 0,0-2 1 16,-1 0 2-16,-1-1-7 0,-2 0 13 0,-1 0-5 16,0-1 19-16,-2-1 13 0,-5 0 5 0,9 0 3 0,-9 0 8 0,8 0 2 15,-8 0 4-15,6-1 2 0,-6 1 6 0,0 0-4 16,5-1 2-16,-5 1-5 0,4-1-6 0,-4 1-3 16,0 0-4-16,0 0-9 0,0 0-5 0,0 0-3 15,0 0-12-15,0 0-25 0,4 3-16 0,-4-3 2 16,0 8 5-16,-3 3 0 0,-3 6 3 0,-4 9 2 15,-4 2 2-15,-1 5 0 0,-9 10 0 0,0-1 6 16,-1-1-4-16,-1 3 6 0,7-14-3 0,0 1 1 16,-7 9 0-16,8-8 4 0,2-3-3 0,0 2 7 15,-3-5-3-15,5-2 0 0,3 1-1 0,0-8 2 16,5 0-1-16,-3-3-1 0,3-7 4 0,2 3-3 0,0-4 3 16,0-1 0-16,1 1 8 0,0-4-2 0,-1 3 29 0,4-2 16 15,-4 0 13-15,4-3 15 0,-1 6 13 0,1-6 1 16,-2 3 2-16,0-2 1 0,2-1-10 15,0 0-3-15,0 0 0 0,0 0 3 0,0 0-15 16,0 0 4 0,0 0 3-16,0 0-20 0,0 0-2 0,0 0-3 0,0 0-7 15,0 0-5-15,0 0 8 0,0 0-14 0,0 0-7 16,0 0 2-16,0 0-5 0,0 0-4 0,0 0-2 16,0 0-3-16,0 0-2 0,0 0-8 0,0 0-17 15,0 0-15-15,0 0-29 0,0 0-25 0,0 0-30 16,0 0-33-16,0 0-49 0,0 0-51 0,0 0-46 15,0 0-181-15,0 0-509 0,0 0 225 0</inkml:trace>
  <inkml:trace contextRef="#ctx0" brushRef="#br0" timeOffset="-75271.72">7384 14514 61 0,'3'-7'198'0,"-2"-3"-15"0,-1 3-14 0,5-3-14 16,-4 5-22-16,2-1-1 0,-2 1-7 0,2 0-9 15,-2 3-23-15,-1 2-14 0,0-5-12 0,0 5-16 32,0 0-7-32,0 0-9 0,0 0 0 0,8 18-7 0,-10-5-1 15,2 5-2-15,-2 7-6 0,-2 4-2 0,0-1 7 0,1 2-12 16,-1-1 5-16,1 3-5 0,-2-5-4 0,1-1 9 15,0 1 6-15,0-6-5 0,3-3 1 0,0 1-8 16,-2-6 4-16,3 3-3 0,-1-4-2 16,-2-4 0-16,1-1 4 0,2-2 0 0,0-3 21 0,0 3 24 0,0 1 26 15,0-2 33-15,0-4 25 0,0 0-9 0,0 0-14 16,0 0-10-16,18-13-8 0,-12 4-14 0,8-4-10 16,-1-3 1-16,3-5-15 0,4 0 3 0,-1 0-17 15,-1-1-2-15,0 0-9 0,-1-2-1 0,4 5-7 16,-6-1-1-16,2 1-3 0,-3 2-2 0,-5 3-4 15,1 3 10-15,-2 3-4 0,-3-1-2 0,-1 5 3 16,1-1-4-16,-2-2 0 16,0 5-1-16,0-1-5 0,-3 3-6 0,1-3-4 15,3 0-4-15,-4 3-15 0,0 0 2 0,0 0-1 16,0 0 2-16,-18 11-3 0,4 1 4 0,-4 1 1 16,-5 5 1-16,1-2-1 0,-1-3 6 0,4-1-6 15,5-2 1-15,-2 3 1 0,1-2 2 0,1-1-2 16,5-2-1-16,2 0 3 0,-1-2-5 0,3 0 1 15,3-1 1-15,-1-2-1 0,-1 0 0 0,-1 0-5 0,5 1 1 0,-1 1 2 16,2-1-3-16,2 1 5 16,3 1 0-16,7 1 1 0,-3 0 10 0,9 2 1 15,-1 0 5-15,8 2 0 0,0 2 0 0,1-2-1 16,4 0-8-16,-1 1-8 0,0 2-24 0,1-1-30 16,-2-1-38-16,-1-2-52 0,0 1-57 0,-5-1-101 15,-2-6-168-15,-2 3-514 0,-4-2 227 0</inkml:trace>
  <inkml:trace contextRef="#ctx0" brushRef="#br0" timeOffset="-74971.22">8004 14770 48 0,'0'0'171'0,"-8"-1"-5"0,8 1-17 0,0 0-11 16,0 0-9-16,0 0-18 0,0 0-12 0,0 0-7 16,0 0-10-16,31-3-6 0,-9 1-8 15,6-1-7-15,4 0-8 0,3 2-2 0,6-4-9 0,-1 2-4 16,-3-1 2-16,4 0-6 0,-7 0-9 0,1 3-26 15,-6-2-38-15,-2 1-46 0,-9-2-173 0,-5 2-280 16,-3-1 124 0</inkml:trace>
  <inkml:trace contextRef="#ctx0" brushRef="#br0" timeOffset="-74708.18">8198 14587 280 0,'0'-1'271'16,"0"1"-20"-16,-4-4-18 0,4 4-25 0,0-4-22 15,0 4-24-15,0 0-19 0,0 0-19 0,0 0-14 16,4 11-12-16,-4-1-15 0,4 2-9 0,-3 6-6 16,2 0-8-16,-1 2-5 0,6 6-6 0,-7 3-5 15,3-3-6 1,-4 0 2-16,4 0-9 0,-3 0 2 0,3 0-2 0,-1-8-20 15,-1 2-28-15,1-3-21 0,-2-1-13 0,-1 1-22 16,0-5-28-16,0-1-37 0,0 0-40 0,-4-6-171 16,4 0-376-16,-1-1 167 0</inkml:trace>
  <inkml:trace contextRef="#ctx0" brushRef="#br0" timeOffset="-74369.68">8573 14573 146 0,'4'-3'241'0,"2"1"-26"0,-4 1-20 0,3-1-18 15,-5 2-13-15,11 2-12 0,0 3-12 0,-2 3-15 16,1 4-8-16,3 4-13 0,0 0-8 0,2 3-7 16,-2 4-10-16,-4 0-8 0,1 0-7 0,-1-3-4 15,-4 2-9-15,0-2-4 0,-2-3-4 0,1 1-5 16,-4-6-4-16,1 0-2 0,-1 0-4 0,-1-3 1 15,1 0 1-15,0-2-4 0,0-2 16 0,-4 0 23 16,4-1 29-16,0-4 20 16,0 0-8-16,0 0-1 0,0 0-8 15,-4-12-22-15,4 2 10 0,-1-2-7 0,2-4-7 16,3-1-9-16,1 0-4 0,0-3-17 0,5-3 3 0,1-2-13 16,1-2-19-16,1 1-10 0,2 4-21 0,-2-2-21 15,-1 7-28-15,-1 3-33 0,-2-1-40 0,0 6-58 16,1-2-68-16,-2-1-223 0,1 3-532 15,0 1 236-15</inkml:trace>
  <inkml:trace contextRef="#ctx0" brushRef="#br0" timeOffset="-74122.33">9045 14337 228 0,'5'-3'241'0,"3"2"-13"16,2 3-13-16,2 3-18 0,3 2-10 0,2 5-16 16,6 5-6-16,-3 4-13 0,-1 5-8 0,-1 3-14 15,-4 2-6-15,-2 16-5 0,-5 4-8 0,-3 1-17 16,-8-3-8-16,-3 0-9 0,-10-4-7 0,-3 1 0 16,-3-1-13-16,-8-5-2 0,-2-5-12 0,-8-1-14 0,-4 1-38 0,-5-4-42 15,-7-3-41-15,-25 5-60 0,-2-6-98 0,24-12-157 16,-3-5-440-16,-6-4 195 0</inkml:trace>
  <inkml:trace contextRef="#ctx0" brushRef="#br0" timeOffset="-73690.23">7117 14209 132 0,'0'0'160'0,"0"0"-16"16,-9 12-13-16,0-2-12 0,-7 11-6 0,-2 2-5 15,-11 18-3-15,3 5-5 0,-6 7-10 0,-8 20-3 16,7 4-2-16,11-23-15 0,6 3 9 0,3 1-20 15,6 0-5-15,9-4-6 0,9-2-3 0,2-5 11 16,11-7 2-16,7-2-21 0,14-7-3 0,7-2-6 16,36 0 3-16,10-11-2 0,6-5-17 0,6-8-44 15,5-2-60-15,5-6-223 0,3-7-342 0,-3-2 151 16</inkml:trace>
  <inkml:trace contextRef="#ctx0" brushRef="#br0" timeOffset="-72967">9417 13951 28 0,'4'-3'202'0,"-1"1"-11"0,3-1-16 15,-1 1-18-15,0-1-17 0,2 1-12 0,0 2-14 16,2 0-10-16,0 2-17 0,1 1-4 0,3 4-9 15,-4 2-8-15,0-1-5 0,1 6-12 0,-5 1-5 16,3 3-4 0,-4 0-1-16,-4 2-3 0,-3 4-3 0,-2 4-1 0,-3-5-9 15,-3 1 3-15,3-7-3 0,-1 0 2 16,0-5-1-16,-1 2-3 0,5-2-2 0,1-3 0 0,-1-3-3 16,1-1-8-16,2 0 8 0,-2 0 1 0,5-1 4 15,4-2 19-15,8 2 22 0,16-3-8 16,10 0-6-16,17-2-5 0,5 0-6 0,2-2-40 15,0 2-37-15,-3-1-56 0,2-1-78 0,1-1-178 0,-7-3-382 16,-2 2 169-16</inkml:trace>
  <inkml:trace contextRef="#ctx0" brushRef="#br0" timeOffset="-72134.42">10296 14748 62 0,'-5'0'185'0,"5"0"-12"16,-8 0-11-16,8 0-15 0,-6 0-12 0,6 0-10 15,0 0-18-15,0 0-10 0,0 0-8 0,-9 0-3 16,9 0-13-16,0 0-5 0,0 0-9 0,0 0-1 15,0 0-12-15,0 0 9 0,0 0-5 0,0 0 4 0,0 0-4 0,-6 0-2 32,6 0 3-32,0 0-3 0,0 0-1 0,0 0 0 0,0 0-3 15,0 0-1-15,0 0-1 0,0 0-4 0,0 0-3 0,0 0-2 16,0 0-4-16,0 0 0 0,0 0-3 0,0 0 1 16,0 0-8-16,0 0-2 0,0 0 1 15,20-6-4-15,-2 4-2 0,9-2-4 0,6-2 6 16,8-1 5-16,13 2-3 0,1-2 3 0,2-2 0 15,-2 0 4-15,3 2-3 0,-8 0-1 0,3-1-8 16,-17 3 7-16,2 1-3 0,-5 1 1 0,-2-2-3 16,-10 1-1-16,-2 1-5 0,-5 1 3 0,-5 0-3 15,1 2 2-15,-5-1-3 0,3 1-1 0,-5-1-6 16,-3 1-21-16,7-1-24 0,-7 1-21 0,0 0-16 0,0 0-13 16,-23 0-44-16,11 0-6 0,0 2-31 0,-5 1-166 0,-1-1-371 15,3 1 163-15</inkml:trace>
  <inkml:trace contextRef="#ctx0" brushRef="#br0" timeOffset="-71533.43">11667 14328 24 0,'3'-4'192'0,"-3"4"-24"0,0 0-20 0,5-3-11 16,-5 3-15-16,0 0-14 0,0 0-19 0,0 0-5 16,0 0-15-16,3 12-1 0,-5-4-11 0,2 2-5 15,-6 7-8-15,1 0 2 0,-5 5 2 0,-2 3-9 16,-1 1 0-16,0 3-3 0,1-2-10 0,-1 0 6 16,0 1-8-16,2-6 0 0,2 5-3 0,2-9 0 0,0 0 3 0,3-1-8 15,-1-2-6-15,1 1 2 0,3-5 1 0,-2-1-2 16,3-1 9-16,0-2-7 0,4 2 11 0,2 0 14 15,0-5 4-15,5 1-1 0,6 0-7 0,2 0-2 16,2-1-6 0,1-1-1-16,6 0-7 0,3-1 5 0,-3 0-13 0,-6-2-18 15,-3 1-23-15,-1-2-30 0,-4 1-13 16,0-2-38-16,-2 1-38 0,-4 0-136 0,0 1-309 16,-2-6 136-16</inkml:trace>
  <inkml:trace contextRef="#ctx0" brushRef="#br0" timeOffset="-71364.2">11823 14647 95 0,'-1'-2'211'0,"1"2"-17"0,-1-5-22 0,1 5-19 0,-1-4-20 15,1 4-16-15,0 0-7 0,2 14-9 0,-2-2-2 16,0 5-14-16,-1 4-1 0,0 4-9 0,1 4-4 16,0 3-6-16,1-1-6 0,-1 0 11 0,1 3-4 15,3-1-23-15,-2-3-30 0,2 1-39 0,0-2-37 0,2-3-37 16,-2-6-205-16,0-5-330 0,2-2 146 15</inkml:trace>
  <inkml:trace contextRef="#ctx0" brushRef="#br0" timeOffset="-70716.44">12483 14376 170 0,'2'-5'252'15,"1"2"-18"-15,-1 1-23 0,1-2-14 0,-3 4-27 16,4-3-21 0,-4 3-18-16,0 0-16 0,0 0-10 0,0 0-15 0,3 12-9 0,-1-1-9 15,-2 5-11-15,-2 3-5 0,1 6-6 16,-1 3-5-16,-5 2-4 0,1 3-3 0,2-1-3 16,-2 2-4-16,0-3-1 0,3 1-6 0,-5-3 1 15,4-1-4-15,2-5-3 0,0-3-1 0,-1-3-2 16,1-1-3-16,1-4-1 0,0-4 4 0,1-2-2 15,-2 2 0-15,1-3 6 0,1 0 38 0,-1-1 36 16,1-1 36-16,0-3 18 0,1 4 13 0,-1-4-16 16,0 0-12-16,7-9-15 0,-1 4-13 0,0-5-10 0,3-1-9 0,4-3-7 15,-3-1-13-15,8-7-3 0,0 0-6 0,-3 0-8 16,3 2-8-16,-1-1 0 0,-3 6 1 0,-1 1-9 16,-2 4-3-16,-3 0-1 0,-3 1 8 0,1 4-16 15,-2 0 1-15,1-2-7 0,0 4-8 0,-2-1 1 16,-2 2-3-1,-1 2-5-15,5-4-28 0,-5 4-15 0,0 0 0 16,0 0 7-16,0 0 3 0,-14 17 3 0,5-7 6 0,-3 2 1 16,-7 5 4-16,3 0 0 0,2-2 0 0,1-1 0 0,2 1 2 15,-2 2 9-15,4-3-12 0,-2-1 2 0,5-2 3 16,3-1 3-16,-1 0 0 0,1-3-2 0,-1 0 7 0,2-1-4 16,-1 0 7-16,3 0-2 0,0 0-1 15,4 2 4-15,1-3-2 0,0 2 4 0,4-2 5 16,9 3-2-16,-1-1-2 0,2 1-31 0,8-2-39 15,-7 1-42-15,7 1-52 0,0-4-75 0,-7 1-313 16,8-3-597-16,1 1 264 0</inkml:trace>
  <inkml:trace contextRef="#ctx0" brushRef="#br0" timeOffset="-70462.83">12936 14725 194 0,'0'0'206'0,"0"0"-10"0,0 0-21 15,0 0-15-15,0 0-19 0,0 0-11 0,19-5-15 16,-6 5-11-16,9 0-12 0,-2-1-6 15,10 1-10-15,2 0-6 0,-2 0-9 0,5 0-19 0,-2-1-21 16,-1 0-29-16,0-1-48 0,-5 0-45 0,-6 0-60 16,-3-1-97-16,-4 0-278 0,-2 2 123 0</inkml:trace>
  <inkml:trace contextRef="#ctx0" brushRef="#br0" timeOffset="-70231.11">13097 14578 11 0,'-3'-3'299'0,"-1"1"-12"16,4 2-17-16,-6-4-14 0,4 2-26 15,2 2-25-15,-3-4-19 0,3 4-24 0,0 0-19 0,0 0-21 16,0 0-12-16,0 0-12 0,-1 9-16 0,4 1-5 16,0 0-9-16,3 5-8 0,-4 3-4 0,3 0-10 15,0 7-1-15,0 0-4 0,1 2-4 16,-3 0-16-16,3-1-11 0,-1 1-23 0,2-3-27 0,-2-1-25 0,-1-2-27 0,0-3-13 15,-3-3-33-15,1-1-45 0,-1-5-198 0,0-3-413 16,3 2 182-16</inkml:trace>
  <inkml:trace contextRef="#ctx0" brushRef="#br0" timeOffset="-69861.31">13465 14536 8 0,'3'-7'275'16,"-2"4"-26"-16,3-1-24 0,-3 1-24 0,-1 3-20 15,7-5-22-15,-7 5-16 16,6 2-16-16,-6-2-9 0,14 9-10 0,-9-4-9 16,4 5-7-16,-1 5-8 0,3 0-8 0,-2 2-8 15,4 7-8-15,-2-2-5 0,-3 2-1 0,2-2-8 16,-6-1-4-16,0-2-6 0,1-1-3 0,-1 2-4 15,-3-2-1-15,3-1-3 0,-4-5-3 0,-2-1-1 16,0-1-2-16,2-3-1 0,0 0-2 0,-1-1 1 16,1-1 5-16,0-1 2 0,0-4 5 0,-4 3 0 0,0-2 2 0,4-1-9 15,-7-6 5-15,5-1 19 0,-5-2 8 0,4-1-1 16,1-1 1-16,0-4-3 0,4-2 2 0,-2-3-6 16,5-6-7-16,2-3-1 0,0 4-11 0,6-4-19 15,1 1-14-15,1 2-23 0,3-1-15 0,-3 7-21 16,2 0-18-16,-7 5-20 0,5 2-54 0,-7 3-53 15,2 3-242-15,-2-1-488 16,2 3 216-16</inkml:trace>
  <inkml:trace contextRef="#ctx0" brushRef="#br0" timeOffset="-69592.34">13928 14328 199 0,'4'-3'240'0,"1"2"-23"0,1 1-18 15,4 4-18-15,2 1-15 0,3 5-9 0,4 6-13 16,-1 10-12-16,-1 0-6 0,-2 8-11 0,-2 12-4 16,-3 8-7-16,-6 2-10 15,-9 1-6-15,-8 3-10 0,-4-4-5 0,-7-1-9 16,-5-1-4-16,-4-7-7 0,-7-1-5 0,-2-3-11 15,-8-5-18-15,-4-4-38 0,-2-4-42 0,-27 7-41 16,24-15-53-16,-31 2-240 0,27-9-428 0,4-8 190 16</inkml:trace>
  <inkml:trace contextRef="#ctx0" brushRef="#br0" timeOffset="-68859.63">12452 14235 86 0,'-12'16'145'0,"-7"6"-13"0,0 9-2 15,-4 10-4-15,-6 4-5 0,-2 7-9 0,2 1-13 16,-5 25-1-16,15-26-13 0,4-1-9 0,5-2-5 16,6 4 11-16,9-5-1 0,8-1 1 0,5-2-6 15,7-4-9-15,9-3 5 0,9-4-13 0,3-3-4 31,9-2-16-31,6-4-58 0,-1-6-74 0,5-2-204 0,-2 1-322 16,-3-9 142-16</inkml:trace>
  <inkml:trace contextRef="#ctx0" brushRef="#br0" timeOffset="-67995.43">14559 14712 73 0,'-9'0'151'0,"9"0"-12"0,0 0 2 0,0 0-16 15,-9 0-6-15,9 0-14 0,0 0 3 0,0 0-8 16,0 0-7-16,-6-1-3 0,6 1-8 15,0 0-6-15,0 0 11 0,0 0-5 0,0 0-2 16,0 0 2-16,0 0-3 0,0 0 3 0,0 0-5 16,0 0-2-16,0 0-8 0,0 0-2 0,0 0-3 0,0 0-1 15,0 0-8-15,0 0 0 0,0 0-6 0,0 0-5 16,0 0-3-16,-7-3-4 0,7 3-4 16,0 0-6-16,0 0 1 15,0 0-4-15,0 0-2 0,0 0-3 0,0 0 0 16,0 0-4-16,0 0 0 0,0 0 0 0,0 0 2 15,0 0 2-15,0 0-4 0,0 0 4 0,0 0-5 16,0 0 2-16,0 0-5 0,0 0 7 0,0 0 1 16,0 0-3-16,0 0-4 0,24-4-1 0,-8 0 0 0,7-3-3 0,9 1-1 0,2 4 2 15,6-1-2-15,14-4 2 0,-2 0-5 16,-2-2 2-16,-8 4-3 16,8-2 2-16,-13 3-1 0,-3 2-4 0,-3-2-8 0,-3 0-17 15,-8 1-11-15,-4 2-18 0,-7 1-29 0,0-1-27 0,-1 1-25 16,-2 0-21-16,-6 0-30 0,0 0-174 0,0 0-391 15,-20 5 173-15</inkml:trace>
  <inkml:trace contextRef="#ctx0" brushRef="#br0" timeOffset="-67768.5">14807 14546 174 0,'1'-6'245'15,"1"2"-13"-15,-1-2-8 0,0 2-15 16,0 0-27-16,-1 4-21 0,0-6-23 0,0 6-15 16,0 0-16-16,0 0-15 15,0 0-9-15,-5 20-13 0,0-1-4 0,-5 9-7 16,1 2-3-16,-1 2-4 0,0 2 9 0,-3 10-6 16,5-10-10-16,2-1-34 0,2 1-32 0,0-1-33 0,3 0-32 15,1-7-39-15,1 3-236 0,3-12-389 16,2 0 173-16</inkml:trace>
  <inkml:trace contextRef="#ctx0" brushRef="#br0" timeOffset="-67318.01">15392 14379 39 0,'3'-5'251'15,"-2"3"-20"-15,-1 2-15 0,3-4-24 16,-3 4-21-16,0 0-18 0,1-4-19 0,-1 4-15 15,0 0-17-15,0 0-10 0,0 0-9 0,1 12-11 0,-2-3-9 16,1 2-7-16,-4 1-6 0,0 7-4 0,-5 6-4 16,4 1-6-1,-5-2-2-15,1 3-3 0,3 1-3 0,0-3 0 16,0 0-7-16,2-4-3 0,3-4-1 0,-1 0 0 16,0 0-4-16,2-6 2 0,0 2-1 0,2-3-2 0,1 0 2 15,1-1 0-15,2-1-1 0,2 0 0 16,2-2 0-16,8 1 1 0,-1-2-2 0,5-1 2 15,-2 0-4-15,8-2-1 0,0 0-17 0,-7-2-18 16,-1-2-27-16,-1 1-12 0,-2-3-26 0,2-1-30 0,-2 0-18 0,-6 1-11 16,1-2-7-16,-3-3-129 15,1 3-309-15,-4-3 137 0</inkml:trace>
  <inkml:trace contextRef="#ctx0" brushRef="#br0" timeOffset="-67156.4">15672 14686 692 0,'0'-11'-10'0,"-1"0"17"16,1-1 20-16,-1 5 15 0,1-4 25 0,-3 5 9 15,3-4 13-15,-1 4 12 0,1 1 32 0,-2-1-8 16,1 2 3-16,1-1-13 0,-1 2-12 0,1 3-13 0,0-5-14 0,0 5-11 0,0 0-9 0,0 0-3 15,-5 10-9-15,1 0-3 0,-2 10 2 0,-2 3-2 16,-1 5-2-16,1 2-5 0,-3 2-1 0,3 1-1 16,-5 15-3-16,4-11-18 0,3-2-28 0,0 11-26 15,0-14-33-15,5 1-47 0,-8-4-83 0,8-2-114 16,-3-9-346-16,4-5 153 0</inkml:trace>
  <inkml:trace contextRef="#ctx0" brushRef="#br0" timeOffset="-65992.19">15480 13941 51 0,'0'0'154'0,"-3"-2"-22"0,3 2-18 0,0 0-11 16,0 0-16-16,0 0-8 0,0 0-5 0,0 0-17 16,0 0-4-16,0 0 3 15,14 12-8-15,-6-6-5 0,7 2-8 0,1 2-3 16,2-1 1-16,9 3-8 0,1-1 3 0,0 0-4 0,2-1 1 0,0-3-6 0,0 3 3 0,-1-5-2 16,-7-3-8-16,-2 1-1 0,3-2 1 15,-1-2-4-15,-3 0 8 0,0-2-7 0,0 2 2 16,-3-7 5-16,2 1-1 0,-7 2 8 0,0-3 8 15,-1 2 14-15,1-3 8 0,-4-2 9 0,1 2 3 16,-3-3 0-16,3 2 1 0,-6 0-3 0,1 1 4 0,1-1-4 16,0 1-3-1,-2 3-3-15,1-1-5 0,-3-2-5 0,1 4-2 16,2 2-5-16,-2-2-9 0,-1 1-1 0,4 0-4 16,-4 4-5-16,0-4 1 0,0 4-23 0,0-4-18 15,0 4-16-15,0 0 5 0,0 0 2 0,5 16 0 16,-2-1 4-16,-3 7 0 0,0 9 7 0,-7 17-3 15,3 6 6-15,-5 4-3 0,-2 24 2 0,-6 2 2 16,0-2 3-16,-1 2 6 0,4 3 6 0,1 2 4 0,-2-2-2 0,4-2 15 16,2-3-3-16,3-27-2 0,2 2-16 0,2 0 5 15,-5-6-6-15,6 0-2 0,1-3 1 0,0-13 8 16,1-1-5-16,4 1 1 0,-2 0-11 0,-2-6 10 16,2-3 1-16,-2-8 3 0,2 1-6 0,0-5 2 15,0-2 2-15,-2-2-1 0,-1-3-8 0,3-1 6 16,-5 0 4-16,4 0-1 15,-1-2-1-15,0 1 3 0,-1-3 16 0,1 3 0 16,-1-5 1-16,0 3 4 0,0-3-3 0,0 0 1 16,2 4 5-16,-2-4-2 0,0 0 2 0,0 5 0 15,0-5 0-15,0 0 5 0,0 0 10 16,0 0-9-16,0 0 1 0,0 0 3 0,0 0 2 16,-3 5 2-16,3-5 1 0,0 0 0 0,0 0-3 0,0 0 3 15,0 0-2-15,0 0 1 0,0 0-3 0,0 0 7 0,0 0 5 16,0 0-1-16,0 0 1 0,0 0 3 0,0 0-5 15,0 0 0-15,0 0-4 0,0 0-2 0,0 0-10 16,0 0 4-16,0 0-7 16,0 0-1-16,0 0-4 0,0 0-8 0,0 0 2 0,0 0-8 15,0 0 0-15,0 0-3 0,0 0-6 0,-15-6 4 16,-4 6 3-16,-18 0 5 0,-16 0-15 0,-14-4-1 0,-29 4-3 0,-4-4-1 0,2 2-7 16,-8-1-14-16,-2-9-9 0,-4 8-19 0,5-3-27 15,-5-1-35-15,5-2-34 0,11-1-28 0,31 5-57 16,1 1-220-16,10-5-495 0,17 2 220 15</inkml:trace>
  <inkml:trace contextRef="#ctx0" brushRef="#br0" timeOffset="-64504.89">6965 13962 101 0,'0'-4'152'0,"4"1"-11"0,-4-1-17 0,0 4-13 0,-9-5-6 0,0 3-18 0,-9 1-5 0,-10 4-13 16,1 1-8-16,-9 1-7 0,1 0-2 0,-3 3-5 15,0-1-5-15,-13-2-3 0,15 2-11 0,0-3 2 16,2 1-3-16,0 0-4 0,3-2 0 0,-1 1-6 15,5-3 2-15,6 1-9 0,2-2 1 0,5-2 2 16,2 1 4-16,1 0 8 0,4 1 17 0,-1-1 11 16,3-1 0-16,1-1 0 15,-1 1-3-15,2-1-6 0,3 3-5 0,-5-7-2 16,4 2-3-16,0 1-3 0,1 4-4 0,1-7-5 16,-1 7 0-16,0-4-6 0,0 4 0 0,2-3-8 15,-2 3-12-15,0 0-2 0,0 0-9 0,0 0 4 16,3 14 0-16,-3 5 1 0,-1 11-4 0,-4 15 4 15,-3 10 0-15,-6 25-2 0,-4 1 15 0,0 5-1 0,-6 1 7 16,1 5-3 0,5 7-1-16,0-1-1 0,-3 0-4 0,5-8 1 0,0-5 0 15,5-24 1-15,1-3-4 0,2 0 3 0,2-1 3 16,2 0 5-16,-1-3-7 0,1-4 1 0,-1-2-18 16,0-14 5-16,1 0-1 0,3-4 1 0,-3 1-3 15,-1-3 8-15,1-1-3 0,3-6 5 0,-2-3-1 16,-2-2 1-16,4-3-1 0,0-1 2 0,-2-1 3 15,3-1-7-15,-1-2 5 0,-2-1-5 0,2 0 10 16,-2-2-9-16,2 2 6 0,0-4-2 0,-2 1-1 16,3 0-1-16,0-4 3 0,-1 6-2 0,-2-1-2 15,3-5 5-15,-1 3-2 0,1-3-5 0,-3 4 6 16,3-4-3-16,-1 4 6 0,1-4-1 0,-5 6-4 16,4-4 4-16,-3 1-1 0,2-1 3 0,2-2-4 15,-3 5 0-15,3-5-1 0,-4 5-2 0,4-5 8 0,0 0-1 0,-2 2 10 16,2-2 11-16,0 0 6 0,0 0-4 0,0 0-2 15,0 0 1-15,29-2-2 0,4-8 1 0,26 0 0 16,34-11-6 0,6 1-1-16,-1-1 4 0,8-3 13 0,5-1 11 0,3 4 1 15,4-1 1-15,-7 7-1 0,-15 4-6 16,-30 1-6-16,-7 2 1 0,-6 5-5 0,-13-1-2 16,-7 1-5-16,-3 2-12 0,-10 0-32 0,-1 1-42 15,-8 0-42-15,-5 0-26 0,-6 0-22 0,8 1-205 16,-8-1-387-16,0 0 171 0</inkml:trace>
  <inkml:trace contextRef="#ctx0" brushRef="#br0" timeOffset="-63332.52">17286 14296 31 0,'-4'-17'199'0,"-1"0"-8"0,-1 2-14 0,-1-2-15 16,-4 4-12-16,2-2-13 0,1 5-8 0,-3 1-15 15,2 1-15-15,-3 1-8 0,1 2-12 0,-2 3-8 16,0 0-7 0,-5 5-8-16,-1 3-5 0,1 4-6 0,-10 3-5 0,5 5-2 15,-4 3-4-15,2 3-4 0,3 2-6 0,-2 1 0 16,3 0-2-16,1 3-3 0,3-3-2 0,3 4-4 16,4 1 0-16,2-2-2 0,4 0 1 0,3-4-1 15,-2 3-2-15,6-11 0 0,2 2 1 0,4-6 1 16,4 2 3-16,-4-6-5 0,4-2 19 0,3-1 11 15,0-2 12-15,2-5 6 0,-2-3 10 0,2 1 0 16,1-6 3-16,-1-4 1 0,-1 0-1 0,6-4 1 16,-4-2-6-16,-3-3-4 0,1 1-4 0,-4 5-7 15,0-7-5-15,1 1 1 0,-2-2-8 0,-4 6-2 0,1-1 2 0,-1 2 4 16,-3 0 9-16,0 7 0 0,-1 0-3 0,-2 3-2 16,3-1-7-16,-3 2-7 0,0 1-5 0,0 1-31 15,0 1-16-15,-2 2 1 0,0 0 2 0,5 6-1 16,-3 2 2-16,1 2 2 0,1 2-4 0,4 4-4 15,-2 2 1-15,5 0-2 0,0 6-9 0,4 2-18 16,0-3-29-16,2 2-23 16,0 0-39-16,-2-3-52 0,-2 1-77 0,1-7-150 15,-2-3-455-15,-1 2 201 0</inkml:trace>
  <inkml:trace contextRef="#ctx0" brushRef="#br0" timeOffset="-62785.95">17571 14420 242 0,'1'-6'276'0,"3"-1"-18"0,-5 3-27 0,2-1-22 16,-1 0-23-16,0 2-23 0,0 3-21 0,3-2-18 16,-3 2-16-16,0 0-12 0,2 12-10 0,1-4-10 15,-2 4-9-15,-2 4-8 0,1 0-6 0,-3 8-5 0,-2-3-3 0,1 3-8 16,-1 3 2-16,0-2-8 0,0 1-3 0,0-7-3 15,1 0 1-15,0-2-4 0,0 0-5 0,0-5 3 16,3-2-3-16,1 1-2 0,-3-4-1 0,1 0 2 16,2-3-2-16,-1-1 42 0,-2 3 34 0,3-3 32 15,0-3 39-15,0 0-7 0,0 0-16 0,0 0-9 16,9-11-19-16,-4 0-14 16,3 1-7-16,1-7-8 0,6-6-8 0,-2 1-6 15,5-2-6-15,-4 0-8 0,5 2-4 0,0-3-7 16,-3 2-14-16,3 2 14 0,-8 4-14 0,0 3 3 15,-3 5-5-15,0-2-14 0,1 3 10 0,-5 3-2 16,1-2-2-16,0 2-5 0,-4 2 1 0,3-1-7 16,0 1-8-16,0-1-18 0,-3 1-25 0,-1 3-12 15,0 0 6-15,0 0 5 0,0 0 7 0,-14 15 4 0,-2-1 0 0,1-2 1 16,-5 5 2-16,5-4 10 0,-8 5-3 0,0 1 3 16,9-5 4-16,-3 2 0 0,4-1-2 0,2-1 6 15,-1 0-2-15,3-3 2 0,3-2-4 0,-2 1 3 16,3-1 1-1,1-3 1-15,3 2 1 0,-2-3 4 0,2 2-1 16,2 3-1-16,3-3 10 0,0 1-5 0,5 0-4 16,5 2 8-16,0 1 0 0,3 1 6 0,2-2-6 15,8 2 0-15,-2 3-20 0,0-3-15 0,1 2-34 16,-4 0-38-16,4-2-42 0,-2 1-43 0,-5-2-69 16,-3-1-264-16,4 0-569 0,0-2 252 0</inkml:trace>
  <inkml:trace contextRef="#ctx0" brushRef="#br0" timeOffset="-62500.82">18408 14501 81 0,'0'0'309'0,"0"-4"-27"0,0 4-21 0,0-6-23 16,0 2-25-16,5 0-26 0,0 1 1 0,3-2-20 15,2 1-19-15,12 1-40 0,-2 1-42 0,1-1-52 16,7 2-58-16,1 0-73 0,1 3-236 0,-9-1-380 15,-2 1 168-15</inkml:trace>
  <inkml:trace contextRef="#ctx0" brushRef="#br0" timeOffset="-62345.68">18501 14697 67 0,'-4'3'250'0,"2"-1"-7"0,2-2-7 0,0 0-26 16,11 2-22-16,6-3-19 0,12 0-15 0,7-1-23 0,5-1-57 15,10-1-65-15,4 0-84 0,-1 0-201 0,-1-2-299 16,-1 2 132 0</inkml:trace>
  <inkml:trace contextRef="#ctx0" brushRef="#br0" timeOffset="-61984.68">19545 14502 52 0,'0'0'248'0,"-5"-1"-5"0,5 1-4 0,0 0-3 16,-10 0-4-16,10 0-8 0,0 0-15 0,0 0-16 15,0 0-17-15,0 0-18 0,22-4-18 16,-1 2-13 0,12-2-14-16,21 0-11 0,6 1-7 0,4-1-12 0,29-2-7 15,-2 1-7-15,-27 2-11 0,1 1 5 0,27-3-6 16,-36 0 1-16,-17 2 4 0,-1-1-19 0,-5-1-5 16,-11 2 15-16,-3 0-20 0,-6 1 0 0,0-2-4 15,-3 2-5-15,-2 1-9 0,-2-1-22 0,-2 0-58 16,-4 2-43-16,0 0-42 0,-13-3-42 0,4 3-66 15,-6 0-210-15,-2 0-505 0,-2 2 225 0</inkml:trace>
  <inkml:trace contextRef="#ctx0" brushRef="#br0" timeOffset="-61129.87">20984 13672 65 0,'4'-5'244'0,"-3"1"-12"0,4 2-12 0,-5-1-17 16,0 3-25-16,4-3-20 0,-4 3-17 0,3-4-20 16,-3 4-11-16,0 0-16 0,2 9-11 15,-2 1-7-15,0 4-7 0,-4 6-11 0,-1 9-5 16,-1 4-3-16,-7 0-3 0,-3 13-3 0,-1-1-7 0,-1-1-1 15,0-1 12-15,4-9-5 0,2 0-1 0,-3 9-7 0,8-12-5 16,-1-1 4-16,3-4-8 0,1-6-5 0,0-1-1 16,3-2-1-16,0-4-2 0,2-2 1 0,0 3-1 15,3-5-3-15,0 0 1 0,1 0 1 0,3-3-2 16,2 1 0-16,6 0-3 0,1-2-14 0,0 0-24 16,0-2-22-16,-4-2-23 0,2-1-21 0,-2 0-29 15,0 0-21-15,-1 0-22 16,-1-2-25-16,-3-1-129 0,-2-1-344 0,-1-1 152 15</inkml:trace>
  <inkml:trace contextRef="#ctx0" brushRef="#br0" timeOffset="-60951.52">21044 14214 75 0,'0'-12'167'0,"0"2"2"0,3-2 5 0,-2 0 4 16,-1 3 6-16,1 1 9 0,4 2-2 0,-5 0-7 16,4 1-16-16,-4-1-22 0,0 1-16 0,3 2-19 0,-3 3-13 0,0 0-11 15,0 0-17-15,2 12-3 0,-2 0-9 0,0 5-6 16,3 6-4-16,-7 7-3 0,0 2-7 15,0 0-2-15,-1 3-5 0,-1 11-3 0,1 0-14 16,1-9-34-16,1 9-32 0,-1-11-34 0,3 12-31 16,0-15-54-16,-8 0-212 0,5-2-415 0,0-7 184 0</inkml:trace>
  <inkml:trace contextRef="#ctx0" brushRef="#br0" timeOffset="-60412.65">21944 13943 62 0,'-7'-10'179'16,"0"3"-23"-16,-1-2-4 0,-2 6-22 0,-3 0-16 15,-4 3-8-15,-2 3-4 16,-4 0-7-16,-4 9-5 0,-2 2-9 0,-2 3-6 15,3 3-6-15,0 4-10 0,1 2-4 0,0 1 6 16,3 2-3-16,4 2-8 0,0-3-11 0,4 1 1 16,6-2-3-16,1 2-4 0,3-4-3 0,4-8-2 0,2 0-3 0,2-4-2 15,2-2-1-15,3-1 13 0,1-3 11 0,2 0 8 16,4-4 5-16,7-1 1 0,1-3 1 0,5-5-5 16,1 1-2-16,-1-5-1 0,1 3-2 15,-2-4 0-15,-2-1-6 0,-2-3-6 0,3 0-5 16,-4-1-2-16,-6 3 4 0,4 0-7 0,-6 1-2 0,5 1 7 15,-8 3 3-15,0 1 1 0,1 2-1 0,-4-2-9 16,1 5-7-16,-3 0 2 0,1 2-7 0,-6 0-8 16,13 4-1-16,-4 3-4 0,-1 2-13 15,-1 2-18-15,4 1-29 0,-1 3-27 0,1 1-32 0,-2 0-43 0,1 0-74 16,-2-4-160-16,1 1-426 0,-3-1 188 0</inkml:trace>
  <inkml:trace contextRef="#ctx0" brushRef="#br0" timeOffset="-59880.7">22211 14080 1837 0,'2'-21'88'16,"2"4"39"-16,-1 1 0 0,-1 6-4 0,0 0-15 16,0 0-27-16,-2 4-21 0,3 0-21 0,-3 2-21 15,0 4-2-15,0 0-5 0,0 0-5 0,4 15 0 16,-4-4 2-16,-2 8-2 0,0 7-1 0,-1 7-2 0,-1 0 2 15,-2 1 1-15,-1 0-2 0,-3 14-1 0,3-16 6 0,0 0-8 16,-1 1-1-16,2-4 0 0,1 0 2 16,1-3-1-16,-1-8 2 0,1-3-4 0,4-1 3 15,-1-5 2-15,1 1-1 0,-1 0 3 0,-1-5 44 0,1 0 36 16,1-1 48-16,0 0 41 0,0-4 18 0,1 4-13 16,-1-4-23-1,7-12-7-15,-1 5-18 0,3-3-15 0,4-3-13 16,-2 0-33-16,6-7 16 0,1 0-11 0,1-6-9 15,1 6-8-15,-2-4-5 0,4 1-1 0,-3 0-10 16,-1 2-5-16,0 1 0 0,-6 4-7 0,0 3-2 16,-3-1-2-16,-1 4-4 0,0 3-5 0,-2-2 4 0,-2 2-4 0,0 3-4 15,-2 0-4-15,2 1-7 0,-1 0-6 0,-1 1-32 16,1 0-29-16,-3 2-4 0,0 0 17 0,0 0-6 16,-8 13-6-16,0-4 14 0,-4 3 11 0,-2 5 12 15,-7 0-11-15,-2 0-5 0,5 1 11 0,0-3 2 16,4-3 4-16,0 0 5 0,3-2 13 0,2 0-10 15,1-4 5-15,1 2-7 0,0-3 2 0,3-1 3 16,0 0 3-16,0 0 1 0,1-1-4 0,3-3 5 16,-4 5 1-16,3-4-3 0,1-1 3 0,-2 5 2 15,2-5-6-15,4 6 21 16,2 0-14-16,1-2 1 0,3 3-3 0,-1 0-4 16,6-2 12-16,2 7-2 0,1-3-25 0,0 2-39 15,1 6-44-15,0-8-49 0,-2 4-59 0,7 0-75 16,-7-5-255-16,-2 4-592 0,2-6 263 0</inkml:trace>
  <inkml:trace contextRef="#ctx0" brushRef="#br0" timeOffset="-59626.77">22733 14356 247 0,'-5'0'286'0,"5"0"-17"15,0 0-18-15,0 0-23 0,0 0-25 0,0 0-16 16,0 0-25-16,27-4-17 0,-9 2-13 0,13-1-12 16,-2-1-28-16,0 1-38 0,3 0-43 0,-1 0-51 15,1 2-61-15,-1-3-73 16,-3 0-172-16,-8 2-374 0,1-3 166 0</inkml:trace>
  <inkml:trace contextRef="#ctx0" brushRef="#br0" timeOffset="-59442.08">23320 14100 3 0,'0'-4'354'0,"0"4"-37"0,1-6-35 0,-1 6-39 15,0 0-35-15,0 0-22 0,0 0-22 0,-6 21-17 0,1 2-13 16,-1 5-16-16,-2 5-6 0,0 12-14 0,3-8-18 16,0 11-63-16,1 3-77 0,0-2-76 15,-1 4-243-15,2-19-408 16,3-5 181-16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8:56:40.49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3765 2882 19 0,'0'0'180'15,"4"-4"-7"-15,-4 4 1 0,4-5-11 0,-3 2-2 16,1 1-8-16,-2 2-5 0,2-6-7 0,2 3-6 16,-3-1-3-16,0 1-8 0,1-1-6 0,-2 4-8 15,1-6-6-15,0 3-8 0,-1 3-1 0,0-8-5 16,0 4-7-16,-1 2-5 0,1 2 1 0,0-8-28 16,0 4-12-16,-1-1-2 0,-1 0-1 0,2 0 0 15,-1 0-4-15,0-2-7 0,-3 1 1 0,3 0-4 16,0-1-2-16,-2 0 0 0,0 2-4 0,1 0-3 15,-2-2 0-15,-1 2 2 0,1-1-5 0,-3-2-1 16,0 4-3-16,1-3-4 0,-1 1 1 0,1 3-2 16,-3 1-6-16,3-2-4 0,-4 2 0 0,-1 2-7 15,-3 1-3-15,1 1 3 0,-5 3-1 0,-1 2 4 16,1 3-4-16,-6 6 2 0,0 2-2 0,-3 2 5 16,3 3-1-16,-11 13-1 0,13-8 3 15,-6 10 3-15,1 1-4 0,4 4 9 0,2 1 2 0,0 0 5 16,9-9 0-16,-1-1 3 0,5 0 2 0,-1 0 5 15,4 1 2-15,4-2 4 0,1 1-4 0,1-5 0 16,4-1 3-16,0-2 2 0,7-5 2 0,-7-2 0 16,5-4 4-16,1-3-1 0,-2-4 5 0,3 0-1 15,1-3 1-15,2-3 0 0,2-1 2 0,2-4-3 16,0-1 2-16,0-6 6 0,7-2 0 16,-7-5 2-16,1-2-2 0,1-4 4 0,-5 0 0 15,2-4-2-15,-4-3-6 0,4 0-3 0,-1-4 0 16,-3 0 0-16,-4 1 2 0,2-2-7 0,-1 3 8 0,-2-1 5 15,-5 4 9-15,1 1 11 0,3 0 7 0,-7 9 3 16,1-1 10-16,1 2 2 0,-4 1 3 16,2-1-3-16,-1 8 3 0,0 1-1 0,0-1-6 15,0 3-4-15,0 2 0 0,0 2-19 0,0-1-6 16,0-1-6-16,0 5-5 0,0-6-16 0,0 6 4 16,0 0-16-16,0-4-20 0,0 4-27 0,0 0-8 15,0 0 8-15,0 0 2 0,0 0-5 0,3 20 12 16,-2-8 6-16,-1 3-1 0,0 6 6 0,0 4 4 15,0 1 2-15,-1 0 13 0,1 1-7 0,0 2 5 16,-3-3-9-16,3-1-2 0,0 4 5 0,0-3 4 16,-1-1-6-16,1-6 4 0,0-1 2 0,-2 3 3 15,4-2-2-15,-6-1 4 0,4-2 0 0,0-5-3 16,0 0 2-16,0-1 0 0,0-2 11 0,0 2-7 16,0-3-14-16,2-2 15 0,-2-1 2 0,0-4-2 15,3 8 8-15,-3-8 4 0,-1 5 2 0,1-5 7 16,5 1 6-16,-5-1 3 0,0 0-1 0,23-4-3 15,-6-2 3-15,11-7-10 0,4 0-3 0,1-2-31 16,14-7-42-16,4-1-78 0,2-2-97 16,3 3-143-16,-4-5-317 0,-3 3-743 0,-7-5 329 0</inkml:trace>
  <inkml:trace contextRef="#ctx0" brushRef="#br0" timeOffset="1216.36">4396 3087 264 0,'2'-6'263'0,"-1"2"-8"15,3 1-12-15,-3-1-13 0,1 0-11 0,-2 4-23 16,3-7-11-16,-1 5-20 0,-2 2-19 0,2-2-16 15,-2 2-10-15,2-5-18 0,-2 5-14 0,0 0-11 16,0 0-6-16,3 9-10 0,-2-1-1 0,1 4-4 16,-1 5-5-16,-2 4-2 0,-2 8 0 0,0 1-2 15,-1 2-8-15,0 2 2 0,-1-1-3 0,1 1-7 16,-3-1 0-16,1 0-3 0,1-3 1 0,-1-1-15 16,2-4 7-16,-1 0 3 0,1-4-6 0,1-5 2 15,-1 2 1-15,2-7 2 0,2 1 0 0,-1-4 6 16,-2-1-2-16,3-1 4 0,-1-1 38 0,1-1 15 15,-3-1 22-15,3-3 14 0,3 5 10 0,-3-5 9 16,0 0-15-16,0 0-11 0,5-11-13 0,4 2-20 16,-3-4 5-16,3-3-10 0,-1 2-8 0,7-10-10 15,-1 0-4-15,1-1-8 0,1 0-5 0,0 2-3 16,2-2-1-16,-4 1-16 0,3 1 5 0,-3 2-6 16,-1-1 4-16,-3 5-6 0,2 3-2 0,-2 0-1 15,0 2 8-15,-4 2 2 0,0 2 7 0,-1-2 2 16,2 2 4-16,-4 3 3 0,-1 1 0 0,0-1 3 15,-1 2-4-15,1 0-3 0,1 0-5 0,-3 3-5 16,1-3-2-16,-1 3-6 0,0 0-8 0,0 0-11 16,0 0-8-16,0 0-5 0,0 0 0 0,0 0 0 15,-7 12 1-15,-2-6 4 0,-5 6 5 0,-1 1-3 16,-1 1 5-16,-2 0-5 0,5-4 0 0,0 4 2 16,-2-3 1-16,5-2 0 0,2 0-2 0,-2-1 5 15,1-1 1-15,3-2-2 0,-2-1-1 0,4-1 3 16,0 1 3-16,1 0 1 0,0-2 1 0,-1 0 1 15,4-2-1-15,-2 4 4 0,2-4 2 0,-3 1 7 16,3-1 0-16,0 0 5 0,0 0 0 0,-3 5-7 16,3-5-1-16,0 0-5 0,0 0 2 0,-3 2-8 15,3-2 0-15,0 0-1 0,0 0-3 0,7 7-2 16,-2-4 0-16,2 2 3 0,3 3-3 16,4 3 4-16,0-2-3 0,4 4 3 0,6 4-2 0,-7-5 2 15,6 5 0-15,0-1 3 0,1 1 2 0,-1-2-3 16,-5-5-46-16,4 7-58 0,-3-6-88 0,-5 2-128 15,1 0-165-15,-1-2-305 0,-1-1-852 0,0-9 377 16</inkml:trace>
  <inkml:trace contextRef="#ctx0" brushRef="#br0" timeOffset="4532.02">5283 2997 76 0,'0'0'197'0,"0"0"-10"16,0 0-12-16,0 0-8 0,0 0-12 0,0 0-11 15,0 0-12-15,0 0-11 0,0 0-12 0,0 0-10 16,0 0-6-16,0 0-6 0,0 0-5 0,0 0-6 15,0 0-8-15,0 0-4 0,0 0-7 0,0 0-6 16,0 0-7-16,0 0-4 0,0 0-3 0,-7 5-5 16,7-5-1-16,0 0-5 0,0 0 0 0,0 0-3 15,0 0-7-15,0 0 2 0,0 0-4 0,0 0 4 16,0 0-3-16,29-4-1 0,-11 4-3 0,2-1 0 16,11-2-3-16,1-2-2 0,5 1-2 0,-4 3 2 15,4-2 0-15,-1 2 0 0,-3-2-2 0,2 3 2 16,-7-2-5-16,-5 4 1 0,-2-2 0 0,-4-2-2 15,-4 2 3-15,-1 0-2 0,-2 0 1 0,-4 0 0 16,3 0-6-16,-9 0-3 0,10 0-3 0,-4 0-12 16,-3 2-10-16,-3-2-10 0,2 3-3 0,-2-3-12 15,0 0-7-15,-16 12-21 0,6-8-16 0,0 1-18 16,0 0-33-16,-2-1-155 0,-2 0-330 0,2-2 146 16</inkml:trace>
  <inkml:trace contextRef="#ctx0" brushRef="#br0" timeOffset="4901.12">5378 3243 81 0,'0'0'183'0,"-4"1"-12"0,4-1-14 15,-4 2-8-15,4-2-15 0,0 0-6 0,0 0-9 16,0 0-11-16,13 2-9 0,1-4-4 0,4 0-7 16,4 1-7-16,7-1-11 0,4-2-6 0,2-1 0 0,3 2-12 15,-2 0-3-15,-4-1-3 0,-2-1-3 16,0 2-7-16,-10 2-2 0,-2-2-7 0,3 0 4 15,-6 3-4-15,-4-2-4 0,1 0-1 0,-2 1-4 16,-1 1 0-16,-9 0-2 0,13-2-1 0,-13 2-3 16,8 0-1-16,-8 0-2 0,0 0-19 0,0 0-11 15,10 0-27-15,-10 0-29 0,0 0-26 0,0 0-21 16,0 0-23-16,0 0-145 0,4 3-316 0,-4-3 140 16</inkml:trace>
  <inkml:trace contextRef="#ctx0" brushRef="#br0" timeOffset="5633.12">6617 3123 38 0,'0'0'197'0,"-9"2"-2"0,9-2-12 0,0 0-7 16,-11 0-14-16,11 0-10 0,0 0-7 0,0 0-15 16,-9 0-8-16,9 0-6 0,0 0-5 0,0 0-8 15,0 0-10-15,0 0-6 0,0 0-5 0,0 0-7 16,0 0-7-16,0 0-2 0,0 0-3 0,0 0 1 15,0 0-3-15,-8 2-5 0,8-2 0 0,0 0 1 16,0 0-1-16,0 0-1 0,0 0 3 0,0 0-5 16,0 0 2-16,0 0-3 0,0 0-3 0,0 0 0 15,0 0-6-15,0 0-4 0,0 0-1 0,0 0-4 16,0 0-10-16,0 0 7 0,0 0 1 0,0 0-11 16,0 0 7-16,0 0-4 0,0 0-3 0,0 0-3 15,0 0 2-15,0 0-6 0,0 0 1 0,0 0 0 16,0 0-2-16,0 0-3 0,0 0-3 0,0 0 0 15,0 0 4-15,0 0-5 0,0 0 2 0,0 0-6 16,0 0 3-16,0 0-3 0,0 0 3 16,0 0-5-16,0 0 1 0,0 0 3 0,0 0-4 0,32-4-5 15,-12 1 10-15,9 3-5 0,4-4 1 0,3 1 10 16,2 3-11-16,13-4 1 0,-10 0-5 0,10-1 4 16,-10 1-2-16,-2 2 4 0,-4-4-3 0,0 5 4 15,-5-2 0-15,1-2-1 0,-13 3 3 16,0 1 13-16,-5 0 12 0,-2-2 7 0,-3 3 10 15,-8 0 1-15,10-2-3 0,-10 2 2 0,8-1-5 16,-8 1 0-16,9-3-12 0,-9 3-8 0,5-3-18 16,-5 3-24-16,0 0-49 0,0 0-56 0,0 0-62 0,0 0-83 15,0 0-288-15,6 6-604 0,-6-6 268 0</inkml:trace>
  <inkml:trace contextRef="#ctx0" brushRef="#br0" timeOffset="8465.23">8433 2138 135 0,'0'0'208'0,"0"0"-9"15,0 0-6-15,0 0-2 0,0 0-11 0,0 0-1 16,0 0-10-16,0 0-5 0,0 0-9 16,0 0-4-16,0-5-11 0,0 5-3 0,0 0-7 15,0 0-6-15,0 0-12 0,0 0-7 0,0 0-7 0,0 0-5 16,0 0-10-16,0 0-7 0,0 0-6 0,0 0-6 15,0 0-8-15,0 0-7 0,0 0-11 0,0 0 4 16,0 0-12-16,0 0-5 0,0 0-9 16,0 0-19-16,0 0-18 0,0 0-17 0,0 0 6 15,0 0 1-15,-5 19 3 0,5-9 1 0,-5 4 6 16,0 2-3-16,-4 9 9 0,-1 0-2 0,2 2 4 16,-1-5-4-16,1 6 9 0,1-4 0 0,-1 2 0 0,-2-1 1 15,3 0 1-15,2-7-4 0,3 0 10 0,-4 1-2 16,0-4-5-16,2-1 5 0,2-2 1 15,-1 3 1-15,1-6-3 0,-1 0 1 0,2-3 1 16,0 1 4-16,-2 1-2 0,2-6 1 0,-2 3 2 16,8-1-3-16,-5-1 5 0,0-3-1 0,-1 5-1 15,1-5 2-15,0 3 4 0,0-3-1 0,6 2 5 16,-2 3 6-16,4-5-1 0,5 1-2 0,0-1-5 16,8 0 1-16,1 0-1 0,-2-1-7 0,10-2-10 15,-10 0-10-15,10-1-10 0,-11 4-25 0,4-5-26 16,-3-2-20-16,0 4-36 0,-1 0-37 0,1-3-44 15,-5-2-194-15,-3 3-442 0,-2-2 196 0</inkml:trace>
  <inkml:trace contextRef="#ctx0" brushRef="#br0" timeOffset="8847.99">8626 2457 194 0,'0'0'265'0,"0"0"-9"0,0 0-7 15,-1-2-15-15,1 2-15 0,0 0-20 0,0 0-21 16,0 0-16-16,0 0-23 0,0 0-13 0,0 0-7 16,0 0-21-16,0 0-14 0,0 0-10 0,0 0-15 15,-3 9 3-15,3-1-20 0,-1 4 0 0,-2 6-5 16,0 7-5-16,-3 5 0 0,-1 1-5 16,-1 1 0-16,2-4-6 0,1 5-1 0,-1-3-3 15,0 0 4-15,0 0-4 0,2 0 0 0,0-4 0 16,0-1-2-16,3 0 1 0,0-8-2 0,1-1-4 0,0 0 1 15,-2-1 1-15,2-6-2 0,0 1 0 0,-1-3-2 16,1-1 1-16,0-2 0 0,0-4-1 16,0 10 5-16,0-10 9 0,0 7 13 0,-1-4 2 15,1-3 11-15,0 0 8 0,0 0 3 0,0 0 5 16,0 6 5-16,0-6-3 0,0 0-2 0,0 0-1 16,0 0-9-16,0 0 0 0,0 0-8 0,0 0-8 15,0 0 5-15,0 0-9 0,0 0-11 0,0 0-21 16,0 0-36-16,0 0-56 0,0 0-37 0,9-14-31 15,-8 10-44-15,4-1-54 0,2-4-285 0,-1 1-584 16,2 0 258-16</inkml:trace>
  <inkml:trace contextRef="#ctx0" brushRef="#br0" timeOffset="9581.74">9297 2314 43 0,'-4'-7'201'0,"-1"-2"-13"16,1-1-13-16,-1 7-15 0,1-6-10 0,-2 3-11 15,-2 0-13-15,1-2-13 0,-3 3-9 0,0 1-11 16,1-1-14-16,-1 4-5 0,-1-1-13 0,-1 5-5 16,-2 1-5-16,-1 6-8 0,-4 0-8 0,-2 6-5 15,1 2 3-15,-2 3-8 0,4 4 0 0,-1-2-7 16,-1 5 2-16,5-2-3 0,-1 6 1 0,3-3-1 15,0 2-2-15,3 0-1 0,2-3-2 0,3 1 1 16,4-2 1-16,0-2 6 0,1-5-9 0,2-1 3 16,1-3 1-16,2-1 4 0,1 0 5 0,-2-5 0 15,0-1 7-15,1-1 2 0,1-1 9 0,2-4 8 16,-3 4 16-16,1-7 19 0,1 3 14 0,-2-3 14 16,-5 0 3-16,12-6-2 0,-5 0-10 0,2-3 0 15,0-2-1-15,0-4 2 0,1-2-8 0,-2-2-10 16,5-5-3-16,-3 0-5 0,2-1-12 0,-3-1-9 15,2 2 0-15,-3 6 17 0,-3-1 5 0,3 2 5 16,-2 0 7-16,-2 8-12 0,-2-4-5 0,-1 5 11 16,1 0 0-16,2 3-7 0,-3-2-3 0,2 4-8 15,-2-1-8-15,-1 4-6 0,1-6-11 0,-1 6-9 16,0-6-15-16,0 6-18 0,0 0-33 16,0 0-29-16,0 0 0 0,0 0 3 0,0 0 8 0,7 21 5 15,-9-4 9-15,2 0 4 0,0 1-5 0,-1 7 9 16,0 1 5-16,2 0 9 0,-1 0-9 0,-1-2 10 15,2-5-5-15,-1 1 3 0,3-3 8 0,-1 1-7 16,0-1 6-16,1-6 3 0,-3 3 1 16,3-4 2-16,-1-1 13 0,-1-1-12 0,2-3-2 15,-2 0 0-15,1-1 13 0,0 2-3 0,1-2 15 16,2-2 5-16,-5-2 7 0,14 0-2 0,-1 0-2 16,1-1-5-16,5-4-5 0,4-1-4 0,1-1-21 0,3-3-40 15,-3 0-53-15,3-3-63 0,-1 3-78 16,4-3-94-16,-4-1-307 0,-1 3-693 0,-7 2 307 15</inkml:trace>
  <inkml:trace contextRef="#ctx0" brushRef="#br0" timeOffset="10349.07">9669 2501 253 0,'-3'-5'318'15,"6"1"-7"-15,-2 0-18 0,-1 0-21 0,0 4-35 16,0 0-24-16,0-5-27 0,0 5-23 0,0 0-13 16,0 0-21-16,0 0-14 0,0 0-11 0,0 23-10 15,-1-6-9-15,-3 3-12 0,0 5-4 0,0 1-14 16,1 3 2-16,-1-2-8 0,-2 0-3 0,1 2-4 16,-1-3-6-16,1 1-5 0,-3-1-3 0,4-7 7 15,2 2-9-15,-2-3-2 0,0-1-9 0,2 0 4 16,-1-3 1-16,2-6 0 0,0 2-3 0,-1-5 0 15,1 2-7-15,0 0 7 0,-1-4-3 0,2 4 13 16,0-7 22-16,0 5 24 0,0-5 33 16,0 0 27-16,0 0 22 0,0 5 23 0,0-5 16 0,0 0-12 15,0 0-21-15,11-10-18 0,-2 1-15 0,0-2-13 16,2-3-11-16,3-2-10 0,3-3-12 0,3 0-9 16,-2 0-10-16,0 1-5 0,0 0-11 0,-4 3 1 15,1 1-2-15,-2 0-10 0,0 1-2 0,-3-1-6 16,2 3 2-16,-4 3-7 0,0 2 2 15,-1-1-2-15,-4 2 5 0,0 1-2 0,0 1-1 16,1 1 0-16,-1-1-8 0,-3 3-1 0,3-4 0 16,-1 1-9-16,-2 3-9 0,0 0-8 0,3-2-14 0,-3 2-11 15,0 0-18-15,0 0-15 0,0 0 4 0,0 0 9 16,-17 9 6-16,7-4 2 0,-2 3 9 16,-3-1 3-16,-4 3 3 0,6-2 4 0,-1 2-1 15,4-5 6-15,-2 1 0 0,7 1 3 0,-5-4 0 16,2 1 0-16,2 1 7 0,2-2 1 0,0-1 3 15,-1 0-1-15,4-1-2 0,1-1 1 0,-4 2-6 16,2 2 11-16,2-4-4 0,0 0 1 0,-3 3 1 16,3-3-2-16,-3 3 1 0,3-3-3 0,0 0 5 15,4 7-2-15,-2-2 8 0,4-1-3 0,-1 2 2 16,1 0-3-16,2 1 1 0,0 2 3 0,3-1-1 16,-3 1 5-16,6 4-3 0,0-2 0 0,2 3 3 15,-3-2-3-15,0 2 0 0,4-2 2 0,-4 0-27 16,2 1-35-16,-3-1-35 0,1 2-34 0,-2-1-35 15,-1-4-40-15,0 5-46 0,-1-7-48 0,0 2-66 16,0-1-273-16,1 0-691 0,-1-2 306 0</inkml:trace>
  <inkml:trace contextRef="#ctx0" brushRef="#br0" timeOffset="11034.02">10091 2825 50 0,'0'0'263'0,"-8"0"-8"0,8 0-15 16,0 0-9-16,0 0-17 0,0 0-18 0,0 0-15 16,-7 2-15-16,7-2-17 0,0 0-14 0,0 0-15 15,0 0-9-15,0 0-11 0,0 0-8 0,0 0-4 16,0 0-5-16,0 0-8 0,0 0-8 0,0 0-3 16,0 0-4-16,0 0-8 0,0 0-6 0,0 0-1 15,0 0 1-15,0 0-8 0,0 0 2 0,0 0-7 16,0 0 5-16,0 0 4 0,0 0-9 0,0 0 0 15,0 0 4-15,0 0 1 0,0 0-2 0,0 0 0 16,0 0-7-16,0 0-1 0,0 0-1 0,0 0-4 16,0 0 0-16,0 0-1 0,0 0 1 0,0 0-7 15,0 0 1-15,0 0 3 0,0 0-6 0,0 0 6 16,0 0-11-16,0 0 2 0,0 0-3 0,0 0 4 16,0 0-2-16,0 0-6 0,0 0 7 0,0 0 3 15,0 0-1-15,0 0 1 0,0 0-1 0,0 0 2 16,0 0-8-16,0 0 2 0,0 0 6 0,0 0-11 15,0 0 2-15,0 0 1 0,0 0 0 0,0 0-1 16,0 0 2-16,0 0 0 0,0 0-4 0,0 0 1 16,0 0 1-16,0 0-4 0,0 0 2 0,0 0-5 15,0 0 4-15,0 0 1 0,0 0 5 0,0 0-5 16,0 0-6-16,0 0 7 0,0 0-3 0,0 0 1 16,31-2 0-16,-18 2-2 0,6-3 9 0,0 2-10 15,-1 0 1-15,5-2-9 0,7 0 10 0,-4-1-6 16,-4 3 5-16,-1 0-2 0,-2-2 5 0,-3 1-2 15,-2 0-4-15,-2 2 3 0,-1-3-2 0,-3 3 5 16,0-2 3-16,-2 2-1 0,-6 0-6 16,10 0 7-16,-6-2-8 0,-4 2-5 0,0 0-17 15,9 0-24-15,-9 0-21 0,4-1-23 0,-4 1-32 16,0 0-52-16,0 0-35 0,0 0-37 0,0-5-11 0,0 5-215 16,0 0-513-16,0 0 226 0</inkml:trace>
  <inkml:trace contextRef="#ctx0" brushRef="#br0" timeOffset="11265.62">10600 2644 142 0,'3'-3'314'0,"-3"-1"-4"0,0 1 8 0,0 3-23 15,4-7-16-15,-4 7-25 0,1-3-26 0,-1 3-26 16,0 0-25-16,0 0-24 0,0 0-19 0,0 0-16 15,0 0-13-15,0 12-16 0,0-2-3 0,0 7-10 16,0 0-8-16,4 8-3 0,-3 2-2 0,0 1-7 16,3 5-12-16,0-4-46 0,-1 2-46 0,-2 0-54 15,0 2-78-15,3-6-108 0,-5 1-205 0,-2-8-534 16,2-3 237-16</inkml:trace>
  <inkml:trace contextRef="#ctx0" brushRef="#br0" timeOffset="12946.05">7697 3548 101 0,'0'0'84'0,"0"0"0"0,0 0-4 0,0 0-7 16,0 0-6-16,25-2-1 0,-18 2 5 0,2 0-10 15,1 0-8-15,3-1 1 0,2 1-3 0,3-2 3 16,3 1-5-16,-1 0-3 0,8-1 4 0,0-3-5 16,2 5-8-16,3-4 7 0,0 3 8 0,3-1-14 15,3 2 0-15,13-6-6 0,-16 5 1 0,16-2-6 16,-15 3-7-16,15-1 8 0,-1 1-2 0,3-3-3 16,-5 2-1-16,3 1-5 0,-1-3 2 0,-1 1-1 15,2 1 0-15,2-2 5 0,-3 0 6 0,4 3-18 16,-14 0 6-16,9-1 2 0,6 2-4 0,-4-5 2 15,-2 3 8-15,-9-1-3 0,17 0 1 0,-2-1-7 16,-1 0 3-16,-3 1-1 0,2 0 1 0,2 1-4 16,-6-1 1-16,4 1-2 0,-2-1-2 0,0 0-8 15,-2 2 6-15,-13-2-2 0,4-1-4 0,8 2 7 16,2-1-7-16,-11 1 6 0,-1 1-4 0,14-2 2 16,-13-1-5-16,12 3-6 0,0-3 8 0,-1 2 1 15,-11 0-4-15,12-1 2 0,0-1 4 0,-2 1 21 16,3 0-3-16,2 0-3 0,-5 1-4 0,-10-2-1 15,15 1 1-15,-4 0 0 0,2 0-3 0,-1 1 3 16,1-1 0-16,2-1 0 0,-3 3-2 0,0-2-5 16,-15-1 4-16,3 2 1 0,16-2-2 0,-1 2-1 15,-3-3-2-15,6 4 0 0,-17 0-1 0,8-3-2 16,4 2-3-16,-12-2-1 0,-4 2 0 0,17-1 10 16,-16-2-11-16,17 1 1 0,-18 2 0 0,3-2-2 15,11 0 0-15,-13 1-2 0,17-3 3 0,-5 4-2 16,-10 0 0-16,11-2-1 0,-12 3 0 0,11-3 0 15,4-1 2-15,-15 4-2 0,15-3 4 0,-3 0-5 16,-11 3 1-16,1-2 0 0,10 1 4 16,-12-3-2-16,14 0 4 0,-15 1-4 0,2 1 3 0,12-3-1 15,-2 3 1-15,-11 0-2 0,13 1 4 0,-1-2-2 16,0 1 2-16,-13 2-1 0,17-3-2 0,-4 3 1 16,-11 1 0-16,0-2 0 0,13 3 0 0,-17-2-3 15,4 1 2-15,-6 0 1 0,3-1 0 16,-6 1 1-16,-2-2 0 0,-7 2 8 0,6-2 0 15,-10 1 4-15,-5 0 3 0,1-1 9 0,-4 1 3 16,-1-1 6-16,-2 1 15 0,-3-1 3 0,-4 1-12 16,9-1 7-16,-9 1-2 0,9 1-6 0,-9-1 0 0,8 0-6 15,-8 0-5-15,0 0-5 0,5-1-4 0,-5 1 5 16,0 0-4-16,0 0-7 0,0 0-4 16,6-2 1-16,-6 2-6 0,0 0-13 0,0 0-17 15,0 0-14-15,0 0-27 0,0 0-31 0,0 0-50 16,0 0-79-16,0 0-240 0,0 0-500 0,0 0 221 15</inkml:trace>
  <inkml:trace contextRef="#ctx0" brushRef="#br0" timeOffset="16530.62">9081 3921 125 0,'1'-11'188'0,"-2"5"-6"16,2 1-2-16,-1-2 1 0,0-2-1 0,3 1-5 15,-3 3-1-15,1 1-5 0,2-2-6 0,-2 0-3 16,-1 2-10-16,0 0-10 0,0 4-14 0,4-5-19 16,-4 5-12-16,1-4-12 0,-1 4-10 0,0-5-21 15,0 5-27-15,0 0-10 0,0 0-1 0,0 14-3 16,-1-5-3-16,1 9-1 0,-4 1 4 0,3 7-3 16,-3 4 0-16,4 0-3 0,-4 2 4 0,0-3 1 15,-1 3-2-15,2-4-2 0,1 2-1 0,-2-3 5 16,4 0-7-16,-4-1 4 0,3-8-2 0,1 0 0 15,-4-1-4-15,6-1 6 0,-4-4-1 0,2-3 0 16,0 3-2-16,-1-7 6 0,1 2 2 0,1-2 8 16,-2-1 4-16,1-4 4 0,0 5 7 0,0-1 9 15,0-4 9-15,0 4 11 0,0-4 12 0,0 0 12 16,0 0 5-16,0 5 16 0,0-5 13 0,0 0 20 16,0 0-11-16,0 0-13 0,10-12-19 0,-5 6-5 15,4-6-5-15,-1-4-21 0,2 1-10 0,3-2-14 16,2-7 5-16,2 0-6 0,-1-1-9 0,0-2 3 15,0 4-9-15,0-2 0 0,2 6-11 0,-4-3-2 16,-3 6 5-16,-1-1-2 0,2 2-6 0,-5 8 5 16,1-5 0-16,-3 4 5 0,3-1 5 0,-4 5 15 15,1-1-1-15,-1-1 4 0,-3 2 0 0,0 2-6 16,3-2-3-16,-1 2-4 0,-3 2-7 0,1-5-2 16,-1 5-5-16,1-3-11 0,-1 3 0 0,0 0-11 15,0 0-13-15,0 0-17 0,0 0-5 0,0 0-10 16,4-2-3-16,-4 2-2 0,0 0 7 0,0 0 5 15,-14 8 3-15,10-5 4 0,-6 2 6 0,2-1-2 16,3 1 9-16,-4-1 2 0,0 1-5 0,4-2 8 16,0-1-5-16,1 2-1 0,-1-1 6 0,0 2 2 15,3-5 3-15,2 0-4 0,-6 3 8 0,6-3 2 16,0 0 1-16,-3 4-6 0,3-4 2 0,0 0-5 16,-2 2 1-16,2-2-4 0,0 0 10 0,-2 8-1 15,2-8-3-15,4 7 1 0,-1 1 3 0,3-3 4 16,2 4-2-16,0 0 5 0,2 6-5 0,3-3 4 15,0 3 1-15,5 4-13 0,-3-5 12 0,3 6 5 16,0-3-2-16,0-2 14 0,1 4-11 0,-4-6 4 16,6 5-7-16,-6-5-29 0,-4 0-31 0,2 0-45 15,-1-1-37-15,-1 3-43 0,1-3-44 0,-1-1-68 16,-6 0-282-16,3-5-626 0,0 0 277 0</inkml:trace>
  <inkml:trace contextRef="#ctx0" brushRef="#br0" timeOffset="17248.62">9892 4162 60 0,'-12'1'171'16,"3"-1"-6"-16,2 0-6 0,0 0-19 0,7 0-11 15,-12 0-13-15,8 0-7 0,4 0-3 0,-7 3 0 16,7-3-1-16,-5 0-1 0,5 0-5 0,0 0-4 15,-4 2-3-15,4-2-3 0,0 0-4 0,0 0-2 16,0 0 1-16,-7 2 0 0,7-2-3 0,0 0-3 16,0 0-1-16,0 0 5 0,0 0-6 0,0 0-13 15,0 0-5-15,0 0-9 0,0 0-1 0,0 0-3 16,0 0-6-16,0 0-2 0,0 0-4 0,0 0-1 16,0 0 0-16,0 0-5 0,0 0-6 0,0 0 1 15,0 0-3-15,0 0 1 0,0 0-4 0,-2 2-4 16,2-2 2-16,0 0 0 0,0 0 0 0,0 0-3 15,0 0 0-15,0 0-4 0,0 0-2 0,0 0 0 16,0 0 1-16,0 0 0 0,0 0 6 0,0 0 6 16,23-2 3-16,-9 2-2 0,4-2 0 0,3 0-5 15,8 2 0-15,1 0-2 0,1-3-1 0,5 2 6 16,2-3-9-16,13-1 3 0,-12 2-5 0,0-1 3 16,1 4-3-16,-5-3-3 0,-3 0 0 0,-1 3 1 15,-8-2-12-15,-5-2 0 0,-4 4-7 0,-1-2-4 16,-2 2-6-16,-3 0-10 0,-4 0-15 0,0-2-30 15,-4 2-31-15,0 0-5 0,0 0-8 0,-20-6-12 16,8 5 0-16,-9 0-5 0,5 1-10 0,-3-1-8 16,-1 1 4-16,-1 1-11 0,0-1-137 0,-1-1-327 15,1 0 146-15</inkml:trace>
  <inkml:trace contextRef="#ctx0" brushRef="#br0" timeOffset="17513.79">10073 4083 125 0,'-3'-6'184'16,"2"3"13"-16,-1-3 4 0,1 1-4 0,-1-1 8 15,2 0 0-15,-4 1 5 0,5-2 2 0,-2 1-4 16,1 1 7-16,1-1-1 0,-1 6-4 0,-1-6-12 16,1 6-14-16,0 0-12 0,-1-8-11 0,1 8-24 15,0 0-17-15,0 0-18 0,0 0-21 0,0-5-6 16,0 5-28-16,0 0-8 0,0 0 0 0,5 18-12 16,-3-6 2-16,1 6-11 0,1 7 15 0,-2-1-15 15,2 4 1-15,0-2-5 0,1 3 5 0,1 0-1 16,1-3-7-16,-1-2 1 0,-5-4-4 0,5-2 8 15,-3 0-1-15,3-2-2 0,1 1-37 0,-4-6-27 16,-1-2-25-16,2 3-23 0,0-6-24 0,-3 0-18 16,3-1-15-16,-4 0-9 0,0-5-32 0,4 3-68 15,-4-3-221-15,0 0-525 0,0 0 232 0</inkml:trace>
  <inkml:trace contextRef="#ctx0" brushRef="#br0" timeOffset="17980">10511 3914 163 0,'4'-5'298'0,"1"0"-13"15,-1 1-9-15,1-1-23 0,-1-1-19 0,2 1-24 0,-1 3-22 16,3 0-21-16,-2 0-21 0,1 2-14 0,3 2-18 15,1 1 0-15,2 3-17 0,0 1-1 0,0 3-14 16,-3 5-6-16,5-1-6 0,-3 4-4 16,2 4-5-16,-1 2-8 0,-3 5-1 0,-1-7-3 15,-2 3-8-15,-4 2-1 0,1-4-2 0,-2-3-7 16,-2-2-2-16,-2 2-2 0,1-2-1 0,-1-1-3 0,0-4-3 16,-1 0-5-16,1-2 2 0,-1-3-3 0,0 2 3 15,1-4 5-15,0-1 10 0,1-1 19 0,-2-1 13 16,1 1 37-16,2-4 43 0,-2 4 18 15,2-4-11-15,0 0-2 0,-8-10 6 0,5 0 0 16,2 1-3-16,0-6-8 0,1-2-11 0,1-10-13 0,0-2-12 16,3-4-12-16,4-2-10 0,2 0-6 0,-1 1-11 15,1-1 2-15,2 3-9 0,3 0-5 0,-7 7-7 16,3 0-4-16,-6 7-2 0,1 3-5 16,-3 3-4-16,1 4-2 0,1-1-9 0,-1 3-3 15,-3 1-1-15,2 2-14 0,-3 3-41 0,5-8-49 16,-4 6-57-16,-1 2-67 0,4-1-37 0,-4 1-6 0,5 7-19 15,-1 1-22-15,1 2-29 0,-5 2-32 0,3 5-331 16,-3-2-741-16,0-4 328 0</inkml:trace>
  <inkml:trace contextRef="#ctx0" brushRef="#br0" timeOffset="18497.06">11073 4128 69 0,'-5'2'192'16,"-4"-2"-17"-16,4 2-6 0,5-2-13 0,-5 2-11 15,1 1-17-15,4-3-8 0,0 0-11 0,-5 1-10 16,5-1 8-16,0 0 0 0,-8 1-3 0,8-1 1 15,0 0 2-15,0 0-6 0,0 0-1 0,0 0 5 16,0 0-4-16,0 0-1 0,0 0 2 0,0 0-3 16,0 0-5-16,0 0 3 0,0 0-16 0,0 0-5 15,0 0-6-15,0 0-3 0,0 0-6 0,0 0-3 16,0 0-4-16,0 0-7 0,0 0-3 0,-5 1 0 16,5-1-3-16,0 0-4 0,0 0 0 0,0 0 0 15,0 0-6-15,0 0 2 0,0 0-7 0,0 0 7 16,0 0-4-16,0 0-4 0,0 0-3 0,0 0-3 15,0 0 4-15,0 0 9 0,0 0-14 0,0 0 0 16,0 0-4-16,23-6 0 0,-10 4-1 0,9 2-2 16,-1-2-4-16,9-1 2 0,3-1-3 0,2-1-2 15,3 3-3-15,3-2 7 0,9 1-1 0,-10 0 3 16,-3 0 3-16,2-1 5 0,-6 0-6 0,-1 1-2 16,-10 0 2-16,-2 2-3 0,-3-3 2 0,-5 1-3 15,-1 1 4-15,-3 1-1 0,-3 0 0 0,1 1 0 16,-6 0-2-16,8-2-9 0,-6 1-6 0,-2 1-23 15,0 0-23-15,0 0-24 0,0 0-19 0,0 0-25 16,-13-3-18-16,3 3-28 0,1 0-28 0,1 0-34 16,0 2-59-16,0-4-166 0,0 2-490 0,8 0 217 15</inkml:trace>
  <inkml:trace contextRef="#ctx0" brushRef="#br0" timeOffset="19146.82">11744 3799 244 0,'4'-5'227'0,"0"-1"-6"0,0 1-14 0,-1-1-16 15,2 4-17-15,1-2-23 0,-1 0-9 0,1 1-13 16,3 1-14-16,2 0-12 0,0 1-14 16,-1 2-4-16,1 3-9 0,0 0-6 0,0 1-8 15,2 0 1-15,-3 2-8 0,4 0-7 0,-1 1 0 16,0 6-4-16,-3 0-6 0,-1 3-1 0,0-2-5 0,-4 3 0 16,0 1-1-16,-2 1-9 0,-3 5 1 0,-3-1-3 15,-3 5 0-15,-2-7-2 0,-2 6-1 0,-3-6 0 16,-2 2-2-16,-2-2 0 0,-2 2 0 15,1-4-5-15,-4 1 1 0,2-4 1 0,2-5 2 16,0-1 2-16,3-2 14 0,2-1-11 0,4-2-1 16,-1-2 2-16,2 1-1 0,3-2 2 0,0 0 11 0,-1-1 21 15,2 1 28-15,0-2 34 0,4-1 34 0,-5 2 27 16,5-2 7-16,0 0-15 0,0 0-26 16,-3-9-14-16,7 4-16 0,0-4-11 0,1 2-7 15,5-2-4-15,-2 2-18 0,1 0-8 0,1 1-8 16,-1 2-8-16,0-1-6 0,2 1-8 0,-4 1-1 15,2 2-10-15,1 1-1 0,1 1-6 0,0 5-2 0,-1-2 1 16,1 1-6-16,0 3 3 0,0-2-2 16,-1 3-4-16,2 2-1 0,-1-4 7 0,-3 3-6 15,1-4-4-15,0 3-15 0,-3-2-2 0,1-2 1 16,-2-2 0-16,-1 2 2 0,0-3 2 0,-2 1 4 16,2 1 0-16,0-4 3 0,-4 0 2 0,9 0 3 15,-3-3-1-15,1-1-2 0,3 0-1 0,-1-2-2 0,0 1 8 16,1-2-2-16,-1-2 0 0,2-2-8 15,3 0 7-15,-1-1-7 0,1 1 6 0,-5-3-17 16,4 1-18-16,-2 4 2 0,2-5-21 0,-4 2-21 16,1 4-26-16,2 0-20 0,-3-1-19 0,1 2-23 15,-5-2-29-15,4 3-36 0,-1-2-48 0,-1 1-46 0,-2-1-238 16,1-1-604-16,-1-2 267 0</inkml:trace>
  <inkml:trace contextRef="#ctx0" brushRef="#br0" timeOffset="19446.75">12223 3593 61 0,'0'0'213'0,"1"-4"-24"0,-1 4-19 16,7 0-13-16,-7 0-13 0,15 8 0 0,-2 4-9 15,1 0-9-15,5 6-1 0,0 9-6 0,6 15 6 16,-1 6-3-16,-2 5 0 0,-7 4 1 0,2 25-8 16,-11-25-2-16,-3 5-6 0,-2 17-6 0,-1-26-14 15,-5-2 2-15,-3-6-16 0,-1 1-2 0,-1-12-5 16,0-1-4-16,-7 9-4 0,-2-9-6 0,-12 8-4 16,-3-7-3-16,-8-3-1 0,-3-4-7 0,-5-2-24 15,-1 0-43-15,-4-7-53 0,-7-2-54 0,0-6-85 16,-2-2-242-16,-29-2-503 0,26-6 222 0</inkml:trace>
  <inkml:trace contextRef="#ctx0" brushRef="#br0" timeOffset="20063.3">8653 3775 136 0,'0'-4'219'0,"1"0"-4"0,-1 4-10 0,3-5-16 16,-3 5-18-16,0-6-17 0,0 6-19 0,0 0-14 15,0 0-11-15,-13 10-14 0,3 1-9 0,-7 12-10 16,-2 8-7-16,-9 16-12 0,-12 25-1 0,4 3 3 16,1 2 1-16,1 1-2 0,10-23-5 0,-3 23 2 15,12-20 5-15,9-4 14 0,3 1 0 0,8-1-2 16,9-4-3-16,9-4 7 0,13-3-4 0,8-2 1 16,35 6-7-16,14-13-5 0,8-8-16 0,11-9-59 15,3-5-91-15,8-10-107 0,-2-4-259 0,2-6-508 16,-10 0 225-16</inkml:trace>
  <inkml:trace contextRef="#ctx0" brushRef="#br0" timeOffset="21029.87">12690 3615 160 0,'0'0'184'0,"6"-3"-13"0,-2 1-20 0,2 1-16 16,1 1-12-16,-7 0-8 0,11 1-15 16,-2 3-11-16,1 0-2 0,-5 4-3 0,3 0-5 0,2 2-10 15,-5 5-8-15,2-4-5 0,-2 7-5 0,-5 0-6 16,1 1 4-16,-1-1-10 0,-4 1-4 0,2-1-1 16,-5 0-3-16,2 0 14 0,-4 0 0 0,3-2 2 15,-3 0 7-15,-4 0-10 0,4-5 0 0,2 1 6 16,0-3-4-16,0 1 0 0,-1-1-2 0,4-4-5 15,-1-1-7-15,1-1 3 0,1 1 5 0,-1 0 5 16,2-2 7-16,2-2 11 0,-4 5 6 0,3-3 9 16,1-2 16-16,0 0 10 0,-1 2-1 0,1-2-4 15,0 0 0-15,0 0-7 0,0 0-4 0,0 0-12 16,15-7-6-16,3 2-1 0,11-5-16 0,6 2-4 16,6-1-11-16,13-3-1 0,6 4-7 0,1 0-1 15,3 3-4-15,-2-3-3 0,0 2-4 0,-5 1 1 16,-6-2 2-16,-11 7-3 0,-6-3 7 0,-4 2-16 15,-10 1 5-15,-2-2-10 0,-5 1 6 0,1 0 2 16,-6 1-4-16,-2 0-2 0,-6 0-3 0,10-3-22 16,-3 2-22-16,-7 1-22 0,0 0-22 0,0 0-35 15,0 0-40-15,0 0-44 0,0 0-74 0,-35 4-262 16,17-3-585-16,5-1 258 0</inkml:trace>
  <inkml:trace contextRef="#ctx0" brushRef="#br0" timeOffset="24945.95">16801 2718 152 0,'2'-5'173'0,"2"-2"-15"16,-2 3-2-16,1-4-7 0,-1 6-3 0,2-5 6 15,-1-1 5-15,-2 3-14 0,2-2-4 0,-2 2-6 16,2-1-4-16,2 0-3 0,-4 1 0 0,3 1 2 16,-2 1-13-16,0-2-7 0,0 4-18 0,-2 1-5 15,1-4-9-15,-1 4-12 0,2-4-10 0,-2 4-4 16,0 0-16-16,0 0-28 0,0 0-2 0,0 0 0 15,0 0-4-15,-2 19 2 0,1-7-1 0,-1 0 2 16,0 5-1-16,-4 3 1 0,0 6 0 0,2-1 0 16,-1-2 0-16,-1 2 0 0,3-4 0 0,-4 1 2 15,2-2-4-15,4-1 1 0,-3 0-2 0,2-1 2 16,-2-1 1-16,2-5 0 0,1-1 1 0,1-4 3 16,0 1-3-16,0-3 1 0,-1 0 4 0,-1-1 9 15,2 1 9-15,-1-2 12 0,1-3 18 0,0 6 19 16,0-6 17-16,-1 3 25 0,1-3 10 0,0 0 18 15,0 0-6-15,0 0-32 0,0 0 9 0,13-14-16 16,-1 2-2-16,0-1-12 0,2 1-11 0,1-2-8 16,7-6-3-16,-4 2-8 0,1-2-7 0,0 2-13 15,1 1 2-15,0-1-8 0,-6 5-3 0,0 1-2 16,-2 0-2-16,-3 3 1 0,2-1-5 0,-3 2-10 16,-1-1 9-16,2 2 3 0,-6 2 9 0,3 1-5 15,-2 1 7-15,-3 0-7 0,3-1 2 0,-2 1-4 16,-2 3-2-16,6-4-3 0,-6 4-3 15,4-3-7-15,-4 3 1 0,2-1-1 0,-2 1-5 0,0 0-7 16,0 0-6-16,0 0-7 0,4-2-2 0,-4 2-9 16,0 0-1-16,0 0-12 0,0 0-3 0,0 0-2 15,0 0 1-15,0 0 2 0,0 0 14 0,-18 9 2 16,13-6 1-16,1-1-1 0,-1 3 4 16,2-4 4-16,0 1 2 0,-1 1 5 0,4-3-2 15,-4 4-5-15,4-4-17 0,-2 3 24 0,2-3-6 0,-3 3-5 16,3-3-4-16,0 0 5 0,0 5 0 0,0 1 5 15,1 0 4-15,1 0 1 0,0 2 3 0,2 0-7 16,2 1 2-16,-1 3 7 0,3 0-2 16,1 2 9-16,2-1 2 0,2 3-9 0,1-3 3 15,3 5 5-15,1-3-5 0,-3-3 11 0,3 8 0 16,-2-7-8-16,-3-1-2 0,-1 1 11 0,-1-5-2 0,0-1-6 16,-2 0 7-16,-2-1 3 0,2-2-13 0,-5 0 10 15,1-1-23-15,-1 0 24 0,-1-1-13 0,-1 1 13 16,-2-3-1-16,5 3-3 0,-5-3 0 15,5 4 0-15,-5-4-13 0,4 0 16 0,-4 0 10 16,0 0-7-16,0 0 3 0,1 3-4 0,-1-3-1 16,0 0-5-16,0 0 3 0,0 0 3 0,0 0-9 15,0 0 5-15,3 3-8 0,-3-3-15 0,0 0-14 0,0 0-9 16,0 0-19-16,0 0-17 0,0 0-21 16,0 0-28-16,0 0-36 0,0 0-36 0,0 0-25 15,14-6-39-15,-9 6-36 0,-1-5-196 0,-3 0-532 16,4 0 235-16</inkml:trace>
  <inkml:trace contextRef="#ctx0" brushRef="#br0" timeOffset="25545.82">17480 2644 78 0,'0'0'269'0,"0"-3"-21"0,0 3-23 16,0 0-21-16,0 0-25 0,-2-4-21 0,2 4-18 16,0 0-11-16,0 0-17 0,0 0-9 0,0 0-11 15,11 9-8-15,-8-7-8 0,3 4-6 0,4 0-9 16,-1 1-6-16,4 1-4 0,1 3-4 0,5 1-8 15,-6-1-4-15,5 1 1 0,-1-2-7 0,-1 0-1 16,1 1-3-16,-2-3 0 0,1 2-4 16,1-3 0-16,-8 0-4 0,2-2 0 0,1-1 1 15,-3-1 1-15,-1-1-5 0,-2 1-1 0,-1-1 15 0,-1 0 19 16,-4-2 18-16,9 3 5 0,-9-3 16 0,9 2 0 16,-9-2 2-16,0 0-2 0,0 0-12 0,8 0-4 15,-8 0-11-15,0 0-3 0,0 0-14 0,0 0-4 16,1 3-6-16,-1-3-23 0,0 0-15 15,0 0-6-15,0 8 4 0,-4-4-3 0,-5 6 0 16,-1 3 6-16,-3 3-2 0,-6 7-1 0,1 0 1 16,-5 5 6-16,-8 9 0 0,7-11-12 0,3 1 14 15,-1 0 1-15,0-2-1 0,4-1-2 0,-1-3 1 0,2 1 0 16,5-6 0-16,0-3-1 0,4-2 2 16,2 0 0-16,-1-2 1 0,1-3-4 0,4 1 4 15,-1-2 10-15,-1-1 2 0,2-2 4 0,-1 4 12 16,1-5 5-16,2-1 5 0,-4 4-4 0,4-4 12 15,-4 2-5-15,4-2 3 0,-1 2-1 0,1-2-1 16,0 0-7-16,0 0-4 0,0 0-10 0,-4 4 8 16,4-4-8-16,0 0-1 0,0 0-8 0,0 0-16 15,0 0-8-15,0 0-11 0,0 0-15 0,0 0-18 16,0 0-18-16,0 0-52 0,0 0-51 0,0 0-27 16,0 0-29-16,0 0-46 0,1-13-220 0,-1 13-539 15,3-11 239-15</inkml:trace>
  <inkml:trace contextRef="#ctx0" brushRef="#br0" timeOffset="25821.05">17911 2988 66 0,'1'-4'321'0,"-1"4"-18"15,0 0-32-15,3-7-16 0,-3 7-25 0,4-4-24 16,-4 4-25-16,0 0-20 0,0 0-21 16,0 0-13-16,0 0-14 0,-13 15-10 0,4-5-11 15,-3 5-9-15,-7 4-7 0,3 2-8 0,-4 0-5 16,5-1-13-16,-4 3 3 0,2-1-2 0,-2 1-6 0,1-3-4 16,5-3-4-16,3-2-22 0,-1 1-31 0,0 0-31 15,1 1-36-15,-1-3-39 0,3 1-58 0,0-3-74 16,1-4-155-16,2-3-441 0,3-1 195 15</inkml:trace>
  <inkml:trace contextRef="#ctx0" brushRef="#br0" timeOffset="26396">18548 2599 40 0,'2'-6'254'0,"-2"3"-8"0,1 1-10 16,0-1-11-16,-1 3-13 0,0-7-15 0,0 7-20 16,4-5-17-16,-4 5-18 0,0 0-13 0,0-3-22 15,0 3-13-15,0 0-11 0,0 0-11 0,2 11-11 16,-1-1-5-16,-2 2-9 0,-1 5-4 0,-2 2-5 15,2 1-2-15,-2 7 1 0,1 1-9 0,-2-1 0 16,3 2-2-16,-1-3 0 0,3 1-5 16,-4-1-1-16,4-2-2 0,-1-3 0 0,4-1-6 0,-3 0 3 15,6-1-2-15,-4-2 2 0,0-6-4 0,4 5-1 16,-7-7 2-16,2-1 0 0,-1-1 0 0,1-1-3 16,1-1 3-16,-4 1-1 0,2-6 3 0,0 5-3 15,0-5 0-15,0 0 18 0,2 7 17 0,-2-7 9 16,1 5 3-16,-1-5 2 0,0 0-5 15,0 0-6-15,0 0-1 0,0 0-5 0,0 0-2 16,0 0-4-16,0 0-11 0,0 0-28 0,0 0-30 0,0 0-27 16,0 0-23-16,0 0-27 0,-9-17-33 0,6 11-29 15,3 6-44-15,-2-11-46 0,-2 0-162 0,4 3-456 16,-4-5 202-16</inkml:trace>
  <inkml:trace contextRef="#ctx0" brushRef="#br0" timeOffset="26671.03">18579 2523 74 0,'0'-4'262'0,"0"4"-10"0,1-6-8 15,-1 6-17-15,0-5-16 0,0 5-19 0,2-3-21 16,-2 3-20-16,0 0-17 0,0 0-14 0,0 0-15 16,0 0-14-16,0 0-8 0,0 0-7 0,-3 15-8 15,-1-5-9-15,-2 4 1 0,-2 2-11 0,-1 9-2 16,-5-2-18-16,0 3-25 0,-4-1-24 0,-1-2-34 16,-2 2-36-16,0 0-59 0,-2 0-251 0,-3-5-432 15,6 1 191-15</inkml:trace>
  <inkml:trace contextRef="#ctx0" brushRef="#br0" timeOffset="27256.02">18400 3087 101 0,'0'0'196'0,"0"0"-14"0,0 0-14 16,0 0-7-16,0 0-15 0,0 0-8 0,0 0-12 16,0 0-8-16,0 0-8 0,0 0-11 0,0 0-9 15,0 0-11-15,0 0 3 0,0 0-11 0,0 0-2 16,0 0-8-16,0 0 0 0,0 0 6 0,0 0-11 16,0 0-5-16,0 0 2 0,0 0-3 0,0 0-3 15,0 0-2-15,27 2-2 0,-14-3-5 0,6 0-4 16,1 1-2-16,2-3-5 0,5 0 0 0,3 1-6 15,0 3-1-15,-2-4-2 0,-1 2 2 0,-5 1-7 16,-4-1 1-16,1 0-14 0,0 1-17 16,-7 0-20-16,-2-2-20 0,-1 1-32 0,-4 0-44 0,0 0-88 15,-4-2-143-15,-1 3-393 0,0 0 173 0</inkml:trace>
  <inkml:trace contextRef="#ctx0" brushRef="#br0" timeOffset="36277.39">3852 7059 66 0,'0'0'91'0,"-2"-5"-2"16,2 5 3-16,-2-3 1 0,2 3-6 15,-1-9-9-15,1 5-3 0,0 4 13 0,-3-5 5 16,2-1-3-16,1 1 0 0,0 0-7 0,-2-1 6 0,2 0-3 16,0 0-10-16,-3 1 16 0,3-3 6 0,0 1-3 15,0 0 1-15,0-2 8 0,0 2-1 0,3 0-5 16,-1-3-8-16,-2 3 1 0,1-1-4 16,2 3-8-16,-3-3 2 0,1 3 1 0,-1 1-8 15,0-1-3-15,2-2-2 0,-2 5-16 0,0 2-5 0,0-5-8 16,2 0-8-16,-2 5-8 0,0 0 3 0,0 0-7 15,0 0-5-15,13 10 0 0,-7-1-8 0,2 1-4 16,1 4 1-16,0 3 2 0,4-1-5 16,2 8-4-16,-1-2-6 0,-2-6-4 0,5 5 2 0,-4-5-1 15,0 1 0-15,-2-4-2 0,4-1-1 0,-7-4 4 16,4 1-1-16,-3-1 0 0,-1-3 6 0,1-1-1 16,-2-1 1-16,1-6-3 0,3 1 4 0,6-8 5 15,-3 0 0-15,-2-2 0 0,-1-5 9 0,-2 1 7 16,3-3 4-16,-2 3 7 0,-3-3 2 0,-1-5 3 15,0 5 5-15,0 2 1 0,-2-2 5 0,0 4 10 16,-2 2-2-16,2 1 10 0,-2 5-4 0,-2-2-5 16,2 3-7-16,-2 0-6 0,1 3-8 0,-1-1-27 15,0 4-20-15,2-5-14 0,-2 5-5 0,0 0 4 16,0 0 3-16,2 22 4 0,1-4 0 0,-4 9 4 16,1 5 4-16,-3 2-2 0,0 12 2 0,2 7 4 15,-1-5 21-15,2 4 2 0,0-1-5 0,0-1 0 16,0 0 1-16,0 0-2 0,0-3 0 0,2 3 1 15,-3-5-1-15,3 3 3 0,1-13 2 0,-2-2-3 16,2 4 2-16,-2-2-2 0,-1-1-1 0,-1-5 3 16,0 0-2-16,-3-1 2 0,1-2-1 0,-2 1-1 15,1-12 0-15,0 2-2 0,-1-3 5 0,2-3-6 16,-4 0 6-16,2-1-1 0,0-1 1 0,-2 1 4 16,-3-2 4-16,4-1-1 0,-7-1 1 0,2-2 0 15,-7-1-6-15,-4-1 2 0,4 0 3 0,-4-5-2 16,3-1-1-16,-1-3 13 0,0 1 7 0,-4-6 3 15,5 2 4-15,2 0 6 0,-3-7 14 0,1-3 2 16,5-1 0-16,-3-5-4 0,7 0-4 0,1-5-14 16,3-2 1-16,2-3-10 0,1 2-2 0,6-3-2 15,3 3-2-15,-1 1-6 0,3 1-1 0,5-2 1 16,2 0 0-16,3 5-10 0,3 0-3 0,0 2 6 16,2 0-3-16,0 2 0 0,3 1 10 0,-2 4-19 15,0 0 4-15,-2 3-4 0,-5 4 10 0,-1 2-9 16,0 0 2-16,-5 3-2 0,-2 1 2 0,0 1-6 15,-3 2 2-15,1 0-4 0,-4 0 3 0,1 0-1 16,0 2-4-16,-1 1-1 0,-3 1-34 0,4-2-19 16,-4 2-37-16,0 0-41 0,0 0-3 0,0 0 2 15,6 5-21-15,-5 0-19 0,-1 1-26 0,3 0-20 16,-2 6-47-16,2-4-201 0,2 1-511 0,1-2 227 16</inkml:trace>
  <inkml:trace contextRef="#ctx0" brushRef="#br0" timeOffset="36727.06">4846 7221 191 0,'0'0'203'0,"0"0"-9"0,-1-2-10 0,1 2-8 16,0 0-4-16,0 0-9 0,-4-4-4 0,4 4-6 15,0 0-8-15,0 0-10 0,0 0-6 0,0 0-3 16,0 0-6-16,0 0-4 0,0 0-5 0,0 0-4 16,0 0-6-16,0 0-6 0,0 0-6 0,0 0-9 15,0 0-10-15,0 0-8 0,0 0-6 0,0 0-6 16,0 0-3-16,13-4-10 0,0 3 0 0,5-2 0 16,2 0-7-16,9 0-4 0,2-3-7 0,-4 3-1 15,7-1-5-15,-3 1-5 0,0 2-7 0,-2-4-15 16,-2 1-14-16,-5 3-19 0,-3 0-19 0,-1 1-20 15,-3 0-23-15,-3 0-37 0,-1 1-37 0,-4-1-31 16,-4 3-215-16,-3-3-463 0,3 2 206 0</inkml:trace>
  <inkml:trace contextRef="#ctx0" brushRef="#br0" timeOffset="37094.01">4920 7393 217 0,'0'0'240'16,"-1"3"-8"-16,1-3-12 0,-5 3-9 0,5-3-13 15,0 0-10-15,-3 4-15 0,3-4-11 0,0 0-16 16,0 0-15-16,0 0-9 0,0 0-12 0,0 0-10 15,26-1-11-15,-8-2-7 0,10-2-10 0,4 2 1 16,3 2-5-16,1-3-5 0,4 1 1 0,11-3 1 16,-11 3-3-16,-3 0-3 0,-1-1-2 0,-2-1-8 15,-3 3-3-15,-11-1-2 0,2 3-3 0,-12-1-2 16,3-1-9-16,-1 1-3 0,-6 1-1 0,2-1-4 16,-1 1-4-16,-7 0 1 0,8 0 1 0,-8 0-2 0,8-1-3 15,-8 1-9-15,0 0-20 0,6 0-29 16,-6 0-28-16,0 0-22 0,0 0-31 0,0 0-39 15,0 0-65-15,-11 6-254 0,7-3-521 0,4-3 230 16</inkml:trace>
  <inkml:trace contextRef="#ctx0" brushRef="#br0" timeOffset="38511.04">6276 6929 104 0,'0'-2'176'0,"3"-4"-20"0,2 4-17 15,0-2-10-15,4 1-14 0,4-2-10 0,0 2-10 16,0 1-12-16,6 1-12 0,0 1-8 0,1 1-3 16,-1 1-4-16,2 4-8 0,-1 1-11 0,3 4 0 15,-5-3-5-15,0 4-1 0,-4 0 2 0,2 3-10 16,2 5 1-16,-2 1-5 0,-6 2-6 0,-1 3 6 16,-2-2 7-16,-4 4-2 0,-4-1-1 0,-5-1 5 15,-1-1 3-15,-3 1 2 0,-3-1 6 0,0-1 9 16,0-3 5-16,1-5-1 0,-1 1 4 0,-5 1 0 15,4-3 2-15,0-1 8 0,1 0-3 0,-1-5-2 16,4 0 2-16,2-4 3 0,3 0 1 0,0-1 4 16,1-1 2-16,0 0 10 0,3-1 19 0,-3 0 12 15,2 0 10-15,2-2 13 0,0 0 3 0,0 0-11 16,0 0-15-16,-3-9-19 0,8 0-4 0,2-2-9 16,4-3-10-16,-1-3-2 0,5-6-14 0,5-1-6 15,-4 1-4-15,4-6-15 0,0-1-1 0,-1 1 1 0,-2 2-9 16,6-2-1-16,-6 2-5 0,0-1-7 15,2 0 9-15,-3 3-11 0,0 2 1 0,-7 7 0 16,3 0-1-16,-2 2 1 0,-5 1 2 0,2 5-1 16,-2-1 8-16,-1 2 3 0,-3 2-4 0,5 0-4 0,-3 1-3 15,-2-1-6-15,2 4-3 0,-2-3-7 16,-1 4-27-16,0 0-14 0,0 0-8 0,0 0 0 0,0 0 9 16,1 16 2-16,-3-3 9 0,-5 4-5 15,1 7 10-15,-2 0 1 0,3 4 5 0,-3-2 1 16,6 2 2-16,-2-1 5 0,0-3-1 0,8-5 6 0,-3 2 3 15,4-3-2-15,2 1 2 0,6 1 4 0,1-3 2 16,5 2 4-16,5-5-17 0,6-2-31 16,3-2-49-16,5-5-65 0,-1 0-89 0,0-4-315 15,15 0-612-15,-17-3 272 0</inkml:trace>
  <inkml:trace contextRef="#ctx0" brushRef="#br0" timeOffset="39143">6911 6578 61 0,'8'0'149'15,"0"-1"-10"-15,-2 2-16 0,7-1-7 0,-3 3-16 16,-1-1 5-16,2 3-6 0,0 2-6 16,0 0-13-16,-2 2-1 0,0 1-3 0,1 3-1 15,0 3-7-15,-2-1-7 0,0 2-2 0,-1 0-4 0,-3 0-5 16,0 1-3-16,-3-2-3 0,-1 11-10 0,0-10 12 15,-1 1-7-15,-3-1-7 0,0 0 8 0,-2-3 5 16,2-2 11-16,0 0 5 0,1-4 9 16,-3-1 5-16,4 0 5 0,-2-2 9 0,-1-1 14 15,3 0 21-15,-1-2 21 0,-1-1-6 0,4-1 9 0,0 0-3 16,-13-6 5-16,9 0-7 0,-1-3-12 0,2-4-8 16,1-3-5-16,2-3-22 0,-1 0-6 0,5-7-7 15,0-1-22-15,3 0 9 0,1 1-11 0,0 0-2 16,-1 2-10-16,1 6-9 0,1-1 0 0,-3 4-9 15,1 0-1-15,-1 4-14 0,-1 3 12 0,-1-1-11 16,1 4-24-16,-4 0-32 0,2 2-35 0,0-3-48 16,-1 5-25-16,-2 1-23 0,0 0-30 0,9 5-32 15,-6-1-45-15,-3 1-268 0,2 1-592 0,2 1 261 16</inkml:trace>
  <inkml:trace contextRef="#ctx0" brushRef="#br0" timeOffset="39645.71">7649 6648 2 0,'0'0'195'0,"0"0"-14"0,-12-2-6 16,12 2-12-16,-5-1-6 0,5 1-10 0,0 0-5 16,0 0-4-16,0 0-18 0,0 0-7 0,0 0-13 15,0 0-6-15,0 0-10 0,0 0-9 0,0 0-1 0,27-2-11 16,-9-1-3-16,3 1-6 0,9 0-6 15,-1-1-6-15,2-1-8 0,2 3-2 0,-1-1 2 16,4 0-7-16,-4-1 0 0,-2 2-4 0,-8 0-6 16,0-1-11-16,-3 0-12 0,-6 2-11 0,-3-1-23 0,-1 1-13 15,-1-2-31-15,-8 2-23 0,0 0-35 0,0 0-188 16,0 0-357-16,-22 3 158 0</inkml:trace>
  <inkml:trace contextRef="#ctx0" brushRef="#br0" timeOffset="40178.03">7559 6699 161 0,'0'0'225'16,"0"0"-14"-16,0 0-14 0,0 0-21 0,-8 0-19 15,8 0-18-15,0 0-15 0,0 0-8 0,0 0-19 16,4 7-14-16,-4-7-2 0,8 9-7 15,1-4-9-15,1 3-6 0,-2-1-6 0,5 5-5 0,1 0-5 16,1 0-4-16,2 1-5 0,3 3 2 0,-3-1-5 16,3 2-1-16,-4-3-3 0,5 5-6 0,-7-9-4 15,3 5-1-15,-2-3 2 0,-1 0-10 0,3-2-6 16,-7-2 5-16,2-2-3 0,-1 0 0 16,-2-2-3-16,-5-2 5 0,1 1-3 0,0 0 17 0,-1-2 7 15,0 2 13-15,-4-3 14 0,6 0 14 0,-6 0 4 16,0 0 4-16,0 0 0 0,7-4 11 0,-7 4-7 15,2-3 1-15,-2 3-7 0,1-3-4 0,-1 3-8 16,0 0-6-16,0 0-10 0,0 0-10 16,0 0-6-16,0 0-28 0,0 0-11 0,0 0 2 0,2 11-1 15,-5-1 2-15,-3 7 0 0,-5 10 0 0,-1 0 1 16,-5 17-3-16,-2 2 5 0,-1-1 1 0,-4 0-1 16,1 3 0-16,3-3 0 0,-3 0 1 0,8-14-2 15,2 3 2-15,0-1 1 0,2-3-1 0,-2 1 2 16,5-6 0-16,-1 1 4 0,4-7-3 0,-5-2-1 15,6-1 0-15,-1-2-1 0,0-4 3 0,2-2 0 16,1 0 0-16,-1-2-1 0,1-2 8 0,-1 1-7 16,3 0 1-16,-1-1 0 0,1-4 0 0,-1 3 2 15,1-3-1-15,-3 2 0 0,3-2 2 0,0 0 3 16,0 4-3-16,0-4-18 0,0 0-20 0,0 0-22 16,0 7-26-16,0-7-37 0,0 0-48 0,0 0-40 15,0 0-260-15,0 0-504 0,19 0 223 0</inkml:trace>
  <inkml:trace contextRef="#ctx0" brushRef="#br0" timeOffset="40734.01">7531 7801 199 0,'-8'1'213'0,"3"-1"5"16,-2 1-1-16,2 0-4 0,5-1-6 0,-8 0 1 15,8 0-13-15,-8 3-6 0,8-3-16 0,0 0-16 16,-9-1-4-16,9 1-8 0,0 0-22 0,0 0-10 16,0 0-10-16,0 0-6 0,0 0-3 0,0 0-10 15,0 0-6-15,-6-2-8 0,6 2-3 0,0 0-10 16,0 0 3-16,0 0 9 0,0 0-17 0,0 0-5 15,0 0-2-15,0 0-1 0,0 0-5 0,0 0-1 16,-7 2 4-16,7-2-9 0,0 0-7 0,0 0 11 16,0 0-3-16,0 0 0 0,0 0-1 0,0 0-2 15,0 0 0-15,0 0-5 0,0 0-1 0,0 0 0 16,0 0-3-16,0 0 7 0,0 0-9 0,0 0-4 16,0 0 5-16,0 0-2 0,0 0-7 0,0 0-2 15,0 0-1-15,0 0 7 0,0 0 6 0,0 0-14 16,0 0 1-16,0 0-4 0,0 0 3 0,0 0-7 15,25-6 1-15,-7 3 1 0,11-4-2 0,9 0-8 16,16-1 12-16,2-1 1 0,8 0-5 0,0-2-2 16,27-2 3-16,-28 5 5 0,0-6-4 0,4 5 9 15,-3-2-7-15,-2 0 4 0,-3 2 0 0,-5 0 3 16,-17 0 2-16,-3 1-2 0,-3-2 0 0,-11 7 14 0,0-1 7 16,-8-1 9-16,-1 3 7 0,-5-1 9 15,4 2-7-15,-4 0 4 0,0-2 3 0,-1 3-6 16,-5 0-3-16,6-2-7 0,-6 2-11 0,0 0-28 15,0 0-28-15,12 0-34 0,-12 0-49 0,0 0-44 0,5 2-43 16,-5-2-54-16,0 0-64 0,0 0-342 16,0 0-709-16,0 0 314 0</inkml:trace>
  <inkml:trace contextRef="#ctx0" brushRef="#br0" timeOffset="41893.15">9196 6953 138 0,'1'-7'233'0,"1"0"-8"0,-2 0-9 0,0-3-6 15,0 4-14-15,0-3-7 0,-2 4-11 0,2-2-4 16,-2-1-23-16,0 1-5 0,0 0-21 0,1 0-12 15,-3 1-15-15,-4-1-10 0,2 0-9 0,1 2-11 16,-2-2-7-16,-2 5-9 0,2-3-8 0,-2 2-9 16,-3 0-6-16,1 3-1 0,-1 1-4 0,-3 4-4 15,-2 0-4-15,-4 2 0 0,0 8-4 0,3-3 1 16,-4 6-6-16,1 1-1 0,4 5-1 0,-2-3-2 16,4 1-1-16,-2 2-1 0,3 0 2 0,0 0 10 15,5 2-12-15,1-3 0 0,3-3 2 0,0 5 1 16,5-8-1-16,0-3-1 0,0-2 4 0,0-1-4 15,4 0 4-15,-3-5-2 0,4 4 3 0,-1-6 4 16,1-1 8-16,3 0 10 0,-3-2 15 0,8-5 7 16,-3 2 0-16,4-2 6 0,-5-4 9 0,5 0 5 15,-1-1 24-15,-2 0-13 0,2-5-6 0,-1 0-3 16,-1 2 5-16,1-3 0 0,-1 1-5 0,-6 5 3 16,3-3 2-16,-3 4 6 0,0 1-7 0,-1 2-5 15,-1 2-9-15,0-2-15 0,0 3-3 0,-2-3-4 16,3 2-18-16,-4 3 3 0,5-2-28 0,-5 2-6 15,0 0 1-15,0 0-7 0,10 7-3 0,-2-2-4 16,0 3-7-16,2 1-3 0,3 6-7 0,2-1-15 16,3 6-16-16,5-3-26 0,-3 0-24 0,2 1-33 0,-5-7-40 15,0 1-44-15,0 1-70 0,1-6-237 0,-4 2-587 16,0-5 259-16</inkml:trace>
  <inkml:trace contextRef="#ctx0" brushRef="#br0" timeOffset="42526.3">9473 6994 67 0,'0'-6'288'0,"0"2"-13"16,-1-1-13-16,1 5-19 0,0-4-24 0,0 4-23 15,0 0-24-15,0-5-14 0,0 5-19 0,0 0-19 16,0 0-18-16,0 0-6 0,0 0-10 15,0 0-8-15,1 17-10 0,-2-5-10 0,1 2-5 0,0 1-6 16,0 5-3-16,-4 1-5 0,0 4-3 0,2 1-3 16,-1-2-5-16,-2-5-3 0,3 0-2 0,-1 5-2 15,-1-6 1-15,3-2-4 0,0 2 1 0,-1-6-7 16,0 0 1-16,2-2-3 0,-1-3 3 16,1 0-2-16,0 0 0 0,-2-3 1 0,2 0-1 0,0-1 1 15,0-3 11-15,0 7 15 0,0-7 16 0,0 4 16 16,0-4 17-16,0 0 17 0,0 0 19 0,0 0-2 15,0 0-8-15,0 0-6 0,14-11-10 0,-5 3-5 16,0-2-7-16,2-1-12 0,1-5-13 0,2 2-1 16,4-6-3-16,-5 4-5 0,2 2 6 0,-2-1 1 15,1 0 7-15,-2 2 2 0,-2 2 7 0,-1 2 5 16,-2 1 2-16,-1-2-2 0,0 5 11 0,-2-1 3 16,0 3-3-16,1-2 0 0,-3 1-8 0,1 1-3 15,-2 1-12-15,-1 2-10 0,5-6-6 0,-5 5-6 16,0 1-4-16,0 0-10 0,4-3-13 0,-4 3-16 15,0 0-7-15,0 0-15 0,0 0-15 0,0 0-10 16,0 0-10-16,0 0-5 0,0 0 5 0,0 0 12 16,-10 10 4-16,5-5 0 0,-3-1 4 0,2-2 4 15,-1 4 9-15,2-2-1 0,0-2 1 0,0 3 0 16,2-2 2-16,0-1 3 0,3-2 3 0,-7 5 1 16,6-3 0-16,1-2 2 0,-4 3 0 0,4-3 1 15,-1 3 2-15,1-3 6 0,0 0-12 0,-3 3-2 16,3 1 0-16,0-4-6 0,4 7 11 0,-1-1 2 15,0 3-2-15,4 0 2 0,2 3 3 0,1 1-4 16,2 3 5-16,9 2 10 0,-3 0-8 0,3 0 4 16,-1 2 1-16,3-3 0 0,0-1-36 0,3-2-59 15,-6 2-78-15,0-7-79 0,5 4-104 0,-10-4-356 16,1-1-768-16,-3-4 340 0</inkml:trace>
  <inkml:trace contextRef="#ctx0" brushRef="#br0" timeOffset="49625.89">10019 6873 96 0,'0'-5'227'0,"0"2"-3"0,0-2-8 0,0 0-6 0,0 5-6 16,0-6-6-16,0-1-13 0,0 3-8 0,0 4-11 15,4-6-7-15,-4 3-13 0,1-1-15 0,3 0-13 16,0 0-8-16,1 2-19 0,0-1-20 16,0 1-9-16,2-4-7 0,4 2-4 0,-1 3-7 0,2 0-6 15,6-1 3-15,0 4-14 0,2-1-2 0,-1 3-7 16,-1 3-2-16,1 0-3 0,-1 1-4 0,4 6 3 16,-3 6-4-16,1-1-3 0,-7 5-4 0,0 1 1 15,-4 1 1-15,-4 0-1 0,0 4 0 0,-5 1 0 16,-5 0 2-16,-1 1-1 0,-5 1 3 0,0-3-5 15,-1-1 1-15,-4-2 1 0,2 0 1 0,-4-2-1 16,0-3 2-16,4-2-2 0,1-4 2 0,-1-5-3 16,5-1 2-16,-1-1 6 0,2 0-8 0,3-3 3 15,-1 0 6-15,3 0 17 0,-1-4 10 0,-1 0 28 16,4 1 21-16,-3 0 20 0,4-3 23 0,0 0 8 16,-6 1-12-16,6-1-14 0,0 0-16 0,6-15-3 15,-1 4-12-15,5-3-9 0,2-1-7 0,3-8-8 16,-1-3-5-16,7 2-10 0,-3-3-10 0,2 0-9 15,3-3-13-15,-1 1-3 0,1 2-2 0,1-2 3 16,-1 0-4-16,1 5-1 0,-2-2 8 0,1 2-18 16,-1 1 7-16,-5 3-4 0,-4 8 5 0,-1 1 0 15,-4 4 2-15,-1 1-4 0,-3 2 0 0,1 1-6 16,-1-4-1-16,0 6 2 0,-1-2-28 0,-3 3-17 16,6-1-27-16,-6 1 10 0,1 5 7 0,-1 7 6 15,-4-2 9-15,1 9 0 0,-3 4 7 0,1 2 15 16,-1 4-7-16,-1 0 1 0,1 0 4 0,4 1 3 15,2-1 1-15,3-1 9 0,4-3 3 0,3 2-1 16,4-3 3-16,8-3 7 0,8-3-32 0,6-4-51 16,18 2-65-16,1-7-82 0,2-5-357 0,3-4-637 15,2-4 281-15</inkml:trace>
  <inkml:trace contextRef="#ctx0" brushRef="#br0" timeOffset="50574.96">10870 6626 30 0,'3'-5'254'0,"-2"3"-4"16,-1 2-2-16,4-7-12 0,-4 7-16 0,1-3-17 16,-1 3-23-16,3-2-13 0,-3 2-22 0,5-4-10 15,-5 4-22-15,0 0-14 0,0 0-14 0,0 0-6 16,0 0-13-16,0 0-6 0,1 17-11 0,-4-8-2 15,2 3-8-15,-1 4-1 0,-2 1-4 0,0 2-7 16,0-1-1-16,0 8-1 0,-1 2-3 0,1-3-1 16,-2 2 4-16,2-2-7 0,0-1 2 0,-1 0-7 15,1-3 1-15,4-3-2 0,-4-1 0 0,3-6-2 16,1-1-1-16,-1 1-1 0,-2-5 1 0,3 2-1 16,0-1 2-16,0-3-1 0,0 1 2 0,0-2 8 15,0-3 24-15,0 5 21 0,0-5 24 0,0 5 19 16,0-5 21-16,0 0 20 0,0 0 1 0,0 0-14 15,9-10-19-15,-2 3-7 0,-1-3-14 0,8-5-11 16,4-7-7-16,1 1-8 0,1 1-7 0,0-4-12 16,3 2 1-16,-3-2-9 0,-1 3-1 0,1 0-4 15,0 3-8-15,-6 3 1 0,0-2-5 0,-1 3-10 16,-2 2 5-16,1 4 7 0,-4-2 5 0,-1 2 2 16,1 1 7-16,-3 1 4 0,0 3 1 0,-1-1-4 15,0 0-1-15,-2 1-3 0,1-1-5 0,-3 4-5 16,4-4-13-16,-4 4 7 0,1-2-8 0,-1 2-5 15,4-3-9-15,-4 3-8 0,0 0-13 0,1-4-2 16,-1 4-12-16,0 0 4 0,0 0 6 0,0 0-1 16,0 0 5-16,-14 7 1 0,8-2 2 0,-1-3 4 15,3 1 0-15,-2 0 0 0,1 1 0 0,0-2 13 16,1 0-8-16,4-2 4 0,-7 2-3 0,4 1 0 0,3-3-1 16,-5 2-2-16,5-2 5 0,0 0 0 15,-4 2 4-15,4-2-2 0,0 0 9 0,-4 1-8 16,4-1-4-16,0 0 5 0,0 0-1 0,0 0-6 0,0 0-2 15,0 0 3-15,0 0-1 0,0 0-8 0,0 6 10 16,0-6-4-16,0 0-3 0,0 0 2 16,0 0-11-16,3 6 16 0,-2-3 0 0,1 3 3 15,2 1-4-15,2 3 1 0,2 1 7 0,4 1 2 0,2 2-4 16,7 3 5-16,3 5-7 0,1-3 9 0,7 1 4 16,-1 2-9-16,2-4 18 0,-1 0-43 0,10 9-57 15,-13-7-62-15,-2 0-73 0,-1 1-86 0,-3-1-386 16,0-1-745-16,-2-1 330 0</inkml:trace>
  <inkml:trace contextRef="#ctx0" brushRef="#br0" timeOffset="52408.09">7801 7991 143 0,'0'-2'259'15,"0"-5"-14"-15,1 5-17 0,-1 2-25 0,0-6-24 16,0 4-20-16,0 2-18 0,0 0-15 16,0 0-18-16,0 0-9 0,0 14-11 0,-4-2-7 15,0 4-6-15,0 2-12 0,-3 8-6 0,-1 0-6 0,0 1-6 16,2-2-6-16,-3 3-1 0,0 0-2 0,0-4-5 16,4 0-5-16,-4 0-3 0,7-6 3 0,-2 1-5 15,1-5-4-15,1-1 3 0,-1 0-2 0,2-5-2 16,-1 1-1-16,1-2-2 0,0-2 3 0,0 1 24 15,1-3 12-15,-2 1 27 0,2-4 26 0,0 0 28 16,0 5 22-16,0-5 16 0,0 0-14 0,0 0-12 16,7-10-24-16,-2 1-9 0,3-2-9 0,-1-1-14 15,6-4 1-15,-4 0-20 0,5-1-2 0,0-5-13 16,-1 5-1-16,1-1-3 0,0-4-11 0,0 7-4 16,-2 1-2-16,-1-2-1 0,-1 1-7 0,-2 6 0 15,-1 0-6-15,1 1-4 0,-3 0 14 0,-1 3-15 16,-1 0-2-16,1 2 2 0,-3-1-14 0,3 0 7 15,-4 4-5-15,3-3 1 0,0 0-10 0,-3 3-9 16,0 0-12-16,4-2-20 0,-4 2-14 0,0 0-2 16,0 0 9-16,0 0 7 0,-8 13 8 0,-1-4 4 15,0 0-2-15,-1 4 19 0,-4-1-9 0,3 2 3 16,-2-1 4-16,0 1-1 0,4 0 6 0,-2-1 1 16,3-3-2-16,0-1 4 0,3-1-4 0,0 3-1 15,0-6 7-15,2 1 1 0,2 0-4 0,-3-1 3 16,3-2 9-16,1 1-8 0,-3-1-3 0,3 1 8 15,3 1 8-15,-2-2-6 0,3 2 7 0,1-1-3 16,3 1-2-16,1 2 4 0,0-1-6 0,1-2-1 16,8 3 2-16,-2 0-15 0,2-2-35 0,0 1-36 15,0 1-40-15,1 0-45 0,0 3-47 0,2-3-50 16,-2 0-272-16,0 2-585 0,-2-5 259 0</inkml:trace>
  <inkml:trace contextRef="#ctx0" brushRef="#br0" timeOffset="52617.1">8401 8250 302 0,'0'-4'335'0,"0"4"-38"0,4-6-32 16,-3 4-25-16,3-3-28 0,0 3-21 15,5-1-23-15,1-1-13 0,3 0-16 0,5-1-30 16,0 1-33-16,1 0-45 0,1 1-54 0,0 2-60 0,0-1-55 16,0 0-242-16,-7 0-410 0,1 2 181 0</inkml:trace>
  <inkml:trace contextRef="#ctx0" brushRef="#br0" timeOffset="52774.09">8455 8386 80 0,'-4'2'172'0,"4"-2"1"0,0 0 4 16,0 0-9-16,0 0-18 0,14 2-15 0,-2-5-8 0,7-1-18 15,1 2-29-15,8-3-37 0,2 0-51 0,4-1-59 16,-2-1-157-16,0 0-242 0,-1 1 108 0</inkml:trace>
  <inkml:trace contextRef="#ctx0" brushRef="#br0" timeOffset="53108.04">9063 8129 197 0,'-5'-3'224'0,"5"3"-20"16,0 0-22-16,-5-2-20 0,5 2-17 0,0 0-20 15,0 0-11-15,-15 6-12 0,7 0-12 0,-2 4-11 16,-3 0-6-16,-2 4-8 0,-2 7-5 0,2-1 12 15,1 0 0-15,2-4 0 0,4 0 4 0,2 0-4 16,0-1 4-16,3 2-3 0,2 0-3 0,2-3 3 16,3-3 3-16,0-1 7 0,3 0 2 0,6-1 8 15,-1-3-2-15,4-1 0 0,3-3-2 0,3-2 0 16,-3-5 2-16,3 2 4 0,-3-5 12 0,-1 0 5 16,0 0-3-16,-4-4 1 0,3 1-4 0,-7-1-9 15,3-2-10-15,-4-1-6 0,-5-1-19 0,-1 2-2 16,-1-3-16-16,-2 2-19 0,-7-1-22 0,1 1-21 15,-7-1-40-15,-2 4-47 0,-13-1-53 0,-7 5-61 16,-1 2-56-16,-19 2-314 0,18 4-638 0,-1 0 283 16</inkml:trace>
  <inkml:trace contextRef="#ctx0" brushRef="#br0" timeOffset="54508.02">7934 6359 121 0,'0'0'192'0,"0"0"-12"0,0 0-10 0,0 0-11 0,-4-6-4 15,4 6-15-15,0 0-4 0,0 0-12 0,0 0-6 16,0 0 1-16,0-7-9 0,0 7-10 15,0-5-10-15,0 5-9 0,2-7 3 0,-2 2-10 16,2 0-2-16,-2-2-5 0,0 1-7 0,0-1-2 16,1-4-4-16,3-1-1 0,-2-3-6 0,-2 4 1 0,1-6 0 15,1-1 3-15,-1 2-4 0,-1 0-3 0,1-1-3 16,1 3-2-16,-2-1 6 0,2 1 0 16,-4 2-4-16,2 1-4 0,-2 0 4 0,1-1 7 15,1 1-6-15,-1 3-3 0,-1 0-2 0,1 3-5 0,-1-3-5 16,-1 4-7-16,1 0-14 0,-2-1-12 0,-3 2-12 15,-2 1-5-15,-5 2 0 0,-2 0-2 0,-5 7 5 16,-4 0-3-16,-6 4 5 0,0 4-1 16,2 2 5-16,-5-2 0 0,-7 12-1 0,-1-2 8 15,7-6-2-15,-10 7 0 0,1-2 1 0,13-5 0 0,-1-2 2 16,-3-1 1-16,5-2 4 0,0-2-1 0,6 0-1 16,6-5 0-16,4-2 5 0,1-3-2 0,3 1 1 15,0 0 10-15,0-1 14 0,3-2 15 0,-2 0 18 16,4-3 9-16,-1-2-4 0,2 0-3 0,0-4-3 15,3 1-4-15,1-4-14 0,1 0 3 0,3-2-8 16,0-1-8-16,2 0-1 0,1 1 3 0,1 0-7 16,0 3-4-16,-1 1 7 0,-1 2-15 0,2-2 0 15,-1 3-5-15,-2 4-1 0,3-1-3 0,-3 2 1 16,4 3-1-16,1 2 3 0,3 2-7 0,5 3 1 16,-5 2-4-16,2 3 2 0,-2 2-1 0,1-1 2 15,4 7 1-15,-2 2 2 0,4-2 0 0,-8 1 2 16,4 0 0-16,-5-6 2 0,0 0-6 0,1-3-11 15,-3-2-3-15,4 1-5 0,-3-5-3 0,-1 0-7 16,3-1-10-16,2-4-15 0,1 0-24 0,2-2-23 16,3-4-27-16,-2 1-33 0,2-4-50 0,7-2-59 15,-7 0-157-15,1 0-466 0,-3 2 207 0</inkml:trace>
  <inkml:trace contextRef="#ctx0" brushRef="#br0" timeOffset="55407.02">13161 7215 87 0,'0'0'186'0,"0"0"-12"16,0 0-19-16,-7-1-11 0,7 1 8 0,0 0-14 15,-4-4-7-15,4 4-7 0,0 0-9 0,0 0-7 16,0 0-6-16,0 0 0 0,0 0-4 0,0 0-3 16,0 0-3-16,0 0-3 0,0 0-11 0,0 0-6 0,0 0-8 15,0 0-8-15,11-4-7 0,-2 1-2 0,5 1-8 16,5-4-3-16,11 0-2 0,-1 1-5 15,3 0-2-15,3-1 0 0,0 0-8 0,1 0 2 16,1 2-6-16,-2-1-3 0,-3-1 2 0,-3 5-9 16,-2-3-10-16,-9 2-8 0,-4 2-16 0,-1-1-19 0,-1 0-28 15,-7 1-26-15,3-1-30 0,-8 1-14 0,5 1-4 16,-5-1-190-16,0 0-367 0,-10 9 163 16</inkml:trace>
  <inkml:trace contextRef="#ctx0" brushRef="#br0" timeOffset="55642.95">13282 7391 171 0,'0'0'257'0,"0"0"-19"15,0 0-23-15,0 0-18 0,17-1-22 0,1 0-15 0,0-3-16 16,10-3-15-16,9 3-12 0,0 1-13 0,3 0-10 16,-1-4-11-16,-3 3-18 0,1 3-41 0,-4-1-32 15,-2 1-51-15,-4 1-46 0,-9 0-65 0,-4 1-136 16,-6 1-330-16,-2-2 146 0</inkml:trace>
  <inkml:trace contextRef="#ctx0" brushRef="#br0" timeOffset="56840.7">14986 6872 11 0,'0'0'224'0,"-3"-4"-17"0,3 4-18 16,-1-7-14-16,1 7-14 0,-2-5-13 0,2 2-17 15,0 3-12-15,3-7-13 0,-3 4-5 0,4-2-15 16,3 1-11-16,-1-1-5 0,7 3-8 0,-2-3-7 15,2 4-1-15,1 0-12 0,4 1-2 0,-3 1-4 16,-2 2-5-16,1 0-5 0,0-1-7 0,1 7 1 16,2-1-4-16,-3 2 0 0,-1 4-6 0,-3 3 2 15,-1 0-5-15,-2 7 0 0,-5 2-1 0,2-1-2 16,-4 4 3-16,-4-2-4 0,-5 2 0 0,-5-2 0 16,4 2 4-16,-7 0-4 0,3-3 5 0,-5 1-3 15,1-1 1-15,-1-4 4 0,6-5-3 0,-1-2-1 16,0-2 0-16,3-2-1 0,-2 0 1 0,4-4 5 15,4-2 6-15,-2 0 13 0,1-1 19 0,2-2 21 16,3 1 22-16,-3 0 22 0,4-3 19 0,-4 3 10 16,4-3-14-16,0 0-17 0,0 0-15 0,9-20-7 15,1 7-25-15,4 1-3 0,4-13-11 0,3 4-7 0,4-2-6 16,-4-5-13-16,3 2-10 0,-1-2-3 16,10-8-9-16,-8 13-1 0,-1-2-2 0,0-2 1 15,-1 3 1-15,-2 2-3 0,-4 5 5 0,-4 3-4 16,1-1 0-16,-5 8 13 0,-5-3-1 0,2 4 10 0,1 0 3 15,-2-1 2-15,-4 3-7 0,4-2-6 0,-2 4 1 16,-2 1-7-16,3-2-1 0,-4 3-10 16,1-6-15-16,-1 6-12 0,0 0 1 0,0 0 4 15,-4 12 3-15,-1-1 0 0,0 3 6 0,-5 3-1 16,1 7 0-16,1-2 3 0,0 2 3 0,1 0 2 0,1 1-3 16,3-4 3-16,0 4-1 0,3-7 3 0,4 2 0 15,0-4 3-15,5 1 8 0,5 0-4 0,8-1-4 16,1-4-32-16,9-3-51 0,1-1-78 15,21-7-103-15,-15-6-247 0,11 3-557 0,-11-4 246 0</inkml:trace>
  <inkml:trace contextRef="#ctx0" brushRef="#br0" timeOffset="57457.31">15626 6572 74 0,'8'0'155'0,"2"0"-12"0,1 1-6 16,0 0-14-16,-1 3-10 0,1-1-11 0,-2-1-3 16,0 5-8-16,1 1 1 0,-2 1-18 0,-1 0 5 15,0 2-5-15,0 0-6 0,-2 1-3 0,-1 5-1 16,-1-2-10-16,0 2 0 0,0-1-3 0,-3-3-2 16,0 2-6-16,-2 1 0 0,-2 2 4 0,-1-5 2 15,1 0 2-15,1-3 10 0,-5 2 6 0,3-3 13 16,0 0 5-16,0-2 6 0,1-1 9 0,0-1 8 15,-2-1 25-15,3-2 14 0,1 1 8 0,2-3 4 16,-9-2 22-16,9 2 3 0,-7-8-10 0,4 1-5 16,2-5-16-16,1 0-17 0,3-2-17 0,3-5-16 15,2-6-7-15,5-1-12 0,2-1-8 0,2-2-10 16,3 3-2-16,-5-1-11 0,3 1-7 0,0-1-1 16,-5 11-6-16,-3 0-11 0,-1 3-18 0,-1 4-20 15,-3 0-25-15,0 4-49 0,-2-2-55 0,-1 4-55 16,-3 1-43-16,1 2-29 0,0 0-38 0,-22 8-320 15,7-2-674-15,-2 1 299 0</inkml:trace>
  <inkml:trace contextRef="#ctx0" brushRef="#br0" timeOffset="59823.56">16354 6217 97 0,'0'0'131'0,"-1"-5"-17"0,1 5 5 0,0-4-6 16,0 4-9-16,0 0-4 0,-1-5-13 0,1 5-6 16,0 0-8-16,0 0-9 0,0 0-10 0,0 0-9 15,0 0-4-15,0 0-4 0,0 0-8 0,0 0 2 16,0 0-3-16,2 21 0 0,-3-3-11 0,-1 6 3 0,0 7-10 15,-3 4 5-15,0 15 2 0,-1 4-5 16,-2-2 1-16,0 5 3 0,0 0 0 0,0-1-5 16,-5 26 3-16,0 0 0 15,7-22-1-15,-8 20 7 0,5-21 12 0,0 20 0 0,1-22 7 0,-2 0 7 16,6-4 1-16,-1-2 1 0,1 1-1 0,0-16-5 16,3 11 6-16,-2-11-11 0,3-1-7 0,0-1 2 15,0 2 0-15,0-5-8 0,0-2-1 0,0 3-1 16,2-7-5-16,-2 0 0 0,-2-5-1 0,1-1 0 0,-2-2-4 15,3-2 0-15,-2 0 0 0,2 2 1 0,-1-8-6 16,0 3 1-16,1 1 3 0,-2-4-9 0,1 1 4 16,1 0-1-16,-2-4-2 0,0 1 1 15,2-1 1-15,-2 1-5 0,0-3 6 0,1 0-1 0,1 0-5 16,-1-1 3-16,0 1 2 0,1-4 1 0,-2 5-4 16,2-1-1-16,0-4 4 0,0 4-4 0,0-4-1 15,0 0 1-15,-2 4 4 0,2-4 3 0,0 0-3 16,0 0 14-16,0 0-1 0,2 4 5 0,-2-4 1 15,0 0-1-15,0 0-3 0,0 0 3 0,0 0-8 16,0 0-1-16,0 0 2 0,0 0-3 0,0 0-2 16,0 0-1-16,0 0 0 0,0 0-2 0,0 0 0 15,0 0-1-15,0 0-1 0,0 0 4 0,0 0-3 16,0 0-4-16,0 0 0 0,0 0 0 0,0 0 4 16,0 0-2-16,0 0-4 0,0 0 3 0,0 0 4 15,0 0 4-15,0 0 4 0,0 0 1 0,0 0 7 16,0 0 2-16,0 0 4 0,0 0-2 0,0 0 4 15,0 0 2-15,0 0 0 0,0 0-1 0,0 0 0 16,0 0 0-16,0 0-5 0,0 0 1 0,0 0-2 16,0 0-4-16,0 0 2 0,0 0-5 0,0 0 0 15,0 0-1-15,0 0-4 0,0 0 1 0,0 0-6 16,0 0-1-16,0 0 3 0,0 0-2 0,0 0-4 16,0 0 0-16,0 0 9 0,0 0-9 0,0 0 3 15,0 0-5-15,0 0 2 0,0 0-5 0,0 0 10 16,0 0-11-16,0 0 2 0,0 0-2 0,0 0 2 15,0 0 1-15,0 0-3 0,0 0-2 0,0 0 0 16,0 0 4-16,0 0-2 0,0 0 0 0,0 0 0 16,0 0-2-16,0 0 7 0,0 0-6 0,0 0 11 15,0 0-8-15,0 0-2 0,0 0-2 0,0 0 12 16,0 0-12-16,0 0 2 0,0 0-4 0,0 0-1 16,0 0 10-16,0 0 3 0,0 0-14 0,0 0 3 15,0 0 5-15,0 0-6 0,0 0 0 0,0 0 4 16,0 0-2-16,0 0-1 0,0 0 2 0,0 0 0 15,0 0-2-15,0 0 1 0,0 0-3 0,0 0 2 16,0 0-1-16,0 0-1 0,0 0-1 0,0 0 1 16,0 0 1-16,0 0 3 0,0 0-3 0,0 0 0 15,0 0-1-15,0 0 14 0,0 0-11 0,0 0-4 16,0 0 3-16,0 0-1 0,0 0-1 0,0 0 1 16,13-4-1-16,-3 2 0 0,8 0-12 0,13-5-11 15,2 1-19-15,18-3-32 0,1-1-45 0,9-2-56 0,-1-2-85 16,-2-1-165-16,-4 0-464 0,-4-1 206 15</inkml:trace>
  <inkml:trace contextRef="#ctx0" brushRef="#br0" timeOffset="60579.01">16353 6255 89 0,'0'0'179'0,"0"0"0"0,0 0-4 0,0 0-9 16,0 0-7-16,0 0-7 0,0 0-13 0,0 0-12 16,0 0-14-16,0 0-12 0,0 0-9 0,19-4-9 0,10-1-17 15,5 2-20-15,7-2-15 0,14-1-29 0,2 1-37 16,7-2-44-16,-1 0-48 0,-3-2-150 15,4-2-299-15,-7 4 133 0</inkml:trace>
  <inkml:trace contextRef="#ctx0" brushRef="#br0" timeOffset="61623.03">17452 6675 154 0,'0'-10'165'0,"-1"-2"-12"0,-2 3-5 15,2-2-2-15,0 2-13 0,-1-1 0 0,1-1-5 16,0 5-9-16,-3-2-1 0,3 2-11 16,1 1-11-16,-3-1-8 0,1 1-8 0,-2 2-7 0,0 0-10 15,-2 0-8-15,-1 1-2 0,-2 1-13 0,-1 1 0 16,0 0-7-16,-4 3-2 0,2 0-1 0,-7 3-6 15,2 1-5-15,-2 2-3 0,-4 6-3 0,3 1 1 16,3-3-5-16,-4 8 1 0,1-2-1 16,1 2 0-16,8-4 0 0,-2 1-5 0,3-1 2 0,3 2 3 15,0-1-4-15,-1 5 4 0,4-6-3 0,4-2-3 16,0-1 2-16,4 1 5 0,0-2-3 0,0 0 4 16,3-2 3-16,0-2 9 0,-1 0 2 0,3-3 4 15,1 1 3-15,0-2 3 0,1-1 5 0,0-3 10 16,1-1 9-16,-2 0 3 0,1-3 14 0,-2-1 3 15,3-4 5-15,1-2 1 0,-2-2 0 0,-1 2 3 16,-1-2-3-16,0-2-6 0,0 3 6 0,0-5-9 16,0 2-8-16,-4 0 8 0,4-1 15 0,-4 5-16 15,-1-2 1-15,1 2 10 0,-1-2-9 0,0 5-3 16,-1 0 9-16,-1 3-9 0,-2-2-2 0,4 1-4 16,-3 2-5-16,0-1-7 0,-1 4-11 0,3-5-3 15,-3 5 0-15,0-3-14 0,0 3-8 0,2-4-8 16,-2 4-15-16,0 0-20 0,0 0-8 0,0 0-14 15,0 0 2-15,0 0-1 0,0 12 6 0,-1-6 7 16,0 6-1-16,-2-1 4 0,1 1-2 0,-2 5 6 16,2-1 3-16,-1 1 5 0,2 0 3 0,-2 1 3 15,2-2 2-15,-2-1-3 0,3-4 4 0,0 0 5 16,0-3-7-16,-1 3 2 0,2-5 6 0,-1 1-1 16,0-2 0-16,0-1 3 0,0 0-4 0,0 0 8 15,0-4 8-15,0 5 13 0,0-5 18 0,0 0 7 16,4 1 1-16,-4-1-1 0,0 0-5 0,23-9-6 15,-3 2-7-15,8-6-11 0,1-2-30 0,5-1-41 16,-2 1-47-16,0 1-57 0,1-3-59 0,-1 2-73 16,1-1-84-16,-1 2-221 0,-3 1-640 0,-4 1 284 15</inkml:trace>
  <inkml:trace contextRef="#ctx0" brushRef="#br0" timeOffset="62223.02">18040 6791 99 0,'-1'-3'224'0,"1"3"-11"0,0 0-17 16,0-5-12-16,0 5-20 0,0 0-17 0,0 0-17 15,0 0-17-15,0 0-9 0,0 0-14 0,0 0-10 16,0 0-7-16,-7 0-5 0,7 0-10 0,-9 6-8 16,4-1-7-16,-2 1-1 0,-4 2-9 0,5 1 1 15,-3 2-6-15,-3 0-7 0,3 4 1 0,3-4-2 16,-3 6-4-16,0-4 2 0,1 2-3 0,3-1 0 16,-1-2-2-16,6 5-4 0,-4-5 1 0,3-2 0 15,1 1-4-15,1-1 12 0,3-1 10 0,-3-1 10 0,3 0 5 16,2-2 14-16,4 1 6 0,-1-4 2 15,3-1 0-15,2-2-3 0,4-1 3 0,0-3-1 16,0-2 1-16,1-2-2 0,-2-2-5 0,1-1-4 16,-3 0-1-16,-1-3-7 0,0 0-4 0,-3-1-3 0,4-8-4 15,-8 7 1-15,3-2-8 0,-4 1 2 0,-3 0-10 16,0 0-6-16,-2 0-1 0,-1 5-7 16,-1 2-5-16,-3-2-8 0,-1 4-20 0,-6 1-6 15,-1 1-9-15,-4 0-7 0,0 1-4 0,-4 3-14 0,0 2-14 16,3 0-22-16,-2 5-27 0,3 2-14 0,2-4-21 15,1 1-17-15,7 3-224 0,-4-1-441 0,6-1 195 16</inkml:trace>
  <inkml:trace contextRef="#ctx0" brushRef="#br0" timeOffset="62890.1">18791 6800 135 0,'0'0'195'0,"-9"0"-7"0,9 0-11 16,-4 0-6-16,4 0-13 0,0 0-8 0,0 0-12 15,-6 3-12-15,6-3-10 0,0 0-12 0,0 0-9 16,0 0-2-16,0 0-2 0,0 0 0 0,0 0 0 16,0 0-3-16,0 0-1 0,0 0-4 0,0 0 1 15,0 0-6-15,0 0-7 0,15-7-6 0,-15 7 1 16,0 0-6-16,0 0-6 0,0 0-8 0,8 0-2 16,-8 0-8-16,0 0 4 0,0 0-6 0,0 0-1 15,4-1 1-15,-4 1-4 0,0 0-2 0,0 0-1 16,0 0-4-16,0 0-1 0,0 0-3 0,0 0-3 15,0 0 4-15,5-2-3 0,-5 2-2 0,0 0 6 16,0 0-9-16,0 0-3 0,0 0 4 0,0 0-2 16,0 0-4-16,0 0 2 0,0 0-2 0,0 0-4 15,0 0 2-15,0 0-1 0,0 0-2 0,0 0 2 0,0 0 2 16,0 0-4-16,0 0 2 0,0 0-4 16,0 0-1-16,0 0-2 0,0 0 3 0,0 0 0 15,0 0-2-15,0 0-1 0,0 0 4 0,0 0-2 16,0 0-1-16,0 0 5 0,0 0 1 0,0 0-7 15,0 0 2-15,0 0 0 0,0 0 1 0,0 0-2 0,0 0 0 16,0 0 13-16,0 0-13 0,0 0 2 16,0 0 0-16,0 0 0 0,0 0 1 0,0 0 1 15,0 0-2-15,10 0 1 0,1 0 0 0,1 0 1 16,6-2-3-16,4 2 4 0,6-1-3 0,3 1-1 0,1-4 11 16,2 2-8-16,3-1 1 0,0-1-2 0,17 1-3 15,-13-1 3-15,-4 1-2 0,1-2 0 0,-5-1 4 16,2 2 10-16,-7-3-15 0,-8 5 3 15,-2-2-2-15,-4 2 0 0,-2-1-13 0,-1 0-11 0,0 0-11 16,-5 0-19-16,1 0-40 0,-3 1-32 0,-4 2-29 16,-3-5-24-16,3 5-16 0,-10-5-19 0,2 5-184 15,-4-2-431-15,0 2 192 0</inkml:trace>
  <inkml:trace contextRef="#ctx0" brushRef="#br0" timeOffset="63143.03">19085 6614 177 0,'0'0'293'0,"0"-7"20"15,0 3 1-15,0 1-2 0,0 3-29 0,0-5-25 16,0 5-34-16,0 0-23 0,0 0-25 0,0 0-30 15,0 0-12-15,0 0-15 0,0 0-3 0,0 19-28 16,-4-4-2-16,-1 9-10 0,3 5-8 0,-5 2-6 16,3 3-4-16,-1 12-9 0,1-10-40 0,-1 9-46 15,0 2-48-15,2-14-70 0,1 2-109 0,-2-3-240 16,0-8-545-16,3-10 241 0</inkml:trace>
  <inkml:trace contextRef="#ctx0" brushRef="#br0" timeOffset="73105.03">20524 6517 112 0,'0'-6'183'16,"1"-2"-14"-16,1 0 1 0,-2 1-14 15,2 1-3-15,-2-2-10 0,1-1-5 0,1 3-3 16,-2-1-8-16,0 2-3 0,0 0-3 0,0-1-15 16,-2 3-9-16,1-2-13 0,-3 4-13 0,-2-1-4 0,-1 2-12 15,-5 0-6-15,-4 3-9 0,-4 4-3 0,-9 3-3 16,-2 2-1-16,-4 5-5 0,6 0-5 15,-3-1-2-15,4 2 0 0,-1 2-2 0,2 0-4 16,3 2-4-16,-1-2 2 0,7 1-4 0,4-5 0 0,0 1 3 16,5-3 0-16,1 3-1 0,2-3-1 0,4-3 0 15,0 2-3-15,4-3 0 0,2 0 5 0,0-1 2 16,4-1 3-16,2-4 3 0,4 3-1 16,6-4-3-16,3-1 5 0,-2-3-2 0,9-2 2 0,-4-2-1 15,-6 1 7-15,0-4 2 0,3 0 5 0,-7-1 11 16,0-2 0-16,1 0-3 0,-2-1-5 0,-1 0 0 15,0-3 18-15,-2 1-8 0,-2 1 9 0,-1 2 11 16,-3 1 9-16,1 2 3 0,-3 0 2 0,1 2 11 16,-3 1-12-16,2-1-8 0,-2 3-11 0,1 0-11 15,-2 1-9-15,1-3 0 0,-2 5-33 0,4-3-14 16,-4 3-21-16,0 0 1 0,0 0 4 0,0 0 1 16,7 11 1-16,-5-6-1 0,0 2 6 0,4 4-1 15,-3-1-4-15,3 0-14 0,3 3-11 0,0 0-23 16,5 2-18-16,-1-1-25 0,1-1-21 0,-1 0-39 15,5-1-32-15,-3-1-41 0,-3-6-213 0,0 1-493 16,-1-1 219-16</inkml:trace>
  <inkml:trace contextRef="#ctx0" brushRef="#br0" timeOffset="73404.64">20792 6671 140 0,'0'0'330'0,"4"-4"-20"16,-4 4-18-16,0 0-21 0,0 0-26 0,0 0-21 15,0 0-29-15,0 0-18 0,0 0-17 0,0 0-22 16,0 0-21-16,0 0-22 0,0 0-16 0,0 0-3 16,0 0-11-16,0 17-6 0,0-8-5 0,-1 1-4 15,-2 3 1-15,3-1-12 0,0 5-5 0,-1-1 0 16,1 1-6-16,0 1-1 0,1-1-2 0,-1-1-1 15,0-1-5-15,3-3 3 0,-2 0-3 0,-1 0 0 16,0-7-9-16,2 5-28 0,0-3-13 0,-2-2-11 16,0 0-13-16,-2 0-8 0,4-1-6 0,-4-1-9 15,2-3-10-15,2 5-5 0,-2-5-11 0,0 4-7 16,0-4-33-16,0 0-91 0,0 0-149 0,0 0-414 16,-9-12 184-16</inkml:trace>
  <inkml:trace contextRef="#ctx0" brushRef="#br0" timeOffset="73923.89">21145 6529 224 0,'5'0'208'0,"3"-4"-21"15,-2 3-10-15,6-2-13 0,-1 3-13 0,-2 0-10 16,3 3-8-16,-1-1-13 0,-2 4-6 0,4-1-12 16,-3 3-8-16,-2 0-9 0,3 3-10 0,-4 2-10 0,-5-3 1 15,2 3-13-15,1 3-3 0,-5 0-4 0,-1 1-6 16,0-5-4-16,-6 3-2 0,2 2-3 16,-3 0-1-16,-2 1-4 0,0-6-5 0,-4 4 1 15,1-2-2-15,5-5-4 0,-5 3-2 0,2 0 1 0,2-7-1 16,-1 2 3-16,6-5 5 0,-2 3 6 0,3 0 0 15,-1-3 8-15,0 1 15 0,3-1 25 0,1-2 13 16,-6 3 16-16,6-3 17 0,0 0-14 0,0 0-7 16,0 0-6-16,14-16-20 0,0 6-7 15,1-3-3-15,8-6-4 0,-1 0-15 0,1-3-1 0,0 0-3 16,5-1-11-16,-2 0-8 0,-2 1-9 0,2 0 6 16,-5 3 0-16,-6 4-1 0,-2 3-8 0,0-1 8 15,-4 7-1-15,-1-1-4 0,-2 2 3 0,-2 1-9 16,1 1-3-16,-1-1-15 0,0 3-19 0,-4 1-16 15,0 0 9-15,0 0-2 0,0 0 10 0,-5 12 0 16,-2-2 0-16,1 3 7 0,-2 2 1 0,-1 0 1 16,0 3 1-16,3 0 5 0,-2-2-3 0,3 1 1 15,2 1 3-15,3-1 5 0,3 1 0 0,4 1 3 16,2-2-26-16,3-3-13 0,10 2-41 0,4-1-41 16,3-3-48-16,4-4-30 0,6-1-31 0,1-5-231 15,10-2-503-15,-9 2 222 0</inkml:trace>
  <inkml:trace contextRef="#ctx0" brushRef="#br0" timeOffset="74338">22195 6724 98 0,'0'0'203'0,"0"0"-10"0,-10-1-9 0,10 1-10 15,-5 1-5-15,5-1-14 0,0 0-8 0,0 0-16 16,0 0-12-16,0 0-10 0,0 0-12 0,-9 0-8 16,9 0-8-16,0 0-5 0,0 0-5 0,0 0-5 15,0 0-1-15,0 0-6 0,0 0 2 0,0 0-1 16,0 0 0-16,0 0-2 0,0 0 2 0,0 0-10 15,0 0-5-15,0 0-2 0,0 0-6 0,-5 1-1 16,5-1-1-16,0 0 2 0,0 0-3 0,0 0 0 16,0 0-2-16,0 0-2 0,26-4-3 0,-14 1-4 15,9 2-2-15,0-1-4 0,10-3-1 0,-3 1 1 16,4 0-4-16,4 1 2 0,1-3-2 0,4 4-4 16,-3-1-1-16,-1-1-4 0,-1 2 3 0,-1-1-11 15,-7-1-17-15,-8 3-18 0,-2-2-12 0,-5 2-14 0,-3 1-12 16,-2-3-30-16,-3 3-39 0,-1-2-40 15,-4 2-41-15,0 0-151 0,-13-8-409 0,3 5 182 16</inkml:trace>
  <inkml:trace contextRef="#ctx0" brushRef="#br0" timeOffset="74546">22376 6600 140 0,'-2'-3'208'16,"2"-1"1"-16,0-1-3 0,0 5 3 0,-1-7-2 0,1 7-2 15,0-4-7-15,0 4-15 0,1-5-21 0,-1 5-14 16,0 0-19-16,0 0-19 0,0 0-13 16,0 0-11-16,0 0-10 0,0 0-6 0,4 15-6 15,-3-4-6-15,2 5-7 0,-3 2-5 0,4 5-5 0,-2 6 0 16,0-4-6-16,0 3-7 0,2-3-33 0,1 6-41 16,0-2-50-16,-1-1-63 0,0-3-292 15,-1-5-487-15,1-8 216 0</inkml:trace>
  <inkml:trace contextRef="#ctx0" brushRef="#br0" timeOffset="75454.35">23749 6469 177 0,'-1'-7'184'16,"-2"1"4"-16,2-2-19 0,-1 2-15 0,-1-1-15 15,0 2-5-15,0 0-14 0,-1 0-5 0,-1-1-11 16,-3 3-16-16,0 0-7 0,-1-1-4 0,-2 4-7 15,-6 0-12-15,-2 4-4 0,2 1-4 0,-3 3-5 16,-3 3-3-16,-4 4-8 0,2-1-4 0,0 1-4 16,2 2-9-16,0-1 6 0,3 2-3 0,2 0-1 15,4-2-5-15,1 6 0 0,3-7-4 0,1-1 4 16,5-2-3-16,3-2 0 0,1 1 0 0,1-1 8 16,4 0 15-16,4-1 3 0,0-1 8 0,4-4 1 15,6 2-1-15,0-3-4 0,1-2-2 0,1-1-6 16,1-2-3-16,-1-1 1 0,-2-4 2 0,0 2-3 15,0-4 5-15,-3 1 1 0,1-4-4 0,-3 2-1 16,2 2 5-16,-2-3 2 0,-5 1 2 0,1 2 3 16,-1 0 8-16,-4 1-3 0,0 2 5 0,-1 0-5 15,-2 1-2-15,1 2-11 0,2-2-1 0,-4 1-5 0,-1 3-16 16,4-1-12-16,-4 1 2 0,0 0-9 16,6 4-4-16,-3 1 0 0,1 2-5 0,1 1-6 15,1 1-16-15,-1 1-22 0,2-1-23 0,-1 2-29 16,-1 0-37-16,1 0-37 0,2-2-83 0,0 0-143 0,1-1-446 15,-1-1 197-15</inkml:trace>
  <inkml:trace contextRef="#ctx0" brushRef="#br0" timeOffset="75858.03">23968 6624 176 0,'7'0'197'0,"-7"0"-14"0,8 2-14 0,-1 1-15 16,-2 0-17-16,2-1-10 0,0 2-16 0,-1 1-11 15,-1 1-10-15,-1 2-4 0,2 0-3 0,-2 1-9 16,0 1-10-16,-4 1 1 0,1 2-7 16,-2-1-7-16,-3-1-3 0,-5 3-3 0,4-2-5 15,-3 2-3-15,-2 1 1 0,1-6-5 0,4-1-6 0,-2 1 10 16,0-1-12-16,3-4 3 0,-1 1-8 0,1 0-1 15,2-2 6-15,-1-1-6 0,1 3 5 0,2-5 11 16,-2 5 5-16,2-5 10 0,0 0 5 16,9 4-4-16,0-4 4 0,5 2-8 0,5-3-3 0,3 2 4 15,6-1-13-15,2 0-5 0,-2 1 1 0,1-3-6 16,-1 1-2-16,-1 1-4 0,-4 1 0 0,-5 0-4 16,3-1 2-16,-8 1-4 0,-1-1-1 0,0-1-2 15,-5 1 1-15,-2 0-1 0,3-1-1 0,-8 1-1 16,8 1-3-16,-8-1-6 0,6 0-9 0,-6 0-14 15,0 0-24-15,9 0-25 0,-9 0-18 0,0 0-24 16,0 0-55-16,0 0-77 0,0 0-141 0,0 0-421 16,0 0 186-16</inkml:trace>
  <inkml:trace contextRef="#ctx0" brushRef="#br0" timeOffset="76471.03">24582 6456 15 0,'0'0'185'16,"6"-6"-7"-16,-3 4-18 0,3-1-12 0,-1 3-17 16,2-2-10-16,3 2-15 0,2 0-10 0,-1 2-7 15,2 0-10-15,1 0-13 0,-1 1-7 0,5 4-6 16,-8-1-5-16,4 3-5 0,0 1-5 0,-5 0 2 16,3 3-2-16,-3 0-5 0,-3 1-6 0,-3-2 5 15,-1 5 1-15,-3 0-9 0,-3-2-2 0,2 2-3 16,-7 2 3-16,-3-1-2 0,2-2-3 0,-8 3 0 15,5-4-6-15,0-1 4 0,-4-3 0 0,2 0 4 16,3-3 11-16,3 1 4 0,0-4 3 0,-3 0 9 0,6-2-1 16,-1 2 11-16,2-4 9 0,0 2 15 15,2 0 14-15,3-3 18 0,-4 0 15 0,4 0 12 16,0 0-4-16,0 0-11 0,0 0-16 0,0 0-17 16,7-15-6-16,3 7-4 0,-1 1-8 0,2-6-9 0,3 1-11 15,1 0-1-15,0-2-9 0,7-3 8 0,-3 1-15 16,-2 3-6-16,-3 1-8 0,1 0 4 15,-2 2-4-15,0-2-3 0,-4 6-6 0,-2 0 3 16,0 1-3-16,-2 0-1 0,1 1 3 0,-3 0-1 0,1 2-8 16,-2-2-7-16,-2 4-12 0,5-3-12 0,-5 3-12 15,4-1 1-15,-4 1-3 0,0 0 4 0,5 7-1 16,0-1 2-16,-5 0 2 0,3 3 7 16,0 1 0-16,0 2 3 0,3 0 2 0,1 2 3 0,3 0-1 15,-1 2 4-15,3-2 5 0,-1 1-12 0,3 1-24 16,3-3-25-16,0-1-33 0,-1 0-43 0,1-3-43 15,3-3-43-15,-3 1-242 0,-6-4-514 16,2-2 227-16</inkml:trace>
  <inkml:trace contextRef="#ctx0" brushRef="#br0" timeOffset="76970.69">24989 6174 109 0,'0'-3'284'15,"0"3"-17"-15,0-6-21 0,1 2-21 0,-1 0-24 16,0 4-23-16,0 0-17 0,5-3-16 0,-5 3-18 15,0 0-15-15,13 5-11 0,-7-3-12 0,-1 2-12 16,3 2-6-16,0 1-6 0,-2 1-8 0,1 1-8 16,-2 1-3-16,2 1-7 0,-2 0 0 0,-2 1-5 0,-1-2-4 15,0 7-5-15,-4-3-1 0,1-2 1 0,0 0-5 16,-2 0 2-16,-1-1-7 0,0-2 2 16,1 1-3-16,-1-2 1 0,3 0-5 0,-2-3 5 15,2 0 18-15,-3-1-4 0,3 2-4 0,0-4 0 16,1-2 2-16,-3 4-2 0,3-4 8 0,0 0 14 0,5 6 19 15,0-5 15-15,7-1 9 0,8 0-18 16,1 0-1-16,9-4-5 0,2 0-8 0,4 1-1 16,-3-2-7-16,3 0-2 0,-1 1 6 0,0 0-22 15,0-3-2-15,-2 2-5 0,-4 1-7 0,1 2 6 0,-15-2-4 16,4 1 0-16,-8 3 4 0,1-3-1 16,-7 3 3-16,3-2 5 0,-3 2-9 0,-5 0 9 15,10-2-14-15,-10 2-11 0,4-1-19 0,-4 1-26 16,0 0-42-16,5-1-37 0,-5 1-33 0,0 0-33 15,0 0-36-15,0 0-55 0,-15 9-256 0,11-8-573 0,-1 3 254 16</inkml:trace>
  <inkml:trace contextRef="#ctx0" brushRef="#br0" timeOffset="78004">26003 6665 91 0,'-9'2'123'0,"4"-2"-13"0,5 0-2 0,-7 0-18 15,7 0-2-15,0 0-9 0,-9 0-3 0,9 0-5 16,-5 3-6-16,5-3-1 0,0 0-7 0,-5 0-3 0,5 0-2 15,0 0-3-15,0 0 5 0,0 0 4 0,0 0 0 16,0 0 2-16,0 0-3 0,0 0-3 16,0 0-4-16,0 0-2 0,0 0 2 0,0 0-8 15,-8-3 0-15,8 3-5 0,0 0-3 0,0 0-3 0,0 0 1 16,0 0-8-16,0 0-4 0,0 0-7 0,0 0 3 16,0 0 0-16,0 0-2 0,0 0-3 0,0 0-4 15,0 0 7-15,0 0-7 0,0 0-1 0,0 0 2 16,0 0 1-16,0 0 2 0,0 0-5 0,0 0 5 15,0 0 3-15,0 0-2 0,0 0 0 0,0 0 10 16,0 0-3-16,0 0 10 0,0 0 3 0,0 0 6 16,0 0 8-16,0 0 4 0,0 0-3 0,0 0-4 15,25 0 5-15,-7-2-3 0,4-1 0 0,6-1-8 16,9 0 2-16,0 0-3 0,16-2 5 0,0 0-8 16,0 1 0-16,-2-1-2 0,2 1 0 0,-15 3-5 15,-2-1-5-15,0 0 2 0,-5 3-5 0,-8-3-3 16,-4 3-4-16,-5-1-23 0,0 0-16 0,-5 1-13 15,-1-2-15-15,-2 2-21 0,-6 0-17 0,0 0-12 16,0 0-16-16,0 0-6 0,0 0-20 0,-32 3-16 16,13-3-169-16,0 1-361 0,0 0 159 0</inkml:trace>
  <inkml:trace contextRef="#ctx0" brushRef="#br0" timeOffset="78226">26219 6570 74 0,'0'-6'254'0,"0"1"2"0,0-1-3 0,0 2 7 15,0-1-9-15,0 5-1 0,0-6-13 0,4 2-17 16,-4 4-16-16,0-5-25 0,0 5-19 0,0-3-22 16,0 3-15-16,0 0-29 0,0 0-25 0,0 0 5 15,0 0-22-15,-2 17-6 0,0-6 0 0,1 7-10 16,-7 7 2-16,7 2-5 0,-3-1-1 0,0 6-24 15,3 1-24-15,-1 2-38 0,0 1-49 0,2 10-53 16,0-17-83-16,0 2-232 0,2-6-508 0,0-11 225 16</inkml:trace>
  <inkml:trace contextRef="#ctx0" brushRef="#br0" timeOffset="79087.12">27718 6394 209 0,'-2'-6'210'15,"2"2"-7"-15,0-1-11 0,-2 1-16 0,2-1-11 16,-4 2-14-16,4 3-16 0,-3-8-14 15,-1 7-17-15,-2 0-11 0,6 1-11 0,-18 2-7 0,4 2-6 16,-6 4-9-16,1 3-6 0,-8 2-8 0,-1 6-7 16,0-1-3-16,5 2-6 0,-4-1-1 0,-1 3-2 15,4 0 1-15,4-1-8 0,-1-1 1 0,3 1-3 16,8-3-1-16,-3-4-3 0,8 1-2 0,0-5-2 16,2 1 4-16,2-1 3 0,1-3 0 0,1 1 4 15,6-4 7-15,2 1 5 0,5-2-1 0,-1-3 4 16,6 0 10-16,2-3-2 0,-1 0-5 0,1-2-1 15,0-1-4-15,-2-4 1 0,5-2 4 0,-1 0-5 16,-6 1 2-16,1-2 2 0,1 3-7 0,-4-4 27 16,2 3 2-16,-7 3 5 0,0 0 1 0,0 2 1 15,-3 0 6-15,-1 3-5 0,-1-2-9 0,1 3-5 16,-2 0-11-16,0-1-3 0,0 1-12 0,-4 2-5 16,7 0-3-16,-1 2-1 0,-2 1-1 0,2 1-11 15,2 2-8-15,-2 1-23 0,6 2-24 0,-2 0-16 16,0 4-30-16,2-3-40 0,1 2-37 0,-4-3-53 15,1 1-287-15,-1-3-555 0,-2 1 246 0</inkml:trace>
  <inkml:trace contextRef="#ctx0" brushRef="#br0" timeOffset="79521.06">27988 6602 23 0,'0'0'264'0,"9"-2"-22"15,-4 1-20-15,4 0-19 0,0 1-17 0,-3-1-23 16,3 2-18-16,-3 0-14 0,1 0-16 0,-2 2-15 16,1 1-7-16,1-1-11 0,-2 2-11 0,-1 0-8 15,-2 1-7-15,0 0-4 0,-5 0-5 0,0 4-4 16,-3-3-2-16,-3 3-7 0,1-1-3 0,-3 3-3 15,-3-3 1-15,4 0-6 0,1-2-2 0,-3 2-1 16,3-4 2-16,0 4-7 0,4-5-3 0,0 1-2 16,-3-1 1-16,7-1-1 0,-3-1-1 0,3 2-5 15,1 1 7-15,0-1-4 0,1 0-1 0,3 1 0 16,6-1 2-16,2 1-3 0,-2 1 1 0,2 0-2 16,4-1-1-16,0 7 0 0,0-4 1 0,-2-1-2 15,2 2 1-15,-2 1-1 0,-4-2-1 0,-1-1 1 16,-1 2 1-16,0-1-9 0,-4 2 4 0,1-1-3 15,-3-3 1-15,0 1 1 0,-2-1 4 0,-4-1 0 16,-5 2 2-16,-1-1-2 0,-1-1-2 0,-6 0-4 0,0-1-15 16,-4-2-18-16,2 1-14 0,-1 0-21 15,0-3-32-15,2 0-41 0,-2-2-60 0,1-2-134 16,8 0-368-16,2-1 163 0</inkml:trace>
  <inkml:trace contextRef="#ctx0" brushRef="#br0" timeOffset="80071.07">28413 6450 148 0,'3'-5'208'0,"-2"2"-20"16,-1 3-20-16,9-1-19 0,-1 1-17 0,-8 0-15 16,14 2-13-16,-4 2-6 0,0 1-14 0,2 0-8 15,3 5-5-15,-2 0-12 0,-5-1-5 0,4 5-10 16,-3-1-1-16,2 3-5 0,-3-2-3 0,-4 4-4 16,-2-2-2-16,-1-1-2 0,-2 2-2 0,1-2-4 0,-4 1 1 15,-3-1-6-15,-3 1 2 0,1-1 1 0,0-1-1 16,-3-1 6-16,1-2-10 0,-3 0 1 15,7-1 10-15,-2-5 0 0,1 2 1 0,-1 0 7 16,3-4 4-16,-1 1 10 0,3-1 7 0,2 0 11 16,-1 1 19-16,3-4 19 0,-6 2 19 0,6-2 14 0,-4 3 30 15,4-3-10-15,0 0-22 0,0 0-12 0,1-15-12 16,2 10-2-16,3-4-18 0,2-3-4 16,2-1-15-16,1-2-10 0,6-6-2 0,0 3-10 15,2-5-7-15,-1 4-1 0,2-1-4 0,-6 6-8 16,-1-1 7-16,2 0-16 0,-5 6-6 0,2-4 10 0,-7 6 5 15,0 2-15-15,-1-1 2 0,3 3-5 0,-5-1-2 16,3 1-7-16,-2 1-2 0,-3 2-34 16,6-3-20-16,-6 3 0 0,0 0 6 0,0 0 3 15,0 9 5-15,-1-3 4 0,1 0 1 0,-3 1 1 0,2 4 6 16,0 0-4-16,1 0 6 0,0 3 0 0,4 1 9 16,1 0 2-16,3 1 1 0,5-1 3 0,8 2-11 15,5-1-36-15,4-2-56 0,6-4-71 0,15 1-88 16,-12-7-259-16,1 1-575 0,-3-7 255 15</inkml:trace>
  <inkml:trace contextRef="#ctx0" brushRef="#br0" timeOffset="81435.98">28822 6025 119 0,'9'-1'152'0,"-4"-2"-13"0,0 2-12 0,3 0-6 0,2-2-11 16,2 2-12-16,-2 0-4 0,9-2-14 16,-6 4-4-16,1-2-1 0,0 1-8 0,1 3-7 15,-4-2-5-15,1 1-9 0,-3 1-4 0,2 1-11 16,-1-3-3-16,-4 2-2 0,-1 1-3 0,-1 0-3 0,-3-2-1 15,3 3-4-15,-4 1 5 0,-4-1-7 0,3 1 3 16,-7 1-1-16,3 1 1 0,-7-2-4 16,1 0-4-16,-5 3 3 0,4-4-2 0,2 2-1 15,0-2-3-15,0-2-1 0,2 1 5 0,1 1-6 0,1-2-1 16,1 1 0-16,0-3 1 0,1 3 0 0,0 0-3 16,4-4 3-16,-1 6 2 0,1-6 1 0,1 7-6 15,4-4 7-15,2 1 4 0,2 1 0 0,2 0-1 16,2 6 4-16,1-5-5 0,-4-1 5 0,9 5 3 15,-4 0-6-15,-2-1 1 0,2 1 3 0,-6 1-1 16,3-5-2-16,-4 5 0 0,-3-5-3 0,0 6-3 16,-1-7 0-16,-4 5 1 0,0 0-4 0,0-3 4 15,-8 2 3-15,2-2 1 0,-6 0-3 0,-3 1-2 16,-6-3 0-16,-8 2 1 0,4-2-6 0,4 0-11 16,0-1-14-16,-1 0-18 0,0 0-22 0,4-2-24 15,0 0-33-15,-1 1-164 0,8-3-307 0,3 2 137 16</inkml:trace>
  <inkml:trace contextRef="#ctx0" brushRef="#br0" timeOffset="82054.3">29273 6622 70 0,'0'0'190'0,"0"0"-8"0,0 0-13 15,0 0-9-15,-6 2-8 0,6-2-15 0,0 0-11 16,0 0-10-16,0 0-12 0,0 0-13 0,0 0-6 15,0 0-10-15,0 0-6 0,0 0-3 0,0 0-9 16,0 0-5-16,0 0-8 0,0 0-5 0,0 0-5 16,0 0 0-16,0 0-6 0,0 0 0 0,0 0-6 15,0 0-2-15,0 0-2 0,-6 0-2 0,6 0-2 16,0 0 0-16,0 0 1 0,0 0-9 0,0 0 3 16,0 0-1-16,0 0-2 0,0 0 3 0,0 0-3 15,0 0-4-15,0 0 5 0,0 0-2 0,0 0-2 16,0 0-2-16,0 0 3 0,0 0-1 0,0 0 1 15,0 0-1-15,0 0-1 0,0 0-3 0,0 0 3 16,0 0-4-16,0 0 4 0,0 0 0 0,0 0-2 16,0 0 1-16,0 0-2 0,0 0 3 0,0 0-1 15,0 0-3-15,0 0 11 0,0 0-8 0,0 0-2 16,0 0 2-16,0 0 2 0,-2 3-3 0,2-3-1 16,0 0 2-16,0 0 0 0,0 0 2 0,0 0-1 15,0 0-1-15,0 0 0 0,0 0 2 0,0 0 2 16,0 0 9-16,0 0 3 0,0 0 1 0,14 1 1 15,-2-2 2-15,-1 1-3 0,7 0 1 0,4 0-3 16,0 0-4-16,10-1 0 0,0 3-3 0,2-3 0 16,4 0-2-16,-1-1 1 0,2 2 0 0,1-2-2 15,0 0 2-15,-3 1-5 0,-2-2 2 0,-4 2-3 16,-2-3-18-16,-10 2-10 0,-1 0-18 0,0-2-10 16,-7 3-8-16,-1-3-16 0,-2 1-39 0,-5 0-21 15,-1-4-22-15,0 4-153 0,-2 3-338 0,-7-9 150 0</inkml:trace>
  <inkml:trace contextRef="#ctx0" brushRef="#br0" timeOffset="82370">29574 6467 36 0,'-2'-3'265'16,"1"-2"-9"-16,-1 2-11 0,2 3-2 0,-2-7-19 0,2 7-13 16,-2-4-22-16,2 4-19 0,-2-3-20 15,2 3-19-15,0 0-13 0,-1-4-17 0,1 4-11 16,0 0-10-16,0 0-13 0,0 0-3 0,0 18-10 16,0-8-6-16,-1 1-3 0,1 0-6 0,0 8-4 0,-3-1-2 15,3 1-7-15,-1 7 2 0,0-7-3 16,2 1-3-16,-2-1-3 0,-1 1 4 0,4-3-7 15,-2 0 2-15,2 0-3 0,-1-6-24 0,1 1-27 16,0-2-19-16,1 1-26 0,0-2-28 0,-2-1-37 16,3-1-48-16,-2-3-216 0,2-1-443 0,1 0 196 0</inkml:trace>
  <inkml:trace contextRef="#ctx0" brushRef="#br0" timeOffset="82641.05">30165 6559 180 0,'3'-4'260'15,"-3"4"-24"-15,2-2-21 0,2-1-22 0,-4 3-22 16,7-4-19-16,-7 4-14 0,7-2-14 0,0 0-20 16,-1 2-20-16,-6 0-27 0,12 0-34 0,-5 0-33 0,2 0-29 15,3 0-41-15,0-1-28 0,1 1-176 0,-1-3-306 16,2 2 135-16</inkml:trace>
  <inkml:trace contextRef="#ctx0" brushRef="#br0" timeOffset="82821.92">30655 6500 97 0,'0'0'260'0,"2"-4"-16"0,1 2-26 0,-3 2-21 16,5-4-21-16,0 2-18 0,4 2-28 0,1-2-33 15,2 2-43-15,0 0-43 0,6-2-67 0,1 1-55 16,1 1-136-16,-1-1-265 0,1 1 118 15</inkml:trace>
  <inkml:trace contextRef="#ctx0" brushRef="#br0" timeOffset="82973.05">31161 6474 98 0,'0'0'208'0,"3"-3"-14"0,-3 3-29 0,0 0-29 15,13-1-38-15,-8 1-48 0,9-1-66 0,-5 1-140 16,3-2-168-16,-1 2 74 0</inkml:trace>
  <inkml:trace contextRef="#ctx0" brushRef="#br0" timeOffset="83137.03">31484 6445 163 0,'4'-2'277'16,"-4"2"-29"-16,5-5-24 0,-1 0-23 0,2 4-23 16,1 0-45-16,-1 0-45 0,5 1-49 0,0 0-57 0,2-2-63 15,-2 2-161-15,0 0-263 0,3 0 117 0</inkml:trace>
  <inkml:trace contextRef="#ctx0" brushRef="#br0" timeOffset="83293.02">31761 6454 248 0,'0'0'253'0,"0"0"-25"0,0 0-21 0,4-11-20 16,-4 11-38-16,6-2-45 0,-3-1-40 0,-3 3-55 0,10 0-59 16,-3-2-59-16,-2-1-106 0,2 3-234 0,-3-2 104 15</inkml:trace>
  <inkml:trace contextRef="#ctx0" brushRef="#br0" timeOffset="84436.17">31370 5808 67 0,'0'0'137'0,"0"0"8"15,0 0-19-15,0 0-3 0,0 0 2 0,0 0-22 16,0 0-3-16,0 0-13 0,0 0-10 0,0 0-5 0,0 0-8 15,0 0-14-15,0 0 7 0,0 0-7 0,0 0-6 16,0 0-5-16,0 0-6 0,0 0 2 16,0 0-4-16,0 0-6 0,23 1 2 0,-9 1-8 15,4 0-1-15,10 1-2 0,-5 0-1 0,11 2 1 16,-1-2-6-16,1-2 10 0,3 2-11 0,3-1-4 16,-2 1 1-16,15-1-2 0,-14-2-8 0,2 2 5 0,10-5-2 15,-12 1 5-15,-4-2-7 0,-4 1 4 0,0-1 2 16,-11-1 15-16,1 0 17 0,-2 2 5 15,-6 0 1-15,-2-4 3 0,3 2 6 0,-4 1 6 16,-1-4 0-16,-1 3-1 0,-3 1 4 0,0-1-5 0,2 0 2 16,-4 0-3-16,1 3-2 0,1-3-4 0,-2 5 2 15,-3 0-13-15,4-5-2 0,-4 5-6 0,4-3-3 16,-4 3-5-16,3-3-1 0,-3 3-5 16,0 0 0-16,0 0-4 0,4-1 0 0,-4 1 2 15,0 0-6-15,0 0 0 0,0 0 0 0,0 0 1 0,5-3-3 16,-5 3 1-16,0 0 0 0,0 0 5 0,0 0-4 15,0 0 1-15,0 0 0 0,0 0-1 0,0 0-3 16,0 0-2-16,0 0-1 0,0 0-5 16,0 0-5-16,0 0-7 0,0 0-2 0,7 8 2 0,-7-1 0 15,0 0-2-15,-2 7 2 0,2 1 6 0,0 5-5 16,-5 6 5-16,0 4-2 0,0 5 2 0,-3 12 1 16,-3 10 6-16,1 3 0 0,-2 1 7 0,-3 19 1 15,3-21-7-15,-4 25 4 0,8-27 2 0,-1 3 0 16,0-1-2-16,4-2 0 0,-4 0 1 0,5-3 4 15,0-1 4-15,1 2-6 0,1-2 1 0,2-4 1 16,0-13-3-16,-3 0-1 0,3-2 1 0,-2-2 0 16,2 0 4-16,-3-4-5 0,1 0 3 0,0-10-2 15,0 2-1-15,2-2 2 0,-4 0 0 0,3-1 0 16,0-4-4-16,0-1 5 0,-1 0-3 0,2-1 2 16,0-3-2-16,0 2 5 0,-2-3-6 0,0 0 1 15,2-2 1-15,0 2 1 0,-1-3-4 0,1 1 3 16,0-1 1-16,0-4-3 0,1 7 0 0,-1-7 0 15,-1 4-1-15,1-4 4 0,-1 5-2 0,1-5 1 16,0 0-1-16,0 0-1 0,1 3 4 0,-1-3 23 16,0 0 14-16,0 0 4 0,-1 4 9 0,1-4-2 15,0 0 0-15,0 0 2 0,2 4 5 0,-2-4-5 16,0 0 9-16,0 0-3 0,0 0 3 0,0 0 1 16,0 0 0-16,0 0-1 0,0 0-7 0,0 0-4 15,0 0-2-15,0 0-3 0,0 0-5 0,0 0-2 16,0 0-3-16,0 0-11 0,0 0 1 0,0 0-4 15,0 0 1-15,0 0-6 0,0 0 12 0,0 0-21 16,0 0-5-16,0 0-6 0,0 0 3 0,0 0-2 16,-24-6-1-16,10 6-2 0,-5-2 0 0,-3 2 4 15,-6 0-2-15,0-1 3 0,-4-2-3 0,-2-2-1 16,-3 0-14-16,-4 1-13 0,-13-3-39 0,-1 0-30 16,0-2-28-16,5-1-24 0,13 4-44 0,0-1-59 15,5 0-273-15,3 0-569 0,8 2 251 0</inkml:trace>
  <inkml:trace contextRef="#ctx0" brushRef="#br0" timeOffset="85550.99">32363 6757 118 0,'0'0'150'0,"17"-5"-14"0,-10 5-3 15,4-3-6-15,0 2-3 0,6 0-22 0,1-1 2 16,2-3-4-16,-1 4-7 0,9-1-9 0,-5-1 1 15,7 3-2-15,-8-2 0 0,-1 1-7 0,1 1-5 16,-5-3 0-16,-3 3-4 0,0-3 4 16,-2 3-15-16,-5-1-8 0,1 1 0 0,0-1-6 0,-4 1-5 15,-4 0-2-15,9-1-9 0,-9 1-6 0,5 0-23 16,-5 0-16-16,0 0-18 0,0 0-20 0,0 0-25 16,0 0-20-16,0 0-32 0,0 0-34 0,0 0-97 15,-13-7-287-15,10 5 127 0</inkml:trace>
  <inkml:trace contextRef="#ctx0" brushRef="#br0" timeOffset="85946.01">32656 6558 53 0,'1'-7'196'16,"-1"7"-18"-16,0 0-16 0,6 0-13 0,-6 0-17 16,9 2-11-16,0-1-16 0,-2 0-6 0,4 3-9 15,1 0-4-15,0 0-3 0,6 3 3 0,-18-7-6 16,37 16-2-16,-19-6-10 0,1 0 2 0,-1 0-9 15,-2-1-4-15,0 0-7 0,-2 3-7 0,-14-12-1 16,19 15-4-16,-11-6-3 0,-8-9-10 0,13 15 3 16,-13-15-7-16,6 13-2 0,-6-13-4 0,0 0-1 15,0 18-1-15,0-18-2 0,0 0-1 0,-14 17 4 16,14-17-4-16,-21 10 4 0,8-7-4 0,1 3 0 16,-2-2-2-16,1 0-16 0,2-2-14 0,-1 2-10 15,1 3-24-15,0-7-21 0,4 2-33 0,1 1-32 16,-1-3-39-16,7 0-112 0,0 0-318 0,0 0 142 15</inkml:trace>
  <inkml:trace contextRef="#ctx0" brushRef="#br0" timeOffset="86369.03">33172 6525 145 0,'0'0'258'16,"0"0"-16"-16,0 0-18 0,0 0-23 0,0 0-21 15,0 0-14-15,0 0-22 0,0 0-19 0,0 0-15 0,0 0-13 16,0 0-9-16,0 0-13 0,0 0-7 0,0 0-9 15,0 0-9-15,0 0-1 0,0 0-11 0,0 0-1 16,0 0-4-16,-9 47-3 0,5-36 4 16,-1 6-10-16,-3-1 2 0,3-1-9 0,-4-1 8 15,4 4-11-15,0-6 1 0,5-12-1 0,-9 27 0 16,5-16-4-16,4-11 2 0,-8 21-4 0,8-21 5 16,-6 14-6-16,6-14 5 0,-2 14-4 0,2-14 1 0,0 0 0 15,0 0 2-15,6 22-1 0,-6-22 4 0,13 11-3 16,-13-11-1-16,20 12 0 0,-20-12-6 15,31 10-7-15,-17-7-17 0,-14-3-16 0,31 7-24 16,-31-7-27-16,25 1-24 0,-25-1-35 0,0 0-16 16,36-8-29-16,-36 8-133 0,20-8-351 0,-20 8 155 15</inkml:trace>
  <inkml:trace contextRef="#ctx0" brushRef="#br0" timeOffset="86557.03">33261 6687 56 0,'0'0'208'0,"0"0"-10"0,0 0-21 0,0 0-17 16,0 0-16-16,0 0-15 0,0 0-17 0,0 0-15 16,0 0-10-16,0 0-9 0,0 0-14 0,0 0 1 15,0 0-12-15,-20 30 0 0,20-30-14 0,-9 26-1 16,0-8 1-16,3 7-8 0,-1 2 1 0,2-4 2 16,0 6-5-16,-4-5-21 0,5 2-32 0,3-2-45 15,-3-5-40-15,0 1-180 0,-1-3-311 0,1-2 138 16</inkml:trace>
  <inkml:trace contextRef="#ctx0" brushRef="#br0" timeOffset="87170.1">33221 6341 138 0,'0'0'193'16,"0"0"-14"-16,0 0-15 0,-8-21-19 0,8 21-10 0,0 0-22 15,0 0-7-15,0 0-15 0,0 0-2 16,0 0-26-16,-17-8 2 0,17 8-12 0,0 0 0 16,0 0-12-16,0 0-3 0,-46 26-3 0,33-14-2 15,-2 3-8-15,2-1 1 0,-6 7-4 0,1 4-4 16,-1 0-2-16,3 2 1 0,-2-1-11 0,0 3 5 15,2-2-1-15,1 2 3 0,2 0-4 0,-1 0 4 0,5 0-5 16,2 0 1-16,3-1 1 0,1 4 11 16,3-2 7-16,5 1 2 0,3-2 5 0,1 1 9 15,2-4 8-15,1 0 6 0,2-2 10 0,3-2 6 16,-2 0 9-16,-1-6 13 0,5 2 0 0,-1 0 14 16,-1-6 0-16,-1-2 8 0,2-2 5 0,0 1-1 15,1-4 8-15,4 1 9 0,-23-6 8 0,40 4-7 16,-40-4-4-16,38-4 14 0,-38 4-1 0,38-10-7 15,-14-2-7-15,-3-2 9 0,2-4-17 0,0-6-10 16,-2 2-20-16,-2-5-16 0,-4-6-13 0,2 1-19 16,1-15-7-16,-7 2-22 0,-3 12-10 0,-4-4-15 15,-3-10-6-15,-2 12-17 0,-6 1-5 0,0 1-18 16,-10 2-25-16,-2 1-47 0,-7 3-41 0,-20-2-53 16,-11 7-62-16,-30-2-90 0,-4 0-278 0,2 11-702 15,26 4 311-15</inkml:trace>
  <inkml:trace contextRef="#ctx0" brushRef="#br0" timeOffset="91680">3947 10657 42 0,'0'0'193'0,"0"0"-11"0,1-5-11 15,-1 5-8-15,0-5-5 0,0 5-11 0,1-4-2 16,-1 4-7-16,0 0-6 0,-1-7-7 0,2 5-4 16,-1 2-11-16,2-5-6 0,-2 5-3 0,0 0-7 15,0 0-9-15,-2-5-4 0,2 5-8 0,0 0-9 16,0 0-7-16,2-5-4 0,-2 5-16 0,0 0-23 15,0 0-23-15,0 0-8 0,0 0 1 0,0 0 6 16,-3 17-6-16,3-5 8 0,-1 4 0 0,-1 2-2 16,1 10 2-16,-1-1 0 0,-4 3 3 0,-1-1-2 15,3 1 2-15,-1 0-1 0,1-1 6 0,-1 0-2 16,-3 0-1-16,5-3-2 0,-4 0 4 0,3-2 0 16,2-2-2-16,-1-5 2 0,-1-2-5 0,3-2 6 15,1-3 2-15,-3 1-4 0,2-4 6 0,1 1 0 16,0-4-1-16,0 1 1 0,-1 0 3 0,-2-2 11 15,3-3 23-15,0 5 19 0,0-5 17 0,3 3 16 16,-3-3 14-16,0 0-4 0,0 0-9 0,0 0-11 16,5-8-10-16,0-3-8 0,-1 1-3 0,4-1-10 15,-1-6-3-15,0 3-5 0,3-2-5 0,-1 0-7 16,0 0 0-16,1-2-1 0,0 0-9 0,0 2-4 16,2 0 2-16,-2 2-5 0,2-1 5 0,-6 6-5 15,3-1-1-15,-1 2 0 0,-3 1 3 0,-1 1-1 16,-2 0 1-16,3 1 1 0,-2 3 0 0,-2-1-5 15,3-1-4-15,-3 1 0 0,3 0 4 0,-4 3-5 16,3-4-6-16,-3 4 4 0,2-1-11 0,-2 1 8 16,0 0-3-16,4-4-5 0,-4 4 0 0,0 0-8 15,0 0-5-15,0 0 0 0,0 0-2 0,0 0 0 16,0 0 4-16,0 0 2 0,0 0-2 0,0 0 1 16,0 0 6-16,0 0 0 0,0 0 1 0,0 0 0 0,0 0 6 15,0 0-2-15,-17 5 2 0,17-5 1 0,0 0-6 16,0 0 3-16,0 0 2 0,0 0 1 15,0 0 9-15,0 0-13 0,0 0 3 0,0 0-1 16,0 0-5-16,0 0 8 0,-2 3-15 0,2-3 0 0,0 0-1 16,5 10 3-16,-2-5 11 0,4 1-10 0,-3 5-2 15,1-3 3-15,4 2 2 0,0-1 0 0,1 4 5 16,3 1-1-16,0-1 2 0,0 0-3 16,1 1 1-16,0-1 3 0,0-1 0 0,0 2 10 15,1-1-13-15,-3-3 3 0,2 2-3 0,-3-4 2 0,-2 0-1 16,0 1 3-16,1-2-3 0,-2 0 4 0,-3-3 1 15,3 2-2-15,-6-1 2 0,3-1-1 0,-1-3 2 16,0 3 1-16,-3-1-3 0,2-1 1 16,-3-2 2-16,5 4 7 0,-2-4 1 0,-3 0 0 0,0 0 3 15,2 3-3-15,-2-3-3 0,4 3 4 0,-4-3 0 16,0 0-4-16,0 0 0 0,0 0-2 0,0 0 1 16,0 0 2-16,0 0-6 0,4 2-2 0,-4-2 2 15,0 0-3-15,0 0 4 0,0 0 9 0,0 0-9 16,0 0-5-16,0 0 3 0,0 0-4 0,0 0 10 15,0 0-7-15,0 0 0 0,0 0-2 0,0 0 0 16,0 0 1-16,0 0-3 0,0 0 2 0,0 0-1 16,0 0 1-16,0 0 0 0,0 0-1 0,0 0-11 15,0 0-13-15,0 0-5 0,0 0-8 0,0 0-10 16,0 0-9-16,0 0-9 0,0 0-11 0,0 0-13 16,0 0-22-16,0 0-11 0,0 0-33 0,0 0-42 15,0 0-50-15,0 0-147 0,10-8-429 0,-7 7 189 16</inkml:trace>
  <inkml:trace contextRef="#ctx0" brushRef="#br0" timeOffset="92235">4225 10707 44 0,'0'-6'195'0,"0"6"-4"0,0 0-10 16,2-3-5-16,-2 3-13 0,0 0-14 0,0 0-9 15,0 0-17-15,0 0-18 0,0 0-9 0,0 0-10 0,0 0-15 16,0 0-5-16,0 0-8 0,0 0-5 16,0 0-10-16,-17 12 2 0,7-4-6 0,-2 4-5 15,-3 2-4-15,-3 3-4 0,3-2-1 0,-6 5-2 16,2-1-3-16,1 2-17 0,-1 3-7 0,0-5-16 15,3 1-17-15,-3 2-26 0,5 0-19 0,2 2-22 0,3-5-42 16,-5 3-143-16,6-2-311 0,1-4 138 16</inkml:trace>
  <inkml:trace contextRef="#ctx0" brushRef="#br0" timeOffset="93135.02">4648 10875 147 0,'0'0'182'0,"0"0"-7"16,0 0-13-16,0 0-7 0,0 0-13 0,0 0-5 15,-6 0-13-15,6 0-9 0,0 0-6 0,0 0-7 16,0 0-6-16,0 0-8 0,0 0 0 0,0 0-7 16,0 0-3-16,0 0-10 0,0 0-6 0,0 0-5 15,0 0-7-15,0 0-7 0,0 0 2 0,0 0-8 16,0 0-1-16,0 0-3 0,0 0-9 0,0 0 0 16,19-3-3-16,-7 2-4 0,0-2-1 0,2 0-5 15,3 3 1-15,3-1-2 0,-2 0 0 0,2 0-1 0,-1-1-1 16,-6 2-1-16,4 0-1 0,-3 0 2 15,-1-2-3-15,-3 2-2 0,1 2-13 0,0-2-9 16,-5 0-13-16,-6 0-14 0,8 0-15 0,-3 0-18 16,-5 0-22-16,9 1 6 0,-9 1-10 0,0-2-13 15,0 0-51-15,-10 9-126 0,2-4-319 0,1-2 140 0</inkml:trace>
  <inkml:trace contextRef="#ctx0" brushRef="#br0" timeOffset="93395.06">4633 11018 44 0,'0'0'142'16,"0"0"-13"-16,-5 4-5 0,5-4 0 0,0 0-22 15,0 0 0-15,0 0 3 0,14 1 0 0,-4-2-6 16,3 1-9-16,1-1-6 0,5-1-8 0,4 1-8 0,-1 0-10 16,5-2-5-16,2 0-12 0,0 0-22 0,0 1-23 15,-1-1-34-15,-7 3-28 0,-1-2-58 0,0-2-99 16,-1 2-240-16,-6 1 106 0</inkml:trace>
  <inkml:trace contextRef="#ctx0" brushRef="#br0" timeOffset="93751.45">5330 10735 47 0,'2'-5'306'0,"-1"4"-14"0,-1 1-19 16,1-4-21-16,-1 4-21 0,0-7-24 0,0 7-20 16,2-4-17-16,-2 4-21 0,1-3-22 0,-1 3-23 15,0 0-25-15,0 0-9 0,0 0-6 0,1 12-10 16,1-5-9-16,0 7-4 0,-2 3-5 0,0 2-4 16,0 1-2-16,1 4-3 0,1 2-2 0,-1-1-1 15,-1-6-2-15,1 1-2 0,3-1 0 0,-3 0-6 16,2-2 5-16,3 0-5 0,-5 0 3 0,2-5 1 15,1 3-28-15,-3-1-24 0,0-1-27 0,2-3-24 16,-2 2-28-16,-1-1-41 0,3 1-37 0,-3-2-204 16,0 0-428-16,-3-2 190 0</inkml:trace>
  <inkml:trace contextRef="#ctx0" brushRef="#br0" timeOffset="94368.04">3806 11503 90 0,'-7'0'148'16,"7"0"-10"-16,0 0-12 0,-7-1-9 0,7 1-7 16,0 0-12-16,0 0-13 0,-5-1-8 0,5 1-5 15,0 0-7-15,0 0-7 0,0 0-6 0,0 0-10 0,0 0-1 16,0 0-2-16,-4-4 0 0,4 4-13 15,0 0 10-15,0 0 2 0,0 0 0 0,0 0 1 16,0 0 3-16,0 0-1 0,0 0-3 0,0 0-7 16,0 0 4-16,0 0-4 0,0 0-2 0,0 0 1 0,0 0-6 15,0 0-4-15,0 0 0 0,0 0-2 0,0 0-3 16,0 0-4-16,0 0-1 0,0 0-3 16,0 0-1-16,0 0 0 0,0 0 1 0,0 0 3 15,0 0-2-15,0 0-4 0,0 0-2 0,0 0 2 0,0 0-1 16,21 5 3-16,-7-5 0 0,5-1-1 0,13 0 3 15,5-3-3-15,17-3 11 0,4-2 1 0,10 2-3 16,29-6 3-16,0 4 12 0,7-2 9 16,-3-3 8-16,0 1 5 0,-3 1 5 0,3-4 3 15,-1 2 0-15,-7 3 3 0,0-2-6 0,-29 6-5 0,31-4 3 16,-38 3-15-16,1 0 0 0,-2 1-6 0,-19 2 0 16,1 2-4-16,-2-2-4 0,-7 1 0 0,-8 1-3 15,-1 2-3-15,-7 0 0 0,-3-1-5 0,2 0 1 16,-7 1-4-16,3 1 0 0,-3-2-1 0,-5 2-6 15,6 0-14-15,-6 0-24 0,0 0-17 0,0 0-24 16,0 0-32-16,-5 9-48 0,-1-6-89 0,-6 2-149 16,3-2-424-16,0-2 187 0</inkml:trace>
  <inkml:trace contextRef="#ctx0" brushRef="#br0" timeOffset="95968.99">8194 10940 5 0,'0'0'203'0,"2"-4"-8"0,-2 4-14 0,0 0-10 16,0-5-10-16,0 5-5 0,0 0-15 0,0 0-6 16,-2-5-12-16,2 5-12 0,0 0-12 0,0 0-9 0,0 0-13 15,2-3 2-15,-2 3-14 0,0 0-8 0,0 0-3 16,0 0-6-16,0 0-7 0,0 0 0 15,0 0-5-15,0 0 0 0,0 0-4 0,0 0-1 16,0 0-3-16,0 0-3 0,0 0-1 0,0 0-2 0,0 0 0 16,0 0-3-16,0 0-5 0,0 0 2 0,0 0-1 15,0 0-6-15,0 0 0 0,0 0 2 0,0 0-2 16,0 0-1-16,0 0-2 0,0 0 1 0,0 0 1 16,0 0-5-16,0 0 5 0,0 0-1 0,0 0-3 15,0 0 4-15,0 0 1 0,0 0 4 0,0 0 0 16,0 0-2-16,0 0 3 0,0 0-2 0,0 0 1 15,0 0 0-15,0 0-4 0,0 0 4 0,0 0-4 16,0 0-1-16,0 0-1 0,0 0 1 0,0 0-1 16,0 0-3-16,0 0 0 0,0 0 0 0,0 0-2 15,0 0 1-15,0 0-2 0,0 0 1 0,0 0-1 16,0 0-2-16,0 0 2 0,0 0 0 0,0 0 0 16,0 0-1-16,0 0 2 0,0 0-2 0,0 0 1 15,0 0-1-15,0 0 1 0,0 0-2 0,0 0 1 16,2-2 3-16,-2 2-2 0,0 0 1 0,0 0-1 15,0 0-2-15,0 0 3 0,0 0 1 0,0 0-3 16,0 0 2-16,0 0-1 0,0 0-1 0,0 0 3 16,0 0-1-16,0 0-1 0,0 0-2 0,0 0 2 15,0 0-1-15,0 0 0 0,0 0 2 0,0 0-2 16,0 0 0-16,0 0 0 0,0 0-1 0,0 0 2 16,0 0 0-16,0 0 0 0,0 0-2 0,0 0 1 15,0 0 2-15,0 0-3 0,0 0-1 0,0 0 2 16,0 0-4-16,0 0 0 0,-5-4 1 0,5 4-2 15,-4-3-7-15,4 3 0 0,-6-3 3 0,2 1-2 0,-2 1 2 16,2-2 1-16,-3 2-2 0,7 1-3 16,-14 0-5-16,9 0 5 0,-6 0-6 0,-2 0 6 15,1 2 3-15,1 2-2 0,-7-2-1 0,5 4-1 16,-3 0 4-16,-1 1 2 0,-2 2-1 0,1-1 3 0,0 4 1 16,0 2-6-16,0 2 4 0,0-1 0 0,-1 3-5 15,4 2 1-15,1-4 3 0,2 1 2 16,1-3-2-16,1 3 0 0,2-1 4 0,1 1-1 15,1 0 0-15,1 0-2 0,3-1 5 0,-1 0 1 0,3-5-1 16,3 2 1-16,-1 0-1 0,3-4 4 0,0 1-5 16,-1-3 5-16,4 1 1 0,-3 0-1 0,2-4 3 15,1 0 1-15,-1-2 0 0,2 0 1 0,2-2 7 16,-1-2 4-16,2 1 14 0,0-4 3 0,0 1 6 16,-1-4 3-16,1 0 7 0,-2-4 1 0,3 1 4 15,-3-2-1-15,-1-2-1 0,0 3 1 0,0-4 6 16,0 4 1-16,0-5 4 0,-4 7 8 0,0-2-1 15,-1 0 1-15,0 3-1 0,0-2-6 0,0 4 3 16,-2 0-5-16,0 2-9 0,1-2 0 0,-2 2-9 16,1 1-4-16,-2-1-6 0,0 5-10 0,1-3-3 15,2 0-8-15,-3 3 4 0,0 0-16 0,2-3-11 16,-2 3-6-16,0 0-30 0,0 0-4 0,0 0 7 16,0 0 4-16,4 9 2 0,-4-3 3 0,1 0 3 15,1 4 2-15,-2-1 2 0,1 3 1 0,1 0 4 16,-2 1 1-16,0-2 4 0,2 1 0 0,-1 1 0 15,0-1 5-15,-1 2-2 0,3-2 2 0,-2-3 4 16,1 3 1-16,0-3 2 0,-1-2-5 0,0 0 1 16,-1-3 6-16,2 2-1 0,-1-2 2 0,-1-2 0 15,0 2 1-15,0-4 0 0,1 6 4 0,-1-6 13 16,1 3 15-16,-1-3 15 0,2 3 0 0,-2-3 2 16,0 0 0-16,0 0 4 0,16-5-10 0,-5-3-10 15,5 1-6-15,3-1-27 0,8-3-50 0,-8 3-43 16,7-4-49-16,1 0-56 0,1 0-71 0,-3 4-276 15,-4 0-588-15,-2 1 260 0</inkml:trace>
  <inkml:trace contextRef="#ctx0" brushRef="#br0" timeOffset="96522.03">8544 11182 172 0,'0'-3'304'0,"0"3"-18"0,0 0-8 16,0-6-18-16,0 6-13 0,-2-4-13 15,2 4-20-15,0 0-24 0,0 0-14 0,0-5-25 16,0 5-17-16,0 0-10 0,0 0-20 0,0 0-12 0,0 0-33 16,0 0-24-16,0 0-2 0,0 0 1 0,-1 14-8 15,-1-6-3-15,0 3 6 0,2 1-10 0,-4 4-4 16,1 2-2-16,1 1-3 0,-2 0 0 15,1 5 1-15,-2 0-3 0,-2 1-2 0,4-4-3 0,1-3 6 16,-1-1-4-16,0 2 1 0,1-8 1 0,-1 5-1 16,2-3-2-16,0-2-1 0,-2-1 0 0,3-3-1 15,0 0 3-15,-1 0-1 0,1-1-2 0,0-5 2 16,-2 3 2-16,0 0 12 0,2-4-1 16,0 5 7-16,0-5-1 0,0 4-3 0,0-4 9 0,0 0-4 15,-1 4-4-15,1-4 0 0,0 0 4 0,0 0-5 16,0 0 0-16,0 0 0 0,0 0-6 0,0 0 4 15,0 0-2-15,1 4-1 0,-1-4-5 0,0 0 1 16,0 0 0-16,0 0-4 0,0 0 5 0,0 0-30 16,0 0-16-16,0 0-19 0,0 0-15 0,0 0-29 15,0 0-31-15,0 0-24 0,0 0-24 0,0 0-98 16,0 0-187-16,0 0-499 0,0 0 221 0</inkml:trace>
  <inkml:trace contextRef="#ctx0" brushRef="#br0" timeOffset="97134.24">9316 11145 104 0,'0'0'152'0,"0"0"-4"15,0 0-9-15,0 0-5 0,0 0-11 0,0 0-5 16,-9 0-10-16,9 0-5 0,0 0-13 0,0 0-8 16,0 0 5-16,0 0-7 0,0 0-5 0,0 0-5 15,0 0-4-15,0 0-5 0,0 0-14 0,21-3 1 16,-6 0-8-16,2-1-4 0,4 0-1 0,9 0-5 16,-1-1 1-16,4 2-5 0,-1-2-5 0,4 1-3 15,4-1 1-15,-6 0-3 0,1-2 0 0,-1 3 0 16,-6-1-5-16,0 2-3 0,-7 1 2 0,-3-1 1 15,0 0-3-15,-7 2-4 0,2 0 6 0,-5-2-6 16,-2 3-2-16,-1-1-14 0,-5 1-18 0,7 0-18 16,-7 0-14-16,0 0-11 0,0 0-31 0,0 0-17 15,-17 9-173-15,5-6-317 0,2 2 142 0</inkml:trace>
  <inkml:trace contextRef="#ctx0" brushRef="#br0" timeOffset="97511.09">9481 11305 106 0,'0'0'173'16,"-4"1"-2"-16,4-1-6 0,0 0-6 0,0 0-18 15,0 0-2-15,0 0-14 0,24-1-8 0,-6-1-6 16,3 0-10-16,7-2-5 0,3-1-3 16,-2 2-10-16,3-2-1 0,1 1 4 0,4-1-7 0,-1 2-9 15,-3-2 1-15,-2 0-5 0,-1 0-6 0,-1 3-6 16,-11-2-3-16,-1 1-5 0,-5 2-2 0,-1 0-8 15,-3 1-2-15,1-3-2 0,-4 3-5 0,3 0-2 16,-8 0-14-16,9-3-8 0,-9 3-22 0,5 0-21 16,-5 0-9-16,0 0-13 0,0 0-35 0,-1 6-34 15,1-6-49-15,-7 5-167 0,5-1-375 0,-1-2 166 16</inkml:trace>
  <inkml:trace contextRef="#ctx0" brushRef="#br0" timeOffset="98184.05">10930 11127 89 0,'0'0'158'0,"0"0"-12"0,-9-2-7 0,9 2-4 16,0 0-16-16,-6 1 1 0,6-1-10 15,0 0-7-15,0 0-9 0,0 0-1 0,0 0-9 0,0 0-4 16,0 0-5-16,0 0-6 0,0 0-2 0,0 0-5 16,0 0-6-16,0 0 2 0,0 0-7 0,0 0-9 15,0 0-1-15,20-7-2 0,-6 7-8 0,7-4 0 16,8 2-6-16,3-1-4 0,4 0-2 0,1-1 0 15,1-1 1-15,17 3-1 0,-3-4-1 0,1-3 3 16,2 4 8-16,-3 0 1 0,-1-2-3 0,-15 3 3 16,1 2 1-16,-4-5 2 0,-3 3-4 0,-9 1 2 15,0 0-3-15,-6-3-2 0,-2 6 2 0,-1 0-5 16,-5-2-1-16,-2 1-2 0,3-1-2 0,-3 2-6 16,-5 0-32-16,5-1-31 0,-5 1-29 0,0 0-32 15,0 0-41-15,0 0-224 0,-18 6-406 0,8 0 180 16</inkml:trace>
  <inkml:trace contextRef="#ctx0" brushRef="#br0" timeOffset="99084.83">12950 10194 94 0,'0'-4'173'0,"1"2"0"0,2-2 1 0,-3 4 0 16,0-6-2-16,4 4-17 0,-4 2-5 0,0-3-19 16,0 3-13-16,1-4-13 0,-1 4-13 0,0 0-7 0,0 0-13 15,0 0-11-15,0 0-7 0,0 0-7 0,0 0-8 16,0 0-3-16,-4 15-7 0,3-4-3 16,-5 8-3-16,-2 0-2 0,-1 8 5 0,-4 0-6 15,1 0-6-15,-4 2-1 0,1 0-1 0,1 2 0 0,-4-4-2 16,5 2-1-16,0-3-8 0,3-4 3 0,5-2 5 15,-4-3-5-15,7 1 0 0,-1-1-1 0,-1-7 0 16,3 2 3-16,-2-1-3 0,2 0 5 16,2-1 0-16,2-3 1 0,-2-2 12 0,2 1 11 0,-2 0 3 15,4-2 1-15,3-1 4 0,2 2 3 0,2 0-4 16,5-5-6-16,2 3-3 0,0-2 1 0,0 0-5 16,-1-2-4-16,2 1-3 0,0 0-15 0,-3-1-20 15,-2-2-27-15,-2 3-28 0,8 0-41 0,-10-2-25 16,2 2-28-16,-2-3-56 0,0 2-117 0,-3-2-367 15,-2 0 163-15</inkml:trace>
  <inkml:trace contextRef="#ctx0" brushRef="#br0" timeOffset="99410.02">13074 10570 22 0,'-1'-5'247'0,"1"5"-9"0,-3-4-8 0,3 4-14 15,0 0-17-15,0-5-20 0,0 5-12 0,0 0-30 16,-1-5-18-16,1 5-15 0,0 0-10 0,0 0-13 16,0 0-10-16,-6 16-7 0,2-4-8 0,3 3-5 15,-3 10-6-15,-4 3-5 0,4-1-1 0,-2 7-6 16,1-1-4-16,-3 2 1 0,2-1-3 0,-1-1-4 16,1-1-5-16,2-1 0 0,0-3-1 0,3-2 3 15,0-7-6-15,-2-1-1 0,3-1 0 0,0-2-3 0,3-3 3 16,-3-3-4-16,1 2-4 0,-1-1 2 15,0-3 0-15,0-2-3 0,1 1 2 0,2-2 5 16,-3-1 0-16,0 1-3 0,0-1 0 0,0-3-1 16,0 4 4-16,0-4 2 0,0 0-4 0,0 0 2 15,0 0-3-15,0 5 4 0,0-5-9 0,0 0-34 0,0 0-39 16,0 0-35-16,0 0-36 0,0 0-37 16,4-11-206-16,1 6-416 0,-3-1 184 0</inkml:trace>
  <inkml:trace contextRef="#ctx0" brushRef="#br0" timeOffset="101700.04">13873 10495 112 0,'1'-6'168'0,"-1"-2"1"0,0-1-5 0,0-1-3 15,-1 0-12-15,-2 2-3 0,2-1-7 0,1 1-4 16,-4-1-11-16,4 1-5 0,-4 2-12 16,-1-2-12-16,3 3-14 0,-2-1-7 0,0 3-10 15,-4-1-3-15,3 3-9 0,-7 0-4 0,0 1-10 0,-1 2-2 16,-3 2-9-16,-2 3-1 0,0-1-2 0,-3 6-4 16,-2 2-3-16,2 3 0 0,-4 1-5 0,5 4-1 15,-3 1-6-15,5 0 7 0,0 2-3 16,3 0-2-16,-2-2-2 0,7 4 4 0,0 0-2 0,2-1 0 15,2-2-4-15,4-2 3 0,1-3 0 0,1-1-1 16,3-2 1-16,-1 1-3 0,1-5 3 0,-1 1-2 16,4-4 2-16,-2 0 13 0,2-1 7 0,-2-2 15 15,1-1 15-15,-1 0 16 0,1-4 8 0,1 1 8 16,-1-2 1-16,3 0 13 0,-2-2 1 0,1-1-1 16,1-4-1-16,0 1-5 0,1-3 1 0,0-1-4 15,1-4-20-15,-1 2 10 0,0-3-12 0,0 1-2 16,0-1-11-16,0 0 0 0,1-1-7 0,-2 4 0 15,-3 0-3-15,0 0 11 0,-1 2-6 0,2 0 13 16,-2 2-13-16,-1 2-9 0,1 2-10 0,-3-2 6 16,1 1-9-16,0 1-6 0,0 2-4 0,-2 2-2 15,2-4-11-15,-2 4 1 0,2-2-4 0,-2 2-31 16,0 0-9-16,0 0 0 0,0 0 7 0,0 0 1 16,6 12 17-16,-4-4-10 0,-2 4-4 0,2 0 2 15,-1 2 7-15,1 1-3 0,-2 2 5 0,0-2 2 16,1-1-1-16,0 0 2 0,1 1 4 0,-1-2-6 15,0-2 7-15,1-1-1 0,-1-3 0 0,0 0 2 16,-1-2-8-16,1 2 14 0,-1-3 1 0,0 0-3 16,2 0-3-16,-1 1 7 0,0-3-2 0,-1-2-2 15,2 5 32-15,-2-5 4 0,0 0 22 0,2 1 2 0,-2-1-6 16,0 0-6-16,18-6-2 0,-6 0-6 16,4-1-6-16,3-1-5 0,-1-2-6 0,6-3-37 15,3 3-40-15,0-2-43 0,-3 1-55 0,3 0-58 16,-1 0-78-16,1 2-102 0,-1 3-211 0,-7-2-650 0,1 3 288 15</inkml:trace>
  <inkml:trace contextRef="#ctx0" brushRef="#br0" timeOffset="102251.02">14316 10674 146 0,'0'0'212'0,"0"-6"-8"16,0 6-6-16,-5-4-7 0,5 4-13 0,0 0-13 16,-1-4-19-16,1 4-12 0,0 0-14 0,0 0-16 15,0 0-12-15,-4-3-8 0,4 3-14 0,0 0-6 16,0 0-7-16,0 0-8 0,0 0-3 0,-14 10-7 16,6-3-4-16,0 0-5 0,1 1-3 0,-2 2-1 15,-2 2-2-15,2 2-4 0,2-1-3 0,-2 3-3 16,0-3 2-16,2 1-1 0,3-2-6 0,0 0 0 15,1 0-2-15,1-2 4 0,-1 2-3 0,3-2 1 16,0 1-3-16,3-4 6 0,1 4 1 0,1-6 12 16,1 4 9-16,3-4 8 0,3 2 3 0,1-3 2 15,0-1-4-15,4-2 0 0,1 1 5 0,-5-4 3 16,2 1 0-16,-2-4 1 0,3-2-4 0,-4 4 3 16,-2-8 2-16,2 5-8 0,-3-5-2 0,-2 3-2 15,1-4-9-15,-2 0-3 0,-3 0-5 0,0-2 1 16,-1 2-2-16,-3-1-7 0,-2 0-4 0,-1 1-3 15,-1 1-15-15,-5 3-14 0,-4-3-14 0,-5 5-22 0,-4 0-23 16,-3 3-25-16,-6 2-32 0,4 4-32 16,-4 4-43-16,2-2-244 0,1 1-492 0,9 3 218 15</inkml:trace>
  <inkml:trace contextRef="#ctx0" brushRef="#br0" timeOffset="103467.23">12392 11408 142 0,'0'0'142'16,"-10"0"-6"-16,10 0-10 0,0 0-7 0,0 0-10 15,-7 0-1-15,7 0-6 0,0 0-9 0,0 0-6 16,0 0-4-16,0 0-6 0,0 0-5 0,0 0-7 16,0 0-5-16,0 0-6 0,0 0-2 0,0 0-8 15,0 0-6-15,0 0-4 0,0 0-1 0,0 0-5 16,0 0-3-16,0 0-3 0,0 0-4 0,0 0-2 16,-6 2-4-16,6-2 5 0,0 0-6 0,0 0-1 15,0 0 0-15,0 0-2 0,0 0 1 0,0 0 0 16,0 0-3-16,0 0-1 0,23-2 1 0,-14 2-1 15,-9 0 1-15,16 0-1 0,-5-1-1 0,0 1-2 16,2 0 7-16,6 1-4 0,3-2 2 0,-2-1-3 16,11 2 3-16,0-2-2 0,2 0 1 0,4 2 2 15,1-3-3-15,17 1-1 0,-1-1 1 0,6 0-1 16,6 2-3-16,26-3 8 0,-2-2 4 0,-24 3 5 0,30-4 2 16,6 5 1-16,3-4 4 0,1-1 3 0,7 0 3 15,4-1-1-15,-2-1-5 0,4 2 0 0,-3-2 0 16,-2 1 2-16,2-5-3 0,-2 4-4 15,-3-3 3-15,-1 2-1 0,-6 0 0 0,-1 1-4 0,-7 1-1 16,-5 2 5-16,-30 2-2 0,3-4 1 0,-5 5-6 16,-2 0-2-16,-2 0 0 0,-18-3 3 0,-2 5-3 15,-5-3 2-15,-8 4 5 0,-7 0 4 0,-2 0 7 16,0-3 7-16,-7 3 0 0,3-1 0 16,-4 0 0-16,-5 1-5 0,9-2 0 0,-6 1-6 0,-3 1 5 15,0 0-16-15,0 0-7 0,0 0-13 0,-13-4-19 16,13 4-12-16,-14 0-20 0,5 0-24 0,0 0-30 15,-4 1-41-15,3-1-41 0,-10 0-210 0,4 3-433 16,-1-2 191-16</inkml:trace>
  <inkml:trace contextRef="#ctx0" brushRef="#br0" timeOffset="106366.98">13041 11782 163 0,'0'-8'205'16,"0"8"-13"-16,1-5-8 0,-1 5-11 0,0-5-12 16,0 5-15-16,2-3-9 0,-2 3-16 0,1-5-16 15,-1 5-9-15,0 0-14 0,0 0-10 0,1-2-7 16,-1 2-11-16,0 0-5 0,0 0-11 0,12 9-20 15,-8-4-3-15,3 2-6 0,-1 3 0 0,1-1-4 16,2 7 2-16,1 0-2 0,-2 9-4 0,-1-7 4 16,1 6-2-16,-2-4 0 0,1 4-1 0,-3-4 1 15,0 6-3-15,-2-6 3 0,-4-2-3 0,4 0 3 16,-6-1-6-16,0 0 5 0,-1 0 0 0,1-2 2 16,-3 1-4-16,2-3 1 0,0-1 1 0,-1-3-3 15,1 3 3-15,-2-4 7 0,2 2-2 0,-1-4-1 16,1 1 9-16,1-2 7 0,1 0 17 0,-2-2 20 15,2 0 22-15,1-1 19 0,2-2 25 0,-6 2 19 16,6-2-6-16,0 0-2 0,-6-5-5 0,5 0-12 16,1-2-3-16,-3-5-7 0,3-1-16 0,3-3 0 15,1-3-14-15,-1-5-4 0,5 0-9 0,3-1-7 16,-3 0-4-16,1 1-9 0,1-2-6 0,1 5-9 16,-4 3 5-16,0 0-10 0,3 1 0 0,-4 3-6 15,-1 3 13-15,3 1-15 0,-3-2 0 0,-2 4-8 0,0 2-9 16,0 0-20-16,-2 1-21 0,1 1-19 15,0 1-27-15,-2 3-33 0,2-4-33 0,0 2-45 16,-2 2 2-16,0 0 3 0,0 0-16 0,5 6-17 16,-3 0 5-16,0-1-216 0,-2-1-471 0,0 4 208 0</inkml:trace>
  <inkml:trace contextRef="#ctx0" brushRef="#br0" timeOffset="107332.52">13496 12054 14 0,'-9'1'139'0,"4"0"-2"15,0-1-6-15,0 2-1 0,5-2-8 0,-8 1 3 16,8-1-4-16,0 0-12 0,-9 1 1 0,9-1-4 16,0 0-2-16,-5 0-6 0,5 0 2 0,0 0-5 15,0 0-2-15,0 0 3 0,-8 0-1 0,8 0-4 16,0 0-1-16,0 0-2 0,0 0-8 0,0 0 5 15,0 0-12-15,0 0-5 0,0 0-6 0,0 0-4 16,0 0-5-16,0 0-9 0,0 0-3 0,0 0-2 16,0 0-7-16,0 0-1 0,0 0-3 0,0 0-1 15,0 0-6-15,0 0 1 0,0 0-4 0,0 0-1 16,0 0-2-16,0 0 6 0,0 0 1 0,0 0 2 16,0 0 3-16,0 0 3 0,0 0 2 0,0 0 6 15,0 0-4-15,0 0-3 0,0 0 1 0,0 0 1 16,0 0-4-16,0 0 0 0,0 0-5 0,0 0 0 15,0 0-3-15,0 0-1 0,0 0-1 0,0 0-4 16,0 0 0-16,0 0-1 0,0 0-3 0,0 0 0 16,0 0-5-16,0 0-2 0,0 0 0 0,0 0-1 15,0 0 3-15,0 0 0 0,0 0-5 0,0 0 4 16,0 0-4-16,0 0 1 0,0 0 3 0,0 0-3 16,0 0-2-16,0 0 3 0,0 0 0 0,0 0 3 0,0 0-9 15,0 0 5-15,0 0-1 0,0 0 0 16,0 0-2-16,0 0 0 0,0 0 1 0,0 0 1 15,0 0 1-15,0 0-2 0,0 0 0 0,0 0-1 16,0 0 3-16,0 0-5 0,0 0 5 0,0 0 0 0,0 0-4 16,0 0 2-16,0 0 0 0,0 0 0 0,0 0 11 15,0 0-11-15,0 0-4 0,0 0 6 0,0 0-5 16,0 0 1-16,0 0-3 0,0 0 4 16,0 0-2-16,0 0 1 0,0 0 0 0,0 0 0 0,0 0 0 15,0 0-3-15,0 0 4 0,0 0 3 0,0 0-1 16,23 0-2-16,-10 0 1 0,6-1-3 0,0 1 4 15,4-1-4-15,5-1-2 0,-5 1 4 0,8-1-2 16,0 0 1-16,-3-2-3 0,1 0 1 0,-8 2 3 16,1 0 1-16,-3-1-1 0,-1 1-5 0,-6 0 6 15,1 0 1-15,-4 1 1 0,0-1 1 0,-4 2 9 16,0-2-8-16,0 2-2 0,-5 0-4 0,8-3 2 16,-8 3-7-16,5 0-9 0,-5 0-14 0,0 0-22 15,5 0-26-15,-5 0-19 0,0 0-25 0,0 0-39 16,0 0-27-16,0 0-29 0,0 0-222 0,-15 5-473 15,11-2 210-15</inkml:trace>
  <inkml:trace contextRef="#ctx0" brushRef="#br0" timeOffset="113398.01">14205 11863 76 0,'3'-8'184'0,"-2"4"-2"16,2-1-3-16,0-2-2 0,0 4-3 0,0-3-4 16,0 1-6-16,-2 0-6 0,2 1-3 0,-2 0-4 15,-1 1-10-15,0 3-10 0,4-6-14 0,-4 6-9 0,0-2-16 16,0 2-12-16,2-4-9 0,-2 4-14 16,0 0-11-16,0 0-18 0,0 0-3 0,0 0-5 15,0 15-1-15,0-5-4 0,-2 4 1 0,-2 1-5 16,3 3 1-16,0 2 3 0,-2-2-9 0,0 1-1 0,3 7 3 15,-3-8-3-15,2 3-3 0,1-2 5 0,0 0-2 16,1-1-5-16,-1-1 4 0,0-1-3 16,0-5 4-16,1 0-2 0,-1 1 1 0,2-5-3 15,1 1 0-15,-3-1 0 0,0-2 4 0,0 0 1 16,0 3-3-16,0-7 8 0,0-1-8 0,0 5 3 0,0-5 0 16,1 5-1-16,-1-5 12 0,0 0 6 0,0 5 4 15,0-5 0-15,0 0 5 0,0 0 0 0,0 0-3 16,0 0 0-16,0 0-5 0,0 2-1 15,0-2-4-15,0 0 0 0,0 0-1 0,0 0 2 0,0 0-2 16,0 0-6-16,0 0-4 0,0 0-11 0,0 0-18 16,0 0-33-16,0 0-56 0,0 0-51 0,0 0-42 15,4-14-64-15,-2 7-140 0,0-1-438 0,2-1 193 16</inkml:trace>
  <inkml:trace contextRef="#ctx0" brushRef="#br0" timeOffset="113681.03">14466 11573 34 0,'0'0'142'16,"0"0"-14"-16,15 12-10 0,-10-4-17 0,5 6-1 15,3 8-7-15,0 4-4 0,1 3 3 0,-1 1-3 16,0 4-10-16,2 14-1 0,-2-4-4 0,-4-8-13 16,-4 12 4-16,-3-13-12 0,-4 2-3 0,-1-1-3 15,-3-2-6-15,-4 1 1 0,-2 0-8 0,-3-1 0 16,-15 5-1-16,2-1-1 0,-12-3 1 0,2 0-7 16,-3-5 1-16,-6 0-1 0,-9-2-26 0,-5-1-42 15,-24 7-58-15,-3-8-181 0,28-8-302 0,-1-5 134 16</inkml:trace>
  <inkml:trace contextRef="#ctx0" brushRef="#br0" timeOffset="114148.06">12839 11693 183 0,'0'-4'200'0,"0"0"-20"16,3 3-20-16,-3 1-20 0,0 0-15 0,0 0-13 16,0 0-17-16,0 0-7 0,-13 12-11 0,3 2-7 15,-7 10-8-15,-1 6-12 0,-6 11 1 16,-5 4-12-16,4 2-2 0,3 0-3 0,0 2-6 0,0-3 0 15,6 0-6-15,1-2-3 0,9-11 1 0,2 3 4 16,4-4-7-16,3 2-3 0,4-5 5 0,7 0-2 16,3 0 0-16,8-4-1 0,17 3 2 0,7-6 3 15,10-2-5-15,4-6-39 0,31 2-58 0,-2-7-79 16,-28-7-130-16,1-4-313 0,-1-6 139 0</inkml:trace>
  <inkml:trace contextRef="#ctx0" brushRef="#br0" timeOffset="115398.03">14863 11530 45 0,'0'0'190'0,"9"-4"-15"0,-4 1-19 0,0 1-12 16,4 1-13-16,0-2-15 0,0 3-9 0,-1 0-11 16,2-3-9-16,-1 6-10 0,0-3-9 0,1 0-9 15,-1 1-7-15,-1 3-9 0,2 3 1 0,-2-3-10 16,-3 5 0-16,0-1-6 0,0 2-1 0,-1-1-6 15,1 2-1-15,-4 1 0 0,-2 2-4 0,0 2-1 16,-3-1 1-16,-1 1 1 0,0 0-2 0,-2 0-1 16,-2-3-7-16,2 2 2 0,2-3 0 0,-2-2-3 15,1-2-4-15,-1 0 4 0,1-1-3 0,2 3 5 16,0-7-8-16,3 1 6 0,-3 1 0 0,4-2 0 16,-4-1-4-16,4-2 5 0,-4 4-2 0,4-4 19 15,-1 3 8-15,1-3 11 0,-2 4 2 0,2-4 10 16,0 0 8-16,0 0 1 0,0 0 0 0,0 0 0 15,0 4-4-15,0-4-2 0,0 0-1 0,0 0-1 16,0 0-5-16,0 0-1 0,0 0 1 0,0 0-10 16,0 0 1-16,0 0-4 0,0 0-3 0,0 0 6 15,0 0-12-15,0 0 2 0,0 0-6 0,0 0 1 16,0 0 1-16,0 0-2 0,0 0 1 0,0 0 1 16,0 0-4-16,0 0 7 0,0 0 1 0,0 0-1 15,0 0 4-15,0 0-2 0,0 0 6 0,0 0 2 16,0 0 0-16,0 0-1 0,0 0-2 0,0 0 2 15,0 0 1-15,0 0 0 0,0 0 1 0,0 0-7 0,0 0 0 16,0 0 0-16,0 0-4 0,0 0-4 16,0 0-2-16,0 0 1 0,0 0-5 0,0 0-4 15,0 0-3-15,0 0 6 0,0 0-3 0,0 0-10 16,0 0 8-16,0 0-8 0,0 0 4 0,0 0-2 0,0 0-2 16,0 0 0-16,0 0-1 0,0 0-1 0,0 0-2 15,0 0 1-15,0 0-1 0,0 0 1 16,0 0-1-16,0 0-1 0,0 0-2 0,0 0 5 15,0 0-2-15,0 0-6 0,11-8 2 0,-2 8 3 0,10-1-4 16,13 0 2-16,23 1 9 0,5 1-12 0,4 0-3 16,36 1-16-16,1-2-25 0,1 0-39 0,4-1-54 15,-1 1-77-15,-5-2-117 0,-10-3-206 0,-28 1-586 16,-4-5 260-16</inkml:trace>
  <inkml:trace contextRef="#ctx0" brushRef="#br0" timeOffset="117947.03">3934 14407 110 0,'0'0'129'0,"0"-5"1"0,0 1-13 15,0 4 0-15,1-7-2 0,-1 4-9 0,1 0 2 16,-1 3-7-16,0-6 0 0,0 6-11 16,0-7-2-16,0 7-10 0,2-4-9 0,-2 4-5 0,0 0-13 15,0 0-3-15,0 0-6 0,0 0-12 0,0 0-5 16,0 0-7-16,0 0 0 0,0 0-3 0,-2 16-4 15,2-7 0-15,-1 6-1 0,0 5 9 0,-4-1-16 16,5 9 0-16,-4 4 0 0,2-1 0 16,-2 3 2-16,1-2 0 0,0 4 3 0,0-2-1 0,-1-1-4 15,1-1-3-15,2-3-10 0,-4-2-8 0,4 0 9 16,-2-3 4-16,3-6 4 0,-4 2-5 0,3-3 1 16,1-5 0-16,-1 1 2 0,-2-3-2 0,3-1 2 15,0-1 2-15,0-2 3 0,-1 1-1 0,1-1 2 16,-3-2-3-16,3-1 3 0,0-3 3 15,0 6 1-15,0-6 19 0,0 6 17 0,0-6 13 0,3 2 21 16,-3-2 12-16,0 0 1 0,0 0-14 0,0 0-6 16,9-11-6-16,-4 3-9 0,1-3-4 0,6-2-4 15,-3-1-6-15,1-4-2 0,0-6-6 0,3 2-2 16,1-2-2-16,-2-2-5 0,3 1 0 16,-1 3-3-16,1-2 6 0,-1 0-3 0,4 4 4 15,-9 3 1-15,1 3-3 0,2 0 1 0,-3-1 6 0,-3 6-1 16,3 0 1-16,-5 3-1 0,0-1 4 0,0 3 1 15,-2-1-1-15,1 2-10 0,-3 3-5 0,4-7 3 16,-3 4-9-16,-1 3 0 0,4-5-6 16,-4 5-6-16,0 0-20 0,0 0-8 0,0 0 2 15,0 0 9-15,0 0-6 0,0 0 6 0,-18 18-3 16,8-9 2-16,-2 1 0 0,2 0 3 0,-3 1 2 0,0 0-2 16,4-5 5-16,-1 4-1 0,1-2-4 0,3 0 10 15,-1-5-3-15,1 5-1 0,1-4 0 0,0-1 1 16,0 2 2-16,2-1 2 0,3-4 1 15,-5 3 10-15,5-3-6 0,-5 5 13 0,5-5 1 16,0 0 4-16,-4 5-4 0,4-5-3 0,0 0-5 16,0 0 1-16,-1 4-6 0,1-4-3 0,0 0-2 0,0 0-3 15,9 8 1-15,-7-2 2 0,6 0-1 0,2 3-2 16,4 3 1-16,0 1 0 0,8 2 0 16,2 4 1-16,3 2 0 0,0-2-9 0,0 2-28 15,0 0-35-15,2-1-46 0,-3 1-57 0,3 0-66 16,-2-3-179-16,-2-2-454 0,5-3 201 0</inkml:trace>
  <inkml:trace contextRef="#ctx0" brushRef="#br0" timeOffset="118371.06">4888 14707 181 0,'0'0'255'0,"-2"-3"-10"0,2 3-17 0,0 0-16 15,0 0-10-15,0 0-21 0,5-4-19 0,-5 4-16 16,1-5-16-16,-1 5-18 0,4-4-10 0,0 2-15 15,4-1-9-15,3 0-23 0,-1-1-28 0,4 1-30 16,7-1-33-16,-2 1-28 0,3 1-32 0,6-1-15 16,-8 1-55-16,1 2-156 0,-3 2-347 0,1-4 154 15</inkml:trace>
  <inkml:trace contextRef="#ctx0" brushRef="#br0" timeOffset="118547.06">4923 14887 127 0,'14'0'152'15,"-1"-1"-15"-15,7-2-13 0,7 0-17 0,2-2-23 16,2 2-36-16,2-1-47 0,3-3-58 0,-4-2-64 16,4 0-131-16,4 0 59 0</inkml:trace>
  <inkml:trace contextRef="#ctx0" brushRef="#br0" timeOffset="119130.35">5746 14508 36 0,'11'0'119'0,"1"0"-21"15,3 0-8-15,-5 1-4 0,3 2-13 0,0 1-7 16,-4-1 2-16,1 4-18 0,-1 2 0 0,0-3 1 16,-2 7-12-16,-5 0-4 0,5 2 3 0,-7 2-12 15,-3 0-1-15,-6 5-6 0,1-2 5 0,-7 2 1 16,1 3-6-16,-4-5-1 0,-3 4 2 15,4-4-1-15,-2-1-4 0,-1-2-5 0,5-3 5 16,1 0 10-16,0-1-2 0,1-1 6 0,3-2 0 0,0-3 0 16,1 0-8-16,2-2 5 0,2-1 1 0,-1-1 4 15,1 2 12-15,2-2 8 0,-1-1 18 0,3 1 12 16,1-3 13-16,-5 4 12 0,5-4 2 16,-4 1 2-16,4-1-1 0,-4 3-5 0,4-3-1 15,0 0-7-15,0 0-8 0,0 0-6 0,-2 1-9 0,2-1-5 16,0 0-9-16,0 0-5 0,0 0-6 0,0 0-7 15,0 0-3-15,0 0-2 0,0 0-8 0,0 0 0 16,0 0-7-16,0 0-5 0,0 0-2 16,0 0 0-16,0 0-3 0,20 0 3 0,-6-4-7 15,4 1 0-15,5 2 4 0,8-3-2 0,3 2 0 0,3-1-4 16,14-4-1-16,3 2 6 0,0 1-7 0,-2 0 0 16,-1-2 1-16,-12 5-1 0,-2-1 1 0,-4 2-4 15,-1-1 1-15,-7 0 3 0,-5 1-3 0,-8-1 1 16,1-2-3-16,-3 2 3 0,-2 1 1 0,-2 0-2 15,-6 0 1-15,9-1 3 0,-9 1-8 0,8 0-4 16,-8 0-10-16,0 0-15 0,0 0-19 0,0 0-36 16,0 0-34-16,0 0-64 0,-18 7-58 0,12-6-180 15,-2 1-458-15,-1-1 204 0</inkml:trace>
  <inkml:trace contextRef="#ctx0" brushRef="#br0" timeOffset="120397.05">8911 14324 223 0,'0'-6'219'0,"0"4"-7"0,0 2-7 0,0-9-9 16,0 6-10-16,0 3-18 0,-1-9-14 0,-3 5-17 15,3 0-13-15,-3-1-16 0,3 0-12 0,-3 1-9 16,-4 0-11-16,0 2-9 0,-2-3-8 0,0 3-8 16,-4 0-4-1,1 2-8-15,-5 3-2 0,0-1-8 0,-1 3-2 0,2 0-4 0,-2 4 3 0,-1-1-10 16,-3 4-4-16,5 0-2 0,-1-1-3 0,-2 6 2 16,6-4-4-16,1 1-3 0,-5 5-1 15,7-3 1-15,0 0 9 0,1 1-11 0,4 0-3 16,0-2 1-16,1 1-1 0,3 0 0 0,2 1 3 0,0-5-2 15,2 3 2-15,0-2 0 0,3-1 2 0,0-1 4 16,4-1-1-16,-2 0 0 0,1-3 1 0,0 1-1 16,2-3-1-16,0 0 6 0,0-2-3 0,2-2 4 15,-3 2 15-15,1-3 14 0,-4 0 23 0,4 0 9 16,-1-3 11-16,-2 2 11 0,2-7 12 0,2 3-1 16,-2-2 6-16,0-1 0 0,-2 1-14 0,3-3 4 15,-3-1-1-15,-2 2-1 0,4-2 3 0,-3-1-23 16,1 1-1-16,-2 3-1 0,1-2 1 0,0 2-16 15,-2 1 0-15,-1 1-6 0,1 0-9 0,0 4-9 16,0-3-5-16,-2 2-6 0,-1 3-7 0,3-6 5 16,-3 3-9-16,0 3-3 0,0 0-12 0,0 0-4 15,3-3-6-15,-3 3-14 0,0 0-5 0,0 0-4 16,6 7 6-16,-3-4-1 0,-2 2 0 0,0 0-1 16,1 0 5-16,0 4-6 0,-1-1 5 0,2 1 6 15,-2 2-3-15,2-1-5 0,-2-2 13 0,1 3 3 16,0-1 3-16,-1-2-2 0,0-2 1 0,1-1-1 15,0 1 7-15,-2-1-3 0,1-2-1 0,1 0 2 16,-1 1-7-16,2-1 14 0,-1-1 0 0,2 2 2 16,6-1 1-16,0-1 0 0,9-2 0 0,2-2-9 15,9-1-54-15,1-1-62 0,1 2-74 0,4-6-100 16,-4 0-321-16,5 1-663 0,0-4 294 0</inkml:trace>
  <inkml:trace contextRef="#ctx0" brushRef="#br0" timeOffset="120996.02">9338 14478 72 0,'0'0'208'15,"0"0"-23"-15,5-5-16 0,-5 5-17 0,8 0-18 16,-8 0-18-16,10 1-10 0,0-1-10 0,-4 2-16 16,2 2-9-16,-1 1-8 0,1 1-9 0,0 0-4 15,0 4-7-15,0-3-6 0,-2 4-1 0,-2-1-8 16,0 3 0-16,-3-3 0 0,-1 7-4 0,-3 3 0 16,-2-2-7-16,0-1-1 0,-4 0 2 0,-2 5-2 15,-1-5-4-15,3 0 0 0,-2 0-2 0,-2-3 1 16,4 0-1-16,3-4 6 0,-5 0-4 0,5-2-1 15,1-1-3-15,-3 1-2 0,7-4 0 0,-3 1-3 16,0-1 2-16,4-1 1 0,-5-1 2 0,5-2 7 16,0 0 22-16,8 6 9 0,-2-5 3 0,7-1-4 15,6-1-6-15,10-2-2 0,1 0-4 0,-1 2-6 16,3-3 1-16,0 1-5 0,0 2-2 0,-1-4 1 16,-1 2 0-16,1-2 4 0,-1 1 6 0,-9 1 0 15,1 3 2-15,-3-2 0 0,-9 0 3 0,3 1 3 16,-5 1-3-16,-3-1 3 0,0 0-5 0,-5 1 0 15,10-2-1-15,-10 2-9 0,8 0-4 0,-8 0-19 16,5-1-23-16,-5 1-25 0,0 0-31 0,0 0-28 16,0 0-47-16,0 0-52 0,4 4-181 0,-4-4-418 15,0 0 185-15</inkml:trace>
  <inkml:trace contextRef="#ctx0" brushRef="#br0" timeOffset="121324.99">10373 14445 114 0,'0'0'274'0,"0"0"-12"16,0 0-14-16,0 0-16 0,0 0-16 0,0 0-19 16,0 0-19-16,0 0-21 0,6-6-20 0,2 4-24 15,1-1-20-15,5 1-34 0,5-3-41 0,0 3-44 0,3 0-50 16,7-1-61-16,-1 2-207 0,1-1-372 15,-10-1 165-15</inkml:trace>
  <inkml:trace contextRef="#ctx0" brushRef="#br0" timeOffset="121497.03">10415 14583 51 0,'0'0'219'15,"0"0"-13"-15,0 0-10 0,23-2-25 0,0 1-18 0,6 1-16 16,3 0-33-16,2-5-60 0,1 5-77 16,-1-3-175-16,0 1-226 0,-4 1 100 0</inkml:trace>
  <inkml:trace contextRef="#ctx0" brushRef="#br0" timeOffset="122346.35">11800 14299 80 0,'0'0'128'0,"0"0"-2"0,0 0-10 0,0 0-3 16,0 0-1-16,0 0-12 0,-9 0 0 16,9 0-9-16,0 0-4 0,0 0-4 0,0 0 1 15,0 0-2-15,0 0 1 0,0 0 0 0,0 0-4 0,0 0 0 16,0 0-2-16,0 0-5 0,0 0-1 0,0 0-4 15,0 0-3-15,0 0 0 0,0 0-9 0,0 0-9 16,20-5-2-16,-8 2-9 0,10-1 19 16,10 1-7-16,0-3-4 0,5 1-4 0,0-1-6 15,14-4-1-15,5 5-1 0,1-6 0 0,-1 5 5 0,-1 0 1 16,-7-4 0-16,-8 5-7 0,-7 0 2 0,0 1-4 16,-6 1-3-16,-8 1 1 0,-3 2-4 0,-5-3 4 15,3 1-11-15,-9 0 3 0,3 1-4 0,-3 1-12 16,-5 0-22-16,9-1-30 0,-9 1-47 0,0 0-41 15,6 4-7-15,-6-4-10 0,-5 5-224 0,-1 0-412 16,-3-1 183-16</inkml:trace>
  <inkml:trace contextRef="#ctx0" brushRef="#br0" timeOffset="123280.86">13464 13517 96 0,'1'-2'217'0,"2"-2"-12"0,-3 4-10 15,1-4-16-15,2 0-17 0,-3 4-15 0,2-4-15 16,-2 4-15-16,1-5-8 0,-1 5-17 0,3-3-11 15,-3 3-10-15,0 0-16 0,0 0-7 0,0 0-9 16,0 0-8-16,0 10-3 0,0-4-5 0,-1 2 3 16,-3 2-5-16,0 6-3 0,-6 2-2 0,0 6 1 15,-2 2-3-15,1 0-1 0,-1-1-6 0,-2 4 4 0,0-2-3 16,2-4 1-16,1 2-6 0,3-6 2 16,1-1-3-16,-1-3 2 0,3 1-6 0,1-6 4 15,0-1 1-15,2 3-3 0,0-4 1 0,0-3 2 16,1-1-2-16,-1 1 4 0,2-1 0 0,0-4 0 0,2 8 15 15,1-5 10-15,3-2 4 0,1 0-5 0,7 1-1 16,2-2-1-16,4 1-6 0,3-2-2 16,5-1-2-16,0 1 2 0,3 0-10 0,-2-2-25 15,-8 2-24-15,8-3-30 0,-10 4-23 0,4-4-26 0,-2 3-29 16,-1-1-44-16,-7 1-109 0,1 0-324 0,-1-2 144 16</inkml:trace>
  <inkml:trace contextRef="#ctx0" brushRef="#br0" timeOffset="123622.02">13658 13793 190 0,'-1'-7'241'16,"-2"6"-19"-16,3 1-17 0,0 0-25 0,0 0-17 0,0-6-21 15,0 6-18-15,0 0-17 0,0 0-15 0,0 0-14 16,-1 12-8-16,1 0-8 0,-1 0-7 0,2 6-4 15,-2 0-6-15,-3 11-9 0,5 0-5 0,-6 0 0 16,4 2-2-16,1 0-6 0,-3-1-1 0,3-1-2 16,0 0 13-16,0 2-2 0,3-6-6 0,-6-6 1 15,6-2-4-15,-3 3 0 0,0-11-2 0,0 5-3 16,0-3-3-16,0-4 3 0,0 5-3 0,0-5 1 16,0 0 3-16,0-4-6 0,0 4 4 0,0-4-4 15,1 1-2-15,-1-4 3 0,-1 5 3 0,1-5-4 16,0 3 3-16,0-3 4 0,0 0 0 0,0 4 2 15,0-4-3-15,0 0-2 0,0 0 2 0,0 0-2 16,0 0-4-16,0 0-14 0,0 0-14 0,0 0-31 16,0 0-37-16,0 0-76 0,0 0-246 0,0 0-438 15,6-16 194-15</inkml:trace>
  <inkml:trace contextRef="#ctx0" brushRef="#br0" timeOffset="124330.02">14306 13781 105 0,'0'-5'215'0,"0"-2"-15"0,0 2-9 15,0 0-11-15,0-2-7 0,-1 2-18 0,-2-2-15 16,2 1-12-16,0 2-4 0,-2-3-15 0,-1 2-10 16,0 1-13-16,-1 2-11 0,-1-2-8 0,-3 0-7 15,0 1-8-15,-5 1-5 0,3 2-7 0,0 0-5 16,-5 1-2-16,3 0-5 0,-5 7-4 0,0-1-6 15,0 3-2-15,-1 1-5 0,-4 4-1 0,9 0 0 16,-5 4-3-16,-2 0 1 0,6 1-2 0,4-4-2 16,-1 1-1-16,4-2-1 0,1 2 1 0,0 0-3 15,3 2 5-15,1-7-2 0,2 3 2 0,2-2-2 16,1-2 1-16,2-1-1 0,0-1 2 0,2 1 9 16,1-2 10-16,0-1 11 0,4 0 5 0,0-5 10 15,0 3 5-15,1-5 8 0,-2 2 7 0,3-2 9 16,0-2 11-16,1 0-2 0,-4-2 11 0,3-1-4 15,1-1 1-15,-4 1-12 0,-1-2 1 0,1 0-1 16,-1-2 3-16,-1 1-2 0,1-1-6 0,-1 1-3 16,-3 1-4-16,-1 2-3 0,-1 0-4 0,1 0-6 15,1 1-5-15,-2 1-10 0,-1 0-6 0,2-1-3 0,-2 2-7 16,-2 2 0-16,0 0-13 0,5-4-8 16,-5 4-12-16,0 0-22 0,0 0 0 0,0 0 0 15,6 11 7-15,-6-2 6 0,0 0 8 0,0 1-11 16,1 3 14-16,-2-1-16 0,1 5 3 0,0-3 1 15,0 1 4-15,0-3-2 0,1-1 3 0,-1 0-4 0,2-1 7 16,-2-1-5-16,1-2 7 0,-2-2 2 16,2 2 3-16,-1-7 3 0,1 5 3 0,-1-2 12 15,0-3 20-15,3 5 31 0,-3-5-14 0,7 0 6 16,-7 0-3-16,17-5-4 0,-6 0-7 0,6 0-7 0,1 0 1 16,0-4-10-16,4 3-1 0,3-5-1 0,-1 1-5 15,3-2-35-15,-9 2-51 0,0 0-67 0,2 2-65 16,-2-1-80-16,4 2-92 0,-4 1-265 15,0 0-682-15,-6 2 302 0</inkml:trace>
  <inkml:trace contextRef="#ctx0" brushRef="#br0" timeOffset="124730.24">14861 13864 33 0,'-4'-5'274'16,"3"3"-7"-16,1 2-9 0,0-6-9 0,0 6-9 15,0-6-17-15,0 6-13 0,1-5-21 0,-1 5-18 16,0 0-25-16,0 0-16 0,0 0-17 0,0-3-12 16,0 3-15-16,0 0-14 0,0 0-9 0,0 0-6 15,1 17-5-15,-1-8-5 0,0 3-5 0,-2 5-5 16,2 3 1-16,1 4-19 0,3 2-1 0,-3-1 5 15,-1 2-57-15,0 1-24 0,1 1-35 0,-2 2-72 0,0-3-70 16,-4 1-195-16,1-4-464 0,0-9 206 16</inkml:trace>
  <inkml:trace contextRef="#ctx0" brushRef="#br0" timeOffset="125613">12725 14737 79 0,'0'0'93'0,"0"0"-15"0,0 0 4 0,0 0-4 16,0 0 0-16,0 0-3 0,0 0-7 0,0 0-6 15,0 0-2-15,0 0 2 0,0 0-3 0,0 0 1 16,0 0-5-16,0 0 9 0,0 0-13 0,0 0-3 15,0 0-6-15,0 0-1 0,0 0-7 0,0 0-4 16,0 0 5-16,0 0-10 0,0 0 2 0,0 0 0 16,0 0-5-16,0 0 2 0,0 0 3 0,18-1 3 15,-13-1-1-15,8 0 3 0,5 0-5 0,4-3 2 0,7 0 4 16,4 2-4-16,17-6 4 0,4 2-4 16,6-3-1-16,3 1 0 0,31-5 1 0,-3 4 6 15,8-5 1-15,5 1 2 0,7 1 3 0,3 1-1 16,12 0 6-16,5-2-5 0,3 3 3 0,1-6 3 0,7 3-5 15,5 3 6-15,3-5 0 0,-1 2 17 0,-2-3-1 16,-3 3 4-16,0 2-3 0,0-1 0 16,-6 2-7-16,-6 1-2 0,-10 0-7 0,-1 2-4 15,-18-2-3-15,-3 3-3 0,-8-2-5 0,-30 4-5 16,0 3-1-16,-2-3-3 0,-12 1 0 0,-11 1-5 0,-10 2 2 16,-6-2-5-16,-4 2 3 0,-5-2 4 0,-4 3 2 15,-1-2 5-15,0 2-6 0,-1 0 4 0,-6 0-10 16,5-4-10-16,-5 4-17 0,0 0-26 15,0 0-31-15,-13-7-39 0,1 6-42 0,0 1-40 0,-2 0-77 16,-4-3-161-16,-1 3-459 0,5-1 203 0</inkml:trace>
  <inkml:trace contextRef="#ctx0" brushRef="#br0" timeOffset="127979.53">14012 15293 90 0,'0'0'163'0,"3"-5"-3"0,-1 0-16 15,0 1-9-15,0 1-17 0,-1 1-12 0,3-2-8 16,-4 4-13-16,8-4 1 0,-3 4-16 0,1-1-14 15,-6 1-9-15,13 0-5 0,-8 2-9 0,4 1 0 16,-1 2-9-16,-3 0-8 0,4 3 1 0,0 2 0 16,-3 1-7-16,2 5 5 0,-3 1 1 0,5 2-4 15,-3 0 0-15,-1 5 1 0,-2-4-7 0,4 3 0 16,-7-4 2-16,-1 1 2 0,0-2-3 0,-1 1-1 16,-2-2-9-16,-1-2-3 0,0-3 4 0,2 0 13 15,-2-3 0-15,0 1 13 0,0 0 7 0,1-5 9 16,0 0 20-16,3 0 22 0,-4-2 30 0,4 0 38 15,0-3 35-15,-5 2 12 0,5-2-8 0,0 0-16 16,-1-13-33-16,-2 3-8 0,3-2-7 0,4-5-10 16,0 0-16-16,1-9-9 0,4-1-7 0,1-3-10 15,0-1-15-15,3 4 3 0,-1-2-9 0,2 0 0 16,-3 6-4-16,1-2-6 0,-1 8-5 0,-6 3-5 16,0 4-7-16,1-1 2 0,-1 2-4 0,-4 3-1 15,3 0-3-15,-2 1-12 0,-2 1 3 0,4 0-23 16,-3 1-29-16,-1 3-43 0,4-3-36 0,-4 3-51 15,0 0-2-15,0 0-1 0,0 0-22 0,0 0-34 16,-5 13-36-16,1-8-202 0,-1-1-507 0,3 3 225 16</inkml:trace>
  <inkml:trace contextRef="#ctx0" brushRef="#br0" timeOffset="128578.1">14479 15126 225 0,'3'-1'213'15,"4"-2"-21"-15,-5 1-17 0,6 2-20 0,-3-1-17 16,-5 1-15-16,9 1-13 0,-4 1-12 0,3 2-14 16,-6-1-6-16,2 2-12 0,0 2-2 0,1 0-9 15,-2 3-5-15,-2 0-5 0,-1 1-3 0,0 2-2 16,-1-1-7-16,-2 3 2 0,-2 2-3 0,1-6-6 15,0 0-1-15,2 0-6 0,-3-1 0 0,1-1 1 16,0 1-3-16,3-3-3 0,-2-1 2 0,-1-2 0 16,3-1-5-16,1 4-1 0,0-7 5 0,-1 2-1 15,1 2 19-15,0-4 15 0,-3 3 10 0,3-3 8 16,0 0 10-16,0 0 3 0,0 6-4 0,0-6 2 16,0 0-2-16,0 0-6 0,0 0-2 0,0 0-4 15,0 0 1-15,0 0-12 0,0 0-5 0,0 0-6 16,0 0-3-16,0 0-2 0,0 0-7 0,0 0 7 15,-6 2-11-15,6-2-5 0,0 0 2 0,0 0 0 16,0 0-5-16,0 0-2 0,0 0-1 0,0 0-3 16,0 0 0-16,0 0-2 0,0 0-1 0,0 0-4 15,0 0 6-15,0 0 4 0,0 2 2 0,0-2 5 16,0 0 3-16,0 0 3 0,0 0 7 0,0 0 16 16,0 0-2-16,0 0-11 0,15-3 5 0,-3-2-4 15,8 0-1-15,7 0-8 0,5-1-1 0,3 0-4 16,2 0 0-16,2-1-5 0,15 0 2 0,-3-4-3 15,4 3-5-15,-17 0 14 0,2 0 5 0,-2 2 1 16,-5-2 4-16,-6 4 0 0,-8-1 11 0,1 2 11 16,-9 2 9-16,-1-2 2 0,-3 0 6 0,-1 2-3 15,3-1-6-15,-3 0 2 0,-1 1-4 0,-5 1-4 16,8-1-12-16,-8 1-9 0,0 0-26 0,0 0-33 16,0 0-44-16,9-3-40 0,-9 3-52 0,0 0-56 15,0 0-62-15,0 0-4 0,0 0-19 0,-9 14-318 16,4-8-666-16,1-2 295 0</inkml:trace>
  <inkml:trace contextRef="#ctx0" brushRef="#br0" timeOffset="129612.38">17712 14111 69 0,'-4'-1'143'0,"4"1"-10"0,0 0-6 0,0 0-9 16,-3-5-12-16,3 5-3 0,0 0-9 0,0 0 5 0,0 0-14 15,0 0 0-15,0 0-9 0,0 0-2 0,0 0-5 16,-4 0-6-16,4 0-3 0,0 0 0 16,0 0-3-16,0 0-4 0,0 0 0 0,0 0-3 15,0 0-2-15,0 0-5 0,0 0-3 0,0 0 2 0,0 0-2 16,0 0 2-16,0 0-1 0,0 0-4 0,0 0-2 16,0 0-4-16,0 0-5 0,21-4 0 0,-8 3-4 15,7-3-7-15,0-1 6 0,10 2-2 0,2-1-6 16,1 0-2-16,0-1 0 0,2 1 12 0,-2 1-18 15,-4 1-28-15,1 3-25 0,-10-1-23 0,-2 0-41 16,1 0-22-16,-6 0-196 0,0 1-358 0,-6 2 158 16</inkml:trace>
  <inkml:trace contextRef="#ctx0" brushRef="#br0" timeOffset="130128.53">17833 14376 247 0,'0'0'245'0,"0"0"-4"0,0 0-9 16,-8 0-15-16,8 0-16 0,0 0-16 0,0 0-16 15,0 0-9-15,0 0-8 0,0 0-12 0,0 0-9 16,0 0-14-16,0 0-13 0,0 0-2 0,0 0-13 16,0 0-9-16,0 0-5 0,-5-2-6 0,5 2-7 15,0 0-2-15,0 0-5 0,0 0-5 0,0 0-4 16,0 0-4-16,0 0-1 0,0 0-7 0,0 0-1 16,0 0-3-16,0 0 2 0,0 0-7 0,0 0 0 15,0 0-2-15,0 0 5 0,0 0-5 0,0 0 2 16,0 0-7-16,0 0-4 0,0 0 0 0,0 0 2 15,0 0 0-15,0 0-4 0,0 0-1 0,0 0 4 16,0 0-5-16,0 0 3 0,0 0-11 0,0 0 3 16,0 0 0-16,0 0-4 0,0 0 3 0,0 0 1 15,0 0-3-15,0 0 1 0,0 0 1 0,0 0-5 16,0 0-2-16,0 0 3 0,23-5 1 0,-11 4 1 16,8-3-1-16,9-1-1 0,5 0-2 0,1 1 2 15,5-1-2-15,13-2 1 0,0 3 3 0,-16 0 1 16,3 0-4-16,-2 2 3 0,-5-2-2 0,-2 2-3 15,-3-2-1-15,-10 2-6 0,-4 2-19 0,-4-1-18 16,-2-1-20-16,0 1-30 0,-2 0-35 0,-6 1-51 16,6 0-49-16,-6 0-48 0,0 0-167 0,0 0-483 15,-26 2 215-15</inkml:trace>
  <inkml:trace contextRef="#ctx0" brushRef="#br0" timeOffset="134100.04">19990 13404 48 0,'0'-5'188'16,"0"0"-10"-16,0-2 3 0,1 0-3 0,-1 2 0 15,0 0-11-15,0 0-13 0,0-2-5 0,0 3-8 16,0-1-4-16,3 2-9 0,-2 0-10 0,-1 3-11 16,0-5-14-16,0 5-12 0,1-5-12 0,-1 5-31 15,0 0-32-15,0 0-14 0,0 0-5 0,0 0 1 0,-2 17-1 16,-1-1 2-16,-2 5 5 0,0 4-3 16,-1 3 3-16,-1 1-3 0,2 0 3 0,-1 0 3 15,2-1-2-15,0-3-1 0,0 4 9 0,0-3-9 16,3-6 0-16,-2-2 4 0,2 0-1 0,1 2 0 0,0-8 4 15,0 0-2-15,0 3 1 0,0-6-2 0,0-1 2 16,0 1 2-16,0-6-2 0,0 4 3 16,-1-3 0-16,1-1 3 0,0 2 2 0,0-5 1 15,0 5 10-15,0-5 7 0,-3 4 2 0,3-4 0 16,0 3-1-16,0-3 0 0,0 0-2 0,0 0-2 0,4 3-3 16,-4-3-3-16,0 0 2 0,0 0 0 0,0 0-5 15,0 0 1-15,0 0-3 0,0 0-18 16,0 0-4-16,0 0-16 0,0 0-16 0,-4 4-17 15,4-4-20-15,0 0-7 0,0 0-38 0,0 0-31 0,0 0-27 16,0 0-117-16,0 0-325 0,0 0 144 0</inkml:trace>
  <inkml:trace contextRef="#ctx0" brushRef="#br0" timeOffset="134678.03">20496 13338 5 0,'0'0'165'15,"-3"-6"-19"-15,3 6-7 0,-1-6 2 0,0 4-12 16,1 2-13-16,0 0-11 0,-3-5-11 0,3 5-8 16,-4-4-10-16,3 1-11 0,1 3-9 0,0 0-7 15,0 0-4-15,0 0-3 0,-18 5-9 0,12 1-5 16,-2-3-2-16,-3 4-4 0,0 1-3 0,-1 4-3 15,-5 1 0-15,-1 5-6 0,0-1 0 0,-1 7-7 16,1-4 7-16,2 2-5 0,0 1-2 0,1-2 1 16,2 1-2-16,-2 0-2 0,6 3-2 0,1-8 4 15,-2 5 18-15,4-2-23 0,3-1 9 0,-1-2-3 16,4 2 3-16,-2-4-4 0,2 2 5 0,3 1-3 16,0-3-4-16,3 0 15 0,2 0 18 0,4-1 8 15,-2-2 12-15,5-2 10 0,1-2 1 0,0-2 0 16,2 0 0-16,1 0-5 0,0-3-5 0,-5 0 0 15,-1-2 4-15,1-1 8 0,-1-1 9 0,-3-1 13 16,-2 1 8-16,0-2 3 0,-3 1 4 0,1-2-24 16,-2-1-9-16,-2-1-11 0,0 1-5 0,-5-4-8 15,1 0-23-15,-9 1-16 0,-1-2-19 0,-9 3-19 16,-7 0-10-16,-6 0-20 0,-2 4-17 0,0 1-20 16,-2 3-22-16,-2 0-22 0,4 6-21 0,3-4-36 15,1 4-177-15,4-2-407 0,10 0 180 0</inkml:trace>
  <inkml:trace contextRef="#ctx0" brushRef="#br0" timeOffset="135528.09">21145 13437 117 0,'-5'-4'136'0,"1"1"-9"0,-1 0-15 0,0-2-9 0,-2 4-7 16,0-2-19-16,1 3-4 0,-2-2-22 0,1 2 3 15,-4 2-3-15,-2 1-6 0,4-2-4 0,-9 5-19 16,4 0 8-16,-5 4-4 0,6-3 0 16,-5 4 0-16,5 1-9 0,-2 2-9 0,2-3 6 0,-2 2-8 15,4 3 6-15,-2-2-4 0,4 0-4 0,1 2 9 16,0 1-6-16,2-6-5 0,4 1-3 0,-1 0 10 15,2 0-2-15,1-2 3 0,1 1 1 0,-1-5 13 16,5 3 13-16,1-2 6 0,-3-2 18 0,5 1 10 16,-3-2 11-16,1-2 11 0,3 1 6 0,-1-2-1 15,0-1 6-15,2 0 9 0,0-1-1 0,0-2 4 16,-1-2-3-16,1 1-4 0,-1-1-9 0,0-2-3 16,1 0-1-16,-1 0-4 0,-1-1-5 0,0-1-4 15,-2 1-2-15,2-1 7 0,-3 0-13 0,-1 2-8 16,0 0-3-16,-2 3 3 0,3-2 2 0,-2 0-3 15,-2 2-3-15,2 0-6 0,-1 3-14 0,-2-5 17 16,0 6-24-16,4-2-3 0,-1-1-9 0,-3 3-2 16,0 0-16-16,0 0 5 0,2-4-9 0,-2 4-7 15,0 0-10-15,0 0 2 0,0 0-8 0,0 0 4 16,2 12 2-16,-1-8 1 0,-1 1 2 0,0 3 2 16,-1-1-1-16,1-3-2 0,0 4 4 0,-2-2 2 15,4 2 1-15,-2-2 3 0,1 1-4 0,-1-3 3 16,0 2 0-16,1 0 2 0,2-3 1 0,-2 0-1 15,-1 2 4-15,1-1 0 0,2-2-3 0,-3-2 2 16,3 5 5-16,1-3 0 0,3-1 5 0,2 1-8 16,3-4-9-16,5 2-29 0,1-1-25 0,2-1-43 15,0-2-46-15,6 3-55 0,5-8-80 0,-3 3-233 16,2-3-561-16,-2-4 248 0</inkml:trace>
  <inkml:trace contextRef="#ctx0" brushRef="#br0" timeOffset="136111.14">21545 13566 183 0,'0'0'202'0,"0"0"-22"16,0-4-14-16,0 4-14 0,0 0-15 0,0-7-12 16,0 7-18-16,0 0-9 0,0 0-10 0,-1-4-10 15,1 4-12-15,0 0-14 0,0 0-9 0,0 0 1 16,0 0-3-16,0 0-9 0,0 0-2 0,-13 11-6 16,9-7-1-16,0 6-2 0,-2-3-2 0,1 3-5 15,-1-3-2-15,-1 4 2 0,3 0-9 0,2-2 0 16,-1 1-2-16,-1 2 5 0,3-2-3 0,-2 2 2 15,3-3 1-15,0 1 1 0,4-3-1 0,0 3-1 16,0-5 9-16,4 4 15 0,2-4 9 0,-1-1 8 16,4 0 3-16,-1-2 3 0,1 1 7 0,1-3 11 15,-1-4 2-15,1-1 7 0,-1 1 8 0,-2 0 5 16,1-1 6-16,-2-3 6 0,-4 1-11 0,4 0-5 16,-3-2-12-16,-2-1 3 0,-1 2-16 0,-3-3-3 0,2 1-7 15,-6 0-9-15,3 1-12 0,0 0-22 0,-5 3-24 16,1-2-30-16,-5 0-32 0,-3 7-19 15,-4-4-27-15,-4 4-27 0,-2 4-30 0,-5 0-26 16,1 1-48-16,0 4-155 0,5-1-439 0,-3 5 195 0</inkml:trace>
  <inkml:trace contextRef="#ctx0" brushRef="#br0" timeOffset="136878.68">19561 14309 106 0,'0'0'201'0,"-4"-1"-12"0,4 1-12 0,0 0-20 16,0 0-21-16,0 0-7 0,0 0-14 0,0 0-15 15,0 0-7-15,0 0-7 0,0 0-13 0,0 0-5 16,0 0-8-16,0 0-10 0,0 0-2 0,0 0-8 16,0 0-2-16,0 0 1 0,0 0-11 0,0 0 1 15,0 0-6-15,0 0 1 0,0 0-3 0,0 0-3 16,0 0-5-16,0 0 0 0,0 0-1 0,0 0-4 16,0 0 4-16,0 0-1 0,0 0-1 0,0 0-5 15,0 0 0-15,0 0 3 0,0 0-7 0,0 0 2 16,0 0-1-16,0 0-3 0,0 0 5 0,0 0-3 15,0 0 3-15,0 0-6 0,0 0-1 0,0 0 3 16,0 0 2-16,0 0 0 0,0 0 3 0,0 0-3 16,0 0-2-16,0 0 1 0,0 0-4 0,0 0-5 15,0 0 12-15,0 0-3 0,0 0 0 0,0 0 3 16,0 0 0-16,18-1-3 0,-6-2 3 0,6 1 14 16,0 1 0-16,4-1-5 0,9-3 1 0,4 0-1 15,6 2 2-15,18-5 3 0,4 0 2 0,31-1 8 16,-1-1 6-16,3-3 4 0,7 5 0 0,5-5 1 15,10 5 6-15,11-1-3 0,2-3 1 0,7 0-1 16,4 2 0-16,1-2 1 0,4-5-1 0,-1 7-3 16,1-2-11-16,-4-1 3 0,-8 0-3 0,0 1-1 15,-6-1-3-15,-3 0-3 0,-10 4 0 0,-2-5-4 16,-12 2 0-16,-10 0 8 0,-28 7 9 0,-2-7 6 16,-1 5 10-16,-5-2 12 0,-6 0 9 0,-12 2-2 0,-6 0 0 15,-4 0 10-15,-2 1 12 0,-11 0 6 16,-1 3 10-16,-5 0 6 0,-1 2-5 0,-3 0-7 15,4-1-12-15,-4 1-6 0,0 0-10 0,-5 1-7 16,5-3-35-16,-5 3-31 0,8 0-46 0,-8 0-45 16,3-2-48-16,-3 2-59 0,0 0-70 0,0 0-63 0,0 0-239 15,0 0-617-15,0 0 274 0</inkml:trace>
  <inkml:trace contextRef="#ctx0" brushRef="#br0" timeOffset="139027.29">20148 14747 33 0,'0'0'146'0,"0"0"-4"0,0 0 0 16,0 0 0-16,0 0-3 0,0 0-2 0,0 0-4 15,0 0-6-15,0-5-3 0,0 5 1 0,0 0-12 16,0 0-7-16,0 0-9 0,0-5-13 0,0 5-5 15,3-4 6-15,-3 4-12 0,1-8-6 0,-1 6-6 16,0 2-10-16,1-4-5 0,2 2-5 0,-2-2-6 16,-1 4-3-16,0 0-8 0,4-5-2 0,-4 5-13 15,0 0 3-15,0 0-5 0,0 0-8 0,0 0-9 16,14 11-8-16,-9-8-7 0,-1 2 0 0,1 5-4 16,4 1 2-16,0-1 0 0,-1 5 3 0,1-1-1 15,-3 3 5-15,3 1 1 0,-3 1 1 0,0-1 6 16,-3 2 0-16,1-1-1 0,0 1 4 0,-2-2-3 15,0 0 7-15,-1 0-1 0,2-2-1 0,-3-3 5 16,-2 2-3-16,2-4 2 0,-1-1 1 0,1 0 3 16,-1-3-2-16,-1 0 4 0,0-2-1 0,2-1 10 15,-1 0 24-15,1 0 30 0,0-4 29 0,-1 5 30 16,1-5 27-16,0 0 16 0,0 0-6 0,0 0-13 16,-6-12-19-16,8 3-17 0,-2-4-14 0,2-6-18 15,4 0-6-15,2-8-6 0,4 0-12 0,3-2-6 16,-1-1-7-16,5 0-2 0,-2 1-5 0,1-1-1 15,-3 4-5-15,3 1-2 0,-1 3-7 0,-6 6-6 16,-2 1 10-16,-2 6-20 0,0 0-11 0,-4 4-16 16,1-1-26-16,-3 2-32 0,1-2-33 0,1 2-39 15,-2 1-45-15,-1 3 4 0,0 0-2 0,0 0-19 16,0 0-7-16,7 8-211 0,-6-3-466 0,0 2 206 16</inkml:trace>
  <inkml:trace contextRef="#ctx0" brushRef="#br0" timeOffset="139626.97">20695 14855 101 0,'-4'2'90'0,"4"-2"14"0,-7 1-26 0,7-1 7 16,0 0 4-16,-7 0-16 0,7 0 17 0,0 0 0 16,0 0 5-16,-5 1 1 0,5-1-6 0,0 0 3 15,0 0 0-15,0 0 9 0,0 0-5 0,-5 2 0 16,5-2-2-16,0 0 5 0,0 0-6 0,0 0-1 15,0 0-1-15,0 0-8 0,0 0-2 0,0 0-8 16,0 0-9-16,0 0 1 0,0 0-8 0,0 0-4 16,0 0-6-16,0 0-4 0,0 0-2 0,0 0-7 15,0 0-4-15,0 0 1 0,0 0-10 0,0 0 0 16,0 0-3-16,0 0 1 0,0 0-4 0,0 0-4 16,0 0 2-16,0 0-7 0,0 0 3 0,0 0 0 15,0 0-2-15,0 0 1 0,0 0-5 0,0 0 1 16,0 0 0-16,0 0 4 0,-3 3-5 0,3-3-5 15,0 0 4-15,0 0-1 0,0 0 2 0,0 0 0 16,0 0-2-16,0 0 2 0,0 0 3 0,0 0 1 16,0 0 2-16,15-5-2 0,-4 3-2 0,2-2-1 15,6-1-2-15,0 0 0 0,2 3 3 0,5-5-4 16,1 2 3-16,0 0-2 0,-6-1-2 0,-1 2 1 16,0 2 2-16,-3-2-4 0,-4 0 3 0,-2 1-2 15,0 2-2-15,-4-2 1 0,0 1-1 0,-1 2 6 16,-1-2-5-16,-1 1-8 0,-4 1-9 0,0 0-12 15,10-1-16-15,-10 1-24 0,5-1-32 0,-5 1-20 16,0 0-7-16,0 0-17 0,0 0-21 0,0 0-24 16,0 0-149-16,0 0-365 0,-19 5 162 0</inkml:trace>
  <inkml:trace contextRef="#ctx0" brushRef="#br0" timeOffset="139994.96">21150 14636 284 0,'0'0'275'0,"1"-6"-9"16,-1 6-27-16,2-2-20 0,-2 2-26 0,2-4-18 16,-2 4-23-16,0 0-18 0,2-3-16 0,-2 3-16 15,0 0-18-15,0 0-19 0,0 0-10 0,0 0-14 16,3 9-1-16,-3-2-4 0,2 1-8 0,-2 5 2 15,0-2-7-15,2 6-3 0,-2 2 0 0,0-1-2 16,0 1-6-16,0 1 0 0,0-2 3 0,2 2-5 16,-1-4 1-16,0 0-3 0,-1-3 1 0,0-3 0 15,0 3-2-15,1-6-1 0,-1 4 0 0,2-6 0 16,-4 3 3-16,4 0-1 0,1-6-2 0,-3 4 1 16,0-3 0-16,0 0 7 0,0-3 0 0,0 5-6 15,0-5-3-15,0 4 4 0,0-4-1 0,0 0 1 16,0 6-1-16,0-6 0 0,0 0-3 0,0 0-10 15,0 0-3-15,-3 2-14 0,3-2-19 0,0 0-14 16,0 0-22-16,0 0-8 0,0 0-11 0,0 0-26 16,-2-14-269-16,1 3-423 0,1 0 188 0</inkml:trace>
  <inkml:trace contextRef="#ctx0" brushRef="#br0" timeOffset="140243.87">21407 14480 107 0,'0'0'166'0,"10"3"-3"0,-3-1-11 16,4 4-5-16,-2 0-9 0,5 6-6 0,-4 4-13 0,7 5-7 16,-4 6-5-16,-2 1 0 0,-2 4-14 0,-5-1-5 15,-1 7-10-15,-5-3-1 0,-4 11-10 0,-7 0-7 16,-2 0-6-16,-2-13-4 0,-5 11-6 0,2-14-2 15,-11 8-10-15,-5-4-22 0,8-9-22 0,-15 5-18 16,-2-2-36-16,-2-3-54 0,-7-1-200 0,-2-6-346 16,-3-2 153-16</inkml:trace>
  <inkml:trace contextRef="#ctx0" brushRef="#br0" timeOffset="140677.16">19733 14569 24 0,'0'0'133'0,"0"0"-7"0,-13 17-7 0,1-4-13 16,1 7-1-16,-4 4-9 0,2 4-11 15,0 3-1-15,-5 3-4 0,6-2 0 0,-6 14-17 16,3-3-5-16,7-10 3 0,4 1-3 0,1-1-5 16,5-2-9-16,2 0-2 0,6-4-1 0,8 0 13 0,5-5 8 15,7 0-2-15,15-1 2 0,10-4-5 0,6-3-6 16,3-4-7-16,28 1-56 0,-26-8-49 16,29-2-63-16,-35-3-152 0,31 0-298 0,-30-2 133 15</inkml:trace>
  <inkml:trace contextRef="#ctx0" brushRef="#br0" timeOffset="141627.03">21790 14352 193 0,'0'0'198'0,"2"-2"-25"15,-2 2-16-15,0 0-17 0,3-3-13 0,-3 3-19 16,0 0-12-16,0 0-12 0,8 5-3 0,-4-3-15 0,1 3 3 16,-1 0-17-16,2 0-6 0,-4 2-2 0,3 3-3 15,-3-3-7-15,2 4-6 0,-4 0 1 0,0 1 9 16,1 0-13-16,-2 3-4 0,1-3 1 16,-4 5 3-16,-1-3-8 0,1-2 0 0,0 1-3 0,1-1 1 15,-4-3 1-15,3 0-1 0,2-4-2 0,-1 2-4 16,3-2 3-16,-4-1-1 0,2-2 1 0,2 4 6 15,-1-3 20-15,-1 0 4 0,2-3 11 0,0 0 15 16,5 5 9-16,2-3 3 0,-1-2 2 16,8-2-4-16,4 1-9 0,4-1-7 0,-2-1-5 0,7-1 1 15,4-3-9-15,-3 1-4 0,0 0-2 0,0-2-3 16,-7 5 0-16,0-1-4 0,-4-1-4 0,2 2 3 16,-5 1-5-16,-5 0 4 0,-4 2 6 0,3-1 0 15,-3-1-1-15,3-1 1 0,-2 3-1 0,-6 0-6 16,7-1 5-16,-7 1-14 0,5-3 1 0,-5 3-5 15,0 0-16-15,5-1-28 0,-5 1-31 0,0 0-44 16,0 0-23-16,0 0-9 0,0 0-27 0,-3 10-36 16,3-10-45-16,-5 6-184 0,1-2-458 0,3 2 204 15</inkml:trace>
  <inkml:trace contextRef="#ctx0" brushRef="#br0" timeOffset="142210.17">22594 14458 106 0,'4'-4'205'0,"0"4"-25"0,-4 0-21 0,0 0-13 16,7 0-19-16,-7 0-14 0,9 0-11 0,-3 4-11 15,1 0-12-15,-2 0-4 0,3 1 1 0,-2 4-10 16,2 2-4-16,3 0-2 0,-4 5-2 0,2 2 0 15,0-2-2-15,0 7-9 0,-3-3-1 0,-1 5 2 16,-1 0-9-16,-4-6-3 0,0 7-2 0,0-8-5 16,-2 10-1-16,0-10 5 0,2-1-10 0,-4 2 6 15,-1-4-11-15,0 1-1 0,1-5 1 0,0 0-2 16,-2-2-1-16,2-2 1 0,2 2 8 0,-2-5 14 16,1 1 16-16,3 1 18 0,-4-3 25 0,3 1 34 15,1-4 35-15,-2 1 15 0,2-1-5 0,0 0-15 16,0 0-25-16,-7-16-2 0,7 11-15 0,3-7-8 15,1-3-13-15,3-3-11 0,4-7-11 0,1-1-8 16,1-3-3-16,6 2-10 0,-1-5-7 0,-3 0-4 16,7 3 0-16,-5 0-4 0,-1 6-8 0,-1 0 6 15,1 2-13-15,-8 6-4 0,-1 3-3 0,-1 3 1 16,1-1-1-16,-3 1-8 0,0 3 3 0,0 1-10 16,-2 1-38-16,0 2-46 0,0-1-37 0,1 0-42 15,-3 3-47-15,4-2-10 0,-4 2 3 0,0 0-20 16,0 0-23-16,0 0-42 0,0 0-187 0,-16 14-525 15,12-11 232-15</inkml:trace>
  <inkml:trace contextRef="#ctx0" brushRef="#br0" timeOffset="142826.7">23030 14318 137 0,'2'-2'262'0,"2"2"-26"0,-4 0-26 16,9-2-23-16,-4 2-19 0,-5 0-14 0,13 4-19 15,-8-1-14-15,0 2-14 0,2 2 0 0,0 1-16 16,0 2-9-16,-2 1-7 0,0 1-8 0,0 4-5 16,0-1-3-16,-5 2-8 0,3 0-3 0,-3 1-6 15,0-7-1-15,0 1-5 0,-3 0-4 0,3-2-6 16,-2 0-3-16,0 0-1 0,1-3-3 0,0-1-2 15,0-1 0-15,1-2-3 0,0 4 0 0,0-7 6 16,-2 5-3-16,1-2 19 0,1-3 13 0,0 6 6 16,0-6 7-16,0 4 2 0,0-4 15 0,0 0-9 15,0 0 0-15,1 2 6 0,-1-2-1 0,0 0-9 16,0 0 6-16,0 0-15 0,0 0 0 0,0 0-4 16,0 0 1-16,0 0-4 0,0 0 1 0,0 0-1 15,0 0-9-15,2 3 1 0,-2-3 1 0,0 0-3 16,0 0-6-16,0 0-19 0,0 0 15 0,0 0-3 15,0 0-3-15,0 0-4 0,0 0 1 0,0 0-5 16,0 0-12-16,0 0 10 0,0 0 2 0,0 0 0 16,0 0-1-16,0 0 0 0,0 0-5 0,0 0 10 15,0 0 3-15,0 0 16 0,0 0-3 0,0 0 5 16,0 0 8-16,0 0 5 0,0 0-3 0,0 0 4 16,0 0 5-16,0 0-5 0,0 0-3 0,17-3-5 15,1 2-4-15,13-4-21 0,10-1 9 0,14 1 0 16,5 0-5-16,5-2-6 0,0 1 1 0,26 0-4 15,-26 0 1-15,2 1-10 0,23-5 8 0,-30 6 4 0,-5 0-7 16,0 1-2-16,-16-1 4 0,-4 3 0 16,-3-1-2-16,-5-5-1 0,-8 4 0 0,-6 3 8 15,1-1 2-15,-5 0 5 0,-3-1 1 0,2 1 4 16,-2 2-1-16,-6-1 1 0,8-1-5 0,-4 0-8 0,-4 1-15 16,0 0-32-16,8 0-42 0,-8 0-66 0,0 0-68 15,0 0-32-15,0 0-40 0,-14 5-77 0,0-1-343 16,1 0-753-16,-4 0 333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8:59:13.0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3107 2021 142 0,'0'0'253'0,"2"-4"-13"0,-2 4-10 15,0 0-11-15,0 0-17 0,0 0-10 0,1-4-19 16,-1 4-17-16,0 0-15 0,0 0-19 0,0 0-13 16,0 0-11-16,0 0-6 0,0 0-20 0,0 0-10 15,0 0-9-15,0 0-10 0,0 0-15 0,0 18-19 16,2-10-2-16,-2 8 2 0,-2 1 2 0,4 9-5 15,-4-3 1-15,1 9 1 0,-3-1 1 0,2-2-1 16,-1 0-2-16,1 0-2 0,-2 2 3 16,2-4-1-16,-1-3-1 0,1 3 5 0,-1-3-5 15,-1-7 1-15,2 0-2 0,2 0 4 0,-1-8-7 0,-1 4 4 16,1-3-1-16,1-3 2 0,0 0 3 0,0-2 9 16,0-1 9-16,-1-1 7 0,1-3 17 0,1 6 25 15,-1-6 14-15,0 0 27 0,0 0 24 0,-1 6 11 16,1-6 18-16,0 0-15 0,0 0-9 15,5-15-20-15,2 6-18 0,1-5-10 0,1-2-11 16,2 0-13-16,1-8-7 0,7-1-8 0,-2 0-5 16,1 2-8-16,-2-1-5 0,1 4 1 0,0-3-8 15,-6 8-5-15,2 0-2 0,0 1 3 0,-7 3 5 16,2 0 14-16,-3 1 4 0,1 3 9 0,-2 0-1 16,0 2-4-16,-2 1-13 0,1-2 2 0,0 4-5 15,-3 2-5-15,2-5-9 0,-2 5-11 0,3-4-12 16,-3 4-12-16,0 0-17 0,0 0-15 0,0 0-14 15,0 0-7-15,0 0-1 0,0 0 7 0,0 0 11 16,-15 11 3-16,4-1 5 0,2-4 1 0,-1 1 3 16,-4-1 2-16,2 1 3 0,2 1 4 0,0-2 7 15,2 0 0-15,0 3 4 0,2-6-2 0,2 2 3 16,1 1 0-16,0-2-1 0,3-4 0 0,-8 1 1 16,8-1 4-16,-5 3-2 0,5-3-4 0,0 0-2 15,-9 1-2-15,9-1 4 0,0 0-11 0,-4 8-5 16,4-8 7-16,3 6 0 0,-3 2 5 0,4-2-2 15,2 4 6-15,-2 0 3 0,5 6-4 0,0-2 7 16,5 2-3-16,3 5 9 0,2 1-1 0,1 2 1 16,2-4 3-16,0 1-4 0,2 1 3 0,0-2 0 15,2 1 1-15,-2-5-8 0,3 3 9 0,-4 0 4 16,-1-2-8-16,-1 2 2 0,-4-9 1 16,-3 2-3-16,-3-5 2 0,-3-1 3 0,0 0-3 0,-3-1 0 15,1 0 4-15,-2-4 0 0,0 3 12 0,0-2 11 16,0 0 15-16,0 1 13 0,-4-3 17 0,3 2 9 15,-3-2 11-15,5 0 5 0,-5 0 3 0,0 0 0 16,0 0-8-16,5 2-2 0,-5-2-11 16,0 0-8-16,0 0-7 0,0 0-6 0,3 2-7 15,-3-2-3-15,0 0-7 0,0 0-7 0,0 0-15 16,0 0-9-16,0 0-20 0,0 0-22 0,0 0-22 16,0 0-26-16,0 0-32 0,0 0-32 0,0 0-45 0,0 0-91 15,0 0-64-15,7-9-68 0,-7 2-290 0,-2 2-760 16,4-2 337-16</inkml:trace>
  <inkml:trace contextRef="#ctx0" brushRef="#br0" timeOffset="996.26">3879 2375 12 0,'0'0'166'0,"0"0"-9"0,-10 0-3 16,10 0-12-16,-4 1-7 0,4-1-8 0,0 0-8 0,0 0-8 15,0 0-9-15,0 0-8 0,-8 0-7 0,8 0-5 16,0 0-10-16,0 0-8 0,0 0-8 0,0 0-2 16,0 0-7-16,0 0-7 0,0 0 0 0,0 0-10 15,0 0 1-15,0 0-1 0,0 0-3 0,0 0 2 16,0 0-5-16,0 0 1 0,0 0-1 15,0 0-4-15,0 0 5 0,0 0-8 0,0 0 7 16,0 0-4-16,0 0 0 0,0 0-2 0,0 0 1 16,0 0-3-16,0 0-1 0,0 0-1 0,0 0-1 15,0 0 0-15,0 0-3 0,0 0 4 0,0 0 0 0,0 0 9 16,0 0-10-16,23-1 0 0,-10-1 1 16,1-1-2-16,7 1 4 0,8-2-8 0,0 0 1 15,1 0-3-15,3 1 4 0,-4 1 2 0,10-1 10 16,-2-2 3-16,-1 0 9 0,-1 2 8 0,2-1-2 15,-1 2-3-15,-4-2 1 0,-4-1-7 0,-7 4 0 16,-4-1 1-16,-5-1-7 0,-1 3 2 0,0-1-4 16,-5 0-2-16,-2 1-1 0,2-2-4 0,-6 2-10 15,7-1-15-15,-7 1-4 0,0 0-12 0,0 0-15 16,-10 8-19-16,3-6-9 0,-3 1-26 0,-3 2-21 16,2-2-34-16,-2 1-32 0,0-4-187 0,-1 2-399 15,0 3 177-15</inkml:trace>
  <inkml:trace contextRef="#ctx0" brushRef="#br0" timeOffset="1746.12">3929 2535 113 0,'-5'2'179'0,"0"-2"-11"0,5 0-8 15,-8 2-8-15,8-2 2 0,-4 2-11 0,4-2-5 16,0 0-9-16,0 0-6 0,-4 3-9 0,4-3-2 15,0 0-12-15,0 0-4 0,0 0-9 0,0 0-6 16,0 0-9-16,0 0-8 0,-7 0-8 0,7 0-5 16,0 0-3-16,0 0-5 0,0 0-6 0,0 0-2 15,0 0-4-15,0 0-3 0,0 0-3 0,0 0-5 16,0 0 1-16,0 0-4 0,0 0-4 0,0 0 8 16,0 0-10-16,0 0 1 0,0 0-6 0,0 0 2 15,0 0-1-15,0 0 1 0,0 0-4 0,0 0 1 16,0 0-1-16,0 0 1 0,0 0-2 0,0 0-2 15,0 0 1-15,0 0-1 0,0 0-1 0,0 0 0 16,0 0 2-16,0 0-1 0,0 0 1 16,0 0 1-16,0 0-6 0,0 0 4 0,0 0 1 15,7 8-1-15,-7-8-1 0,0 0 1 0,0 0 0 16,4 1 2-16,-4-1-5 0,0 0 2 0,0 0 1 16,0 0 0-16,0 0 0 0,0 0-4 0,0 0 4 0,0 0 0 15,0 0-3-15,4 1 3 0,-4-1 0 0,0 0-3 16,0 0 2-16,0 0-3 0,0 0 2 15,0 0 2-15,0 0 1 0,0 0 2 0,0 0-4 16,0 0-2-16,0 0 2 0,0 0-1 0,0 0 1 16,0 0 2-16,0 0-3 0,0 0 2 0,9 1 2 15,-4-1-3-15,5 0 1 0,0-1 1 0,3 0 4 16,6 0-4-16,4 0-1 0,7-2 0 0,-1 2 3 16,3-2-2-16,0 0 1 0,5 1 3 0,-1-2-5 15,2-1 10-15,13 0 2 0,-12 2 10 0,-2-2 2 16,-3 1-2-16,-3 0 4 0,-3 1 2 0,-9 0 8 15,-1 1 2-15,-5 2 12 0,-2-3 0 0,-2 3 7 0,-1 0-1 16,-3-2 7-16,-5 2-3 0,9-2 0 16,-4 1-7-16,-5 1-2 0,7-1-3 0,-7 1-8 15,0 0-7-15,5-1-14 0,-5 1-17 0,0 0-17 16,0 0-17-16,0 0-21 0,0 0-18 0,0 0-21 16,0 0-24-16,0 0-27 0,0 0-26 0,0 0-38 15,0 0-25-15,0 0-189 0,0 0-454 0,0 0 200 16</inkml:trace>
  <inkml:trace contextRef="#ctx0" brushRef="#br0" timeOffset="4516.01">4987 2140 116 0,'0'0'119'0,"-4"-2"-4"15,4 2 4-15,0 0-7 0,0 0 5 0,-5 0-3 16,5 0 1-16,0 0-1 0,0 0-1 15,0 0 1-15,0 0-4 0,-4-3-2 0,4 3-11 16,0 0 1-16,0 0-12 0,0 0-12 0,0 0-5 0,0-5-6 16,0 5-1-16,0 0-15 0,12-4-4 0,-7 1-6 15,4 1-3-15,0 1-5 0,1 0-1 0,4 1-4 16,0-1-7-16,4-1 3 0,-1 4-9 16,0-4 5-16,2 4-1 0,-6-2-3 0,5 2-4 15,0 4-4-15,1 1 6 0,-3-2-10 0,0 5 0 16,-3 2-1-16,-2 2-1 0,0 1 2 0,-4 1-9 15,-1 2 6-15,-3 1 1 0,-4 9 3 0,-7-2-1 16,-2 2 3-16,-9 0 7 0,0 0-10 0,-4-1 6 16,-3 1-3-16,-8 8 2 0,6-11-3 0,-10 6 1 15,10-10 2-15,-1 1-5 0,0-5 4 0,3-3-1 16,-2-1 2-16,10-2 0 0,0-2-1 0,-1-2-1 16,8-2 7-16,0 0 3 0,0-2 10 0,4 1 14 15,2-2 18-15,0 1 19 0,5-3 20 0,-10 0 24 16,10 0 14-16,0 0-9 0,0 0-18 0,-9-4-9 15,9 4-14-15,0-8-8 0,0 8-4 0,4-12-13 16,0 7-5-16,2 0-7 0,-2-2-12 0,1 2 2 16,0 2-5-16,0-3-6 0,2 3-5 0,0 0-6 15,1 2 4-15,-8 1-4 0,15-1-1 0,-2 2-11 16,0 3 0-16,0-2 5 0,3 4 3 0,2 1-8 16,0 0 2-16,0 2 6 0,1-2-2 0,2 1-2 15,-4-1 1-15,1-1-2 0,2 0 0 0,-1 1 2 16,-3-2 0-16,-3-2-2 0,1 1-2 0,-3-1 7 15,5-1-2-15,-3-2-3 0,-2 0 5 0,2-2-7 16,1-1 11-16,0-2-8 0,-1 1 9 16,-2-1 10-16,0-2 7 0,-3-1-16 0,4 2 23 15,-4-2-4-15,2 0-5 0,-5 0 2 0,1 0 9 16,0 2-10-16,-1-2 7 0,-3 5-4 0,3-2-16 0,-2 0 11 16,-3 5-8-16,4-7-5 0,-4 7-33 0,6-1-28 15,-6-1-49-15,0 2-45 0,0 0-56 0,0 0-15 16,0 0-45-16,0 0-62 0,0 0-211 15,0 0-572-15,0 0 254 0</inkml:trace>
  <inkml:trace contextRef="#ctx0" brushRef="#br0" timeOffset="5366.01">2849 3170 110 0,'-9'-1'105'0,"9"1"-4"0,0 0-6 16,0 0-2-16,-5 1-15 0,5-1 1 0,0 0-8 0,0 0-6 15,0 0-4-15,0 0-2 0,0 0-8 0,-2 3-11 16,2-3 3-16,0 0-2 0,0 0-7 0,0 0-5 16,0 0 1-16,0 0-2 0,0 0-3 0,0 0-8 15,0 0 4-15,0 0-6 0,0 0 0 0,0 0 2 16,0 0-9-16,0 0 6 0,0 0-5 15,0 0-3-15,0 0 2 0,0 0-2 0,0 0 2 16,0 0-2-16,0 0 5 0,0 0-7 0,0 0-2 16,7 5 6-16,-7-5 3 0,0 0 2 0,6 0-4 0,-6 0 8 15,7 2 1-15,-7-2 20 0,8 1-19 0,-3-1 2 16,-5 0-5-16,9 0 2 0,-9 0-7 16,10 0 3-16,-5 0-1 0,1-3 0 0,-6 3 0 15,14 2 2-15,-3-2 1 0,-1 0-4 0,-1 0 4 16,2 0-4-16,2-2-3 0,1 2-3 0,0-1 5 15,4-1-8-15,4 0 13 0,7-1 5 0,1-1 4 16,4 1 3-16,2-1 0 0,16-1 11 0,3-1 4 16,6 0 3-16,30-4 8 0,1 3-2 0,4-1 9 15,3-4-2-15,-1 3-4 0,4 1 3 0,0-3 5 16,3 5-2-16,-5-4 1 0,2-2-4 0,-5 6-3 16,-1-3-5-16,-34 2 3 0,33-5-2 0,-7 0-5 15,-26 6 1-15,3-3-5 0,0 1 0 0,-1 3-6 16,-1-5-10-16,-1 4 8 0,-8 0 0 0,-16 1 3 15,-2 1-3-15,-8 1-4 0,-6 0 6 0,-3 2-1 16,-6 1 2-16,-2-3-4 0,-2 1 0 0,-3 0-2 16,1 1-15-16,-2-1 14 0,-5 2-6 0,10 0-6 15,-10 0 2-15,4-1-11 0,-4 1 2 0,0 0-10 16,8 0-8-16,-8 0-16 0,0 0-18 0,0 0-22 16,0 0-22-16,0 0-31 0,0 0-31 0,0 0-61 15,0 0-267-15,0 0-514 0,0 0 227 0</inkml:trace>
  <inkml:trace contextRef="#ctx0" brushRef="#br0" timeOffset="11128.01">8220 2668 9 0,'-8'-5'141'0,"-1"1"-16"0,4-1-7 0,-4-1-12 16,-1 1-14-16,2 1-6 0,-2 2-7 0,-1-1-8 16,2 3-13-16,-2-3-5 0,-3 3-6 0,3 3-2 15,-1 0-4-15,-6 3-6 0,1 2-1 0,-4 0-4 16,-2 8-1-16,-1-2-4 0,-3 7 0 0,5 1-3 16,-6 1 5-16,4 3 7 0,1 1-2 0,0 1 3 15,1 1 0-15,4 1-8 0,4 1 9 0,1-1 6 16,3-1 4-16,2-1 3 0,3 0 3 0,4-3-6 15,0-7 10-15,2 1-14 0,0-5 10 0,3-1 1 16,1-4 16-16,-1-1 9 0,5 1 13 0,-1-3 13 16,-2-3 1-16,3 0 13 0,4-2-3 0,-3-4 3 15,5 1-13-15,1-3 16 0,-3 0 16 0,-2-3-3 16,4-1 10-16,-2-3-2 0,1 0-4 16,-2-5-12-16,-1 2-10 0,-2-3-3 0,0 2-1 15,1-4-7-15,1-3-1 0,-5-1-9 0,0 7-3 0,2 0 10 16,-4 1-3-16,-2 0-5 0,2 5-4 0,-1-1-4 15,1 1-4-15,-3 2 2 0,-1 2-5 0,1 2-9 16,2-2-7-16,-2 2-7 0,-1 2-4 16,0-2-8-16,0 5-10 0,3-5-7 0,-3 5-4 15,0 0-19-15,1-4-30 0,-1 4-24 0,0 0-6 16,0 0 9-16,0 0-7 0,6 16 16 0,-3-6 1 16,-2 7 4-16,3 1 11 0,-4 8 1 0,0-6 7 0,4 6-2 15,-7 0 0-15,6 0 1 0,-6-1 1 0,3 1 8 16,0-8 1-16,0 7-1 0,0-7-1 15,0 1-3-15,3-2 4 0,-2 0-2 0,-1-5 4 16,0-2 7-16,0-2-2 0,0-1-4 0,3 0 4 16,-3-3 1-16,1 0 7 0,0 1 25 0,0-1 24 15,-1-4 19-15,0 3 22 0,0-3 27 0,0 0-9 16,0 0-7-16,17-7-11 0,1-4-17 0,8-4-16 16,4-2-39-16,0-4-62 0,14-3-65 0,0-3-79 15,-11 8-101-15,-2 3-90 0,3 0-126 0,-6 0-262 16,-1 5-820-16,-3 0 363 0</inkml:trace>
  <inkml:trace contextRef="#ctx0" brushRef="#br0" timeOffset="11863.26">8688 3077 52 0,'10'-1'177'0,"-10"1"-21"0,9 0-13 16,-3 1-15-16,2 3-4 0,-3 2-6 0,6-1-9 0,-3 2-14 15,0 0-8-15,-2 1-12 0,-1 1 5 16,-1 0-14-16,0 3-4 0,-2 0-4 0,-3 0-5 16,-1 0-4-16,-1 0-8 0,-2-1-3 0,-3 6-1 15,1-7 0-15,-1 4 19 0,0-4-3 0,-2-1-5 16,4 0-5-16,-1-1-4 0,2-4-8 0,1 0 3 15,-2 0-6-15,2-2-4 0,2 2 0 0,-1 0 3 16,2-1-9-16,1-3 3 0,-3 4-3 0,3-4 3 16,12 5 4-16,-2-2 0 0,0 3 0 0,9-4-1 15,-3 3-2-15,3-1-5 0,-3 4 0 0,2-2-1 16,-4 3 16-16,4 0-4 0,-8-3 0 0,7 2-1 16,-8 1-1-16,0 0 0 0,-3 1-2 0,2-1 2 15,-3 1-2-15,-5 1 4 0,0-2 4 0,-4 0 6 16,-5 1 0-16,-6 1 4 0,-2-4 0 0,-10 5 0 15,3-2-4-15,-5-2-1 0,-1-1-1 0,1-1-7 16,1-3 0-16,-4-1 3 0,5 0 1 0,3-2 3 16,5 0 10-16,1-2-2 0,5 1 5 0,-1 0 5 15,4 0 8-15,2 0 1 0,-2 0-5 0,6 1-2 16,-1-1-11-16,-2-4-14 0,5 4-44 0,2 1-53 16,-1-8-55-16,6 3-59 0,3-2-75 0,1 2-260 15,6-3-557-15,0-3 247 0</inkml:trace>
  <inkml:trace contextRef="#ctx0" brushRef="#br0" timeOffset="12264.98">9364 3057 53 0,'0'0'186'0,"0"0"-11"16,0 0-8-16,0 0-7 0,0 0-13 0,0 0-3 16,0 0-4-16,0 0-6 0,-7 0-2 0,7 0-8 15,0 0 2-15,0 0-4 0,0 0-13 0,0 0-10 16,0 0-10-16,22-2-6 0,-9 0-10 0,8-2-9 16,7 0-8-16,3 0-5 0,1 1-8 0,4 3-20 15,-2-4-20-15,2 2-35 0,-3 0-24 0,-1 0-42 16,1 0-43-16,-3-3-51 0,-15 0-139 0,3 4-358 15,-5 1 158-15</inkml:trace>
  <inkml:trace contextRef="#ctx0" brushRef="#br0" timeOffset="12497.01">9477 3266 228 0,'-2'1'245'15,"2"-1"19"-15,-6 3-16 0,6-3-11 0,-1 3-20 16,1-3-11-16,0 0-23 0,0 0-20 0,8 2-16 16,7-2-16-16,6-4-31 0,8 0-54 0,11 0-56 15,10-1-75-15,10-5-90 0,-7 3-183 0,6-3-388 0,-5 3 173 16</inkml:trace>
  <inkml:trace contextRef="#ctx0" brushRef="#br0" timeOffset="13077.65">10792 3088 213 0,'-9'1'243'0,"9"-1"-8"15,0 0-12-15,-5 2-10 0,5-2-14 0,0 0-13 16,0 0-14-16,0 0-6 0,-4 1-15 16,4-1 0-16,0 0-12 0,0 0-12 0,0 0-13 0,0 0-18 15,0 0-2-15,27-5-11 0,-9 5-13 0,1-6 0 16,9 1-8-16,3 3-10 0,1-5-5 0,2 1-4 16,2 2-3-16,2 2-6 0,14-6 6 0,-1 1 2 15,-13 1 8-15,-1 4 2 0,-3-3-5 0,0 4-4 16,-15 0 0-16,-1-1-4 0,-7 0-6 15,1 1 0-15,-2 0-2 0,-2 0 0 0,-3 1-8 0,1 0 1 16,-6 0-4-16,9-2-10 0,-9 2-21 0,7 0-27 16,-7 0-23-16,0 0-30 0,0 0-28 0,0 0-60 15,-17 5-74-15,5-1-253 0,6-3-547 0,1 0 242 16</inkml:trace>
  <inkml:trace contextRef="#ctx0" brushRef="#br0" timeOffset="13861.26">12724 2169 210 0,'0'-5'258'0,"0"5"-3"15,1-2-4-15,2-2-6 0,-3 4-17 0,3-3-17 16,-3 3-18-16,0 0-26 0,0 0-17 16,0 0-26-16,0 0-9 0,0 0-12 0,0 0-14 15,0 0-5-15,0 0-17 0,-7 19-6 0,3-2-7 16,-1 2 0-16,-7 3-8 0,3 5 0 0,-4 2-7 16,-1 2-6-16,0-4-6 0,0 3 2 0,1-3-3 15,-4 1-4-15,6-2 2 0,-2-2-3 0,3-2-1 0,2-3-2 16,4-2-3-16,-1-3 0 0,1 1-6 15,-1-7-7-15,1 4 14 0,3-7-7 0,-3 4-1 16,4-4 4-16,0 1-1 0,-1-2 6 0,2 3-9 16,0-2 22-16,3-3-4 0,5 4-11 0,1-1 11 15,7-1-1-15,4-2-5 0,0 1 13 0,10 0-27 16,-3-2-29-16,1-1-35 0,-1 1-33 0,0-1-35 16,-7-1-49-16,1-3-52 0,5 1-253 0,-9-1-518 15,-4 1 230-15</inkml:trace>
  <inkml:trace contextRef="#ctx0" brushRef="#br0" timeOffset="14094.55">12817 2515 184 0,'-3'-2'300'0,"0"-1"-3"0,3 3-13 16,-1-4-24-16,1 4-28 0,-3-5-23 0,3 5-24 15,0 0-27-15,0 0-20 0,0 0-12 0,0 0-13 16,-5 12-15-16,5 0-10 0,0 2-7 15,-4 6-10-15,4 6-7 0,0-1-3 0,0 4 0 0,-5-1-7 16,5-1-3-16,0 2-6 0,4 0 1 0,-3-5-5 16,-1 3-6-16,4-8-2 0,-4 1 0 0,4-3-14 15,0-5-27-15,-3 5-46 0,-1-2-44 0,0-4-47 16,3 7-51-16,-2-8-84 0,1-2-151 16,1-2-468-16,6-2 208 0</inkml:trace>
  <inkml:trace contextRef="#ctx0" brushRef="#br0" timeOffset="14810.72">13560 2501 123 0,'-2'-12'226'0,"4"0"-10"0,-1 2-5 16,-2-2-5-16,-1-2-9 0,1-1-8 0,0 3-8 16,-3 1-9-16,3 0-14 0,-2 0-2 0,1 2-13 15,-1 2-10-15,1 1-14 0,-3-5-7 0,1 7-17 16,-2-1-9-16,2 1-11 0,-3 0-5 0,1 4-13 16,-5-1-3-16,-2 1-5 0,-4 4-8 0,-1 5-4 15,1-1-8-15,-6 6-2 0,0 3-3 0,-1 4-13 16,1-1 9-16,3 6-6 0,0-3 6 0,4 3-6 15,-2-1-1-15,4 0 3 0,1 0-2 0,3 0-2 16,2-7-4-16,3 0 3 0,4 1-4 0,-2-8 5 16,3 2 0-16,3 2 5 0,-2-6 5 0,4 1 7 15,-1-3 4-15,1 0 9 0,0-1 12 0,3 1 7 16,2-7 5-16,-1 3 8 0,4-3-2 0,2-1 7 16,-3-1 1-16,2-1 15 0,-3-2-3 0,1-2-10 15,1 2-3-15,1-7-3 0,2 3-1 0,-2-3-10 16,0-1-5-16,-1 1 8 0,-3-2-7 0,3 2 2 15,-8 3 6-15,3 1 13 0,-2-2 1 0,-2 6-4 16,1 0-12-16,-1-3-6 0,-4 3-9 16,4 4-8-16,-1-3-8 0,-3 3-7 0,3-4-19 15,-3 4-18-15,0 0-8 0,0 0-1 0,4 7 3 0,-5 0 4 16,2 3-2-16,-2 1 3 0,1 0 2 0,0 1-1 16,-1 2 5-16,2 1 1 0,0 1-3 0,-3-2-1 15,2-1 0-15,1-1 0 0,0 0 6 0,2-4 1 16,-2 2 3-16,0-4-3 0,2 2-1 15,1-3 3-15,1-1-8 0,4 2 13 0,2-1-22 16,-2-1-38-16,4-2-43 0,9-2-67 0,-5 0-62 16,1-2-77-16,4-5-107 0,-3-1-268 0,2-1-732 0,-2-1 324 15</inkml:trace>
  <inkml:trace contextRef="#ctx0" brushRef="#br0" timeOffset="15393.98">13838 2638 244 0,'0'0'359'0,"4"-4"-14"16,-4 4-10-16,2-3-21 0,-2 3-32 0,2-2-27 15,2-1-16-15,1 2-29 0,-5 1-32 0,10 0-9 16,-10 0-27-16,13 2-17 0,-5 1-16 16,3 1-7-16,-2 3-10 0,0 0-8 0,3 0-9 0,-5 2-6 15,5 4-8-15,-5-3-4 0,1 5-1 0,-3-4-10 16,-2 4 1-16,-1-3-13 0,-2 5-3 0,0-5 0 15,-2 3-4-15,-2-3 3 0,-1 2-9 0,1-2-4 16,0-3 3-16,-2 2-8 0,1-4 10 16,1 0-11-16,3 0-2 0,-3-2 13 0,1-2-9 15,1 3 0-15,-1-2-20 0,3-4 22 0,0 0-7 16,-4 7-16-16,4-7 28 0,-4 4-3 0,4-4 19 0,0 0 15 16,-1 5 9-16,1-5 4 0,0 0 3 0,0 0 4 15,0 0 0-15,0 0 7 0,-2 2-5 16,2-2 6-16,0 0-11 0,0 0-8 0,16-5-5 15,-4 1-11-15,5 1-3 0,5-1-9 0,5-2 0 16,1 3-2-16,4-1-5 0,-1 0 0 0,6 1-5 16,-3-1-3-16,1-1-4 0,-2 2 2 0,-5 0 0 15,-5 1-3-15,-1 0-1 0,-8 0-2 0,-1 2-5 0,-4 0 5 16,0-3 2-16,-9 3-1 0,13 0 3 16,-13 0-5-16,11-2 0 0,-11 2-12 0,6 0-17 15,-6 0-30-15,0 0-36 0,0 0-43 0,0 0-42 16,0 0-54-16,0 0-67 0,-27 9-90 0,11-7-322 15,-1 2-762-15,-2-2 338 0</inkml:trace>
  <inkml:trace contextRef="#ctx0" brushRef="#br0" timeOffset="16477.22">11546 3545 140 0,'0'0'135'0,"0"0"-17"15,0 0-6-15,0 0-9 0,0 0-13 0,0 0-7 16,0 0-3-16,0 0-9 0,0 0-11 0,0 0-5 16,0 0-4-16,0 0-6 0,0 0 2 0,0 0-10 15,0 0 5-15,0 0-5 0,0 0 6 0,26-2-7 16,-19 2-3-16,2-1 0 0,1 0-4 0,6-1-3 15,2 0-5-15,2 2 11 0,8-5-9 0,0 3-3 16,7 0-1-16,1 1 0 0,16-6-2 0,-1 4 0 16,7 0 4-16,3-2-3 0,5 1-1 0,26-3 4 15,2 0 3-15,-1 0 2 0,-2 3 2 0,1-3-2 16,1-1 2-16,7 3 0 0,4-1-6 0,1 0-1 16,0 0-2-16,2-1 1 0,2-3-8 0,-6 5 0 15,4-2-1-15,-3-6 2 0,6 8-2 0,1-3 29 16,3 0 2-16,0-4 3 0,0 5 3 0,3-3 1 15,-2 2 2-15,5-1 1 0,3 4-1 0,1 2-1 16,-1-1-1-16,-3-4 4 0,-2 5-5 0,3-1-4 16,1 4-2-16,-7-2-1 0,5 0-1 0,-12 1-3 15,-1 2-6-15,-11-2 1 0,-31 1-3 0,27-3 1 16,-33 1-2-16,1 0-1 0,-1 0 3 0,-2-1-6 16,1 3 7-16,-19-4 1 0,-2 1 0 0,2-2 0 15,-5 3-3-15,-6-2 5 0,-7 1 5 0,-2 2 11 16,-6-3 8-16,-2 4 10 0,-3-3 14 0,-2 3-2 15,2-1 4-15,-3 0-2 0,0-1-13 0,-5 2 0 16,8 0-14-16,-8 0-3 0,6-2-18 16,-6 2-29-16,0 0 0 0,8-1-11 0,-8 1-21 0,0 0-18 15,0 0-19-15,0 0-21 0,0 0-33 0,0 0-32 16,0 0-44-16,0 0-65 0,0 0-265 0,0 0-567 16,-17-5 252-16</inkml:trace>
  <inkml:trace contextRef="#ctx0" brushRef="#br0" timeOffset="34640.98">5362 2098 65 0,'3'-6'89'0,"-3"6"-3"0,4-3-1 0,-3-1-3 16,-1 4 18-16,4-8-9 0,-4 6 4 0,0 2-8 15,1-8 3-15,2 4-3 0,-3 1 3 0,1-1 3 16,2 0 1-16,-3 4 2 0,1-6-5 0,-1 6 4 16,1-4-6-16,-1 4 1 0,0 0-6 0,0-4-5 15,0 4-6-15,0 0-8 0,0 0-7 0,0 0-10 16,0-4-6-16,0 4-22 0,0 0-10 0,0 0-4 16,-6 10-3-16,-2 3 2 0,-7 11 1 0,-3 2-4 15,-10 19 3-15,-4-1-2 0,-3 6 8 0,-17 21-2 16,20-21 0-16,0 1 4 0,-2-2 2 0,4-3 2 15,6-5-2-15,-2-2 3 0,10-8-1 0,-2-7 0 16,5 0-1-16,3-7-2 0,1-2 4 0,1-4-10 16,2-2 5-16,-2 2-2 0,4-5 2 0,1 1-4 15,0-2 2-15,-1-1-3 0,0-1 1 0,2 3 5 16,2-6-1-16,-4 4 1 0,4-4-2 0,0 0-1 16,-4 4 1-16,4-4-11 0,0 0-4 0,0 0-16 15,0 0-35-15,-2 3-61 0,2-3-19 0,0 0-38 16,0 0-171-16,-11-8-371 0,7 5 164 0</inkml:trace>
  <inkml:trace contextRef="#ctx0" brushRef="#br0" timeOffset="34997.01">4825 2177 73 0,'3'-6'148'0,"4"-1"-7"16,-1 3-22-16,4 1-8 0,1 1-24 0,8 2 6 15,1 3-16-15,7 3 6 0,4 6-9 0,2 3 1 16,1 4-2-16,11 10-1 0,-2 3-5 0,-3 4-8 16,0-1-3-16,-4 3-7 0,-3 1 0 0,-4-1-3 15,2 1 1-15,-9-12-11 0,-2 1-2 0,-2-3-3 16,1 0 3-16,-1-4-3 0,-6-4-6 0,-3-1 1 15,-3-6-8-15,0 0 4 0,-1-1-8 0,-2-6 7 16,1 4 11-16,-2-4 18 0,1 2 15 0,0-3 29 16,-2 1 4-16,-1-3 11 0,1 4 7 0,-1-4 1 15,1 3-11-15,-1-3-5 0,0 0-13 0,0 0-11 16,0 0-21-16,0 0-20 0,-6-11-23 0,3 7-20 16,2 1-34-16,0-1-31 0,-3-1-36 0,4 5-44 15,-1-10-51-15,1 5-208 0,0-3-446 0,1 4 197 16</inkml:trace>
  <inkml:trace contextRef="#ctx0" brushRef="#br0" timeOffset="36185.99">5750 2164 11 0,'0'0'99'0,"0"0"-13"0,-8-4-2 0,8 4-7 15,0 0-7-15,0 0-7 0,0 0-6 0,0 0-10 16,0 0 10-16,0 0-16 0,-10 0 4 0,10 0-1 16,0 0 2-16,0 0 1 0,0 0 0 0,0 0 9 15,0 0-3-15,0 0-5 0,0 0 5 0,0 0 11 16,0 0-6-16,0 0 1 0,0 0 1 0,0 0 1 16,-7-2-4-16,7 2 2 0,0 0 2 0,0 0-7 15,0 0-1-15,0 0-2 0,0 0-5 0,0 0-2 16,0 0-3-16,0 0-6 0,0 0-4 0,0 0-2 15,0 0-3-15,0 0-3 0,0 0 3 0,0 0-10 16,0 0-1-16,0 0-3 0,0 0 4 0,0 0-2 16,0 0-10-16,0 0 9 0,0 0-11 0,0 0 5 15,0 0-2-15,21-3 1 0,-8 3-2 0,5 0-2 16,-2 0 2-16,2-2 0 0,4 4 2 0,-3-2-7 16,2 2 4-16,0-1-4 0,0 0 4 0,-2 4-1 15,1-5-1-15,-1 7 3 0,-2-1-2 0,0 1 3 16,-6 0-15-16,-1 3-2 0,-2-5-4 0,-2 3 0 15,1 1 2-15,-6 2 3 0,-1 2 1 0,-4 1 0 16,-2 1-2-16,-6 0 6 0,-2 1 1 0,1-1-1 16,-7 1-7-16,2-3 9 0,-1 3 1 0,2-6 0 15,3 2 0-15,-1-4 3 0,3-2-2 0,2 0 2 16,0 3-4-16,0-6 2 0,5 2-5 16,-2 1 7-16,1-3-2 0,2-1 1 0,4-2 2 15,-4 1-1-15,4-1 1 0,7 5-2 0,0-1 2 16,2-2-10-16,4 0 9 0,4 0-2 0,1 2 1 15,2-1 1-15,-1 0-1 0,2 3 5 0,-2-3-6 0,2 4 1 16,-3-5-1-16,4 8-2 0,-3-5-5 16,-2 2 5-16,-2 3 8 0,1-3-6 0,-5 3 1 15,-1-4-6-15,-2 2-1 0,-2 1 2 0,-3-1-3 16,1 2 4-16,-4 2-1 0,-4-4 4 0,-2 3 2 16,-3-4 2-16,-3 6 0 0,-3-1-1 0,-4-4 5 15,-2 1 3-15,-6 0 1 0,3 1 5 0,-5-3 4 16,-1 1 6-16,0-1 1 0,3-5 13 0,-1 0 11 15,7-1 4-15,-2-1 16 0,4-1 10 0,2-1 7 16,3 2 9-16,4-2 8 0,0 2 12 0,10 0 10 16,-14-3 1-16,9 3 2 0,5 0-1 0,-11-2-7 15,11 2-3-15,-7-2-12 0,7 2-3 0,0 0-16 16,0 0-5-16,-8-1-10 0,8 1-11 0,0 0-4 16,0 0 6-16,0 0-16 0,0 0-4 0,0 0-10 15,0 0-1-15,0 0-6 0,0 0 14 0,-9-2-21 16,9 2-9-16,0 0-10 0,0 0-7 0,0 0-12 15,0 0-12-15,0 0-14 0,0 0-20 0,0 0-18 16,0 0-22-16,0 0-25 0,0 0-36 16,0 0-38-16,0 0-38 0,0 0-44 0,0 0-220 0,0 0-547 15,0 0 242-15</inkml:trace>
  <inkml:trace contextRef="#ctx0" brushRef="#br0" timeOffset="44221.97">12904 3912 102 0,'-2'-3'110'0,"-1"-5"-1"15,2 3 7-15,0-2-2 0,-1 1-4 0,1-2 11 16,0-1 9-16,1 2-7 0,0-2 1 16,-2 4-5-16,1-2-9 0,1 1-3 0,0 1-6 15,3-2-9-15,-2 3-11 0,2-1-9 0,0 3-9 0,3-1-8 16,-1-3-7-16,2 6-8 0,0 0-2 0,3 5 0 16,0-1-5-16,8 3-3 0,-5 4-1 0,5 0-4 15,5 6 2-15,-4 3-9 0,1 0 6 0,1 3-3 16,-2 2 0-16,-2 2 2 0,-2-1-1 0,0 3-5 15,-4 0 3-15,1 1-5 0,-3-4-1 0,-1 1 0 16,-3-1-1-16,0-2-5 0,-5-2 6 0,0-4-1 16,0 0-3-16,-5-1-1 0,3-2 3 0,-1-3-3 15,-3-2 11-15,2-1 6 0,1-4 5 0,-3 2 16 16,-1-2 8-16,2-2 16 0,0-1 10 16,-3-2 22-16,8 0 9 0,-15-9 9 0,6 1 11 0,3 1 5 15,-2-7-11-15,2-4-3 0,2-1-12 0,3-12-20 16,2-1-5-16,3-3-15 0,6-10-9 0,-2 10-17 15,4-10-3-15,-1 12-1 0,0 4-1 0,-2 3-8 16,2 3 6-16,-1 7-14 0,-3 0 7 16,2 5-23-16,-5 0-15 0,1 4-37 0,-4 2-36 0,3-1-52 15,0 3-31-15,-4 3-10 0,5 3-17 0,-5-3-33 16,5 13-38-16,-2-4-272 0,-6 2-578 0,3 0 255 16</inkml:trace>
  <inkml:trace contextRef="#ctx0" brushRef="#br0" timeOffset="44905.95">13445 4180 22 0,'-4'2'177'15,"4"-2"-14"-15,-5 1-13 0,5-1-13 0,0 0-12 16,0 0-7-16,0 0-12 0,0 0-12 0,0 0-1 15,0 0-13-15,0 0 0 0,0 0 1 0,0 0-6 0,0 0-8 16,0 0-2-16,0 0 1 0,0 0-4 16,0 0 1-16,0 0-4 0,0 0-5 0,0 0-1 15,0 0-7-15,0 0-2 0,0 0-4 0,0 0-6 16,0 0-3-16,0 0-3 0,0 0 1 0,0 0 1 16,0 0-5-16,0 0 3 0,0 0-2 0,0 0-3 0,0 0-1 15,0 0-1-15,0 0-1 0,0 0-3 0,0 0-2 16,0 0 3-16,0 0-2 0,0 0-2 15,0 0 6-15,0 0-9 0,0 0 0 0,0 0-2 16,0 0 3-16,0 0-3 0,0 0 3 0,0 0 5 16,0 0 14-16,19 0-3 0,-5-1 6 0,7-1-6 0,9 0 2 15,6-4-1-15,0 0-5 0,3 3 7 0,15-4 1 16,3 0-1-16,-3 3-2 0,-3-3-4 16,-11 3 0-16,-2 2 4 0,-6-1-9 0,-4 1-4 15,-6 2-7-15,-3 0-21 0,-6-3-20 0,-3 2-23 16,-1-1-26-16,-4 2-24 0,-5 0-19 0,0 0-25 0,0 0-25 15,0 0-38-15,-24 1-143 0,6-1-383 0,-4 0 170 16</inkml:trace>
  <inkml:trace contextRef="#ctx0" brushRef="#br0" timeOffset="45222.3">13674 4022 284 0,'-3'-5'279'16,"3"1"8"-16,0-1-3 0,-1 1-2 0,1 4-23 16,-3-8-23-16,3 8-27 0,0-5-17 0,0 5-22 15,0-2-25-15,0 2-14 0,0 0-15 0,0 0-31 0,0 0-23 16,0 0-3-16,0 0-9 0,0 18 3 16,0-7-14-16,0 9-3 0,0-1-3 0,0 8-6 15,0-2 1-15,-1 4-4 0,2-4-2 0,3 1-3 16,-1 2 2-16,-1-4-2 0,1-7-3 0,-2 3 0 15,3-3 2-15,-3-1-3 0,4 3 3 0,-2-8-6 0,-2-1-1 16,4 1-18-16,-4-5-10 0,2 0-9 16,-3-1-11-16,4 0-10 0,-2-1-4 0,-2 0 0 15,2-2 5-15,-2-2-8 0,1 4-31 0,-1-4-38 16,0 0-30-16,0 0-38 0,11-9-24 0,-8 6-194 16,0-3-444-16,0-3 197 0</inkml:trace>
  <inkml:trace contextRef="#ctx0" brushRef="#br0" timeOffset="45598.98">14141 3975 57 0,'1'-3'279'0,"-1"3"-27"0,0 0-27 0,0 0-24 16,0 0-27-16,0 0-14 0,0 0-17 0,0 0-17 16,-2 12-12-16,3-1-12 0,-2 4-12 0,1 3-14 15,-4-1-3-15,4 1-8 0,0 7-6 0,3-6-7 16,-3 6-3-16,0-8-4 0,1 1-3 0,0 2 0 16,0-3-7-16,1 0-2 0,0-4 1 0,1-2-7 15,0 0 4-15,-1 0-2 0,-2-4-9 0,1-1 0 16,1 2 4-16,-1-4-10 0,-1 0 5 0,1 0-5 15,2-1-3-15,-2 1 5 0,-1-4 4 0,0 0 16 16,1 6 5-16,-1-6 8 0,0 3 0 0,0-3 1 16,0 0-2-16,0 0-11 0,3 1 1 0,-3-1-2 15,0 0 0-15,0 0-7 0,0 0-44 0,0 0-48 16,0 0-41-16,-4-16-33 0,4 11-51 0,0-2-69 16,-1-2-153-16,-3-3-444 0,3 2 196 0</inkml:trace>
  <inkml:trace contextRef="#ctx0" brushRef="#br0" timeOffset="45871.97">14301 3742 116 0,'5'-3'219'0,"-1"-2"-22"0,2 4-14 16,2 0-23-16,-8 1-5 0,14 6-12 0,-3-2-11 15,2 10-2-15,3 7-11 0,-1 2-1 0,0 6-7 16,-1 4-4-16,0 0-4 0,0 11-7 0,-6-8-5 16,2 14-4-16,-6-4-6 0,-3-10 3 0,2-1-19 15,-7 1-1-15,-2-3-10 0,-2-1-5 0,-1-2-1 16,-7-2-5-16,-4 1 1 0,-1-2 0 0,-7 1-2 16,-8 4-10-16,4-10-6 0,-14 2-35 0,-1 4-42 15,-7-7-62-15,-5-4-74 0,-5-3-244 0,-1-2-466 16,0-10 206-16</inkml:trace>
  <inkml:trace contextRef="#ctx0" brushRef="#br0" timeOffset="46305.62">12839 3971 164 0,'0'0'203'0,"0"0"-23"15,0 0-21-15,0 0-17 0,0 0-18 0,-10 20 1 16,1-3-11-16,-4 10-11 0,-2 6-8 0,-7 13-1 0,-3 3-8 16,2 1-6-16,1-1-6 0,0 2-7 0,3 0-5 15,6 2-6-15,3-9 2 0,6-9-4 16,3-3-7-16,7-2 15 0,3-1 4 0,3-3-2 15,9-2 8-15,5-4-10 0,7-6 0 0,22 0-2 16,11-8-43-16,33 0-47 0,-8-7-57 0,2-10-86 0,-29 4-204 16,30-8-409-16,-3-3 180 0</inkml:trace>
  <inkml:trace contextRef="#ctx0" brushRef="#br0" timeOffset="47192.09">14764 3610 110 0,'6'-1'188'16,"0"1"-12"-16,1 0-22 0,0 0-11 0,3 3-13 16,0 1-13-16,-1 3-7 0,-3 0-7 0,3 2-5 15,-4 2-6-15,0 6-13 0,-1 3-3 0,-1 1-9 16,-3 3-6-16,0 3-5 0,-2-9-2 0,-2 0-4 16,0 1-6-16,-1 1-3 0,0-5-5 0,-1 2 3 15,1-1-14-15,1-5 5 0,0 1-4 0,3-3-3 16,-2 0-5-16,2-4 1 0,0 1-5 0,-1-1 2 15,1-1 4-15,0-1 16 0,1 1 3 0,0-4 8 16,-2 5 7-16,2-5 3 0,-1 4 1 0,1-4 1 16,0 0-1-16,0 4-3 0,0-4 1 0,0 0 4 15,0 0-8-15,0 0-3 0,0 4-6 0,0-4-2 16,0 0-1-16,0 0 1 0,0 0-1 0,0 0 0 16,0 0 7-16,0 0 1 0,0 0-5 0,0 0 4 15,0 0-4-15,0 0 4 0,0 0-1 0,0 0-4 16,0 0 5-16,0 0-2 0,0 0 4 0,0 0-3 15,0 0 0-15,0 0 7 0,0 0-3 0,0 0 0 16,0 0 1-16,0 0 3 0,0 0-5 0,0 0-1 16,11-1-13-16,-1-1 2 0,5-1 6 0,4 1-5 15,11-2-2-15,3-1-8 0,1 0-2 0,2-1 5 16,4 1 9-16,17-2 15 0,-6 1 8 0,-1-1 3 16,-9 2 4-16,-6 1 1 0,-1 0-6 0,-2 2-3 15,-9-2-4-15,-5 1-6 0,-7 3 7 0,1-3 5 16,-3 3-5-16,0-1 0 0,-4-3-8 0,0 4-4 15,-5 0-3-15,8-1-8 0,-4 0-16 0,-4 1-23 16,0 0-30-16,7-2-41 0,-7 2-54 0,0 0-53 16,0 0-50-16,0 0-28 0,0 0-49 0,0 0-78 15,-14 9-249-15,9-9-685 0,5 0 303 0</inkml:trace>
  <inkml:trace contextRef="#ctx0" brushRef="#br0" timeOffset="47938.64">17446 3110 30 0,'0'0'180'0,"0"0"-13"0,-9-1-7 0,9 1-2 16,0 0-9-16,0 0-5 0,0 0-4 0,-8 0-4 16,8 0-3-16,0 0-2 0,0 0-4 0,-2 4-8 15,2-4-7-15,0 0-10 0,0 0-12 0,17-4-8 16,-4 1-5-16,6 2-6 0,8-3-14 0,2-1-1 16,1 1-8-16,-3 0-3 0,5 0-4 0,0 0-6 15,-2 3 0-15,-3-1-7 0,0 1-4 0,-8 1 7 16,0-1-7-16,-6 0-8 0,-1 1-5 0,-5-2-17 15,0 1-27-15,-1 2-22 0,-6-1-20 0,5 2-13 16,-5-2-22-16,0 0-46 0,-7 10-36 0,-4-6-149 16,-4-1-370-16,2 0 165 0</inkml:trace>
  <inkml:trace contextRef="#ctx0" brushRef="#br0" timeOffset="48275.55">17434 3302 209 0,'-4'3'233'0,"4"-3"-5"15,0 0-12-15,-3 1-9 0,3-1-8 0,0 0-12 16,0 0-11-16,0 0-12 0,29-2-13 16,-7-1-16-16,8 0-13 0,2-1-10 0,4 2-9 15,1-2-1-15,4 0-1 0,10-3-2 0,-10 3-2 16,-8 1-8-16,4-1-4 0,-2 1-13 0,-5 0-1 16,-9 1-9-16,-2 0-3 0,-5 1-9 0,-5 0-7 0,0 1 1 15,-1 0-8-15,-2-1-14 0,-6 1-21 16,9 0-38-16,-9 0-39 0,0 0-20 0,0 0-34 15,0 7-74-15,0-7-285 0,-15 3-530 0,7 0 235 16</inkml:trace>
  <inkml:trace contextRef="#ctx0" brushRef="#br0" timeOffset="57139.07">19337 3181 103 0,'0'0'170'0,"0"0"-18"16,-8 1-11-16,8-1-15 0,0 0-9 0,0 0-17 15,0 0-9-15,0 0-9 0,0 0-6 0,0 0-5 16,0 0-8-16,0 0-13 0,0 0 2 0,0 0-2 16,0 0-9-16,0 0 5 0,0 0-3 0,0 0-3 15,0 0-10-15,0 0 5 0,0 0-3 0,0 0 0 0,0 0-1 16,0 0-1-16,0 0-2 0,0 0-2 16,0 0 0-16,0 0-1 0,0 0 0 0,0 0-3 15,0 0 0-15,0 0 1 0,0 0-3 0,0 0-7 16,0 0 0-16,0 0 2 0,0 0-5 0,0 0 3 15,0 0-3-15,0 0-4 0,0 0 4 0,0 0-3 16,0 0-7-16,0 0 11 0,0 0-3 0,0 0-8 16,0 0 8-16,0 0 3 0,0 0-2 0,-2 3 0 15,2-3 2-15,0 0-1 0,0 0-6 0,0 0 5 16,0 0-4-16,0 0 0 0,0 0-2 0,0 0 2 16,0 0 0-16,0 0 0 0,0 0-1 0,0 0 0 15,0 0 7-15,0 0-6 0,15 3 3 0,-4-3 1 16,2 0 3-16,9 0 5 0,9 3-3 0,3-6 8 15,6 3 4-15,11-1 2 0,1 1 2 0,-2-4 1 16,-13 2 21-16,5 2-6 0,-3-3-3 0,-5 3-5 16,-2 0-2-16,-2 0-5 0,-9 2-3 0,-2-4-3 15,-2 2-3-15,-3 0 1 0,-8-1-4 0,2 1-3 16,-3 0-1-16,3 0 1 0,-8 0-2 0,0 0-2 16,10-1-1-16,-10 1-10 0,7 1-14 0,-7-1-18 15,0 0-15-15,0 0-24 0,0 0-17 0,0 0-35 16,0 0-40-16,0 0-39 0,-26-2-162 0,22-2-392 15,0 3 174-15</inkml:trace>
  <inkml:trace contextRef="#ctx0" brushRef="#br0" timeOffset="57970.38">21118 2525 1 0,'0'-6'225'0,"0"6"-9"15,0-4-2-15,0 4-17 0,0 0-15 0,-1-5-17 16,1 5-8-16,0 0-17 0,1-4-9 0,-1 4-14 15,0 0-10-15,0 0-11 0,0 0-13 0,-6-3-3 16,6 3-16-16,0 0-8 0,-8-2-5 0,2 2-8 16,6 0-1-16,-18 1-9 0,5 2 0 0,-3 1-3 15,-4 0-4-15,1 2-6 0,-1 1-2 0,-6 2 0 16,1 4-2-16,-4 0-5 0,3 2 1 0,-1 2-2 16,-1 3 0-16,1-2-1 0,0 4-4 0,5 0 2 15,-1 0-2-15,3 2-1 0,3 0 0 0,2 2 1 16,2-1-1-16,0 0-1 0,6-2-1 0,3 3-1 15,3-8 4-15,3 11 0 0,6-5 2 0,2-1 3 16,2 1 1-16,5-3-2 0,4 0 0 0,4-2 2 16,0-4 0-16,4 2 1 0,-1-4 4 0,3-3 4 15,-2-1 2-15,1-2-5 0,-1-4 3 0,-10-1-1 16,12 0 3-16,-12-4-2 0,-1 0 12 16,-5 0 13-16,0-3 5 0,-2-1 5 0,-3 1 3 0,-2-4-2 15,4 1-5-15,-5-8-9 0,-3 5 0 0,-4 0-6 16,1-1-12-16,-5-3-2 0,-4 2-11 0,-3 1 2 15,-4 2-5-15,-10-3-5 0,4 6-1 0,-8-1-2 16,2 6-12-16,-2-3 3 0,-3 3 0 16,0 2-12-16,3 2-9 0,4-1-15 0,5 1-21 15,-1 2-24-15,6 0-26 0,4 0-30 0,4 3-24 16,1-2-41-16,4-3-210 0,4-2-456 0,0 10 202 0</inkml:trace>
  <inkml:trace contextRef="#ctx0" brushRef="#br0" timeOffset="58520.98">21555 2503 169 0,'-1'-2'211'0,"1"2"-20"0,0 0-27 16,0 0-15-16,0 0-17 0,0 0-14 0,0 0-15 15,0 0-15-15,0 0-8 0,0 0-11 0,-3 12-3 16,1-3-11-16,1 3-1 0,-2-2-8 16,-1 7-4-16,-3 0-1 0,-2 7-6 0,-3 1-1 15,1-1-6-15,-2 0-3 0,0-2 8 0,0 1-11 0,8-5-1 16,-3-1 5-16,1 0-10 0,-1-1-4 0,0 1 4 15,3-1-1-15,0-7-6 0,2 3 0 0,-3-3 1 16,4-1-2-16,-1-2 1 0,3 0 6 16,-2-1-7-16,2 0 8 0,0 2 23 0,0-7 6 15,3 4 20-15,1 1 0 0,5-3 3 0,0 1-7 16,4-2 0-16,1 1-7 0,-1-2-5 0,6 0-7 16,-2 0 3-16,0-2-20 0,-2 1-20 0,2-1-28 0,1 1-26 15,-6-1-31-15,1-3-29 0,-1 3-20 16,-3 0-44-16,0-3-20 0,0 2-143 0,-6-4-363 15,3 3 160-15</inkml:trace>
  <inkml:trace contextRef="#ctx0" brushRef="#br0" timeOffset="58752.94">21651 2781 204 0,'0'0'221'0,"1"-5"1"15,-1 5-1-15,0 0-8 0,0 0-2 0,0 0-17 16,0-4-18-16,0 4-14 0,0 0-19 0,0 0-16 15,0 0-17-15,0 0-14 0,0 0-14 0,0 0-7 16,0 0-13-16,0 0-5 0,-1 22-8 0,-3-11-2 16,0 5-4-16,1 0 6 0,-1 6-13 0,1 3-2 15,0 0 0-15,-3 4-7 0,6 0-1 0,-4-2 1 16,3 2 1-16,-1-2-4 0,4-1-31 0,-2-1-37 16,1 1-36-16,-1-9-69 0,4 1-88 0,-6-5-178 15,4-1-447-15,-2-5 198 0</inkml:trace>
  <inkml:trace contextRef="#ctx0" brushRef="#br0" timeOffset="59739.99">20294 3548 82 0,'-8'-2'127'0,"8"2"-11"0,0 0-20 0,0 0-9 16,0 0-9-16,0 0 1 0,0 0-10 0,0 0-5 16,0 0-16-16,0 0 1 0,0 0 4 0,0 0-17 15,0 0-10-15,0 0 1 0,0 0-6 0,0 0 4 16,0 0-2-16,0 0-5 0,0 0-2 0,0 0 11 16,0 0-6-16,0 0 6 0,0 0 4 0,0 0 1 15,0 0 2-15,0 0-2 0,0 0 2 0,0 0-2 16,0 0-4-16,19 3 3 0,-8-2 0 0,0-1-3 15,3-1-2-15,8 1-3 0,-3-1 2 0,12-1-5 16,5 1 6-16,3 1-4 0,19-6 5 0,8 1-5 16,25 1-1-16,-2 0-3 0,5-2 9 0,0-3-2 15,6 7 0-15,7-7 4 0,7 4-2 0,3 1 5 16,9-5-7-16,-5 2 3 0,-5-3-7 0,-3 4 0 16,-6-2 2-16,-2-1-5 0,-7 1 0 0,-1-1-4 15,-2 2 2-15,-2-1-6 0,-2-2 3 0,-27 5-1 16,1-1-6-16,0-1 0 0,-3 0 12 0,-4-1-5 15,-3 3 0-15,-5 0 7 0,-13-2 0 0,-2 5 5 16,-7-3 8-16,-7 1 33 0,-2 2 7 0,-6-1 15 16,0 2 7-16,-8 0-1 0,4-1 0 0,-5 2-3 15,1-3-2-15,-5 3-12 0,9-2-5 0,-5 2-14 16,-4 0-15-16,0 0-22 0,10-2-26 0,-10 2-33 16,0 0-35-16,0 0-39 0,0 0-47 0,0 0-59 15,0 0-224-15,-23 0-480 0,18 0 213 0</inkml:trace>
  <inkml:trace contextRef="#ctx0" brushRef="#br0" timeOffset="61903.08">20245 4052 48 0,'0'-3'143'0,"2"-1"-16"0,-1-3-1 16,0 2-9-16,1 2-2 0,-1-2-9 0,1 0-8 15,1 1-4-15,0 1-7 0,-1 2-12 0,2-3-8 16,-4 4-5-16,9-3-9 0,-9 3-6 0,11 5 1 15,-3-2-3-15,2 5 3 0,-1 1-7 0,0 3-2 16,5 3-1-16,-1 1-7 0,2 5 0 0,1 2-2 16,0 1 0-16,-3 1-1 0,1-3-8 0,-1 4 4 15,-5-2-4-15,0-1-1 0,-1 1 0 0,-5-3-3 16,1-3 0-16,0 3-5 0,-3-3 5 0,0 0-3 16,-3 1-2-16,-1-5 0 0,0-1 0 0,-1-3 0 15,1-1 9-15,-3 1 3 0,2-3 13 0,-2 0 8 0,1-2 8 16,-1-2 12-16,-4-1 1 0,3-4 8 15,-1-1 10-15,-1-1 6 0,0-4-3 0,0-1 2 16,-1 0 9-16,5-4-15 0,-2-6 6 0,3 0-11 16,5-4-5-16,-2-6-5 0,4 0 1 0,3-2-19 15,0-1-6-15,3-2-4 0,4-14-2 0,0 18-2 0,1-2-3 16,1 2-1-16,-1 5-11 0,2 2 8 16,-3-1-14-16,-1 9-3 0,-3-1-8 0,1 6-17 15,-1 2-22-15,0-2-21 0,2 3-30 0,-5 2-23 16,2-2-34-16,1 5-31 0,-2 1-25 0,-1-1-23 0,-5 2-204 15,8 4-462-15,-5 1 204 0</inkml:trace>
  <inkml:trace contextRef="#ctx0" brushRef="#br0" timeOffset="62569.57">20764 4316 100 0,'-7'0'145'0,"7"0"-13"0,-12 0-5 0,6 1-15 16,6-1-10-16,-9 0-7 0,9 0-10 0,-5 1-1 15,5-1-10-15,0 0 1 0,0 0-6 0,-9 2 5 16,9-2 0-16,0 0-1 0,0 0 3 0,0 0 0 16,0 0 3-16,0 0-4 0,0 0-3 0,0 0-2 15,0 0-4-15,0 0-2 0,0 0-2 0,0 0-6 16,0 0-2-16,0 0-4 0,0 0-5 0,0 0-7 16,0 0 0-16,0 0-7 0,0 0-5 0,0 0 2 15,0 0-4-15,0 0-2 0,0 0-2 0,0 0-3 16,0 0-3-16,0 0 3 0,0 0-5 0,0 0 0 15,0 0 5-15,0 0-9 0,0 0 0 0,0 0-2 16,0 0 3-16,0 0-2 0,0 0-2 0,0 0 1 16,0 0 1-16,0 0-6 0,0 0 2 0,0 0 5 15,0 0 0-15,16-7 0 0,-7 7 9 0,5-2-3 16,3 0 0-16,2 1-3 0,4 0-2 0,-1-2 1 16,10 0-1-16,-3 1 0 0,1-1 0 0,-2 2-4 15,1-2 2-15,-10 1 2 0,0 1-5 0,-1 0 1 16,-5-1 0-16,-3 2 0 0,1 0 0 0,0-1 4 15,-5 1-6-15,-6 0-1 0,9 0-4 0,-6-3-6 16,-3 3-18-16,5 0-20 0,-5 0-27 0,0 0-20 16,0 0-34-16,0 0-22 0,-17-3-22 0,11 2-38 15,-3 0-112-15,3-1-347 0,-1 1 153 0</inkml:trace>
  <inkml:trace contextRef="#ctx0" brushRef="#br0" timeOffset="62953.01">21255 4068 132 0,'0'0'287'16,"0"-5"-2"-16,0 5-13 0,1-4-23 0,-1 4-20 15,0 0-28-15,0-5-24 0,0 5-16 0,0 0-17 16,0 0-20-16,0-3-16 0,0 3-12 0,0 0-12 15,0 0-6-15,0 0-11 0,3 17-8 0,-3-8-8 16,0 2-3-16,1 6-6 0,-1-1-6 0,0 1-2 16,3 1 0-16,-1 1-4 0,-4 1-5 0,4-2 2 15,-7 0-5-15,8 1 1 0,-1-5-3 0,-1 4-3 16,-1-4 7-16,0-2-13 0,3 1 2 0,-2-1-2 16,-1-3 2-16,0-2-4 0,3-2 0 0,-6 0 0 15,3 2 0-15,3-2-2 0,-3-2 2 0,0-3 2 16,1 7-3-16,-1-7 1 0,0 4 1 0,0-4-1 15,0 0-3-15,-4 3-6 0,4-3-8 0,0 0-6 16,0 0-12-16,0 0-30 0,0 0-49 0,0 0-35 16,0 0-32-16,0 0-32 0,-5-17-37 0,0 9-155 15,5-4-428-15,0 2 189 0</inkml:trace>
  <inkml:trace contextRef="#ctx0" brushRef="#br0" timeOffset="63187.05">21412 3885 50 0,'2'-1'190'15,"-2"1"-25"-15,4-1-17 0,-4 1-13 0,9 5 2 16,-1 0-11-16,-3 6-7 0,5 2-2 0,2 4-4 16,1 5-3-16,1 4-3 0,-1 5-3 0,-2 1-6 15,-3 0-4-15,-2 3-2 0,-1 12-10 0,-3-11-8 16,-4 0-4-16,-4-3-4 0,-2 3-4 0,-4-3 0 15,-8 10-10-15,2-11-6 0,-7 6 4 0,-6-1-11 16,4-8-5-16,2-3-17 0,-17 3-25 0,-2-4-39 16,-3-1-58-16,-2-5-70 0,-3-3-196 0,1-6-402 15,-4-3 179-15</inkml:trace>
  <inkml:trace contextRef="#ctx0" brushRef="#br0" timeOffset="63552.95">19997 3948 128 0,'0'0'139'15,"-12"7"-16"-15,4 1-18 0,2 6-3 0,-7 8-9 16,3 7 5-16,-3 3-4 0,-4 14 1 0,3 4 2 16,0 1-13-16,-1 0-7 0,5-1-1 0,3-1 0 15,5-1-9-15,8 3 7 0,4-16 3 0,8 9 3 16,1-14 1-16,13 9-2 0,-5-15-7 0,17 2-3 15,0-5-8-15,6-1-5 0,1-7-36 0,4-3-44 16,4-7-79-16,2-1-230 0,2-8-361 0,-2 2 160 16</inkml:trace>
  <inkml:trace contextRef="#ctx0" brushRef="#br0" timeOffset="64351.98">21624 3644 133 0,'0'0'194'0,"6"-3"-15"0,-6 3-15 0,10 1-21 16,-4-2-12-16,-6 1-14 0,14 1-9 16,-8 0-12-16,2 2-10 0,1 1-9 0,0 2-5 15,0 2-8-15,-1 1-4 0,-2 0-2 0,2 4-9 16,-3-2-1-16,0 4 0 0,-1 2-4 0,-3-1-4 15,-2 1-4-15,-2-5-3 0,1 3-5 0,-5 1 0 0,1 0-3 16,1-3 0-16,-2-3-2 0,2 0 2 16,-1 2-7-16,-2-4 3 0,4-2-5 0,2 1-3 15,-2-2 3-15,0-1 3 0,0 0 7 0,3-3 16 16,1-1 13-16,-3 6 17 0,3-6 10 0,0 2 12 16,0-2-1-16,0 0-5 0,0 0-11 0,13 0-7 0,1-2-10 15,-1-1-1-15,6-1-5 0,0-1-5 0,3-2-12 16,5 2-4-16,0-2-1 0,-7 4-7 15,3-1 4-15,-1 1-1 0,-2-2-9 0,-3 1-4 16,-3 4 0-16,-2-3 1 0,-5 3 3 0,3 0-7 16,-3-1 2-16,-2-1-5 0,-5 2-13 0,6-2-13 0,-2-1-21 15,-4 3-29-15,0 0-28 0,0 0-26 0,0 0-32 16,0 0-32-16,-11 8-42 0,2-1-199 16,2-2-461-16,-3 0 204 0</inkml:trace>
  <inkml:trace contextRef="#ctx0" brushRef="#br0" timeOffset="64869">22208 4063 25 0,'3'-3'234'0,"-1"2"-14"0,2-4-13 16,0 2-23-16,1 2-14 0,0 0-19 0,1-2-18 16,1 2-10-16,-1 1-18 0,-6 0-10 0,15 4-8 15,-7-2-8-15,1 6-4 0,0-1-7 0,0 2 3 16,0 1-9-16,0 5-3 0,1 1-2 0,-1 0-1 15,-1 3-3-15,-3 5-2 0,-1 1 2 0,-3-7-10 16,-1 3-1-16,0-3-6 0,-1-1-2 0,-3 8-1 16,0-7-4-16,3-1-2 0,-4 0-4 0,1-6-1 15,0-2-4-15,-2 1 4 0,3-2-4 0,2-2-1 16,-3 2 1-16,4-5 10 0,-4 2 16 0,4-2 29 16,-1 1 41-16,1-4 41 0,-6 3 46 0,6-3 20 15,0 0-28-15,0 0-31 0,0-16-17 0,2 6-17 16,3-4-12-16,0-3-14 0,4-1-12 0,0-7-11 15,4 0-6-15,2-3-8 0,1-2-12 0,0 1-9 16,1-2-7-16,0-2-11 0,-1 6-3 0,-2 2 8 16,-3 8-7-16,-1 0-7 0,-3 3 3 0,0 3 1 15,-1 2-4-15,-2 2-15 0,-3 2-22 0,4 0-30 16,-4 0-39-16,2 1-36 0,1 1-42 0,-4 3-41 16,1-1-11-16,-1 1-1 0,0 0-25 0,0 0-36 15,0 0-37-15,0 0-209 0,-5 12-572 0,1-7 254 16</inkml:trace>
  <inkml:trace contextRef="#ctx0" brushRef="#br0" timeOffset="65386.01">22646 3737 166 0,'4'-4'251'0,"0"3"-15"0,0-4-24 15,-4 5-27-15,6 0-11 0,-6 0-19 0,0 0-23 16,12 3-17-16,-8-1-13 0,1 3-7 0,2 0-9 16,0 4-1-16,-1 2-9 0,-2 0-7 0,1 1-5 15,0-2-5-15,0 1-7 0,-1 7-1 0,-3-5-5 16,2 1 1-16,-2-2-4 0,-1 0-6 0,0-3 0 15,-1 2-2-15,1 0-4 0,-3-3 0 0,2-1-6 16,1 0 1-16,-2 0-3 0,0-1 9 0,1-2-12 16,-4 1-6-16,5-2 3 0,-2 0-2 0,2-3-4 15,-2 5-1-15,2-5 0 0,0 3-2 0,0-3 3 16,0 0 9-16,-4 3 6 0,4-3 4 0,0 0 6 16,0 0 10-16,0 0 7 0,0 0 9 0,2 6-3 15,-2-6 7-15,0 0-2 0,11-1-12 0,-2 0-3 16,4-3 6-16,3 0-17 0,1 3-7 0,6-2-2 15,0-1 3-15,5 1-13 0,0 0 6 0,2 2-3 16,0-2 6-16,1 2-2 0,-3-1 5 0,-10-1 2 16,5 2-1-16,-10 1 4 0,1-3 2 0,-6 2 0 15,1 1 11-15,-1 0-11 0,-2 0 0 0,-1-1 0 16,-5 1-4-16,6-2-9 0,-1 1-4 0,-5 1-26 16,0 0-36-16,6-3-24 0,-6 3-48 0,0 0-45 15,0 0-27-15,0 0-40 0,0 0-48 0,0 0-252 16,0 0-569-16,-13 8 252 0</inkml:trace>
  <inkml:trace contextRef="#ctx0" brushRef="#br0" timeOffset="66652.98">23459 3921 101 0,'5'-7'182'0,"-1"5"-16"0,1 2-18 0,0-2-12 16,2 1-16-16,-7 1-11 0,14 3-9 0,-3-1-12 15,1 2-3-15,-2 5 1 0,3 2 0 0,0 1-10 16,-2 5 3-16,3 5-8 0,0 5-2 0,-1-4-3 16,-4 5-6-16,0-2-5 0,1 2-13 0,-5 0 3 15,-1 1-2-15,-3-5-4 0,-1 2-8 0,0-4-3 16,-1-6 1-16,-3 0-2 0,-1 2-2 0,1-1-1 16,-2-4 2-16,-2 2-5 0,3-6 7 0,-3 3-8 15,2-4 7-15,1-2 13 0,-3 2 10 0,4-4 23 16,1-2 14-16,-1-1 19 0,-3 1 13 0,7-2 15 15,0 0 3-15,-14-6 2 0,10-1-1 0,2-2-3 16,-1-2-3-16,3-2-13 0,3-5-12 0,-1-2-11 16,6-7-12-16,-1-1-8 0,5-2-14 0,2-1-3 15,4 0-4-15,0-3-5 0,8-5-8 0,-7 12-6 0,-1-1-2 16,-3 6-16-16,2 1 12 0,-6 4-1 16,-3 1-13-16,1 7 7 0,-2 0-5 0,-1 0-16 15,-4 7-8-15,1-4-40 0,2 3-32 0,-1 0-26 16,-2 0-51-16,3 2-27 0,-5 1-23 0,0 0-16 15,11 4-7-15,-9-1-44 0,3 3-243 0,-3-2-557 0,0 3 247 16</inkml:trace>
  <inkml:trace contextRef="#ctx0" brushRef="#br0" timeOffset="67168.97">23984 4201 67 0,'0'0'161'0,"-6"0"1"0,6 0-24 0,-5 1-2 15,5-1-27-15,0 0-7 0,-5 2-4 0,5-2-5 16,0 0-12-16,0 0-1 0,0 0-1 0,0 0 1 15,-8 1 6-15,8-1 7 0,0 0 3 0,0 0 2 16,0 0 1-16,0 0-1 0,0 0-2 0,0 0-3 16,0 0-6-16,0 0-7 0,0 0-4 0,0 0-9 15,0 0-3-15,0 0-10 0,0 0-4 0,0 0-6 16,0 0 2-16,0 0-9 0,0 0-6 0,0 0-2 16,0 0 1-16,0 0-9 0,0 0-1 0,0 0 0 15,0 0-4-15,0 0-2 0,0 0-1 0,0 0 2 0,0 0 10 16,0 0-7-16,0 0-2 0,0 0 3 15,0 0 1-15,0 0-4 0,0 0 0 0,0 0 0 16,0 0-2-16,0 0-2 0,0 0 3 0,0 0-1 16,0 0 7-16,0 0 1 0,0 0 3 0,0 0-2 15,0 0 3-15,0 0-8 0,0 0 3 0,24-4-4 0,-10 3 3 16,4-3-7-16,4 0 2 0,-4 1 0 16,10 1-4-16,3-1-1 0,-2 1 0 0,-1-2-2 15,0 1 0-15,-5 0 1 0,-2 2-1 0,2-2-8 16,-7 1-22-16,-3 2-9 0,1-3-33 0,-6 3-25 15,-3 0-22-15,4-1-20 0,-8-3-55 0,-1 4-25 0,4-4-31 16,-4 4-154-16,-14-3-428 0,8 2 189 16</inkml:trace>
  <inkml:trace contextRef="#ctx0" brushRef="#br0" timeOffset="67385.02">24106 4107 190 0,'-4'-2'240'0,"1"-3"8"16,1 1 3-16,-1 1 6 0,1-1 4 15,0 0-4-15,2 4 4 0,-2-7-11 0,-2 5-14 16,4 2-13-16,0-5-25 0,0 5-16 0,0 0-27 16,0 0-10-16,-1-3-30 0,1 3-10 0,0 0-17 15,0 0-33-15,0 0-12 0,0 0-6 0,-3 11-5 0,3 1-16 16,0 0-1-16,-1 5 1 0,0 2-4 16,-2 0-12-16,3 8-6 0,0 0-29 0,0-6-20 15,3-2-27-15,-1 6-36 0,-2-7-39 0,8 5-49 16,-4-6-59-16,-2-3-229 0,3-2-536 0,-1-2 238 15</inkml:trace>
  <inkml:trace contextRef="#ctx0" brushRef="#br0" timeOffset="67752.19">24575 4059 270 0,'1'-8'357'0,"-1"4"-15"16,0-1-13-16,1 0-24 0,0 1-20 0,-1 4-31 15,2-3-27-15,-2 3-21 0,0-5-23 0,0 5-22 0,0 0-20 16,0 0-25-16,0 0-10 0,0 0-20 16,0 0-3-16,4 20-10 0,-3-9-2 0,2 1-14 15,-3 5 7-15,-2 0-16 0,2 2 3 0,0-1-16 16,0 1-5-16,2 1-2 0,-2-2-10 0,0 0 6 15,1-1-7-15,-1-4 2 0,0 3 0 0,0-5-1 0,2 0-8 16,-2-2 8-16,2-1-5 0,-4-1 1 16,5-2-7-16,-3 0 2 0,0-1 1 0,1 1-10 15,-1 0-3-15,0-5-1 0,0 3-9 0,0-3 6 16,0 4-6-16,0-4-6 0,0 0-4 0,0 0-46 16,0 0-62-16,0 0-43 0,0 0-42 0,-1-14-49 0,2 4-264 15,-1 0-571-15,0-2 253 0</inkml:trace>
  <inkml:trace contextRef="#ctx0" brushRef="#br0" timeOffset="68002.09">24825 3863 216 0,'3'-4'251'0,"-3"4"-33"0,0 0-26 16,0 0-19-16,0 0-6 0,9 14-6 0,-4-4-8 15,2 8-5-15,-1 7-3 0,3 4-9 0,-2 3-6 16,1 2-4-16,-2 2-6 0,-1 12-9 0,-5-13-8 16,-1 3-7-16,-5 8-8 0,-2-13-8 0,-1 1-6 15,-1-2-2-15,-5-3-8 0,-2 4-5 0,-5-4-9 16,-1-2 0-16,-14 7-22 0,9-9-30 0,-3-4-34 16,-12 10-30-16,8-15-44 0,-14 8-53 0,0-8-85 15,-5 0-183-15,-1-6-468 0,2-4 208 0</inkml:trace>
  <inkml:trace contextRef="#ctx0" brushRef="#br0" timeOffset="68452.02">23400 3777 90 0,'0'0'174'0,"0"0"-15"16,-3-3-14-16,3 3-21 0,-6 9-13 0,0 1-1 16,-2 4-20-16,-2 13-1 0,-4 2 2 0,-1 4-6 15,-4 14-8-15,-1 5 6 0,3 2-3 0,0 2-3 16,2-4-7-16,3 0-8 0,7-4-1 0,5 1-5 15,9-4-4-15,5 2 14 0,1-15 1 0,11 9-5 16,6-3-1-16,7-2-4 0,6-7-4 0,1-4-20 16,2-5-46-16,4-1-75 0,0-6-107 0,3-5-137 15,4-1-359-15,-7-7 159 0</inkml:trace>
  <inkml:trace contextRef="#ctx0" brushRef="#br0" timeOffset="69102.02">25390 3746 71 0,'5'-4'233'0,"0"4"-19"15,0-4-17-15,-1 3-23 0,4-2-19 0,-8 3-14 16,13 5-17-16,-2-2-9 0,-2 5-10 0,-1 1-4 16,-2 0-4-16,3 5-4 0,-5 4-5 0,1-1-5 15,-1 4-3-15,-2 4-6 0,-4 1-5 0,-4 3-4 16,-1-2-6-16,-3-2-4 0,1 1-24 0,-5-2-3 16,2 1-3-16,2-11 4 0,1 1 0 0,0-4 3 15,4 0 1-15,-4-2-2 0,5-3-4 0,-1 0-2 16,1-2 0-16,4-1 9 0,-2 1 16 0,-1-2 13 15,3-2 35-15,8 7 20 0,5-4-2 0,6-1-6 16,10 2-12-16,6-1-12 0,3-6-5 0,0 3-11 16,-1 0-6-16,3-1-5 0,0 1-8 0,1-3-5 15,-2 1-10-15,-3 0-33 0,-4-2-32 0,-1 4-37 16,-10 0-44-16,-2-4-37 0,-7 3-45 0,0-3-78 16,-6 1-244-16,-4 1-555 0,-3-2 246 0</inkml:trace>
  <inkml:trace contextRef="#ctx0" brushRef="#br0" timeOffset="70889.22">22990 3387 5 0,'0'0'101'16,"0"0"2"-16,0 0-19 0,0 0-3 0,0 0-16 15,0 0 7-15,0 0-14 0,0 0 8 0,0 0-8 0,0 0-7 16,0 0 4-16,0 0-9 0,0 0-1 16,0 0 4-16,0 0-4 0,0 0-1 0,0 0 0 15,0 0 4-15,0 0-10 0,0 0 3 0,0 0-4 16,0 0 2-16,0 0 4 0,0 0-7 0,0 0 3 16,0 0 2-16,-9-3-3 0,9 3-7 0,0 0-3 0,0 0 0 15,0 0-8-15,0 0 4 0,0 0-10 16,0 0-6-16,0 0 8 0,0 0-6 0,0 0 1 15,0 0 1-15,0 0-2 0,0 0 1 0,0 0-1 16,0 0 0-16,0 0-7 0,0 0 3 0,0 0 1 16,0 0 4-16,0 0 0 0,0 0-4 0,0 0 1 0,0 0-3 15,0 0 5-15,0 0-3 0,0 0 3 0,0 0-2 16,0 0-3-16,0 0 3 0,0 0 0 16,0 0-4-16,0 0 0 0,0 0-3 0,0 0 8 15,13-5-7-15,-13 5 0 0,0 0 3 0,8-2-2 16,-8 2-1-16,6 0 2 0,1-2-6 0,-7 2 5 0,9-3 0 15,-2 1 3-15,-2 2-7 0,2-3 2 0,3 3 1 16,0-1-6-16,3 1 2 0,5-3 1 16,2 1-3-16,7 0 4 0,2 0 0 0,7 0 0 15,1 0 0-15,16-1 5 0,2 1-5 0,-2-1 5 16,2 2-1-16,1-2-2 0,-2 3-6 0,1-2 4 16,3 1 5-16,0 0-3 0,4 1-2 0,3-2 2 0,-2 2 11 15,0 0-13-15,2 2 0 0,-3-1-1 16,-1 0 3-16,-1-1-3 0,-5 3 4 0,4-3-6 15,-5 1 7-15,-15-1-1 0,16 0 2 0,-2-1 1 16,-2-2-8-16,-12 3 6 0,-2-1-4 0,16 0 3 16,-2-2 6-16,-12 2-3 0,14 0 4 0,-15 0 1 0,2 1 3 15,-2 0-2-15,2-1 2 0,10-3 3 16,-11 3-1-16,-2-1 7 0,3 2-4 0,-2 2 0 16,-2-4-6-16,2 2 1 0,-4 2 1 0,0-2-2 15,-1 1-2-15,-1-1 3 0,0 0-8 0,-2 0 7 16,2 0-4-16,-2 0 5 0,2 0-3 0,4 1-3 15,-3 0 5-15,0-1-6 0,1 3 0 0,1-3 0 0,1 2-2 16,0-2 2-16,1 1 1 0,0-1-3 16,-2 3 5-16,2-2 2 0,-4 0-7 0,0-1-1 15,-3 0 5-15,-2 2-5 0,0-1 2 0,-2 0-1 16,5 1 0-16,-10 0 4 0,8-2-3 0,-2 1 1 16,1 0-4-16,-8 0 3 0,2-1 0 0,2 0 2 15,3 0-1-15,-8 0-1 0,4 0 0 0,0 0 1 16,-3 0 3-16,1 0 3 0,-2 0 3 0,-1 0-1 15,-5 0 10-15,-1 0 1 0,-3 0 7 0,-1 0 8 16,-1 0 6-16,-1-1 36 0,-6 1 2 0,9-1-1 16,-9 1-3-16,10 0-8 0,-10 0-4 0,6-1-10 15,-6 1-8-15,3-2-5 0,-3 2-3 0,0 0-4 16,0 0-5-16,0 0-4 0,0 0-4 0,8 0-3 16,-8 0-2-16,0 0-8 0,0 0-15 0,0 0-20 15,0 0-23-15,0 0-27 0,0 0-28 0,0 0-36 16,0 0-46-16,0 0-52 0,0 0-220 0,0 0-490 15,0 0 217-15</inkml:trace>
  <inkml:trace contextRef="#ctx0" brushRef="#br0" timeOffset="72201">22859 2580 32 0,'-3'-7'145'0,"0"3"-3"0,0-4-12 0,-1 2 2 16,-2-2-15-16,-1 0-5 0,1 0-16 0,-3 3 0 16,0-3-9-16,1 3-13 0,-1-2-6 0,0 3-4 15,-5 3-5-15,1-2-8 0,-7 1-8 0,-2 4-6 16,2-2-4-16,-10 7-1 0,2 1-7 0,-2 1-2 15,-4 1 0-15,5 5-4 0,-2 1 2 0,-1-1-3 16,4 2-5-16,1 4 1 0,2-3-6 0,2 3 4 16,0-1-3-16,2 2-3 0,5-1 0 0,4-4-5 15,2 1 9-15,2-1-2 0,3 1 0 0,1-3-3 16,4 0 5-16,-1-2 0 0,6 2 6 0,-1-5 1 16,0 3 13-16,6-5 11 0,-1 2 10 0,1-6 5 15,3 3 3-15,1-5 0 0,4 3 3 0,-1-5-3 16,1 2 2-16,-2-4 3 0,2-1 2 0,0-4 0 15,-3 2 1-15,1-3 3 0,-2-1 1 0,2 0-4 16,-3-2 2-16,0 0-2 0,-3 1 7 16,-1-2-4-16,0 0 0 0,1-2-4 0,-2 4 9 0,-2 0 5 15,1 0-3-15,-1 1 5 0,-2-3-7 0,1 6 4 16,0-4-8-16,-4 4 10 0,2 1-2 0,-2 2-8 16,3-3-6-16,-3 4-12 0,1-1-4 0,-2 3-5 15,2-5-24-15,-2 5 16 0,1-3-7 16,-1 3-4-16,0 0 1 0,0 0-35 0,0 0-27 15,0 0-15-15,0 0 1 0,0 0 7 0,2 11 4 16,-2-2 9-16,-2 1 2 0,1 4 2 0,-4 3 0 16,3 0 3-16,-2 0 5 0,1 2 2 0,1 0 2 0,0 1 2 15,1-4 8-15,1 2-11 0,-1-2 7 0,3-4 2 16,-2 4 0-16,0-4 1 0,0-3-1 16,0 3 5-16,0-6-1 0,2 1 1 0,-2-3-6 15,0 1 10-15,0-5 4 0,0 8 13 0,0-8 20 16,0 4 25-16,0-4 21 0,0 0 5 0,9 0-11 15,2-5 2-15,8-2-15 0,9-8-6 0,4 4-10 16,4-4-20-16,14-2-41 0,-3-2-49 0,2 3-55 16,-1-2-61-16,-11 8-78 0,-1-2-89 0,-1 1-253 15,0 5-642-15,-4-3 284 0</inkml:trace>
  <inkml:trace contextRef="#ctx0" brushRef="#br0" timeOffset="72884.95">23563 2772 152 0,'0'0'177'0,"-3"-5"3"0,3 5-15 0,-1-3-6 15,1 3-8-15,-1-5-13 0,1 5-9 0,0 0-14 16,0 0-10-16,0 0-11 0,0 0-6 16,0 0-16-16,0 0-5 0,-4-2-7 0,4 2-8 15,0 0-6-15,-14 2 0 0,7 1-9 0,0 2-7 16,0-1-1-16,-3 1-7 0,0 3 2 0,0-1-5 16,-1 0-3-16,0 5-2 0,-1 0-1 0,1 1-5 0,3-2-1 15,-1-2-1-15,-1 7 8 0,2 0-8 0,3-1-1 16,0-3 1-16,1 3 3 0,3-2 1 15,2 4-1-15,1-5 20 0,0-2 7 0,3 1 20 16,4 0 12-16,4-1 5 0,1-2 3 0,9-3 0 16,-4 0-4-16,8-5-3 0,3-3-7 0,-2-2-6 15,2-4-1-15,-4-1 0 0,-1 2-3 0,1-6-1 16,-12 4-1-16,1-2 0 0,-3-4-4 0,-3 2 0 16,-4 3-9-16,-1-3-7 0,-6-3-24 0,-2 0-32 15,-9 5-38-15,-4-3-46 0,-9 3-45 0,-10 3-77 16,-18-1-242-16,-1 6-514 0,-5 3 227 0</inkml:trace>
  <inkml:trace contextRef="#ctx0" brushRef="#br0" timeOffset="80766.61">3797 7343 57 0,'0'0'89'0,"0"0"-2"16,4-4-1-16,-4 4-6 0,0 0-1 0,4-1 0 16,-4 1-5-16,0 0-8 0,3-4 5 0,-3 4-1 0,0 0 0 15,0 0-1-15,0 0-5 0,4-1 2 0,-4 1-6 16,0 0-3-16,0 0-11 0,0 0-4 16,0 0-4-16,0 0-6 0,0 0-2 0,0 0-4 15,-12 7-2-15,3-2-4 0,-2 2-1 0,-1-2 0 16,-5 6-4-16,-2-2-1 0,-6 3-3 0,-1 2 0 0,-1 0 0 15,-1-2 11-15,2 4-14 0,0-3-2 0,-3 3 0 16,1-1 5-16,-1-1-3 0,2 2-4 16,3-2 1-16,7-4 0 0,-7 5 4 0,7-1-4 15,2-4-1-15,0 0 3 0,3-3-1 0,3 2 1 16,-1-2-8-16,6 0-1 0,-3 0 7 0,5-1-4 0,0-1-2 16,-1 2-1-16,4 0 4 0,2 0 1 0,0-1-5 15,3-2 5-15,7 5-2 0,3 0 5 0,11 0 1 16,1 0-8-16,3 2 4 0,2-4 1 15,3 1 1-15,-1 0-3 0,-1 0 1 0,0-3 0 0,-3 4-3 16,-3 1 2-16,-3-2 2 0,-6 0-3 0,-5-1-5 16,1 1 1-16,-5 1 8 0,-2-1-11 0,-3 1 4 15,-2 1 0-15,-6-1-1 0,-4 2 3 0,-5 2-6 16,-11 3 5-16,-4 1 2 0,0-4-4 16,-6 3 9-16,1-2 2 0,0-2 3 0,-2-1-2 0,-1-1 2 15,-2-1 0-15,5 2 2 0,-5-3 2 0,3 2 6 16,2-5 5-16,2-1-2 0,1 2 2 0,7-4-1 15,4 1-1-15,4-1 3 0,4 0 12 0,1-1 11 16,5-1 7-16,-4 0 4 0,1 1 1 16,7-1-2-16,-8 0-4 0,8 0-5 0,0 0-12 0,0 0-2 15,0 0 5-15,0 0-14 0,0 0-2 0,0 0-9 16,17-10-12-16,-10 9-8 0,5-5-11 0,-2 6-14 16,3-1-13-16,1-3-11 0,-1 3-15 0,0-2-18 15,1 3-18-15,4-5-30 0,1 1-20 0,-2 1-169 16,4 1-347-16,-2-4 154 0</inkml:trace>
  <inkml:trace contextRef="#ctx0" brushRef="#br0" timeOffset="81299.95">4391 7708 94 0,'0'0'219'0,"2"-2"-20"15,-2 2-19-15,0 0-20 0,0 0-13 16,-10-6-14-16,10 6-18 0,-8-4-11 0,8 4-8 0,-13 6-12 15,8-8-7-15,-4 4-11 0,3-1-6 0,-6-1-6 16,2 3-1-16,-2-1-10 0,2 0-7 0,-3 3-4 16,0 0-2-16,2-1-3 0,-2 1-4 0,2 2-3 15,-5 2-1-15,1 0-2 0,0 2-5 0,1-1 0 16,2-2 1-16,2 2-4 0,1-2-1 0,-1 1-2 16,2-1-3-16,3 1 2 0,-1-1-2 0,-2 0-2 15,7 2 4-15,-3-2-5 0,4 1 2 0,0-1 5 16,0 0 1-16,4 0-3 0,2 0 2 0,-1-2 0 15,4 1-1-15,3-3 5 0,2 2-1 0,2-3 1 16,2 1-1-16,4-3 3 0,-3-2 1 0,4 0 4 16,-3-2-1-16,1 0 1 0,-3-3 0 0,1 2 8 15,-1-3 14-15,-4 2 13 0,-2-1 6 0,-1-1 14 16,-1-1 8-16,-2 0 3 0,-3-1 2 0,-2 0-1 16,-1-4 0-16,0 3-3 0,-4 1-7 0,1 3-9 15,-3-5-8-15,-2 3-4 0,-2 1-7 0,-2-2-8 16,0 4-11-16,-6-4-11 0,0 5-14 0,-2 0-20 15,0 4-23-15,0 0-22 0,-1 2-30 0,3 0-37 16,4 1-43-16,-2 0-53 0,-2 1-234 0,6 0-496 16,4 0 219-16</inkml:trace>
  <inkml:trace contextRef="#ctx0" brushRef="#br0" timeOffset="82090.16">5531 7207 46 0,'2'-4'232'0,"-2"4"-18"0,-2-4-20 15,2 4-21-15,0-6-21 0,0 6-21 0,0 0-34 16,-1-3-24-16,1 3-12 0,0 0-4 0,-3 17-9 16,0-2-20-16,-1 11 8 0,-1 1-5 0,-6 3 0 15,2 5-4-15,-2 14 0 0,-3-3-6 0,5 4 1 16,-1-4-3-16,0 2-1 0,3-16 3 0,2 2-7 15,4-2-1-15,-2-2-1 0,3-2 0 0,4-5 1 16,0 3-1-16,0-8 1 0,0-1 9 0,-1-6 9 16,4-1 5-16,-4 2 9 0,4-6 11 0,-2 4 13 15,-1-8 8-15,4 2 6 0,0-3 3 0,0-1 5 16,0-1-1-16,2-3 2 0,-1 2-1 0,-3-4 3 16,0 1-3-16,0-3-1 0,0-1-11 0,-3 1-8 15,-2-2-9-15,0 1-9 0,-2-2-12 0,-2 1-14 16,-4-1-6-16,-3-3-2 0,-4 3-7 0,0 0-8 15,-2-1-1-15,-2 4 0 0,-2 1-3 0,2 0-2 16,-1 2 0-16,-2 2-3 0,1-2 1 0,2 5-2 16,0-3-3-16,4 2-14 0,1 1-16 0,2 1-18 15,1 0-28-15,3 1-30 0,-1-2-43 0,4 2-8 16,4-2-10-16,-6 2-27 0,6-2-187 0,0 0-422 16,0 0 187-16</inkml:trace>
  <inkml:trace contextRef="#ctx0" brushRef="#br0" timeOffset="82732.95">5658 7556 88 0,'12'-4'156'0,"0"2"-7"0,2 1-14 0,-1 2-10 15,1-1-10-15,-1 3-9 0,4 0-9 0,2 2-7 16,-7 2-14-16,1-2-6 0,0 4-9 0,2 1-3 15,-6-2-1-15,5 5-11 0,-5-1 0 0,-1-1-8 16,-3 2-3-16,1-2 3 0,-6 1-6 0,4 1 0 16,-4-4 1-16,-4 4 5 0,3-2 2 0,-4-1 1 15,0-2 0-15,-3 1 3 0,2-2-3 0,-1-1 8 0,5-3 6 16,-2 2 17-16,0-2 11 0,3 1 14 16,1-4 1-16,0 0-3 0,-8 0-10 0,8 0-18 15,1-10-16-15,6 4-10 0,2-5-9 0,6 0-14 16,7-4-7-16,0-2-7 0,2 0-11 0,1 1-5 15,3 2-7-15,3-2-1 0,0 5-1 0,1-1-9 0,0-2 11 16,1 1 1-16,2 1 5 0,-1-1 6 16,0 4 8-16,-3 1-1 0,-5-1 1 0,-5 3 3 15,-3 0 2-15,-5 1-2 0,0 4 5 0,-3 0 4 16,-4-1 7-16,1-3 5 0,-3 2 6 0,3 3 8 0,-7 0-7 16,7-3 2-16,-7 3-1 0,0 0 0 0,0 0-7 15,0 0-4-15,-5 11-2 0,-7-8-3 16,3 5-3-16,-4 3-2 0,-2 2-1 0,1-1-3 15,-1-2 3-15,1 4-2 0,1-1-4 0,0 0 1 16,4 0 0-16,0-2-1 0,3 2-5 0,-1-2 2 0,6-2 2 16,-3 1 0-16,4-2-2 0,0-2 0 0,0 1 7 15,4-2-2-15,0 2 1 0,2-2 1 0,7-3 4 16,0 0 5-16,6-3-2 0,-1 0 8 16,4-3-9-16,-1-3 1 0,-1 3-1 0,-3-3-2 15,4 0 2-15,-4-1-2 0,-1-3 5 0,-2 4 4 0,-5 0 10 16,4-2 2-16,-8-2-5 0,3 3-3 0,-2-3-3 15,-1 1 2-15,-2-1-5 0,-2 2-1 0,-1-3-9 16,-1 3 2-16,-3 0-9 0,-1 1-8 16,0-1-7-16,-3 4 1 0,-1-1-14 0,-1 0-7 0,-3 3-8 15,1 0-9-15,1 3-15 0,-2 0-21 0,-3 0-17 16,3 3-28-16,-1 0-18 0,2 1-27 0,1 1-27 16,-1-2-211-16,6 1-447 0,1-2 198 0</inkml:trace>
  <inkml:trace contextRef="#ctx0" brushRef="#br0" timeOffset="83265.97">6665 7513 94 0,'0'0'238'16,"0"0"-21"-16,0 0-21 0,0 0-20 0,0 0-21 15,6 1-15-15,-6-1-20 0,0 0-10 0,0 6-15 16,4-4-10-16,-4-2-6 0,0 9-12 0,1 0-6 16,-1 0-7-16,1 0 1 0,2-2-4 0,-6 3-8 15,6 0 0-15,-3-1-8 0,0-4-1 0,0 3-5 16,0-4-6-16,0 1 5 0,0 0-4 0,0-3-1 16,0-2 2-16,1 5-3 0,-1-5 19 0,0 6 20 15,0-6 27-15,0 0 23 0,0 0 15 0,0 0 16 16,0 0-5-16,0 0-20 0,0 0-6 0,8-9-18 15,-3 5-6-15,-4-1-7 0,4 0-12 0,-1 1-1 16,3-1-13-16,-5 2-3 0,2-1-12 0,0 0 1 16,1 0-9-16,-4 2-4 0,-1 2 0 0,8-3-8 15,-8 3-10-15,0 0 7 0,5-3-5 0,-5 3-5 16,0 0-8-16,9 6 7 0,-6-4-4 0,-2 1-6 16,4 2-3-16,-1-1-4 0,0 1-2 0,-2 2-8 15,2-1 4-15,0 2-4 0,-2-2 2 0,1-1 6 16,-2 2-4-16,3-3-4 0,-1 1 3 0,-1 0 3 15,-1-1 2-15,1-2 2 0,-2-2 2 0,2 5 18 16,-2-5 22-16,0 0 21 0,5 0-10 0,-5 0-5 16,7-6-3-16,-2 1-1 0,4-2 0 0,-1 2 6 15,-1-4-7-15,2 2 1 0,-1 1-7 0,-2-2-1 16,3 4-6-16,0-3-1 0,-4 3 3 0,5 0-12 16,-2-1-6-16,2 3 6 0,-1-1-4 0,3 0-3 15,-1 3 3-15,2 0-30 0,7 2-23 0,-2 2-28 16,3 1-34-16,-2-3-62 0,2 5-74 0,-2-6-346 15,2 2-640-15,0-3 284 0</inkml:trace>
  <inkml:trace contextRef="#ctx0" brushRef="#br0" timeOffset="83765.98">8402 7154 164 0,'3'-2'280'0,"-3"2"-8"0,5-6-3 16,-4 5-15-16,-1 1-21 0,3-4-15 0,-3 4-26 16,0 0-19-16,4-3-7 0,-4 3-31 0,0 0-16 15,0 0-21-15,0 0-16 0,0 0-19 0,0 0-7 16,4 8-10-16,-3-1 0 0,-1 1-8 0,0 4-3 16,-4 4-4-16,3 2-3 0,-6-1-2 0,2 9-4 15,-2-1 0-15,-1-5-2 0,-1 2-4 0,0 1 1 16,3-6-2-16,1 3-1 0,2-6-1 0,-2 1-1 15,0-4 8-15,1-1-13 0,3 0 3 0,-2-3-4 16,2-2 3-16,0 0 0 0,1-1 1 0,1 1 0 16,-1-2 7-16,1 1 25 0,2-1-7 0,1-1 5 15,2-2-5-15,2 3-6 0,3-3 2 0,1 0-1 16,2 0-6-16,1-3 3 0,3 1-9 0,-3 1-12 16,3 0-32-16,0-3-24 0,1 2-33 0,-1-2-32 15,-5 1-35-15,1 0-49 0,0 1-29 0,-5-2-229 16,2 1-495-16,-2-2 220 0</inkml:trace>
  <inkml:trace contextRef="#ctx0" brushRef="#br0" timeOffset="84099.43">8615 7371 170 0,'0'0'282'0,"0"0"-5"0,-2-3-8 0,2 3-20 15,-1-6-21-15,1 6-25 0,0 0-18 0,0 0-27 16,0 0-20-16,0 0-14 0,0 0-16 0,0 0-11 15,0 0-12-15,-4 15-8 0,4-3-12 0,0-2-5 0,-3 2 2 16,1 4-13-16,2 1-6 0,-2 0-2 16,2 0-7-16,-2 0 0 0,1-2-2 0,1 2-8 15,1 0-1-15,1 0-1 0,-2 0-1 0,0-5-2 16,0 0-5-16,1 0 0 0,2-1 1 0,0-2-2 0,-3-3-3 16,0 1 3-16,1-1 0 0,-1-2-2 0,3 0 0 15,-3-1-1-15,0-3 3 0,0 7 1 16,1-4 15-16,-1-3 0 0,0 0 1 0,2 3 0 15,-2-3 0-15,0 0 4 0,2 4-4 0,-2-4-4 0,0 0-2 16,0 0 0-16,0 0 2 0,0 0-6 0,0 0 0 16,0 0-13-16,0 0-7 0,0 0-12 0,0 0-10 15,0 0-48-15,0 0-68 0,0 0-34 0,0-14-47 16,0 7-53-16,-4-2-192 0,3-2-503 16,1 0 222-16</inkml:trace>
  <inkml:trace contextRef="#ctx0" brushRef="#br0" timeOffset="84699.01">8364 7047 59 0,'-13'-2'154'16,"2"2"-5"-16,-2 0-11 0,2 0-18 0,-1 2-6 16,-1-2-1-16,0 3-6 0,0-1 0 0,0 2-10 15,-4-1-11-15,4 4-12 0,-2-1 2 0,1 5-12 16,0-4-3-16,2 3-10 0,0 5-5 0,-2-1-4 16,3 3-2-16,-3 5-1 0,1 0-8 0,2 3 0 15,-2 0-5-15,3 0-1 0,3 1 3 0,-3 0-3 16,4 0-4-16,2 1 6 0,-1-1-1 0,4 1-2 15,-2-1 7-15,3-1-1 0,0 3-5 0,0-2 2 16,4 3 0-16,1-4-1 0,-2-7 7 0,1 2 6 16,2-1 5-16,0-1-1 0,2-3 4 0,0 4 2 15,-1-2 5-15,5 0-3 0,-1-2 6 0,0-1 0 16,3-1 3-16,0-1 6 0,2 1 2 0,1-3 2 16,7 2-6-16,-2-4-5 0,5 3-4 0,-2-3-7 15,3 0 3-15,-1-1-1 0,3-5 4 0,-1 2 1 16,2-1-4-16,-3 0 2 0,-5-1-2 0,4-2 9 15,-4-2 0-15,3-3 4 0,-6 4-1 0,0 0 6 16,-1-2 12-16,-1 1 7 0,0-1 16 0,-1-3-7 16,-1-1 2-16,1 0 4 0,1 1 9 0,0-4 19 15,-4 0 1-15,2 0 3 0,0-3 1 0,4-5-4 16,-2-2-11-16,-1-2-11 0,-2-2-4 0,3-2-9 16,-5-2-9-16,2-2-3 0,-2-1-15 0,1-1-8 15,-4-2-6-15,3-1-7 0,-6 1-5 0,1 4-7 16,-4-4-7-16,-1 4 3 0,-6 2-3 0,-1 0-5 0,-2 2-10 15,-6 2-8-15,-3 3-17 0,-5 2-19 0,-6 4-28 16,-10 4-34-16,-20 4-33 0,-32 2-68 16,-12 17-49-16,-5 6-59 0,-6 4-80 0,7 7-421 15,-1-5-867-15,0-5 383 0</inkml:trace>
  <inkml:trace contextRef="#ctx0" brushRef="#br0" timeOffset="87216.02">2961 9936 215 0,'-2'-9'221'0,"2"4"-12"0,0-2 1 0,-2 2-8 16,0-1-6-16,2 1-11 0,-1-1-11 0,0 3-18 15,1 3-13-15,0-7-17 0,0 5-10 0,0 2-17 16,1-5-23-16,-1 5-25 0,0 0-27 0,0 0-36 16,0 0-11-16,0 0 0 0,0 0 6 0,0 0-5 15,10 17 4-15,-5-6 7 0,-1 0-4 0,2 3 3 16,1 6 2-16,3-4-3 0,-4 2 0 0,6 5 6 15,-2-5-1-15,-2-2 6 0,1 1 0 0,0 0 0 16,2-2-4-16,-3-5 2 0,-2 1 1 0,2-3-1 16,-3-3 11-16,1 2-7 0,0-4 4 0,-1 1 0 15,0-1 6-15,1-1 16 0,-1-4 10 0,-5 2 1 16,14-7 2-16,-2-1 9 0,-3 1 4 0,1-3-3 16,0-3-2-16,0-1-3 0,-2-1-5 0,0 1 1 15,-2-2-4-15,3 2-5 0,-5 2 2 0,1 1-1 16,-1-1-4-16,2 2 4 0,-6 3-4 0,4 0-4 15,-4 0 1-15,1 2-2 0,2-1-5 0,-2 2-3 16,-1 2-15-16,0 2-18 0,0 0-38 0,0 0-16 16,0 0 8-16,0 0 0 0,3 12 13 0,-2 5 0 15,-1 8 5-15,0 4 9 0,0 4-1 0,-1 13 8 16,-2 2 1-16,3 5 2 0,0 1 3 0,0 1 5 16,0-2-1-16,3 1 5 0,-2 0-2 0,3-2 16 15,0 1-6-15,0 0 14 0,3 0 0 0,-3-4 1 16,1 4 1-16,-1-3 1 0,0-2-3 0,0 0 1 15,0 0 3-15,-2 0-5 0,0-14 0 0,-2 1-2 16,-2-1-1-16,2-1 3 0,-5 1-2 0,1-2 2 16,-1-1-3-16,0-5 2 0,-3-1 3 0,2-7-5 15,-4 4 0-15,2-5 3 0,-1-1 5 0,-4-3-1 16,3 0-7-16,-4-4 9 0,5-1-1 0,-9 0 1 16,7-4 8-16,0-3 15 0,-1 2 8 0,-3-4 16 0,3-2 9 15,-1-1 1-15,-4-2 1 0,2-4 1 0,0-2 6 16,2-2 2-16,-6-8-7 0,3-2-6 15,1-1-7-15,4-5 26 0,-1-2-9 0,-1-16-8 16,3 1-6-16,1 0-5 0,4-3-5 0,5-1 3 16,4 2-20-16,2-2 1 0,2 1-7 0,6 2-1 0,6 3-7 15,2 1 1-15,5 6-3 0,1-1-2 0,4 3-3 16,2-2-2-16,-5 14 0 0,-3-4-2 16,1 4-2-16,0-1 5 0,3 2-3 0,-4 3-7 15,0-3 3-15,-2 5 0 0,-1 0 0 0,-9 7 1 0,1-1-4 16,-2 2 0-16,-5 2 3 0,2 1 8 0,-6 3-10 15,0 1-3-15,1-1-1 0,-1 1 0 0,0 0 0 16,-4 3 0-16,2-4-3 0,2 3-14 16,-4 1-25-16,4-4-28 0,-4 4-28 0,0 0-12 15,0 0-6-15,0 0-8 0,0 12-17 0,0-8-31 0,-3 6-20 16,3-4-21-16,3 3-250 0,-2-1-501 0,-1-2 221 16</inkml:trace>
  <inkml:trace contextRef="#ctx0" brushRef="#br0" timeOffset="87836.99">4119 10369 91 0,'0'0'135'0,"0"0"-12"0,-1 3-4 0,1-3-17 16,0 0-8-16,0 0 9 0,0 0-12 0,0 0-1 0,20-3-5 15,-8 3-5-15,2-2-2 0,5 2-6 0,-1 0-7 16,4 0-4-16,7-2-6 0,-1 2-4 15,3 0-6-15,-3-1-4 0,0 1-3 0,-6-3 0 16,-2 2-7-16,1 2-2 0,0-2-3 0,-4 1-3 0,1 0-2 16,-6 0-5-16,0 0-12 0,-3 1-18 0,-1-1-26 15,-3 1-21-15,-1-1-11 0,2 3-16 0,-3-1-44 16,-3-2-102-16,0 0-253 0,-12 7 112 16</inkml:trace>
  <inkml:trace contextRef="#ctx0" brushRef="#br0" timeOffset="88207.2">4136 10651 115 0,'-4'1'158'0,"0"2"-16"0,4-3-6 0,-5 0-15 15,5 0-5-15,0 0 2 0,0 0 5 16,17 0-3-16,-3-2-6 0,7-1-9 0,6-3-7 0,5 1 0 16,4-1-5-16,1-4-7 15,14 1-2-15,-11 1 0 0,-2-1-10 0,13 0 3 0,-15 1-2 16,-1 3-6-16,-7-3-7 0,-2 3-2 0,-8 3-7 15,-5 0-5-15,-3 0-5 0,0 1-4 0,-3-3-2 0,-1 3-6 16,0 0-4-16,-3 0-5 0,-3 1-9 0,9-2-13 16,-9 2-6-16,0 0-3 0,0 0-17 0,0 0-28 15,0 0-27-15,-15 14-33 0,11-12-49 0,-4 0-202 16,3 1-396-16,-1 1 176 0</inkml:trace>
  <inkml:trace contextRef="#ctx0" brushRef="#br0" timeOffset="89064.95">5146 10172 26 0,'3'-4'165'0,"-2"0"-14"0,2 0-4 15,2 0-20-15,3 0-13 0,-2 1-8 0,4-2-11 16,2 3-9-16,-3-1-10 0,4 2-7 0,-2 1-9 0,2 0-14 15,0 1 2-15,-2 3-11 0,2 0 5 0,0 1-9 16,2 4-2-16,-1 2-1 0,-1 2-9 16,-2 2 9-16,-2 1-16 0,1 9 3 0,-2 1 3 15,-4 0-1-15,-3 2 1 0,-1-2-1 0,-1 1-4 16,-4 0-5-16,-2 1 8 0,0-3-1 0,-1 1-12 0,-1-1 6 16,-1-3-2-16,1-5 2 0,0 0-3 0,0 1 4 15,0-3-1-15,3-2-2 0,-1-1-5 0,1-2 3 16,-1-3 2-16,1 1-1 0,4-1-3 15,-2-3 1-15,1 1 0 0,2-1 3 0,0 1 28 0,-3-2 21 16,4-3 24-16,-1 2 25 0,1-2 21 0,-3 3 14 16,3-3 21-16,0 0 3 0,0 0-11 0,0 0-17 15,0 0-19-15,4-20-8 0,0 10-14 0,2-6-9 16,2-1-7-16,2-5-18 0,4-5-5 0,3 4-8 16,-1-5-7-16,1 0-8 0,1 2 0 0,1 1-2 15,-1-3-7-15,0-1-3 0,1 3-1 0,-1 2-7 16,1-2 1-16,-1 2-6 0,-4 2 14 0,1-1-16 15,-3 7 8-15,-3 2-5 0,1 1 1 0,-4 4 0 16,-2 1 3-16,0 2-2 0,0 0-3 0,1 4-3 16,-4-3 0-16,3 2-5 0,-3-1-16 0,3 1-15 15,-4 3-21-15,0 0 3 0,0 0 5 0,0 0 1 16,1 17 7-16,-2-2-1 0,-3 2 6 0,-2 1-1 16,4 8 3-16,-4 0-1 0,1 1 4 0,1-1 5 15,2-7 3-15,0 6 0 0,2-6 3 0,2 0-4 16,0-3 4-16,1 0 2 0,2 1 5 0,-1-7-2 15,6 5 2-15,-1-6 3 0,4 0 5 0,6 2 0 16,12-5 0-16,-2 1-36 0,6-2-59 0,-1-2-72 16,3-3-98-16,-4-4-232 0,-1-3-537 0,3 1 237 15</inkml:trace>
  <inkml:trace contextRef="#ctx0" brushRef="#br0" timeOffset="89815.19">5741 9735 106 0,'5'1'123'0,"4"3"0"15,0 1-14-15,1 3-2 0,0-1-5 0,-1 2-11 16,4 3-5-16,1 2-1 0,0-1-7 0,-4 2-6 16,3 0-5-16,3 6-8 0,-5-6-3 0,-2 1-6 15,5 6-1-15,-6-5 1 0,-2 3-8 0,-2-2-7 16,1 0 1-16,-2-1-8 0,0 0 0 0,-5 2-3 16,4-2 1-16,-5-6 7 0,1 1 4 0,-2 1-2 15,-1-3 0-15,1 0 7 0,-1-1 4 0,0 0-1 16,-1-3 3-16,2-1-1 0,1-1 4 0,0 1 19 15,0-2 18-15,0 1 18 0,0-3 24 0,0 2 17 16,3-3 9-16,0 0 15 0,0 0 2 0,-14-6-8 16,13-1-5-16,-3-2-22 0,3-8-8 0,1 0-13 15,4-10-14-15,-2 0-12 0,7-2-3 0,0 0-12 16,1-1-9-16,3 0 1 0,0 2-17 0,-3 2 8 16,4 3-11-16,-4 7-9 0,-1-2-2 0,1 3-9 15,1 0 0-15,-5 5-1 0,4 0-8 0,-6 0 0 0,1 4-2 16,-1 1-8-16,-3-1-5 0,3 2-45 15,-4 1-49-15,4 1-38 0,-3-1-38 0,-1 3-5 16,0 0-11-16,0 0-11 0,4 13-24 0,-8-5-29 16,3-1-296-16,-2 0-586 0,2-2 260 0</inkml:trace>
  <inkml:trace contextRef="#ctx0" brushRef="#br0" timeOffset="90731.72">6580 9540 138 0,'0'-5'201'0,"-1"-2"-6"16,2 2-17-16,1 0-8 0,-2 2-6 0,0-2-14 16,0 5-20-16,0-6-9 0,0 6-17 0,1-3-9 0,-1 3-15 15,0 0-10-15,0 0-4 0,0 0-13 0,0 0-5 16,6 9-5-16,-3 2-9 0,2 5-2 0,4 8-1 16,-1 5-9-16,-3 3 1 0,0 18-7 15,-6 0-4-15,3 5-1 0,-3 28-5 0,-3-22 6 0,-2 24-3 16,-2-26-4-16,2 26 6 0,0-28-3 0,0 4 2 15,2 22-6-15,0-29 4 0,0 3-10 0,-2 0 5 16,2 3 2-16,-2 0 4 0,5-1-4 16,-2-1-2-16,4-4 0 0,-6 1 5 0,3-2-2 0,-1-3 1 15,2-4-2-15,-1-10 8 0,1-1 0 0,-2-1 0 16,0 0-5-16,0-2 3 0,2-3-9 0,0 0 8 16,-3-3-2-16,0-6-1 0,4-3 2 0,-2 0 0 15,-1-1-5-15,2-2 2 0,-2 0 1 0,3-5 1 16,-1 1 1-16,1 0 10 0,-4-1-1 0,3-1-4 15,1 1 3-15,-1-2-1 0,1 0-5 0,0-1 1 16,0 0-2-16,1-1 0 0,-2-1-2 0,-2 1 1 16,3-2-1-16,0-3-2 0,0 7-2 0,0-7 0 15,0 4 3-15,0-4 3 0,0 4-4 0,0-4 1 16,3 5-3-16,-3-5 2 0,0 0 2 0,0 0 8 16,0 4 7-16,0-4 3 0,0 0 0 0,0 0 1 15,0 0-3-15,0 0 5 0,0 0 7 0,0 0-4 16,0 0-3-16,0 0 0 0,0 0-2 0,0 0-3 15,0 0 0-15,0 0-4 0,0 0 1 0,0 0 3 16,0 0 8-16,0 0-6 0,0 0-3 0,0 0-3 16,0 0-1-16,0 0-1 0,14-2-1 0,-2 0-1 15,16-3-1-15,7-2-3 0,19-4-13 0,6 0-23 16,2-1-45-16,4-2-72 0,19-8-95 0,-31 4-236 16,-3 0-510-16,-8-9 226 0</inkml:trace>
  <inkml:trace contextRef="#ctx0" brushRef="#br0" timeOffset="91330.97">6607 9544 16 0,'0'0'206'0,"0"0"-12"0,0 0-16 15,-6 0-12-15,6 0-11 0,0 0-11 0,0 0-10 16,0 0-7-16,-5-1-3 0,5 1-4 15,0 0-8-15,0 0-3 0,0 0-12 0,0 0-10 0,0 0-12 16,0 0-2-16,0 0-9 0,28-5-4 0,1 2-7 16,7-1-2-16,19 0-14 0,5-1-36 0,1 1-35 15,6-1-41-15,24-5-80 0,-31 3-199 0,-3 0-382 16,1 0 169-16</inkml:trace>
  <inkml:trace contextRef="#ctx0" brushRef="#br0" timeOffset="92314.95">7666 9985 124 0,'-2'-12'180'0,"4"2"-11"15,-4-2-10-15,1 2-11 0,-2 1-9 0,1-1-12 16,0 7-13-16,-3-9-12 0,1 8-10 0,-2-5-9 16,1 5-11-16,-4 2-5 0,4-1-10 0,-3 0-6 15,-3 2-6-15,-1 2 0 0,2 0-9 0,-3 2-8 16,0 0-1-16,-2 2-3 0,-2 5-3 0,0 0-6 15,-2 8 0-15,0 0-4 0,7-3 3 0,-6 7-6 16,1-2 0-16,3 1-3 0,1 3 3 0,1 0-4 16,0 1-1-16,-2 1-3 0,6-2-5 0,3 1 2 15,0-7-3-15,1 2 10 0,3 5-5 0,1-8 1 16,-4 0-2-16,9 3 1 0,-4-4 3 0,2-3 1 16,1-1-3-16,0-2 3 0,-2 1 1 0,2-1 9 15,1-3 10-15,0-1 5 0,3-1 13 0,-4 1 15 16,1-2 14-16,0-2 11 0,2-1 9 0,0-1-1 15,3-1 7-15,-2-1 1 0,2-2-4 0,2-3 0 16,-3-3-2-16,6-2-6 0,-2-3-1 0,-2 0-1 16,0 1-7-16,0-5-2 0,-1 3-4 0,-1-2 3 0,0 0 5 15,0 2-1-15,0 2-1 0,-4-1-6 16,0 0 6-16,2 4-5 0,-5 1 5 0,2 0-9 16,1 0-2-16,-2 3-5 0,-2 1-4 0,0 2-2 0,2-1-13 15,-2 1-3-15,-1 1-5 0,3-1-4 0,-3 4-5 16,1-3-9-16,-1 3-13 0,3-4-24 0,-3 4-29 15,0 0-3-15,0 0 9 0,0 0 2 0,2 11 3 16,-2-5 2-16,0 4 7 0,3 1-2 16,-6 1 4-16,6 0 9 0,-3 4-5 0,0 0 7 0,2 1 0 15,-2 1 3-15,0-2-3 0,0 0 8 0,4-2-4 16,-3-3 9-16,2 1-5 0,-2 0 2 0,2 0 1 16,-2-4 0-16,0 1 5 0,0-1 1 0,2-2-4 15,-2-2 5-15,2 1-2 0,0 1 19 0,0-4-11 16,1 1 0-16,4-1 8 0,-2 0 6 0,6-1-8 15,6-4 1-15,2 0 6 0,8-4-7 0,4 0-28 16,1-2-52-16,2-1-65 0,-5-5-90 0,2 1-123 16,-1-3-201-16,1-1-590 0,-4-5 261 0</inkml:trace>
  <inkml:trace contextRef="#ctx0" brushRef="#br0" timeOffset="92899.05">8262 10135 225 0,'0'0'214'0,"-1"-4"-23"16,1 4-16-16,0 0-19 0,0 0-16 0,0 0-18 16,0 0-14-16,0 0-11 0,0 0-11 0,0 0-9 15,0 0-7-15,0 0-12 0,-12 8-7 0,8-3-5 16,2 5-4-16,-6 0-8 0,3 0-4 0,-3 2-2 16,2 2-6-16,-3 2-2 0,4 0-5 0,-1 1-4 15,-1 1 1-15,3-4-3 0,-2 2-1 0,2-3 2 0,2-1-4 16,0 0 0-16,2-2 3 0,0 1-4 15,2-1 4-15,0-1 7 0,-1-1 27 0,6 0 18 16,-4-3 14-16,5-1 14 0,0 1 16 0,2-1-6 16,3-2 4-16,6-4-4 0,-2-2 3 0,2-1-4 0,-1-3-6 15,1-1 1-15,-1-1-5 0,-4-2-7 0,6-8-1 16,-9 6-18-16,0-8-4 0,0 5-8 16,-2-2-11-16,-1 2-15 0,-4-3-15 0,1 1-12 15,-5 0-23-15,0 2-18 0,-5 2-23 0,-7 1-28 0,0 5-30 16,-9 3-31-16,-8 0-64 0,-10 6-267 0,0 5-529 15,-11 1 234-15</inkml:trace>
  <inkml:trace contextRef="#ctx0" brushRef="#br0" timeOffset="94431.07">8993 10193 128 0,'0'0'134'15,"0"0"-5"-15,0 0-8 0,0 0-4 0,0 0-6 16,0 0-15-16,0 0-1 0,0 0-10 0,11-9-7 16,-11 9-7-16,3-3-4 0,-3 3-4 0,0 0 1 15,0 0-9-15,0 0-2 0,6 0-8 0,-6 0 2 0,0 0-8 16,0 0-8-16,0 0 1 0,0 0-2 15,0 0-5-15,0 0-3 0,0 0 4 0,0 0-7 16,0 0-2-16,0 0-2 0,0 0 1 0,0 0-2 16,0 0 2-16,0 0 0 0,0 0-1 0,0 0 4 0,0 0 2 15,0 0 5-15,0 0 1 0,0 0-4 0,0 0 4 16,0 0-8-16,0 0 4 0,0 0-3 16,0 0-1-16,0 0-2 0,0 0 1 0,0 0 1 15,0 0 0-15,0 0-3 0,0 0 2 0,0 0-1 0,0 0 2 16,0 0 2-16,0 0-7 0,0 0 3 0,0 0-6 15,0 0-1-15,0 0-1 0,0 0 2 0,0 0-2 16,0 0 0-16,0 0-3 0,0 0 2 0,0 0-2 16,0 0 1-16,0 0-10 0,0 0 10 0,0 0-4 15,0 0 1-15,0 0 1 0,0 0 2 0,0 0 5 16,0 0 2-16,0 0 0 0,0 0 3 0,0 0-2 16,0 0-1-16,0 0-3 0,0 0 3 0,0 0-2 15,0 0 0-15,0 0-1 0,0 0-3 0,0 0 1 16,0 0 0-16,0 0 2 0,0 0-9 0,0 0 4 15,0 0-2-15,0 0 0 0,0 0 1 0,0 0-1 16,0 0 0-16,9 0 0 0,-9 0-1 0,18 0 4 16,-2 0 7-16,5 0-2 0,10-3 2 0,1 1-4 15,6-2 4-15,17 0 1 0,0 0 5 0,0-3 5 16,5 0 6-16,-1 1 3 0,-2 0 1 0,0-1 0 16,-6 1-5-16,-15 2 11 0,-2 0-12 0,-1 2-5 15,-7-3 1-15,-7 3-1 0,-1-2-1 0,-8 1 3 16,0 2 0-16,-1-3 0 0,-2 4 2 0,-1-3-5 15,-2 3 0-15,-4 0-3 0,8-2-13 0,-4 0-20 16,-4 2-28-16,0 0-50 0,0 0-76 0,0 0-96 16,-26 5-189-16,13-5-487 0,1-3 215 0</inkml:trace>
  <inkml:trace contextRef="#ctx0" brushRef="#br0" timeOffset="100396.99">10889 9299 174 0,'0'-7'192'15,"0"2"-9"-15,1 3 1 0,1-5-2 0,-1 2-3 16,-1 1-4-16,4 0-3 0,-2-1-6 0,2 1-5 16,-2 0-8-16,-2 4-6 0,2-5-15 0,-2 2-13 15,1-1-11-15,-1 4-12 0,3-4-15 0,-3 4-11 16,0 0-8-16,0 0-11 0,4-1-14 0,-4 1-15 0,0 0-2 15,0 0-5-15,0 0-2 0,0 12-1 0,0 0-1 16,-4-1-3-16,0 6-2 0,-1 3 0 16,-1 5-2-16,-5 1 2 0,0 1 0 0,1 2-10 15,3-3-3-15,-3 3 3 0,0 1 1 0,1-3 2 16,-3-2-1-16,3 0 2 0,3 1-3 0,-2-7 2 0,2-1-1 16,2-1-2-16,-4-1 3 0,5-3 3 0,-3-1-5 15,5-2 1-15,-4 1 1 0,1-3 1 0,3 1 1 16,0-4-2-16,-2 0 3 0,3 2 1 0,0-4 0 15,-2 2-1-15,-1 0-1 0,3-5 2 0,0 4-3 16,-1-1 3-16,1-3 1 0,0 4-6 0,0-4 10 16,-2 5-6-16,2-5-1 0,0 0 0 0,3 3 0 15,-3-3 3-15,5 2 2 0,-5-2-1 0,9 3 7 16,0-3-6-16,1 0-3 0,4 2 5 0,4-2-3 16,1 0-1-16,2 0 1 0,7 0 0 0,-8 1 0 15,2-2-15-15,-3 5-27 0,0-4-22 0,1 1-29 16,-5-1-29-16,0 2-31 0,-2-4-31 0,1 2-58 15,-5-1-120-15,-1 1-387 0,-2 0 171 0</inkml:trace>
  <inkml:trace contextRef="#ctx0" brushRef="#br0" timeOffset="100813.38">11068 9718 46 0,'-1'-4'277'15,"1"4"-10"-15,0-7-11 0,-4 4-7 0,4 3-9 16,0-5-9-16,0 0-10 0,0 5-12 0,-1-5-21 16,1 5-12-16,0-4-9 0,0 4-21 0,0 0 0 15,0-5-30-15,0 5-10 0,0 0-20 0,0 0-10 16,0 0-10-16,0 0-38 0,0 0-23 0,0 0-2 16,0 0 1-16,-3 17 1 0,3 0 3 0,-2 0-5 15,-2 9-4-15,-4 3 10 0,3 0-7 0,-3 3-4 16,3 2 8-16,0-1-6 0,3-2 1 0,-1 2-2 15,-1-2 0-15,1-2 2 0,2-3-4 0,1-1 2 0,0-4 1 16,0-1 4-16,0-3-2 0,0-3-4 16,0 1 4-16,0-5 2 0,0-1-4 0,0-1 2 15,1-1-2-15,-1-1 3 0,3 0-3 0,-3-4 6 16,0-2 8-16,0 5 14 0,0-5 6 0,0 7 11 0,0-7 5 16,0 3 4-16,0-3 5 0,0 0 3 0,0 2 0 15,0-2 9-15,0 0-19 0,0 0 0 0,0 0-16 16,0 0 5-16,0 0-3 0,0 0 1 15,0 0-8-15,0 0-9 0,0 0-29 0,0 0-16 0,0 0-22 16,4 3-20-16,-4-3-28 0,0 0-44 0,0 0-63 16,0 0-77-16,-4-11-274 0,4 5-594 0,1 3 262 15</inkml:trace>
  <inkml:trace contextRef="#ctx0" brushRef="#br0" timeOffset="101730.97">11807 9646 2 0,'0'-7'169'0,"-3"2"-11"0,0-1-2 16,1 0-14-16,1 0-8 0,-2 0-11 0,-1 0-5 0,-1 2-8 15,1-2-9-15,-2 2-16 0,1 0-4 0,-2 3-8 16,0-1-5-16,0 1-8 0,-2 0-5 0,-3 2-7 16,0 2-10-16,-4 0 1 0,0 4-4 15,1 3-1-15,-2 2-3 0,-4 4 0 0,6-1-7 0,-4 2-1 16,3 3 1-16,-2-1-4 0,1 1-4 0,3 1-1 15,4-4 2-15,1 2 0 0,0-1-12 0,3 1 9 16,-1-2 3-16,6 0-7 0,-4 0-2 16,5-5 2-16,0 5-11 0,0-5 11 0,0 0-1 0,6 2 5 15,-3-6 2-15,1 1 24 0,-2-3 13 0,5 0 15 16,-1-1 11-16,3 0 8 0,-4-3 8 0,4-2 8 16,3-1 7-16,-2-3 0 0,-1 0 1 0,1-1 7 15,1-2-1-15,-2-1-11 0,2-1-5 0,3-3 5 16,-3 0-18-16,-1-1 8 0,1 0-4 0,-1 0-12 15,0-2 1-15,-5 5-16 0,0-1 0 0,0-1-3 16,2 2-6-16,-1 1 2 0,-1 0-8 0,-1 0 4 16,-1 4-11-16,-1-3 2 0,-2 4-12 0,0 1 7 15,3-1-7-15,-3 4-4 0,1-7-3 0,2 7 0 16,-3 0 1-16,2-5-21 0,-2 5-7 0,0 0-5 16,0 0-19-16,0 0-21 0,0 0 4 0,0 0 7 15,0 0 4-15,8 10-4 0,-12-6 6 0,8 1 5 16,-4 7 0-16,-4-6 3 0,8 3-3 0,-4 1 2 15,1 0 6-15,-1 1 3 0,3-1-1 0,-2-1 3 16,0 1 2-16,2 0-1 0,1-3 1 0,-2 0 9 16,2 1-7-16,1 1 7 0,-1-5 0 0,2 1-1 15,1 3 0-15,2-5-13 0,2 4-36 0,-1 0-36 16,3-2-34-16,1-2-33 0,-1-2-46 0,2 3-28 16,2-4-65-16,-3-4-229 0,-4 2-563 0,3-2 250 0</inkml:trace>
  <inkml:trace contextRef="#ctx0" brushRef="#br0" timeOffset="102130.89">12099 9769 243 0,'0'0'265'0,"0"0"-22"0,1-4-20 0,-1 4-23 16,0 0-16-16,0 0-18 0,0 0-22 16,0 0-19-16,0 0-12 0,0 0-12 0,0 0-14 0,0 0-5 15,-10 12-12-15,4-3-8 0,0 0-12 0,-1 2 0 16,-4 3-8-16,3 1-6 0,0 1-2 0,2-1-6 16,1-3 0-16,1 4-4 0,0-3 0 0,3-1-1 15,0-3-2-15,2 2 4 0,1 1-6 0,1-4-6 16,1 1 4-16,3 1 3 0,1-3 3 0,1-3 4 15,5 0 4-15,2-3 2 0,1 2 5 0,1-6 4 16,0-1 3-16,1-3 5 0,-3 1-2 0,0-1 6 16,-3-1-3-16,-1-1 5 0,-4 0-3 0,0 1-5 15,-1-4 0-15,-2 2 2 0,-1 0-7 0,-2-1 0 16,1 0-11-16,-5 1-8 0,1 2-12 0,-3-2-21 16,0 0-31-16,-5 1-27 0,-3 1-38 0,-6 3-37 15,-4 4-48-15,-6 0-48 0,-4-1-233 0,4 5-510 16,7-2 227-16</inkml:trace>
  <inkml:trace contextRef="#ctx0" brushRef="#br0" timeOffset="102713.11">10626 10446 61 0,'0'0'192'0,"0"0"-6"0,-8-2-6 0,8 2-3 15,0 0-5-15,0 0-14 0,0 0-11 0,0 0-13 16,-6 2-13-16,6-2-10 0,0 0-11 0,0 0-8 16,0 0-15-16,0 0-2 0,0 0-11 0,0 0-5 15,0 0-8-15,0 0 0 0,0 0-10 0,0 0-5 16,0 0-5-16,0 0-2 0,0 0-3 0,0 0-1 16,0 0 0-16,0 0-8 0,0 0-5 0,0 0 4 15,0 0 1-15,0 0-7 0,0 0 0 0,-8 1 4 0,8-1-5 16,0 0-1-16,0 0-5 0,0 0 0 15,0 0 0-15,0 0-1 0,0 0 0 0,0 0-4 16,0 0 3-16,0 0 1 0,0 0 1 0,23 2 0 16,-5-4 2-16,10 2 6 0,11 0 6 0,15-1 2 0,9-3 8 15,36-3 6-15,3 1 7 0,5-2 7 0,8 2 5 16,-2-1 8-16,3-2 2 0,-1 0 18 16,-7-2-9-16,-1 1-6 0,-4 1 11 0,-6 0-18 15,-32 1-9-15,3 1 0 0,-5-1-1 0,-2-2 1 0,-5 3 3 16,-1 2-1-16,-15-2 1 0,-7 4-2 0,-4-3-5 15,-7 4-3-15,-6-1-6 0,0 3-4 0,-6-2-2 16,-1 1-1-16,-4 1-10 0,3 0-4 16,-3-1-13-16,-1-1-17 0,-4 2-28 0,0 0-14 0,0 0-13 15,4 6-17-15,-4-6-36 0,-21 12-47 0,3-4-68 16,-8 3-283-16,-2-1-565 0,-1-1 251 0</inkml:trace>
  <inkml:trace contextRef="#ctx0" brushRef="#br0" timeOffset="103630.01">10975 10776 13 0,'0'-4'260'0,"0"4"-18"15,0 0-9-15,2-8-16 0,-2 8-22 0,0-2-17 16,0 2-24-16,0 0-13 0,2-3-17 0,-2 3-15 16,0 0-13-16,6 0-14 0,-6 0-6 0,5 5-8 15,-1-1-11-15,5 2-3 0,-2 1-9 0,3 2-8 16,0 2-4-16,1 2-4 0,-2 2-5 0,4 1-3 15,-3 7-1-15,2 1-11 0,-1-2-1 0,-3-3-5 16,0 5 2-16,-5-6-4 0,0 2 6 0,-2-2-3 16,2 1 3-16,-3-1-6 0,-1-1 2 0,-1-1 5 15,0-6-3-15,0 0-1 0,1 0 2 0,0-4 2 16,0 1 1-16,-1-2 8 0,1 0 13 0,0-1 22 16,-1 0 29-16,1-1 35 0,1-3 47 0,0 0 28 15,0 0-22-15,0 0 3 0,-6-11-2 0,3 0-24 16,6-7-12-16,-3 0-16 0,2-10-20 0,6-1-8 15,1 0-7-15,2-2-14 0,2-2-11 0,5-13-13 16,0 2-5-16,1 12-2 0,-1 0-2 0,0 7-6 16,1-5-1-16,-5 10-7 0,-1 4 11 0,-3 0-12 0,-1 3-6 15,-5 3-23-15,6 3-16 0,-6 2-35 0,1 1-38 16,-2 0-40-16,1 2-22 0,-1-1-9 16,-3 3-6-16,6 6-5 0,-4 1-24 0,-1 2-29 15,0 1-16-15,-1 6-281 0,0-2-574 0,0 2 254 0</inkml:trace>
  <inkml:trace contextRef="#ctx0" brushRef="#br0" timeOffset="104097.14">11541 10948 156 0,'0'0'171'0,"0"0"4"0,0 0-11 15,-5 3-11-15,5-3-3 0,0 0-2 0,-3 4-7 16,3-4 2-16,0 0-10 0,0 0-9 0,0 0-9 16,0 0-8-16,0 0-11 0,0 0-6 0,0 0-1 15,0 0-6-15,0 0-6 0,0 0-3 0,0 0-8 16,-2 2-1-16,2-2-8 0,0 0-9 0,0 0-1 15,0 0-8-15,0 0-2 0,0 0-5 0,0 0-1 16,0 0-5-16,0 0 0 0,0 0-3 0,0 0 6 16,0 0-8-16,0 0-4 0,0 0 0 0,0 0-4 15,0 0-1-15,0 0 6 0,0 0-7 0,0 0 0 16,0 0-3-16,0 0 2 0,0 0 0 0,0 0-2 16,13 3 9-16,-3-6 3 0,1 3-3 0,6-2 5 15,-1 0 0-15,5 1 6 0,-2-1 4 0,4-2-1 0,5 1-3 16,-6-1-5-16,-3 1 5 0,1 0 1 15,-2 0-5-15,-2 2 0 0,-2-2-1 0,-3 3-5 16,-2-2 4-16,-1 1-2 0,-2 1-3 0,-1-1 9 0,-5 1-15 16,8-3 0-16,-8 3-2 0,6-1-15 0,-6 1-15 15,7-1-24-15,-7 1-27 0,0 0-17 0,0 0-22 16,0 0-20-16,0 0-30 0,0 0-40 16,0 0-255-16,0 0-494 0,0 0 218 0</inkml:trace>
  <inkml:trace contextRef="#ctx0" brushRef="#br0" timeOffset="104462.97">12008 10733 183 0,'0'0'340'15,"2"-4"-19"-15,-2 4-19 0,1-5-23 0,-1 5-9 16,0 0-42-16,1-6-26 0,-1 6-17 0,0 0-28 15,0 0-17-15,0 0-26 0,0 0-17 0,0 0-13 16,4 11-7-16,-3-1-10 0,1 0-10 0,0 9-10 16,-2 1 1-16,3-1-6 0,-2 8-14 0,0 0 12 15,-1 1-11-15,0-3-5 0,0 1-4 0,2 2 3 16,-1-7-6-16,0 2 3 0,1-5-4 0,-1-1 1 16,0 0-3-16,-1-5-3 0,3-3 9 0,-6 2-7 15,6-5-3-15,-2-1 1 0,-1 1-2 0,-1-1-1 16,1-5 5-16,0 7-1 0,0-5 6 0,0-2 17 15,0 5 11-15,0-5 0 0,0 0 2 0,0 0-1 16,2 4-9-16,-2-4 0 0,0 0-9 0,0 3 2 16,0-3 1-16,0 0-6 0,0 0-21 0,0 0-13 15,0 0-32-15,0 0-76 0,-6-13-95 0,3 5-68 16,-1-3-285-16,3 0-610 0,-1-1 270 0</inkml:trace>
  <inkml:trace contextRef="#ctx0" brushRef="#br0" timeOffset="104712.68">12212 10602 155 0,'1'7'198'15,"3"2"-5"-15,2 6-7 0,-2 2-4 0,4 7-7 0,-2 2-11 16,-1 3-13-16,2 2-10 0,-2-1-6 0,-1 4-15 15,-2 2-11-15,-1-2-11 0,-2 2-13 0,-4 10-5 16,-1-11-8-16,-3-2-8 0,-4 1-3 16,-4-2-7-16,-1-2-3 0,-6-1-11 0,1-1-13 0,-4 0-16 15,-11 0-30-15,-7-1-42 0,-5-1-56 0,2-8-74 16,-6-2-170-16,-5-3-391 0,1-5 173 0</inkml:trace>
  <inkml:trace contextRef="#ctx0" brushRef="#br0" timeOffset="105097.07">10473 10735 196 0,'-2'-5'203'16,"2"5"-23"-16,0 0-19 0,0 0-13 0,0 0-13 15,-5 16-13-15,0-2-9 0,1 11-8 0,1 0-5 16,-3 5-4-16,1 7-11 0,3 8-10 0,-4 2-8 15,4 5-3-15,1-6-3 0,2 1-10 0,3-1-3 16,4 0 1-16,2-13-7 0,5 0-1 0,4-1-4 16,3-1-1-16,13 5 1 0,5-5 9 0,5-7-1 15,9-7-4-15,2-7-35 0,5-2-62 0,33-11-85 16,-31 1-225-16,28-6-396 0,-29-1 176 0</inkml:trace>
  <inkml:trace contextRef="#ctx0" brushRef="#br0" timeOffset="105861.97">12598 10505 230 0,'0'0'253'16,"4"-7"-11"-16,-2 3-15 0,3 3-16 0,-2-2-16 16,0-1-17-16,3 3-20 0,-1-1-14 0,-1-1-14 15,-4 3-17-15,11-2-21 0,-6 2-10 0,-5 0-6 16,14 3-5-16,-6 0-4 0,2 1-6 0,-4-2-7 16,4 3-5-16,-4 3-2 0,1-1-7 0,1 2-4 15,-3 0-2-15,0 3-5 0,-1-1-4 0,0 1 0 16,-1 4-2-16,-3 2-1 0,-3-6-4 0,1 3 0 15,-1 1 2-15,-1-4-4 0,-1 0 0 0,1 0-3 16,-2 4-2-16,0-7 1 0,0 0 0 0,3-1-3 16,0 2 8-16,0-8-10 0,1 3 4 0,0 1-3 15,1-1 7-15,0-4 10 0,-2 3 9 0,3-4 11 16,-1 5 3-16,1-5 8 0,-1 4 14 0,1-4 5 16,0 0-7-16,0 0-3 0,0 0-11 0,20-5-4 0,-2 1-8 15,3 0 3-15,4-1-3 0,5-4-9 16,-4 4-3-16,3-5-12 0,1 3 4 0,0 3 2 15,-2-3-8-15,1 1 8 0,-11 5-6 0,0-3-5 16,-4 1 4-16,-4 3 3 0,-1-3 1 0,1 2 6 0,-3 1 0 16,-2-1-6-16,0-1-4 0,-5 2-4 0,8-1 1 15,-8 1-9-15,6-1-10 0,-6 1-16 16,0 0-8-16,0 0-36 0,0 0-16 0,0 0-31 16,0 0-52-16,-17 5-56 0,7-6-56 0,-4 1-265 0,5 0-586 15,3-2 260-15</inkml:trace>
  <inkml:trace contextRef="#ctx0" brushRef="#br0" timeOffset="106729.16">13291 9878 88 0,'3'-2'213'0,"2"-2"-15"15,-1 0-16-15,0 0-18 0,2 0-16 0,-2 1-14 0,2 1-15 16,2-1-14-16,-1 3-10 0,3 0-12 0,-4 0-8 15,4 2-12-15,2 1-3 0,-2 4-3 0,0 0 2 16,8 3-10-16,-6 2-5 0,-1 5-4 16,-2-1 2-16,0 2-5 0,-2 3 0 0,0 3-3 0,-3 1-5 15,0 1-3-15,-4-2 0 0,-3 1-2 0,1-4 0 16,-5-2-2-16,0 4-6 0,0-3 1 0,1-3 2 16,-3 0 0-16,-4-1-6 0,5-2 2 0,-1-1 5 15,2-2-5-15,3-3 8 0,-2 2 2 0,0-5 6 16,3-1 9-16,0 1 12 0,0-1 15 0,2-1 22 15,-2-1 16-15,0 2 18 0,3-4 25 0,-1 4 13 16,1-4 9-16,0 0-5 0,0 0-15 0,0 0-8 16,0-12-19-16,4 0-13 0,3 4-2 0,-2-6-27 15,5-1-2-15,4-7-14 0,3-1-3 0,-3-2-1 16,4 1-13-16,1-3-8 0,2 1 0 0,-5-1-4 16,2 1-1-16,-2 0-5 0,-5 9-4 0,-1 2-2 15,-3 5 2-15,-1 2-7 0,0 1-8 0,-2 0-3 16,-3 2 1-16,2 1-3 0,0 0-9 0,-1 2-26 15,-2 2-19-15,4-2-2 0,-4 2 19 0,0 0-12 0,0 15 6 16,-4-3 5-16,2 0-6 0,0 8 6 16,1 6 7-16,1-7-2 0,5 10 9 0,0-2-2 15,8 1 3-15,1-1 3 0,5-1-1 0,8 2-14 16,4-9-28-16,15 8-39 0,4-6-54 0,2-4-66 0,6-5-91 16,-2-4-296-16,-3-1-652 0,-2-7 288 0</inkml:trace>
  <inkml:trace contextRef="#ctx0" brushRef="#br0" timeOffset="107562.28">14845 10091 30 0,'-11'2'177'0,"2"-2"-8"0,3 2-3 0,6-2-1 15,-11-1-9-15,11 1 0 0,-8 0-3 0,8 0-3 16,-7 2-8-16,7-2-7 0,0 0-16 0,-5 0-4 16,5 0-5-16,0 0-5 0,-5 3-9 0,5-3-2 0,0 0-2 15,0 0-2-15,0 0-4 0,0 0-2 0,0 0-3 16,0 0-4-16,0 0-2 0,0 0-12 15,0 0-2-15,0 0-7 0,19-4-6 0,-19 4-3 16,0 0-5-16,0 0-2 0,0 0-4 0,0 0-2 0,4 4-10 16,-4-4 6-16,0 0-4 0,0 0-4 0,0 0-5 15,0 0-1-15,0 0-2 0,0 0-3 0,0 0 3 16,0 0-4-16,0 0 9 0,0 0-12 16,0 0-1-16,0 0 3 0,0 0 0 0,0 0-1 0,0 0-3 15,0 0-3-15,0 0 2 0,0 0 0 0,0 0 1 16,0 0-1-16,0 0 1 0,0 0-1 0,0 0-3 15,0 0 5-15,0 0 2 0,0 0 4 0,0 0 3 16,0 0-5-16,0 0 4 0,0 0-2 0,0 0 5 16,0 0 2-16,7-5-6 0,0 4 0 0,3-1 0 15,3 0-2-15,6 0 3 0,1 1-3 0,11-6-6 16,1 2 5-16,5 3-1 0,1-4-2 0,15 0 0 16,-1 2 1-16,-1-5 4 0,3 2-2 0,-4-1 0 15,-11 2 3-15,-2 2 1 0,2-1 5 0,-6 2-13 16,-2-2-10-16,-4 0-1 0,-7 2-16 0,-7 1-9 15,-1 0-11-15,-3 2-10 0,-1-3-16 0,-4 2-21 16,2 0-30-16,-6 1-24 0,0 0-16 0,0 0-15 16,0 0-22-16,-35 2-3 0,15 1-202 0,1-3-434 15,-1 2 192-15</inkml:trace>
  <inkml:trace contextRef="#ctx0" brushRef="#br0" timeOffset="107784.97">15086 9869 249 0,'-2'-5'275'15,"0"-3"0"-15,-1 2 7 0,2 0-3 0,-2 1 1 16,1 1-5-16,2 4-31 0,-3-7-28 0,3 7-24 0,-1-3-23 16,1 3-32-16,0 0 5 0,0 0-29 0,-6 10-18 15,3 2-11-15,-1 6-14 0,0 14-3 0,2 4-6 16,0 12-3-16,1 2-29 0,0-3-36 0,2 5-50 15,-2-1-49-15,0-4-67 0,2 0-79 0,-4-13-248 16,2-7-541-16,1-8 240 0</inkml:trace>
  <inkml:trace contextRef="#ctx0" brushRef="#br0" timeOffset="109962.9">17102 9166 185 0,'0'-8'210'16,"0"3"-9"-16,0-3-6 0,0 1-13 0,1 4-15 15,-1-1-5-15,0-3-14 0,0 3-15 0,0 4-13 16,0-5-13-16,0 5-17 0,4-4-12 0,-4 4-10 15,0 0-11-15,0 0-6 0,0 0-8 0,-9 22 2 16,8-3-9-16,-6 5-4 0,-2 4-5 0,-1 3-5 16,3 0 1-16,-2 5-7 0,2-2-5 0,-2 0-1 15,2-2-3-15,0 1 2 0,3-1-3 0,1-3-2 16,0-2 0-16,1-3-4 0,-1-5 5 0,1 0-2 16,0-6 1-16,1-1-7 0,1-1 5 0,0-1 1 15,-1-5 3-15,1 0 2 0,-2 0-5 0,2 0 4 16,-1-2 3-16,2 1 2 0,-1-4 17 0,0 5 9 15,0-5 10-15,-1 4 13 0,1-4-9 0,0 0 2 16,-1 4-5-16,1-4-4 0,0 0-2 0,0 0-6 16,0 0-1-16,0 0-8 0,0 0-7 0,0 0-28 15,0 0-45-15,0 0-31 0,0 0-28 0,0 0-34 16,0 0-32-16,-9-8-236 0,5 4-447 0,3 1 198 16</inkml:trace>
  <inkml:trace contextRef="#ctx0" brushRef="#br0" timeOffset="110528.02">17613 9092 171 0,'0'0'186'16,"-1"-6"-15"-16,1 6-15 0,-4-4-13 0,4 4-11 16,-1-4-7-16,1 4-16 0,-3-3-4 0,3 3-10 15,-4-4-13-15,4 4-12 0,-5-2-5 0,5 2-9 16,0 0-11-16,-14 3 0 0,8 0-7 0,-3 2-5 15,-3 0-4-15,1 4-6 0,-6 3 1 0,3 2-2 16,-6 6-7-16,0 2 1 0,0 2-1 0,1 0-2 16,-2 2-5-16,1 3 0 0,2-2-3 0,0 3 7 15,4 1-10-15,1-2 7 0,3 0-8 0,0 0 5 16,1-2 2-16,1-1-3 0,3-1-1 0,4-5 0 16,-1-1 3-16,4 0-1 0,4 0 3 0,-2-3-7 15,3 1 4-15,3-2 15 0,1 1 14 0,2-4 5 16,2-2 7-16,2-1 8 0,2 0 2 0,-3-4 2 15,3 0 2-15,-2-3 0 0,-2 1 1 0,-2-3 9 16,0-3 15-16,-1 2-3 0,1-3-1 0,-3-1-4 16,-1-2-7-16,-2 2-4 0,1-2-7 0,-4-2-7 15,1 1-7-15,-5-1 6 0,0-3-15 0,0 2-3 16,-1 0-8-16,-3 2-5 0,-5-1 1 0,3 4-17 16,-6-3-15-16,1 4-10 0,-3 1-13 0,-3 1-15 15,-2 2-16-15,-1 2-17 0,2 1-21 0,-2 0-23 16,4 4-34-16,-1 0-15 0,4 1-27 0,2-1-210 15,3-1-444-15,3 2 197 0</inkml:trace>
  <inkml:trace contextRef="#ctx0" brushRef="#br0" timeOffset="111011.77">18193 9358 38 0,'-1'-10'212'0,"-3"1"-10"0,0 3-11 16,3-2-15-16,-3 2-10 0,0 1-20 0,-1-2-14 15,-4 3-15-15,4 1-13 0,-4-2-12 0,-1 2-10 16,2 3-10-16,-3 0-8 0,-2 3-11 15,0 2-5-15,-3 3-5 0,0 3-5 0,-1-1-4 0,-4 8-1 16,3-4-4-16,1 6-4 0,1 0-4 0,-4 0-3 16,4 2-15-16,3 0 10 0,4-6 5 0,4 1-3 15,0-1-3-15,1 0-4 0,-1-3 2 0,3-1-1 16,1-2 5-16,1 1-6 0,0-2 4 0,2-4 13 16,2 0 18-16,0 2 12 0,1-4 22 0,0 2 3 15,1-5 4-15,6 1 6 0,-1-1 5 0,2-1-4 16,1-4-4-16,-1 2 2 0,2-6 1 0,1 1-5 15,0-1-5-15,-2-1 0 0,0 0-6 0,-1-2-11 16,-2 6-9-16,1-4-5 0,-4 3-5 0,2 0-3 16,-4 2 11-16,-1 2-26 0,1 0 2 0,-3-1-1 15,1 1-12-15,0 0-2 0,1 2 0 0,-5 1 7 16,9 0-17-16,-4 4-18 0,2 0-13 0,1 2-6 16,1 2-19-16,0 0-18 0,4 5-28 0,-4 1-25 15,0 1-34-15,1-1-38 0,-1-2-40 0,-1 1-251 16,-3-6-526-16,4 4 233 0</inkml:trace>
  <inkml:trace contextRef="#ctx0" brushRef="#br0" timeOffset="111412.06">18517 9448 36 0,'1'-5'267'0,"-1"5"-17"16,0-5-17-16,0 5-20 0,1-3-24 0,-1 3-23 15,3-3-18-15,-3 3-18 0,0 0-11 0,0 0-13 16,0 0-12-16,0 0-12 0,-8 11-9 0,3-1-10 16,0-1-6-16,-2 1-6 0,1 1-3 0,1-1-8 15,1 1-8-15,-1-1-2 0,1 2-2 0,-1-1-1 16,3-1-4-16,0 0-3 0,2-3-2 0,2 5-1 15,-2-3 2-15,2-1 1 0,3 2 1 0,0-3-3 16,2-1-1-16,0-1 9 0,2-2 10 0,4 4 8 16,-1-6 2-16,0-1-1 0,6 0 6 0,-5-1-3 15,6-6 8-15,-7 5-6 0,-1-4 4 0,-1 0 1 0,3-1-1 16,-4-3-2-16,-4 2-6 0,4-3-5 16,-5 1-5-16,0-2-6 0,-3 3 2 0,2-2-6 15,-6 1-7-15,2 2-6 0,-3 0-18 0,-5 3-14 16,0-2-16-16,-4 5-20 0,-1 2-21 0,-6-1-23 0,-8 4-33 15,-2 6-24-15,2-3-45 0,-1 5-256 0,-2-1-493 16,-1 2 218-16</inkml:trace>
  <inkml:trace contextRef="#ctx0" brushRef="#br0" timeOffset="112028.19">16477 10296 99 0,'0'0'196'0,"-10"-2"-14"16,10 2-15-16,-5-1-15 0,5 1-11 0,-7-1-21 16,7 1-4-16,0 0-14 0,0 0-12 0,0 0-8 15,-5-2-7-15,5 2-3 0,0 0-7 0,0 0-8 16,0 0-4-16,0 0-6 0,0 0 3 0,0 0-4 16,0 0-1-16,0 0-4 0,0 0-4 0,0 0 0 15,-9 0-1-15,9 0-1 0,0 0-1 0,0 0 1 16,0 0-9-16,0 0-4 0,0 0 3 0,0 0-5 15,0 0-5-15,0 0-3 0,0 0 3 0,0 0-4 16,0 0 1-16,0 0-4 0,0 0 1 0,0 0 2 16,0 0-7-16,0 0 1 0,0 0 1 0,0 0 0 15,0 0 1-15,0 0-4 0,0 0 1 0,0 0 1 0,21-1-2 16,-7 0 2-16,5 0 6 0,13-3-5 16,6 0 1-16,16 0 1 0,6-1 0 0,34-5 0 15,1 1 7-15,9-2 13 0,13-2-1 0,7-3-1 16,8 5 7-16,3 1-1 0,6-2 1 0,2-6 3 0,3 5-4 15,3 1 4-15,-11-1-6 0,-4 1 0 0,-10-3-4 16,-11 2 9-16,-12 0 0 0,-6-1 13 16,-4-1 11-16,-24 3 6 0,-2 2-4 0,-3-2-2 15,-10 3 1-15,-15 1-3 0,0 0 6 0,-8 3 3 0,-10 1 9 16,-4 0 5-16,-3 1 5 0,-5 3-5 0,1-2-12 16,0 1-7-16,-3-2-12 0,0 3-7 0,-5 0-21 15,7-1-27-15,-7 1-35 0,0 0-22 0,0 0-19 16,0 0-25-16,0 0-27 0,-13 12-30 0,-5-2-52 15,-6 2-90-15,-5-3-182 0,1 1-529 0,2 1 233 16</inkml:trace>
  <inkml:trace contextRef="#ctx0" brushRef="#br0" timeOffset="112761.1">16535 10689 69 0,'3'-6'203'0,"1"1"-3"15,0 1-15-15,-1-1-10 0,2 1-16 0,-3 0-15 16,5 0-15-16,-5 2-13 0,3 0-16 0,-5 2-12 15,9-1-9-15,-3 1-12 0,-6 0-5 0,12 5-12 16,-8-2-7-16,2 5-5 0,2 0-2 0,-2 2-3 0,3 5-5 16,-1 2 0-16,-3 2 1 0,0 0-6 0,4 5-1 15,-5 1-2-15,-4-6 1 0,4 6-4 0,-3-6-8 16,-1 2 2-16,-4-4 1 0,3 3-1 16,-3-3-2-16,3-3 1 0,-3-2-5 0,0 1-1 0,3-5 2 15,-3-1 2-15,3-1 17 0,-2-1 16 0,2 0 28 16,1-3 30-16,-2 2 36 0,2-4 26 0,0 0 8 15,0 0-8-15,0 0-19 0,-4-18-17 0,5 6-30 16,4-8 4-16,-1 3-18 0,1-7-4 0,5-3-8 16,-1 1-6-16,4-3-8 0,1 1-11 0,0 0 2 15,0 2-4-15,-1 3-3 0,-3 6-10 0,3 0-10 16,-3 3-16-16,-2 4-16 0,-2 1-31 0,-2 3-28 16,1 0-34-16,0 4-29 0,1-1-28 0,0 1-16 15,-6 2-17-15,10 2-30 0,-5 2-45 0,0 0-185 16,2 3-493-16,-4 0 218 0</inkml:trace>
  <inkml:trace contextRef="#ctx0" brushRef="#br0" timeOffset="113161.15">17027 10878 154 0,'0'0'187'0,"-7"0"-8"0,7 0-7 0,0 0-13 16,0 0-8-16,0 0-15 0,0 0-11 0,0 0-5 15,0 0-17-15,0 0-6 0,0 0-6 0,0 0-11 16,0 0-9-16,0 0-4 0,0 0-8 0,0 0-3 16,0 0-1-16,0 0-5 0,0 0-2 0,0 0-7 15,0 0-1-15,0 0-11 0,0 0 2 0,0 0-2 0,0 0-7 16,0 0 1-16,0 0-4 0,0 0-1 0,0 0-2 15,0 0 3-15,0 0-3 0,0 0 9 16,0 0 9-16,19 1 2 0,-7-1-1 0,1-2-1 16,7-1-5-16,3 0 8 0,-4-3-5 0,8 1 1 0,2 3 2 15,-6-3-1-15,-2 1 0 0,-1 3-5 0,-2-3-5 16,0 0 0-16,-4 3-3 0,-4-2 0 0,3 1-1 16,-5 2-4-16,-3-3 0 0,0 1-6 15,-1 1 0-15,-4 1-2 0,9-1-8 0,-7 0-21 0,-2 1-22 16,0 0-26-16,0 0-18 0,0 0-5 0,0 0-20 15,0 0-18-15,0 0-30 0,-10 10-49 0,5-7-148 16,1-2-385-16,-1 2 170 0</inkml:trace>
  <inkml:trace contextRef="#ctx0" brushRef="#br0" timeOffset="113513.02">17558 10628 114 0,'0'-5'322'0,"5"0"-8"16,-5 1 1-16,3 0-4 0,-2 1-23 0,0 0-24 15,-1 3-26-15,3-4-34 0,-3 4-25 0,0 0-23 16,1-3-19-16,-1 3-15 0,0 0-9 0,0 0-16 16,0 0-11-16,4 15-10 0,-1-8-13 0,-1 3-5 15,-2 1-12-15,4 6-4 0,-4 0-6 0,3 2 1 16,-3 6-4-16,0-5-7 0,0-1 0 0,1 0 0 15,-1-2-2-15,0 1-10 0,0-1 3 0,1 0-3 16,2-4-3-16,-3-3-1 0,1 1 7 0,0 0-4 16,-1-4-5-16,0-3 2 0,0 4 0 0,0-3 1 15,0-2 3-15,0-3-2 0,0 6 1 0,0-3-6 16,0-3 6-16,0 4 1 0,0-4 3 0,0 4-3 16,0-4 1-16,0 0-20 0,3 2 4 0,-3-2-26 15,0 0-13-15,0 0-21 0,0 0-14 0,0 0-33 0,0 0-64 16,-3-12-91-16,2 6-280 0,2-3-587 15,-1-3 259-15</inkml:trace>
  <inkml:trace contextRef="#ctx0" brushRef="#br0" timeOffset="113761.49">17792 10481 56 0,'0'0'190'0,"0"0"1"0,9 5-5 0,-3-1-14 0,2 1 1 15,0 5-9-15,2 1-8 0,1 4-8 0,0 0-6 16,1 9-14-16,0 2-8 0,-3-3-6 16,0 6-13-16,-4 0-1 0,-3 5-11 0,-3 2-8 15,0 0-8-15,-9 9-5 0,1-10-9 0,-7 11-2 0,2-12-6 16,-9 5-4-16,4-9-3 0,-4 1-1 0,-5 6-3 16,5-12 2-16,-6 0-10 0,-1-4-4 0,-2 0-23 15,-11 4-24-15,-7-5-39 0,-2-2-41 0,-7-3-55 16,1-3-63-16,1-5-176 0,1 0-424 0,1-7 187 15</inkml:trace>
  <inkml:trace contextRef="#ctx0" brushRef="#br0" timeOffset="114127.98">16376 10531 195 0,'0'0'176'0,"0"0"-15"0,0 0-19 15,0 0-17-15,-7 12-1 0,3 1-11 0,-3 5-9 16,0 5-9-16,-2 6-10 0,1 5 3 0,3 0-10 16,-2 15-4-16,4-3-5 0,1 1-6 0,7 0-4 15,2-11-1-15,6 10-6 0,3-15-1 0,11 8-2 16,5-2 3-16,6-7-4 0,6-2-3 0,-10-11-3 16,15 1-1-16,3-3-45 0,2-3-40 0,2-7-67 15,4-5-228-15,0 0-367 0,-2-1 164 0</inkml:trace>
  <inkml:trace contextRef="#ctx0" brushRef="#br0" timeOffset="114813.13">18069 10326 247 0,'4'-4'248'0,"2"1"-16"16,0 0-16-16,-3 1-19 0,4-1-20 0,-3 1-19 0,-4 2-18 15,10 0-18-15,-10 0-8 0,10 2-16 0,-3 1-11 16,-2 1-11-16,-1 1-9 0,4 2-5 16,-4 2-5-16,0 0-7 0,-3 3-3 0,-1 0-6 15,0-1-5-15,-1 5-2 0,-2-4-4 0,-2 4 0 0,1-5-6 16,0 1-1-16,-2-1-1 0,3-1-1 0,-3-1-5 16,4-3-1-16,1 1 0 0,-1-2-4 0,1-1-2 15,-2 1 2-15,2-2 0 0,1 1 2 0,0-4 2 16,0 5 11-16,0-5 8 0,8 3 6 0,0-3-1 15,5 0-2-15,8-3-2 0,-2 2-6 0,3-1-3 16,2 0-23-16,-1-1-29 0,-2 2-37 0,0-2-49 16,-1 1-42-16,0 2-60 0,-1-4-198 0,-5 4-447 15,-1 0 198-15</inkml:trace>
  <inkml:trace contextRef="#ctx0" brushRef="#br0" timeOffset="115311.27">18596 10535 31 0,'2'-1'240'0,"-2"1"-15"16,0 0-20-16,4-2-23 0,-4 2-17 0,5-1-19 15,-5 1-14-15,0 0-16 0,9 4-10 0,-4 1-16 16,3 0-9-16,-3 5-7 0,3-3-6 0,-2 3-4 16,4 3-4-16,1 6-3 0,-5-4-3 0,4 4-3 15,-2 3-5-15,-2 4-3 0,1 0-3 0,-7 0-2 16,2 0 1-16,-2 3-8 0,-2-4-2 0,-1 1 1 16,1-6-12-16,-2-1 7 0,-3 2-2 0,2-4-2 15,0-2-3-15,0-4 0 0,1-1-2 0,-1 2 3 16,1-5 12-16,3-1 8 0,-2 1 13 0,-3-3 23 15,5-1 25-15,-2 2 31 0,2-3 38 0,1-2 29 0,0 0 4 16,0 0-27-16,0 0-12 0,-4-13-16 16,4 4-15-16,1-3-14 0,3-5-15 0,4-1-10 15,1-7-10-15,0-4 2 0,5-1-15 0,1-1-8 16,-1 1-9-16,3-3-3 0,1 5-5 0,-3-2-1 0,2 4-11 16,-5 2 6-16,1 6-9 0,-4 5-6 0,-4-3 1 15,3 7-3-15,-5-3-9 0,1 9 3 16,0-4-3-16,-1 0 1 0,-2 4-44 0,3 0-31 0,-4-3-53 15,4 5-35-15,-4 1-42 0,0 0-1 0,0 0-13 16,0 0-15-16,0 0-28 0,-7 11-11 0,6-7-34 16,-3 3-255-16,0 0-594 0,0-4 262 0</inkml:trace>
  <inkml:trace contextRef="#ctx0" brushRef="#br0" timeOffset="115776.96">19035 10389 264 0,'4'-4'255'0,"-4"4"-26"0,4-2-26 0,-4 2-25 16,0 0-16-16,0 0-17 0,14 6-13 0,-10-4-11 15,-2 2-8-15,2 1-8 0,3 5-11 0,-1-2-9 16,-2 3-9-16,1-1-6 0,-4 1-10 0,3 1-3 15,-4 0-5-15,4-1-7 0,-4 1-3 0,1-2-4 16,-1 2 2-16,0-2-10 0,-1 0-5 0,0-3 0 16,-2 2-1-16,2-3-2 0,-2-2 0 0,3 2-1 15,-1 0-2-15,0-4 0 0,-2 1 2 0,3-3 7 16,0 7 2-16,0-7 4 0,-4 5 0 0,4-5 5 16,0 3 11-16,0-3-7 0,0 3 6 0,0-3 0 15,0 0 10-15,0 0 2 0,0 0 6 0,0 0 9 16,0 0-1-16,0 0 6 0,7 1-7 0,-7-1-10 15,18-4-10-15,2 1 0 0,9-4-9 0,3 0-5 0,6 1-6 16,15-5 2-16,-3 4-6 0,2-1-4 16,3 0 13-16,0 0-6 0,-1 0 7 0,-4 0 1 15,-11 3 6-15,-3 1-2 0,-6 0 2 0,-4-1-9 16,-6 2 18-16,-6 1 6 0,-3 2-2 0,-2-3 5 0,-1 3-2 16,-2-1-6-16,-1 0-11 0,-5 1-3 0,8-2-6 15,-3 1-29-15,-5 1-40 0,0 0-37 16,5-1-50-16,-5 1-49 0,0 0-53 0,-15 6-64 15,5-3-84-15,-2 1-230 0,1 0-648 0,-1-2 287 0</inkml:trace>
  <inkml:trace contextRef="#ctx0" brushRef="#br0" timeOffset="118576.96">19817 9605 160 0,'3'-3'194'0,"-3"-4"3"16,2 2-5-16,0 1-6 0,0 0 1 0,0-2-19 15,-1 3-10-15,2-1-10 0,-1 0-5 0,-2 4-21 16,5-4-15-16,-2 2-10 0,2 0-14 0,-5 2-8 16,10-1-9-16,-2 2-8 0,2 3-6 0,0 0-7 15,-1 4-6-15,2 0-8 0,1 4-2 0,3-1-2 16,-6 4-3-16,0 2-4 0,-1 0 2 0,1 0-6 15,-3 2-2-15,-2 1 1 0,-4-3-1 0,0 4-2 16,-2-1-2-16,-5 5-3 0,-3 1 3 0,1-2-3 16,-4-2-1-16,-1 2 3 0,-4-5 0 0,0 1-1 15,4-6-3-15,0 1 1 0,0-3-2 0,0 0 4 0,4-5-1 16,2-1-2-16,-1 0 5 0,3-1 4 16,1-3 14-16,1 2 20 0,0-3 22 0,0 2 19 15,4-3 27-15,-6 1 14 0,6-1-6 0,0 0-10 16,-3-8-18-16,5 2-4 0,4-2-8 0,-1-3-12 0,5-4-8 15,4-1-5-15,3-6-6 0,3 0-8 0,1-2 1 16,3 2 10-16,0-1-24 0,-1 0-3 16,3-3 4-16,-7 3-9 0,3 0-1 0,-2 1-6 15,-2 0 0-15,-4 6-1 0,-2 3 1 0,-4 2-3 0,0 3-2 16,-3 0 0-16,1 4-2 0,-2-2-15 0,-1 2 2 16,1-1-26-16,-2 3-16 0,-2 2-17 0,0 0 8 15,0 0 4-15,2 12 8 0,-4-3-3 0,0 2 11 16,-2 5-2-16,3 1 4 0,-1 1-1 0,0 1 8 15,4 0 5-15,0 0 0 0,1 8-1 0,5-3 2 16,1 0-9-16,3-7-9 0,3 5-26 0,6-4-27 16,-1 0-40-16,-2-4-53 0,8-3-67 0,-10 0-269 15,12-5-562-15,-11-1 249 0</inkml:trace>
  <inkml:trace contextRef="#ctx0" brushRef="#br0" timeOffset="119128.09">20332 9231 140 0,'4'-9'282'0,"0"2"-8"0,-3 1-13 0,3 0-14 16,-3 1-19-16,2-1-18 0,3 2-28 0,-6 0-16 16,2 0-20-16,0 1-19 0,-2 3-11 0,8-1-16 0,-8 1-10 15,6 5-12-15,3 3-5 0,-1-1-10 16,-2 3-8-16,2-1-9 0,1 8-3 0,-3-2-6 15,1-1-4-15,-4 6-3 0,0-4-1 0,-3 4-7 0,3-1 1 16,-3-1-2-16,-3 0-1 0,-1 0-2 16,0-1-4-16,-1-1 1 0,3-4-2 0,-3 1-2 0,2-4 0 15,-1 0-4-15,3-3 5 0,0 1-6 16,-2-2 2-16,3 0 0 0,-1-1 1 0,-2 1 1 0,3-5-3 16,0 5 4-16,0-5 3 0,0 3 8 0,0-3 10 15,12 4 7-15,3-5-7 0,4 0 4 16,11-1-4-16,2-3-3 0,5 2 0 0,2-3-4 15,1 0-4-15,12-4-2 0,2 3-5 0,-2-1 3 0,-11 1 1 16,-1 2 6-16,-4-4-4 0,-6 6 1 0,-2-1 1 16,-10 2 3-16,-5-1 17 0,-3 1 6 0,0 0 8 15,-2 1 0-15,-3-1 3 0,3 1-9 0,-8 1-4 16,6-1-8-16,-6 1-13 0,8-1-20 0,-8 1-36 16,0 0-30-16,0 0-28 0,0 0-29 0,-12 8-34 15,5-2-37-15,-1 0-44 0,-1-1-33 0,0 4-248 16,3-4-555-16,2 3 246 0</inkml:trace>
  <inkml:trace contextRef="#ctx0" brushRef="#br0" timeOffset="120210.26">21754 9806 12 0,'-12'0'154'0,"3"0"-8"0,1 2-8 16,2-2-4-16,6 0-13 0,-12 0 0 0,12 0-10 15,-9 1-5-15,9-1-7 0,-5 0-8 0,5 0-2 16,0 0-7-16,-6 1-3 0,6-1-7 0,0 0-5 15,0 0-9-15,0 0 4 0,0 0-2 0,0 0 10 0,-8 0 2 16,8 0 8-16,0 0 2 0,0 0 4 16,0 0 2-16,0 0-3 0,0 0-5 0,0 0 0 15,0 0-2-15,0 0-7 0,0 0-2 0,0 0-9 0,0 0-1 16,0 0-1-16,0 0-11 0,0 0-5 0,0 0 4 16,0 0-12-16,0 0-4 0,0 0-2 0,0 0-4 15,0 0-1-15,0 0-5 0,0 0 3 0,0 0-8 16,0 0 0-16,0 0-1 0,0 0 0 0,0 0-8 15,0 0 5-15,0 0-3 0,0 0 2 0,0 0-4 16,0 0 4-16,0 0-3 0,0 0 2 0,0 0-3 16,0 0 3-16,0 0 2 0,0 0 10 0,0 0-2 15,0 0 0-15,0 0-4 0,23-6-4 0,0 3 2 16,6 1-3-16,5-5-2 0,2 4 4 0,2-2-4 16,13-3 2-16,-11 4-1 0,11-3 8 0,-13 2-4 15,13-2 4-15,-14-1 0 0,-2 3-2 0,-3 0 1 16,-5 1 1-16,-7 1 14 0,-7 1 12 0,-2-1-9 15,-1 2-1-15,-2 0-2 0,-3-1 9 0,4 1-20 16,-5-1-4-16,-4 2-15 0,6-2-25 0,-6 2-37 16,7 0-39-16,-7 0-23 0,0 0-28 0,0 0-42 15,-10 12-38-15,4-10-254 0,-2 5-526 0,1-5 233 16</inkml:trace>
  <inkml:trace contextRef="#ctx0" brushRef="#br0" timeOffset="121626.61">24024 8877 178 0,'0'-6'171'16,"0"2"-14"-16,0 0-7 0,0 4-16 0,0-6-1 15,-2 3-10-15,2 3-4 0,0-4-10 0,0 4-4 16,0 0-9-16,-2-5-13 0,2 5-9 0,0 0-9 16,-4-2 0-16,4 2-14 0,-9 1-5 0,0 3-8 15,-5 1-1-15,0 2-6 0,-4 0-4 0,-4 6-4 16,-2 1-1-16,0 3-1 0,-3 2-6 0,4 0-1 15,-1 2 0-15,-3 4-3 0,3 1-9 0,0-1 9 16,2 2-5-16,2-1-1 0,2 3-1 0,-3-2-1 0,8 2 3 16,2-3-1-16,2-1-2 0,2 1 5 15,5-6 1-15,-1-2 2 0,3 0 8 0,4 1 4 16,5-2 1-16,4 0 9 0,5 1 9 0,-3-7-4 16,11 4 4-16,1-3-3 0,-1-5-1 0,5-2-6 0,-1 0 1 15,0-3-2-15,-2-2-3 0,-7 0 8 0,-6-2 12 16,5-3 15-16,-8 3 13 0,1-2 2 15,-4-2-8-15,-2 0 0 0,0 1-3 0,-3 0-5 16,-2-6-4-16,-2 2-9 0,-5-1-17 0,-3 1-7 0,-3-2-4 16,-7-1-7-16,0 3 0 0,-6-1-7 0,-4 3 0 15,-6 1-3-15,5 0-5 0,-4 6-5 0,1 0-6 16,2 0-12-16,0 2-9 0,3 1-19 16,-1-1-24-16,6 2-30 0,9-1-24 0,2 4-40 0,3-2-13 15,2 0-40-15,6-3-176 0,0-2-432 0,10 8 191 16</inkml:trace>
  <inkml:trace contextRef="#ctx0" brushRef="#br0" timeOffset="122076.6">24489 8869 173 0,'1'-4'235'0,"-1"-1"-4"0,0 2-12 0,0 3-13 15,3-5-25-15,-3 2-16 0,0 3-10 0,0 0-28 16,0-5-12-16,0 5-18 0,0 0-11 0,0 0-7 15,0 0-14-15,0 0-1 0,-7 16-12 0,1-5-9 16,1 4-3-16,-6 2 3 0,0 0-12 0,-5 10-6 16,3-5 2-16,-6 4-6 0,1 0 0 0,3-4-3 15,-1 3-2-15,3 0-3 0,1-3 6 0,0 0-5 16,3-4-4-16,0 1 1 0,4-1 2 0,0-2-5 16,1-6 0-16,0 3-3 0,3-4 5 0,0 0-4 15,1 1 5-15,0-4 2 0,1 2-1 0,4 0 5 0,2-2 7 16,4 1 2-16,-1-2 1 0,8-1-5 15,3 1-2-15,7-1 5 0,-1-1-11 0,1-1-1 16,-7 0-17-16,1-2-18 0,-4 0-21 0,4-2-26 16,-4-1-25-16,0-1-24 0,1 1-22 0,-3-1-23 0,1 1-58 15,-8-2-113-15,-1-3-361 0,-2 6 159 0</inkml:trace>
  <inkml:trace contextRef="#ctx0" brushRef="#br0" timeOffset="122261.04">24619 9175 171 0,'-1'-4'228'0,"0"0"3"0,0 1-1 0,1 3-6 0,-3-9-2 16,2 7-11-16,1 2-22 0,-2-4-17 0,2 4-21 16,-1-5-18-16,1 5-17 0,0 0-15 0,0 0-10 15,0 0-13-15,0 0-11 0,-2 14-6 0,-1-3-3 16,-1 6-9-16,1 1-8 0,-3 8 1 0,0-2-1 16,-1 5-9-16,1 0-3 0,-1 0-15 0,3 0-15 15,-1-2-35-15,2 4-17 0,2-2-27 0,-3 0-45 16,1-4-49-16,-2 1-246 0,0-8-453 0,4 1 202 15</inkml:trace>
  <inkml:trace contextRef="#ctx0" brushRef="#br0" timeOffset="122843.1">25249 9021 34 0,'-2'-13'235'0,"-2"2"-9"0,3-1-11 16,-4 2-13-16,1-1-8 0,0 0-9 0,0 5-15 15,0-2-18-15,0 1-14 0,1 2-14 0,-5 0-14 16,3 2-13-16,-3 2-6 0,-1 1-15 16,-2 1-10-16,-2 5-6 0,-5 1-11 0,0 5-3 0,-5 2-5 15,0 4-5-15,0-1-4 0,5 2-5 0,-2 1-1 16,2 2-6-16,1 0 0 0,0 3-5 0,1-1 3 15,2 4-2-15,4-5-1 0,2-6-7 0,0 0 4 16,7-4-3-16,-4-1 4 0,4 0-3 0,-3-3 2 16,4 0-3-16,0-1 3 0,0 0 10 0,0-4 12 15,4 1 15-15,-3-1 16 0,1-1 17 0,2-1 11 16,2-1 20-16,-6-1-12 0,11-3-7 0,-3 0-15 16,2-1 5-16,-1-1-6 0,1 1-9 0,0-6-4 15,1 4-12-15,-1 0 0 0,0-2-12 0,-1 1 3 16,-1-1 7-16,2 4-20 0,-5 0-3 0,1 2-3 15,0-2-6-15,-3 2-1 0,3-3 5 0,-3 5-18 16,-3 0 1-16,9-1-12 0,-9 1 9 0,11 4-21 16,1-1-19-16,-3 2-4 0,0 1-35 0,6 4-23 15,2 0-28-15,-2 3-42 0,1-2-56 0,0 1-48 16,0 2-257-16,-2-4-574 0,-1 0 254 0</inkml:trace>
  <inkml:trace contextRef="#ctx0" brushRef="#br0" timeOffset="123210.19">25500 9169 157 0,'0'0'262'15,"0"-4"-26"-15,0 4-21 0,-3-5-26 0,3 5-21 16,0 0-19-16,0 0-22 0,0 0-11 15,0 0-11-15,-10 11-8 0,5-6-12 0,-1 7-9 0,1-2-9 16,-2 1-8-16,-1 5-8 0,0-3-5 0,0 2-2 16,3 0-7-16,0 0-1 0,1-3-4 0,4 0-2 15,-4 0-2-15,6-2-3 0,-4 0-2 0,4 1 4 16,2-3 14-16,1-1 10 0,2 0 7 0,2-1 7 16,1-2-2-16,2-1-1 0,0-1-3 0,4-4 5 15,-3 2-1-15,0-4-3 0,0-1 5 0,1 0-2 16,-3-1-7-16,0 1 3 0,-1-2 1 0,-2 0-2 15,-2-3 1-15,-2 1-7 0,1 1-10 0,-1-1-2 16,-3-2-7-16,-1 2-10 0,0 4-11 0,-1-4-19 16,-3 2-27-16,-1-1-22 0,-4 4-18 0,0 0-24 15,-10 2-24-15,2 2-24 0,-6 2-38 0,4 1-48 16,-4 2-225-16,3-1-496 0,-7 5 220 0</inkml:trace>
  <inkml:trace contextRef="#ctx0" brushRef="#br0" timeOffset="123909.1">23652 9915 32 0,'-9'0'156'0,"1"0"-7"0,1 0-9 0,2 2-15 16,5-2-12-16,-12 0-9 0,12 0-12 0,-8 0-4 16,4 2-8-16,4-2-3 0,0 0-3 0,0 0-1 15,0 0-6-15,-11 0-7 0,11 0-4 0,0 0-4 16,0 0-6-16,0 0-1 0,0 0-2 0,-5 0-8 15,5 0-2-15,0 0 0 0,0 0-5 0,0 0-1 16,0 0-4-16,0 0-5 0,0 0-2 0,0 0-1 0,0 0-2 16,0 0 1-16,0 0-5 0,0 0 0 15,0 0 2-15,0 0-2 0,0 0-3 0,0 0 3 16,0 0 8-16,0 0 8 0,14 3 21 0,0-1 3 0,8-4 2 16,10 2 4-16,23-3 1 0,11-2 2 0,33-5 7 15,9 3 0-15,11 3-1 0,10-6-4 0,0 3 4 16,9 0-10-16,5-2-1 0,9-2 0 15,7 4 10-15,-1 0-2 0,5-3 7 0,-6 3-2 0,-1-5-18 16,-9 5-6-16,-8-3-1 0,-10 5 0 0,-9-7-10 16,-14 7-4-16,-4-5 0 0,-10 3 1 0,-29 0-6 15,2 0-4-15,-5-1-2 0,-5 2 9 0,-4-2 13 16,-16 3 8-16,-5-2 9 0,-12 4 11 0,1-2 8 16,-6 1 9-16,0 2 4 0,-4-1 12 0,-3 3-26 15,1-3-6-15,-1 2-9 0,-1-2-13 0,-5 3-30 16,5-2-25-16,-5 2-46 0,4-1-35 0,-4 1-35 15,0 0-34-15,-19 6-36 0,1-2-63 0,-11 3-300 16,1 0-603-16,-3 1 267 0</inkml:trace>
  <inkml:trace contextRef="#ctx0" brushRef="#br0" timeOffset="124926.13">23624 10439 2 0,'0'-6'162'0,"0"6"-15"0,0-3-16 0,0 3-16 16,0 0-10-16,0 0-13 0,0 0-11 0,11 8-7 15,-7-2-4-15,0 2-12 0,0 2 1 0,1 1-6 16,-1 5-1-16,1 0-12 0,3 1 0 0,-3 0 0 16,1 2 9-16,-2 0 0 0,6 4-4 0,-3 1 0 15,-4 2-2-15,1-8-2 0,0 0 1 0,0 7-8 0,-1-7 1 16,-1 0-6-16,-2-3 3 0,0-3-6 15,0 0 1-15,0-4-1 0,0 3 2 0,-1-6 10 16,1 2 21-16,1-2 23 0,-2-1 27 0,1-1 29 16,1 2 27-16,-1-5 29 0,-1 5 30 0,1-5 12 0,0 0-34 15,0 0-15-15,-3-15-25 0,1 6-13 0,-1-4-19 16,5-3-12-16,-2-3-12 0,2-6-12 16,1-2-11-16,2 1-9 0,-2-2-11 0,4 2-7 0,-1 2-6 15,-3 5-8-15,3 1-8 0,2 1-4 0,-4 4-5 16,1 2-7-16,-3 2-25 0,2 1-33 0,-4 2-36 15,2 1-40-15,-1 2-43 0,0-1-36 0,-1 4-11 16,7-1-22-16,-7 1-18 0,7 6-26 0,-4-2-261 16,-1 1-577-16,0 2 256 0</inkml:trace>
  <inkml:trace contextRef="#ctx0" brushRef="#br0" timeOffset="125359.04">24018 10706 52 0,'0'0'209'0,"0"0"-9"0,0 0-14 15,0 0-8-15,-7 0-19 0,7 0-13 0,0 0-13 16,0 0-15-16,0 0-13 0,0 0-9 0,0 0-8 15,0 0-10-15,0 0-9 0,0 0-6 0,0 0-6 0,0 0-4 16,0 0 0-16,0 0-6 0,0 0 2 0,0 0-2 16,0 0 1-16,0 0-5 0,0 0 1 15,0 0 0-15,0 0-5 0,0 0-1 0,0 0-3 16,0 0-2-16,0 0-1 0,-8-3-1 0,8 3 0 0,0 0-3 16,0 0 0-16,0 0-3 0,29-3 1 0,-13-1-1 15,2 1-5-15,4-1 4 0,5 0-3 16,0-3-1-16,1 1 1 0,0 2 2 0,-1-3-2 0,-6 6-3 15,-3-2 1-15,-4 1-4 0,-1 0 0 0,0 0-3 16,-4-1 0-16,-3 2 2 0,2-1-4 0,-2 2-2 16,1-1 1-16,-4 0-12 0,-3 1-18 0,0 0-30 15,0 0-10-15,0 0-7 0,0 0-9 0,0 0-25 16,0 0-25-16,-15 10-31 0,6-8-40 0,0 0-161 16,0 1-389-16,3-2 173 0</inkml:trace>
  <inkml:trace contextRef="#ctx0" brushRef="#br0" timeOffset="125665.01">24497 10507 272 0,'1'-4'330'0,"-1"4"-24"0,0-5-29 0,0 5-28 16,1-4-20-16,-1 4-28 0,0 0-23 0,0-4-22 15,0 4-18-15,0 0-9 0,0 0-23 0,0 0-8 16,0 0-13-16,4 12-12 0,-4-7-6 0,4 6-8 16,-4-1-6-16,1 2-6 0,2-1-6 0,-1 6-1 15,1 0-5-15,-2-1-3 0,-1 1-1 0,0-1-4 0,3 0 9 16,-1 1-15-16,-3-5-4 0,1 1 11 16,1-4-10-16,-1 3-3 0,0-3-4 0,0-2-18 15,0-3-8-15,0 4-14 0,0-2-3 0,0-4-7 0,0-2-3 16,0 7-3-16,0-7-3 0,0 5 8 0,0-5-5 15,0 0 1-15,0 0-3 0,0 0-58 0,0 0-83 16,0 0-259-16,-9-18-483 0,7 7 213 0</inkml:trace>
  <inkml:trace contextRef="#ctx0" brushRef="#br0" timeOffset="125908.96">24627 10351 143 0,'4'-7'232'0,"1"2"-22"15,0 0-13-15,0 1-22 0,2 0-12 0,-1 2-21 16,0 1-14-16,2 2-16 0,-1 1-10 0,4 6-9 16,-1-2-5-16,0 9 0 0,2-1 2 0,-2 6-10 15,3 1-3-15,-5 6-1 0,-1 3-5 0,-3-3-10 16,-4 6 0-16,-2 2-8 0,-4 0-4 0,-4 12-3 16,-4-2-3-16,0-9-5 0,-8 8-6 0,5-11 4 15,-10 7-5-15,6-14-9 0,-2 3-10 0,-1-3-23 16,0-1-22-16,-4-1-13 0,-2-2-39 0,-3-3-51 15,-2-2-42-15,-16 3-199 0,14-10-409 0,-4-3 180 16</inkml:trace>
  <inkml:trace contextRef="#ctx0" brushRef="#br0" timeOffset="126225.96">23311 10401 124 0,'-9'4'148'16,"4"2"-16"-16,-1 3-14 0,-2 4-4 0,0 4-9 15,-1 1-13-15,0 11-2 0,-1 0-8 0,2 5-21 16,1 0 13-16,3 12-1 0,3-12 3 0,3 3-12 16,2-1-7-16,10-3-2 0,5 9-4 0,2-11-4 15,12 6 0-15,8-8-5 0,2-2-1 0,10-5-3 16,0-6-8-16,6-5-38 0,1-3-50 0,6-6-66 16,-2-6-139-16,28-2-282 0,-29 0 124 0</inkml:trace>
  <inkml:trace contextRef="#ctx0" brushRef="#br0" timeOffset="126809.37">24921 10064 191 0,'1'-4'233'0,"-1"4"-18"0,0 0-29 0,0-5-18 16,0 5-16-16,0 0-21 0,0 0-13 16,0 0-15-16,0 0-8 0,0 0-12 0,9 11-5 0,-9-5-14 15,4 0-5-15,2 3-9 0,-2-1-3 0,-4 3-4 16,4-2-7-16,-4 1 3 0,3 0-11 0,-3-1-10 16,-3 1 4-16,2 0-5 0,1-2-5 0,0-2 2 15,0 0-1-15,0-1 2 0,0-1-1 0,-3 0-2 16,3 1 2-16,0-1 7 0,4-3 19 0,0 3 14 15,6-1-1-15,8-2 6 0,10-1-13 0,7 0-7 16,4-1-4-16,16-3-30 0,0 0-43 0,1 1-65 16,-4-2-81-16,0-3-200 0,-15 3-414 0,3-4 184 15</inkml:trace>
  <inkml:trace contextRef="#ctx0" brushRef="#br0" timeOffset="127375.9">25667 10468 160 0,'1'-4'235'0,"-1"4"-25"15,4-3-26-15,-4 3-18 0,7 0-19 0,-7 0-19 16,10 6-10-16,-1-5-15 0,-1 5-9 16,1 1-13-16,0 2-10 0,3 4-7 0,1 2-6 0,-3 0-5 15,-1 1-2-15,-4 0-3 0,3 1-5 0,-4 2-9 16,0 1 1-16,-4-1-3 0,2-2-4 0,-2 3 2 16,-5-4-8-16,5 1 2 0,-1-4-4 0,-3-6 0 15,2 4-3-15,2-5 0 0,-2 2 15 0,2-2 19 16,0 0 28-16,0-1 27 0,0-3 33 0,-1 2 33 15,1-4 27-15,0 0 2 0,0 0-12 0,0 0-27 16,0 0-13-16,3-22-16 0,3 10-13 0,0-3-14 16,3-3-11-16,5-4-10 0,-1 0-17 0,1-2-7 15,3 0-14-15,-1 2 3 0,1-1-18 0,0-2-20 16,2 0-29-16,-2 6-31 0,-2-3-20 0,-3 6-16 16,-3-1-16-16,0 4-20 0,0 4-27 0,-4-1-38 15,0 2-43-15,-1 1-69 0,0 0-252 0,-4 2-593 16,0 3 264-16</inkml:trace>
  <inkml:trace contextRef="#ctx0" brushRef="#br0" timeOffset="127692.39">26153 10160 178 0,'5'-5'285'0,"1"1"-25"0,-4 0-23 0,5 1-26 0,-3 2-25 16,2-2-10-16,2 3-28 0,-3 3-16 0,3-2-14 15,-3 4-14-15,4 2-11 0,-3 1-6 0,1 4-13 16,-1 2-7-16,-2 2-5 0,0 0-7 16,-2 1-6-16,-2-2-4 0,0 1-6 0,0 1-3 0,-1-3-1 15,0-1-6-15,-3-1-2 0,4-3-4 0,0 0-6 16,4 2 6-16,-8-5-4 0,4-1 1 0,5 1-4 15,-5 0 5-15,1-1-3 0,6 1 7 0,-2-4-6 16,5 3-3-16,9-1 1 0,8 1-6 0,2-2-32 16,2 0-38-16,1-1-52 0,1-3-64 0,-1-1-261 15,2 2-471-15,-2-5 208 0</inkml:trace>
  <inkml:trace contextRef="#ctx0" brushRef="#br0" timeOffset="128176.64">26916 10304 233 0,'0'0'226'0,"2"-5"-16"0,1 3-19 0,-3 2-24 16,4-1-16-16,-4 1-17 0,6 0-16 0,-6 0-15 16,9 5-11-16,-1 1-6 0,-2 3-10 0,0 1-8 15,1 0-4-15,2 6-4 0,0-2-8 0,-4 3-3 16,0 1-6-16,-1-1-3 0,1 2-3 0,0-1 1 15,-4 0-1-15,-1-1-5 0,-1 0-5 0,0 0 1 16,-1-5-3-16,0 1-6 0,0-1-1 0,-1-5 6 16,2 2-8-16,-2-4 4 0,3 1 2 0,-1 0 20 15,-1-3 25-15,2-3 35 0,-1 5 27 0,1-5 26 16,-1 3 32-16,1-3-16 0,0 0-16 0,0 0-18 16,6-16-22-16,0 6-11 0,1-1-6 0,3-1-11 15,1-2-3-15,2-4-14 0,4-1-14 0,2-2-20 16,0 1-15-16,2-2-27 0,-1 0-22 0,1 1-24 15,-3 1-24-15,-3 6-24 0,-1 1-27 0,1 1-31 16,0 2-40-16,-4 3-33 0,-1 0-42 0,-1 2-240 16,5 1-554-16,-5 2 245 0</inkml:trace>
  <inkml:trace contextRef="#ctx0" brushRef="#br0" timeOffset="128437.28">27466 10461 141 0,'0'0'265'0,"0"0"4"0,0 0-11 16,0 0-13-16,0 0-16 0,0 0-24 0,0 0-13 15,0 0-14-15,-5-2-20 0,5 2-6 0,0 0-26 16,0 0-9-16,23-7-16 0,-9 4-9 0,3 0-13 0,5-1-6 15,-2 0-11-15,8-1-17 0,0 1-14 0,4-2-25 16,-1 1-26-16,-2 1-27 0,-1 0-44 16,-7 1-28-16,-2 0-50 0,0-2-59 0,-6 1-164 15,-4 0-425-15,-1 2 189 0</inkml:trace>
  <inkml:trace contextRef="#ctx0" brushRef="#br0" timeOffset="128643.21">27571 10328 136 0,'0'0'288'16,"-6"-2"-5"-16,6 2-18 0,-4 0-24 0,4 0-23 15,0 0-22-15,0 0-24 0,0 0-20 0,0 0-20 16,-8 2-16-16,8 4-13 0,0 0-9 0,0 3-8 16,-1 3-9-16,1 5-10 0,0 0-16 0,0 2-10 15,0 2-17-15,1-1-9 0,-1 3-29 0,3 4-29 16,-2-8-37-16,3 6-42 0,1 0-41 0,-2-5-227 15,1-4-421-15,-2-4 186 0</inkml:trace>
  <inkml:trace contextRef="#ctx0" brushRef="#br0" timeOffset="128934.96">28006 10339 290 0,'1'-6'350'0,"0"-1"-24"16,-1 3-35-16,3-1-23 0,-2 2-32 0,-1 3-21 15,0-7-30-15,0 7-24 0,0 0-23 0,4-1-8 16,-4 1-16-16,1 10-15 0,3-3-5 0,-1 4-13 16,-2 0-8-16,0 5-7 0,1-1-13 0,-2 2 1 15,2 0-5-15,-2 0-4 0,0 0-4 0,3-2-5 16,-1-3-13-16,-1 0-9 0,-1-1-12 0,0 0-27 15,-1-2-16-15,1 1-27 0,0-2-29 0,0-1-19 0,0-2-30 16,0 0-23-16,0 1-20 0,1-3 4 0,-1 0-14 16,0-3 4-16,0 0-139 0,0 0-363 0,0 0 161 15</inkml:trace>
  <inkml:trace contextRef="#ctx0" brushRef="#br0" timeOffset="129159.03">28355 10166 49 0,'0'8'182'0,"2"6"-14"0,-2 3 6 0,0 9-10 16,0 3-4-16,-2-1-7 0,0 3-6 0,-2 2-13 16,-1 0-11-16,-5 2-12 0,-1-3-7 0,-7 13-12 15,2-13-7-15,-4 0-8 0,-8 12-16 0,-3-5-19 16,2-2-22-16,2-10-10 0,-13 3-17 0,-3-1-33 15,-4-3-32-15,2-4-58 0,-8-3-172 0,2-4-326 16,13-4 145-16</inkml:trace>
  <inkml:trace contextRef="#ctx0" brushRef="#br0" timeOffset="129475.33">26754 10184 176 0,'-21'26'170'0,"-1"1"-5"0,-3 13-14 16,4-8-19-16,-1 12-9 0,7 2-7 0,4 2-7 0,9-14-4 16,2 13-13-16,11 4-1 0,10-4 2 0,6-1-6 15,12-3-8-15,5 1-6 0,9-7-7 16,2-4-19-16,25 12-49 0,-25-22-55 0,32 9-110 0,-31-18-109 16,3-2-297-16,-3-7 133 0</inkml:trace>
  <inkml:trace contextRef="#ctx0" brushRef="#br0" timeOffset="130158.62">28703 10100 44 0,'5'-4'243'0,"1"3"-26"0,1 0-21 16,-7 1-17-16,19 5-10 0,-8-3-20 0,1 7-12 15,-3-2-12-15,4 5-19 0,-3 3-13 0,-5 2-8 16,-1 3-4-16,0 4-11 0,-4 0-4 0,-4 3-4 16,-5 0-4-16,-1 0-11 0,1-2 1 0,-4-3-8 0,3-5-3 15,-1 0-4-15,-1-4-5 0,3 1-1 0,2-3-2 16,0-3-3-16,2 1 0 0,0-4-4 16,1 0 4-16,3-1 1 0,0 0 0 0,3 0 2 15,8 0 1-15,7-2 1 0,11 2-8 0,3-4-3 0,7 0-35 16,0 0-42-16,15-4-66 0,-2-1-100 0,-13 0-136 15,3 0-393-15,5-7 175 0</inkml:trace>
  <inkml:trace contextRef="#ctx0" brushRef="#br0" timeOffset="131191.78">27431 9180 16 0,'2'-5'193'0,"1"-1"-6"0,1 1-13 0,1-1-12 16,1 1-18-16,4 0-9 0,-1-1-15 0,0-1-10 15,1 3-8-15,3 4-12 0,-2-3-12 0,1 0-13 16,0 3-5-16,-2 3-4 0,0 4-8 0,-1-2-6 15,0 5-6-15,-1 0 7 0,-2 5-10 0,-1 3-1 16,-3 0-2-16,-4 7-1 0,0 0-1 0,-3 1-9 16,-7 1-2-16,2-2 3 0,-3 0-3 0,-5 0-3 15,0 0-5-15,4-3 7 0,-2-1-1 0,4-4-8 16,-1-2 0-16,2-1 1 0,2-2-1 0,1-2 2 16,1-3-2-16,3 0-7 0,0-2 5 0,0 0 2 15,0-2 34-15,2 2 27 0,0-2 29 0,0-2 30 16,2-1 19-16,-3 3 27 0,3-3 16 0,0 0-2 15,0 0-31-15,5-12-17 0,2 4-17 0,1-1-8 16,4-6-11-16,2-1-16 0,4-2-1 0,0-3-7 16,5-1-13-16,-3 2-6 0,3-4-5 0,-1 3-12 15,1-1-15-15,0 2-19 0,0-1 4 0,-7 8 5 0,-1-1-7 16,-4 4 0-16,-3 1 2 0,-1 1-6 16,-1 4-18-16,0 0-19 0,-2 0-17 0,-3 2-24 15,3-1-14-15,-4 3 7 0,0 0 10 0,4 7 3 16,-4 1 8-16,-2 1 4 0,2 4 7 0,2 1 4 0,-4 3 3 15,4 0-4-15,3 0 4 0,0 1 3 0,3 0 1 16,2 6-4-16,8 1-3 0,3-3-25 0,0-3-38 16,5 0-44-16,2-2-58 0,-1-4-292 15,3-3-540-15,-3-1 239 0</inkml:trace>
  <inkml:trace contextRef="#ctx0" brushRef="#br0" timeOffset="131941.96">27948 8708 81 0,'9'-3'170'16,"-1"-2"-17"-16,3 1-14 0,1 1-12 0,-2 0-15 15,4 1-6-15,-2 1-6 0,0-1-13 0,1 2-12 16,-1 2-9-16,-1-1-4 0,-1 1-12 0,-2 0-5 16,2 2-7-16,-5 2 2 0,0-1-11 0,-1 1-1 15,0 3 1-15,-1-1-5 0,-3 2-2 0,-1-1 1 16,-3 1-8-16,0-1 5 0,-1 1-1 0,-2-2-2 15,0 3-13-15,-1-4 10 0,2 0-6 0,-1-2 1 16,3 3 2-16,-2-4-2 0,2 0-2 0,0 0-1 16,2 0-4-16,-1 0 3 0,1-2 0 0,0 2-4 15,2 0 3-15,0-4 7 0,4 8 14 0,1-5 3 16,0 3-7-16,7-2 10 0,-1 3-3 0,5 1 0 16,-5-1 2-16,3 2-4 0,2-1 0 0,-1 1-2 15,0 0 2-15,-2 3-6 0,2-3-3 0,-2 3-2 16,-5-2-1-16,1-2-1 0,-5 2-6 0,1 0 3 15,-4-3 0-15,0 5 0 0,-3-3-3 0,-3 1-1 0,-6-2-1 16,-1 4-14-16,-5-2-13 0,-5 1-17 16,-5 1-29-16,3-2-35 0,-3 1-57 0,8-8-141 15,1 3-324-15,0-2 144 0</inkml:trace>
  <inkml:trace contextRef="#ctx0" brushRef="#br0" timeOffset="132458.21">28611 9390 48 0,'0'0'152'15,"0"0"-12"-15,0 0-14 0,0 0-8 0,-8 0-13 16,8 0-15-16,0 0-5 0,0 0-3 0,0 0-12 16,-6 2-11-16,6-2-1 0,0 0-1 0,0 0-4 0,0 0-10 15,-7 0 5-15,7 0-3 0,0 0-4 0,0 0-11 16,0 0 3-16,0 0 0 0,0 0-4 16,0 0-2-16,0 0-1 0,0 0 20 0,0 0 1 15,16 2 3-15,1-2 2 0,3 0-6 0,6 0-11 0,3 0 9 16,3 0-6-16,1 0-2 0,4 0-1 0,3-2-7 15,0-1-1-15,12 1-3 0,-12 0-2 0,1-1-2 16,-6 1-3-16,0-1 3 0,-6 1-10 0,-10-1-6 16,-4 2-18-16,-3-2-9 0,0 3-23 0,-6-3-22 15,-2 1-46-15,-4-2-28 0,0 4-157 0,-10-6-324 16,1 1 144-16</inkml:trace>
  <inkml:trace contextRef="#ctx0" brushRef="#br0" timeOffset="132709.03">28913 9215 73 0,'0'-4'266'0,"0"4"-3"16,-1-5-11-16,1 5-23 0,-3-5-19 0,3 5-25 16,2-4-22-16,-2 4-25 0,0 0-14 0,0 0-17 15,0 0-11-15,0 0-10 0,-4 21-8 0,1-7-9 16,-1 3-10-16,-1 10-3 0,0 0-6 0,1-1-5 15,-2 1-4-15,2-1-2 0,-1 3-5 0,2 0-3 16,2 0 4-16,0-2-8 0,2-1-3 0,0-1-22 16,2-6-17-16,-2 0-36 0,4 0-34 0,-1-1-36 15,4-3-58-15,-3-2-210 0,2-5-421 0,4-1 187 16</inkml:trace>
  <inkml:trace contextRef="#ctx0" brushRef="#br0" timeOffset="132939.03">29759 9353 252 0,'3'-3'267'0,"0"0"-23"0,0-1-25 15,1 0-14-15,-1 3-25 0,1-1-22 0,1 0-17 0,3 1-25 16,1 1-28-16,1 1-41 0,2 3-51 0,1-4-35 16,-1 1-48-16,7 3-67 0,1-1-119 15,-2-3-294-15,3 2 130 0</inkml:trace>
  <inkml:trace contextRef="#ctx0" brushRef="#br0" timeOffset="133101.13">30459 9361 48 0,'6'-3'234'0,"0"-2"-24"0,0 2-20 15,0-1-22-15,5-1-13 0,-4 3-19 0,4-1-31 16,8 3-36-16,-3-2-40 0,2 1-48 16,5-1-51-16,-5-2-140 0,5 4-226 0,-3-1 100 0</inkml:trace>
  <inkml:trace contextRef="#ctx0" brushRef="#br0" timeOffset="133256.93">31030 9326 124 0,'4'-2'204'0,"4"0"-20"0,1-1-18 0,0 1-17 15,5 2-42-15,-1 0-51 0,6 0-53 0,-3 2-89 16,5-2-66-16,0 0-164 0,-3 0 73 0</inkml:trace>
  <inkml:trace contextRef="#ctx0" brushRef="#br0" timeOffset="133417.15">31617 9326 122 0,'6'-2'164'0,"3"0"-31"0,2 1-43 0,1-1-48 16,2 0-81-16,0 0-47 0,3-3-92 0,1 0 41 16</inkml:trace>
  <inkml:trace contextRef="#ctx0" brushRef="#br0" timeOffset="133591.38">31953 9260 156 0,'4'-6'238'0,"1"3"-19"16,3 1-24-16,4 0-20 0,1 2-15 0,1-3-16 15,7 1-47-15,0 3-50 0,-3 0-40 0,1-1-76 16,-7-1-160-16,2 1-246 0,0-4 109 0</inkml:trace>
  <inkml:trace contextRef="#ctx0" brushRef="#br0" timeOffset="135123.96">31623 8308 155 0,'0'0'144'0,"-4"-5"-18"16,4 5-8-16,-5-2-12 0,5 2-12 0,0 0-6 15,0 0-11-15,0 0-10 0,0 0 5 0,0 0 1 16,14 9-10-16,-1 1 1 0,5 2-8 0,6 2-1 16,6 3-11-16,3-6 1 0,13 10-4 0,5-3-9 15,-1 0-3-15,-2-1-1 0,-10-6-17 0,15 4-9 16,-3-4-10-16,-13-2-14 0,-4-4-10 0,3-2-1 15,-3-1-1-15,0-2 9 0,-6-2 2 0,-5-1 0 16,5-2 2-16,-9-3 3 0,-3 0 18 0,0-6 15 16,-3 1 17-16,-2-2 17 0,3 3 13 0,-4-5 0 15,-3 2 13-15,0-1-6 0,1-2 8 0,-1 5 3 16,-4 0-26-16,0-4 5 0,1 8-5 0,-2-4-3 16,0 2-1-16,3 3-2 0,-4-2-1 0,4 4-3 15,-4 0 0-15,0 0-2 0,1 2-9 0,2 0 0 16,-3 4-10-16,2-6-1 0,-2 3-15 0,0 3-24 15,0 0-7-15,0 0 2 0,0 0 1 0,0 0-6 16,4 16 11-16,-4-4-2 0,0 6 0 0,0 8 1 16,-4 8 4-16,-2 14 3 0,0 10 7 0,-10 22 4 15,-2 5-1-15,0 2 8 0,-7-2 4 0,-3-1 3 16,2 3 6-16,2 6 3 0,-1 1 11 0,5 5 0 16,0-2 7-16,0-3-4 0,0-10-5 0,0-4-4 15,8-26-3-15,1 1-2 0,2-2-3 0,1-2-2 16,-1 2 1-16,9-2 1 0,-5-2-5 0,4-16-5 15,-2 0-3-15,2 1 5 0,1-6-4 0,0-1-1 16,0 0 1-16,-1-8-3 0,1 0 0 0,2-2 3 16,-2 0 3-16,0-5-5 0,2 1 3 0,-1-3 0 15,0 1 0-15,-1-2-3 0,0-1-1 0,3 0 2 16,-3-2-5-16,0 0 3 0,1-2 2 0,-1-1 0 16,1 2-3-16,-1-5-1 0,0 5 2 0,0-1-1 15,0-4 2-15,0 0-3 0,2 4-2 0,-2-4 1 16,0 0-1-16,-2 5 3 0,2-5 0 0,0 0-2 15,0 0 3-15,0 0-3 0,0 0 2 0,0 0-3 16,0 0 2-16,0 3 1 0,0-3 7 0,0 0 4 16,0 0 12-16,0 0 6 0,0 0-1 0,0 0 9 15,0 0-1-15,0 0-11 0,0 0-1 0,0 0-1 16,0 0-3-16,0 0-2 0,0 0 0 0,0 0-6 16,0 0 6-16,0 0-10 0,0 0 4 0,0 0-4 15,0 0 1-15,0 0-2 0,0 0-1 0,0 0-2 16,0 0-6-16,0 0 1 0,0 0 5 0,0 0-2 15,0 0-5-15,0 0 8 0,0 0-7 0,0 0-4 16,8 0 8-16,-8 0-4 0,0 0 4 16,0 0-8-16,0 0 2 0,0 0-2 0,0 0-1 0,0 0 2 15,0 0-3-15,0 0 4 0,0 0-2 0,0 0 1 16,0 0 0-16,0 0 10 0,0 0-14 0,0 0 3 16,0 0-2-16,0 0 4 0,0 0-4 0,0 0 3 15,0 0-3-15,0 0 3 0,0 0-3 0,0 0 0 16,0 0 0-16,0 0 1 0,0 0-5 15,0 0 4-15,0 0-1 0,0 0 3 0,-3 8-4 0,3-4-1 16,0-2 1-16,0 3 2 0,0 1-2 0,-1-2 3 16,-1 1-1-16,-1 2 0 0,2-2-4 0,-2 1 8 15,3 0-4-15,-1 1 1 0,0-2-2 0,1 3 1 16,-3-2 4-16,2-1-3 0,-2 2 3 16,3-1-4-16,0-2 3 0,0 1-3 0,0 0 3 0,-1 0-1 15,-2-2 2-15,3 2-2 0,0-1 1 0,0-4 1 16,-2 5-1-16,2-5-2 0,0 4 2 0,0-4 4 15,1 4-2-15,-1-4-3 0,0 0 2 0,-1 4 9 16,1-4-10-16,0 0 2 0,0 0 0 16,0 4-1-16,0-4 3 0,0 0-2 0,0 0-1 15,0 0 2-15,0 0 0 0,0 0-3 0,0 0 2 0,0 0-3 16,0 0 1-16,0 0 4 0,0 0-2 0,0 0-1 16,0 0 3-16,0 0 0 0,0 0-1 0,0 0 0 15,0 0 1-15,0 0 0 0,0 0 0 0,0 0 1 16,0 0 12-16,0 0-4 0,0 0 1 15,0 0-2-15,0 0 2 0,0 0 0 0,0 0 0 16,0 0-3-16,0 0-6 0,0 0 3 0,0 0-1 0,0 0-1 16,0 0-3-16,0 0 1 0,0 0 5 0,0 0-12 15,0 0-2-15,0 0-2 0,0 0 3 0,-12 1 1 16,0-4-1-16,-9 3 0 0,-13-2-3 16,-5-3-3-16,-16 1-27 0,-1-1-46 0,-6 0-64 15,1-2-96-15,-4-1-272 0,5 4-558 0,8-6 248 16</inkml:trace>
  <inkml:trace contextRef="#ctx0" brushRef="#br0" timeOffset="142524.13">3216 13275 87 0,'-3'-9'138'0,"3"1"5"0,-1-1-1 0,-3-1-6 15,1-1-3-15,2 1 7 0,1-3-6 0,-2-1 0 16,2 2-7-16,-4 2-5 0,4-2 6 0,0 2-12 16,-3-2-3-16,2 2-6 0,1-1-4 0,-2 6 1 15,2-3-11-15,-2 3-7 0,1 0-8 0,1-2-12 16,-3 1-8-16,2 3-11 0,1-2-9 0,0 5-29 15,0 0-24-15,0 0 4 0,0 0-1 0,0 0 0 16,9 12 8-16,-5-2-7 0,2-1 0 0,3 6 2 16,0 1 1-16,4 0 5 0,-3 8 0 0,6-3-2 15,-1 1 4-15,-1 0-2 0,-1-5 1 0,1 4 0 16,-3-7-1-16,2 1 2 0,-1-3 1 0,-2-2 1 16,-1-2 0-16,-2 1 0 0,1-6 0 0,-2 1 6 15,2-1 2-15,-1-3 7 0,4-3 4 0,-2-3 3 16,0 0 7-16,1-4 4 0,0-3 0 0,1 0 5 15,-5-5 1-15,2 2-4 0,-3-1 2 0,0 3 1 16,-1-5-2-16,0 1 3 0,-3-1 0 0,0 2-1 16,0 5 1-16,-1 0 1 0,2 2-2 0,-2 2-1 15,0-1-3-15,0 4-7 0,2-2-4 0,-4 2-5 16,0 1-29-16,2 4-14 0,0 0 0 0,0 0 3 16,0 0 0-16,-3 21 1 0,0-4 2 0,-1 12 0 15,-1 5 2-15,1 1 1 0,-1 14 0 0,4 2 1 16,-3-1 1-16,0 2 1 0,3 0 15 0,1-1 1 15,0-1 0-15,0-1 2 0,0 1 3 0,4 2 3 16,1 0-2-16,0-4 1 0,0 1 2 0,1-13-2 16,2 11 0-16,-2-12-20 0,2 11 8 0,-2-14-7 15,-2 0 7-15,3-1-4 0,-1-3 0 0,-1 2 0 16,-1-5 2-16,0 2-1 0,-2-4 0 0,0-3 0 16,-2-2 5-16,1-1-3 0,-2-2-4 0,-1-2 2 15,1 0 1-15,-1-1 2 0,-2-4 1 0,0 3 0 16,0 0 2-16,-2-4-2 0,-1 2-6 0,1-1 7 15,2-3-2-15,-1 0 5 0,1 0-2 0,-2 0 1 16,1-1 1-16,0-2 9 0,-2 1-8 0,-3-3-2 16,4 0 12-16,-2-2-2 0,-5 0 1 0,0-3 3 15,-1-1 10-15,-1-4 3 0,-3-2 2 0,-4-9 0 16,1 3 3-16,3-5 7 0,-3-6-2 0,-7-12-2 16,8-4-3-16,4-6-2 0,1-3-7 0,5-5-4 15,2-25 2-15,9 24-8 0,6 0 0 0,12-19 0 16,-5 26-2-16,4 5 1 0,5-1-5 0,5 3-1 15,0 3-2-15,4 2 1 0,0 5-1 0,5-2 0 16,-11 14-1-16,-2-2 0 0,4 7-2 0,-6 0 7 16,-6 6-9-16,0 3-3 0,-7 1 1 0,1 2-2 15,-3 0 7-15,0 4-8 0,-2 0 1 0,0 1-26 16,-1-1-21-16,1 1-3 0,-5 2-6 0,0 0-2 16,5 5-6-16,-5-5-7 0,0 8-4 0,0 1-12 15,-5-1-7-15,0 4-17 0,-4 4-40 0,3 0-26 16,-2-2-39-16,-5 0-181 0,6 1-431 0,3-3 192 15</inkml:trace>
  <inkml:trace contextRef="#ctx0" brushRef="#br0" timeOffset="144506.22">4202 13498 45 0,'0'0'101'0,"-5"-2"-11"0,5 2-6 15,0 0-8-15,-6-2-3 0,6 2 5 0,0 0-6 16,-7-1-3-16,7 1-8 0,0 0-1 0,-5-2-6 0,5 2-4 16,0 0-6-16,-7-1-2 0,7 1 1 0,0 0-1 15,-3-2-2-15,3 2 4 0,0 0-7 0,0 0 0 16,0 0-1-16,0 0-2 0,0 0-1 16,0 0-2-16,-6-2-3 0,6 2-5 0,0 0-1 15,0 0-6-15,0 0 3 0,0 0-3 0,19-5-2 0,-6 1 2 16,6 3 0-16,10-6-3 0,0 2 4 0,6 0 6 15,0-3-6-15,2 2 2 0,2 0 6 0,0-3 3 16,-4 4-3-16,1-4-1 0,-4 5 1 16,1-3-5-16,-5 3 0 0,-6 0-3 0,-4 1-3 15,-5 0 2-15,0 1-4 0,-2 0-3 0,-2 2 2 0,-4-3 5 16,0 3-19-16,0-1-12 0,-5 1-2 0,0 0-6 16,5 4-14-16,-5-4-19 0,-6 7-26 0,-4-1-23 15,-2 0-44-15,-2 1-86 0,0 1-256 0,4-1 114 16</inkml:trace>
  <inkml:trace contextRef="#ctx0" brushRef="#br0" timeOffset="144979.99">4195 13772 45 0,'0'0'152'15,"-9"0"-9"-15,9 0-10 0,-3 2-12 0,3-2-10 16,0 0-6-16,0 0-7 0,0 0-9 15,0 0-7-15,-8 0-9 0,8 0-8 0,0 0-1 0,0 0-5 16,0 0-9-16,-3 2 3 0,3-2-10 0,0 0-1 16,0 0-3-16,0 0-8 0,0 0-2 0,0 0-2 15,0 0-6-15,0 0-1 0,0 0-4 0,0 0 4 16,0 0-3-16,16-5-2 0,-3 1-1 16,9 1-2-16,10-2-2 0,6-2 0 0,13 1 2 0,5-3-3 15,1 2 2-15,0-5-8 0,0 2 8 0,2 1-6 16,-2-3 8-16,-1 2 5 0,0 1 5 0,-1-1 2 15,-4 1-2-15,-16 3-5 0,-2 2 1 0,-5-1 0 16,-8 2 3-16,1 1-8 0,-6-1 0 16,-3 1-2-16,-3 1 1 0,-1 0-4 0,-1-2 0 0,-2 2-3 15,1 0-2-15,-2 1-8 0,-4 0-16 0,0 0-22 16,9 0 0-16,-9 0-21 0,0 0-26 0,-3 7-37 16,3-7-39-16,-10 5-97 0,7-3-283 0,0 1 124 15</inkml:trace>
  <inkml:trace contextRef="#ctx0" brushRef="#br0" timeOffset="147272.99">6068 13222 29 0,'4'-4'119'0,"-3"-1"-3"16,4-3-9-16,-1 3-6 0,4-1-5 0,-6 1-6 15,2-2 4-15,1-2-4 0,-1 0 7 0,0 2-17 16,-2-3-3-16,1 2-2 0,-2-1 6 0,2 0-9 16,-3-1-2-16,0 4-4 0,0-2-9 0,-3-2-4 0,1 3-2 15,-2-2-6-15,-1 3-8 0,-3-1-4 0,2 2-7 16,-7 0-1-16,3 0-3 0,-4 3-4 16,-6 0-4-16,1 2 2 0,-1 4-2 0,1-1 0 15,-3 5-5-15,-5 3-3 0,-1 0 1 0,0 4-5 0,-4 2 0 16,5 2-1-16,1 2 9 0,2 5-11 0,-3 1-2 15,6 2 4-15,-1 2-9 0,-2 10 5 0,6-14-1 16,4 5 0-16,0-2 3 0,3-3-1 16,5 2-1-16,1-3 1 0,4-1 1 0,1-5 2 15,1-1 0-15,4-1-3 0,-4 0 1 0,7-2 3 0,-3-1 2 16,3-2-3-16,2-1 4 0,-1-3 8 0,3-3 9 16,-1 0 5-16,2-1 10 0,5-2 11 0,0-1 6 15,1-2 3-15,0-2 10 0,0-5 6 0,0 2 14 16,-2-2 1-16,-1-3 4 0,2 0 7 15,-5 0 5-15,0-2 5 0,1-2-4 0,-4-1 2 0,3-2-7 16,-3-1-10-16,-1-5-6 0,1-1-14 0,-1 0-2 16,-1-1-6-16,-2 6-11 0,1-5-4 0,-2 5-2 15,1 1-7-15,-3 2 0 0,1-1-10 0,-1 2-2 16,0 3-1-16,0 0-6 0,0 4 2 16,-1 2 6-16,0-1-10 0,-2 3 3 0,1-1-11 0,2 1-4 15,-3 4-5-15,0-6-11 0,0 6-7 0,0-3-11 16,0 3 2-16,0 0-1 0,0 0 4 0,3 21 0 15,-1-11 8-15,-2 2 2 0,0 7-5 0,1 0 5 16,-2 4-2-16,2-3 1 0,-1-2 3 0,-1 3 1 16,2 0 2-16,2-2 0 0,-2-2 1 0,1 0 0 15,1 0 0-15,0-5 2 0,-3 0 3 0,6-3 0 16,-6-1 0-16,4-1 4 0,0-1 3 0,1-2 1 16,4 4 2-16,5-4 1 0,4-4-1 0,10 2-2 15,4-4-36-15,1 0-41 0,4-3-46 0,0 0-54 16,3-3-63-16,-3-1-275 0,13-6-551 0,-3-2 244 15</inkml:trace>
  <inkml:trace contextRef="#ctx0" brushRef="#br0" timeOffset="147805.78">6573 13447 109 0,'1'-4'234'0,"-1"0"-7"0,0-1-12 0,0 5-12 15,1-4-20-15,-1 4-13 0,0-4-19 0,0 4-18 16,0 0-16-16,0 0-13 0,-1-5-15 0,1 5-10 16,0 0-10-16,0 0-9 0,-8 9-3 0,2 0-7 15,2 2-9-15,-1 1-1 0,-2 3-6 0,-1 2-9 16,0-1 2-16,3 2-3 0,1-2-2 0,-1 2-5 15,1-3 0-15,3 1-3 0,1 0-2 0,0-6 3 0,5 2-1 16,-1-3-2-16,1 0 3 0,0-1 3 16,4-3 0-16,5-1 8 0,4 0 3 0,1-4 1 15,1-3 0-15,-3-1 2 0,2-1 2 0,-2-4 6 16,-2 1-2-16,-5-1 6 0,4-1-1 0,-2-3-3 0,-7 1 5 16,-1-1 4-16,1 0-11 0,-4-3-7 0,-7 0-7 15,2-2-3-15,-5 2-13 0,0-1-11 0,-5 1-7 16,-6 0-6-16,-5 2-9 0,1 2-14 15,-1 0-15-15,7 7-21 0,-2 2-31 0,0 3-35 16,2 2-41-16,-1-1-64 0,0 2-141 0,7 2-419 0,2 0 185 16</inkml:trace>
  <inkml:trace contextRef="#ctx0" brushRef="#br0" timeOffset="148822.26">7177 13105 5 0,'8'-4'129'0,"-2"4"-26"0,2 0 0 15,2 4-16-15,1 1-10 0,2-1-12 0,3 5-8 16,-1 1 0-16,0 4-2 0,2 5-27 0,-1 4 16 16,0-2 1-16,-6-3-5 0,0 8-7 0,-2 0-5 15,2 3-7-15,-6-2 7 0,0 0-6 0,-3 1 6 16,-2-1-8-16,-3 2-2 0,-1-3 6 0,-4 0 11 15,0-3-3-15,-3 0 6 0,5-5-9 0,-5-1 3 16,2 0 12-16,-1-3-20 0,2-2 7 0,1-1 0 16,-1-4-6-16,1 3 4 0,3-4 9 0,1-2 0 15,1 1 17-15,0-1 11 0,-1-2 21 0,1 1 15 0,1 0 17 16,2-3 7-16,-4 4 7 0,4-4 12 0,-2 2 7 16,2-2 17-16,0 0 5 0,0 0-22 15,0 0-12-15,4-12-13 0,0 2-16 0,6-4-11 16,-3-3-8-16,5-5-8 0,3-2-16 15,-2 1-6-15,2-5-6 0,2-1-11 0,2 0-5 0,-4 0-5 0,2-2-5 16,-2 2-2-16,-1 2-4 0,2 3 0 0,-5 0 0 16,-2 7-10-16,1 2-2 0,-1-1 6 15,-5 6-1-15,1 1-5 0,-2 3-6 0,-1 0 0 16,1 2-10-16,1 0-6 0,-2 1-16 0,1 1-22 0,-3 2-8 16,0 0 3-16,0 0 7 0,-2 13 3 0,2-4 5 15,-1 9 1-15,-4 0 3 0,3 6 4 0,-1 3 7 16,-1-2-1-16,2 0 0 0,6 0 2 15,-2 1 3-15,3-6 1 0,7 2 1 0,3-1 15 16,2-1-10-16,8 0 7 0,2-4-12 0,7-3-42 0,15-2-57 16,-9-4-81-16,12-2-118 0,3-3-170 0,-5-6-523 15,-12-2 232-15</inkml:trace>
  <inkml:trace contextRef="#ctx0" brushRef="#br0" timeOffset="149440.88">7752 12767 16 0,'12'5'127'15,"-1"0"-1"-15,3 7-8 0,-1-1 0 16,1 2-4-16,0 4-3 0,6 3-3 0,-3 0-7 15,0 3-5-15,-4-1-2 0,0 2-7 0,-2-2-7 0,-2 4-4 16,-3-2-7-16,2-1-8 0,-6 1-5 0,0-4-1 16,0-4-4-16,-4 1-9 0,-1-2 3 0,2-3 12 15,-2-2 9-15,-2 1 14 0,1-4 6 0,-1 1-4 16,0-3 7-16,0-2 4 0,0 1 9 0,-3-3 12 16,3-1-1-16,-1-4-4 0,1 2 2 0,-3-3 4 15,2-5-3-15,0 3-12 0,3-7-20 0,1-3 10 16,2-1-21-16,2-8-2 0,3 0-6 0,6 0-9 15,-1 0-4-15,3-2-10 0,5 1-21 0,-1 1-16 16,3 0-11-16,-2 3-27 0,0 0-28 0,1 5-30 16,-2 4-32-16,-2 4-41 0,3-1-52 0,-4 3-278 15,2 3-538-15,-4-2 239 0</inkml:trace>
  <inkml:trace contextRef="#ctx0" brushRef="#br0" timeOffset="150854.97">8790 12494 16 0,'-3'-5'175'0,"2"-2"-3"0,1 0-8 0,1 2-4 15,-1-5-6-15,0 5-13 0,3-1-6 0,-2 0-14 16,-1 0-8-16,0 1-20 0,0 2-4 0,0 3-15 0,0-7-12 16,0 7-12-16,0 0-8 0,0 0-1 0,5 12-6 15,-2 0-6-15,-1 8-1 0,1 12-3 0,1 5-4 16,-2 10-4-16,0 8 0 0,-4 0-3 16,-2 1-2-16,0 4 2 0,-3 25-9 0,2-27 3 0,-4 34-1 15,0-10 1-15,1-2 8 0,3-21 6 0,-3 0 6 16,3-2 6-16,1-2 0 0,1 0 2 0,0-6-4 15,4-1-2-15,-2-3-4 0,2-11-3 0,-2 1 1 16,2-2-1-16,1 1-5 0,-1 0-6 16,-1-4 4-16,-1 1-4 0,1-5-1 0,1 1-3 0,-1-8 17 15,-1 1-2-15,2-2-1 0,-4 0-5 0,3-1-3 16,0 0 0-16,-1 0-3 0,0-2 0 0,1 1 2 16,-2 1-6-16,1-2 2 0,0-3 1 0,0 3-2 15,-3-3-2-15,4 1 1 0,-1-2-1 0,-2 5-1 16,2 1 0-16,-1-2 0 0,1-6-1 0,0 5 2 15,0-1-3-15,-2-2 3 0,3 1-1 0,-1-1 0 16,1-1 1-16,0 1-5 0,-2-2 3 0,1 0-1 16,1 0 1-16,0-1-2 0,0 0 1 0,0-3-1 15,0 2 1-15,0-1-3 0,0-1 2 0,-1 1 0 16,1 0-3-16,0-1 3 0,-1 1-1 0,1-1-2 16,-3-1 2-16,3-1 1 0,0 3-2 0,0-6-2 15,0 6 3-15,-1-3 0 0,1-3 0 0,0 5-1 16,0-5 3-16,-2 6 1 0,2-6-4 0,-1 3 4 15,1-3-2-15,0 0 2 0,-1 3-2 0,1-3 1 16,0 0-4-16,0 0 3 0,0 0 1 0,0 4 0 16,0-4-1-16,0 0 1 0,0 0 1 0,0 0-2 15,0 0-1-15,0 0 0 0,0 0 4 0,0 0-7 16,0 0 1-16,0 0 0 0,0 0 0 0,0 0-3 16,0 0 2-16,0 0 0 0,-1 5 0 0,1-5 4 15,0 0-4-15,-4 3 2 0,4-3 0 0,0 0-1 16,0 0 2-16,0 5-2 0,0-5 4 0,0 0-3 15,0 0 0-15,0 0 2 0,0 0 0 0,0 0 0 16,-1 2 8-16,1-2 5 0,0 0 3 0,0 0 3 16,0 0 3-16,0 0-1 0,0 0-1 0,26-7-1 15,3-3-2-15,8 2-14 0,21-8-35 0,5-5-49 16,27-10-61-16,4-6-122 0,-3-5-145 0,-7-6-440 16,-6-2 195-16</inkml:trace>
  <inkml:trace contextRef="#ctx0" brushRef="#br0" timeOffset="151400.97">8763 12570 95 0,'0'0'203'0,"-8"-1"-7"0,8 1-19 16,0 0-12-16,0 0-14 0,0 0-17 0,0 0-15 15,0 0-8-15,22-3-12 0,7 1-9 0,6-1-9 16,4-1-7-16,20-3-43 0,1 2-30 0,4 0-41 15,27-3-58-15,-31 1-168 0,5 1-286 0,-2 0 127 16</inkml:trace>
  <inkml:trace contextRef="#ctx0" brushRef="#br0" timeOffset="151855.04">9472 13111 140 0,'-4'-11'262'15,"4"0"-6"-15,0 1-9 0,-2 3-9 0,2 1-10 16,0-2-16-16,-2 4-20 0,2-2-23 0,0 1-21 16,-1 1-17-16,1 4-15 0,0 0-22 0,0 0-5 15,0 0-13-15,0 0-10 0,5 16-4 0,-4 1-7 16,3 3-8-16,4 6-3 0,-4 3-6 0,2 2 5 15,-2 1-16-15,1-3-1 0,-1 8-4 0,1-4 1 16,-1-3-5-16,6-3 2 0,-6 1-3 0,-3-9-1 16,3 1-9-16,0-3-17 0,-3 0-23 0,3-5-21 15,-1-1-21-15,-2-1-23 0,-1-2-11 0,5 1-26 0,-4-1-20 16,2-4-26-16,-2 0-46 0,3-3-115 16,-1 2-371-16,-3-3 164 0</inkml:trace>
  <inkml:trace contextRef="#ctx0" brushRef="#br0" timeOffset="152274.01">10489 13162 66 0,'0'0'162'0,"-10"2"1"0,10-2-11 15,0 0-3-15,0 0-9 0,0 0-9 0,-6 0-2 16,6 0-7-16,0 0-2 0,0 0-6 0,0 0-11 15,0 0-5-15,0 0-11 0,0 0-10 0,0 0-7 16,17-5-7-16,-4 1-1 0,10-1-12 0,5 2-7 16,3-2-3-16,1-2-2 0,0 2-6 0,4-3-3 15,-2-1 0-15,1 2-4 0,-1 2 1 0,3-2 1 16,-7 2-3-16,-1-1 1 0,-8 2 0 0,-4 0-5 16,0 1-2-16,-3 2 2 0,-5-2-4 0,-1 2 0 15,-1 1-3-15,-2-1-1 0,-5 1-3 0,8-1-13 16,-8 1-26-16,7-3-30 0,-7 3-29 0,0 0-28 15,0 0-36-15,0 0-196 0,-15 9-378 0,10-8 168 16</inkml:trace>
  <inkml:trace contextRef="#ctx0" brushRef="#br0" timeOffset="153421.14">12028 12548 144 0,'1'-1'187'16,"-1"1"-22"-16,4-9-8 0,-3 8-9 0,-1 1-11 16,5-2-14-16,-5 2-19 0,0 0-8 0,3-5-19 15,-3 5-6-15,0 0-7 0,0 0-9 0,0 0-6 16,0 0-7-16,4 10-7 0,-4-3 1 0,0 5-8 16,-3 1-3-16,0 6 0 0,-5 3 0 0,1 6-2 15,-1-1-8-15,-2 0-2 0,-2 4 6 0,0-4-10 16,-2 0 5-16,1 2-3 0,3-3-7 0,0 0 0 15,1-3 3-15,2-4-5 0,5-1 7 0,-6 0-4 16,4-1-2-16,3-2 4 0,-3-6-8 0,4 5 2 16,-1-3 0-16,1-1 2 0,-3-1 5 0,6-4-6 15,-6 2 0-15,3-2 6 0,3 0-1 0,-3-1 1 16,1 0 16-16,-1 0 13 0,4-2 5 0,0 3 6 16,0-4-2-16,1 1 4 0,1 0-4 0,3-1-2 15,5-1-5-15,-1 1-2 0,5-2-6 0,1 0-3 16,1 1-2-16,1-2-13 0,-1 0-20 0,3 1-24 15,4-3-34-15,-4 1-30 0,5-4-29 0,-8 0-49 16,-1 2-160-16,0 0-359 0,-1 2 159 0</inkml:trace>
  <inkml:trace contextRef="#ctx0" brushRef="#br0" timeOffset="153626.99">12228 12900 208 0,'0'0'284'0,"-2"-4"-16"16,2 4-19-16,0 0-18 0,-3-3-24 0,3 3-26 16,0 0-23-16,0 0-21 0,0 0-19 0,0 0-18 15,-2 12-11-15,2 0-7 0,0 4-10 0,-2 2-6 0,4 11-7 16,-1 5-4-16,0-2-6 0,2 2-16 16,1 13-4-16,-2-13-3 0,3 1-27 0,-2-1-36 15,1 2-36-15,0 0-27 0,-1-2-56 0,0-2-233 16,-3-1-422-16,-1-4 186 0</inkml:trace>
  <inkml:trace contextRef="#ctx0" brushRef="#br0" timeOffset="154488">11680 13660 80 0,'0'0'198'0,"-4"1"-14"16,4-1-13-16,0 0-13 0,0 0-16 0,0 0-11 15,-11-3-13-15,11 3-5 0,0 0-15 0,-4-1-6 16,4 1-5-16,0 0-7 0,0 0-9 0,0 0-6 15,0 0-4-15,0 0-4 0,0 0-7 0,-3-4-9 0,3 4-5 16,0 0 1-16,0 0-4 0,0 0-7 16,0 0 1-16,0 0-3 0,0 0-3 0,0 0-4 15,0 0-2-15,0 0-3 0,0 0 4 0,0 0-7 16,0 0 4-16,0 0-5 0,0 0-1 0,0 0-1 16,0 0-2-16,0 0-2 0,0 0 2 0,0 0 1 0,0 0 0 15,0 0 0-15,0 0-3 0,0 0 1 16,0 0-1-16,0 0 1 0,0 0 3 0,0 0-3 15,0 0 0-15,0 0 0 0,0 0-2 0,0 0 2 16,0 0-2-16,0 0 2 0,0 0-1 0,0 0-9 0,0 0 10 16,0 0-1-16,0 0 0 0,13-2-1 0,1 0 3 15,9-1 3-15,12-2-4 0,17-1 8 0,4-2-2 16,12-1 5-16,28-2 5 0,2-1 6 16,3 0 9-16,0 0 5 0,1-3 6 0,2 1 8 0,1 4 4 15,-3-4 0-15,0 1-1 0,-3-2-1 0,-7 2-5 16,-30 3-6-16,2 2-2 0,-8 0-4 0,-1 0 6 15,-18 0-12-15,-2 3 0 0,-4 0-2 0,-1-2-6 16,-12 3 2-16,-4 2 2 0,-1 2 2 0,-7-3-1 16,3 0 0-16,-5 2-3 0,3 0-6 0,0 1 6 15,-3-3-26-15,-4 3-22 0,0 0-25 0,0 0-24 16,0 0-32-16,-27 12-32 0,8-4-44 0,1-1-50 16,-11 0-208-16,-1 3-472 0,3-3 209 0</inkml:trace>
  <inkml:trace contextRef="#ctx0" brushRef="#br0" timeOffset="155521.14">11900 13938 126 0,'0'-4'179'16,"1"-1"-11"-16,-1-2-15 0,4 3-11 0,1 0-7 15,3 1-18-15,-2-1-8 0,1 2-14 0,-1 1-11 16,7-2-7-16,-4 3-12 0,1 3-7 0,3 0-7 15,-3 4-4-15,0 0-9 0,5 5 4 0,-3 1 1 16,1-1-5-16,-2 5-3 0,0 0-4 0,-1 2-5 16,0 4 1-16,-4 2 15 0,3 0-4 0,-4-1-5 15,-2-5 0-15,-2 5-2 0,-1-5-3 0,-1-1-3 16,-3 1 0-16,0-2-8 0,-1-2 3 0,1-2-1 16,1-3-1-16,-1 0 16 0,1-3 4 0,1 0 14 15,0-4 27-15,-2 2 24 0,3-2 40 0,1-3 40 16,-3 5 35-16,3-5 2 0,0 0 0 0,0 0-23 15,-7-12-30-15,4 1-16 0,3-1-17 0,3-7-18 16,0-6-10-16,4-3-9 0,0-1-15 0,2 0-6 16,3-3-11-16,1 1-9 0,1-3-9 0,3 5-5 15,-3 0-4-15,0 2-2 0,-1 1-6 0,-2 11-11 16,-3 1-10-16,-2 1-13 0,-1 2-22 0,0 3-42 16,0 4-44-16,-2 1-45 0,2 0-17 0,-1 2-14 15,-4 1-12-15,12 2-25 0,-4 3-23 0,0 3-46 16,-1 0-253-16,3-1-591 0,1 6 262 0</inkml:trace>
  <inkml:trace contextRef="#ctx0" brushRef="#br0" timeOffset="155871.14">12591 14081 73 0,'0'0'193'0,"0"0"-12"0,0 0-15 0,-5 2-14 15,5-2-14-15,0 0-12 0,0 0-18 0,-5 2-7 16,5-2-11-16,0 0-7 0,0 0 0 0,0 0-12 16,0 0-5-16,0 0-6 0,0 0-6 0,0 0 1 15,0 0 2-15,0 0-2 0,0 0 4 0,0 0 5 16,0 0-3-16,0 0-2 0,0 0-3 0,0 0-1 15,0 0-2-15,0 0-4 0,0 0-1 0,23-4-1 16,-12 0-4-16,5 0-4 0,-2 0-3 0,3 2-2 16,3-3-4-16,-1 2-3 0,0 0-3 0,-1-2 1 15,0 4-5-15,-4-2 0 0,-4-2-2 0,1 2-1 16,-4 2-7-16,1-2-22 0,-3 2-19 0,1 0-24 16,-6 1-43-16,7-3-41 0,-7 3-43 0,0 0-200 15,0 0-414-15,0 0 184 0</inkml:trace>
  <inkml:trace contextRef="#ctx0" brushRef="#br0" timeOffset="156187.72">13013 13855 94 0,'1'-1'353'0,"-1"1"-21"0,0-5-16 15,3 2-29-15,-3 3-31 0,1-4-27 0,-1 4-25 16,3-3-23-16,-3 3-26 0,0 0-14 0,0 0-26 16,0 0-6-16,6 12-17 0,-1-2-9 0,3-3-10 15,-4 5-5-15,2 8-11 0,-1-3 1 0,3 7-9 16,-2-5 1-16,2 4-10 0,-3-5-1 0,-1 2-8 16,1-2-2-16,-1 0 1 0,1 0-6 0,-3 0 2 15,1-6-4-15,-2 1 2 0,2-3 0 0,-2-1-22 16,0-1-21-16,1-2-20 0,-2-1-13 0,1 0-10 15,-1-2-8-15,2 1 1 0,-2-1-5 0,0-3-2 16,0 5-7-16,0-5-4 0,0 0-15 0,0 0-104 16,0 0-46-16,0 0-149 0,-9-17-433 0,8 8 191 15</inkml:trace>
  <inkml:trace contextRef="#ctx0" brushRef="#br0" timeOffset="156421.06">13312 13677 160 0,'0'0'203'0,"8"7"-4"15,-5-1-8-15,4 3-11 0,-2 0-9 0,-1 6-7 16,3 5-6-16,2 4-1 0,-1 0-10 0,-1 7-9 16,-3 1-7-16,-1-1-11 0,-3 5-12 0,-3 0-10 15,-3 8-8-15,1-7-10 0,-8 8-8 0,-2-11-4 16,1-2-8-16,-5-1-7 0,-1-2-14 0,-1-2-19 15,-6 0-17-15,-1-1-25 0,-12 3-19 0,-4-2-66 16,-3-4-66-16,-5-2-239 0,-1-5-445 0,-2-2 197 16</inkml:trace>
  <inkml:trace contextRef="#ctx0" brushRef="#br0" timeOffset="156741.99">11619 13883 74 0,'0'0'218'0,"-3"-8"-24"0,3 8-21 0,-1-3-16 15,1 3-21-15,0 0-14 0,0 0-14 0,-3 12-6 16,1 0-8-16,-2 4-3 0,-1 8-1 0,-1 2-10 16,-1 4-5-16,1 3-8 0,-2-1-5 0,3 4-9 15,1-1-4-15,4 1-7 0,1 0 0 0,6-2-6 16,2 0-2-16,4-5-2 0,7-1 2 0,3-3 2 16,9-2-5-16,15 2-2 0,6-5-26 0,3-9-44 15,5-3-84-15,7-5-225 0,29-3-379 0,-32-6 167 0</inkml:trace>
  <inkml:trace contextRef="#ctx0" brushRef="#br0" timeOffset="157653.97">13680 13600 138 0,'4'-3'206'0,"-4"3"-17"16,0 0-19-16,0 0-15 0,7 0-19 0,-7 0-10 16,0 0-12-16,12 3-9 0,-4-3-14 0,-2 2-1 15,0 5-13-15,2-2-3 0,1 0-3 0,-1 2-4 16,-3 3-7-16,0-2-2 0,0 3-7 0,1-1-5 16,-3 0-4-16,-1 2-2 0,0 1-7 0,-1-1-2 15,0-1-2-15,-2 1-3 0,1 3-2 0,-1-4-1 16,1-3-3-16,-3 4-12 0,2-2 7 0,1-3 2 15,-1 0-1-15,-1-1-2 0,1-1-4 0,0 2 0 16,-2-3-2-16,2-1 5 0,1 1-3 0,0-4 5 16,-1 5 8-16,1-5 0 0,0 3 6 0,0-3 7 15,0 0 2-15,0 0 4 0,-1 5 8 0,1-5 1 16,0 0 6-16,0 0 7 0,0 0-3 0,0 0-1 16,0 0 6-16,0 0-6 0,0 0 7 0,0 0-4 0,0 0 1 15,0 0-1-15,0 0-3 0,0 0 1 0,0 0 0 16,0 0-3-16,0 0 2 0,2 3-6 15,-2-3-3-15,0 0-9 0,14-4-2 0,0 2-6 16,13-5-8-16,5 0 3 0,1 4-6 0,7-3 0 0,11-7-4 16,-1 7-3-16,-12 0 0 0,16 0 1 0,-16 2 11 15,-5 1-7-15,-1-3 4 0,-1 3 2 0,-7-2-2 16,-5 3 6-16,-6 1-1 0,1-1 5 16,-2 2-9-16,-6-2 6 0,2 1-2 0,-2-1-1 15,-1 2-1-15,-5 0-10 0,8 0-15 0,-5-3-28 0,-3 3-60 16,0 0-51-16,0 0-63 0,0 0-68 0,-19 8-352 15,7-5-670-15,0 1 296 0</inkml:trace>
  <inkml:trace contextRef="#ctx0" brushRef="#br0" timeOffset="159437.01">14049 12808 50 0,'11'-7'153'0,"1"3"-6"0,1-1-5 0,0 2-10 16,1 1-17-16,-1 2-13 0,-2 0-13 0,2 0-11 15,0 2-10-15,-2 1-2 0,1 3-9 0,0 6-6 16,-1-1-9-16,-2-2 0 0,-1 5-7 0,0 1-2 15,-4 2-2-15,1 1-7 0,-5 0 5 0,0 2-3 16,-2-2 1-16,-1 3-1 0,-1 2 11 0,-4-3-4 16,1-3-6-16,-1 1 4 0,-1 0-4 0,2-1-4 15,-5-1 0-15,6-5 4 0,-3 3-9 0,0-6 5 16,5 1-5-16,-1-3 2 0,2 2-1 0,1-3 13 16,-1-2 23-16,1-1 14 0,-1 3 20 0,2-3 15 15,1-2 19-15,-3 5 11 0,3-5 15 0,0 0-5 0,0 0-16 16,0 0-11-16,7-14-15 0,-1 6-14 15,2-3-5-15,2-4-4 0,0 3-9 0,4-10-9 16,2 1-8-16,-1-1-3 0,4-2 0 0,-5 2-7 16,4 0-9-16,-3 0-4 0,2 1 12 0,-7 6-13 0,-1 1-2 15,-1 4 10-15,-2 1 10 0,-2 3-18 0,0 1-7 16,1 1-5-16,-3-1 7 0,1 1-27 16,0 1-16-16,-3 3-11 0,0 0 4 0,0 0-1 15,0 0 2-15,-7 19 3 0,0-9-1 0,2 6 3 0,-2 1 0 16,6 3-1-16,-2-3-3 0,6 11 3 0,2-3 6 15,4 2 2-15,5-1 0 0,6 1-12 0,5-4-28 16,15 5-37-16,5-2-57 0,8-6-73 16,0-4-313-16,9-3-577 0,-1-5 256 0</inkml:trace>
  <inkml:trace contextRef="#ctx0" brushRef="#br0" timeOffset="160436.97">15479 13039 174 0,'0'0'200'0,"-5"2"-5"0,5-2-14 16,0 0-11-16,0 0-9 0,0 0-12 0,0 0-13 15,0 0-6-15,-9 0-10 0,9 0-7 0,0 0-5 16,0 0-11-16,0 0-7 0,-1-5-11 0,1 5 0 15,0 0-12-15,0 0-4 0,0 0-5 0,0 0-4 16,0 0-6-16,0 0-2 0,0 0-2 0,0 0-2 16,0 0-1-16,0 0-3 0,0 0 1 0,0 0-4 15,0 0-1-15,0 0 0 0,0 0 4 0,0 0-8 16,0 0-6-16,0 0-1 0,0 0-3 0,0 0-1 16,0 0-1-16,0 0-3 0,0 0-1 0,0 0-1 15,0 0-3-15,0 0-2 0,0 0 2 0,0 0-5 16,0 0 0-16,0 0 1 0,0 0 2 0,0 0 1 15,0 0 8-15,0 0 1 0,0 0 1 0,0 0 3 16,0 0 7-16,0 0-4 0,0 0 3 0,0 0-4 0,0 0-1 16,0 0-4-16,0 0 1 0,0 0-4 0,0 0-3 15,0 0 2-15,0 0-3 0,0 0-3 0,0 0 1 16,0 0-3-16,0 0 4 0,0 0-4 16,0 0-1-16,0 0 1 0,0 0-4 0,0 0 3 0,0 0-1 15,0 0-4-15,0 0 1 0,0 0 2 0,0 0-4 16,0 0 4-16,0 0-1 0,0 0-4 0,0-5 4 15,0 5-3-15,0 0 3 0,0 0-3 0,0 0 1 16,0 0 0-16,0 0 4 0,0 0-5 0,0 0 2 16,0 0-2-16,0 0-2 0,0 0 4 0,0 0-2 15,0 0 3-15,0 0-1 0,0 0-1 0,0 0-3 16,0 0 7-16,0 0-5 0,0 0 0 0,0 0 0 16,0 0-2-16,0 0 1 0,0 0 1 0,0 0-1 15,0 0 0-15,0 0-2 0,0 0 3 0,0 0 3 16,0 0-2-16,0 0 0 0,0 0-2 0,0 0 2 15,0 0 0-15,0 0 0 0,0 0-3 0,0 0 4 16,0 0-1-16,0 0 7 0,0 0-2 0,0 0 13 16,0 0 1-16,0 0-5 0,0 0-3 0,13-5 4 15,-2 2-10-15,8-3 1 0,8 3-1 0,5-4 0 16,1 0 0-16,3 1-4 0,0-1 3 0,15 0-1 16,-15 0-1-16,3 0-2 0,-2 2 4 0,2-1-6 15,-5 0 0-15,1 0-4 0,-6 4-6 0,-9-2-10 16,1 0-2-16,-7 3-13 0,-4-2-13 0,-1 1-17 15,-1 2-18-15,-3-1-30 0,0 0-34 0,-5 1-29 0,0 0-11 16,0 0-12-16,-23 0-22 0,5 0-164 16,-1 0-416-16,-3 0 185 0</inkml:trace>
  <inkml:trace contextRef="#ctx0" brushRef="#br0" timeOffset="160612.94">15680 12876 28 0,'0'-6'233'0,"-3"1"6"0,2 4 0 0,0-4-1 16,1 5-9-16,-2-6-17 0,1 3-23 0,1 3-23 0,0 0-20 16,0 0-22-16,0 0-13 0,0 0-13 0,-1 14-5 15,-3-2-9-15,3 6-10 0,-4 10-2 0,1 5-5 16,0 2-4-16,-2 13-4 0,2-2-6 16,-1 5-38-16,-2-2-45 0,1 4-64 0,-3-7-83 15,1-8-246-15,-1-9-456 0,1-4 202 0</inkml:trace>
  <inkml:trace contextRef="#ctx0" brushRef="#br0" timeOffset="161571.19">17084 12356 113 0,'0'-8'216'0,"0"2"-13"0,0 1-13 0,0 2-14 15,0-2-19-15,0 5-14 0,0-7-20 0,0 6-12 16,0 1-16-16,0 0-11 0,0 0-12 0,0 0-10 15,-3 20-5-15,2-3-10 0,-5 10 2 0,-2 2-9 16,-1 5-7-16,-5 10-5 0,3 6-3 0,2-5 0 16,2-10-5-16,1 2 0 0,-2-3-3 0,3-1-9 15,1-4 5-15,2-1 2 0,-1-2-8 0,-2-8 2 16,4 0 0-16,1-6-6 0,-1-2 2 0,1 1 6 16,0-5-3-16,0 3 2 0,-2-4 10 0,2-2 19 15,0 1 18-15,0 0 17 0,0-4 14 0,-1 6 8 0,1-6-2 16,0 0-1-16,1 5-6 0,-1-5-3 15,0 0-8-15,-2 2-8 0,2-2-9 0,0 0-7 0,0 0-11 16,0 0-26-16,0 0-16 0,0 0-36 16,0 0-32-16,-5-11-40 0,5 11-37 0,-2-6-38 0,1 2-54 15,0 1-173-15,-2-2-444 0,3-1 196 0</inkml:trace>
  <inkml:trace contextRef="#ctx0" brushRef="#br0" timeOffset="162036.97">17696 12276 66 0,'0'0'182'0,"0"0"-28"0,-1-3-19 0,1 3-15 15,0 0-12-15,0 0-5 0,-12 9-19 0,2-2-6 16,1 3-6-16,-2 3-12 0,-10 9 0 0,2-1-10 16,1 4 3-16,-1 5-10 0,1-1 8 0,-5 12-8 15,4-8-2-15,6-2 2 0,-1 0-7 0,3-1-2 16,2-2-3-16,4 0 0 0,1-1 0 0,4-1 0 15,1-9-2-15,4 1 1 0,0-1 12 0,4-3 16 16,0-1 5-16,6-1 9 0,0-4-3 0,1 0 0 16,2-3 1-16,1-1-3 0,-2-2 1 0,-2-2 4 15,2-2 15-15,-3 2-15 0,-4-4-5 0,3-1-1 16,-6-2-11-16,0 1-3 0,-2-1-4 0,-2-2-6 16,0 1-4-16,-3-1-5 0,-3 0-3 0,-2-2-9 15,-2 4-13-15,-3-2-16 0,-7 1-10 0,-1 3-15 16,-3-1-9-16,-9 3-17 0,2 3-14 0,-3 3-22 15,-1 3-23-15,2 1-35 0,-1 3-32 0,0 1-196 16,2 0-413-16,6 0 183 0</inkml:trace>
  <inkml:trace contextRef="#ctx0" brushRef="#br0" timeOffset="162636.99">16392 13309 44 0,'-8'0'183'0,"8"0"-11"0,0 0-12 0,-9 0-14 16,9 0-12-16,0 0-18 0,-6 0-10 0,6 0-10 15,0 0-12-15,0 0-9 0,0 0-6 0,0 0-8 16,0 0-10-16,0 0 0 0,0 0-6 16,0 0-6-16,-8 0-2 0,8 0-4 0,0 0-1 0,0 0-7 15,0 0 1-15,0 0 7 0,0 0-2 0,0 0-2 16,0 0 1-16,0 0-4 0,0 0-2 0,0 0 0 15,0 0-3-15,0 0 2 0,0 0 0 0,0 0-1 16,0 0-5-16,0 0-3 0,0 0 1 16,0 0-3-16,0 0-3 0,0 0 1 0,0 0-1 0,19-4 1 15,-4-1 4-15,8 2-2 0,9-1-1 0,8-4 3 16,19 0 1-16,5-1 5 0,29-1 1 0,4-6-2 16,1 4 13-16,7-1 8 0,10-1 4 0,7 1 10 15,4-1 3-15,13-3-4 0,1 2 6 0,0 1-3 16,10-2-2-16,3-1-3 0,-6 2-3 0,-9 1-3 15,-4 1 0-15,-9 1-2 0,-2-3-9 0,-4 6 4 16,-12-1-6-16,-7 3-1 0,-36 2-2 0,0-2-5 16,-7 4 1-16,-17-2-5 0,-4 3-1 0,-4 0 2 15,-11 1-2-15,-3-3-2 0,-4 4-9 0,-3-1 6 16,-1 1-5-16,-3 0-14 0,-2-1-19 0,-5 1-30 16,0 0-16-16,0 0-16 0,0 0-23 0,-14 9-23 15,-7-4-39-15,-6 4-46 0,-5-3-191 0,0 3-442 16,0-4 196-16</inkml:trace>
  <inkml:trace contextRef="#ctx0" brushRef="#br0" timeOffset="163286.59">16775 13675 73 0,'0'0'201'0,"1"-7"-22"0,2 5-15 16,-1-1-19-16,-2 3-16 0,9-1-19 0,-9 1-7 16,13 1-16-16,-5 1-8 0,-2 1-7 0,4 4-13 15,4-2-4-15,-1 6-9 0,1-1 0 0,0 3-4 0,-5 3-6 16,1 1-2-16,3 5-3 0,-3 2-4 16,-6-5-3-16,1 1 4 0,-1 5-5 0,-4-6-6 15,3 2-5-15,-6-4 6 0,3 0 0 0,0-5-1 16,-1 0-3-16,-2-1 0 0,1-2 0 0,-1-2 9 15,-1-2 17-15,4 0 23 0,-6-2 28 0,5 1 23 0,-2-2 22 16,3-2 0-16,0 0-15 0,0 0-18 16,-5-14-13-16,5 5-10 0,1-3-11 0,6-6-3 15,-3-1-8-15,2-8-6 0,4 5-7 0,-1-4-6 16,5-1-1-16,4 2 0 0,-1-1-10 0,1-3-5 0,-1 5-3 16,2 2-3-16,-6 8-9 0,3-1-14 0,-5 3-8 15,-2 3-20-15,1 1-24 0,-6 4-31 0,5-1-34 16,-1 0-23-16,-3 5-29 0,4 0-26 15,-9 0-53-15,13 3-133 0,-8 0-417 0,-1 2 185 0</inkml:trace>
  <inkml:trace contextRef="#ctx0" brushRef="#br0" timeOffset="163588.91">17346 13866 194 0,'0'0'191'0,"-6"0"-8"0,6 0-8 16,0 0-18-16,0 0-13 0,0 0-12 0,-7 0-13 16,7 0-12-16,0 0-7 0,0 0-14 0,0 0-5 15,0 0-10-15,0 0-6 0,23-5-4 0,-10 2-7 16,7-1-5-16,2 1-4 0,-1-1-4 0,7-3-4 15,2 1-5-15,-1-1-2 0,0 1-5 0,-1 0 0 16,-6 2-4-16,-3-2-2 0,3 3 0 0,-5-3-2 16,-4 3 0-16,1-1-5 0,-5 1-6 0,-2 3-15 15,-1-1-17-15,-2 0-20 0,-4 1-41 0,3-3-36 16,-3 3-49-16,0 0-137 0,0 0-335 0,-22 2 148 16</inkml:trace>
  <inkml:trace contextRef="#ctx0" brushRef="#br0" timeOffset="163899">17921 13607 215 0,'1'-5'337'0,"3"3"-28"0,-3-1-27 0,-1 3-22 16,0 0-31-16,4-4-20 0,-4 4-29 0,0-4-22 15,0 4-23-15,0 0-10 0,0 0-15 0,0 0-13 16,1 11-11-16,2-4-10 0,-3 3-10 0,1 0-5 16,-1 6-9-16,2 1-5 0,-2 0-1 0,2 1-7 15,0-2-4-15,-2 3-1 0,2-2-1 0,-1 2-8 16,2-2 12-16,-2-2-12 0,-1-3-3 0,2 1 1 16,0-2-15-16,-1 0-17 0,-1-2-12 0,0-2-20 15,0 0-12-15,-1-3-14 0,2 0-15 0,-1 0-8 16,0-1-8-16,0-3-4 0,-1 5-2 0,1-5-45 15,0 0-94-15,0 0-141 0,-9-10-416 0,5 3 184 16</inkml:trace>
  <inkml:trace contextRef="#ctx0" brushRef="#br0" timeOffset="164169.97">18170 13400 166 0,'0'0'180'16,"10"5"-8"-16,-7 2-1 0,2-1-5 0,3 6-8 16,-2 5-6-16,2 0-1 0,-2 8-14 0,2-1-10 0,-2 5-2 15,-2 1-9-15,0 0-9 0,-3 3-8 0,-2-1-10 16,-3 1-8-16,-5 1-9 0,0 13 2 16,-4-3-10-16,-3-1-8 0,-1-10-4 0,-2-1 12 15,-8 7-2-15,-3-3-7 0,7-9-1 0,-4 2-7 0,-10 3-5 16,6-8-18-16,0-2-24 0,-13 2-31 0,-5 3-41 15,-3-3-63-15,0-7-74 0,-4-3-194 0,-2-4-436 16,-4-5 192-16</inkml:trace>
  <inkml:trace contextRef="#ctx0" brushRef="#br0" timeOffset="164552.99">16358 13563 111 0,'4'-1'146'0,"-4"1"-20"0,0 0-10 16,0 9-6-16,-1 0-14 0,1 3-6 0,-1 3 1 16,1 4-15-16,-3 6 3 0,2 3-5 0,1 2-4 15,1 4-1-15,2-1-7 0,2 1-5 0,1-2-3 16,7 4 0-16,2-7-10 0,8 2-3 0,10 4-1 15,7-2-1-15,-4-13-6 0,11 1-8 0,4-2-40 16,8-10-52-16,2 2-93 0,-1-6-84 0,3-5-264 16,-3-5 117-16</inkml:trace>
  <inkml:trace contextRef="#ctx0" brushRef="#br0" timeOffset="165403.01">18466 13234 103 0,'0'0'222'0,"2"-1"-10"0,-2 1-10 16,0 0-19-16,0 0-18 0,8-1-16 0,-8 1-17 15,0 0-16-15,0 0-17 0,0 0-11 0,0 0-7 16,5 5-12-16,-4-3-9 0,0 4 0 0,-1-1-10 15,2 0-5-15,-4 3-3 0,1 5-9 0,0-5 0 16,-2 5 1-16,-1-3-8 0,1 2-3 0,-1-2-1 16,0 4-2-16,-1-4-2 0,1-2-2 0,0 1-9 15,4-2 5-15,-4-1 3 0,3-2-4 0,-2 1-3 16,3-1-2-16,0 0 11 0,0-4 0 0,0 4 18 16,3-2 14-16,2 1 3 0,4-2-2 0,10-1-4 15,12-1-6-15,-1-2-3 0,6 1-19 0,0-1-33 16,4-2-39-16,12-2-51 0,-2-3-75 0,-16 3-216 15,4 1-427-15,1-2 190 0</inkml:trace>
  <inkml:trace contextRef="#ctx0" brushRef="#br0" timeOffset="165919.01">19066 13467 90 0,'0'0'159'0,"9"0"-20"15,-9 0-13-15,6 5-7 0,1-1-1 0,-1 2-11 16,1 3-3-16,-1 0-5 0,4 6-2 0,-1 0-8 16,-1 4-5-16,1-2-5 0,0 9-2 0,-2-2-6 15,-2-4-8-15,-2-1-4 0,5 5-10 0,-7-6-1 16,0 1-1-16,-2 2-5 0,0-3-5 0,-1 1-5 0,-3-3 1 15,3-4-4-15,-1-1-1 0,1-2 5 16,-1-2 7-16,0-2 16 0,1 2 9 0,-1-3 15 16,2 0 20-16,-2-2 23 0,3-2 41 0,0 0-22 15,-6 0-12-15,6 0-13 0,-5-10-6 0,5 3-8 16,0-2-12-16,0-3-8 0,3-3-10 0,4 0-4 16,0-4-8-16,0 2-3 0,7-9-14 0,3 1-5 15,1-1-1-15,1-1-17 0,0 0-20 0,4-4-22 16,0 4-17-16,-2-2-24 0,-1 1-25 0,3 3-27 15,-5 1-35-15,0 6-34 0,-7 5-41 0,-2 5-275 0,-1-1-539 16,-3 2 239-16</inkml:trace>
  <inkml:trace contextRef="#ctx0" brushRef="#br0" timeOffset="166218.99">19638 13321 30 0,'4'-4'288'0,"3"1"-22"16,-3 0-12-16,1 1-25 0,0 0-21 16,-1 1-24-16,-4 1-23 0,7 0-17 0,-7 0-14 15,8 6-17-15,-8-1-9 0,3 4-8 0,-3 1-12 0,-2 0-3 16,1 6-12-16,-2 1-4 0,-2 0-8 0,0 0-5 15,1 0-7-15,0 0-2 0,-1-3-6 0,-1-2-2 16,5-2-3-16,-2 0-3 0,3-3-1 16,0 1-4-16,1 2 6 0,5-3-3 0,4 2 1 0,9-4-3 15,10 5-2-15,12-5-3 0,12-1-37 0,0 0-67 16,2-3-82-16,-4-5-297 0,3-1-501 0,-14-2 222 16</inkml:trace>
  <inkml:trace contextRef="#ctx0" brushRef="#br0" timeOffset="167652.51">20327 12554 50 0,'5'-4'169'0,"3"1"-15"0,2-4-12 0,0 2-8 0,3 0-16 16,-4 3-4-16,4-1-15 0,-3 1-17 15,4 1-2-15,-2 2-13 0,1 2-10 0,1 1-4 16,-4 2-4-16,1 2-6 0,2 5-11 0,-1 0-13 16,0 4 12-16,-5 1-4 0,-1-1 0 0,-2 3-15 15,0 4 13-15,-4-4-8 0,-4 6 6 0,0-1-1 16,-5 1-4-16,-1-2 7 0,-4-1-1 0,0-3-5 15,-3 2 0-15,6-5-4 0,-2-3 8 0,0 1-13 16,0-2 10-16,1 1-1 0,-1-5 2 0,3 0 4 16,-1-1 6-16,6-1 9 0,0-4 1 0,1 1 18 15,-1 2 20-15,1-5 28 0,1 0 17 0,3-1 22 16,-3 4 21-16,3-4-10 0,0 0-5 0,-3-11-30 0,11 3-8 16,0-3-11-16,3-3-16 0,2-2-9 15,6-5-8-15,4-1-5 0,2-2-9 0,3 1-3 16,0 0-6-16,11-9-6 0,-11 11-3 0,-2 0-5 15,1 3 6-15,-4 1-14 0,-8 5-5 0,1 2 3 0,-6 3-6 16,-1 1 1-16,-2 0-14 0,-2 3-2 0,1-2-21 16,-2 2-15-16,0 2-5 0,-4 1 1 0,0 0 3 15,6 12 2-15,-6-6 7 0,-2 5 2 0,1 1 3 16,-4 2 0-16,3 3 3 0,-1-1-4 0,2 0-2 16,-1 1 2-16,2 2-1 0,3-4 6 0,0 1-13 15,1 1-7-15,2-2-16 0,3-1-13 0,2 1-20 16,3-6-24-16,0 2-39 0,4-1-30 0,1-6-38 15,-1-1-234-15,3-2-486 0,-3 0 215 0</inkml:trace>
  <inkml:trace contextRef="#ctx0" brushRef="#br0" timeOffset="168036.81">20971 12235 154 0,'5'-7'263'0,"3"0"-15"0,-3 1-18 0,4 0-19 16,-3 0-17-16,2 1-21 0,0 3-18 0,-1-2-18 15,1 3-15-15,-8 1-16 0,18 5-11 0,-10 0-11 16,1 3-8-16,-3 1-4 0,3 5-7 0,-3 4-3 16,-2 1-11-16,-3 0-1 0,-1 10-6 0,-2-4-4 15,-2 2-5-15,-1 1-2 0,-5-4-4 0,2-2-1 16,-1-2-4-16,4-3-1 0,-1-1-2 0,2-4-4 16,0-2-1-16,0-2 0 0,3-1-3 0,-2-2 3 15,3 2-2-15,3-4 2 0,2 2-2 0,4 1 2 16,10-4 0-16,12-1-3 0,6 1 3 0,2-2-40 15,11-4-37-15,3 1-43 0,-2-4-63 0,1 1-64 16,3-3-173-16,-1-1-437 0,1-1 194 0</inkml:trace>
  <inkml:trace contextRef="#ctx0" brushRef="#br0" timeOffset="168519.08">22263 12866 107 0,'-6'0'191'0,"6"0"-11"16,-9 0-1-16,9 0-14 0,-5 1-13 0,5-1-11 15,0 0-10-15,-12 0-6 0,12 0-7 0,0 0 0 16,0 0-8-16,-6 2-3 0,6-2 1 16,0 0-3-16,0 0-6 0,0 0 0 0,0 0-1 0,0 0 0 15,0 0 3-15,0 0-8 0,0 0 3 0,0 0-1 16,0 0 0-16,0 0-22 0,0 0-5 0,23-8-10 16,6 2-6-16,3-1-1 0,22-2-7 0,6 0-17 15,2 1-33-15,5-1-38 0,26-3-48 0,-28 3-77 16,30-4-62-16,-36 4-226 0,0-1-496 0,-5 0 220 15</inkml:trace>
  <inkml:trace contextRef="#ctx0" brushRef="#br0" timeOffset="173868">24420 12098 106 0,'0'-5'115'0,"0"5"12"16,5-6-14-16,-4 4-6 0,1-3-9 0,0 2 2 16,-2-1-9-16,0 0-2 0,0 0 1 0,2 0-5 15,-2 4-8-15,0-7-3 0,0 7-1 0,0-6 3 16,0 4-10-16,0 2-4 0,-2-7-8 0,-3 5-8 16,5 2-6-16,-7-3-5 0,7 3-5 0,-11 1-3 15,0 0-2-15,-3 2 4 0,-3 2-9 0,-3 2-2 16,-6 3-5-16,2 5-2 0,-4-5 1 0,-1 7-7 15,-1 0 3-15,4 4-5 0,-2 0 2 0,1 4 0 16,2 2 1-16,-2-1-1 0,4 3 1 0,1-2-6 16,4 2 3-16,4-3 4 0,2 0-8 0,3-3 5 15,4-3-1-15,1-2-1 0,1-1 2 0,3 3 1 16,5-3 3-16,3-1 4 0,2-2 15 0,4-1 4 16,4-1 3-16,6-2-1 0,6-3-1 0,-1-2-2 0,1-3 0 15,-1-3 1-15,-1 0-3 0,-6-2-4 16,-3-1 11-16,0-1 7 0,-1-2 5 0,-8 2-4 15,2-3 9-15,-6 1-5 0,2-1-1 0,-6-3-7 16,1 1-6-16,-6 1-3 0,-2-4-5 0,-1 4-3 0,-7-6-7 16,-5 3-6-16,-5 1-4 0,-4 0-7 0,-1 1-2 15,0 3-6-15,-3 4-6 0,2 0-6 0,-2 2-10 16,3 1-13-16,0 3-15 0,5-1-10 16,-4 3-31-16,11 2-23 0,-1-2-28 0,6 0-40 0,2 0-135 15,5-2-353-15,6 2 156 0</inkml:trace>
  <inkml:trace contextRef="#ctx0" brushRef="#br0" timeOffset="174384.71">24948 11983 51 0,'0'-7'225'0,"0"4"-9"0,0 3-7 16,1-4-15-16,-1 4-18 0,0-4-15 0,0 4-22 16,0 0-13-16,0-5-13 0,0 5-12 0,0 0-15 15,0 0-8-15,0 0-11 0,0 0-16 0,0 0 3 16,-5 10-7-16,1-4-5 0,-2 5-4 0,-2 3-3 16,-3 2-8-16,-2 6-2 0,-3 0-4 0,3 2 0 0,-3 0-4 15,0 3 2-15,0-5-4 0,2 6 1 0,0-4-4 16,0 1-4-16,1-2 3 0,6-5 0 15,-2-1-5-15,2 0 2 0,1-1-2 0,2-1 1 16,0-5-3-16,0 2 1 0,3-4 3 0,1 1-1 16,0-3-1-16,0 2 0 0,0-4 2 0,1 2 2 0,6-2-1 15,-1 0 5-15,3-1-5 0,4-1 3 0,4 0-1 16,2-1 0-16,1 0-3 0,1-1 2 16,7-2-10-16,-7-1-15 0,1 1-18 0,-3-1-15 15,-1 0-32-15,0-3-17 0,1 1-20 0,-2 1-20 0,-2-4-47 16,-3 3-127-16,-3 0-338 0,0-1 150 0</inkml:trace>
  <inkml:trace contextRef="#ctx0" brushRef="#br0" timeOffset="174589.01">25023 12241 150 0,'0'0'224'0,"-1"-6"-11"0,1 3-12 0,0 3-18 16,0-5-19-16,0 5-18 0,0 0-20 0,0 0-16 15,0 0-8-15,0 0-16 0,0 0-12 0,-3 20-4 16,2-10-8-16,0 5-9 0,0 4-7 0,-3 7-1 16,0-1-3-16,1 4-6 0,1 3-6 0,0 1 4 15,1 2-13-15,1-2-29 0,0 1-26 0,0 0-35 16,0-1-59-16,-1-4-203 0,3 0-356 0,0-9 158 16</inkml:trace>
  <inkml:trace contextRef="#ctx0" brushRef="#br0" timeOffset="175684.52">23624 13082 62 0,'-9'-2'164'0,"4"4"-6"16,-2-2-10-16,7 0-12 0,-7-3-17 0,7 3-11 15,-8 0-4-15,8 0-17 0,0 0-7 0,0 0-10 16,-9 0-11-16,9 0-2 0,0 0-9 0,-4 3-3 16,4-3-4-16,0 0-8 0,0 0-1 0,0 0-3 0,0 0 1 15,0 0-8-15,0 0-1 0,0 0-3 16,0 0-3-16,0 0-1 0,0 0 0 0,0 0 3 15,0 0-5-15,0 0-5 0,0 0 0 0,0 0-2 0,0 0 1 16,0 0-3-16,0 0-1 0,0 0 4 0,0 0 0 16,0 0-3-16,0 0 1 0,0 0 0 0,0 0-1 15,0 0-2-15,-2 2 1 0,2-2-2 0,0 0 3 16,0 0-2-16,0 0-2 0,0 0 1 0,0 0 2 16,0 0-2-16,0 0 0 0,0 0 4 0,0 0 1 15,0 0-8-15,0 0 3 0,0 0 3 0,0 0-3 16,0 0 0-16,0 0-2 0,0 0 1 0,0 0 1 15,0 0-2-15,0 0 3 0,0 0-3 0,0 0-1 16,0 0 4-16,0 0 3 0,0 0-6 0,0 0 0 16,0 0 3-16,0 0-3 0,0 0 3 0,0 0-2 15,0 0 1-15,0 0 0 0,0 0 0 0,0 0 3 16,0 0 1-16,0 0 5 0,10 7 4 0,-5-7 8 16,-5 0 5-16,13 0 5 0,1-2 0 0,-1 4-1 15,7-6 0-15,12 4 9 0,4-5-2 0,20-2 2 16,8-3-2-16,31-1 1 0,8 1 7 0,5-1-8 15,7 4 6-15,5-4-2 0,2 0 4 0,7 1 0 16,7-2 1-16,2 5-7 0,0-7 1 0,-8 0-4 16,4 1-2-16,-10-1 0 0,-4 2-8 0,-1 0-1 0,-5-3-2 15,-3 3-2-15,-9 2-2 0,-3-5-2 0,-34 6-1 16,-2 0 0-16,-1 1 1 0,-1-2 9 16,-6-2 3-16,-15 5 10 0,-7-2 7 0,1 1 7 15,-4 2 3-15,-9 0-8 0,-5 4 2 0,-2-3-8 0,-2 2-5 16,-6 2 0-16,4-2-11 0,-4 3-22 0,-1-2-35 15,1 2-45-15,-6 0-37 0,0 0-23 0,0 0-8 16,-13 10-23-16,2-6-62 0,-8 4-181 16,-8 1-444-16,1 0 197 0</inkml:trace>
  <inkml:trace contextRef="#ctx0" brushRef="#br0" timeOffset="176617.79">23777 13639 183 0,'0'-4'168'15,"-1"-2"-15"-15,-1 3-8 0,0-1-9 0,2-1-9 16,0 0-8-16,0 0-1 0,0-1-9 16,0 6-10-16,0-6-4 0,0 4-10 0,0 2-11 0,0 0-8 15,0-8-8-15,0 8-12 0,0 0-2 0,0 0-8 16,0 0-10-16,14 9-2 0,-11-3-4 0,1 3 3 15,2-1-6-15,-1 4-1 0,-1 0 4 0,1 5-8 16,0 2-1-16,0 5-5 0,-1 5 0 0,-3-3 0 16,2 2-5-16,-2-2 7 0,-1-2 4 0,-4-4-8 15,4-2 4-15,-1-1-1 0,1-1-2 0,0-4-2 16,0-3 1-16,-1-1 1 0,-2-1 3 0,3-2 27 16,0 0 30-16,0-1 38 0,0-1 38 0,0-3 20 15,0 0-4-15,0 0-23 0,-5-12-7 0,5 1-19 16,1-7-6-16,3-2-19 0,0-6 9 0,1 1-24 15,4-5 1-15,5 3-13 0,-1-1-3 0,1-3-6 16,3 2-11-16,-1 0 2 0,1 0-8 0,1 2-6 16,0 0-4-16,-3 4-5 0,0 8-1 0,-6 1-17 15,-1 5-14-15,-3 2-34 0,-1 2-28 0,2 0-40 16,-2 2-23-16,0 2-9 0,-4 1-11 0,9 3-10 16,-5 0-22-16,-2 4-31 0,1-2-205 0,-1 4-465 15,1 2 206-15</inkml:trace>
  <inkml:trace contextRef="#ctx0" brushRef="#br0" timeOffset="177023.99">24362 13766 45 0,'0'0'173'0,"0"0"-21"15,-11-2-2-15,11 2-14 0,0 0-12 0,0 0-15 16,0 0-6-16,0 0-9 0,0 0-15 0,0 0-7 16,0 0-7-16,0 0-5 0,0 0-12 0,0 0 3 15,0 0-12-15,-6 0-1 0,6 0-3 0,0 0 2 16,0 0-3-16,0 0 0 0,0 0 2 0,-2 3 3 15,2-3 4-15,0 0 2 0,0 0 0 0,0 0-3 0,0 0 1 16,0 0-2-16,0 0 2 0,0 0-2 16,0 0-4-16,19-6-9 0,-9 4-2 0,1-2-2 15,3 0 1-15,3 3-2 0,2-3 0 0,1-2 0 16,-2 3-1-16,0-1-3 0,-4 4-1 0,0-3-8 16,-5-1 2-16,0 3 0 0,0-1-2 0,-4 1-1 0,3 0-6 15,-3 1-14-15,-1-3-23 0,-4 3-4 16,0 0-30-16,9 0-29 0,-9 0-31 0,0 0-5 15,0 0-41-15,0 0-116 0,0 0-314 0,0 0 139 16</inkml:trace>
  <inkml:trace contextRef="#ctx0" brushRef="#br0" timeOffset="177383.98">24794 13499 253 0,'2'-5'281'0,"-1"2"-14"0,-1 0-19 15,0-3-24-15,1 3-22 0,-1 3-26 0,2-3-20 0,-2 3-20 16,0 0-17-16,0 0-11 0,0 0-11 0,0 0-13 16,6 12-14-16,-3-4-4 0,-2 4-11 0,2 5-4 15,-1-1-4-15,2 5-7 0,-2-3-5 16,0 8-4-16,-2 0-1 0,1 0-3 0,-1-6-3 0,1-1-5 15,-1 2 1-15,1 4-2 0,-1-7-2 0,2-2 2 16,-2-3-4-16,1 2 2 0,-1-3-2 0,0-2-3 16,0-3-3-16,1-1 3 0,-1 0-1 0,0-1 0 15,0-1-1-15,0 0 1 0,0 0-1 0,0-1 1 16,0-3-1-16,2 5 1 0,-2-5-2 0,1 2-6 16,-1-2-8-16,0 0-7 0,0 0-18 0,0 0-14 15,0 0-20-15,0 0-17 0,0 0-87 0,0 0-276 16,-8-10-482-16,8-2 214 0</inkml:trace>
  <inkml:trace contextRef="#ctx0" brushRef="#br0" timeOffset="177634.96">25078 13372 185 0,'0'0'193'0,"7"0"-23"15,-7 0-6-15,12 6-6 0,-4 0-16 0,-3 4-1 16,5 5-9-16,1 1-3 0,-1 3-9 0,0 4-10 16,-1 6-3-16,-4 0-13 0,-2 1-6 0,-3 7-11 15,-4-3-7-15,-5 12-5 0,-4-12-5 0,-4 14-4 16,-3 1 0-16,-7-5-10 0,-3-4-10 0,-2-1-20 16,-3-3-13-16,-2 1-21 0,-4-6-20 0,-2 3-30 15,-2-5-41-15,-2-4-44 0,-11-4-186 0,-1-1-367 16,1-6 162-16</inkml:trace>
  <inkml:trace contextRef="#ctx0" brushRef="#br0" timeOffset="177936.09">23616 13589 129 0,'-5'13'155'0,"-5"4"-12"15,-3 5-13-15,2 9-12 0,1-3-15 0,-1 2-11 16,4 6-4-16,1 0-6 0,3 9-14 0,6 1-2 15,4-12-5-15,3-1-7 0,9-1 1 0,9 9-7 16,4-5-3-16,8-5-5 0,7-6 3 0,4-5-31 16,8-6-42-16,3-5-66 0,1-4-139 0,32-4-254 15,-30-9 113-15</inkml:trace>
  <inkml:trace contextRef="#ctx0" brushRef="#br0" timeOffset="178585.13">25432 13143 190 0,'5'-6'243'0,"0"1"-13"0,1 3-18 16,0-2-21-16,4-1-19 0,-2 2-8 0,1 1-30 15,2 2-13-15,-6 0-15 0,4 5-12 0,-2 0-10 0,2-1-9 16,-4 6-11-16,1-2 2 0,-6 6-13 0,1-2-6 16,-2 7-4-16,-3-1-4 0,-5 5-5 0,1-3 1 15,0-2-4-15,-3-1-3 0,-1-2 2 0,2-3-7 16,3 1-4-16,2-3-1 0,1-3-3 0,-1 2 0 15,1-3-3-15,3-1-2 0,-2 0 5 0,3-1-2 16,4-1-1-16,5-2 2 0,9 2-2 0,11-6-8 16,2 2-29-16,6-2-34 0,-5 0-34 0,9 2-42 15,-3-3-53-15,-2-1-174 0,3 1-391 0,13-4 173 16</inkml:trace>
  <inkml:trace contextRef="#ctx0" brushRef="#br0" timeOffset="179016.97">25973 13430 20 0,'0'0'236'0,"0"0"-15"0,2-5-21 0,-2 5-22 16,1-4-20-16,-1 4-19 0,0 0-14 0,0 0-11 16,0 0-15-16,17 9-11 0,-8-4-9 0,-4 7-8 15,3-2-4-15,-2 6-4 0,2 0-7 0,1 2-4 16,-3 7-2-16,-2-6-8 0,0 7-6 0,-3-1 2 16,-2 2-4-16,1-7-4 0,-1-1-4 0,-2 0-2 15,2 0 0-15,-2-2 0 0,3 0-2 0,-1-1-3 16,-3-5-2-16,3-2-1 0,-2-1 3 0,3-2 0 15,-1 0 17-15,-2-3 26 0,3 3 32 0,0-6 41 16,0 3 20-16,0-3-14 0,0 0-3 0,0 0-17 16,-2-17-11-16,2 7-11 0,2-2-16 0,1-5-8 15,-2-1-5-15,4 0-4 0,3-7-8 0,-3 0-2 16,7-1-15-16,-2-2-10 0,0-1-16 0,3 0-7 16,0 0-11-16,-2 3-21 0,1 0-10 0,-2 3-9 0,-4 3-19 15,2 6-18-15,-4 3-29 0,0 2-34 0,-2 2-41 16,-1 1-45-16,3 2-69 0,-2 0-168 15,0 1-503-15,-2 3 223 0</inkml:trace>
  <inkml:trace contextRef="#ctx0" brushRef="#br0" timeOffset="179317.29">26366 13084 101 0,'8'-8'257'0,"-2"4"-24"16,1 2-25-16,2 0-23 0,-2 1-18 0,2 1-18 15,2 3-12-15,-3 2-13 0,1 2-13 0,-2 3-9 0,-2-1-9 16,1 4-9-16,-5 3-10 0,-1 2-2 0,0 1-11 16,-1 1-3-16,1-2-9 0,-5 2-4 0,5-3-4 15,-4 0-2-15,3-5-3 0,1-3-8 16,-1 3 2-16,-2-6-7 0,3 3 4 0,0-4-5 0,4 2 2 15,-3-2-1-15,9 0-1 0,3-2-4 0,5 1 1 16,11 0-5-16,5-3-27 0,2 1-35 0,3-4-40 16,12 1-67-16,-12-1-241 0,12-7-428 0,-14 6 190 15</inkml:trace>
  <inkml:trace contextRef="#ctx0" brushRef="#br0" timeOffset="179884.06">27052 13259 30 0,'4'-4'200'0,"0"3"-22"16,1-2-20-16,2 3-15 0,-7 0-16 16,11 3-11-16,-2 2-18 0,1 0-2 0,-1 4-16 0,5 2-3 15,-1 3-3-15,4 7-1 0,-6-6-6 0,1 9-5 16,-1-7-3-16,-1 5-10 0,-1 2-1 0,-2-5-4 16,-5 0-7-16,1-1 3 0,-2-1-6 0,0 0-1 15,-1-5-4-15,-1-1-4 0,1 1-2 0,-3-2-2 16,1 0 0-16,-2 0 4 0,2-6 9 0,-1 0 23 15,1 0 17-15,0 1 22 0,-2-4 3 0,4-1-1 16,0 0 1-16,0 0-11 0,-11-10-4 0,10 6 2 16,1-5 8-16,-2 0-11 0,4-3-23 0,0-4-5 15,2-1-4-15,5-1-5 0,1-5-11 0,4-2 0 16,0 1-21-16,4-2-13 0,3 2-19 0,-1 2-17 16,3 0-13-16,-1 3-28 0,-3 0-17 0,-1 7-35 15,-4 1-43-15,3 2-34 0,-6 4-226 0,2-2-466 16,-2 6 206-16</inkml:trace>
  <inkml:trace contextRef="#ctx0" brushRef="#br0" timeOffset="180110.96">27507 13445 207 0,'0'0'285'0,"-7"-1"-27"0,7 1-26 0,0 0-25 16,4-9-24-16,3 7-18 0,7-1-15 0,4 0-22 15,1 1-4-15,11-2-19 0,-1-1-25 0,3 3-24 16,1 0-30-16,-3-1-25 0,-1-2-32 0,-2 2-22 16,-7 2-27-16,-2-3-44 0,0 0-16 0,-6 1-157 15,-3 1-321-15,-4-1 142 0</inkml:trace>
  <inkml:trace contextRef="#ctx0" brushRef="#br0" timeOffset="180333.77">27663 13297 156 0,'-2'-3'225'0,"-1"-1"-1"0,2-2-13 0,-2 5-9 16,3 1-18-16,-1-3-19 0,1 3-9 0,-3-4-24 0,3 4-14 15,0 0-18-15,0 0-13 0,0 0-7 16,0 0-13-16,0 0-6 0,-2 12-5 0,3-2-7 15,-1 3-2-15,1 5-5 0,1-1-5 0,-1 4-1 16,-1 4-6-16,3 1-1 0,-2 1-11 0,0-3-3 0,0-3-20 16,3 2-20-16,0-3-25 0,-3 1-29 0,4-4-33 15,-1-1-45-15,-4-3-194 0,3-4-378 0,1 0 167 16</inkml:trace>
  <inkml:trace contextRef="#ctx0" brushRef="#br0" timeOffset="180643.04">28095 13284 85 0,'1'-4'317'0,"1"-3"-19"0,0 2-21 15,-2 1-27-15,1 1-24 0,-1 3-27 0,2-6-19 16,0 5-23-16,-2 1-20 0,0 0-22 0,0 0-9 15,0 0-3-15,0 0-19 0,-2 17-8 0,0-8-3 16,2 5-17-16,-1 1 2 0,-3 2-8 0,3 1-7 16,-1 0-2-16,0 2-4 0,0-1-5 0,2-2-2 15,-3 2-5-15,2-1 0 0,1-4-4 0,-1-2-5 16,2 0 3-16,0-2-2 0,-1-3-4 0,-1 0-17 16,1-1-3-16,0-1-9 0,3 1-17 0,-3-1-13 15,-2-2-24-15,4 1 1 0,-2-4-5 0,0 5 0 16,0-5-21-16,0 0-46 0,0 0-43 0,0 0-209 15,0 0-424-15,5-10 187 0</inkml:trace>
  <inkml:trace contextRef="#ctx0" brushRef="#br0" timeOffset="180883.74">28376 13126 85 0,'0'6'156'16,"0"7"0"-16,2 4-2 0,0 2-10 0,-1 11 5 16,-1-2-21-16,-1 6 4 0,-1 2-12 0,0-1-10 15,-7 10-11-15,-1-9-9 0,-3 6-6 0,-3-6-10 16,-8 6-8-16,4-11-5 0,-10 9-5 0,-4-1-23 16,10-15-21-16,-8-2-12 0,-14 7-19 0,3-3-32 15,-3-5-39-15,9-8-52 0,-16 2-127 0,16-9-289 16,-1-1 129-16</inkml:trace>
  <inkml:trace contextRef="#ctx0" brushRef="#br0" timeOffset="181216.94">27012 13036 11 0,'-13'14'143'0,"6"1"-10"0,-3 0-7 16,-4 13-1-16,1 2-7 0,-6 13-17 0,1 3-8 15,2 3 0-15,4 1-4 0,3-1-8 0,6-2-8 16,7 4-6-16,9-6-4 0,4 0 0 16,9-1-6-16,6-5-5 0,7-1-1 0,8-4-3 0,3-2-1 15,4-3-47-15,7-5-60 0,0-2-203 0,28 2-284 16,-29-14 126-16</inkml:trace>
  <inkml:trace contextRef="#ctx0" brushRef="#br0" timeOffset="181784">28714 13002 108 0,'5'-2'223'15,"1"2"-19"-15,2-2-20 0,-1 2-16 0,0 0-15 16,1 2-19-16,2 3-13 0,-1 2-13 0,-2 1-10 16,1 5-6-16,-2 4-1 0,-2 3-7 0,-3 3-9 15,-2-2-4-15,-1 4-7 0,-3 0-9 0,-2 0 1 16,0-6-7-16,1-2-5 0,-3 0-5 0,3-1-5 16,2-6 0-16,-2 2-1 0,3 1-7 0,-1-4-2 0,3-2 3 15,1 1-3-15,4 1 4 0,2-2-2 16,11 3-2-16,9-4 0 0,11 2-8 0,14-3-26 15,1-1-39-15,0-2-55 0,7-4-73 0,-4-6-191 16,0-1-396-16,0-4 175 0</inkml:trace>
  <inkml:trace contextRef="#ctx0" brushRef="#br0" timeOffset="183315.99">27818 12404 134 0,'4'-4'164'15,"-2"-3"-15"-15,2 0-5 0,0 1-8 0,1-1-9 16,3 0-17-16,2 1-10 0,-2 0-11 0,-1 3-5 16,2-1-14-16,3-1-6 0,-3 2-5 0,2 1-10 15,1 2-5-15,-5 0 4 0,2 4-13 0,4-2-3 16,-3 8-9-16,-1-2 2 0,1 4-5 0,1 2-5 15,-5 4-2-15,-2 1 2 0,-4 0 2 0,2 0-3 16,-8 8-2-16,2-1 0 0,2-6 1 0,-5 4-1 16,-2 1-5-16,-2-1 1 0,1-6-2 0,-1-1-1 15,1 1 3-15,-1-3-2 0,-1-1-4 0,3-4 0 16,2-1 2-16,1-2-4 0,0 1 7 0,0-3 6 16,2-1 19-16,1 0 21 0,2-2 22 0,-2 2 21 15,3-4 21-15,-2 3 14 0,2-3 4 0,0 0-8 16,0 0-20-16,5-10-17 0,1 3-2 0,6-3-6 15,1 0-12-15,1-5-7 0,4-6-1 0,-2 2-16 16,6-4 2-16,-3 0-3 0,4 1-7 0,0-2-3 16,0-1 6-16,1 1-14 0,-3 2-4 0,-2-1-2 15,1 1-5-15,-6 8 0 0,-1 1 1 0,-4 4-5 16,-4 1 1-16,4 0-3 0,-4 2-12 0,-1 3-15 16,-1 0-19-16,1 1-7 0,-4 2 5 0,0 0 1 0,6 8 5 15,-6 1 0-15,0 2 6 0,0 1 1 16,4 5-1-16,-2 1 4 0,-2 2 1 0,4-1-3 15,3 6 4-15,2 1 0 0,1-2-4 0,3 0-10 16,2-2-30-16,0 0-34 0,3-3-40 0,-4-4-32 0,7-1-68 16,-5-4-170-16,3-5-442 0,-3 0 196 0</inkml:trace>
  <inkml:trace contextRef="#ctx0" brushRef="#br0" timeOffset="183933.17">28367 11966 161 0,'5'-4'176'0,"-1"-3"-15"0,4 0-14 0,-3 2-11 16,3-1-8-16,-1 2-10 0,2-3-13 0,0 4-8 16,0-2-10-16,0 3-4 0,3-1-14 0,-4 0-3 15,0 3-11-15,-1 0-3 0,-1 0-5 0,1 1-8 16,-1 1-7-16,-1 1-1 0,0 0-15 0,-1 2 8 16,-1 1-6-16,-2-1 0 0,0 2 2 0,-1 1-3 15,-1 0-4-15,-3 2-8 0,0 1 5 0,-2-1 4 16,-1 1-7-16,0-3 6 0,-1 3-6 0,-2 1 1 15,2-4-2-15,2 0-1 0,1-4 1 0,-2 3 1 16,3-1-2-16,3-2-1 0,-3-1-5 0,3 0 1 16,-3 0 3-16,4-3-1 0,4 6 2 0,0-3 2 15,2 1 0-15,6-1 3 0,0 4 1 0,4-2 3 16,3 4 0-16,-4-2-2 0,4 1-6 0,-1 0 5 16,0 1 3-16,-4 0-5 0,0-2-3 0,-2 3 3 15,-2-1 2-15,-4-1-8 0,1 1 2 0,-3-1 1 16,-3 0-5-16,0 1 2 0,-3-2-3 0,-5 1 3 15,2 1 1-15,-8 2 4 0,-2-2-5 0,-7 0-13 0,-1 1-21 16,3-5-21-16,1 5-27 0,1-3-28 16,0 2-42-16,0-4-140 0,5-1-315 0,3 2 140 15</inkml:trace>
  <inkml:trace contextRef="#ctx0" brushRef="#br0" timeOffset="184433.12">29142 12414 87 0,'-8'0'169'0,"8"0"-16"0,0 0-15 0,-10 0-13 15,10 0-15-15,0 0 0 0,0 0-16 0,0 0-8 16,0 0-7-16,-3 2-14 0,3-2-1 0,0 0-5 16,0 0-14-16,0 0-8 0,0 0 11 0,0 0-8 15,0 0 3-15,0 0-6 0,0 0 8 0,0 0-9 16,0 0 0-16,0 0-8 0,0 0-1 0,0 0-1 16,0 0-6-16,0 0 0 0,0 0-3 0,0 0-2 15,0 0-2-15,0 0-3 0,0 0 0 0,0 0-2 16,0 0-3-16,0 0-1 0,0 0-1 0,0 0 5 15,0 0-10-15,0 0 6 0,0 0-4 0,0 0 2 0,0 0 1 16,0 0 1-16,0 0 3 0,0 0 7 16,0 0 5-16,0 0 16 0,0 0 2 0,0 0 14 15,0 0 3-15,0 0 2 0,23-2-5 0,-16 0-3 16,4 0-9-16,2 2 1 0,9-3-4 0,8 0-2 16,4 1-6-16,1-2 2 0,5 0-4 0,11 0 1 15,1-1-1-15,-2 2 3 0,-10 1-1 0,-3-1-7 16,-1 2 0-16,-7-4-4 0,-1 5 3 0,-9-3-5 15,-6 3-16-15,-2 0-18 0,1-2-13 0,-7 1-23 0,3 0-25 16,-8 1-37-16,1-3-23 0,-1 3-17 16,0 0-41-16,-28-2-126 0,10 3-350 0,-1-2 154 15</inkml:trace>
  <inkml:trace contextRef="#ctx0" brushRef="#br0" timeOffset="184665.98">29422 12264 189 0,'2'-7'216'0,"-1"1"-4"0,1 0 8 0,0-1-16 0,-2 4-5 16,0-2-16-16,3 2-20 0,-3 3-18 0,2-6-19 15,-2 6-16-15,2-3-15 0,-2 3-13 0,0 0-8 16,0 0-13-16,-2 20 2 0,-5-4-9 16,4 3-8-16,-3 9-4 0,-1-2-3 0,3 3-4 0,-1 1-3 15,2 0-5-15,-1 0-1 0,4-1 1 0,2 0 0 16,-2-1-10-16,7-1-32 0,-4-2-26 0,3-1-31 15,1-6-30-15,0-1-44 0,2 0-53 0,-2-6-158 16,2-2-386-16,6-1 170 0</inkml:trace>
  <inkml:trace contextRef="#ctx0" brushRef="#br0" timeOffset="184858.96">30151 12432 54 0,'3'-6'283'0,"-2"4"-22"0,-1-3-26 15,3 1-19-15,-1 0-22 0,-1 0-22 0,2 0-22 16,2 2-37-16,0-1-40 0,3 2-41 0,6-1-51 16,3 1-54-16,3 1-77 0,0 0-108 0,1-1-278 15,8 0 124-15</inkml:trace>
  <inkml:trace contextRef="#ctx0" brushRef="#br0" timeOffset="185022.97">30800 12354 105 0,'5'-6'267'0,"-1"1"-14"0,0 1-27 0,1 0-19 15,5-2-21-15,-2-1-22 0,2 7-29 0,3-4-54 16,-1-1-33-16,2 4-39 0,7-1-55 0,0 0-58 15,-1 2-152-15,3 0-276 0,-1-3 122 0</inkml:trace>
  <inkml:trace contextRef="#ctx0" brushRef="#br0" timeOffset="185163.04">31333 12259 134 0,'5'-4'136'0,"4"3"-63"0,0 0-52 16,5-1-82-16,0 1-66 0,7-1 30 0</inkml:trace>
  <inkml:trace contextRef="#ctx0" brushRef="#br0" timeOffset="185315.15">31866 12211 98 0,'0'0'209'0,"0"-5"-19"0,0 5-19 0,0-3-28 16,0 3-51-16,0 0-59 0,5-5-66 0,-5 5-118 15,5-2-163-15,-1-2 72 0</inkml:trace>
  <inkml:trace contextRef="#ctx0" brushRef="#br0" timeOffset="186149.56">31761 11696 57 0,'-4'-3'161'0,"2"0"-8"16,2 3-9-16,0 0-18 0,0 0-12 0,0 0-13 15,-4-2-13-15,4 2-8 0,0 0-7 0,0 0-8 16,0 0-11-16,19 8-1 0,-9-7-4 0,1 2-10 15,3-1 0-15,2-1-6 0,3 1 0 0,1-2-3 16,0 3-9-16,2-6-6 0,-2 3-3 0,3-3-1 16,-2-1 0-16,0 2 1 0,-3-6 4 0,1 3 1 15,-1-5-3-15,-1 4 3 0,-2-7 9 0,-2 1 2 16,-5 3 15-16,2-1-2 0,-1-2 7 0,-3 2 3 16,1 1 0-16,-1 1-1 0,-5 0 2 0,6 0 0 15,-3 0-6-15,-2 3 4 0,1 2-2 0,-1-3-11 16,0 2-4-16,0 0-5 0,-1 1-1 0,-1-1-5 15,0 4-1-15,4-2-5 0,-4 2 0 0,3-3-5 16,-3 3 3-16,0 0-8 0,2-4-11 0,-2 4 1 16,0 0-10-16,0 0-3 0,0 0 3 0,2 9 4 15,-4-4-3-15,1 7 1 0,-4 5 7 0,1 2-2 0,-2 6-5 16,-3 8 2-16,-4 12 0 0,0 5 2 16,-6 5 0-16,-3 25-4 0,3-24 5 0,-8 24-2 15,-1-1 9-15,4 6 15 0,1 0 6 0,5-1 2 16,0-1 5-16,0-3-18 0,12-23 4 0,-7 3-3 15,4 19-4-15,5-24 5 0,-6-1-5 0,6-4 1 0,-1 6-2 16,1 0 2-16,3-4 0 0,1-7-2 16,0-12 1-16,-4 1-2 0,4-4 0 0,-2-1 0 15,0-2 1-15,-2-9-3 0,3 3 4 0,1-3-7 16,-3-1 4-16,1 0-2 0,-2-1 0 0,4-4 1 16,-2-3 0-16,2 0 6 0,-1 1-7 0,-1-3 3 0,2 0-4 15,0-2 0-15,-2 0 1 0,2 0-1 16,-2-1 4-16,2 0-3 0,0 1 1 0,0-5-1 15,-2 6-2-15,0-4 1 0,2-2 2 0,0 4-1 16,0-4 0-16,0 5-2 0,0-5 4 0,-1 3-3 16,1-3 3-16,0 0-1 0,0 0 3 0,0 4 21 15,0-4 8-15,0 0 4 0,0 0 8 0,0 0 2 0,1 5 1 16,-1-5-9-16,0 0-4 0,0 0-1 16,0 0-6-16,0 0 4 0,-33-9-6 0,1 4 1 15,-7-2-4-15,-51-10-14 0,-8 5-24 0,-16-5-47 16,-16 3-76-16,-6 4-107 0,-11-6-198 0,1-4-476 15,-3-16 212-15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9:02:40.37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3075 3270 112 0,'2'-3'292'15,"-2"3"-9"-15,0 0-12 0,1-4-5 0,-1 4-15 16,0 0-15-16,0 0-14 0,0 0-9 0,0 0-14 15,-1-4-13-15,1 4-16 0,0 0-17 0,0 0-21 16,-3-4-14-16,3 4-11 0,0 0-15 0,0 0-4 16,0 0-19-16,0 0-18 0,0 0-31 0,0 0-7 15,0 0-22-15,-9 12-1 0,0-4 6 0,-2 6-7 16,-10 7 4-16,2 1 2 0,-4 3 4 0,5-2-5 16,-4 3 1-16,-1 0-1 0,5-2 1 0,1 2 4 15,1-2-2-15,1 1 3 0,2 0-1 0,3-8 3 16,1 2 1-16,1-2-4 0,2 0 2 0,5-5 4 15,1 0-5-15,-3 0 7 0,6-3 3 0,2 1 10 16,-3 1 10-16,6-7 10 0,1 4 6 0,6-3 12 16,-2-6-7-16,6-1-2 0,8-5 6 0,1-1 12 15,-5-4-26-15,1-3 24 0,-1-1-7 0,3-4 0 16,-8-2-12-16,-2-4 1 0,-3-5-5 0,1-2-7 16,-3-15-4-16,-11 1-10 0,0 0 13 0,-4 11-6 15,-5-10 0-15,-8-2-1 0,2 16 1 0,-13-12-2 16,-3 3-2-16,2 17-4 0,-15-8-10 0,-2 8 2 15,-1 2-3-15,-2 6-3 0,11 4-15 0,-2 7 12 16,1 2-22-16,2 6-72 0,0 3-45 0,-15 10-64 16,10 10-65-16,14-2-93 0,0 3-231 0,8-2-639 15,6-2 283-15</inkml:trace>
  <inkml:trace contextRef="#ctx0" brushRef="#br0" timeOffset="1016.01">3309 3229 144 0,'0'-8'385'16,"1"0"-9"-16,-2 2-16 0,2-2-7 0,-1 3-21 15,2-1-26-15,-2 6-33 0,0-7-26 0,0 7-28 16,-2-5-24-16,2 5-24 0,0 0-31 0,3-3-61 16,-3 3-19-16,0 0-42 0,0 0-48 0,0 0-11 15,0 0 2-15,0 0 5 0,0 15 8 0,1-5-5 16,1-1 6-16,0 4 9 0,-1-3-1 0,1 3 1 16,3-2-3-16,-3 1-3 0,2-1-1 0,1 0 1 15,-1-3 3-15,2 1 5 0,-2-4-3 0,1 0 6 16,-3-1 3-16,1 0 12 0,1-2 21 0,0-1 17 15,-4-1 11-15,9-1 21 0,-5-3 11 0,3 0 10 16,1-3 7-16,1 2 10 0,-4-4-7 0,4 1 17 16,-4 0-2-16,3-1 0 0,-4-2-3 0,1 2 6 15,0 0 6-15,0 4-4 0,-2-4-4 0,-2 5-14 16,3-3-12-16,0 2-10 0,-3 3-9 0,2-1-20 16,-2-1-25-16,-1 4-31 0,0 0-35 0,4-3-37 15,-4 3-47-15,0 0-4 0,0 0-16 0,1 21 13 16,-1-4 0-16,0 8 2 0,-5 6 22 0,0 5 16 15,-3 12 3-15,-1 1 17 0,-5 0 9 0,5 2 6 16,-5-3 6-16,5-2 5 0,0 0 5 0,-2 3 10 16,6-13 1-16,-2 11 3 0,2-15 0 0,1 3 7 15,0-1 4-15,-2 0 3 0,1-2 2 0,-2-3-2 16,2-4-1-16,0-6 5 0,-2-1 3 0,3-2 3 16,-1-5-3-16,1-2-2 0,-3 0 15 0,-1-2 4 15,0-3 17-15,-2 0 7 0,-3-4-3 0,3 0 5 16,-3-4 4-16,-5-2 5 0,-1-2 8 0,6-3 16 15,-5-2 2-15,7-3 5 0,-2-8-1 0,1 1-1 16,5-9-1-16,3-3-7 0,4-13-10 16,6-4-7-16,9 1-11 0,2-1-2 0,10 1-8 0,1 1 1 15,4 2-10-15,0 5-1 0,0 6-6 0,4 5-7 16,-12 10 4-16,4-3 5 0,4 4 2 0,0 1-6 16,0 2 2-16,-1-2-1 0,-5 7 0 0,0 1-1 15,-11 2 8-15,2 3 6 0,-7 3-3 0,3-1-5 16,-8 2 1-16,1 0-7 0,1-1 0 15,-3 4-10-15,-1-2-7 0,-3 2-15 0,7 0-30 16,-7 0-38-16,0 0-55 0,0 0-43 0,0 0 12 0,0 9 18 16,-7-1-13-16,-4 6-55 0,-2 1-76 0,-2-1-355 15,2 0-704-15,0 2 311 0</inkml:trace>
  <inkml:trace contextRef="#ctx0" brushRef="#br0" timeOffset="1766.4">2127 4195 188 0,'-5'2'231'0,"5"-2"0"0,-9 2 1 15,9-2-5-15,-5 1-12 0,5-1-8 0,0 0-14 16,-6 0-16-16,6 0-14 0,0 0-17 16,0 0-14-16,0 0-13 0,-6 1-14 0,6-1-5 15,0 0-11-15,0 0-11 0,0 0-9 0,0 0-9 16,0 0 3-16,0 0-10 0,0 0-9 0,0 0-1 15,0 0-10-15,-3 1 1 0,3-1-5 0,0 0-3 16,0 0-5-16,0 0-1 0,0 0-1 0,0 0-4 16,0 0-4-16,0 0 2 0,0 0 0 0,0 0-2 15,0 0 0-15,0 0-6 0,0 0 1 0,0 0-1 16,-2 5 0-16,2-5-6 0,0 0 10 0,0 0-7 16,0 0 6-16,0 0-6 0,0 0-2 0,0 0 1 15,0 0 3-15,0 0-1 0,0 0-2 0,0 0 0 16,0 0 1-16,0 0-2 0,0 0 3 0,0 0 1 15,0 0-5-15,0 0 4 0,0 0-3 0,0 0 0 16,0 0 2-16,0 0-2 0,0 0 2 0,0 0-3 16,0 0 0-16,0 0 1 0,0 0 3 0,0 0-8 15,0 0 2-15,0 0 6 0,0 0 2 0,0 0 1 16,0 0-9-16,0 0 4 0,0 0 0 0,0 0-2 16,0 0-8-16,0 0 11 0,0 0-3 0,0 0 7 15,0 0-3-15,0 0-11 0,0 0 10 0,0 0 3 16,0 0-3-16,0 0 3 0,0 0-5 0,0 0 6 15,0 0 11-15,0 0 11 0,17 0 12 0,-3-2-8 16,5 1-2-16,13-2-2 0,9-1 11 0,22-1-14 16,26-3 12-16,13 2 9 0,4-4 2 0,8 4 7 15,5-2 1-15,5 3 18 0,-3-2-10 0,-2-3-1 16,5 6 4-16,-3-6 0 0,-7 3 9 0,-8 1-8 16,-10-6 5-16,-33 7 6 0,-2-2 14 0,-6-3 5 15,-15 5 13-15,-7-1 6 0,-2 2 2 0,-10-1 14 16,-5 4 12-16,-2-2 5 0,-7 2-3 15,1 0 2-15,1-2-10 0,-9 3-14 0,9-3-21 0,-9 3-33 16,5-1-28-16,-5 1-60 0,0 0-62 0,0 0-81 16,0 0-81-16,-40 13-87 0,10-5-115 0,-4 1-407 15,4-4-919-15,-1 0 407 0</inkml:trace>
  <inkml:trace contextRef="#ctx0" brushRef="#br0" timeOffset="2483.73">2909 4678 94 0,'-3'-7'300'0,"3"4"-10"15,0 3-13-15,-1-5-8 0,1 5-24 0,-1-6-23 16,1 3-22-16,0 3-14 0,0 0-28 15,0 0-17-15,-3-5-17 0,3 5-24 16,0 0-15-16,0 0-7 0,-12 8-6 0,1 1-9 16,-2 0-10-16,-8 9-5 0,-2 4-6 0,0-1-1 0,0 4-7 15,-1 1-1-15,-1-1-5 0,1 2 0 0,2 2-3 16,3-1-7-16,0-3-1 0,5 1 0 0,6-6 0 16,1-2 3-16,2 0-1 0,2-3-1 0,3 3 7 15,0-5 1-15,5-3 5 0,3 1 6 0,4 1 1 0,4-6 4 16,6 1 2-16,6-5 1 0,1-2-4 0,3-1-3 15,-3-3-3-15,2-5 10 0,-4 0 9 0,0-2-1 16,-11 0 12-16,5-7 1 0,-7 4-8 16,1-8-10-16,-5-2 2 0,-4-3-18 0,-6-1 1 15,-2-4-13-15,-5 0-15 0,-5-4 4 0,-8-8-7 16,-1 14-3-16,-9-8 1 0,-5 2-4 0,-2 2 1 0,-4 6 6 16,-2 1-7-16,7 12 0 0,-14 1-3 0,13 4 0 15,0 3-5-15,-2 4-1 0,4 4 6 0,4 3-1 16,2 0 3-16,2 4-21 0,8-2-36 15,-2 5-44-15,6 1-27 0,4 2-23 0,4 4-20 16,5-1-38-16,5-3-49 0,4 3-253 0,12 3-559 16,5-6 247-16</inkml:trace>
  <inkml:trace contextRef="#ctx0" brushRef="#br0" timeOffset="4087.02">3337 4545 133 0,'0'0'261'0,"0"0"-11"0,0-7-10 16,0 7-25-16,0 0-22 0,0 0-24 0,0 0-17 15,8-2-20-15,-3 2-9 0,6 2-15 0,0 2-11 16,4 6-8-16,-1 3-9 0,1-4-5 0,1 6-5 15,3 4-7-15,-2 3-2 0,-1-1-4 0,0 7 0 0,0-2-9 16,-4 4 2-16,0-2-6 0,-1 0-5 16,-8 2 0-16,4-4-5 0,-5 0 1 0,1 0-3 15,1-6-1-15,-3-2-5 0,-6 2 1 0,1-3 0 16,-1 0 7-16,0-2 10 0,-2-3 8 0,1-1 11 16,-4-4 8-16,1 1 8 0,-1-3 4 0,0-1 19 15,1 0 16-15,0-4 22 0,-4-1 15 0,5-2 5 16,-1-2 14-16,-1-3 5 0,2-3 0 0,2-3-5 15,2-4-12-15,0-3-18 0,4-4-12 0,1-3-17 16,6-4-9-16,2-2-14 0,1-2-11 0,8-7-8 16,-4 11-8-16,-1 1-6 0,0 2-6 0,-1 2 2 15,1 2 0-15,1 2-3 0,-6 8-2 0,1 3-5 16,-4 2-2-16,0 4-9 0,-2 0-4 0,0 0-3 16,0 3-4-16,-2-2-7 0,3 3-12 0,-3-1-36 15,-1 3-43-15,2-5-49 0,-2 5-51 0,1-2-59 16,-1 2-16-16,0 0 11 0,3 10-23 0,-3-6-35 15,2 1-55-15,2 0-372 0,-2-1-783 0,2-1 346 16</inkml:trace>
  <inkml:trace contextRef="#ctx0" brushRef="#br0" timeOffset="5666">5001 3950 66 0,'0'0'168'0,"0"0"-3"16,0 0-7-16,-9-1-8 0,9 1 2 0,0 0-15 0,-2-3 1 15,2 3-17-15,0 0-1 0,0 0-7 16,0 0-11-16,-7-2-7 0,7 2-13 0,0 0-8 16,0 0-4-16,0 0-3 0,0 0-1 0,0 0 3 15,0 0-2-15,0 0 2 0,0 0-2 0,0 0-1 16,0 0 0-16,0 0-4 0,0 0 1 0,0 0 6 16,0 0-10-16,0 0 12 0,0 0-12 0,0 0-4 15,0 0-9-15,23-3-7 0,-14 0 3 0,10 0-9 16,0-2 1-16,8 0-9 0,3 1 1 0,0-1-4 15,1 2 1-15,-3-1-5 0,0 1-1 0,-6 1-4 16,-2-1 1-16,-3 1 0 0,-1-1-3 0,-4 2 2 16,-2 1-4-16,-2-2 2 0,-3 1-7 0,-5 1-16 15,10 0-17-15,-10 0-25 0,0 0-26 0,5 1-16 16,-5-1-27-16,0 0-28 0,-20 8-35 0,7-5-29 16,-5 2-178-16,-2-2-425 0,1 2 188 0</inkml:trace>
  <inkml:trace contextRef="#ctx0" brushRef="#br0" timeOffset="5964.03">5012 4134 83 0,'-2'4'268'15,"2"-4"-8"-15,-4 3 4 0,4-3-10 0,0 0-12 16,0 0-20-16,13 0-13 0,5-3-19 0,11-1-21 16,7-1-17-16,2 0-8 0,17-1-8 0,3 0 1 15,-5 1-5-15,0 1-8 0,-14 0-6 0,1-2-7 16,-5 4-7-16,-2-1-14 0,-4 0-6 0,-10 2-13 16,-6-2-1-16,1 1-7 0,-5 1-9 0,-1 0 0 15,-2 0-8-15,-1 1-9 0,-5 0-17 0,9-1-29 16,-9 1-37-16,4-1-29 0,-4 1-51 0,0 0-60 15,0 0-91-15,-23 5-255 0,11-1-576 0,3-3 255 16</inkml:trace>
  <inkml:trace contextRef="#ctx0" brushRef="#br0" timeOffset="33562.14">6528 3621 129 0,'0'0'245'16,"0"-6"-8"-16,0 3-7 0,0 3-12 0,3-6-15 15,-3 6-8-15,0-4-19 0,0 4-14 0,0 0-15 16,0-5-14-16,0 5-11 0,0 0-19 0,0 0-12 16,0 0-7-16,0 0-14 0,0 0-9 0,0 0-23 15,0 0-16-15,0 0-23 0,0 0-22 0,0 0 4 16,0 0 3-16,0 0 3 0,2 16 2 0,1-8 1 16,-2 1 2-16,3 0 1 0,2 0 2 0,-2-1 0 15,2 0-1-15,-4-2 5 0,3 1-1 0,-1-2 2 16,2 0 3-16,-1 0 3 0,0-2 5 0,0-2 13 15,2-1 16-15,0 0 9 0,4 0 15 0,-6-1 10 16,6-3 3-16,1-3 14 0,-3 3 4 0,1-2 3 16,0-1 5-16,-5 1 7 0,4-3 1 0,0 2-6 15,-3 0 3-15,-2 2 16 0,0-1-9 0,0 2 6 16,-3-1-8-16,3 3-20 0,0-1-6 0,0 0-13 16,-4 3-7-16,2-4-5 0,-2 4-21 0,0-2-22 15,0 2-26-15,0 0-21 0,0 0-29 0,7-2-29 16,-7 2-23-16,0 0-7 0,1 10 10 0,-1 1 9 15,1 7 9-15,-2 8 4 0,0 20 14 0,-2 7 8 16,-1 1 9-16,2 1 9 0,-2 1 4 0,0-3 5 16,4 2 7-16,-1-2 3 0,-2-6 2 0,6-1 4 15,-3-10 1-15,1-1 4 0,2 1 0 0,-2 0 5 16,3-2 1-16,1 11-2 0,-4-10 9 0,-1-2 1 16,3 1-3-16,-6-5-3 0,2 0 3 0,-3-4 3 15,-1 0 0-15,1-5 4 0,-1 0-5 0,0-4 1 16,-3 9 0-16,-1-6 3 0,4-5 0 0,-4-2 0 15,0 2 8-15,-1-5 3 0,1 0-3 0,-7-1-2 16,4 0 4-16,-4 1 1 0,0-4-1 0,3-3 2 16,-6 0 2-16,0-4 8 0,4 2 18 0,-3-7 5 15,1-1 4-15,-1-4 18 0,5-2 11 0,-2-9 1 16,2-2 2-16,3-5 9 0,8-7-21 0,2-18-3 16,10-3-10-16,9-19-25 0,9-3 9 0,7 2-16 15,8 3 2-15,-12 25-1 0,15-22-9 16,-16 29 18-16,1-2 1 0,1 6 10 0,-9 12 7 0,5-1-4 15,9-4-1-15,-11 6 1 0,-1 3 10 0,-2 0 3 16,-1 5 2-16,-8 5 1 0,-1 2-1 0,-3 1-1 16,-2 6-7-16,-2-1-10 0,-2 0-4 0,1 1-10 15,0-1-30-15,-1 2-52 0,-2 0-45 0,1 2-45 16,-3 1-45-16,0 0 12 0,0 0 16 0,-3 18-16 16,-3-8-32-16,-5 4-44 0,2 1-71 0,-3 0-287 15,1 0-656-15,3-3 291 0</inkml:trace>
  <inkml:trace contextRef="#ctx0" brushRef="#br0" timeOffset="35027.43">7250 3423 217 0,'1'-6'253'0,"-1"-1"5"0,3 3-10 0,-3 1-9 16,1-2-30-16,-1 5-21 0,0-5-24 0,0 5-13 15,1-4-27-15,-1 4-30 0,0 0-37 0,0 0-28 0,0 0-8 16,2 14 0-16,-4 1-1 0,1 6-5 16,-2 7-1-16,-2 8 1 0,-3 12-2 0,-1 5 5 15,1-7 0-15,3 3 0 0,1 1 2 0,2-14-6 16,-1-4 3-16,3 0 0 0,0-3-3 0,1-3 2 16,3-7 6-16,-2-7 3 0,1-2-5 0,-3 0 7 15,1-1 17-15,2-2 24 0,-3-3 31 0,1-1 13 0,-1-3 0 16,9-1-3-16,-9 1-13 0,18-11-16 15,-5 1-4-15,1-3-1 0,-1 0-14 0,0-3 3 16,6-3-7-16,-3 4-10 0,1-3-7 0,-3 2-1 16,-1 1-2-16,-7 6-3 0,7 0-12 0,-7 3 3 15,-2-1-5-15,4 2 5 0,-3-1-29 0,0 2-14 0,-1 0-11 16,-4 4-2-16,0 0-1 0,10 2-8 16,-5 3-1-16,0-1-2 0,-1 3-2 0,-2-1 0 15,2 5-8-15,0-2-4 0,0 0-2 0,0 2-4 16,0-2 1-16,3 0 3 0,-3 1 7 0,1-3 5 15,-1-2 6-15,-1 2 2 0,1-4 7 0,-1 1 1 16,2-3 7-16,-5-1 9 0,0 0 11 0,14-5 8 0,-6-1 5 16,-3 0 7-16,4 1 7 0,-5-6 5 15,2 4 8-15,2-4 2 0,-4-1 4 0,2 3 6 16,2-2 15-16,-3-4-5 0,-1 5-5 0,0 1-3 16,-3 0 4-16,4 1 3 0,-1 2 2 0,-3 1-10 15,0-1-9-15,2 4-6 0,-3-3 0 0,3 2-6 16,-3 3-22-16,0 0-13 0,0 0 0 0,0 0 0 15,0 0 0-15,9 16-3 0,-8-7-2 0,3 4 4 16,-2 4-1-16,2 2-3 0,-4 6 2 0,3 3 3 16,-1-1 2-16,-1 3 0 0,-2 2 0 0,4 0 1 15,-2-1 0-15,-2 3 6 0,2 2-5 0,-1-3 3 16,0-3 1-16,-3 3 4 0,1-1-3 0,-2-4-1 16,3-1 14-16,-4-2-20 0,1-5 7 0,4-1 2 15,-4-2 0-15,-1 2-3 0,1-2 4 0,-1-7 1 16,-4 2-5-16,4-2 3 0,-3 0 2 0,3-1 3 15,-5-2 5-15,1-1 4 0,0 0 5 0,0-3 13 16,-4-3 6-16,3 0 19 0,-3-3 21 0,2-2 11 16,2-2 16-16,0-2-3 0,1-5 2 0,2-3-6 15,3-6-12-15,7-9-13 0,1-2-5 0,14-13-12 16,4-2-10-16,3-4-5 0,2 2-11 0,3 2-6 16,2 3 0-16,-2 2-2 0,2 5-4 0,-11 13-5 15,1 2 1-15,-2 1 4 0,1 3-10 0,-8 8 2 16,2 0 7-16,-4 1 14 0,-4 2 2 0,-3 2-5 15,2 3-4-15,-4-2-3 0,1 2-2 0,-1 0-8 16,-1 2-25-16,1 0-27 0,-3 2-38 0,5-5-46 16,-5 5 7-16,0 0 4 0,0 13 2 0,-4-3-20 15,-1-2-36-15,0 3-45 0,-4-1-36 0,2-1-62 16,1-1-317-16,-3 1-675 0,4-4 300 0</inkml:trace>
  <inkml:trace contextRef="#ctx0" brushRef="#br0" timeOffset="35810.61">8169 3756 89 0,'4'-4'219'15,"2"3"-15"-15,0-1-17 0,5 3-16 0,0 0-18 16,3 3-14-16,-1-4-11 0,2 7-15 0,3-1-7 0,-3 4-10 16,1 3-8-16,2 6-7 0,-7-5-2 0,2 8-7 15,-3 2 0-15,-3 2-22 0,-5 1-3 0,1-2-4 16,-5 0 2-16,-1 1-3 0,-5 3 1 16,-2-3-2-16,-6-2-3 0,1 1-5 0,-2-1 2 15,3-9 3-15,-1 0-6 0,2-2 0 0,-1 0 3 0,4-1 5 16,2-6 1-16,-1 2 8 0,4-1 18 0,1-2 12 15,-1-2 29-15,1 0 40 0,3-2 49 0,1-1 42 16,0 0 29-16,0 0-27 0,0 0-23 16,-3-11-23-16,10-1-24 0,2-1-19 0,1-4-11 15,4-7-20-15,5 0-11 0,3-3-12 0,0 0-11 0,-1-1-11 16,4-1-7-16,-5 0-7 0,3 2-7 0,-2 5-7 16,-5-3-3-16,2 5-6 0,-9 5-2 0,4 0-3 15,-3 1-4-15,-6 5 4 0,5 1-8 16,-4 3-2-16,-1 0-2 0,-3 0-7 0,3 2-8 15,-3 1-14-15,-1 2-16 0,1-3-21 0,-1 3-21 0,0 0 2 16,0 0 7-16,-7 13 0 0,-2-1 13 0,0 4 3 16,-5 7 6-16,-3 0 4 0,7-1-1 0,-4 2 4 15,9-5 2-15,1-1 6 0,0 2-7 0,2-3 5 16,5 0-1-16,5 1 11 0,7 4 0 16,10-3 7-16,7-2 1 0,21-2-47 0,13-2-101 0,27-5-145 15,-28-7-502-15,28-5-864 0,-29-4 382 0</inkml:trace>
  <inkml:trace contextRef="#ctx0" brushRef="#br0" timeOffset="37593.08">9901 3955 105 0,'0'0'199'0,"-6"0"-10"0,6 0-7 16,-4 1-16-16,4-1-8 0,0 0-10 0,-6 1-6 0,6-1-8 15,0 0-6-15,0 0-7 0,-5 3 4 0,5-3-2 16,0 0 0-16,0 0-1 0,0 0-3 0,0 0-1 15,0 0-5-15,0 0-3 0,0 0-5 0,0 0-4 16,0 0-12-16,0 0-2 0,0 0 0 16,0 0-19-16,0 0 4 0,0 0-14 0,0 0-4 0,0 0-8 15,0 0 0-15,0 0-7 0,0 0-8 0,0 0 1 16,0 0-1-16,0 0-3 0,0 0-6 0,0 0 0 16,0 0-2-16,0 0-6 0,0 0 1 0,0 0 2 15,0 0 1-15,0 0-4 0,0 0 6 0,0 0-7 16,0 0-2-16,0 0-4 0,0 0-4 0,0 0 4 15,0 0-2-15,0 0 1 0,0 0 0 0,0 0-5 16,0 0 9-16,0 0-5 0,0 0 0 0,0 0-2 16,0 0 3-16,15-5-7 0,-15 5 0 0,5-2-1 15,-5 2 5-15,0 0 0 0,5-1-4 0,-5 1 5 16,5-2-3-16,-5 2 0 0,0 0 2 16,8-1-5-16,-8 1 2 0,5-3 6 0,-5 3-4 0,0 0 4 15,4-2-5-15,-4 2-2 0,0 0-2 0,0 0-1 16,0 0 10-16,0 0-5 0,6 0 3 0,-6 0-1 15,0 0-10-15,0 0 6 0,0 0-3 0,0 0 3 16,0 0 4-16,0 0-3 0,0 0-3 16,0 0-2-16,0 0 2 0,0 0 1 0,0 0 3 0,0 0-7 15,0 0-1-15,0 0 0 0,0 0-3 0,0 0-4 16,0 0 0-16,0 0-4 0,0 0-1 0,0 0 0 16,0 0-1-16,0 0 2 0,0 0-1 0,0 0-3 15,0 0 11-15,0 0 0 0,0 0 2 16,0 0 0-16,0 0 12 0,0 0-12 0,0 0-1 0,0 0 6 15,4 4-2-15,2-3-1 0,2-1 4 0,5-1 0 16,6-3-1-16,8 2 0 0,7-2 3 0,1 0 0 16,16-3-3-16,4 1 1 0,1 2 7 0,6-3-5 15,4 2-3-15,-2 1 8 0,-4-2-7 0,-5 0-2 16,-4 1-1-16,-15 3 0 0,-8 0-2 16,0-3 3-16,-7 3-2 0,-9-1-8 0,1 3-9 0,-4-2-15 15,-2 2-14-15,-4-1-21 0,0 0-39 0,-3 1-17 16,0 0-26-16,-16-3-29 0,3 3-28 0,-5 0-38 15,-4-1-129-15,-6 2-411 0,5-1 182 0</inkml:trace>
  <inkml:trace contextRef="#ctx0" brushRef="#br0" timeOffset="37796.75">10260 3733 3 0,'0'-10'332'15,"2"0"6"-15,-2 1-1 0,1 1 0 0,0 5-7 16,-1-3-22-16,-1 0-38 0,2 2-31 0,-1 4-33 0,-1-4-26 16,1 4-31-16,0 0-16 0,4 20-14 0,-4 5 0 15,0 8-23-15,0 14-2 0,0 4-9 0,-1 9-10 16,1-5-6-16,1-1-51 0,2 4-48 16,-2-4-58-16,0 0-77 0,4-3-123 0,-2-4-257 15,-1-16-589-15,5-6 260 0</inkml:trace>
  <inkml:trace contextRef="#ctx0" brushRef="#br0" timeOffset="55124">11750 3616 9 0,'0'-6'168'0,"2"2"-5"16,-2-1-2-16,0-1-9 0,1 0-3 0,-1 2-12 16,0-1-2-16,0 0 1 0,0 1-7 0,3-1-9 15,-3 1-4-15,0 0-9 0,0 4-11 0,0-9-6 16,-3 6-9-16,0 2-10 0,0-3-8 0,-1 0-8 16,-4 1-5-16,1 3-7 0,-1-2-2 0,-4 0-7 15,-3 3-2-15,-3 2-4 0,-4 2-3 0,3 1-4 16,-9 5-4-16,4-1 1 0,-4 7-5 0,1 1-2 15,-1 2-1-15,1 3 0 0,0 0-1 0,-2 19 1 16,7-17-3-16,3 4 0 0,3 0 0 16,2-1 3-16,2-2 5 0,4 3 2 0,3-3-3 0,2 1 6 15,4-7 0-15,3-1-4 0,2-2 4 0,0 0 2 16,4-2 4-16,0-1 2 0,3-5 8 0,4 1 4 16,3-5 5-16,-1-2 3 0,3-3 3 15,6-3 6-15,0-4-2 0,-2-3 7 0,-1-2 8 0,-2-3-4 16,0-3-3-16,-1 1 3 0,-4-3 2 15,5-1-3-15,-6-3 2 0,-2-2-8 0,4 4 1 0,-5-6 3 16,1 3-4-16,-3 1 18 0,-4 6 10 0,2 0 5 16,-4 2 8-16,-2 5-4 0,0 2 6 0,0-1-4 15,-2 3-7-15,2 3-5 0,-3-1-14 0,1 0-9 16,-1 2-13-16,0-2-24 0,-1 5-26 16,0 0-27-16,0 0 4 0,0 0 9 0,0 0-7 15,-5 17 1-15,-1-7 3 0,-1 7 4 0,1 8 6 0,-2 0-3 16,6 0 5-16,-5-5-9 0,7-2 8 0,2 6-7 15,4 3 11-15,-1-8-17 0,3-2 3 0,1 0-21 16,5 0-23-16,0-3-29 0,4-3-36 16,-2-1-77-16,13-2-105 0,-8-4-332 0,11-3-692 15,-1-2 306-15</inkml:trace>
  <inkml:trace contextRef="#ctx0" brushRef="#br0" timeOffset="55674.12">12251 3904 215 0,'-3'-4'289'16,"3"4"-17"-16,-3-5-20 0,3 5-23 0,-4-3-28 15,4 3-15-15,-1-3-23 0,1 3-21 16,0 0-13-16,0 0-8 0,-16 4-19 0,8 0-8 15,0 3-11-15,-1-1-11 0,0 5-5 0,-5 3-10 0,4-1-5 16,-3 2-4-16,4 1-5 0,-1 0-3 0,-2-1-4 16,6 0-5-16,-2 2 7 0,4-2-12 0,0 1-3 15,3-5 1-15,1 1 5 0,0-1 5 0,4-2 7 16,-3 0 13-16,4 0 7 0,3-2 18 16,0-2 12-16,2-2 0 0,3-2 4 0,5-2 0 0,-2-2-5 15,5-3 2-15,-2-2-4 0,-1 0-1 0,1-3-3 16,-4 0-1-16,3-3-2 0,-5-1-15 0,5-7-6 15,-5 3-9-15,-6 0-4 0,1 1-7 0,-3-2-11 16,-2 4-6-16,-2-4-8 0,-5 2-19 16,-1 1-4-16,-3 2-8 0,-2-1-8 0,0 5-15 0,-7-2-2 15,1 9-15-15,-1-4-11 0,0 2-21 0,0 6-21 16,-1-2-27-16,0 2-40 0,5 1-35 0,-1 1-55 16,5 0-54-16,-2 2-194 0,4-1-556 0,5 2 247 15</inkml:trace>
  <inkml:trace contextRef="#ctx0" brushRef="#br0" timeOffset="56208.11">12598 3618 101 0,'5'-3'246'0,"1"1"-17"0,3-2-25 15,0 4-18-15,3 0-20 0,2 0-16 0,-3 3-18 16,3 0-9-16,2 3-3 0,0 3-13 0,-2-1-6 16,0 4-9-16,-1 0-8 0,2 10-5 0,-10-6-14 0,2 1-1 15,-6 4-3-15,-1 4-9 0,0-5-1 16,-4 4-3-16,-1 0-4 0,-8 0-4 0,3 1-6 0,-4-4-2 15,3-4-3-15,-1 0-1 0,-6 3 0 16,5-8 0-16,-1 2-1 0,2-3 7 0,0-3 7 16,4 0 1-16,1-3 10 0,-1 0 11 0,5-1 9 0,-3 2 23 15,1-4 35-15,5-2 30 0,-2 3 24 0,2-3 17 16,0 0-20-16,0 0-20 0,0 0-18 16,10-20-8-16,1 6-19 0,1-1-9 0,4-6-19 15,2-1-6-15,3-5-11 0,0 2-2 0,1-1-11 16,1 0-12-16,0-1-2 0,0 2-6 0,-1 3-5 0,-3 1 3 15,-4 6-13-15,-3 1 6 0,-4 5-8 0,2 1-5 16,-5 4 2-16,-1-4-4 0,-1 4-7 16,1 1-14-16,-1-1-23 0,-2 1-35 0,-1 3-11 15,0 0 1-15,0 0 12 0,0 0 4 0,-9 17 10 16,1-4 0-16,-2 4 10 0,1-1 2 0,3 2 6 0,-5 5-3 16,5-4 10-16,3 5-10 0,-1 0-7 0,5-6-5 15,-1 1-10-15,8-4-7 0,-1 1-13 16,4-2-29-16,1-3-46 0,6-2-66 0,10-2-86 15,-7-2-303-15,7-5-655 0,5-2 290 0</inkml:trace>
  <inkml:trace contextRef="#ctx0" brushRef="#br0" timeOffset="56724.02">13211 3328 216 0,'0'0'268'16,"0"0"-26"-16,0 0-22 0,0 0-23 0,5-3 10 16,-5 3-25-16,0 0-17 0,0 0-18 0,14 7-15 15,-10-4-19-15,4 4-9 0,-2 1-5 0,3 2-5 16,-1 0-11-16,-2 1-5 0,2 4-6 0,1 2-6 16,-3 2 2-16,0-2-6 0,1 2-5 0,-1-2-7 15,-3 3-8-15,-3-1-1 0,0-1 0 0,-3-1-5 16,0-1-8-16,0-2 11 0,0-2 4 0,1-1 4 15,-2-2 5-15,1 0 10 0,-1-5 8 0,2 3 11 16,-2-3 22-16,4-4 26 0,-5 5 17 0,3-5-3 16,2 0 3-16,0 0 5 0,-8-9-3 0,7 2-6 15,2-2-13-15,-1-2-16 0,4-2-17 0,2-3-1 16,7-6-19-16,-2-2-3 0,5-1-9 0,0-1-14 16,3 2-8-16,-1-1-3 0,-5 2-5 0,6 2-9 15,-5 1-14-15,0 7-11 0,-5 3-13 0,-2 3-27 16,-2 1-31-16,0 2-50 0,0 0-73 0,-1 1-80 15,-4 3-51-15,1-2-57 0,-1 2-292 0,0 0-729 16,-15 9 323-16</inkml:trace>
  <inkml:trace contextRef="#ctx0" brushRef="#br0" timeOffset="59123.02">14689 3294 180 0,'0'0'188'15,"3"-9"-10"-15,-2 4-9 0,-1 5 0 0,2-8-8 16,0 4-4-16,-2-1-5 0,0 2-9 0,0 3-5 15,1-5-3-15,-1 5-8 0,0-5-7 0,0 5-13 16,-1-4-10-16,1 4-10 0,0 0-16 0,0 0-12 16,-2-3-6-16,2 3-6 0,-9 7-3 0,-1 2-8 15,-1 2 0-15,-4 0-4 0,-2 10-4 0,-1-2-2 16,3 1-4-16,-3 1-3 0,0 1-4 0,3 0 0 16,2 2 0-16,4-6 0 0,0-1-5 0,0 1 3 15,4-2-3-15,0 2 1 0,-3-4-1 0,6 1 2 16,-1-1 4-16,2-4 1 0,1-3 2 0,1 0 10 15,2-2 15-15,2 1 23 0,1-2 9 0,6-4 4 16,-2-2-4-16,9-2 0 0,7-5 8 0,-1-3 1 16,-3 0-4-16,2-5 14 0,-1-2-18 0,0-5-8 15,-5 2-14-15,0-4 12 0,-1-3-4 0,-6-2-8 16,-2-1-16-16,-5 0 2 0,-1 2-13 0,-6-1 6 16,-3-2-10-16,-5 2-3 0,-4 5-3 0,-2 3-6 15,-3-1-9-15,-3 3 13 0,-1 4-6 0,-1 2-8 16,-1 5-26-16,-4 2 14 0,2 6-4 0,0 2-11 15,-4 5-28-15,0 5-26 0,1 2-25 0,2 4-26 16,1 4-30-16,1 4-29 0,4 2-43 0,6 2-50 16,2 0-232-16,6-1-558 0,5 0 247 0</inkml:trace>
  <inkml:trace contextRef="#ctx0" brushRef="#br0" timeOffset="59740.07">14099 3870 208 0,'0'0'248'15,"-5"3"-3"-15,5-3-8 0,-4 2-10 0,4-2-20 16,0 0-18-16,0 0-17 0,0 0-20 0,-5 0-14 16,5 0-10-16,0 0-15 0,-4 3-7 0,4-3-4 15,0 0-9-15,0 0 0 0,0 0-7 0,0 0-3 16,0 0-4-16,0 0-1 0,0 0-2 0,0 0-9 16,0 0 4-16,0 0-13 0,0 0-9 0,0 0-4 15,0 0-4-15,0 0-4 0,0 0-7 0,0 0-1 16,0 0-2-16,0 0-2 0,0 0-1 0,0 0-4 15,0 0 1-15,0 0-1 0,0 0 2 0,0 0-11 16,0 0 3-16,0 0-3 0,0 0-2 0,0 0 3 16,0 0-8-16,0 0 1 0,0 0 2 0,0 0 1 15,0 0-2-15,0 0 0 0,0 4 0 0,0-4-1 16,0 0-13-16,0 0 16 0,0 0-8 0,0 0 6 16,0 0-1-16,0 0-5 0,0 0 2 0,0 0-1 15,0 0-1-15,0 0-3 0,0 0 3 0,0 0 6 16,0 0-5-16,0 0 4 0,0 0-6 0,0 0 3 15,0 0 1-15,16-2 0 0,-4 0-3 0,11-1 3 16,8-1 1-16,7-1-3 0,17 1 6 0,9-5 12 16,1 2-10-16,32-1 6 0,5 2-7 0,-2-1 20 15,0-1-6-15,-7 3 7 0,-26-1-8 0,25 0 5 16,-33 2-5-16,-2 1-1 0,-1-2-1 0,-20 2-2 16,-4 1-6-16,-3-1 3 0,-8 1 0 0,-8 2-3 15,-1-1-1-15,-3-1-8 0,-1 2 9 0,-8 0-6 16,14 0-26-16,-14 0-21 0,0 0-8 0,4 2-15 15,-4-2-24-15,-18 8-27 0,1-2-41 0,-4 1-48 16,-7 1-60-16,-1 2-255 0,0-1-563 0,1 0 249 16</inkml:trace>
  <inkml:trace contextRef="#ctx0" brushRef="#br0" timeOffset="60406.04">14433 4350 288 0,'0'0'292'0,"0"0"-14"0,-2-5-21 16,2 5-23-16,0 0-27 0,-1-3-17 0,1 3-20 15,0 0-21-15,0 0-22 0,-4-3-18 0,4 3-10 16,-10 6-10-16,4-2-8 0,-3 1-15 0,-7 4-4 16,0 2-5-16,-1 3-5 0,2-2-9 0,-6 6-1 15,1 3-6-15,-2 1-2 0,4 4-6 0,-3-1 0 16,3 1-5-16,2-4 1 0,2 2 1 0,5-9-9 15,2 2 1-15,-1 0-5 0,0-3 2 0,6 2 7 16,-1-8-3-16,3 4 10 0,0-7 8 0,4 3 15 16,1-4 8-16,5-2-3 0,3-1-5 0,8-4-7 15,0 0-6-15,-3-6 0 0,9 1-4 0,0-6-6 16,-7-2-3-16,1-4-1 0,-7 6-1 0,3-7-13 16,-5-6-21-16,-4 1 2 0,1 1-7 0,-7-5-16 15,-2 1-10-15,-5-1-5 0,-4-1-6 0,0 2 4 16,-6 0 3-16,-4 6 8 0,1-4 5 0,-6 5-2 15,-2 3 2-15,-2 2 5 0,-3 4 4 0,2 4 0 16,0 0 4-16,-3 1 2 0,1 4 2 0,-1 0 2 16,4 3 0-16,7 1 2 0,2 4 1 0,0 1-15 15,8 0-33-15,-1 2-24 0,3 1-7 0,4 1-25 16,4 1-38-16,3 0-48 0,4-1-197 0,9 2-429 16,0 0 191-16</inkml:trace>
  <inkml:trace contextRef="#ctx0" brushRef="#br0" timeOffset="60790">14679 4311 176 0,'5'2'237'0,"-1"-2"-14"0,0 3-10 15,2 1-11-15,2 0-12 0,2 4-8 0,-1-2-11 16,5 7-14-16,-1 0-10 0,1-1-8 16,-1 5-12-16,-2-2-7 0,1 1-10 0,-3 0-11 15,-3 3-9-15,3 7-5 0,-3-6-8 0,-3-4-10 16,-3 4 1-16,0-4-6 0,-3 0-1 0,-1-4-9 16,0-1 7-16,-1-3-3 0,-2 1-1 0,-2-2 15 0,-2 1 9 15,-1-6-8-15,2 1 6 0,-3-3 4 0,3-3 16 16,0-3 8-16,1-1 3 0,-1-2 10 15,3-3-7-15,1-2 7 0,-1-4-14 0,6-8-3 16,1 6-9-16,5-6-11 0,4-3-7 0,1 6-8 16,2-3-9-16,7 1-21 0,-1 4-8 0,1-1-11 0,2 1-14 15,-6 9-37-15,8-2-36 0,-4 3-37 0,-1 2-57 16,1 2-50-16,1 1-60 0,0 1-80 16,-4 1-263-16,-3 2-669 0,0-1 295 0</inkml:trace>
  <inkml:trace contextRef="#ctx0" brushRef="#br0" timeOffset="61824.12">15967 2930 74 0,'0'0'220'0,"0"0"-10"0,-2-4-14 0,2 4-14 16,0 0-20-16,2-4-14 0,-2 4-18 0,0 0-14 16,0 0-13-16,0 0-11 0,0 0-10 0,0 0-15 15,0 0-4-15,0 0-8 0,0 0-4 0,2 12-9 16,0-5-3-16,-2 5-3 0,1 3-7 0,1 11 0 16,-4 0-2-16,1 4-1 0,-1 7-1 0,-6 15-2 15,-3 3-6-15,0 2 5 0,-2 2-2 0,-8 20-4 16,5-21 0-16,-5 23 2 0,7-25-3 0,-2 2 0 15,-3 27-2-15,10-27 9 0,-5 25 19 0,5-26 3 16,0-1 4-16,-1 1 11 0,2 0 3 0,3-2 0 16,-5 2 3-16,1-6-2 0,1 0 2 0,2 2-3 15,1-20-4-15,1 21-2 0,-1-4 3 0,2-4 0 16,1-14-7-16,-3 2-5 0,1 0-3 0,0-5-4 16,0 2-3-16,0-5-1 0,-2 0-1 0,3-8-5 15,0 2-1-15,0-3 7 0,0 1-13 0,0-2-5 16,0-2-2-16,0-2-7 0,1 0 7 0,1-4 2 15,-4 1-6-15,2-1 2 0,3-1-2 0,-2 0 0 16,0-2-4-16,0 0 5 0,-1 0-7 0,3-1 3 16,-4 1 6-16,4 1-12 0,0-2 5 0,-2-2-5 15,2-2 1-15,-3 5-1 0,2 0 4 0,1-5-8 16,-3 2 3-16,3-2 0 0,-5 4-1 0,5-4-1 16,-1 4 1-16,1-4 3 0,0 0-3 0,0 6 2 15,0-6 3-15,0 0-1 0,0 0 1 16,-4 3 1-16,4-3-9 0,0 0 8 0,-1 3-6 0,1-3-1 15,0 0 2-15,0 0-3 0,-3 1 4 0,3-1-5 16,0 0 2-16,0 0 2 0,-5 5 2 0,5-5-9 16,0 0 9-16,0 0-3 0,0 0 2 0,0 0-3 15,-1 3 6-15,1-3 0 0,0 0 9 0,0 0 12 16,0 0 2-16,0 0-2 0,0 0-6 16,0 0 9-16,20-7-4 0,8 5 0 0,7-5-2 0,3-2-36 15,18-3-46-15,-1-2-70 0,4-2-96 0,-4-6-385 16,1 0-660-16,-2-3 291 0</inkml:trace>
  <inkml:trace contextRef="#ctx0" brushRef="#br0" timeOffset="62589.59">15974 2883 58 0,'0'0'167'0,"0"0"-7"16,0 0-10-16,0 0-12 0,0 0-10 0,0 0-14 15,0 0-10-15,0 0-6 0,0 0-1 0,0 0-6 16,-7-1-1-16,7 1-7 0,0 0-2 0,0 0-7 15,0 0-2-15,0 0 0 0,0 0-6 0,0 0-3 16,0 0 0-16,0 0-2 0,0 0-5 0,0 0-4 16,0 0-2-16,0 0-3 0,0 0-5 0,0 0-1 15,0 0 3-15,0 0 1 0,0 0 0 0,0 0 0 16,0 0 2-16,0 0 4 0,0 0-5 0,0 0 4 16,0 0-4-16,0 0-2 0,0 0-2 0,18 0-2 15,0 0-7-15,15 0 0 0,21-2 0 0,7 0-9 16,38 0-15-16,-1-4-52 0,-5 2-51 0,1 4-81 15,-32-2-273-15,-2 0-484 0,-5-6 214 0</inkml:trace>
  <inkml:trace contextRef="#ctx0" brushRef="#br0" timeOffset="67628.03">16587 3621 140 0,'0'-9'362'0,"1"3"-23"0,-1 0-29 0,0 1-37 15,0 2-28-15,0 3-31 0,0-7-41 0,0 7-33 16,0 0-16-16,0 0-15 0,-3 17-11 0,-3-1-8 16,3 4-13-16,-1 9-6 0,0 7-4 0,1 0-6 15,-4 13-5-15,4-14-6 0,-1 2-5 0,3-2-6 16,0 0 0-16,-2-3-3 0,2 1-1 0,-2-6-1 16,3 1-1-16,-1-10-4 0,0 2-1 0,1-9-3 15,-2 2-4-15,1-3-7 0,1 0 4 0,-1-4 0 16,0-2 4-16,1 0-5 0,-2 0 1 0,2 0 1 15,0-4 0-15,0 8-3 0,-1-7 2 0,1-1-5 16,0 0-2-16,0 0-40 0,0 0-48 0,0 0-35 16,0 0-43-16,-14-6-54 0,14 2-38 0,-1 0-210 15,2-4-493-15,-1 4 218 0</inkml:trace>
  <inkml:trace contextRef="#ctx0" brushRef="#br0" timeOffset="68039.77">17094 4013 96 0,'0'0'258'0,"-7"-3"-10"15,7 3-14-15,0 0-15 0,-7 2-17 0,7-2-14 16,0 0-18-16,0 0-15 0,0 0-11 16,-9 1-14-16,9-1-8 0,0 0-10 0,0 0-6 0,-3 0-3 15,3 0-22-15,0 0-1 0,0 0-1 0,0 0-8 16,0 0-3-16,0 0-6 0,0 0-8 0,0 0-3 16,0 0-5-16,26-5-5 0,-4 2-6 0,6 1-3 15,8 0-2-15,1 0-3 0,19-1-2 16,-1-1-6-16,3 3 4 0,0 0 7 0,1-2 8 15,0 3-2-15,-5-3-2 0,-1 3-4 0,-17 0-5 0,-4 0 2 16,-4-2-4-16,-5 2-1 0,-5-1 6 0,-6 0-9 16,-2 0-1-16,-1 1-5 0,-3 0-2 0,-1-1-5 15,-5 1-13-15,8 0-25 0,-8 0-19 0,5-1-28 16,-5 1-35-16,0 0-36 0,0 0-61 16,0 0-56-16,0 0-193 0,0 0-499 0,-32 0 221 15</inkml:trace>
  <inkml:trace contextRef="#ctx0" brushRef="#br0" timeOffset="68821.95">19101 3263 19 0,'1'0'347'0,"-1"0"-13"0,0 0-12 0,1-7-35 15,-1 7-27-15,0 0-30 0,0 0-28 0,3-5-14 16,-3 5-27-16,0 0-20 0,0 0-23 0,0 0-13 16,0 0-12-16,-7 20-5 0,2-9-16 0,-4 6-1 15,-5 7-9-15,1-2-8 0,-2 3-1 16,0 0-8-16,-2 1-3 0,4-2-4 0,-3-2-6 0,5 2 2 15,0-2-5-15,1-4-4 0,3-1 0 0,0 1 0 16,1-1-5-16,2-5-5 0,0-1 0 0,1 1-3 16,1-2 3-16,0 0-5 0,2-3 7 0,2-2 0 15,-1 5 12-15,3-3 0 0,3 0 1 0,1-1-5 16,4 1 0-16,5-1-1 0,1 0 0 16,1-5-7-16,3 5-27 0,-4-6-27 0,1 3-35 15,0-8-41-15,1 4-35 0,-8 1-44 0,8-2-52 0,-8 0-258 16,-3-2-543-16,1 1 239 0</inkml:trace>
  <inkml:trace contextRef="#ctx0" brushRef="#br0" timeOffset="69014.03">19201 3548 185 0,'0'0'321'0,"0"-3"-15"0,0 3-25 0,-2-4-31 15,2 4-27-15,0 0-26 0,0 0-25 0,0 0-16 16,0 0-12-16,0 0-16 0,-1 15-19 0,-1-1 3 15,0 4-7-15,-3 7-10 0,1 3-6 0,-3 2-3 16,1 8-10-16,-4 7 0 0,2-11-13 0,2 1-6 16,-1 0-7-16,1-4-40 0,2 3-38 0,-1-5-47 15,-4-1-47-15,5-1-75 0,-3-2-282 0,0-7-518 16,2-2 230-16</inkml:trace>
  <inkml:trace contextRef="#ctx0" brushRef="#br0" timeOffset="69872">18607 4299 113 0,'-5'0'269'0,"-5"0"-15"0,10 0-11 0,-9 0-17 16,9 0-18-16,-6 0-19 0,6 0-17 0,-7 1-22 16,7-1-12-16,0 0-13 0,0 0-10 0,0 0-9 15,-9 1-13-15,9-1-10 0,0 0-7 0,0 0-9 16,0 0-5-16,0 0-6 0,0 0-6 16,0 0-4-16,0 0-4 0,0 0 3 0,-5 2-2 0,5-2 1 15,0 0 1-15,0 0-5 0,0 0-3 0,0 0-1 16,0 0-3-16,0 0-10 0,0 0 4 0,0 0-3 15,0 0-2-15,0 0-3 0,0 0-3 0,0 0 0 16,0 0-2-16,0 0-6 0,0 0 2 16,0 0 2-16,0 0-4 0,0 0 0 0,0 0 0 15,0 0 1-15,0 0-1 0,0 0-9 0,0 0 6 0,0 0 2 16,0 0-2-16,0 0 7 0,14 4 8 0,-14-4 1 16,0 0 4-16,0 0 2 0,0 0 3 0,0 0 4 15,0 0 3-15,0 0-2 0,0 0 0 16,0 0 1-16,0 0-8 0,0 0-2 0,0 0 3 15,0 0-4-15,0 0-4 0,0 0-5 0,0 0 1 16,0 0-1-16,0 0-7 0,0 0 1 0,0 0 8 0,0 0-1 16,0 0-9-16,0 0 0 0,0 0-5 0,0 0 0 15,0 0 1-15,0 0 3 0,0 0-6 0,0 0 3 16,0 0 6-16,0 0 1 0,0 0 6 16,0 0-9-16,0 0 3 0,0 0 1 0,0 0-1 15,0 0-4-15,0 0-2 0,0 0 4 0,0 0-5 16,0 0-1-16,0 0 6 0,0 0-4 0,0 0 0 15,0 0 6-15,0 0-18 0,0 0 21 0,0 0-8 0,0 0-1 16,0 0 5-16,0 0-5 0,0 0 4 16,0 0 1-16,0 0-3 0,0 0 5 0,0 0-5 15,0 0 9-15,0 0 1 0,0 0-2 0,0 0-4 16,0 0 5-16,0 0 4 0,0 0 8 0,0 0-8 16,0 0 4-16,0 0-1 0,0 0-4 0,0 0 2 15,0 0 5-15,0 0-3 0,0 0-4 0,0 0 6 16,0 0-8-16,18-6-25 0,0 5 30 0,11-3-7 15,11 3-7-15,19-4 3 0,34 1-5 0,3-2 10 16,11 4-9-16,1-2 3 0,11 1-4 0,9-1 3 16,4 1 1-16,4 5 1 0,5-5-4 0,-3 3-1 15,-10-1 6-15,-1 0 3 0,-16-3-3 0,-9 0 3 16,-37 1-7-16,-1-1 1 0,-1 1-2 0,-8-2 7 16,-18 0 12-16,-6 0 5 0,-3 2 8 0,-9 1 16 15,-6 0 27-15,-1-1 17 0,-3 1 2 0,-1-2-15 16,-2 1-5-16,-1-1 3 0,-1 0-11 0,1 2-12 15,-5-2-12-15,0-2-22 0,0 6-25 0,0-6-22 16,-1 3-35-16,-3-2-41 0,0 1-52 0,-1 0-71 16,-4 0-63-16,3 3-88 0,-6-4-385 0,2-1-817 15,-1 1 361-15</inkml:trace>
  <inkml:trace contextRef="#ctx0" brushRef="#br0" timeOffset="74438">18885 4582 189 0,'-2'-5'273'0,"2"1"-4"15,0 1-16-15,0 3-26 0,-1-6-22 0,1 6-25 16,3-3-17-16,-3 3-20 0,0 0-13 0,10 6-13 15,-4 0-15-15,3 5-8 0,0 4-7 0,4 7-8 16,-2 2-8-16,1 2-5 0,1 3-7 0,-3 2-5 16,-1-1-3-16,2 1-25 0,-6 3-2 0,-1-3-5 15,0-2-2-15,-3 1 2 0,1-4-6 0,-5 0 2 0,1-6 2 16,-2-3-3-16,0-2 1 0,1-3 0 16,-3-2 8-16,0-2 5 0,2-2 3 0,1-1 21 15,-1-2 26-15,0 2 6 0,-1-5 20 0,5 0 12 16,0 0 16-16,-14-8 2 0,8-2 7 0,2-1 8 15,3-6-5-15,1-1-8 0,1-1-7 0,4-10-9 0,-1 0-12 16,7-4-14-16,2 2-5 0,8-12-13 16,-6 12-8-16,0 2-8 0,3 5-4 0,0 1-8 15,-6 6-5-15,2 3-10 0,-1-1-28 0,-1 2-17 16,1 3-32-16,4 2-37 0,-6 1-35 0,-1 2-42 16,2 4-33-16,-1 2-33 0,-2 4-30 0,0-1-34 0,0 3-75 15,-4 2-230-15,-1-4-643 0,0 4 285 16</inkml:trace>
  <inkml:trace contextRef="#ctx0" brushRef="#br0" timeOffset="74820.84">19380 4933 59 0,'-10'0'232'15,"10"0"-8"-15,-8 0-11 0,8 0-15 0,0 0-16 16,-6-1-14-16,6 1-16 0,0 0-12 0,0 0-11 16,0 0-5-16,0 0-3 0,-7 1 2 0,7-1 2 0,0 0-1 15,0 0-11-15,0 0-6 0,0 0-10 16,0 0-9-16,0 0-8 0,20-8-10 0,-6 7-8 15,3-4-3-15,2 2-6 0,1 0-8 0,1 1-2 16,0-1-5-16,11 1-4 0,-5-3-2 0,0 0-1 16,0 1-4-16,-7 1 6 0,-3 0-7 0,-3 1 2 0,-3 2-4 15,0-2 1-15,-4 1-1 0,-2 1-3 0,1-1-5 16,1-1-3-16,-7 2-5 0,7-1-9 16,-7 1-12-16,0 0-15 0,0 0-20 0,0 0-20 15,0 0-29-15,0 0-25 0,0 0-35 0,-21-2-24 16,21 2-44-16,-11-1-204 0,5 1-464 0,1-1 205 0</inkml:trace>
  <inkml:trace contextRef="#ctx0" brushRef="#br0" timeOffset="75136.98">19828 4673 270 0,'-2'-5'347'15,"4"1"2"-15,-2-1-20 0,0 5-21 0,0-5-34 16,1 2-22-16,-1 3-34 0,0 0-23 0,0 0-21 16,1-4-23-16,-1 4-15 0,0 0-18 0,0 0-24 0,0 12-11 15,0-3-2-15,0 2-14 0,0 5-5 0,-1 0-5 16,0 4-10-16,1-1 1 0,-2 6-3 16,4 0 0-16,-4-1-7 0,2 2-7 0,-1-8 0 15,0 1-1-15,1-2 7 0,0 0-10 0,0 0-4 16,-2-4-4-16,2-2-1 0,-2-2 1 0,2-1-2 0,-1 1-8 15,1-6-15-15,-2 3-6 0,2-3-7 0,0 2-8 16,-1-3-5-16,1-2-3 0,0 0-35 16,0 0-67-16,0 0-60 0,0 0-37 0,-6-10-57 15,2-1-208-15,4 0-539 0,0-5 239 0</inkml:trace>
  <inkml:trace contextRef="#ctx0" brushRef="#br0" timeOffset="75356.23">20009 4560 267 0,'3'-4'284'0,"-1"3"-26"0,1-2-28 16,-3 3-22-16,0 0-24 0,0 0-8 0,11 4-6 0,-3 4-15 15,-2 3-1-15,6 4-3 0,1 8-9 0,-1 4-8 16,0 4 0-16,-2 1-2 0,-1 11-9 16,1 7-7-16,-6-4-6 0,-4 1-8 0,-4-11-6 15,-2-2-7-15,-6 2-10 0,-1-2-6 0,-4-2-4 16,-11 9-8-16,6-13-6 0,-5-1-18 0,-10 3-17 0,5-8-23 15,-11 4-42-15,-3-2-43 0,0-2-52 0,-3-5-49 16,12-10-64-16,-17 0-263 0,0-2-558 16,2-5 248-16</inkml:trace>
  <inkml:trace contextRef="#ctx0" brushRef="#br0" timeOffset="75670.95">18731 4633 211 0,'0'0'194'16,"0"0"-23"-16,-5 7-7 0,1 2-9 0,-1 1-13 15,-5 15-4-15,1 4-9 0,-1 3-5 0,-3 15-1 0,0 0-7 16,3-12-10-16,1 14-10 0,10-4 3 16,3-10 4-16,5-1-3 0,4 0-6 0,11 6-3 15,-2-10-7-15,4-4-5 0,17 6-5 0,0-8-7 16,11-5-36-16,2-4-45 0,4-3-89 0,31-6-123 16,-32-2-166-16,-1-5-423 0,1-6 187 0</inkml:trace>
  <inkml:trace contextRef="#ctx0" brushRef="#br0" timeOffset="76221.07">20318 4480 212 0,'0'0'300'0,"0"0"-18"16,0 0-26-16,0 0-23 0,0 0-24 15,0 0-23-15,0 0-20 0,0 0-19 0,0 0-5 16,18 5-1-16,-17 1-22 0,5-1-8 0,0 3-5 15,0 2-5-15,-2 0-8 0,0 2-11 0,1 0-5 0,-5 4-9 16,0-1-7-16,0 2 10 0,0 0-14 16,0 0-3-16,-4 0-6 0,-3-5 5 0,-1 4-5 15,2 0-6-15,-1-5 25 0,3-5-4 0,-1 3-6 16,0-5-7-16,1 0-1 0,1 2-8 0,1-3 2 0,2 0-2 16,-4 0 11-16,4-3-2 0,4 5 9 0,3-4-7 15,9-2-2-15,5-1-8 0,13 0-6 0,2-2-54 16,0 1-56-16,2-4-81 0,0 1-93 15,2-2-373-15,-7 0-672 0,4-4 298 0</inkml:trace>
  <inkml:trace contextRef="#ctx0" brushRef="#br0" timeOffset="76988.14">21491 3867 56 0,'4'-1'225'0,"5"1"-13"15,0 0-19-15,0 0-18 0,3 4-15 0,-2 1-9 16,-3 3-12-16,2 1-12 0,0 5-7 0,-1 3-10 16,-3 1-8-16,-5 1-9 0,-1 5-9 0,-3 5-8 15,-1 0-4-15,-7 0-8 0,2-4-7 0,-4 2-1 0,1-1-9 16,-1-3 0-16,-1 0-1 0,3-7-12 16,1-2-1-16,-2-1-2 0,4-1-5 0,0-4 1 15,4 1 14-15,0-4 24 0,1 0 36 0,0-2 40 16,0-1 28-16,3 1 28 0,1-3 20 0,0 0-20 15,0 0-23-15,14-13-17 0,-1 3-21 0,5-2-12 0,6-5-9 16,2-2-16-16,0 0-8 0,-1-5-12 16,2 2-4-16,0-2-10 0,-1 4-9 0,-3-1-4 15,-2 3-10-15,-6 3 3 0,-6 9 1 0,1-4-5 16,-6 7-6-16,3-1 3 0,-2-2-13 0,-1 2-14 16,-1 2-21-16,0-1-31 0,-3 3-3 0,0 0 0 0,0 12 15 15,-4-4-4-15,-2 4 9 0,1 3-7 16,-2 2 9-16,0 1 8 0,0 1 1 0,3 9-1 15,2-4-22-15,3-5-20 0,4 1-9 0,9 3-21 16,4-5-27-16,5-1-40 0,6-2-57 0,3-4-78 16,6-4-358-16,15-2-698 0,1 1 309 0</inkml:trace>
  <inkml:trace contextRef="#ctx0" brushRef="#br0" timeOffset="77470.53">22646 4049 31 0,'-7'1'208'16,"-1"0"-1"-16,2-1-12 0,1 0-7 0,5 0-1 15,-9 0-4-15,9 0 0 0,-7 1-7 0,7-1-1 16,0 0-4-16,0 0-3 0,0 0-10 0,0 0-12 16,33-1-11-16,-6-1-16 0,5-1-12 0,0-1-9 15,1-1-11-15,7 1-11 0,11-1-7 0,-1-2-3 16,-8 2-7-16,8-1-2 0,-9 0-9 0,-5 1-6 16,-2 1-4-16,-2-2-6 0,-5-2-8 0,-8 4-14 15,-5-1-12-15,-1 0-24 0,-3 2-32 0,-3-1-33 16,-5 1-38-16,-2-1-31 0,-2-1-39 0,-5 1-31 15,-7 1-195-15,-4 0-461 0,-1 0 205 0</inkml:trace>
  <inkml:trace contextRef="#ctx0" brushRef="#br0" timeOffset="77646.03">22883 3912 112 0,'-1'-3'322'15,"1"3"0"-15,-3-8 3 0,0 7 0 0,1-3-11 16,2 4-28-16,0 0-21 0,-2-4-28 0,2 4-28 15,0 0-29-15,0 0-20 0,0 0-22 0,0 0-23 16,-6 17 6-16,5 0-20 0,0 9-4 0,-1 3-10 16,-1 6-14-16,0 0-6 0,0 13 2 0,1-2-13 15,1-11-61-15,2 11-55 0,-2-14-71 0,-1 1-95 16,-2-3-368-16,4-2-642 0,0-11 284 0</inkml:trace>
  <inkml:trace contextRef="#ctx0" brushRef="#br0" timeOffset="78503">24953 3225 6 0,'0'-5'211'16,"0"5"-4"-16,0 0-14 0,0-4-19 0,0 4-11 15,0 0-15-15,0 0-15 0,0 0-17 0,1-5-10 16,-1 5-13-16,0 0-6 0,0 0-5 0,0 0-8 16,-19 9-7-16,10-5-4 0,0 2-3 0,-6 3-2 15,-1 0-5-15,-1 3-1 0,-3 5-5 0,-4 0-5 16,2 1-1-16,6 0-5 0,-3 2 0 0,1 0-6 16,4 2-3-16,-3-1 0 0,-1-1 0 0,4 3-2 15,0 1-5-15,1-4 1 0,3 7-4 0,2-6 4 16,3-2 11-16,-1 2 11 0,3-3-3 0,6-3-1 15,-3 5 6-15,5-5-3 0,1 0 2 0,3 1 4 16,0 1 3-16,4-3-4 0,0-2 12 0,2-3-11 16,-1 1-3-16,4-5-1 0,-5-3 3 0,1 1-1 15,-1-3 16-15,1-3 8 0,-3 1 4 0,1-2-9 16,-2-3 2-16,0 2-4 0,-2-3-10 0,-2-4-5 16,-1 3-7-16,-2-1-13 0,-2-2-8 0,-3 2-3 15,-2-4-6-15,-6 1-7 0,-1 1-11 0,-4 0-10 16,-2 2-11-16,-3 3 0 0,-7 0-11 0,-1 1-10 15,-2 2-9-15,3 4-8 0,0 0-15 0,5 0-20 16,0 3-29-16,6 1-41 0,2-2-53 0,2 3-28 16,2-2-191-16,5 0-479 0,5-3 212 0</inkml:trace>
  <inkml:trace contextRef="#ctx0" brushRef="#br0" timeOffset="78996.02">24420 3271 131 0,'0'-8'338'0,"0"3"-14"0,-2 1-24 16,2-4-27-16,0 6-29 0,0 2-25 0,0-5-27 15,0 5-24-15,0 0-18 0,0 0-18 16,0 0-16-16,5 24-3 0,-4-7-15 0,-1 9-8 15,0 3-13-15,0 3-4 0,1 6-5 0,-1-1-24 0,-1 8-27 16,2 0-41-16,0 3-42 0,-1-16-47 0,2 2-66 16,2 13-67-16,-4-15-178 0,2-3-458 0,-2-10 203 15</inkml:trace>
  <inkml:trace contextRef="#ctx0" brushRef="#br0" timeOffset="79570.02">24051 4068 167 0,'-7'0'171'0,"7"0"-11"0,-5 3-19 0,5-3-12 16,-5 0-20-16,5 0-4 0,0 0-13 0,-5 2-4 0,5-2-18 16,0 0-1-16,0 0-5 0,0 0-8 0,0 0-5 15,0 0-6-15,0 0-5 0,-7 1 5 0,7-1 3 16,0 0 10-16,0 0-1 0,0 0 1 16,0 0 0-16,0 0-4 0,0 0-2 0,0 0 3 15,0 0-4-15,0 0-2 0,0 0-5 0,0 0-3 0,0 0-3 16,0 0 0-16,-6 1-5 0,6-1-3 0,0 0-4 15,0 0-1-15,0 0-5 0,0 0 0 0,0 0-5 16,0 0 1-16,0 0 4 0,0 0-8 16,0 0 6-16,0 0 1 0,0 0-2 0,0 0 6 0,0 0 15 15,0 0 14-15,0 0 3 0,25 2 4 0,-13-2-3 16,19 1-5-16,7-1-8 0,17-4 1 0,12 1 6 16,35 0 5-16,5 1 3 0,2-4 6 0,11 3-1 15,7 0-1-15,12-2 3 0,0 2-3 16,7-1-3-16,-6-3-1 0,3 2-2 0,-3-5-4 0,-5 3-1 15,-11-1-6-15,-10-1-4 0,-12 3 1 0,-37-2-4 16,-1 0-7-16,-2 0 6 0,-8-3 11 0,-16 2 16 16,-5 2 8-16,-8 1 18 0,2-1 21 0,-9 2 13 15,-6 1 12-15,-5-1-13 0,2-1-9 0,-3 1-11 16,0 4-13-16,-3 0-26 0,3-2-31 0,-4 2-37 16,-2 1-66-16,0 0-58 0,0 0-48 0,0 0-42 15,0 0-49-15,-18 5-64 0,2 1-330 0,4-2-715 16,-6 3 317-16</inkml:trace>
  <inkml:trace contextRef="#ctx0" brushRef="#br0" timeOffset="81253.3">24025 4628 256 0,'0'-5'245'0,"4"-2"-6"0,-4-1 0 0,1 2-16 16,1-1-12-16,0 1-18 0,3 1-14 0,-3-4-14 15,0 5-19-15,3 0-15 0,-1-1-15 0,0 1-12 16,-4 4-9-16,15 0-12 0,-7 2-10 0,3 3-4 16,1 1-4-16,1 5-3 0,1 2-3 0,-3 1-2 15,6 7-4-15,-6 1-5 0,1 4-3 0,-2-4-8 16,-1 5-4-16,-1-2-2 0,-1 1-1 0,-7 3-2 15,4-2-4-15,-4-4 7 0,-2-2-11 0,4-3 1 16,-6-1-3-16,4-5-4 0,-4 1 2 0,2-2-1 16,-2-3 5-16,4-1 22 0,-5 0 15 0,3-4 47 15,0-1 14-15,2-2-14 0,0 0-4 0,-10-7 8 16,7-1 0-16,1-2 0 0,-1-5 3 0,3-3-4 16,3-6-18-16,2-3-5 0,1-1-5 0,2 0-9 15,5-3-6-15,2 1-11 0,0 1-8 0,2-3-2 16,2 6-7-16,-1-2-7 0,-1 6-2 0,-4 8-12 15,-1-1-14-15,-1 5-22 0,-2 3-29 0,1 0-35 16,0 2-45-16,0 0-27 0,2 3-35 0,-2 4-36 16,0 3-44-16,3 0-51 0,-5 2-300 0,1 0-676 15,-1 3 300-15</inkml:trace>
  <inkml:trace contextRef="#ctx0" brushRef="#br0" timeOffset="81494.03">24513 4819 207 0,'0'0'295'16,"0"0"-18"-16,-2 2-28 0,2-2-20 0,0 0-25 15,0 0-18-15,0 0-17 0,15 3-20 0,-3-6-11 16,6 3-18-16,4 0-9 0,7-3-11 0,-9 2-11 15,8-2-7-15,-5 1-22 0,-1-1-26 0,-4 1-20 16,1-1-30-16,-6 1-35 0,0 1-25 0,-3-4-45 16,0 1-45-16,-2 3-215 0,-6-2-412 0,1-1 182 15</inkml:trace>
  <inkml:trace contextRef="#ctx0" brushRef="#br0" timeOffset="81822">25037 4530 330 0,'2'-7'435'16,"-2"5"-26"-16,0-2-39 0,0 4-28 0,0-5-38 15,0 5-39-15,1-5-28 0,-1 5-29 0,0 0-7 16,0 0-33-16,4 14-21 0,-4-2-14 0,0 3-8 15,0 4-15-15,-2 6-12 0,2 3-5 0,-2-1-15 16,-1 0-2-16,1 1-4 0,-1-2-8 0,2-1-9 16,-3 2-5-16,3-10 9 0,-2 3-20 0,3-2-29 15,-1-6 23-15,0-2-10 0,1 1-25 0,1-4-12 16,-2 2-15-16,1-6-11 0,0 2 5 0,0 1 7 16,0-3 6-16,0-3 5 0,0 0-20 0,0 0-50 15,0 0-42-15,0 0-37 0,0 0-32 0,6-14-35 16,-1 5-43-16,-1-1-262 0,2-5-581 0,1 0 258 15</inkml:trace>
  <inkml:trace contextRef="#ctx0" brushRef="#br0" timeOffset="82053.14">25279 4425 274 0,'0'0'277'0,"4"-3"-29"0,-4 3-28 0,3-1-24 16,-3 1-13-16,6 7-9 0,-4-1-5 0,2 3-10 15,2 9 2-15,1 6-4 0,0 4 3 0,1 1-13 16,-3 2-5-16,0 3-4 0,-1 1-4 0,-4 11-13 16,-4 1-9-16,-6 0-4 0,-3-1 2 0,-3-2-31 15,0-13-12-15,-4 1 19 0,-8 7-3 0,4-11-27 16,-12 4-25-16,5-10-28 0,-10 5-39 0,9-7-35 16,-15 1-47-16,2 0-52 0,8-11-88 0,-14 2-266 15,11-7-568-15,-12-1 252 0</inkml:trace>
  <inkml:trace contextRef="#ctx0" brushRef="#br0" timeOffset="82354.19">23941 4521 205 0,'0'0'192'0,"0"0"-12"0,-9 14-11 0,5-2-12 16,-2 6-6-16,-3 12-6 0,-5 0-14 0,2 6 1 16,-7 13-5-16,5 2-8 0,-4-1-11 0,8 2-9 15,2-4-10-15,-2-2-4 0,6-12-9 0,8 4 3 16,6-6-6-16,3-1-3 0,6-2-5 0,7-3-4 15,4-3-7-15,16 3-29 0,7-11-41 0,3-1-70 16,8-7-101-16,1-6-198 0,0-2-415 0,2-6 184 16</inkml:trace>
  <inkml:trace contextRef="#ctx0" brushRef="#br0" timeOffset="82903.97">25501 4301 192 0,'1'-2'344'0,"-1"2"-22"15,0 0-23-15,4-3-26 0,-4 3-29 0,0 0-30 16,0 0-19-16,4-3-28 0,-4 3-16 0,0 0-16 16,8 8-16-16,-6-1-7 0,2 1-8 0,-3 4-8 15,3-2-3-15,-2 3-11 0,0 2-12 0,-2-2-3 16,3 2-3-16,3 1-12 0,-6-1-3 0,1-3-5 15,4 0-1-15,-5 0-7 0,0-3-2 0,4-1-3 16,-4-1-3-16,4 0-2 0,-3 0 1 0,3-5 4 16,4 6-2-16,-1-3-4 0,6-1-1 0,10-4 2 15,7-1-8-15,0-2-41 0,0-2-56 0,2 1-64 16,-3 0-87-16,3-5-107 0,-4 0-172 0,-1-1-552 16,-1-4 244-16</inkml:trace>
  <inkml:trace contextRef="#ctx0" brushRef="#br0" timeOffset="83352.89">25998 4599 45 0,'0'0'357'0,"0"0"-13"0,-5-3-23 16,5 3-35-16,0 0-24 0,0 0-26 0,0 0-27 16,0 0-20-16,10-6-25 0,-10 6-5 0,9 1-20 15,-9-1-24-15,12 1-10 0,-5 2-13 0,0-2-9 16,-2 4-8-16,4 1-3 0,-4 3-2 0,4-1-4 16,-4 2-2-16,3 6-3 0,-2 0 9 0,2 2-12 15,-6 0-10-15,1 1-3 0,-2 1 14 0,0 5-21 16,-2-5 2-16,-1 5-3 0,-2-3-1 0,-1-5-6 15,0 0-1-15,-2 0-2 0,2-2-1 0,0-5-9 16,1-1 11-16,-1-2 3 0,1-2 6 0,3 0 15 16,0 0 20-16,-2-3 29 0,3-2 34 0,-1 4 40 15,1-4 0-15,0 0-9 0,0 0-9 0,-3-11-13 16,6 4-13-16,-2-3-14 0,4-2-11 0,4-5-13 16,3-5-8-16,1-3-16 0,3 2-12 0,1-4-28 15,4 1-27-15,-4-4-29 0,2 4-26 0,2-1-21 16,-1 1-27-16,-1-1-41 0,-2 13-40 0,-3-7-41 15,-3 8-40-15,-3 3-49 0,2-4-59 0,-5 6-344 16,2 0-774-16,-2 4 342 0</inkml:trace>
  <inkml:trace contextRef="#ctx0" brushRef="#br0" timeOffset="83736">26489 4405 397 0,'0'0'394'0,"0"0"-32"0,1-5-30 16,2 3-32-16,-3 2-25 0,0 0-38 0,0 0-29 15,0 0-13-15,11 4-32 0,-7-1-19 0,0 3-1 16,2 1-14-16,-1 2-7 0,1-1-4 0,-5 3-18 16,0 1-8-16,-1 1-4 0,1 3-6 0,-1 1-2 15,-1 0-14-15,-1-4-2 0,-2 3-7 0,1-4-5 16,0 0-8-16,2-1-3 0,-4-1 3 0,4-3-7 15,0-1-19-15,-2-1 13 0,2-1-5 0,1 0 0 16,0-4 9-16,-1 4 14 0,1-4 37 0,7 5 19 16,3-2 15-16,3-3-1 0,9 0-10 0,9 0-11 15,-1-3-4-15,3-2-7 0,3 3-6 0,5-4-4 16,-3 2-5-16,12-10-7 0,-9 10-7 0,-4-4 0 16,-1 5-2-16,-3-2-16 0,-6 0 4 0,-6 3 0 15,-10 0-2-15,2-1-4 0,-7 3-5 0,1 0-5 16,-1 0-22-16,-6 0-35 0,8-3-32 0,-5 1-23 15,-3 2-39-15,0 0-57 0,0 0-51 0,0 0-64 16,-21 5-83-16,7-1-411 0,2-2-854 0,2 3 378 16</inkml:trace>
  <inkml:trace contextRef="#ctx0" brushRef="#br0" timeOffset="85086.08">27110 3443 151 0,'5'-4'212'16,"5"-2"-18"-16,-1 3-17 0,-1-2-18 16,5 1-18-16,-2 1-13 0,1 2-13 0,2 2-13 0,-1 1-12 15,3 3-5-15,0 0-4 0,-1 4-7 0,0 4-4 16,-1-1-5-16,-4 4-6 0,2 0-6 0,-5 4-4 15,0 3-3-15,-6 4-3 0,-1-1-6 0,-1 0 1 16,-7 0-7-16,-1 0 3 0,-1 3-2 16,-3 2-3-16,-6-7 2 0,0 0 5 0,1-3 3 15,0-3 4-15,3-4 13 0,0-4-6 0,4-2 1 0,0 1 4 16,2-4 9-16,1-1 17 0,3 0 22 0,0 0 33 16,1-1 53-16,4-3 8 0,0 0-25 0,0 0-19 15,-2-12-14-15,8-1-25 0,2 0-5 0,3-2-2 16,8-8-16-16,2 2-16 0,1 0-15 15,0 3 2-15,5-6-5 0,-4 5-9 0,-1-2-5 16,2 3-11-16,-6 6-1 0,-2 2-3 0,-1-1-1 0,-7 5-15 16,-1-1 9-16,0 3-2 0,-1 0-11 0,-2 3-8 15,0-3-25-15,-4 4-8 0,6 1 7 0,-6-1-14 16,7 7 1-16,-4 2 5 0,1 1 5 16,-3 0 2-16,2 5 7 0,1 2 3 0,-2 4-1 15,3-3 5-15,1 6 17 0,-1-5-52 0,2 0-23 16,2-2-33-16,-2 0-37 0,0-5-52 0,4-1-60 0,0-2-92 15,-2-5-216-15,2 0-607 0,1-4 269 0</inkml:trace>
  <inkml:trace contextRef="#ctx0" brushRef="#br0" timeOffset="85519.02">27709 3207 183 0,'0'-8'377'0,"1"1"-19"0,2 2-19 16,-3 0-23-16,0 0-38 0,1 1-31 0,-1 1-28 15,0 3-27-15,8-2-17 0,-8 2-17 0,10 0-21 16,-5 3-14-16,3 1-12 0,-2 2-16 0,2 1-12 16,-2 3-8-16,-2 0-8 0,0 7-4 0,-1 0-11 15,-2 0-2-15,-2 1-6 0,-2 1 1 0,-1 0-12 16,-6-1 0-16,1 6-4 0,0-6 2 0,0-2 0 15,-1-1-3-15,2-4 3 0,1-1-1 0,-1-2-9 16,4 0 5-16,-2-3 4 0,3 1-16 0,-1-1 8 16,2-4 29-16,1 3 17 0,1-4 18 0,-2 4 25 15,2-4 16-15,4 3-4 0,10-3-6 0,13-4-12 16,10 1-9-16,17-5-9 0,1-1-9 0,7 1-11 16,1 3 6-16,-3-2-2 0,5 1-1 0,-5-2-2 15,4 4-3-15,-5-2-4 0,-3 2-4 0,-19 1-8 16,-1 3-2-16,-9-1-7 0,-9 1 1 0,-5-2-7 15,-2 2-2-15,-1-1-2 0,-3 0 0 0,0-1-6 16,-2 2-2-16,-5 0-17 0,9 0-16 0,-9 0-25 16,4-1-26-16,-4 1-43 0,0 0-41 0,0 0-51 15,0 0-56-15,-23 8-66 0,12-5-87 0,-6 3-352 16,3-2-821-16,2 0 363 0</inkml:trace>
  <inkml:trace contextRef="#ctx0" brushRef="#br0" timeOffset="86535.74">28665 3822 68 0,'-9'0'203'16,"4"1"-10"-16,-3-1-11 0,8 0-11 0,-10 1-6 15,10-1-8-15,-8 0-10 0,8 0-13 0,-5 1-3 0,5-1-3 16,-5 2 0-16,5-2-1 0,0 0-9 0,-4 1-6 16,4-1-6-16,0 0-11 0,0 0-3 0,0 0 1 15,0 0-7-15,0 0-1 0,-5 2-4 0,5-2-1 16,0 0-6-16,0 0-4 0,0 0-6 16,0 0-6-16,0 0-2 0,0 0 1 0,0 0-3 0,0 0 1 15,0 0-3-15,0 0 0 0,0 0-1 0,0 0-6 16,0 0 4-16,0 0 5 0,0 0-13 0,0 0 2 15,0 0-2-15,0 0-1 0,0 0-1 0,0 0-1 16,0 0-3-16,0 0-1 0,0 0 0 16,0 0-2-16,0 0-8 0,0 0 3 0,0 0-4 15,0 0-3-15,0 0 7 0,0 0 1 0,0 0 14 0,0 0 19 16,0 0-5-16,0 0 5 0,0 0-6 0,0 0-5 16,19-5-5-16,2 3-3 0,8-4-5 0,4 1 0 15,6 3-10-15,18-3 1 0,-6-1-3 0,-12 3-2 16,0 1-9-16,-1 1 6 0,-2-1-5 15,0 2 2-15,-8-3 6 0,-7 3-14 0,-7 0-2 0,-1 0 3 16,-2 0-6-16,-3 0 4 0,-3-3-4 0,0 3-11 16,-5 0-18-16,10 0-24 0,-10 0-12 0,7 0-11 15,-7 0-23-15,0 0-28 0,0 0-37 16,0 0-40-16,0 0-36 0,-22 3-68 0,14-3-295 16,-3 0-646-16,4 1 285 0</inkml:trace>
  <inkml:trace contextRef="#ctx0" brushRef="#br0" timeOffset="87620.15">30452 3213 126 0,'1'-2'280'0,"-1"2"24"0,2-4-11 16,-2 4-17-16,2-5-17 0,-2 5-39 0,0 0-1 16,0-4-20-16,0 4-16 0,0 0-25 0,1-4-15 15,-1 4-21-15,0 0-16 0,0 0-13 0,0 0-10 16,-19 11-4-16,5-3-10 0,-3 4-8 0,-7 5-3 16,-2 1-11-16,-1 4-6 0,1 2-6 0,2 4 2 15,-4-1-9-15,4 0 3 0,1-2-6 0,5 1-2 16,4 1-4-16,1-2 2 0,3 0 6 0,5-7 1 15,1 2-3-15,4-2 7 0,3-1-6 0,2 0 7 16,0-7 2-16,8 5 6 0,0-3-3 0,3-2 11 16,2-1 2-16,1-4-2 0,0-2 6 0,1 1-12 15,1-4 27-15,-4 0 9 0,-4-1 9 0,-2-2 4 16,2 0 2-16,-3-4-17 0,-1 3-3 0,-3-4-4 16,2-1-14-16,-4 1-10 0,-3 1-11 0,-1-3-12 15,-1 1-15-15,-7-1-9 0,3-1-9 0,-6 2-11 16,-2-3-14-16,-9 5-12 0,3-1-17 0,-7 1-8 15,-2 0-17-15,0 3-16 0,8 2-18 0,-2 1-24 16,3 1-28-16,1 0-44 0,5 2-40 0,1 0-51 16,1-1-242-16,7 1-596 0,4-2 265 0</inkml:trace>
  <inkml:trace contextRef="#ctx0" brushRef="#br0" timeOffset="88219.02">30822 3176 316 0,'0'0'337'0,"0"0"-16"0,0-5-31 16,0 5-34-16,0 0-28 0,0 0-22 0,0-5-26 15,0 5-24-15,0 0-22 0,0 0-15 0,0 0-13 16,-4 17-10-16,2-7-6 0,-5 0-9 0,-2 7-9 16,-1 0-5-16,2-1-8 0,-2 6-6 0,-2 2-4 15,1 2-3-15,0-2-7 0,-1-1-6 0,5 0 1 0,-1-5 0 16,4 1-5-16,-2-2-2 0,4 0 0 15,-1-2-4-15,1-2 1 0,1-2-6 0,2 0 9 16,3-1-2-16,1-2-7 0,-2 0 8 0,0-2-6 16,4 2-12-16,-1-4 10 0,3 2 6 0,1-5-9 15,-1 3-6-15,3-5-5 0,-2 1-24 0,3 0-21 16,-3-4-23-16,8 0-24 0,-6-3-24 0,4-2-11 16,-2 2 1-16,-2-1-7 0,-2 3 8 0,1-5 17 15,-3 1 7-15,1 2 18 0,-4-2 20 0,3 0 33 16,-3 0 18-16,1 1 16 0,-6 2 30 0,3-1 20 15,-2 2 15-15,2 0 24 0,-1 0 7 0,-2 1 6 16,2 1 3-16,0 0-24 0,-2 3 0 0,0-6-12 16,0 6-25-16,0 0 3 0,0 0-6 0,0 0-8 15,0 0-8-15,0 0-3 0,-11 18-3 0,3-3 8 16,-2-1-11-16,-2 9-6 0,1 0-3 0,1 4 3 16,-1-2-19-16,4 1 20 0,0 0-1 0,4 1-1 15,1 1 7-15,2 3 0 0,-1-2-35 0,2 0-44 16,1-3-63-16,-2-7-70 0,1 2-96 0,-1-3-258 15,-3-1-587-15,1-5 260 0</inkml:trace>
  <inkml:trace contextRef="#ctx0" brushRef="#br0" timeOffset="89252.02">30016 4071 53 0,'-19'0'245'0,"6"0"-24"15,0 0-25-15,4 0-15 0,3 0-16 0,-1 0-13 16,7 0-16-16,-14 0-16 0,9 0-15 0,5 0-7 16,0 0-11-16,-9 0-7 0,9 0-10 0,-6 2-8 15,6-2-7-15,-7 1-9 0,7-1-1 16,0 0-2-16,0 0 1 0,-5 1-4 0,5-1 2 15,0 0-2-15,0 0-1 0,0 0 9 0,0 0 1 0,-9 1-5 16,4 1 5-16,0-1-3 0,5-1 2 0,-13 4-5 16,8-4 1-16,-3 1-6 0,6 0-2 0,-4 2-4 15,1-3-6-15,5 0 2 0,-8 1-5 16,8-1 0-16,0 0-5 0,-7 0 4 0,7 0-6 16,-6 2-3-16,6-2 0 0,0 0 1 0,-4 2-4 0,4-2-1 15,0 0-3-15,0 0 5 0,0 0 2 0,0 0 2 16,0 0 2-16,0 0-2 0,0 0 3 0,0 0-4 15,-10 0 1-15,10 0-3 0,-5 1 2 0,0 0-6 16,5-1 3-16,-10 0 5 0,10 0-6 16,-8 3-1-16,8-3 1 0,-7 0-1 0,7 0 8 0,0 0 0 15,-6 1 2-15,6-1 3 0,0 0-4 0,-9 0-1 16,9 0 1-16,0 0-3 0,0 0-1 0,-9 0-8 16,9 0 14-16,0 0-15 0,-6-1 14 0,6 1-7 15,0 0 0-15,0 0 8 0,0 0-4 16,-8-2 7-16,8 2-1 0,0 0 2 0,0 0-2 15,0 0-1-15,0 0 0 0,0 0 0 0,0 0 1 0,0 0-8 16,0 0 6-16,0 0-3 0,-6 3-6 0,6-3-2 16,0 0 6-16,0 0-1 0,0 0-7 0,0 0 0 15,0 0 7-15,0 0 8 0,0 0 7 0,0 0 6 16,0 0 3-16,0 0 8 0,0 0 4 0,0 0 6 16,0 0-8-16,0 0 6 0,0 0 0 0,0 0-3 15,0 0-2-15,0 0-10 0,0 0 0 0,0 0 1 16,0 0-8-16,0 0 0 0,0 0-3 0,0 0 6 15,0 0-15-15,0 0 4 0,0 0-6 0,0 0-4 16,0 0-3-16,0 0 3 0,0 0 0 16,0 0-1-16,0 0-4 0,0 0 1 0,0 0-5 0,0 0 6 15,0 0-3-15,0 0-5 0,0 0 2 0,0 0 2 16,0 0 3-16,0 0-8 0,0 0-3 0,0 0 8 16,0 0-6-16,0 0 2 0,0 0 8 0,0 0-13 15,0 0 4-15,0 0-9 0,0 0 16 16,0 0-2-16,0 0-2 0,0 0-8 0,0 0 3 0,0 0-2 15,0 0-1-15,0 0-1 0,0 0 5 0,0 0-3 16,0 0-2-16,0 0 2 0,0 0-1 0,0 0 8 16,0 0-4-16,0 0 0 0,0 0-3 0,0 0 4 15,0 0-5-15,0 0 9 0,0 0-3 0,0 0-6 16,0 0 0-16,0 0 1 0,0 0 1 0,0 0 3 16,0 0-4-16,0 0 4 0,0 0 9 0,0 0-13 15,0 0 11-15,0 0-14 0,0 0 4 0,0 0 5 16,0 0-4-16,0 0 0 0,0 0 0 0,0 0 5 15,0 0-6-15,0 0 5 0,24-8-3 0,3 5-2 16,4-2 1-16,4-1 0 0,22 0 2 0,5-1-2 16,40-1-1-16,6 3 1 0,3-1 0 0,5-1-5 15,7 4 9-15,3 1 11 0,7-1-1 0,3 1 6 16,-2-1-1-16,-2-4-1 0,-11 5 6 0,-5-1 5 16,-12 3-15-16,-12-1-1 0,-30 1-4 0,0-5 7 15,-6 2-6-15,-18-1 2 0,-5 0-1 0,-1 3 1 16,-14-3-2-16,0 2 1 0,-6 2 2 0,-5-2-4 15,1 2-3-15,-2-3-14 0,-2 3-18 0,4 0-21 16,-8 0-19-16,5-3-35 0,-5 3-23 0,0 0-69 16,0 0-66-16,-22-3-80 0,6 0-327 0,-1 2-721 15,-3 1 319-15</inkml:trace>
  <inkml:trace contextRef="#ctx0" brushRef="#br0" timeOffset="90451.74">29661 4475 92 0,'3'-7'272'0,"1"5"-18"0,-4-3-11 0,4 3-18 16,-2-1-23-16,2 0-18 0,1 2-19 15,2-2-18-15,-2 3-11 0,-5 0-15 0,11 0-14 16,1 1-12-16,-4 5-11 0,3-1-14 0,-1 1-1 16,-2 2-3-16,7 6-2 0,-4 2-2 0,-2 2 0 0,1 7-6 15,-3 0-7-15,-1 1-4 0,-3 0-4 0,0 1-4 16,-4 1-3-16,-1-8 5 0,0 5-5 16,-3 0-7-16,0-5 0 0,-1-3-2 0,-1-2-2 15,-1 1-1-15,6-4-2 0,-2-4 5 0,-1 1 17 16,1-3 12-16,-1-2 24 0,1 2 2 0,0-5 28 15,4-1-3-15,0 0 20 0,-13-7-3 0,11 5-8 0,-1-6 12 16,-2-1 12-16,4-5-6 0,2 2-9 16,-2-5-9-16,6-3-8 0,0 3-13 0,4-7-10 15,1-2-8-15,5 1-19 0,0-3-16 0,-3 3-12 16,6 3-5-16,1 1-18 0,-6 8-13 0,2-1-13 0,-7 4-20 16,1 2-28-16,5-3-48 0,-5 3-32 0,3 6-31 15,-1-2-36-15,-2 1-41 0,1 3-44 16,-2 0-40-16,-2 2-242 0,-2 0-631 0,1 4 280 15</inkml:trace>
  <inkml:trace contextRef="#ctx0" brushRef="#br0" timeOffset="90630">30057 4703 174 0,'0'0'320'0,"0"0"-31"0,0 0-27 16,15-8-28-16,-9 6-29 0,5-2-40 16,3 3-55-16,2-1-57 0,6 1-73 0,-2-4-83 15,2 3-179-15,0-2-305 0,-2 1 136 0</inkml:trace>
  <inkml:trace contextRef="#ctx0" brushRef="#br0" timeOffset="90891.03">30455 4442 155 0,'2'-5'369'0,"-2"2"-15"0,1-2-30 0,0 3-34 0,-1 2-30 16,0-5-29-16,0 5-32 0,0 0-18 16,0 0-25-16,0 0-17 0,0 0-15 0,4 15-9 0,-2-6-17 15,-2 8-3-15,2 3-9 0,-1 4-6 16,0 3-6-16,1-4-13 0,-2-3-1 0,0 7-6 15,0-1-6-15,1-2-4 0,-1 1-2 0,-1-6-4 0,2 0 1 16,-1-2-27-16,0-2-24 0,-1-3-24 16,1 1-32-16,-2-4-19 0,1 0-26 0,0-1-28 15,-1-1-13-15,-2-3-41 0,1-1-73 0,3-3-175 16,0 0-479-16,0 0 212 0</inkml:trace>
  <inkml:trace contextRef="#ctx0" brushRef="#br0" timeOffset="91135.01">30680 4356 183 0,'0'0'222'16,"0"0"-9"-16,7 11-19 0,-6-4-9 0,0 4-7 0,0 9-2 16,1 4-8-16,-1 8-4 0,0-1 2 15,-2 7-17-15,-3 11-11 0,-2 0-10 0,-4-2-8 16,-2 1-14-16,-3 0-5 0,-6-1-9 0,5-15-7 15,-11 9-4-15,6-12-11 0,-11 8-4 0,4-9-5 16,-1-6-23-16,-12 7-31 0,9-9-40 0,-4-5-52 16,-1-1-50-16,-1-4-92 0,-13 2-209 0,14-7-471 15,-2-5 209-15</inkml:trace>
  <inkml:trace contextRef="#ctx0" brushRef="#br0" timeOffset="91401.59">29678 4436 19 0,'-6'4'197'0,"-3"2"-18"0,-4 9-13 16,-5 7-7-16,0 4-6 0,-1 6-5 0,-6 11-12 15,1-2-5-15,3 5-12 0,-1 0 0 0,7-2-3 16,7-10-10-16,3-4-5 0,5 2-5 0,5 0-8 16,12-2-10-16,1-4-11 0,10 0-25 0,4-6-41 15,15-2-79-15,5-5-91 0,2-6-160 0,4-1-357 16,2-6 157-16</inkml:trace>
  <inkml:trace contextRef="#ctx0" brushRef="#br0" timeOffset="91852.03">30904 4221 35 0,'2'-3'359'0,"1"-1"-35"0,2 1-31 16,1-1-25-16,-1 1-28 0,3 0-26 0,3 2-22 15,1 1-20-15,-3 0-18 0,5 2-16 0,-4 3-16 16,-1 1-10-16,-1-1-13 0,2 5 0 0,-5 0-23 16,-1 2-5-16,-1 0-7 0,-2 4-5 0,-5 1-8 15,0-1 6-15,-1 1-16 0,0 0-1 0,-4-6-1 16,0 4-10-16,4-2 2 0,-3-5 2 16,2 0-10-16,2-1 8 0,3-2-14 0,-3 1 0 15,2-2 1-15,0 1 1 0,2-2-3 0,0-3 2 0,8 5-5 16,2-4-5-16,8 0-25 0,4-1-40 0,7 2-49 15,-1-4-61-15,6-3-65 0,-6 2-271 0,2-1-544 16,2-3 241-16</inkml:trace>
  <inkml:trace contextRef="#ctx0" brushRef="#br0" timeOffset="92234.79">31170 4609 166 0,'0'0'300'16,"-4"4"-27"-16,4-4-31 0,-2 3-23 0,2-3-20 16,0 0-24-16,4 4-21 0,-2 0-13 0,1 2-19 15,3-1-10-15,-1 5-7 0,6 4-16 0,-6 0-4 16,0 1-5-16,3 2-9 0,1-1 0 0,-7 2-11 15,1-1-4-15,-3 1-5 0,0 0-4 0,-3-3-2 16,3 2-3-16,-1-3-5 0,0-2 0 0,-3 0-6 16,0-4 0-16,3 0 1 0,1-2 7 0,-4 0 7 15,4-2 16-15,0 1 26 0,-4-3 28 0,4-2 33 16,0 3 22-16,0-3-11 0,0 0-10 0,0 0-17 16,4-13-10-16,4 4-13 0,-3-2-11 0,1-4-14 15,3-2-7-15,8-1-13 0,-7-1-13 0,7-3-8 16,3 1-47-16,2-4-28 0,-2-2-42 0,12-12-37 15,-10 12-39-15,-3-1-42 0,0 8-40 0,-6 4-50 16,5-5-51-16,-8 3-242 0,1 3-621 0,-3 6 274 16</inkml:trace>
  <inkml:trace contextRef="#ctx0" brushRef="#br0" timeOffset="92534.73">31554 4309 129 0,'4'-3'348'0,"-1"-2"-29"0,0 3-25 15,0-1-22-15,1-1-24 0,0 3-28 0,-4 1-25 16,9-1-24-16,-9 1-22 0,10 5-8 0,-4-4-21 16,-1 4-11-16,-1 1-12 0,0-2-9 0,2 6-7 15,-6 1-9-15,2-1-5 0,0 0-9 0,-2 4-1 16,-2-4-15-16,0 2 5 0,2-2-7 0,-5 0-3 15,4-1-8-15,1-3 0 0,-4 1 0 0,4-3-6 16,0-1-1-16,0 3 1 0,0-3 0 0,0-3-3 16,0 7 0-16,4-4 1 0,0-1-2 0,3-1-7 15,6 1-7-15,1 0-30 0,4-2-36 0,5 0-46 16,-1 0-65-16,5-5-71 0,-7 4-269 0,2-2-553 16,1-1 244-16</inkml:trace>
  <inkml:trace contextRef="#ctx0" brushRef="#br0" timeOffset="92918.04">31945 4440 53 0,'-1'3'206'0,"1"-3"-23"0,1 7-17 0,-1 2 0 15,2-2-12-15,-1 1-6 0,1 5-8 0,2 5-2 16,-1-2-19-16,-2 4-4 0,0 4-8 0,1 1-3 16,-2-6-12-16,-3 5-4 0,2-3-12 0,-2-2-6 15,1-1-1-15,-3 1-8 0,-1-2-6 0,4-4-6 16,-1-1 2-16,1-1 6 0,-2-3 5 0,0-1 7 16,0-1 0-16,3 0 5 0,-4-1 9 0,2-3 12 15,1 2 20-15,-1 0 29 0,3-4 32 0,-2 2 10 16,2-2-5-16,0 0-17 0,0 0 1 0,-3-11-12 15,3 5-11-15,3-4-13 0,-1-1-19 0,5-4-10 16,3-2-11-16,0 1-13 0,7-5-21 0,-1-8-24 16,3 8-22-16,6-6-26 0,-3-3-18 0,3 5-23 15,-5 2-20-15,3-1-17 0,-3 8-22 0,-8 3-38 16,4 3-39-16,-5 2-48 0,2 1-56 0,-4 1-62 16,4 1-190-16,-4-1-594 0,1 5 263 0</inkml:trace>
  <inkml:trace contextRef="#ctx0" brushRef="#br0" timeOffset="93130.02">32183 4671 243 0,'0'0'338'0,"0"0"-39"0,0 0-25 15,0 0-27-15,16-7-27 0,-4 2-24 0,7 3-21 16,2-4-32-16,8 2-39 0,-1-1-37 16,0 0-51-16,4-2-44 0,-2 2-55 0,-2-1-62 15,-7 0-200-15,-3-1-373 0,0-3 165 0</inkml:trace>
  <inkml:trace contextRef="#ctx0" brushRef="#br0" timeOffset="93358.01">32391 4457 48 0,'0'0'252'0,"0"0"-17"0,-5-3-25 0,5 3-22 15,0 0-23-15,0 0-17 0,0 0-20 0,0 0-10 16,-5 9-12-16,4-2-7 0,-2 6 5 0,-2 5-10 16,3-1 2-16,0 3-5 0,-3 6-6 0,3-3-5 15,-4 3-9-15,1-6-4 0,-2 4-8 0,0 3-6 16,1-3-3-16,-2-5-13 0,4-1-27 0,-2-2-21 15,1 1-27-15,-1-5-22 0,0-2-29 0,2-1-32 16,3-1-35-16,-3-4-55 0,3 0-107 0,-3-1-345 16,4-3 152-16</inkml:trace>
  <inkml:trace contextRef="#ctx0" brushRef="#br0" timeOffset="94202.19">32570 4491 315 0,'0'0'341'15,"-1"-7"-27"-15,1 7-23 0,-3-1-24 0,3 1-31 16,0 0-23-16,0 0-20 0,0 0-15 0,0-5-23 16,0 5-15-16,0 0-18 0,0 0-14 0,0 0-9 15,0 0-15-15,0 0-7 0,0 0-3 0,0 0-3 16,0 0-12-16,0 0-9 0,0 0-10 0,0 0 1 15,0 0-10-15,0 0-2 0,0 0 1 0,0 0-5 16,4 10-1-16,-4-10-8 0,0 0 2 16,0 0 1-16,1 4-2 0,-1-4-2 0,-1 5-2 0,1-5-2 15,0 0-1-15,0 0 1 0,3 4 1 0,-3-4-2 16,0 0 1-16,0 0-3 0,0 0-4 0,0 0 4 16,0 0-1-16,0 0 9 0,0 0 9 0,0 0 2 15,0 0 3-15,0 0-2 0,0 0-4 0,0 0 7 16,0 0-5-16,0 0-18 0,0 0 14 15,0 0 1-15,0 0-10 0,0 0 5 0,0 0 4 16,0 0-6-16,0 0 2 0,2 1 4 0,-2-1-10 0,0 0 8 16,0 0-7-16,0 0 2 0,0 0-4 0,0 0-14 15,0 0 13-15,0 0 3 0,0 0-11 0,0 0 7 16,0 0 0-16,0 0 3 0,0 0-7 16,0 0 3-16,0 0 12 0,0 0 10 0,0 0 3 15,0 0 2-15,0 0 6 0,0 0 3 0,0 0 11 16,0 0 0-16,0 0-2 0,0 0 5 0,0 0-4 15,0 0-5-15,0 0-4 0,0 0 0 0,0 0 1 0,0 0 4 16,0 0-1-16,0 0 2 0,0 0-3 16,0 0 6-16,0 0-3 0,0 0-1 0,0 0 1 15,0 0-2-15,0 0-11 0,0 0 6 0,0 0-9 16,0 0 3-16,0 0-5 0,0 0-5 0,0 0-2 16,0 0-4-16,0 0-3 0,0 0-3 0,0 0-1 15,0 0 2-15,0 0-5 0,0 0-1 0,0 0-8 16,0 0-1-16,0 0 4 0,0 0 0 0,0 0 3 15,0 0-8-15,0 0 6 0,0 0-9 0,0 0 9 16,0 0-4-16,0 0 0 0,0 0-1 0,0 0 1 16,0 0 2-16,0 0-4 0,0 0-1 0,0 0 4 15,0 0-2-15,0 0 0 0,0 0-4 0,0 0 2 16,0 0 3-16,0 0-1 0,0 0-1 0,0 0-3 16,0 0 3-16,0 0-3 0,0 0 0 0,0 0 2 15,0 0-2-15,0 0-1 0,0 0-4 0,0 0 4 16,0 0-1-16,0 0 0 0,0 0-1 0,0 0 0 15,0 0-8-15,0 0 6 0,0 0-14 0,0 0-15 16,0 0-13-16,0 0-19 0,0 0-10 0,0 0 5 16,-2 10 7-16,0-1 4 0,2 4 9 0,-1 3 8 15,0 1 2-15,-3 0 2 0,1 8 14 0,-3-6-3 16,2 5-2-16,3-3-10 0,-3-1-2 0,3 0-21 16,-2-1-14-16,3-2-36 0,-5-3-26 0,5 1-29 15,-4-5-35-15,3-2-37 0,-2 0-43 0,3-1-327 16,0-1-663-16,0-6 293 0</inkml:trace>
  <inkml:trace contextRef="#ctx0" brushRef="#br0" timeOffset="94634.34">32823 4366 38 0,'0'0'271'15,"0"0"-29"-15,0 0-26 0,0 0-23 0,0 0-17 16,-1 13-15-16,1-3-11 0,0 6-14 0,-1 3-8 16,-2 7-12-16,4 6-2 0,-3 2 0 0,-2 11-5 15,-1-10-4-15,-9 10-5 0,2 2-3 0,2-14-11 16,-9 9-3-16,2-8-16 0,-6 8 0 0,1-11-2 15,0-1-5-15,-5-5-2 0,-9 9-11 0,5-12-2 16,-1-1-9-16,-14 0-30 0,9-7-49 0,0-1-51 16,-14 1-65-16,15-4-306 0,-1-6-504 0,1-2 223 15</inkml:trace>
  <inkml:trace contextRef="#ctx0" brushRef="#br0" timeOffset="95067.62">32053 4282 18 0,'0'0'311'16,"0"-5"-29"-16,0 5-26 0,0 0-30 0,0 0-24 15,0 0-29-15,0 0-28 0,0 0-18 0,0 0-11 16,-14 15-13-16,3 0-9 0,-5 8-12 0,-6 4-6 16,-6 13-10-16,-3 3 5 0,4 4-3 0,3 2-2 15,1-1-6-15,5-2-5 0,2 2-9 0,9-3 2 16,3-9-3-16,8 0-2 0,5 10-1 0,3-12-3 16,14 7-1-16,6-6-2 0,4-2-35 0,10-4-74 15,7-11-134-15,-1 0-236 0,3-6-479 0,6-7 212 16</inkml:trace>
  <inkml:trace contextRef="#ctx0" brushRef="#br0" timeOffset="95651.02">33270 4347 224 0,'0'0'310'0,"0"0"-34"0,0 0-29 15,0 0-20-15,0 0-32 0,0 0-22 0,0 0-21 16,0 0-14-16,0 0-16 0,0 0-10 0,0 0-8 16,9 33-11-16,-9-33-6 0,-1 28-7 15,-1-11-6-15,-5 3-5 0,2-2-5 0,-3 2-6 0,1-3-6 16,-2 0-4-16,2-3-5 0,2-2-6 15,5-12 0-15,-9 17-7 0,9-17 1 0,-5 14-2 0,5-14-1 16,0 0-1-16,0 0 5 0,5 22 6 16,-5-22-2-16,30 13-3 0,0-3-18 0,5-4-48 15,4-1-62-15,-3-2-74 0,1-2-131 0,5-5-154 16,-3-1-493-16,-5-3 218 0</inkml:trace>
  <inkml:trace contextRef="#ctx0" brushRef="#br0" timeOffset="96901">32376 3542 174 0,'2'-8'293'0,"1"4"-11"0,1-2-24 0,2-2-21 15,1 1-23-15,3 0-20 0,0 1-23 0,-1 2-16 16,2 0-50-16,2 0-8 0,0 2-10 16,4 0-10-16,-6 2-10 0,3 1-9 0,0 3-5 15,-4 0-9-15,3 3-1 0,-4 2-9 0,0 0 1 16,-4 6-6-16,0 1-4 0,-3 2 0 0,-2-1 4 0,-7 3-4 16,1-2-4-16,-7 7 0 0,3-1-2 0,-7-3 7 15,7-5-10-15,-8 5 1 0,5-7-3 0,4 2 2 16,-1-4-4-16,1-4 2 0,3-1-1 15,1 0 1-15,1-2 18 0,-2-1 22 0,0 0 41 16,6-4 35-16,-5 4 41 0,5-4 29 0,0 0 6 16,0 0-24-16,0 0-15 0,19-11-20 0,-4 1-18 15,2 0-14-15,3-6-8 0,5 0-15 0,-1 0-10 16,3 2-10-16,3-3-10 0,-4 2-6 0,1 0-5 16,0 2-12-16,-2 2-2 0,-6 2-5 0,-3 2-4 15,-3 4-8-15,-4-2-7 0,-1 3-5 0,-1 0-23 16,0 0-21-16,-5 0-22 0,-2 2-11 0,12 3 3 15,-6 0-5-15,-2 2-8 0,-4-5 3 0,8 14-4 16,-5-4 3-16,0 0-17 0,0 2-19 0,-1 0-14 16,-1 1-23-16,-1-13-21 0,7 26-30 0,-5-11-21 15,-2-15-37-15,8 23-76 0,-8-23-172 0,5 12-550 16,-5-12 243-16</inkml:trace>
  <inkml:trace contextRef="#ctx0" brushRef="#br0" timeOffset="97299.99">32934 3207 69 0,'0'0'266'0,"0"0"-15"0,0 0-27 15,0 0-22-15,18-15-20 0,-18 15-16 0,0 0-13 16,32 1-13-16,-32-1-5 0,0 0-8 0,47 14-12 16,-27-8-10-16,-4 2-10 0,1-1-8 0,-3 2-7 15,-14-9-6-15,22 16-6 0,-15-9-5 0,-7-7-9 16,14 20-3-16,-14-20-8 0,11 16-5 0,-11-16-3 16,3 18-6-16,-3-18 7 0,0 14-14 0,0-14-1 15,0 0-3-15,-3 21 0 0,3-21-1 0,0 0-3 16,-6 18-2-16,6-18-1 0,0 15 2 0,0-15-6 15,0 0 3-15,6 28-2 0,-3-18 0 0,-3-10-5 16,14 19 7-16,-5-4 8 0,4-3 1 0,0 0-3 16,-3 3 0-16,-10-15-2 0,17 23 9 0,-11-12-6 15,-6-11-6-15,9 16 0 0,-9-16-2 0,3 15 0 16,-3-15 2-16,-13 17-1 0,-5-8-4 0,-13 2-33 16,-6 0-68-16,-18-3-75 0,-3 1-117 0,0-8-162 15,4 2-486-15,-1-5 215 0</inkml:trace>
  <inkml:trace contextRef="#ctx0" brushRef="#br0" timeOffset="98533.72">15694 7199 58 0,'-8'-4'220'15,"-1"2"-4"-15,3-1-5 0,1 3-7 16,-2-1-11-16,7 1-12 0,-7-2-14 0,7 2-19 0,-8 0-14 16,8 0-8-16,-5-3-22 0,5 3-7 0,0 0-11 15,0 0-6-15,-8 0-9 0,8 0-6 0,0 0-8 16,0 0-5-16,0 0-7 0,0 0-3 0,0 0-6 15,-9 0-2-15,9 0-4 0,0 0 2 0,0 0 0 16,0 0 1-16,0 0 1 0,0 0 2 0,0 0-3 16,0 0 1-16,0 0 9 0,0 0-11 0,0 0 0 15,0 0 2-15,-7 0 3 0,7 0-1 0,0 0 0 16,0 0-1-16,0 0 1 0,0 0-2 0,0 0-3 16,0 0-1-16,0 0 7 0,0 0 6 0,0 0-8 15,0 0 3-15,0 0-7 0,0 0 11 0,34-2-16 16,-13-2 2-16,13-3-2 0,18 2-4 0,2-4-10 15,2 2 7-15,4 1-7 0,-1-4 1 0,0 3 2 16,-5 0-5-16,-3 4-2 0,-13-2 4 0,-2 3-4 16,-7-5 0-16,1 4-13 0,-10 1-29 0,-8-1-25 15,0 1-22-15,-4 0-24 0,-3 1-28 0,-2 0-46 16,-3 1-35-16,0 0-39 0,-14-3-196 0,0 0-485 16,-4 3 215-16</inkml:trace>
  <inkml:trace contextRef="#ctx0" brushRef="#br0" timeOffset="98767.06">16008 7023 212 0,'-5'-10'252'0,"5"0"2"0,-4 1-4 0,4-3 1 15,-4 1-4-15,3 2 9 0,1-3-5 0,0 3-5 16,-3 2-8-16,3 2-18 0,-1-2-11 0,1 5-23 16,0-2-16-16,-2 0-19 0,0-1-19 0,2 5-25 15,0 0-28-15,-1-5-34 0,1 5-21 0,0 0 2 16,-4 19-6-16,3-1-2 0,-4 8 1 0,1 4-2 15,0 0-6-15,-2 6 3 0,1-1-2 0,0 11-2 16,1-11 2-16,5 10 2 0,-1-10-11 0,3-5-22 16,-1 1-25-16,3-3-24 0,2-2-19 0,-1 0-45 0,3-2-50 15,1-10-72-15,-5-4-275 0,7-1-572 0,-2-3 254 16</inkml:trace>
  <inkml:trace contextRef="#ctx0" brushRef="#br0" timeOffset="98984.99">16816 7132 60 0,'2'-3'342'0,"-2"3"-32"16,0 0-28-16,2-4-29 0,-2 4-29 0,2-4-40 15,3 3-42-15,3-2-39 0,2 1-45 0,9-2-56 16,1 1-59-16,10-2-73 0,0 0-166 0,3 0-320 16,1 0 142-16</inkml:trace>
  <inkml:trace contextRef="#ctx0" brushRef="#br0" timeOffset="99151.09">17724 7066 195 0,'5'0'319'16,"-1"-2"-24"-16,0-3-32 0,5 2-28 0,-4-1-25 16,4 0-28-16,6-5-40 0,2 3-42 0,10-3-48 15,4 2-49-15,-1 0-47 0,5 1-21 0,3 1-32 16,13-2-40-16,-11 2-139 0,12-3-298 0,3 4 131 16</inkml:trace>
  <inkml:trace contextRef="#ctx0" brushRef="#br0" timeOffset="99353.31">18675 6957 236 0,'0'0'428'0,"7"-1"-12"0,-7 1-1 0,3-3-4 15,-3 3-3-15,0 0-17 0,4-3-27 0,-4 3-32 16,0 0-37-16,3-4-31 0,-3 4-35 0,0 0-57 15,0 0-59-15,0 0-70 0,2-3-106 0,1 0-143 16,2 2-146-16,0-2-298 0,1 1-703 0,4-3 311 16</inkml:trace>
  <inkml:trace contextRef="#ctx0" brushRef="#br0" timeOffset="100467.17">19161 6452 137 0,'0'0'249'0,"-3"-5"-17"15,3 5-22-15,-4-2-22 0,4 2-17 0,-2-4-21 16,2 4-12-16,0 0-14 0,0 0-14 0,0 0-13 16,25 4-7-16,-7-2-10 0,10 0-10 0,4 3-4 15,0 0-10-15,4 0-5 0,1-2-6 0,-3 1-3 16,4 1-4-16,-4-5-1 0,-1 2-5 0,-1 1 0 16,-1-5-8-16,-2 1 1 0,-1-6-2 0,-7 7-4 15,-2-2 0-15,0-2 12 0,-8 0 18 0,1 0 13 16,1-1 12-16,-3 0 0 0,-2-4 11 0,-2 2-3 15,-2-2 8-15,2 3 26 0,1-2-10 0,-3-1 13 16,-2-1 10-16,2 5-6 0,-1-5 5 0,-1 3 0 16,-1 0-2-16,2 0-5 0,-3 2 12 0,0-1-5 15,4 2-9-15,-3 0-13 0,-1 1-5 0,2-1-18 16,-2 4-10-16,2-3-8 0,-2 3-8 0,0 0-20 16,1-5-28-16,-1 5-30 0,0 0-56 0,0 0-34 15,0 0 13-15,3 13 10 0,-2 3 11 0,0 8 4 16,-1 9 7-16,2 14 5 0,-5 6 5 0,-1 6 2 15,-6 23 9-15,1 4 3 0,-4-3 11 0,-1 3 1 16,8-5 12-16,2-23-5 0,-3 2 8 0,6 1-1 16,-4-1-7-16,1-3 17 0,3-3 12 0,1-1 3 15,-2-6 11-15,2-12-9 0,0 0 2 0,-2 2 1 16,2-3 1-16,0 0 3 0,-1-5 3 0,-2-1-7 16,2-1-6-16,-1-7 5 0,0 1-3 0,2-3 3 15,-1-1-4-15,-3-1-2 0,4-4-1 0,-3-1-2 16,3-2-1-16,-1 3 3 0,1-6-2 0,0 1 0 15,-3 0 5-15,3-1-8 0,0-2 16 0,-2 0-11 16,2 0-3-16,-1 1-2 0,1-5 6 0,0 4-3 16,0-4 4-16,0 4 2 0,-3 0-10 0,3-4 9 15,0 0-6-15,0 0 8 0,0 0 7 0,0 0 4 16,-1 4 5-16,1-4 6 0,0 0 1 0,0 0 2 16,0 0 3-16,0 0 1 0,0 0 6 0,0 0 4 0,0 0-6 15,0 0 1-15,-2 3-1 0,-4-2-9 16,-6 1-1-16,-19 2-18 0,-25 2-48 0,-44 0-72 15,-15 1-109-15,-24 3-140 0,-20 1-357 0,-13-5-768 16,-7-14 340-16</inkml:trace>
  <inkml:trace contextRef="#ctx0" brushRef="#br0" timeOffset="105666">2547 10304 32 0,'0'0'224'0,"0"-5"2"0,0 5-14 16,3-6-12-16,-3 2-10 0,0 4-15 0,0-6-7 15,0 2-14-15,0 2-11 0,0 2-7 0,0-9-9 16,0 6-4-16,0-1-4 0,0 4-6 0,0-5-9 16,0 5-5-16,0-5-11 0,0 5-10 0,0-5-10 15,0 5-6-15,0 0-16 0,0 0-5 0,0 0-11 16,-4-2-8-16,4 2-2 0,-9 9-7 0,-1-1 3 16,-4 6-8-16,-4 5-1 0,-1 3-2 0,1 1 1 15,0 4-4-15,2-2-2 0,-4 4 0 0,4 0 2 16,-6 0-1-16,7 0 3 0,2 4-6 0,0-2 0 15,-1-2 2-15,1-1 0 0,3-4 0 0,2 1 0 16,3-8-1-16,1-1 1 0,2-4-2 0,1-4-2 16,-1 4 2-16,1-7 1 0,2 2 7 0,-1-2 17 0,4-3 32 15,-1 1 17-15,3-3 16 0,8-5 22 0,-1-7-12 16,6 2-7-16,4-9-2 0,0-1 5 16,3-1-11-16,-5-1 1 0,-1-2-7 0,-4 0-7 15,-2-3-9-15,-1 3 3 0,-3-5-14 0,-5 2-3 16,-3-2-10-16,-5-2-8 0,-2 1-5 0,-5-3-17 0,-6 1-1 15,-3 4 9-15,-12-10-14 0,6 15-6 0,-6 2-1 16,-15-4 1-16,11 9-13 0,-15 0-9 16,-4 6 0-16,-1 6-5 0,-1 1-5 0,4 3-2 15,2 6-20-15,10 1-18 0,7 1-24 0,2 3-27 0,3 2-35 16,10-4-39-16,2 4-29 0,5 0-17 0,6 4-51 16,5-7-156-16,7 1-492 0,4-1 218 0</inkml:trace>
  <inkml:trace contextRef="#ctx0" brushRef="#br0" timeOffset="106532">2861 10210 318 0,'1'-11'334'0,"2"1"-10"16,-2-1-17-16,0 5-24 0,-1-2-17 0,1 4-27 16,2-1-22-16,-2 0-22 0,0 2-23 0,-1-1-23 15,0 4-38-15,2-4-28 0,-2 4-40 0,0 0-3 16,0 0-4-16,6 8-7 0,-2 2 4 0,0 1-9 16,-2 2-13-16,3 4-6 0,-1 2 1 0,0 1 0 15,1 4 1-15,-2-4-2 0,2-1 1 0,0 0-5 16,-1 1-2-16,1-4-13 0,1 1-13 0,-5-7 0 15,3-1 2-15,-2-1 2 0,0-2 8 0,2 1 0 16,-3-4 6-16,1 2 15 0,4-4 8 0,-6-1 10 16,10-3 5-16,-5-2 10 0,3 2 17 0,-2-6 0 15,2-1 2-15,-3 2-1 0,0-1-10 0,2-3 2 16,-2 1-3-16,1 0-3 0,-2-1-1 0,0 1 1 16,0 0 6-16,-2 2 3 0,1 1-11 0,1 1 9 15,-3 2-17-15,2-1-8 0,-2 3 11 0,-1-3-30 16,0 6-12-16,2-6-31 0,-2 6-25 0,0 0-7 15,0 0 2-15,0 0 9 0,0 15 5 0,-2-3 5 16,2 6 0-16,-4 9 9 0,0 0 5 0,-1 3 0 16,4 3 3-16,-6 0 6 0,2 2 3 0,-1 12 4 15,-2-1 2-15,0 1 2 0,6-1 5 0,-2-11 4 16,0-3 2-16,-1 1 2 0,1-2-6 0,3 0 9 16,-5-3-2-16,3 1-6 0,-1-3 5 0,-1-8 0 15,0 0 2-15,0-2-2 0,1-3 6 0,-1-1 4 16,1-1 2-16,0-2 1 0,-1 0 7 0,-1-4 2 15,1-3 7-15,-2 1 7 0,1-1-7 0,-4-2 8 16,-1-2 15-16,2-1 21 0,-2-2 4 0,1-2 18 16,-3-4-14-16,-1 0 16 0,1-3 8 0,3-4-9 15,1-8-7-15,1-3-6 0,3-2-14 0,5-7-8 16,1-12-14-16,7 3 1 0,1 2-12 0,5 14-3 16,2-14-2-16,0 15-3 0,2 1-8 0,5 2 2 15,0 3 3-15,2 2-8 0,1 1-4 0,2 1-8 16,-6 4 2-16,6-4-1 0,-5 8-3 0,-3 2 4 15,-3 2 0-15,0 1-3 0,-7 3-2 0,0 1 1 16,-1 0 5-16,-3-1-31 0,0 3-41 0,-3 0-38 16,-3 1-16-16,8 1-12 0,-3 3 0 0,-5 0-5 15,-2 3-9-15,-3 6-32 0,-3-4-45 0,0 4-55 16,-6 3-269-16,3-5-591 0,-1 2 261 0</inkml:trace>
  <inkml:trace contextRef="#ctx0" brushRef="#br0" timeOffset="107182.49">2001 11257 53 0,'-12'3'222'0,"4"-3"16"0,2 3 8 0,1-3-3 15,0 1-32-15,5-1-11 0,-9 1-7 0,9-1-7 16,-5 3-9-16,5-3-8 0,0 0-9 16,-8 0-14-16,8 0-19 0,0 0-7 0,0 0-17 15,0 0-3-15,-5 1-16 0,5-1-4 0,0 0-13 16,0 0-2-16,0 0-6 0,0 0-6 0,0 0-13 15,0 0 2-15,0 0-7 0,0 0-7 0,0 0 0 0,-4 3-4 16,4-3 1-16,0 0-4 0,0 0-2 16,0 0-5-16,0 0-2 0,0 0 1 0,0 0 10 0,0 0-13 15,0 0-1-15,0 0-4 0,0 0 4 16,0 0-5-16,0 0-1 0,0 0-2 0,0 0 1 16,0 0 0-16,0 0 6 0,0 0-6 0,0 0 2 0,0 0-4 15,0 0 1-15,0 0 2 0,0 0-3 0,0 0-1 16,0 0 3-16,0 0 1 0,0 0-4 0,0 0 2 15,0 0 0-15,0 0-2 0,0 0 5 16,0 0-4-16,0 0 0 0,0 0 0 0,0 0 2 16,0 0-4-16,0 0 2 0,0 0 1 0,0 0-1 0,0 0-5 15,0 0 3-15,0 0-1 0,0 0 0 0,0 0 4 16,22 0-4-16,-3-3 7 0,13-1 3 16,4-1-3-16,20-2 14 0,9-3-6 0,30-2 4 15,3-2 7-15,0-2-4 0,6 1 5 0,2 1 0 16,-1-2 5-16,0 0 0 0,-2 1 1 0,-7 0 4 0,-4-2 5 15,-28 8-2-15,-3-2 0 0,1 0 0 0,-9 1 1 16,-12 4-4-16,-9-3 2 0,1 2-5 16,-13 6 5-16,-3-3-9 0,-5 1-1 0,1 0-5 15,-6 2-1-15,0 1 3 0,-1-1-16 0,-1-1-34 16,-5 2-35-16,0 0-11 0,1 7-16 0,-9 0-33 16,-7 3-50-16,-11 3-56 0,-3 2-124 0,-2 1-195 0,1-3-592 15,1-2 261-15</inkml:trace>
  <inkml:trace contextRef="#ctx0" brushRef="#br0" timeOffset="107948.9">2558 11821 135 0,'1'-3'291'0,"-1"3"-5"0,0-8-8 15,0 6-7-15,0 2-12 0,0-7-2 0,1 4-15 16,-1 3-12-16,0 0-20 0,0-5-20 0,0 5-27 16,0 0-11-16,-1-4-11 0,1 4-20 0,0 0-24 0,0 0-16 15,0 0-21-15,-13 2-8 0,8 1-9 16,-5 4-4-16,-5 4-5 0,-2 0-6 0,3 4-6 15,-5 5-5-15,-1 1-3 0,4 1 1 0,-3 1-1 16,6 0-2-16,-5 1 1 0,5-2-11 0,3 3 1 16,0-8 6-16,6 1-5 0,-1 0-2 0,1-4 3 0,1 2 1 15,6-5 2-15,-3-1-3 0,4-3 2 0,0 2 1 16,-3-1 6-16,3-1 0 0,1-5 27 16,1 1 0-16,2-3 32 0,4-3 0 0,2 1 12 15,1-8-4-15,2 1 4 0,-2-4-6 0,0 0 8 0,-1-2 0 16,0-1-3-16,-1-5-6 0,-3-3-9 0,-1 0-7 15,-2-1-8-15,-3-5 1 0,-2 1-24 0,-6-1-18 16,-1 0-13-16,-3-5-3 0,-3 3-20 16,-3-1 3-16,-12-9-5 0,6 17-3 0,-3-4 5 0,1 4-9 15,-2 5 6-15,-2 2 6 0,2 2-9 0,6 7 2 16,-1 1-11-16,4 3-14 0,-4 2-28 0,-1 3-38 16,9 3-30-16,-2 2-26 0,-1 4-28 0,4 0-32 15,1 6-20-15,1-1-17 0,3 4-264 0,5-1-578 16,4 0 256-16</inkml:trace>
  <inkml:trace contextRef="#ctx0" brushRef="#br0" timeOffset="108348.79">2872 11632 44 0,'10'3'178'0,"-3"-2"-18"0,0 3-13 15,3 0-20-15,0 3 3 0,2 6-5 0,4-1-14 16,-3 1 3-16,4 8-8 0,-4-5-10 0,2 6-1 16,1 3-3-16,-2 0-9 0,-5 0-5 0,-1 2-4 15,-2-5-4-15,-1 4-4 0,-3 0 3 0,1-7-12 16,-3 0-4-16,0-2-2 0,-1-5 6 0,1 0 6 15,-2-3 17-15,1-3 23 0,0 1 35 0,1-2 31 16,0-1 48-16,0-1 24 0,0-3 40 0,0 0 14 16,0 0-28-16,0 0-12 0,0 0-19 0,-8-22-14 15,8 5-21-15,4 0-19 0,-1-2-24 0,0-8-12 16,4-3-14-16,2 0-14 0,0-2-14 0,0-1-7 16,1-2-11-16,5 2-9 0,-1 1-8 0,4 2-12 15,-5 1-7-15,1 4-12 0,-5 10-24 0,0-3-28 16,-2 7-34-16,0 1-46 0,-2 0-57 0,0 1-81 15,2 3-78-15,-1 5-79 0,-1-2-88 0,0-1-284 16,-5 4-825-16,9 0 366 0</inkml:trace>
  <inkml:trace contextRef="#ctx0" brushRef="#br0" timeOffset="110424">4371 10952 55 0,'-9'0'231'0,"9"0"0"0,0 0-5 0,-8 0-1 16,8 0-2-16,0 0-12 0,-6-1-20 0,6 1-18 15,0 0-19-15,0 0-15 0,14-5-16 0,-2-1-7 16,8 2-15-16,8 1-26 0,4-2-33 0,2 1-44 16,2 3-48-16,4-1-62 0,-1-2-61 0,-5 1-191 15,0 0-393-15,-2 2 174 0</inkml:trace>
  <inkml:trace contextRef="#ctx0" brushRef="#br0" timeOffset="110598.07">4487 11143 135 0,'-5'3'208'0,"-2"-1"17"0,3 1 0 15,1-1 4-15,3-2-13 0,0 4-14 0,0-4-19 16,24-4-18-16,6-1-10 0,3-1-16 0,5 0-22 15,15-5-40-15,-1 1-56 0,-1 0-74 0,6-5-77 0,-18 8-223 16,12-1-381-16,-15-3 168 0</inkml:trace>
  <inkml:trace contextRef="#ctx0" brushRef="#br0" timeOffset="111648.34">5604 10717 229 0,'1'-14'331'0,"-2"3"-16"15,1 0-12-15,-4 2-6 0,4-2-16 0,-1 5-19 16,1 1-21-16,0-1-24 0,0 1-24 0,-1 1-19 16,1 4-18-16,0-6-19 0,1 3-50 0,-1 3-32 15,0 0-50-15,0 0-23 0,0 0 2 0,0 0 2 16,0 0 0-16,6 12 7 0,-1-5-5 0,2 5 2 16,3 5-1-16,-1-2 3 0,3-1-9 0,0 1-4 15,1-3-6-15,0 2-2 0,2-2 2 0,-2-1-1 16,0-5 1-16,-3 0 2 0,3-2 2 0,-1-2 7 15,0-2 1-15,2-2 1 0,1-3 2 0,-2-1 3 16,0-4-1-16,-4 0 12 0,5-1 15 0,-6-1 10 16,1-3 4-16,-2 0 7 0,1 5-1 0,-6-3 5 15,5-3 8-15,-3 7 5 0,0-2 7 0,-3 2-2 16,4 1 2-16,-4 3 0 0,2 1-9 0,-2 0-7 16,0 0-7-16,1 0-20 0,-2 4-24 0,1-5-33 15,-1 5-19-15,0 0-3 0,0 0 5 0,4 10 5 16,-4 1 3-16,1 6 5 0,0 8 4 0,1 4 5 15,-2 7 5-15,-2 10 3 0,0 5-1 0,-2-1 6 0,1 4 3 16,1-1 8-16,-7-2 3 0,4 0 2 16,2-1 1-16,-2-6 3 0,1-7-2 0,-1-2 5 15,4 0 0-15,-2-3 1 0,0 1-2 0,-4-1 1 16,2-1-1-16,1-2 2 0,-1 0 1 0,0 0-5 0,0-4 3 16,1-4 0-16,-1-4 2 0,1 0 0 0,-4-1 6 15,3-2-2-15,-1-2 5 0,-2-1 2 16,-1 2 6-16,0-4 2 0,-1-1 1 0,0-1 6 15,-3-2 3-15,2 2 4 0,-1-7 10 0,-6 0-5 0,5-3 13 16,-5 0 14-16,2-3 36 0,1-6 7 0,-1 0 21 16,2-3 12-16,1-9 1 0,2-4-15 0,3-2 4 15,4-7-17-15,7-12-13 0,6-1-6 0,1-7-18 16,8 1-9-16,10-27-6 0,4 3-9 0,1 4-8 16,-6 21 0-16,19-15-7 0,-18 22-6 0,4 2-5 15,3 4 0-15,-2 6-5 0,-6 8-3 0,-2 5 0 16,-2 2-4-16,-1 1-2 0,-7 8-4 0,-2 0 4 15,-4 7-10-15,-4-2 1 0,3 2-2 0,-3 3-9 16,-1-2-43-16,0 0-54 0,-3 3-62 0,-1 1-31 16,0 0 10-16,8 6-4 0,-8 0-19 0,-3 5-18 15,-1 4-30-15,3 2-30 0,0-6-316 0,-3 6-650 16,1-2 288-16</inkml:trace>
  <inkml:trace contextRef="#ctx0" brushRef="#br0" timeOffset="112615.12">6460 10412 275 0,'4'-16'296'0,"-3"5"0"0,3 0-6 0,-1 1-9 16,-2 3-22-16,-1 1-33 0,1 0-25 0,2 1-15 15,-2 3-46-15,-1 2-40 0,5-2-16 0,-5 2-6 0,0 15-12 16,1 3-8-16,2 9-5 0,-3 7-2 16,-4 12-8-16,-2 4-2 0,-6 4-5 0,6 0 1 15,-5 4-6-15,4-3-4 0,3-1 0 0,2-5-4 16,0-16-1-16,2 1 0 0,3-4-5 0,-2-5 1 15,1-7-2-15,1-3-2 0,0-3-2 0,-2-1 7 0,1-7 10 16,0 3 37-16,0-3 22 0,5-4 6 16,-7 0-2-16,18-8-6 0,-3 0 10 0,-2-5-5 15,6-4-10-15,1-2-3 0,-4 1-8 0,0 4-4 16,1-6-15-16,1-1-2 0,-3-2-13 0,3 3 3 0,-5 4-4 16,1 2-3-16,-4 0-1 0,-2 6-5 0,-2 1-4 15,-1 1-9-15,2 2-20 0,-3 0-21 16,-3 0-34-16,3 3-8 0,-4 1 6 0,0 0 4 0,10 6 5 15,-6 1 0-15,0 1-1 0,-1 2-4 0,0 2 4 16,1 3-3-16,-4-4-4 0,5 4-9 0,-1-3 4 16,2 5-2-16,-3-5 0 0,-2-2 4 0,3 0 3 15,0-1 8-15,0-4 7 0,-2-1 5 0,1 0 6 16,1-2 6-16,1 0 2 0,-5-2 6 0,10-5 4 16,-5 1 17-16,3-4 7 0,0-1 5 0,0 1 8 15,0-3 4-15,2-2 3 0,0-4 3 0,-2 4 0 16,1-3 3-16,2 1 3 0,-2 1-3 0,0-3 5 15,0 6-7-15,-1 2 3 0,-3 0 0 0,-1 2 8 16,1 2-18-16,0 0-9 0,-1 0-15 0,0 3-7 16,-4 2-4-16,9 2-9 0,-5 3 2 0,2 3-3 15,3 6-3-15,-4 5 4 0,1 5 0 0,3 2 5 16,-4 4-1-16,-2 2 2 0,1 3 1 0,-2 12 0 16,-2 0 6-16,-2-12 5 0,-2-1-2 0,-2 12-4 15,-2-1 5-15,3-13-1 0,-2-2 0 0,1 0 5 16,-1-2-4-16,0-3 0 0,1-7 6 0,-1-2-3 15,2-4 0-15,0-3 2 0,0 0 6 0,1-2 9 16,4-2 18-16,-4-2 21 0,-1-2 4 0,5-1 0 16,-8-1 0-16,8 1 24 0,-11-11 24 0,5 2-7 15,0 0 14-15,3-7-6 0,0 0 0 0,-1-2-11 16,3-9-9-16,7-2-9 0,-1-1-12 0,3-1-5 16,7-15-10-16,2 3-5 0,2 0-26 0,-3 13-10 15,3-2-9-15,2 0-13 0,0 6-8 0,6 1-5 16,-4 1-19-16,1 5-19 0,1 0-19 0,0 7-27 15,2-3-18-15,-7 8-28 0,-2 2-39 0,1 2-47 0,-1 0-52 16,-5 3-275-16,-4 0-616 0,0 1 273 16</inkml:trace>
  <inkml:trace contextRef="#ctx0" brushRef="#br0" timeOffset="113098.07">7531 10730 187 0,'5'-1'219'0,"0"0"-20"0,4 1-24 0,-9 0-17 16,13 1-14-16,-4 3-16 0,1 5-10 0,3 1-6 15,-3-1-10-15,2 4-6 0,-5 3-7 0,1 1-3 16,0 3-9-16,-3 4-11 0,-3 3-7 0,0 0 3 15,-6-1-5-15,-4 3-4 0,1-5-5 0,-4 0 2 16,1 0-6-16,-4 0-5 0,4-8 3 0,-3 1 1 16,4-3 4-16,0 0 6 0,4-5 8 0,-4 0 2 15,5-4 10-15,0 0 13 0,0 1 16 0,1-4 29 16,1 1 40-16,2-3 37 0,-5 5 29 0,5-5 8 16,0 0-17-16,0 0-23 0,0 0-22 0,7-18-18 15,-1 9-14-15,3-6-19 0,5-1-13 0,4-7-12 16,1 0-12-16,3-4-10 0,2 0-9 0,8-11-8 15,0 2-16-15,-11 4-11 0,4 6-5 0,-2-3-4 16,-4 2 1-16,-1 2-5 0,-4 3-5 0,-5 9-2 16,3-1-2-16,-6 5 4 0,-2 5 3 0,0-1-8 15,-2 0-15-15,1 1-18 0,-3 4-17 0,0 0-1 0,0 0 1 16,0 0 1-16,-13 21 3 0,1-4 7 16,0 7-5-16,-1 0 1 0,3 3 0 0,2-1 4 15,3 3 3-15,1 3 4 0,9-3 0 0,7 3 5 0,7-4 3 16,17 4-22-16,10 0-39 0,11-10-69 0,7-4-128 15,37 3-162-15,-8-10-346 0,-28-8-835 0,26-10 369 16</inkml:trace>
  <inkml:trace contextRef="#ctx0" brushRef="#br0" timeOffset="115047.99">9112 11059 108 0,'0'0'134'0,"0"0"-10"0,-9 0-17 0,9 0-3 16,0 0-9-16,-8 0 7 0,8 0-6 0,0 0-8 15,0 0 1-15,-5 1-11 0,5-1-1 0,0 0-3 16,0 0-10-16,0 0-2 0,0 0-9 0,-4 2-5 16,4-2-6-16,-5 5 1 0,5-5-8 0,-8 0-5 15,3 1 4-15,1 2-1 0,4-3 4 0,-11 2-8 16,7 1 0-16,0-3 2 0,4 0 2 0,-10 3-2 16,10-3-3-16,-8 1 6 0,8-1-5 0,0 0 6 15,-5 3-2-15,5-3 8 0,-2 1 3 0,2-1 2 16,0 0-5-16,0 0-2 0,0 0-8 0,0 0-1 15,24-5-2-15,5 1 0 0,10-4-1 0,10 0-2 16,13-4-5-16,26-3-4 0,-22 6-1 0,29-6 6 16,-5 2-8-16,-28 2-2 0,2-1 4 0,-1 3 0 15,-5-1-4-15,-4 3-1 0,-17 1-7 0,-1 2-4 16,-4-2-23-16,-9 2-19 0,0 1-34 0,-12 2-26 16,3-2-40-16,-6 1-42 0,-5 2-153 0,-3 0-365 15,0 0 162-15</inkml:trace>
  <inkml:trace contextRef="#ctx0" brushRef="#br0" timeOffset="115296.99">9531 10842 56 0,'-3'-11'238'16,"2"-1"-1"-16,1 0 12 0,-3 1-9 0,2 1-3 15,1 2-11-15,-1 2-19 0,-2 1-19 0,3 0-23 16,0-1-21-16,-1 2-32 0,1 4-18 0,0 0-11 16,-6 15-8-16,2 1-13 0,-4 6-2 0,3 9-8 0,-5 4-4 15,1 11-7-15,2 2-1 0,1 0-6 0,2 0-4 16,2-2 0-16,4 0-35 0,-2-12-31 16,3 4-31-16,3-3-61 0,3-3-64 0,3-2-228 15,0-5-455-15,6-5 201 0</inkml:trace>
  <inkml:trace contextRef="#ctx0" brushRef="#br0" timeOffset="116064.06">11109 10638 28 0,'-1'-16'266'15,"-1"-1"-9"-15,1 0-12 0,-3 3-22 0,-1-2-16 16,-2 1-19-16,0 4-14 0,1 1-18 0,-2 0-18 16,-3 3-10-16,-1 2-17 0,-2-1-16 0,-4 5-12 15,-5 1-6-15,-8 4-8 0,1 6-9 0,-2 2-6 16,1 5 0-16,2 4-13 0,-2 1-8 0,0 4 0 15,-4 5-5-15,4 7-2 0,7-11-6 0,-4 14 1 16,9-11-1-16,2 0-8 0,0 0 3 0,4-2-3 16,4 2 0-16,3-6 0 0,2-5-2 0,3-1 2 15,2-1-7-15,3-6 9 0,1 2 0 0,0-4 1 16,3-2 10-16,1 0 13 0,10-3 11 0,-2-1 2 16,4-4 7-16,5-5 0 0,-4 1 3 0,3-4-1 15,-2-6 1-15,2 3 28 0,-8 1-15 0,5-9-5 16,-1 1-2-16,-1 1-5 0,-2-3-4 0,0 0-14 15,1 2-5-15,-2-2-5 0,-6 4 2 0,-2 3-2 16,-3 4 6-16,2 1-5 0,-4 2-4 0,0 0-9 16,0 1-1-16,-2 3-13 0,2-1-28 0,-1 4-10 15,-3 0 4-15,6 7 2 0,-1-1-4 0,-1 5-2 16,6 3 2-16,-5 3-5 0,7 5-16 0,-2 3-32 16,-1 0-37-16,0-2-37 0,1 6-51 0,3-4-58 15,-2 0-253-15,2 0-560 0,-1-11 248 0</inkml:trace>
  <inkml:trace contextRef="#ctx0" brushRef="#br0" timeOffset="116431.9">11441 10803 178 0,'0'-3'261'0,"0"3"-23"0,-5-4-28 0,1 2-22 16,4 2-17-16,-10 4-20 0,1 3-15 0,0-1-12 16,-1 5-14-16,0 3-12 0,-3 1-12 0,-2 6-6 15,2 3-8-15,3-6-9 0,1-1-7 0,2 3-4 16,5-2-4-16,-1 2-5 0,3-4-4 0,3 0 1 16,-1-5-3-16,5 1-1 0,-1 0 6 0,8-4 9 15,0 1 8-15,4-4 1 0,0-3-2 0,4-2 1 16,-1-2 0-16,2-3 0 0,-5-1 3 0,0-3 5 15,0-3 2-15,1-2-3 0,-5 0-7 0,3-1-2 16,-6-2-10-16,-1 0-6 0,-2-1 4 0,0-9-26 16,-3 2-18-16,-4 0-15 0,-2 0-14 0,-3 0-11 15,0 8-7-15,-1-1-14 0,-3 0-4 0,-4 3-13 16,0 2-6-16,-3 0-5 0,0 7-9 0,-4-4-12 16,-1 7-18-16,0 2-14 0,-2 1-27 0,5-2-45 15,0 4-145-15,4-1-386 0,1 3 171 0</inkml:trace>
  <inkml:trace contextRef="#ctx0" brushRef="#br0" timeOffset="116913">11821 10612 168 0,'6'-2'243'0,"-2"1"-27"0,-4 1-19 0,10-3-26 16,-6 3-18-16,-4 0-15 0,15 3-18 0,-4 2-4 16,0 0-13-16,0 5-9 0,2 1-14 0,0 2-5 15,-1 2-9-15,-2 0-3 0,-1 2-8 0,-3 1-4 16,1 8-4-16,-5-6-7 0,-2 5-1 0,-1 0-5 16,-7 1 1-16,3-6-2 0,-2 3-5 0,-5 3 5 0,4-9-6 15,-2 3-3-15,0-5 2 0,-1 0-6 16,5-2 2-16,-3-3-5 0,4-2 0 0,1-3 7 15,3 1 23-15,-3-1 14 0,0 1 23 0,4-5 26 16,-4 2 21-16,4-3 25 0,-1 2 14 0,1-2-10 0,0 0-9 16,0 0-20-16,13-16-6 0,-3 5-13 0,4-3-20 15,3 1 8-15,2-7-20 0,3-1-11 0,-3-1-9 16,5-2-8-16,-2-2-9 0,1 3 1 0,-4 0-3 16,2 1-6-16,-6 1-4 0,-1 6-6 0,-4 3-1 15,-2 3-2-15,-2 1-2 0,-2 3-10 0,1 2-1 16,-1-2-14-16,0 0-31 0,-3 2-17 0,-1 3-23 15,0 0 3-15,0 0 0 0,0 0 10 0,3 15 8 16,-6-6 4-16,1 0 9 0,-1 11 2 0,-1-3 4 16,4 2 1-16,0 0 17 0,3 5-11 0,3 1-1 15,4 0-8-15,3-4-18 0,6-2-35 0,3-2-40 16,4-1-48-16,2-3-65 0,1-5-309 0,3-2-599 16,0-3 265-16</inkml:trace>
  <inkml:trace contextRef="#ctx0" brushRef="#br0" timeOffset="117414.35">12253 10290 81 0,'6'-3'234'15,"0"1"-23"-15,2-1-19 0,0 0-17 0,3 3-17 0,2 0-14 16,1 3-12-16,3 2-1 0,2 1-16 0,0 3-5 16,4 5-9-16,3 1-7 0,-5 3-7 0,1 2-4 15,-3 1-11-15,2 0-6 0,-4 0-5 0,-1 1-6 16,-6 0-5-16,0-4-3 0,-1 0-4 0,-5 1-6 16,0-4-2-16,-3-1 0 0,-1 3-2 0,0-7 0 15,0 0 14-15,-2 0 6 0,2-5 7 0,-3 1 11 16,2-1 16-16,-2-2 24 0,3 1 27 0,0-4 12 15,0 0-10-15,0 0-3 0,0 0 3 0,-9-16-12 16,9 4-11-16,4-3-14 0,4-4-12 0,2-5-16 16,7-1-8-16,0-1-27 0,7 0-21 0,8-12-37 15,0 0-39-15,-2 2-45 0,3-1-44 0,-7 11-54 16,-2 1-74-16,0 1-325 0,2 3-649 0,-3 4 288 16</inkml:trace>
  <inkml:trace contextRef="#ctx0" brushRef="#br0" timeOffset="124913">13395 10031 2 0,'-3'-5'139'0,"2"-2"-6"16,1 2-11-16,0 1-9 0,-2-2-9 0,0 1-4 0,2 0-3 15,-1 0-4-15,1 5-4 0,0-7-3 16,1 1-4-16,1 2 2 0,-2 0 1 0,0 4-10 16,2-9-4-16,-2 6 1 0,0 3-9 0,0-3 1 0,0 3-7 15,0-4-6-15,0 4-3 0,1-5-7 16,-1 5-2-16,0 0-21 0,0 0-14 0,0 0-2 15,0 0-6-15,3 12 2 0,-3-3 2 0,0 8 2 0,-4 10 5 16,0 7-4-16,-1 14 2 0,-4 5-1 0,-5 9 1 16,-1 20 1-16,2-22-3 0,-5 24 0 0,4-26 3 15,-1 27-2-15,1-5 3 0,5-21 0 16,-4 24-3-16,8-25 3 0,4 1-6 0,-2 21 4 0,-3-24-5 16,2-1-1-16,4 2 2 0,-3-2-2 0,-2-7 1 15,5 2 15-15,-5 2 1 0,5 0-1 0,-4-3 5 16,3 0-3-16,-3-14-3 0,0-1 0 0,-1 12-3 15,4-14 1-15,-3 0-1 0,0-3-5 0,3-1 0 16,-4-5-1-16,-1 2 0 0,2-6-1 0,1 0 2 16,-1 0 1-16,-1-2-1 0,0-1 0 0,0-4 1 15,2 0-5-15,0-1 2 0,0 0 2 0,-1-1-3 16,2 1-1-16,0-3 2 0,0-1-6 0,-2 1 4 16,3-1-1-16,-2-2-1 0,1 3 4 0,0-4-1 15,1 3-3-15,-2-1 2 0,2-2 5 0,-1 3-5 16,0-2 0-16,0-2-3 0,2 2-5 0,-2-1 5 15,1-2 6-15,1-2-3 0,-2 5 2 0,2-5-2 16,-2 3-1-16,1 0 13 0,1-3 7 0,0 0-3 16,0 0 0-16,0 0 1 0,-4 4-7 0,4-4 1 15,0 0 2-15,0 0-4 0,0 0-2 0,0 0-1 16,0 0-1-16,-1 3 5 0,1-3-3 0,0 0-3 16,0 0-2-16,0 0 1 0,0 0-1 0,0 0 2 15,0 0-3-15,0 0 1 0,0 0-2 0,0 0-1 16,0 0-2-16,0 5 4 0,0-5-1 0,0 0-1 15,0 0 2-15,0 0 0 0,0 0-1 0,0 0-2 16,0 0 0-16,0 0 6 0,0 0 13 0,0 0 7 16,0 0-3-16,0 0 4 0,0 0-1 0,14-2 0 15,3 1 0-15,13-2-5 0,24-4-2 0,10-4-7 16,34-7-27-16,1-3-40 0,-5 1-50 0,1-6-88 16,-8-1-200-16,-29 3-425 0,0-5 188 0</inkml:trace>
  <inkml:trace contextRef="#ctx0" brushRef="#br0" timeOffset="125596">13423 10117 166 0,'0'0'214'16,"0"0"-6"-16,0 0-7 0,-9 0-11 16,9 0-13-16,0 0-13 0,0 0-7 0,0 0-23 0,0 0-11 15,0 0-16-15,0 0-8 0,0 0-10 0,40-2-10 16,-7 2-4-16,21 0-10 0,10 0-19 0,33-5-34 15,-3 1-43-15,5 6-58 0,-4-4-110 0,-5-5-133 16,-29-1-359-16,4-4 160 0</inkml:trace>
  <inkml:trace contextRef="#ctx0" brushRef="#br0" timeOffset="126462.01">14968 9959 33 0,'5'-5'167'0,"5"1"-14"16,-2-1-10-16,5 1-12 0,-1-1-14 16,5 2-6-16,2-1-9 0,-1 2-6 0,3-1-3 15,-1 1-14-15,-1 6-1 0,0-3-10 0,2 5-9 0,-8-3-6 16,2 4-7-16,-3 1-7 0,-2 0-7 0,0 4-4 16,-2 4-1-16,-3 1 0 0,-5 2-4 0,0 7-1 15,-5 2 5-15,-7 1 0 0,-6 2-4 0,-7 8 3 16,3-8-4-16,1-1-2 0,-7 11-1 0,7-14-4 15,-2 1-1-15,1 0-2 0,-2 1 1 0,5-4-1 16,-1 4-4-16,4-4-3 0,-5-4 4 0,7 0-1 16,5-3-6-16,-1-1 5 0,2-1 0 0,5 0-6 15,-1-5 5-15,1 5 1 0,3-4-4 0,1-3 8 16,3 1-4-16,0-1 24 0,3 1 7 0,3-4 6 16,1 2 5-16,2-3-3 0,5-1 3 0,-1 0 1 15,-1-1 1-15,6-2-5 0,-5-1 6 0,-4-1 2 16,4-2 5-16,-4-1 6 0,-3 0 5 0,-1-2-2 15,1-5-11-15,-1 2-4 0,-2-4-4 0,-3-4-13 16,-6-1-11-16,2-2-8 0,-9-4-9 0,-2-4-8 16,-3 1 0-16,-2-1 0 0,-3-1-1 0,0-2 7 15,-3 1-7-15,2 0-3 0,-11-9 0 0,12 8 1 16,1 4 4-16,0-3 12 0,7 3 12 0,-2 4 6 16,7 3 7-16,3 3-10 0,2-1-6 0,3 3-4 15,7 0-11-15,5 1-21 0,4 2-19 0,9 2-23 16,5 0-25-16,4 5-25 0,-1 3-38 0,4-1-43 15,1 3-248-15,-1 3-472 0,-3-1 209 0</inkml:trace>
  <inkml:trace contextRef="#ctx0" brushRef="#br0" timeOffset="127430.15">14086 11079 56 0,'-6'0'201'16,"6"0"-7"-16,-8-1-19 0,8 1-12 0,-5-2-10 15,5 2-12-15,0 0-14 0,0 0-10 16,0 0-11-16,0 0-13 0,-7-1-2 0,7 1-8 15,0 0-10-15,0 0-5 0,0 0-6 0,0 0-7 0,0 0-3 16,0 0-8-16,0 0-6 0,0 0-2 0,0 0-4 16,-6-2 0-16,6 2-9 0,0 0-1 0,0 0-2 15,0 0-2-15,0 0-1 0,0 0-5 0,0 0 2 16,0 0-4-16,0 0 1 0,0 0-6 0,0 0 2 16,0 0 1-16,0 0 2 0,0 0-5 0,0 0 0 15,0 0-2-15,0 0 0 0,0 0 1 0,0 0-1 16,0 0 1-16,0 0-1 0,0 0-1 0,0 0-7 15,0 0 8-15,0 0-4 0,0 0 4 0,0 0-2 16,0 0 1-16,0 0 1 0,0 0 0 0,0 0 0 16,0 0-1-16,0 0 1 0,0 0 0 0,0 0-7 15,0 0 3-15,0 0 0 0,0 0 1 0,0 0-1 16,0 0 0-16,0 0 0 0,0 0 3 0,0 0-3 16,0 0-1-16,0 0-2 0,0 0 1 0,0 0 3 15,0 0-1-15,0 0-1 0,0 0 3 0,0 0 1 16,0 0-5-16,0 0 2 0,0 0-2 0,0 0 5 15,0 0-2-15,0 0 2 0,0 0 1 0,0 0-1 16,19 3 5-16,-11-4 5 0,1-1 9 0,5 1 2 16,3-4-3-16,6 5-1 0,5-6 2 0,8 4 1 15,16-6 2-15,4 4-6 0,9-2 0 0,35-5 3 16,11 2 3-16,3 2 2 0,6 0 0 0,12 3 0 16,-3-4 0-16,9 2-5 0,2-2 1 0,2 2-4 15,-5 0-1-15,-5-3-1 0,-7-1-5 0,-9 0 3 16,-3-4-4-16,-5-3 2 0,-3 2-2 0,-3 0 1 15,-10-2-4-15,-29 6 2 0,-6 0 0 0,3-1 2 16,-8 1-7-16,-13 4 4 0,-2-5 2 0,-9 4 17 16,0 1 12-16,-11 0 12 0,-2 3 15 0,-4-1 3 15,0 0-7-15,-6 3-3 0,3-2-8 0,-3 2-10 16,-1 0-32-16,0 1-26 0,-4 1-35 0,6-2-39 16,-6 2-22-16,0 0-23 0,-9 10-43 0,0-5-88 0,-5 3-167 15,-4-1-469-15,3-2 208 0</inkml:trace>
  <inkml:trace contextRef="#ctx0" brushRef="#br0" timeOffset="130714.09">14702 11560 31 0,'0'0'171'0,"3"-5"-7"0,-3 5-14 15,1-4-11-15,-1 4-12 0,0-4-10 0,0 4-11 16,0 0-11-16,0 0-12 0,5-4-5 0,-5 4-15 16,0 0-8-16,0 0-4 0,0 0-6 0,13 8-6 15,-9-1-7-15,2 0-3 0,2 1-3 0,-2 4-4 16,2 1-2-16,0 4 1 0,4 5-2 0,-4 1-2 15,5 5-3-15,-2-1 0 0,-2 4-2 0,-2-2 1 16,1 1-14-16,-2 1 11 0,0-3 3 0,-3 0-1 16,-2-1-6-16,0-2 3 0,1 1-3 0,-5-8 0 15,0-1 5-15,2 3-3 0,-4-2-2 0,1-1 0 0,-3-3-10 16,3-2 12-16,-1-1-2 0,-1-1 0 16,3-2 2-16,-1-2 9 0,0-1 9 0,1 1 21 15,0-2 21-15,0-2 31 0,2 1 36 0,1-3 33 16,-4 2 16-16,4-2-26 0,0 0-7 0,-4-17-20 0,4 8-9 15,0-6-12-15,4-4-11 0,1-6-7 0,6-2-10 16,1-3-12-16,6-3-3 0,2-11-9 16,7 2-7-16,-3-3-7 0,3 2 2 0,0 3-14 15,-9 11 3-15,4-3-4 0,-3 6-11 0,-4-4 0 0,-1 8 0 16,-2 5-7-16,-3 3 3 0,-2 2-1 0,-2 4-5 16,1-1-1-16,-1 4-9 0,-3 1-28 0,2-3-25 15,-1 3-31-15,-2 3-35 0,-1 1-21 16,6-1 0-16,-6 1-10 0,4 6-16 0,-3 1-10 0,3-1-26 15,-2 5-18-15,0-1-220 0,3 3-476 0,-3-2 211 16</inkml:trace>
  <inkml:trace contextRef="#ctx0" brushRef="#br0" timeOffset="131278.43">15300 11834 122 0,'0'0'176'0,"0"0"-7"0,-5 0-9 15,5 0-8-15,0 0-4 0,-5 2-14 0,5-2-10 16,0 0-11-16,0 0-10 0,0 0-10 0,0 0-5 16,0 0-6-16,0 0-1 0,0 0-2 0,0 0-1 15,0 0-4-15,0 0-1 0,0 0-3 0,0 0-5 16,0 0-3-16,0 0-2 0,0 0-3 0,0 0 1 16,0 0-8-16,0 0-1 0,0 0-5 0,0 0-3 15,0 0 0-15,0 0-3 0,0 0-5 0,0 0-1 16,0 0-1-16,0 0 0 0,0 0-5 0,0 0-4 15,0 0-5-15,0 0 4 0,0 0-2 0,0 0-7 16,0 0 2-16,0 0-2 0,0 0-3 0,0 0 1 0,0 0 0 16,-8 0-2-16,8 0-2 0,0 0-2 15,0 0 1-15,0 0 2 0,0 0-1 0,0 0-1 16,0 0-2-16,0 0-1 0,0 0 7 0,0 0-6 16,0 0-1-16,0 0 4 0,29-5 0 0,-12 3-3 0,6-2 0 15,4 0 0-15,0 1 2 0,7-5-3 16,0 2 4-16,-1 2-5 0,1-4 1 0,1 2 6 15,-2 0-2-15,-3-1 0 0,-4 2 5 0,-4 2-2 16,-5-1-2-16,-5 2 2 0,-1 0-7 0,-3 1 8 0,0-1-6 16,-3 1-13-16,3-1-10 0,-5-1-16 0,1 3-33 15,-4 0-31-15,0 0-25 0,0 0-20 0,0 0-17 16,-11-5-26-16,4 5-198 0,-1-1-416 16,8 1 185-16</inkml:trace>
  <inkml:trace contextRef="#ctx0" brushRef="#br0" timeOffset="131646.15">15971 11522 56 0,'4'-8'289'15,"-3"1"-9"-15,-1 0 1 0,2 3-6 0,0-2-19 16,-2 1-20-16,1 0-13 0,-1 1-37 0,4 2-19 15,-4 2-21-15,3-2-24 0,-3 2-27 0,0 0-15 16,0 0-13-16,3 8-8 0,0 2-4 0,-3 2-4 16,3 6-8-16,-3 1 0 0,4 10-7 0,-2-1-7 15,-2-1-2-15,5 1 4 0,-5 0 0 0,2-2-6 16,-2 0-5-16,0-1-1 0,0-6 6 0,2 0-10 16,3-1 0-16,-5 0-4 0,0-7 3 0,1 3 7 15,-1-2-11-15,0-4-1 0,0-1 4 0,3 0-1 16,-3-2-4-16,0 2-2 0,0-3 6 0,0-2-5 15,0-2 10-15,0 7-11 0,0-7-2 0,0 4 0 16,0-4 3-16,-3 3-5 0,3-3 1 0,0 0-9 16,0 0-30-16,0 0-38 0,-8-8-38 0,5 1-41 15,-3-3-49-15,2-1-45 0,-2-2-190 0,3-4-473 16,0 0 210-16</inkml:trace>
  <inkml:trace contextRef="#ctx0" brushRef="#br0" timeOffset="131911.71">16170 11347 22 0,'0'0'217'0,"4"-1"-18"16,-4 1-24-16,0 0-15 0,0 0-7 16,9 7-9-16,-4 1-7 0,5 3-8 0,2 9 2 15,-3 5-10-15,5 4-3 0,-5 5-3 0,6 12-7 16,-3 1-3-16,-2 1-6 0,-1-1-5 0,-4 3-13 15,-2-4-1-15,-6-10-12 0,-2 10-4 0,-4-13-3 0,0 2-7 16,-4-2-5-16,-5-4-3 0,-1 3-3 0,-4-4-3 16,-2 0-7-16,-3-5-8 0,-14 5-11 15,7-9-24-15,-10 2-43 0,-6 0-40 0,-4-3-67 16,3-4-89-16,-7-6-138 0,3-3-419 0,1-4 185 0</inkml:trace>
  <inkml:trace contextRef="#ctx0" brushRef="#br0" timeOffset="132312.01">14636 11340 21 0,'-7'-1'167'0,"7"1"-18"15,-6 8-10-15,-3 0-10 0,0 5-8 0,-1 5-6 16,-5 10 2-16,-3 15-11 0,-3 1-5 0,6 3-9 16,-2 3-9-16,8-1-7 0,-1 4-7 0,9-2-7 0,2 0-1 15,8-3-4-15,5-2 9 0,5-4 9 0,8-4-12 16,-1-9-3-16,18 3-3 0,9-5-4 16,4-4-1-16,28 5-20 0,-25-13-47 0,5-2-63 15,26-2-94-15,-28-10-138 0,1-1-335 0,0-7 147 0</inkml:trace>
  <inkml:trace contextRef="#ctx0" brushRef="#br0" timeOffset="133262.04">16536 11206 77 0,'4'-2'166'0,"1"-1"-6"15,1 2-14-15,1 1-14 0,1-3-17 0,-1 3-13 16,2 0-4-16,0 0-13 0,-2 0-5 0,4 0-8 16,-3 3-7-16,2-2-3 0,-4 2-11 0,3 2-5 15,-4-2-10-15,1 2 2 0,0 0-7 0,-3-1 1 16,1 3-4-16,-4-1-3 0,0 1-3 0,0-1-1 15,-4 2 1-15,1 1 0 0,-3-1 3 0,0 0-4 0,-2 0 0 16,3-3-4-16,0 2-2 0,-1-2 0 16,1-1-5-16,2 1-2 0,-2 0 2 0,2 0-3 15,1-2 3-15,1 2-3 0,1 0 0 0,1 0-2 16,3-1 3-16,2 5 9 0,4-2 2 0,-2 1 4 0,6 1 2 16,4 0 2-16,-3 0 0 0,2 2-1 0,1 1-1 15,-2-1 3-15,1 1-2 0,-2 2 3 0,2-3-4 16,-5 2-5-16,0-2 2 0,-5 1-4 15,-1-4-4-15,-1 4 1 0,-2-7 1 0,-1 4-1 0,0-1-5 16,-5-1 1-16,-3 2 3 0,-3-3-4 0,-8 1-13 16,-1-1-17-16,-9 2-28 0,-1-1-32 0,0-3-47 15,-3-1-224-15,2-2-380 0,1 1 168 0</inkml:trace>
  <inkml:trace contextRef="#ctx0" brushRef="#br0" timeOffset="134161.7">17471 10323 132 0,'10'1'120'15,"1"1"0"-15,1 0-7 0,0 3-23 0,1 1-2 16,2 3-8-16,-6 0-2 0,5 3-7 0,-5 2-1 16,0 1 3-16,1 0-15 0,-5 4 4 0,-1-1-1 15,-3 0-1-15,-3 3-2 0,-2 2-2 0,-6 1-5 16,1 1 0-16,-4-4-5 0,3-2-2 0,-4 3-1 16,1-7-2-16,-1 2-4 0,2-4-6 0,-2 0 6 15,4-1-5-15,-1-4 1 0,2 3 0 0,2-5 1 16,0 3-2-16,1-6 8 0,2 0 6 0,0 2 22 15,1-2 22-15,1-1 29 0,2-2 24 0,0 0 9 16,-7 1-7-16,7-1-15 0,0 0-14 0,5-12-12 16,2 5-14-16,-1-3-2 0,4 2-11 0,4-6-5 15,0 0-6-15,6-3-12 0,0-1-6 0,3 0-2 0,1-2-9 16,-2 1-1-16,0-3-3 0,-1 3-8 16,-5 5 0-16,-2 1-6 0,-3 1-5 0,-3 3 7 15,0 4-3-15,-3 0-7 0,-1 0-5 0,-1 0-9 16,1 3-17-16,0-1-11 0,-4 3 0 0,0 0 2 0,0 0 2 15,0 0 3-15,-11 16 0 0,3-7 0 0,-1 5 3 16,3 1-1-16,-1 2 6 0,1 1 0 16,1 0 0-16,2 11 2 0,6-3 0 0,4 3 5 15,6-4-4-15,9 1-17 0,7 0-40 0,12 6-65 0,12-8-100 16,-4 1-274-16,5-11-550 0,5-4 243 0</inkml:trace>
  <inkml:trace contextRef="#ctx0" brushRef="#br0" timeOffset="137855.34">18716 10827 101 0,'-10'-1'205'0,"10"1"-7"16,-4-2-13-16,4 2-16 0,0 0-14 0,-5-2-18 0,5 2-10 15,0 0-14-15,0 0-12 0,0 0-9 16,-5-3-9-16,5 3-8 0,0 0-9 0,0 0-5 0,0 0-3 15,0 0 6-15,0 0-4 0,0 0 1 0,-7 0-2 16,7 0-1-16,0 0-2 0,0 0-6 16,0 0-2-16,0 0-6 0,0 0-3 0,0 0-5 0,0 0-1 15,0 0-3-15,0 0-6 0,0 0-3 0,0 0-2 16,0 0 0-16,0 0-5 0,0 0 1 0,0 0-6 16,0 0 2-16,0 0 0 0,0 0 0 0,0 0-2 15,0 0 1-15,0 0-1 0,0 0 1 0,0 0 0 16,0 0 7-16,0 0-9 0,0 0 3 0,0 0-3 15,0 0 2-15,0 0 1 0,0 0 0 0,0 0 5 16,0 0-4-16,0 0-3 0,0 0 8 0,0 0-12 16,0 0 3-16,0 0-1 0,0 0-4 0,10-5 4 15,1 2-4-15,9 2 2 0,9-2 0 0,9-2-3 16,11-3 3-16,9 2-5 0,-3-1 2 0,6-1 4 16,-1 3-6-16,-2-2 0 0,-6 1 4 0,-15 3-2 15,0-2-1-15,-1 4-2 0,-8-2-2 0,-7 1-7 16,-1 0-10-16,-2-2-8 0,-5-1-14 0,-3 5-3 15,-4 0-21-15,3 0-13 0,-4 0-11 0,1-1-25 0,-6 1-43 16,0 0-39-16,0 0-154 0,2-1-379 16,-2 1 167-16</inkml:trace>
  <inkml:trace contextRef="#ctx0" brushRef="#br0" timeOffset="138310.03">19784 10414 107 0,'4'-4'242'0,"-1"-2"-10"16,-2 1-17-16,1 1-18 0,0 0-12 0,-2 4-21 15,1-6-20-15,0 4-18 0,-1 2-12 0,2-4-17 16,-2 4-10-16,0 0-12 0,-2 12-8 0,0 0-7 16,-2 5-9-16,-4 9-7 0,3 1 0 0,-5 5-9 15,1-1-5-15,1 3-2 0,-6 13-3 0,9-16 0 16,-3 3-1-16,3-2-3 0,4 0-2 0,-3-4 2 15,3-1-6-15,-2-2-1 0,2-6 0 0,2-1 0 16,-1-2-2-16,0-4-1 0,-1-2 0 0,2 0-1 16,-2-4-1-16,1 0 0 0,0-1 0 0,-2 0-1 15,2-2 4-15,0 1-3 0,0-4 0 0,0 0-1 16,0 6 4-16,0-6-3 0,-2 4-17 0,2-4-27 16,0 0-26-16,0 0-18 0,0 0-25 0,0 0-31 15,-4-15-41-15,3 10-170 0,5 1-376 0,-1-3 167 16</inkml:trace>
  <inkml:trace contextRef="#ctx0" brushRef="#br0" timeOffset="138794.01">20336 10374 72 0,'0'-5'197'0,"0"5"-8"0,0-3-11 15,0 3-22-15,0 0-11 0,0 0-12 0,0-5-21 16,0 5-12-16,0 0-9 0,0 0-11 0,0 0-8 15,-20 11-10-15,11-6-3 0,-2 7-6 0,-2-3-14 16,-3 5 1-16,-4 6-1 0,-2 2 5 0,0 2-5 16,2 1 1-16,-3 0-4 0,1 3-5 0,4-2 0 15,-1 3 1-15,1 0-2 0,5 0-2 0,1-2-9 16,0 2 4-16,6-5 4 0,1 1-6 0,2-6 1 16,3-2-1-16,3 1-3 0,0-2 0 0,5-2 2 15,4-1 17-15,-1-4 5 0,8 2 5 0,1-5 1 16,1-3-3-16,10 1-3 0,-8-4-1 0,-3-3-1 15,-1-1 2-15,-1 1-3 0,-1-6-3 0,-4 4 3 16,0-7 3-16,-8 5-9 0,1-4-4 0,-5 0-3 16,-4-1-8-16,-6-4 3 0,-3 3-13 0,-5-1-3 15,-7-2-4-15,-3 3-15 0,-2 2-11 0,-7 6-12 16,0-4-10-16,-1 8-17 0,-1 0-25 0,-3 1-24 16,8 1-23-16,-2 0-38 0,7 6-210 0,10-3-415 15,3 1 185-15</inkml:trace>
  <inkml:trace contextRef="#ctx0" brushRef="#br0" timeOffset="141976.66">20602 10488 146 0,'0'0'166'0,"0"-5"-1"0,0 5-11 0,0 0-15 15,0-5-13-15,0 5-12 0,1-4-8 0,-1 4-15 16,5-3-7-16,2 0-10 0,-2 2-8 0,4 1-9 16,-3 0-4-16,1 0-6 0,3 2-6 0,-4 1-8 15,6 1-2-15,-3 1-3 0,2 3-1 0,-1-2-4 16,-1 4-1-16,3 4-6 0,-3-1-12 0,0 0 11 16,-3 2 2-16,2 2-4 0,-6-2-4 0,0 0 2 15,0 4-3-15,-4 0 2 0,-2 1 1 0,-3-3-4 16,2 2 2-16,-4-2-1 0,0 2 1 0,-1-2 0 15,0-2 4-15,-2 0-5 0,0-3 1 0,1-1-1 16,1 0 2-16,3-2-2 0,-2-1-2 0,2-3 2 16,2 0-3-16,0 0 0 0,0 0 1 0,1 0 6 15,0-3 8-15,3 0 17 0,1-2 15 0,-8 4 16 16,8-4 18-16,-1 4 14 0,1-4 4 0,-3 2-3 16,3-2-7-16,0 0-12 0,0 0-10 0,7-14-7 15,-1 2-6-15,3-1-9 0,1-5-4 0,3-6-1 16,4 2-8-16,-4-2-1 0,4 1-9 0,0-1 1 15,1 1-3-15,1 1-2 0,-7 7-6 0,-1-1 1 0,-1 3-3 16,-1 3-1-16,-1 1-1 0,-3 2-2 16,0 1-2-16,0 2-3 0,-1 0 2 0,-3 0-23 15,3 0-12-15,-4 4 0 0,0 0 5 0,0 0-2 16,0 12-1-16,0-7 7 0,-1 7 1 0,-2 0 3 0,2 5-1 16,-2-2 2-16,3 2 7 0,0 4-8 0,3-2 3 15,2 5 0-15,0-4 4 0,7 3 1 16,3-2 2-16,5-2 6 0,2-1-36 0,5-4-41 15,3-1-50-15,2 0-53 0,-6-8-278 0,6-1-492 0,-2-3 219 16</inkml:trace>
  <inkml:trace contextRef="#ctx0" brushRef="#br0" timeOffset="142960.01">21039 10127 28 0,'5'-1'176'0,"-1"-2"-14"16,2 1-18-16,-2 1-13 0,-4 1-12 0,9 0-17 15,-9 0-10-15,12 1-10 0,-10 1 1 0,6 2-15 16,-4 0-10-16,3 3-3 0,-3 2-4 0,-1 0-14 15,-1 1 5-15,0 2-7 0,-4 0 1 0,1 0-5 16,0 3 6-16,-2 3-4 0,-1-5-2 0,-1 1-10 16,0 2 8-16,0-5-1 0,0 0 1 0,0 0-2 15,0-3-4-15,1 1-2 0,0-2-3 0,0-2-1 0,0 0 1 16,1 1 4-16,1-2-7 0,0 1 3 16,-1-4 9-16,3-1 6 0,-1 5 10 0,-2-2 9 15,3-3 6-15,-1 3 6 0,1-3 8 0,0 0 11 16,0 0 5-16,-4 4-2 0,4-4 3 0,0 0-6 0,0 0-4 15,0 0-10-15,0 0-8 0,22-4-5 0,-4-1-2 16,9-2-9-16,5 0-7 0,3 1-2 16,16-1-4-16,3-2-6 0,0 2 0 0,1 0-2 15,1 1-4-15,-2 1-3 0,-16 1 2 0,-2-1-4 0,-2 2-1 16,-7 1-6-16,-8 0 6 0,-5 1-3 0,-4-1-2 16,1 2 2-16,-5-2-3 0,2 2-3 0,-2 0-12 15,-6 0-12-15,0 0-13 0,0 0-28 16,0 0-32-16,0 0-37 0,-23 4-49 0,5 0-58 15,-1 0-205-15,1-1-476 0,7-1 210 0</inkml:trace>
  <inkml:trace contextRef="#ctx0" brushRef="#br0" timeOffset="148660.04">19471 10422 47 0,'0'0'70'0,"0"0"-16"0,0 0 3 0,0 0-3 15,0 0-2-15,0 0 11 0,0 0-9 0,0 0-3 16,0 0 6-16,0 0-8 0,0 0-1 16,0 0-12-16,0 0-5 0,0 0 0 0,0 0-3 0,0 0-2 15,0 0 4-15,0 0-15 0,0 0 5 0,0 0 8 16,5-2-7-16,-5 2-2 0,0 0-4 0,0 0 11 15,0 0 0-15,0 0-6 0,0 0 3 0,0 0-3 16,0 0 1-16,0 0 4 0,0 0 2 0,0 0 1 16,0 0 2-16,0 0 4 0,0 0-8 0,0 0 11 15,-7-5 7-15,7 5-2 0,0 0-5 0,0 0-1 16,0 0-1-16,0 0 6 0,0 0 2 0,0 0-5 16,0 0-1-16,0 0 2 0,2-5-1 0,-2 5-2 15,0 0-5-15,1-3-3 0,-1 3-3 0,4-3-2 16,1 0-5-16,0 2 0 0,3-1 2 0,3 2-6 15,1-2 3-15,2 2-6 0,0-1-2 0,4 1-1 16,0 0-3-16,1 3-4 0,0-2 2 0,0 1 0 16,2 2-4-16,-2 1 7 0,0-2-2 0,-2 2-1 15,-2 0-3-15,-2 2 4 0,-3 0-1 0,-1 0-2 16,0 0 0-16,-5 3-5 0,3 0 4 0,-4 3 2 16,-3-2-3-16,-3 5 3 0,0 1 0 0,-7-1-1 15,1 2 5-15,-8 0-3 0,-1 4 1 0,-1-3 2 16,-3 0-1-16,0 1-2 0,1-4 4 0,4-3-1 15,0-1-2-15,1-1 1 0,1 0 0 0,-2-2-1 0,2 1-3 16,1-1 9-16,2-3-9 0,3 1-4 16,0-2 2-16,4-1 2 0,1-1 2 0,-1 1-3 15,3-1 7-15,-1 0-9 0,3-3 5 0,-9 4-2 16,7-1 3-16,2-3-3 0,-3 1 6 0,0 2 2 0,3-3 3 16,0 0 5-16,0 0 8 0,-3 3 0 0,3-3 9 15,0 0-2-15,0 0 4 0,0 0-4 16,0 0 1-16,0 0-5 0,0 0 3 0,0 0-7 15,0 0 3-15,0 0-2 0,0 0-3 0,0 0 6 0,-4 2-5 16,4-2-1-16,0 0-1 0,0 0 3 0,0 0-6 16,0 0 1-16,0 0-2 0,0 0-5 0,0 0 6 15,0 0-3-15,0 0-2 0,0 0-1 0,0 0 1 16,0 0-1-16,0 0-4 0,0 0 3 0,0 0-5 16,0 0 6-16,0 0 0 0,0 0-10 0,0 0-2 15,0 0 6-15,0 0-1 0,0 0-3 0,0 0-1 16,0 0 2-16,0 0-1 0,0 0-1 0,0 0 2 15,0 0-3-15,0 0-2 0,0 0-3 0,0 0 3 16,0 0 1-16,21-1 2 0,-15 1-1 0,1 1 0 16,2 0 0-16,4 1 0 0,0-2-3 0,-2 2 1 15,7 3 0-15,1-2 2 0,-1 4-1 0,0-2-4 16,1 4 2-16,0-1 0 0,3 1 1 0,-3 1-4 16,-5 4 4-16,4-1-3 0,-4 1 1 0,3 0-2 15,-7 2 1-15,-1 1 1 0,0 1 1 0,-4-1-1 16,-2 3 1-16,-6 4-1 0,2-4-6 0,-8 3 6 15,-1 1 1-15,-3-2 3 0,-5 1 0 0,-4-3 0 16,3-2-2-16,-4 2 1 0,-1-3 2 0,-2-1-1 16,8-6 1-16,-7 4 0 0,-2-2 7 0,0 0-6 15,3-1 1-15,3-5-2 0,2 2 3 0,0-3-2 0,2-1-1 16,5 2 0-16,2-3 0 0,-1-1 2 16,2 1-2-16,3-2 2 0,1 1 3 0,0 1 13 15,5-3 8-15,-7 1 21 0,7-1 12 0,-6 3 6 16,6-3-7-16,0 0 4 0,0 0-5 0,-5 1-5 0,5-1-4 15,0 0 0-15,0 0-11 0,0 0-2 0,0 0-3 16,0 0-1-16,-5 1-12 0,5-1 6 16,0 0-1-16,0 0-5 0,0 0-5 0,0 0-16 15,0 0-14-15,0 0-12 0,0 0-16 0,0 0-8 0,0 0-40 16,0 0-49-16,0 0-46 0,0-11-36 0,0 11-250 16,4-8-511-16,-2 4 226 0</inkml:trace>
  <inkml:trace contextRef="#ctx0" brushRef="#br0" timeOffset="150161.03">19490 10444 25 0,'0'-2'112'0,"0"2"-15"0,4-4-2 15,1 1 2-15,-5 3-20 0,9-3-6 0,-5 0-13 0,1 3-4 16,-5 0 4-16,9-2-8 0,-4 0-6 16,0 0 4-16,3 1-11 0,-3 0-5 0,1 0 0 15,0-1 5-15,1 2-4 0,0 0-7 0,0-3 5 16,4 6-2-16,0-3-3 0,1 2-1 0,-2-1-3 0,1 3 1 15,1-1-3-15,0-1 2 0,1 3-8 0,-2-1 7 16,1 1-5-16,1 0-9 0,-3 1-2 16,-1 0 15-16,0 1-6 0,1-1-4 0,-3 1-5 15,-1 2 3-15,-2 1 3 0,-1-3-7 0,-1 5-4 0,-2-3 1 16,-1 5-1-16,-2-5 6 0,1 4 4 0,-6 2-2 16,0 2 3-16,-2-1 1 0,1-2 3 0,0 0-1 15,-3-1-3-15,1 1 5 0,2 0 1 16,-5-1-3-16,-1 1-8 0,2-4 7 0,3 0-7 0,1-1 8 15,-2-2-5-15,0 0-2 0,2 2 5 0,-2-2-4 16,3-2-1-16,0 1 1 0,1 0-9 0,2-1 8 16,0-1-2-16,-2-3-1 0,6 3 2 0,-3-1-3 15,0-1 7-15,4-2-2 0,-6 2 9 0,6-2 12 16,-4 5 5-16,4-5 9 0,0 0 13 0,-4 0-1 16,4 0-4-16,0 0 1 0,0 0 1 0,0 0-6 15,0 0-2-15,0 0 2 0,0 0-10 0,0 0-1 16,-1 4-4-16,1-4-2 0,0 0-5 0,0 0-1 15,0 0-4-15,0 0 2 0,0 0-3 0,0 0-4 16,0 0-2-16,0 0 1 0,0 0-4 0,0 0 3 16,0 0-4-16,0 0 3 0,0 0-4 0,0 0-3 15,0 0 8-15,0 0-8 0,0 0 0 0,0 0-2 16,0 0-1-16,-4 3 2 0,4-3-1 0,0 0 0 16,0 0 2-16,0 0-3 0,0 0 1 0,0 0 2 15,0 0-1-15,0 0-2 0,0 0 3 0,0 0 0 16,0 0 0-16,0 0 1 0,0 0 2 0,0 0-3 15,0 0 4-15,0 0-1 0,0 0 3 0,0 0-5 16,0 0-1-16,0 0 1 0,0 0 4 0,0 0-8 16,0 0-1-16,0 0-1 0,0 0-2 0,0 0-1 15,0 0-2-15,0 0 6 0,0 0-2 0,13 2 1 0,-7 1-1 16,-1-1 2-16,2 1-4 0,-2 2 1 16,4 2 1-16,1-3 1 0,0 3-3 0,1 1-1 15,1 2 0-15,1 2-1 0,2 1 2 0,-4-1-1 16,1 2 1-16,1 1 2 0,-4-1 0 0,2 2-4 0,-1-1 5 15,-3 1-3-15,1-1 2 0,-2 3-3 0,-2-3 3 16,-3 1 1-16,3-2-5 0,-4 3 4 16,-1-2 4-16,-2 2-6 0,-2 0 3 0,0-3-1 15,-2 2 0-15,-2 1-2 0,-2-2 4 0,-1 1-2 0,1-3 1 16,-5 3 0-16,2-5 0 0,-3 1-1 0,0 1-1 16,1-2 2-16,-1 0 2 0,2-2-1 0,-2-1 2 15,2 0 2-15,2-2-5 0,0-1 2 16,4 1 0-16,0-2-6 0,-1 0 5 0,5 1 3 0,-3-2-1 15,3-1-4-15,-3 1 5 0,2-3-5 0,1 4 5 16,-1-3-1-16,1 2 4 0,-2-2-1 0,2 2-2 16,5-3-1-16,-11 0 0 0,4 0 1 0,2 1-6 15,5-1 4-15,-14 0 0 0,9 0-4 0,5 0 3 16,-10 1 2-16,4-1 3 0,6 0-6 0,-8 0 5 16,8 0 1-16,-8 2-6 0,8-2 5 0,-4 1-1 15,4-1-2-15,0 0 2 0,0 0 1 0,0 0-3 16,-10-1 1-16,10 1 4 0,0 0 6 0,0 0 1 15,0 0-1-15,0 0 2 0,-4-3 5 0,4 3 5 16,0 0 0-16,0 0-5 0,0 0 9 0,0 0 1 16,0 0 0-16,0 0 0 0,0 0 0 0,0 0-5 15,0 0-1-15,0 0-13 0,0 0-18 0,0 0-21 16,0 0-26-16,0 0-37 0,0 0-40 0,0 0-58 16,0 0-245-16,13-5-468 0,-8-1 208 0</inkml:trace>
  <inkml:trace contextRef="#ctx0" brushRef="#br0" timeOffset="151175.32">20470 10357 33 0,'0'0'139'0,"0"0"-20"0,0 0-11 0,0 0-14 16,0 0-2-16,-11 8-15 0,4-4-8 0,-4 4-4 15,-4 6-5-15,-11 5-7 0,-11 10 8 0,-9 5-2 16,0 3 2-16,-25 24 13 0,4 1-19 0,-6 3 10 16,3 5-9-16,-3 1-4 0,1-4-1 0,10-4-8 15,-6-2-6-15,23-20-8 0,-2-2 2 0,4 2-4 0,-1-5-2 16,7-1 2-16,14-10-8 0,-2 0 11 16,2-3-14-16,2-1 0 0,3-1-4 0,4-5 2 15,3-1-1-15,-3 1 3 0,5-8-9 0,1 3-1 16,3-3 4-16,0-2-3 0,0 1 2 0,2-2 1 0,-2 1-1 15,4-2 4-15,-2-2 19 0,3-1 20 0,-5 4 17 16,5-4 15-16,-4 3 3 0,4-3 1 16,0 0 1-16,-1 2-1 0,1-2-5 0,0 0-10 15,0 0-12-15,0 0 0 0,0 0-10 0,0 0-14 0,-4 3-14 16,4-3-14-16,0 0-17 0,0 0-20 0,0 0-30 16,0 0-73-16,0 0-85 0,-5-14-187 0,5 8-436 15,0 2 193-15</inkml:trace>
  <inkml:trace contextRef="#ctx0" brushRef="#br0" timeOffset="151543.84">19253 10914 42 0,'0'-13'231'0,"2"4"-15"16,2-3-21-16,2 6-16 0,-1-3-23 0,3 4-13 15,4 1-16-15,4 1-9 0,7 1-11 0,8 4-4 16,1 8-5-16,4 4-3 0,17 6-1 0,2 6-5 16,2 2-6-16,-3 3-1 0,1 1-7 0,0 4 0 15,-4-2-12-15,-2-1-7 0,-2-4-7 0,-7 0-2 16,-11-7-5-16,-2-2-3 0,1 1-7 0,-5-4 1 15,-2 0-5-15,-5-7-1 0,-3 1-4 0,-4-3-2 16,1-2 0-16,-3-1-2 0,-1-2-1 0,-1 1 0 16,0 0 0-16,-4-2 0 0,3 2-2 0,0-3 2 15,0-1 10-15,-4 0 0 0,5 2-3 0,-5-2-4 16,0 0 3-16,0 0-23 0,0 0-27 0,0 0-39 16,5-6-64-16,-2-1-74 0,-3 1-234 0,0-3-472 15,0-1 209-15</inkml:trace>
  <inkml:trace contextRef="#ctx0" brushRef="#br0" timeOffset="152541.65">19885 9685 79 0,'0'0'160'0,"3"-5"-9"0,-1 1-15 0,2 0-22 15,4 0 6-15,-2 1-13 0,4-1-6 16,3 1-11-16,0 1-8 0,5-1-3 0,0 1-9 15,2 1-8-15,-2 2-3 0,2 1-5 0,-2 1-4 0,0 0-6 16,-1 3-2-16,-2-1-9 0,-1 2 0 0,-5 1-9 16,0 0 0-16,-3 1 0 0,2 0-6 0,-3 2 0 15,-1-2-12-15,-4 3 8 0,-1-1 0 0,-3 0 3 16,-4 0-2-16,-2 2-5 0,1-1-4 0,0-2-1 16,-3-1 0-16,1-2 7 0,3 1-4 0,1-3-4 15,-3 2 4-15,2 0-3 0,3-4 8 0,0 1-9 16,0-1-2-16,2-1-2 0,1 3-5 0,2-2 2 15,0-3 6-15,5 8 5 0,1-4 2 0,2 3 2 16,3-3 0-16,-1 3 7 0,7-1-6 0,-2 1 0 16,-2-2 3-16,1 5 2 0,-1-3-6 0,-3 2-1 15,2-3 3-15,-3 5-7 0,-3-4 4 0,2 3-4 16,-3 0-1-16,-3-2-1 0,0 3 5 0,-4-1 0 16,-5 0 4-16,-1-1-5 0,-7 0 5 0,-6 2 0 15,-6-2-4-15,-1 0-1 0,0 0-3 0,-1-3 3 16,1 0 2-16,1-4-7 0,-1-2 3 0,-2 2-2 15,9-2 2-15,0-2-3 0,3 2 0 0,4-1 1 16,-2 0-1-16,4-3-2 0,2 3 5 0,3 0 0 16,2-1 7-16,-1 2-1 0,1-2 1 0,5 2-4 15,-6 0-13-15,6 0-19 0,0 0-19 0,2-7-17 16,-2 7-11-16,9-4-28 0,-1 2-26 0,-2-2-49 16,0 3-120-16,4-4-316 0,1 1 140 0</inkml:trace>
  <inkml:trace contextRef="#ctx0" brushRef="#br0" timeOffset="153008.29">20444 9624 57 0,'7'-3'196'0,"-2"-1"-18"16,2-2-21-16,-1 2-11 0,2 2-12 0,-1 2-20 0,-7 0-13 16,15 5-7-16,-7-4-12 0,-1 5-12 0,0-1-9 15,1 6-1-15,-4-3-10 0,2 4-5 0,-4 0-9 16,1 3 4-16,-4-1-4 0,1 3-4 16,-2 0-4-16,-5 0 0 0,2 0-8 0,-3 2 0 0,1-4-6 15,0 0-10-15,-1-4 11 0,1 0-4 0,1-1 1 16,-1 1 2-16,0-4-1 0,2 3-6 0,1-5-7 15,0 0 11-15,0 0 0 0,1-1-2 0,1 0 5 16,1-1 7-16,-2-1 11 0,3-2 8 0,-4 5 8 16,4-5 16-16,-2 2 8 0,2-2 2 0,0 0 6 15,0 0 1-15,0 0-7 0,0 0-7 0,18-3-8 16,-6-2-7-16,11 0-7 0,7-3 2 0,6-1-10 16,4 4-3-16,13-6 15 0,2 2-5 0,-2 1 2 15,1 0 1-15,-18 5-5 0,-4-3-6 0,-11 2 0 16,0 2-5-16,-4 0-2 0,-5-1-3 0,0 3-3 15,-2-2 3-15,-5 0-5 0,3 1-8 0,-4 0-17 16,-4 1-25-16,7-1-22 0,-7 1-32 0,0 0-38 16,0 0-50-16,-21 10-71 0,9-7-195 0,1 1-471 15,0-1 209-15</inkml:trace>
  <inkml:trace contextRef="#ctx0" brushRef="#br0" timeOffset="160707.97">22750 10178 2 0,'0'0'139'0,"1"-5"-5"0,-1 1 0 0,4-1 3 16,-3 2-13-16,-1-1-9 0,3-1 0 0,-3 5-2 15,1-8-9-15,0 6-2 0,-1-2-1 0,3 1-8 16,-3 3-3-16,1-5-1 0,2 2-8 0,-3 3-4 16,1-4-6-16,-1 4-14 0,0 0-11 0,3-2-20 15,-3 2 1-15,0 0-3 0,-3 14-5 0,3-2-4 16,-1 2 0-16,-2 7 5 0,2 7-7 0,-3 2-2 16,3 0 2-16,-2 2-6 0,6-1 3 0,-2-2-2 15,3 0 3-15,1 2 0 0,-1-2-7 0,4-4-11 16,-1 4-18-16,0-10-29 0,-1-1-18 0,2 0-51 15,-2-3-191-15,2-5-338 0,-2-1 150 0</inkml:trace>
  <inkml:trace contextRef="#ctx0" brushRef="#br0" timeOffset="161573.47">22055 10767 13 0,'0'0'157'0,"0"0"-9"0,0 0-10 0,0 0-14 16,0 0-3-16,0 0-10 0,-8 0-10 0,8 0-13 15,0 0-8-15,0 0-5 0,0 0-5 0,0 0-4 16,0 0-7-16,0 0-4 0,0 0-8 0,0 0-1 15,0 0-9-15,0 0-2 0,0 0-2 0,-5-3 2 16,5 3-4-16,0 0-4 0,0 0-1 0,0 0-2 16,0 0 0-16,0 0-4 0,0 0-1 0,0 0-5 15,0 0 0-15,0 0-4 0,0 0 6 0,0 0-8 16,0 0 0-16,0 0 0 0,0 0-2 0,0 0-1 16,0 0-3-16,0 0 6 0,0 0-6 0,0 0 1 15,0 0 0-15,0 0 2 0,0 0-2 0,0 0 3 0,0 0-4 16,0 0-1-16,0 0 0 0,0 0 1 15,0 0-3-15,0 0-4 0,0 0 2 0,0 0 2 16,0 0 2-16,0 0-3 0,0 0 4 0,0 0 2 16,0 0-5-16,0 0 1 0,0 0-3 0,0 0 6 0,13 5-2 15,-13-5 1-15,6 2-1 0,-6-2-4 16,5 0 4-16,-5 0 2 0,8 0-2 0,-8 0-1 16,7 1 0-16,-7-1 0 0,10 0 3 0,-4 0 0 0,-6 0-4 15,10 0 1-15,-2 0-2 0,-2 0 3 0,1-3-2 16,-7 3 1-16,11 2-2 0,1-4 1 0,-3 2 3 15,1 0-2-15,0-1-2 0,2 0 6 0,-1 2-4 16,3-2-1-16,-1 1 3 0,6 0-2 0,0-3 2 16,-1 1 1-16,5 2-1 0,8-3 1 0,1 0 1 15,2-4-4-15,5 5 2 0,16-2 1 0,1-2 1 16,4-2 2-16,6 3-3 0,30-2 2 0,5-2 9 16,4 1 3-16,7-3 2 0,7 1-1 0,6 3 1 15,10-1 1-15,-3 1 5 0,-3 2-5 0,-1-7 3 16,0 5-3-16,-4 0-3 0,-4-2-1 0,-4-1-2 15,-4 0 0-15,-15 2-4 0,-3-2 0 0,-31 5 1 16,2-5-2-16,25 3-8 0,-32-4 0 0,1 5 2 16,-3-2-4-16,-3 0 1 0,-18 3 1 0,0-3-1 15,-3 2 3-15,-3 2-3 0,-8-2 6 0,-5 4-3 16,0-1 0-16,-7-1 2 0,0 2-2 0,-2-1 2 16,-2 2-5-16,0-1-2 0,1 0-7 0,-6 2-15 15,3 0-19-15,-3 0-13 0,0 0-29 0,0 0-36 16,0 0-74-16,-23 2-101 0,9-2-320 0,1 0 142 15</inkml:trace>
  <inkml:trace contextRef="#ctx0" brushRef="#br0" timeOffset="163841.85">22517 11265 15 0,'3'-3'159'0,"-3"3"-10"16,1-5-6-16,-1 5-1 0,0 0-16 0,0-2-5 0,0 2-14 15,0 0-11-15,2-4-11 0,-2 4-4 0,0 0-10 16,0 0-6-16,0 0-13 0,0 0-7 0,11 4-2 15,-5 1-1-15,-2 0-4 0,4 3-1 0,-3 1-7 16,0 3 6-16,5 1-5 0,2 4 1 0,-4 0-3 16,4 6 0-16,-1 2-5 0,-2-2-1 0,-1 1-2 15,0 4-1-15,-2-2-3 0,0-2-1 0,-2 0-1 16,-2-4 0-16,2-1-2 0,-3 0-2 0,-1-4 1 16,1 0-4-16,-2-2 0 0,1-2 1 0,-1-2-1 15,-2-1 6-15,1-3 1 0,1 2 2 0,-2-1 7 16,0-2 17-16,2 0 20 0,-2-1 16 0,3-3 3 15,-6 0 9-15,6 0 5 0,-6-11-8 0,-1 2 24 16,4 0-15-16,0-8-4 0,2-3-1 0,2-7-13 16,2-1-2-16,-1-1-8 0,6-3-10 0,1 1-4 15,1-1-8-15,1 0-2 0,0 3 0 0,1 0-14 16,1 3 14-16,-3 2-20 0,-2 7-1 0,2 3 0 16,-5 3-2-16,1 2-4 0,1-1-3 0,-5 3-6 15,0 2-28-15,-1 0-26 0,4 1-33 0,-5 1-36 16,4 0-4-16,-4 3-17 0,0 0-11 0,0 0-19 15,9 6-4-15,-9-6-47 0,4 5-189 0,-3-1-440 16,2-2 195-16</inkml:trace>
  <inkml:trace contextRef="#ctx0" brushRef="#br0" timeOffset="164174.19">22921 11013 64 0,'4'-5'206'0,"-3"2"-27"0,3 1-12 0,1 0-15 16,-5 2-19-16,5-4-13 0,3 4-16 16,-8 0-9-16,9 6-7 0,-1-2-10 0,-1 4-9 15,-3 4-4-15,4-4-6 0,-3 7-7 0,0 2 0 0,0-3-13 16,-2 5-2-16,-3-2-6 0,0 1 0 0,-3 0-1 15,2-3-4-15,-3 0-2 0,3-1-2 0,-2-1-3 16,3-4-5-16,-1 2 2 0,1-3-3 0,-1 0 1 16,-2-3-3-16,3-1 4 0,0 1 0 0,0-1 2 15,3 1 11-15,-1-2 2 0,6 0 0 0,-2 1-2 16,7-3-8-16,6 3 2 0,3-3-8 0,-3 0-33 16,9-1-40-16,-5-1-57 0,-2 1-224 0,0-4-367 15,1-1 163-15</inkml:trace>
  <inkml:trace contextRef="#ctx0" brushRef="#br0" timeOffset="164489.75">23607 10896 19 0,'-4'-3'178'0,"0"1"-15"0,4 2-14 15,0 0-18-15,-20 6-14 0,10-2-11 0,-5 12-7 16,-8 3-14-16,1 6-9 0,-6 13-5 0,-4 0-4 16,6 5-3-16,-3-1-10 0,3 1 5 0,6 2-11 15,7-13 0-15,2 1-5 0,4-1-4 0,5 5-1 0,3-1-9 16,6-2 12-16,5 10-11 0,1-11 1 15,6-4-6-15,-1 1 3 0,5-3-3 0,1-3-19 16,2-3-21-16,1-1-41 0,1-4-45 0,-2-2-183 16,0-3-305-16,1-5 135 0</inkml:trace>
  <inkml:trace contextRef="#ctx0" brushRef="#br0" timeOffset="164889.6">23765 11226 45 0,'1'-3'208'16,"0"-2"-19"-16,-1 5-23 0,5-1-16 0,-5 1-17 15,0 0-6-15,14 5-11 0,-9 2-1 0,3-1-19 16,1 5-3-16,1 0-9 0,0 4-4 0,-2 2-9 15,2-1-3-15,-2 2-8 0,-3 1-5 0,4 1-2 16,-5-1-11-16,2 1-4 0,-2 4-3 0,-1-6-1 16,-3 0-7-16,1-3-2 0,-1 0-1 0,-1-2-2 15,-2-3 0-15,3-2 1 0,-1 0 0 0,1-3 5 16,0 2 6-16,-3-3 22 0,3 0 20 0,0-4 22 16,-1 3 15-16,1-3 4 0,0 0-14 0,0 0 1 15,-6-17-12-15,6 10-5 0,1-8-11 0,3-2-2 16,-2 0-10-16,9-8-10 0,0 1-12 0,2-2-5 15,0 0-19-15,3-2-13 0,1 6-1 0,-2 0-5 16,-1 8-16-16,-4 1-12 0,-1 2-19 0,-1 2-23 16,1 2-29-16,-3 4-26 0,-1-1-26 0,3 1-25 15,-3 3-30-15,-5 0-223 0,8 3-465 0,-2-1 205 16</inkml:trace>
  <inkml:trace contextRef="#ctx0" brushRef="#br0" timeOffset="165114.04">24171 11415 25 0,'0'0'295'0,"0"0"-13"0,0 0-24 0,0 0-18 16,0 0-23-16,0 0-22 0,0 0-24 0,0 0-23 0,22-8-17 15,-9 6-23-15,8-1-27 0,7-1-30 0,0 2-30 16,3-1-37-16,-3 2-49 0,2-6-56 16,-2 6-217-16,0-3-364 0,-6 0 162 0</inkml:trace>
  <inkml:trace contextRef="#ctx0" brushRef="#br0" timeOffset="165506.24">24659 11163 121 0,'0'-3'291'0,"0"3"-14"0,0-7-17 15,0 7-27-15,0-2-20 0,0 2-23 0,0-6-24 16,0 6-19-16,0 0-13 0,0 0-20 0,0 0-10 15,0 0-12-15,0 0-10 0,3 13-9 0,0-3-8 16,-3 1-9-16,4-1-4 0,-3 7-7 0,2-1-4 16,-3 2-5-16,3-1-4 0,-3 5-4 0,2-4-2 15,-2-1 0-15,2 1-7 0,0 0 0 0,-2-1-1 16,1 1-2-16,2-1-1 0,-2-1 0 0,-1-5-1 16,2-1-2-16,0-2 0 0,-2-1-1 0,0-1 0 15,0-1-3-15,0 1-2 0,1-3 13 0,3 1-16 16,-4-4 5-16,-4 5-2 0,4-5 0 0,0 0-1 15,-1 3-2-15,1-3 5 0,0 0-4 0,0 6-1 16,0-6-6-16,0 0-3 0,0 0-25 0,0 0-40 16,0 0-47-16,0 0-43 0,-4-16-51 0,4 12-213 15,0-6-458-15,0 1 203 0</inkml:trace>
  <inkml:trace contextRef="#ctx0" brushRef="#br0" timeOffset="165807.85">24784 11003 85 0,'0'0'246'16,"0"-6"-17"-16,0 6-22 0,0 0-18 0,3-3-21 15,-3 3-20-15,0 0-19 0,0 0-13 16,9 9-13-16,-2-1-9 0,4 4-1 0,1 4-14 15,1 7-3-15,3 1-5 0,0 2-2 0,3 2-5 0,0 3 2 16,-1-1-3-16,12 15-5 0,-12-16-5 0,-3 2-2 16,8 10-5-16,-11-9-4 0,-2-3-5 0,-5 2-2 15,-1 3-2-15,-7-2-3 0,-2-1-9 0,-5 2-1 16,-4-1-2-16,-8-5-4 0,-1 0 0 16,-3-1-11-16,0-4-16 0,-4 1-27 0,-3-3-41 0,1-1-29 15,0-2-69-15,-6-3-213 0,2-3-424 0,0-6 188 16</inkml:trace>
  <inkml:trace contextRef="#ctx0" brushRef="#br0" timeOffset="166522.78">25092 10822 37 0,'7'-3'179'16,"2"-2"-11"-16,0 1-5 0,3-1-13 0,1 1-8 16,2 1-12-16,2-1-4 0,-2 3-9 0,2 1-11 0,3 1-4 15,-2 2-9-15,0 0-10 0,-4 0-7 0,0 4-4 16,0-2-10-16,-3 2-6 0,0-1-7 0,-6 2-4 15,4 1-5-15,-4 1-6 0,-5 0-2 0,0 2 1 16,0 0-6-16,-4-1-2 0,-1 6-5 0,-4-4-5 16,4 0-2-16,-2-3-3 0,0 0 2 0,-2-1-5 15,4-2-1-15,-3 3 3 0,3-6-2 0,1 2 3 16,1 0-10-16,-2-1 4 0,3-1 1 0,1 0 2 16,1 1-2-16,1 1 7 0,4-2 3 0,4 5 7 15,0-1-3-15,5-1 4 0,-1 3-1 0,4-1 3 16,-2 0 1-16,4 2-4 0,-1-2-1 0,-1 0 2 15,-4 2-2-15,2-1-5 0,-7-1 0 0,1 0-1 16,-1-1-2-16,-1 0-3 0,-5 2-1 0,0-4-1 16,-5 3 0-16,-3-1 1 0,-10 4-6 0,-8 0-18 15,-8-3-44-15,-5 2-67 0,-14-2-281 0,13-1-438 16,2-4 193-16</inkml:trace>
  <inkml:trace contextRef="#ctx0" brushRef="#br0" timeOffset="169955.02">26145 10476 79 0,'-10'0'153'15,"10"0"-5"-15,-6 0-10 0,6 0-18 16,0 0-4-16,-7 0-6 0,7 0-5 0,0 0 3 15,0 0-20-15,0 0-3 0,0 0-6 0,0 0-6 0,-9 0-1 16,9 0-6-16,0 0-7 0,0 0-6 0,0 0-6 16,0 0-2-16,0 0-4 0,0 0 1 0,0 0-5 15,0 0-1-15,0 0-5 0,0 0 0 0,0 0 5 16,-5 0 1-16,5 0 1 0,0 0 3 0,0 0 4 16,0 0-2-16,0 0 0 0,0 0 2 0,0 0 2 15,0 0 1-15,0 0-1 0,0 0-2 0,0 0-2 16,0 0 2-16,0 0-1 0,0 0-4 0,0 0-4 15,0 0 2-15,0 0-6 0,0 0 0 0,0 0-3 16,0 0-2-16,0 0-5 0,0 0-1 0,9-7-2 16,-9 7-5-16,8-1 0 0,-8 1-2 0,6-1 0 15,-6 1-2-15,8-3-3 0,-8 3 8 0,5-2-8 16,-5 2 1-16,5-1-4 0,-5 1 2 0,6-2-2 16,-6 2-2-16,4-2-3 0,-4 2 3 0,0 0 2 15,5-2 0-15,-5 2-2 0,0 0-1 0,0 0 1 16,0 0-2-16,0 0 0 0,5-1 0 0,-5 1-1 15,0 0 2-15,0 0 1 0,0 0-1 0,0 0-2 16,0 0 3-16,0 0-3 0,0 0 5 0,0 0-2 16,0 0-2-16,0 0 0 0,0 0 2 0,0 0-1 15,0 0-4-15,0 0 5 0,0 0-2 0,0 0 0 0,0 0 0 16,0 0-2-16,0 0 4 0,0 0-2 16,0 0 1-16,0 0-2 0,0 0 0 0,0 0 4 15,0 0-3-15,0 0 3 0,0 0 1 0,4-3-1 16,-4 3 2-16,6-1-2 0,-6 1-2 0,12-3 0 0,-3 0 3 15,5 1-6-15,-1-1 4 0,5-1 0 0,1 1-1 16,10-1-2-16,0-3-1 0,1 0 3 16,0 3 1-16,-2-3-1 0,1 0 1 0,-10 4-1 15,-1 0-10-15,3-2 3 0,-9 3-2 0,0 1-5 0,-2 0-6 16,-2-2 0-16,-2 2-9 0,0 0-7 0,-2-1-12 16,-4 2-18-16,7 0-7 0,-7 0-13 0,0 0-4 15,0 0-11-15,0 0-16 0,0 0-7 16,0 0-24-16,-17 5-22 0,10-5-153 0,-1 2-348 0,0-2 155 15</inkml:trace>
  <inkml:trace contextRef="#ctx0" brushRef="#br0" timeOffset="170177.03">26357 10307 18 0,'-1'-6'204'16,"2"-3"-5"-16,-1 2-4 0,0 0-5 0,-1 0-2 15,2 1-12-15,-1 1-8 0,2-1-15 0,-2 3-15 16,0 3-18-16,-2-7-11 0,2 7-15 0,-1-3-13 16,1 3-10-16,0 0-7 0,-1 19-8 0,-2-1-9 15,1 1-4-15,0 10 1 0,0-2-5 0,-2 3-1 16,3 0-4-16,1 3-6 0,2-1-14 0,2 1-18 16,0 0-23-16,-1 0-32 0,-2-3-34 0,3 2-40 15,-3-4-234-15,2-2-395 0,1-6 175 0</inkml:trace>
  <inkml:trace contextRef="#ctx0" brushRef="#br0" timeOffset="175071.46">28440 9680 7 0,'0'-7'186'0,"4"2"-11"0,-3-2-3 0,1 2-11 15,-1 2-2-15,0-2-13 0,-1 0-10 0,0 1-13 0,3 1-8 16,-3 3-14-16,1-3-13 0,-1 3-9 0,0 0-9 16,0 0-10-16,0 0-5 0,0 0-11 0,4 13-4 15,-5-3-1-15,1 4-7 0,1 4 2 0,-1 8-9 16,1-1 0-16,1 3-2 0,2 3-1 0,0-3 0 16,0 6-20-16,0-1-12 0,2-2-24 0,-2 3-22 15,0-3-24-15,0-1-14 0,-2-1-27 0,-3-3-170 16,-2 1-316-16,2-2 140 0</inkml:trace>
  <inkml:trace contextRef="#ctx0" brushRef="#br0" timeOffset="175687.86">27803 10349 87 0,'-8'0'107'0,"8"0"-4"16,0 0-8-16,0 0-6 0,0 0 1 0,0 0-8 15,0 0-1-15,0 0-7 0,0 0-4 0,-8 2-4 16,8-2-4-16,0 0-9 0,0 0-3 0,0 0 7 16,0 0-11-16,0 0-3 0,0 0-3 0,0 0 1 15,0 0-4-15,0 0-8 0,0 0 0 0,0 0-8 16,0 0 4-16,0 0-5 0,0 0 6 0,0 0-7 16,0 0 0-16,0 0-4 0,0 0 2 0,0 0-10 15,0 0 6-15,0 0 0 0,0 0-1 0,0 0-1 16,0 0-1-16,0 0-3 0,22-3-2 0,-22 3 2 15,8 1-2-15,-8-1 1 0,8 2-1 0,-8-2-3 16,8 1 2-16,-3 0 10 0,-5-1-8 0,11 0 0 16,-5 2-6-16,2-2 16 0,-1 0-1 0,6-2-4 0,-1 2 3 15,7 0 3-15,1 0 7 0,12-2-9 0,6-2 5 16,16 0-3-16,9 1 8 0,34-3-2 16,6-2-1-16,7 3 4 0,10 0 4 0,-1 0 1 15,15 1-1-15,-3-6 4 0,9 5-2 0,3 1 5 0,-3 1-3 16,-1-1-3-16,-9 1-3 0,-6-3-5 0,-4-3 2 15,-6 4-3-15,2-2-1 0,-10 1-8 0,-10 1-2 16,-1-3 4-16,-29 2-4 0,-5 2 1 16,-2-4 0-16,-2 1-3 0,-6 0 2 0,-15 2-5 0,-1 3-2 15,-4-2 1-15,-3 0-2 0,-9 0 3 0,-5 1-2 16,-1 1 0-16,-4-1-4 0,-1 2 2 0,-1 0-4 16,0-1-1-16,-2 1-22 0,-5 1-26 0,0 0-24 15,0 0-22-15,0 0-41 0,0 0-210 0,0 0-377 16,-32 3 167-16</inkml:trace>
  <inkml:trace contextRef="#ctx0" brushRef="#br0" timeOffset="176637.74">28280 10986 5 0,'2'-7'150'0,"-2"7"-13"0,3-2-10 16,-3 2-15-16,0 0-21 0,12 7-4 0,-4-2-11 16,-1 5 0-16,2 1-8 0,0 6-1 0,3 3-8 15,1 4-3-15,-2 2 2 0,1-1-10 0,-1 0 5 16,-1 2-14-16,-2-1 0 0,-2 3 1 0,1-3-7 15,-5-1 0-15,2-4-9 0,0-3 1 0,-4 2-4 16,0-4-2-16,0 0-1 0,-4-3 0 0,4-4 2 16,0 0-6-16,0-1-3 0,0-4 17 0,-1 1 20 15,-2-1 23-15,3 2 37 0,0-6 34 0,0 5 16 0,0-5-6 16,0 0-14-16,0 0-13 0,-9-16 3 16,4 5-9-16,4 0 2 0,-2-9-19 0,3 3-7 15,0-12-12-15,4 3-16 0,1-2-4 0,4-2-14 16,4-2-12-16,6-13-10 0,-3 15-8 0,2-2-4 0,-2 4-12 15,1 0-7-15,1 6-7 0,-1 1-17 0,-8 7-20 16,2 2-18-16,0 4-32 0,-2 1-33 16,0 0-28-16,1 4-26 0,0-1-52 0,-2 2-190 15,-3 2-460-15,3 0 204 0</inkml:trace>
  <inkml:trace contextRef="#ctx0" brushRef="#br0" timeOffset="177204.26">28708 10633 56 0,'3'-5'157'0,"3"3"-4"15,0-3-17-15,-1 2-16 0,2 2-9 0,0-2-5 16,0 0-16-16,1 3-9 0,1 0-8 0,-1 1-13 16,-1 1-1-16,1 1-9 0,2-2-2 0,-1 4-6 15,0 0-2-15,-4-2-3 0,4 2-6 0,-4 2-1 16,-1-2-8-16,0 4-3 0,-3-1 3 0,-1 1-11 16,0-1 11-16,0 2-11 0,0-1 1 0,-4 1-1 15,3-3 0-15,-3 3 2 0,3-6-6 0,-3 3 1 16,2 0-2-16,0-4 1 0,2 4-1 0,-5-3-6 15,5 0 8-15,0 1-4 0,0 0-1 0,4 0 11 0,-1-1-3 16,0 2 12-16,1-1-7 0,5 1 6 16,0 1 0-16,1 1 2 0,1-1-5 0,4 3-1 15,-1 1 4-15,0-1-3 0,-5-2-3 0,1-1-1 0,-1 3-1 16,1-5-1-16,-3 4-8 0,-3-4 1 0,-2 2 2 16,0 0-4-16,-1-1-6 0,-1 0 4 0,-3 0 0 15,-4 1 2-15,-2 0-19 0,-7 1-30 16,1-2-29-16,1-2-30 0,1 2-187 0,-3-4-315 0,3 1 141 15</inkml:trace>
  <inkml:trace contextRef="#ctx0" brushRef="#br0" timeOffset="177504.04">29476 10562 41 0,'-10'9'109'16,"-9"9"1"-16,-4 5-9 0,3 5 2 0,-10 14-5 15,2 5-6-15,0-2-7 0,4 3-4 0,2 1-5 16,8-1-10-16,3 1 0 0,8-14-8 0,6 12 2 15,5-13-7-15,10 9-5 0,3-13-3 0,8 9 0 16,8-6-3-16,2-5-2 0,-9-6-9 0,16 0-8 16,-10-5-49-16,12-3-69 0,-13-2-131 0,0-6-244 15,-1-1 109-15</inkml:trace>
  <inkml:trace contextRef="#ctx0" brushRef="#br0" timeOffset="178004.23">29705 10853 148 0,'1'-2'207'16,"-1"2"-17"-16,4-3-27 0,-4 3-12 16,4-2-18-16,-4 2-13 0,12 5-18 0,-7-1-4 0,4 3-18 15,0 2-10-15,1 2-1 0,3 4-7 0,-4 2-7 16,5 4-7-16,-7-4 5 0,2 7-9 0,-4 1-4 15,-1-5-4-15,-1 0-10 0,-2-1 5 0,-2 7-10 16,-2-7-6-16,2-5 4 0,0 1 3 0,-2-4-7 16,1 1 2-16,-2-1 0 0,0-1 0 0,0-8 1 15,-1 5 6-15,-1-2 14 0,3 0 28 0,0-5 28 16,0 3 18-16,3-3 1 0,0 0-9 0,0 0-11 16,-9-11-2-16,9 1-5 0,1-1-10 0,3-6-10 15,1 1-6-15,5-7-17 0,5-4-4 0,1 1-15 16,0-1-14-16,3 1-16 0,2 1-14 0,-4 1-13 15,4 2-5-15,-3 1-14 0,-1 6-18 0,-4 1-22 16,-3 8-32-16,5-5-27 0,-5 5-29 0,3 2-63 16,-1-1-127-16,-5 5-401 0,5 0 179 0</inkml:trace>
  <inkml:trace contextRef="#ctx0" brushRef="#br0" timeOffset="178208.05">30191 11033 166 0,'0'0'264'16,"0"0"-29"-16,0 0-22 0,0 0-27 0,6-8-19 15,3 5-21-15,0-1-30 0,5 0-30 0,5 1-30 16,0 0-35-16,3 1-30 0,-3-1-48 0,3 1-51 15,-2-2-139-15,-3 2-269 0,2 0 119 0</inkml:trace>
  <inkml:trace contextRef="#ctx0" brushRef="#br0" timeOffset="178554.07">30625 10767 268 0,'-1'-7'282'16,"0"2"-18"-16,-1-1-17 0,2 4-24 0,0-3-24 15,0 5-23-15,0 0-17 0,0 0-14 0,0 0-30 16,0 0-17-16,0 0-8 0,0 0-11 0,3 14-5 0,-2-3-7 16,2 6-14-16,-2 0-3 0,2 4-8 0,-2 2-4 15,-1 4-4-15,-1-2-6 0,3 1 0 16,3-1-3-16,-2-4-2 0,1 3-2 0,-2-5-1 15,3-1-5-15,-2-1 3 0,1 3-4 0,-3-6 0 0,0-2-1 16,3 0 1-16,-2-3-4 0,-1-1 1 0,-1-4-2 16,1 2-2-16,0-2-10 0,-1 0-1 0,0 0-5 15,2-2-5-15,-2-2-4 0,0 5 3 0,0-5 2 16,0 0-1-16,1 4-3 0,-1-4-18 0,0 0-54 16,0 0-48-16,0 0-55 0,-5-16-211 0,4 5-435 15,-1 1 193-15</inkml:trace>
  <inkml:trace contextRef="#ctx0" brushRef="#br0" timeOffset="178821.76">30722 10624 95 0,'0'-5'194'0,"0"5"-23"16,0 0-18-16,0 0-10 0,14 4-12 0,-7 1-8 15,3 2-13-15,4 6-7 0,4 8-6 0,1 2 2 16,-1-1-11-16,4 8-2 0,-4-1-7 0,-2 3-2 16,-2 2-11-16,3 7-6 0,-7-4-4 0,-5-2-2 15,0-1-6-15,-9-1-7 0,2-1 1 0,-7 0-9 16,-1-2 0-16,-3 0-1 0,-4-4-5 0,-3 1-5 16,-2-6-7-16,-2 2 1 0,-3-3-7 0,0-4-11 15,-1 1-21-15,-4-3-38 0,0 0-10 0,2-5-43 16,0-3-37-16,2 0-163 0,-2-1-340 0,10-5 151 15</inkml:trace>
  <inkml:trace contextRef="#ctx0" brushRef="#br0" timeOffset="179288.18">31025 10542 42 0,'4'-2'259'0,"-1"-3"-20"16,-1 3-17-16,1 0-22 0,2-1-20 0,-5 3-19 15,9-2-18-15,-9 2-15 0,11 2-15 0,-3 2-13 16,1 0-10-16,-1 5-10 0,-1 2-10 0,1-3-4 16,-3 3-8-16,0 4 0 0,0 1-17 0,-3-4 1 0,-2 4-3 15,1 2-8-15,-1-1 1 0,-1-4-2 16,-2-1-6-16,-2 4-3 0,2-3-2 0,1-6-4 15,-2 5 2-15,0-7-1 0,3 3 0 0,1-3-1 16,-3-1-3-16,3 1 3 0,-1-2 18 0,1-3 19 0,4 7 9 16,3-6-5-16,11-1-2 0,10 0-6 0,6 1-9 15,4-2 0-15,0-3-5 0,17 2-3 0,-16-1-38 16,14-1-35-16,-3-6-43 0,-9 4-68 16,-3 4-80-16,-2 0-188 0,-3-4-454 0,-2-3 201 0</inkml:trace>
  <inkml:trace contextRef="#ctx0" brushRef="#br0" timeOffset="181470.14">22042 9927 47 0,'0'-5'137'0,"0"5"-4"0,-2-5-7 0,2 5-9 16,2-5-6-16,-2 5-14 0,1-2-7 0,-1 2-5 16,0 0-14-16,0 0-1 0,0 0-11 0,0 0-8 15,2-6-10-15,-2 6-7 0,0 0 3 0,0 0-12 16,0 0-1-16,0 0-5 0,6 15 6 0,-6-10-11 16,4 7 1-16,-2 3-1 0,-2 11-1 0,-2 2 2 0,-1 6-2 15,-2 1-3-15,-4 14 3 0,-7 6 1 16,0 0-8-16,-3 2-1 0,0-2 0 0,-3 4 2 15,-10 17 5-15,12-23-8 0,-6 2-3 0,-2 22 10 0,8-28-5 16,-1 1-1-16,5-2 5 0,-4-2-4 0,9-12 0 16,-3-3-2-16,4-2 6 0,-3-2-5 0,4-1-4 15,1-9 3-15,2 2 1 0,-2-9-6 0,3 3-4 16,1-4 6-16,3-2-1 0,-3-2-2 0,3 0 42 16,-2 1 28-16,3-4 27 0,-4 1 17 0,4-3-9 15,0 0-9-15,0 0-9 0,0 0-11 0,8-12-9 16,1 6-6-16,0-1-10 0,5-5-2 0,-1 6-4 15,2-2-7-15,1 2-2 0,3 1-6 0,-6 3-5 16,4 0-6-16,-4 4-10 0,1 3-6 0,-1 0-1 16,2 7-5-16,-2 4 2 0,-1 6-2 0,-2 6-2 15,-5 2 0-15,-5 5 0 0,0 1 1 0,-8 13 0 16,-1 1-2-16,-5 4 5 0,1 2 0 0,0-1-1 16,-2 1 3-16,1-4-1 0,7 0-2 0,-1-1 3 15,5-15-7-15,3 10-6 0,6-13 0 0,1-3 3 16,9-4 0-16,7-2 3 0,21 2 4 15,11-5-12-15,37-2-30 0,7-5-53 0,14-11-70 0,5-6-204 16,6-7-403-16,1-5 179 0</inkml:trace>
  <inkml:trace contextRef="#ctx0" brushRef="#br0" timeOffset="182769.99">31692 9162 21 0,'0'-5'147'0,"0"1"1"0,0 0-12 0,0 4-11 0,0-6-13 16,0 1-16-16,0 5-14 0,0 0-15 0,0 0-5 15,0 0-8-15,0 0-9 0,-1 22 1 16,2 6-3-16,-2-1 6 0,0 7-15 0,1 16-4 15,-2 4-1-15,1 2 18 0,-3 2-11 0,3 1-2 0,2 22-8 16,-1-27-3-16,9 0 5 0,2 0 11 0,2 3 10 16,7-2-6-16,3-2-4 0,2-5-3 0,3-4 1 15,0-1-9-15,4-6 5 0,-9-11-2 0,2-2-9 16,0-2-1-16,2-1 4 0,1-3-6 16,-2-2-1-16,3-3-2 0,-5-1 1 0,-6-5 6 0,3-2-11 15,-5-2 17-15,-3-1 15 0,-1-2 0 0,-1-2-1 16,-2-1-1-16,0 0-6 0,0-4 1 0,-4 3-3 15,0-1-1-15,-1-3-4 0,-3 2-4 0,1 1-3 16,-2 0-2-16,-2 2-3 0,2 3-9 16,-9-5 5-16,-1 8-2 0,-3-3-6 0,-3 6 0 0,-2 6-2 15,-5 4-1-15,2 7-4 0,2 3-4 0,-4 2 4 16,5 13 2-16,-3 5-5 0,8 1 1 0,5 2 0 16,2 2 2-16,6 6 0 0,5 4 4 0,5 21-4 15,2-25 5-15,9 24-6 0,-7-23 0 0,12 21 1 16,-13-21-19-16,10 21 2 0,-12-24-2 0,-2 3 5 15,-6 29 7-15,-15 2 4 0,-7-2-3 0,-22-1-3 16,-19-1 4-16,-14-9-5 0,-21 1 7 0,-9-9-11 16,-9-11 5-16,-13-5-9 0,-10-6-36 0,-7-5-25 15,-4 1-41-15,-18-5-221 0,-28-5-373 0,-19 0 165 16</inkml:trace>
  <inkml:trace contextRef="#ctx0" brushRef="#br0" timeOffset="192201.84">4799 14941 13 0,'-9'-1'125'0,"9"1"-2"0,0 0-13 0,0 0-11 16,0 0-4-16,0 0-5 0,0 0-9 0,0 0-4 16,0 0-19-16,0 0 3 0,0 0-5 0,0 0-5 15,0 0-11-15,0 0-3 0,0 0 7 0,0 0-10 16,0 0 1-16,0 0-7 0,0 0 6 0,0 0-4 15,0 0 1-15,0 0 0 0,0 0-1 0,0 0 6 16,0 0-4-16,0 0-6 0,0 0-1 0,0 0-9 16,0 0 7-16,0 0-12 0,0 0-1 0,0 0 3 15,0 0 1-15,0 0-3 0,0 0 1 0,0 0 3 16,0 0-8-16,0 0 1 0,0 0 2 0,0 0-3 16,0 0-1-16,0 0-1 0,0 0-3 0,0 0 3 15,0 0-3-15,0 0-4 0,0 0 9 0,0 0-1 16,0 0-3-16,0 0 2 0,0 0 1 0,0 0-2 15,0 0 0-15,0 0 9 0,0 0-22 0,0 0 12 16,0 0 2-16,0 0 0 0,0 0-4 0,0 0 4 16,0 0-5-16,0 0-1 0,0 0 2 0,0 0 2 15,0 0-3-15,0 0 0 0,0 0 3 0,0 0-7 16,0 0 4-16,0 0 1 0,0 0 4 0,0 0-7 16,0 0 4-16,0 0-6 0,0 0 2 0,0 0 0 15,0 0 6-15,0 0 7 0,0 0-9 0,0 0-4 16,0 0 2-16,0 0-4 0,0 0 1 0,0 0 3 15,0 0 2-15,0 0-6 0,0 0 6 0,0 0-1 16,0 0 3-16,0 0-3 0,0 0-2 0,0 0-1 16,0 0 0-16,0 0 3 0,0 0 0 0,0 0-1 15,0 0 1-15,0 0-2 0,0 0-4 0,0 0 2 16,0 0-2-16,0 0-2 0,0 0 13 0,0 0-12 16,0 0 6-16,0 0 1 0,0 0 0 0,0 0 2 0,0 0-5 15,0 0 2-15,0 0 3 0,0 0-5 16,32-3 1-16,-10-1 7 0,13-1 4 0,15-4-3 15,8-1 10-15,7 2 5 0,29-3 1 0,0-4 4 16,-6-1 4-16,-23 5 3 0,25-3 4 0,-27 5-2 16,4-2-1-16,-3 0-8 0,-1 0 3 0,-2-1-8 15,-9 2 0-15,3 2 0 0,-18 3-5 0,-2-1 0 16,-2 2-3-16,-4-2 0 0,-8 2-1 0,-8 3-1 16,1-2-1-16,-4 1-3 0,-2 1 0 0,-2 1-1 15,-1-5-7-15,3 5-22 0,-4-2-21 0,-4 2-22 16,0 0-29-16,0 0-46 0,0 0-182 0,-18 9-347 15,7-7 154-15</inkml:trace>
  <inkml:trace contextRef="#ctx0" brushRef="#br0" timeOffset="193200.08">5663 14425 73 0,'0'0'221'0,"0"-3"-20"0,0 3-24 0,0 0-17 16,0 0-18-16,0 0-25 0,0 0-35 0,0 0-17 15,0 0-18-15,1 15 8 0,-2-1-7 0,-2 5-1 16,1 11-10-16,-2 4 5 0,-1 13-4 0,0 1 3 16,-3-1-12-16,-1-1 1 0,5-10 5 0,2-2-2 15,-1 13-2-15,2-14-2 0,-3-1-43 0,0 0-39 16,-1-1-34-16,1-1-32 0,-2-2-133 0,2-2-272 15,0-7 121-15</inkml:trace>
  <inkml:trace contextRef="#ctx0" brushRef="#br0" timeOffset="197468.04">7309 14016 97 0,'0'-7'168'0,"3"2"-5"15,0-3-2-15,-2-1 3 0,2 2-11 0,-2 2-8 16,3-2-5-16,-4 0-8 0,1 1-5 0,2 2-3 0,-3-3-12 16,0 4-11-16,1 0-10 0,3 0-12 0,-4 3-9 15,2-4-11-15,-2 4-8 0,0 0-5 16,0 0-9-16,-1 20-3 0,0-3-5 0,-4 6-3 16,1 7-4-16,-1 4-2 0,1 1-1 0,-5 12-3 15,5-1-4-15,-3-12-2 0,4 2 0 0,-1-5-1 0,2 1-2 16,2-1 0-16,1-2-2 0,-1-3 1 0,0-8 0 15,0 1-4-15,1-4 2 0,-1-1 0 0,2-3-1 16,-2-2 0-16,2-2-1 0,-2 0 1 16,0 0 2-16,0-2 17 0,0-1 17 0,0-1 12 0,0 1 11 15,0-4 11-15,1 4 1 0,-1-4 3 0,0 5 3 16,0-5-2-16,0 2-7 0,0-2 2 0,0 0-9 16,0 0-7-16,0 0-2 0,0 0-8 0,0 0-4 15,0 0-3-15,0 0-6 0,0 0-16 16,0 0-18-16,0 0-32 0,0 0-35 0,0 0-31 0,0 0-40 15,0 0-49-15,-3-10-55 0,5 3-221 0,-2 2-503 16,4-1 223-16</inkml:trace>
  <inkml:trace contextRef="#ctx0" brushRef="#br0" timeOffset="198201.01">7747 14004 126 0,'0'0'130'0,"0"0"-14"15,10 0-10-15,-1 0-7 0,0 0-7 0,4 0-10 16,1 2-8-16,4 1-2 0,1 1-9 0,1 1-1 16,2-1-6-16,-3 3-3 0,2-1-7 0,6 6 0 15,-11-3-5-15,0 2 9 0,-1 3-19 0,-1-1-5 16,-4 1-1-16,4 3-2 0,-7-1-6 0,-5 1 1 16,-3 0 0-16,0 8-7 0,-7-8 3 0,-6 5 3 15,0 0 0-15,-8-1 12 0,-5 1-7 0,0-2-1 16,-3-2-5-16,-1 2 4 0,2-3-1 0,-2 0-1 15,0-2-1-15,3-1-3 0,4-2 4 0,-2-2-2 16,9 0 0-16,-1-3-4 0,1 0 1 0,4 0-1 16,4-2-2-16,-1-3 2 0,5 1-1 0,-4-1 0 15,4 1 0-15,1-1 16 0,4-2 17 0,-5 2 12 16,5-2 6-16,-5 0 10 0,5 0-9 0,-4 3 3 16,4-3-5-16,0 0-1 0,0 0-7 0,0 0 0 15,0 0-5-15,0 0-5 0,23-3-4 0,-5 1-1 16,1-1-2-16,8-1 2 0,2 0 1 0,7 0 12 15,2 2-3-15,15-2 0 0,-15 0-2 0,13 0-2 16,-12 0-2-16,-1 0-3 0,-2 0-2 0,-3 2-4 16,-1 0 0-16,-5-1-3 0,-7 2-4 0,-2-3 0 15,-4 3-2-15,-5 0-7 0,1 0-1 0,-2-1 2 16,-3 2 0-16,0-1-1 0,-5 1-8 0,9-2-13 16,-9 2-8-16,4 0-19 0,-4 0-24 0,0 0-22 15,0 0-22-15,0 0-27 0,-18-4-21 0,9 3-24 16,5 0-32-16,-5 0-205 0,4-3-441 0,5 4 195 15</inkml:trace>
  <inkml:trace contextRef="#ctx0" brushRef="#br0" timeOffset="198951.14">8562 13905 113 0,'5'-4'158'0,"1"3"-16"15,2-2-13-15,3 2-13 0,-1-2-11 0,1 2-9 16,2-1-2-16,1 2-11 0,7 3-2 0,-5 1-9 16,6-1-6-16,-5 1-6 0,0 3-4 0,-5-2-8 15,0 0-2-15,2 5-9 0,-3 0 1 0,-2 2-6 16,-4 0 0-16,0 5-4 0,-5 0 0 0,0 2 2 16,-9 3 0-16,-2 5 1 0,-5-1 0 0,-3 0 2 15,-1-1 1-15,1-1-5 0,-4 3 0 0,0-3-5 16,2 1-4-16,-1-2-3 0,2-3 0 0,2 0-2 15,0 1-2-15,7-6-2 0,-2-2-2 0,3 0 4 16,2 3-2-16,2-5-5 0,1-2-2 0,1 0 1 16,1-1-2-16,2-1 2 0,0 0 2 0,1-3 0 0,2 3 19 15,1 0 24-15,2-3 6 0,5 1 4 0,0-2 0 16,3 1-1-16,1 0-3 0,-1-3-3 16,5-1-2-16,-4 1 1 0,1-1 7 0,-2-2 15 15,1 1 12-15,-5-3 8 0,0 1 3 0,1-2-2 16,-1-2-10-16,-5-2-6 0,0-2-11 0,-3-1-14 0,-2-5-10 15,-7-2-21-15,-1-5-13 0,-6-3-7 0,-3 0 0 16,-4-1-3-16,-1-1 1 0,-1 0 1 16,1 2-5-16,-1-2 2 0,3 2 3 0,2 3-1 15,0 0-1-15,2 2 4 0,7 9 13 0,2 4 7 0,2-4 5 16,1 5-5-16,1 3-2 0,4-3-6 0,4 3-22 16,1 1-11-16,9 0-23 0,5 0-32 0,2 2-38 15,9 3-42-15,2 1-59 0,4 2-68 16,2-1-178-16,-1-1-496 0,3 1 220 0</inkml:trace>
  <inkml:trace contextRef="#ctx0" brushRef="#br0" timeOffset="199684.02">9148 14064 12 0,'0'0'211'0,"0"0"-4"0,0-5-17 16,0 5-16-16,0 0-16 0,2-5-12 0,3 2-20 15,-2 2-11-15,-3 1-13 0,7-3-10 0,0 3-11 16,1 0-9-16,0 0-7 0,3 3-7 0,-2-2 2 15,2 3-17-15,1 3-1 0,-1-2-7 0,3 2-6 16,-4 5-1-16,3 3-5 0,-4 2-3 0,0-1 0 16,0 4-2-16,-4 4-4 0,-5-5-3 0,1 5 2 15,-3 2-4-15,-6-5 1 0,2 1 2 0,-5 1-2 16,1 1-1-16,-5-3-2 0,-1 3 1 0,-1-4-3 16,-1-2 0-16,5-1 8 0,-1-4-6 0,3-1-4 15,1-3 1-15,3 0-2 0,-3-1 1 0,2-1 0 16,3-1-1-16,-3 0 1 0,3-1 1 0,3-3 15 15,-1 2 17-15,2-3 19 0,-2 2 21 0,3-3 24 16,0 0 21-16,-5 3 23 0,5-3 0 0,0 0-12 16,0 0-15-16,9-11-7 0,1 1-13 0,-1 1-7 15,4-3-11-15,2-2-4 0,5-8 5 0,0 0-27 16,0 0-4-16,-3-5-1 0,6 1-30 0,-4-4-9 16,0 2-6-16,-1 1-3 0,-1 0-4 0,-2 3 0 15,-3 1 4-15,-5 6-3 0,1 2 2 0,-3 5-1 16,-2 1-1-16,-1 2 2 0,1 1-4 0,-2 1-8 15,0 2-2-15,-1 3-9 0,-3-4-3 0,3 4 1 16,0 0-1-16,-12 10 2 0,7-1 2 0,-4 2-1 16,3 3-2-16,2 2 0 0,-1 0 0 0,1 0-1 15,1 1 9-15,6 0-2 0,-2 4 4 0,8-4 4 16,0 6 1-16,6-7-1 0,7 3-10 0,1-2-24 16,5-3-26-16,4 1-32 0,0-5-47 0,4-2-68 15,-3-4-265-15,1-1-525 0,-3-3 232 0</inkml:trace>
  <inkml:trace contextRef="#ctx0" brushRef="#br0" timeOffset="200551.01">9545 13678 121 0,'0'-5'180'0,"0"5"-17"15,4-3-16-15,-2-1-18 0,-2 4-11 0,7-3-14 0,-2 2-10 16,-5 1-7-16,18-2-8 0,-8 3-6 16,1 0-6-16,3-1-7 0,-1 3-1 0,6-1-11 0,-1 3 2 15,1 0-8-15,-1 1-2 0,-5-2-6 16,1-1-1-16,-1 3-4 0,-4-1-4 0,1 3 0 15,-5-1-6-15,2 3-2 0,-4-2-2 0,-1 4 0 0,-4-4-3 16,-1 2-4-16,-4 2 8 0,2-3-4 16,-5 2-2-16,1-2-2 0,1-2-1 0,-3 1 1 15,3-1 0-15,-1-2-2 0,0 0 2 0,4 0-2 16,0-2 0-16,1 1-3 0,0-2 1 0,2 1-1 0,0 0 0 16,2-3 2-16,2 9-4 0,2-7 8 0,2 1-3 15,4 1 2-15,3 1 1 0,6-1 2 0,-2 4 0 16,2 0 1-16,-1-2 3 0,1 4-7 15,1-3 4-15,-3 3-4 0,1 0-1 0,-3 2-1 0,1-2-1 16,-4 2 2-16,-3-2-4 0,-1-1 0 0,-3 1-2 16,-4 0-1-16,-1 2 7 0,-1-2-3 0,-7-1 2 15,-6 1-2-15,-4 1 0 0,-7 1 4 0,-4-3-5 16,-2 2 2-16,-5-3-15 0,-1 1-39 16,0-6-57-16,-3 4-232 0,1-5-365 0,2-1 161 0</inkml:trace>
  <inkml:trace contextRef="#ctx0" brushRef="#br0" timeOffset="202767.02">10613 13471 25 0,'0'5'60'0,"-1"3"-11"0,1 4 5 0,-4 5-14 16,4 3-1-16,-4 9 0 0,3 4-2 0,-3 15-9 15,-1 3 6-15,0 5 0 0,-8 24-1 0,8-21-4 16,-4 27 2-16,-1-4-4 0,-4 0 2 0,5-24-4 16,-3 24 5-16,3-24-7 0,-2 25 3 0,-2-2 5 15,4-24 3-15,-1 28 3 0,1-26 1 0,0-2-3 16,-4 25 1-16,8-27-10 0,-5 1 9 0,2 0-10 15,3-2 1-15,-5-1-3 0,1 0-6 0,-4 2 5 16,3-2-1-16,1 1-1 0,0-1 3 0,-5 1 0 16,5-4-3-16,0 0-8 0,-1-4-1 0,4-14 0 15,-1 1 2-15,3-2 9 0,2-3 1 0,-3-2-2 16,1-1-5-16,0-8 5 0,3-1-4 0,1-5-6 16,-3 2 2-16,2-1 11 0,0-3-4 0,1 0 5 15,0-4-13-15,-2 3 5 0,2-4-4 0,0 1 6 16,-1-1 2-16,1 0-7 0,0 0-3 0,1 0-1 15,-1-4 1-15,-1 5 1 0,1-5 3 0,0 5-7 16,0-5 1-16,0 0-3 0,1 3 19 0,-1-3 6 16,0 0-6-16,0 0 3 0,-1 4-7 0,1-4 4 15,0 0-1-15,0 0-4 0,0 0-2 0,0 0 4 16,0 0-3-16,0 0-2 0,0 0 6 0,0 0 5 16,0 0-5-16,0 0-1 0,0 0 0 0,0 0 1 15,0 0 5-15,0 0 1 0,0 0 4 0,0 0-2 16,0 0-1-16,0 0-1 0,0 0 0 0,0 0-5 15,0 0-1-15,0 0 0 0,0 0-6 0,0 0 0 16,0 0-2-16,0 0-4 0,0 0 2 0,0 0-5 16,0 0 4-16,0 0-6 0,0 0 0 0,0 0-1 15,0 0-2-15,0 0-2 0,0 0 0 0,0 0 3 16,0 0 2-16,0 0-3 0,0 0-7 0,0 0 7 16,0 0 2-16,0 0-3 0,0 0 1 0,0 0-1 15,0 0 2-15,0 0-5 0,0 0-1 0,0 0 8 16,0 0-7-16,0 0 2 0,0 0 3 0,0 0-3 15,0 0 11-15,0 0 3 0,0 0 10 0,0 0 0 16,0 0-5-16,24-7-3 0,6-2-3 0,17-5 0 16,12-2-8-16,29-7-13 0,1-6-19 0,2 2-48 15,1-5-63-15,-5 1-90 0,1-10-131 16,-29 13-388-16,-9-4 173 0</inkml:trace>
  <inkml:trace contextRef="#ctx0" brushRef="#br0" timeOffset="203573.03">10497 13683 77 0,'0'0'185'0,"0"0"-5"16,0 0-5-16,0 0-10 0,0 0-13 0,0 0-11 16,0 0-13-16,0 0-15 0,24-6-10 0,5 2-8 15,6 1-16-15,21-2-22 0,4-2-34 0,4 4-61 16,31-6-53-16,-5-2-167 0,-27 5-279 0,4-5 124 0</inkml:trace>
  <inkml:trace contextRef="#ctx0" brushRef="#br0" timeOffset="209099.09">12201 13705 109 0,'2'-6'193'0,"-2"-1"-11"0,0 2-9 16,0-3-10-16,0 4-16 0,0 1-6 0,0-3-15 15,0 6-12-15,0-6-17 0,0 6-14 0,0 0-16 0,0 0-11 16,0 0-9-16,0 0-4 0,0 23-4 16,0-2-6-16,-2 8-2 0,4 5 1 0,-4 11-5 15,1 2-6-15,-1 3 4 0,0-1-6 0,0 0 0 16,-1-4-10-16,-3 3-30 0,3-12-37 0,1 8-31 15,-2-7-32-15,-4-3-164 0,2-3-308 0,1-5 136 0</inkml:trace>
  <inkml:trace contextRef="#ctx0" brushRef="#br0" timeOffset="209782.02">11296 14618 25 0,'0'0'164'16,"0"0"-9"-16,-8 0-7 0,8 0-7 0,0 0-11 16,0 0-9-16,0 0-11 0,0 0-16 0,0 0-5 15,0 0-8-15,-5 1-10 0,5-1-7 0,0 0-6 16,0 0-8-16,0 0-6 0,0 0-1 0,0 0-7 15,0 0-2-15,0 0-2 0,0 0-3 0,0 0-3 16,0 0 2-16,0 0-9 0,0 0 1 0,0 0-5 16,0 0-4-16,0 0 3 0,0 0-5 0,0 0 0 15,0 0-5-15,0 0 7 0,0 0-5 0,0 0-3 16,0 0 0-16,0 0 0 0,0 0-3 0,0 0 5 16,0 0-1-16,0 0-5 0,0 0 1 0,0 0 2 15,0 0-3-15,0 0-3 0,0 0-3 0,0 0 0 16,0 0 0-16,0 0 2 0,0 0 3 0,0 0 3 15,18 4-2-15,-12-3 2 0,3 0-1 0,1 2 1 16,3-2-1-16,5-4-11 0,4 3 11 0,8-1 0 16,3-3 0-16,7 1 4 0,18-3-2 0,3 1-2 15,36 2 4-15,4-10-3 0,9 3 0 0,6-1 8 16,8-1-3-16,10 5 3 0,7-5-1 0,7 2 3 16,9-3 6-16,7-1-9 0,-11 2 3 0,3 1 6 15,-5-2-2-15,-4-1-2 0,-8 3-4 0,-4-1-1 16,-8 2-3-16,-7-2 1 0,-15 2 0 0,-4 1 2 15,-8 0-3-15,-33 4 3 0,1 2 11 0,-2-2-3 16,-5 1 1-16,-3-2-1 0,-14 2-3 0,-7 2-1 16,-10-1 7-16,-1 3-15 0,-9 0-21 0,2-2-27 15,-6 2-14-15,-2 2-15 0,-4-2-35 0,0 0-65 0,-18 4-111 16,-1 0-308-16,-8 0 137 0</inkml:trace>
  <inkml:trace contextRef="#ctx0" brushRef="#br0" timeOffset="210582.04">11628 15022 5 0,'-2'-6'211'0,"4"3"-17"0,-2 3-19 0,1-5-21 16,-1 5-15-16,3-3-20 0,-3 3-13 16,0 0-13-16,0 0-10 0,16 9-7 0,-12-1-9 0,5 0-2 15,-3 3-13-15,5 5-6 0,0 1-1 0,-2 0-11 16,4 5 0-16,-3 3-3 0,3-4-3 0,-7-3-5 16,3 0-2-16,-5 3-1 0,4-1-3 0,-2-4 3 15,-3 1-4-15,-1 0 1 0,-2-8-2 16,3 0-1-16,-2 1 0 0,-1-4-6 0,3-1 27 0,-5 0 18 15,2-2 28-15,2 1 29 0,-2-4 22 0,0 0-6 16,0 0-11-16,0 0-7 0,-4-12-6 0,4-1-10 16,0 1-7-16,1-4-8 0,4-2-10 0,0-6-8 15,4 1-7-15,0-3-2 0,1-2-3 0,3 4-7 16,-1-1-3-16,4 2-5 0,-6 6-6 0,2 2-14 16,-2 0-14-16,0 1-24 0,-1 5-26 0,-1 1-34 15,2 4-35-15,-1 1-29 0,4 0-33 0,-4 3-32 16,0 3-227-16,0 1-477 0,1 3 212 0</inkml:trace>
  <inkml:trace contextRef="#ctx0" brushRef="#br0" timeOffset="210796.11">12167 15220 123 0,'0'0'254'0,"0"0"-21"0,-4-4-23 0,4 4-24 15,0 0-16-15,0 0-21 0,8-4-16 0,2 3-17 16,3-3-29-16,5 1-33 0,2 1-34 16,2-1-45-16,7-1-45 0,1 2-61 0,-10-1-121 0,7-1-272 15,1-2 120-15</inkml:trace>
  <inkml:trace contextRef="#ctx0" brushRef="#br0" timeOffset="211085.03">12649 14976 174 0,'-2'-4'296'0,"2"-2"-15"0,-1 2-15 15,1 4-27-15,-1-5-28 0,1 5-20 0,-3-5-26 0,3 5-18 16,0 0-20-16,0 0-11 0,0 0-16 0,0 0-10 16,9 16-12-16,-6-4-11 0,-2 1-5 0,3 2-3 15,1 3-11-15,-1 0-3 0,-3 8-2 0,1-6-9 16,0-1 1-16,2 1-6 0,-2-1 1 16,0 1-4-16,0-2-4 0,-1 0-26 0,1-6-9 15,-2 0-17-15,1 0-7 0,0-2-20 0,1-1-13 0,-2-2-19 16,0-2-9-16,1 0-13 0,-1 1-2 0,0-4-32 15,0-2-224-15,0 0-400 0,0 0 177 0</inkml:trace>
  <inkml:trace contextRef="#ctx0" brushRef="#br0" timeOffset="211315.01">12834 14899 133 0,'0'0'227'0,"4"-5"-25"0,-4 5-20 0,0 0-11 16,0 0-11-16,19 13-11 0,-10-4-11 0,0 5-8 0,6 8-10 16,-2 2-7-16,2 3-10 0,-4 0-7 0,-5 2-8 15,0 3-6-15,-3 2-8 0,-6 0-7 0,-2 2-8 16,-4-2-19-16,-7 12-15 0,-7-1-2 16,-6-3-16-16,-2-4-28 0,-10-1-31 0,-3-4-40 15,-4-4-54-15,-6-1-201 0,2-5-375 0,-2-4 166 16</inkml:trace>
  <inkml:trace contextRef="#ctx0" brushRef="#br0" timeOffset="211651.08">11416 14872 42 0,'0'0'198'16,"-6"-2"-31"-16,6 2-14 0,0 0-18 0,-7 12-17 15,1-2-14-15,2 10-8 0,-3 8-6 0,3 3-2 16,1 3-7-16,-3 15-8 0,8 0-3 16,4-4-11-16,6 2-2 0,7-1-3 0,5-5-4 15,8 2 4-15,5-7-9 0,5-2-7 0,6-3-12 0,5-4-56 16,2-10-49-16,3-4-203 0,8-3-305 0,26-6 136 16</inkml:trace>
  <inkml:trace contextRef="#ctx0" brushRef="#br0" timeOffset="212465.29">13170 14647 118 0,'5'-2'172'16,"0"-3"-17"-16,1 1-10 0,1-2-15 0,-1 6-11 16,2-1-18-16,0 0-6 0,-2-1-13 0,-6 2-6 0,12 3-11 15,-6-2-4-15,-2 2-23 0,0 2 18 0,-3 2-14 16,4 0 0-16,-5 3-6 0,0 0-3 16,-5 1-5-16,0-1 2 0,1 2-7 0,-2 0-2 15,-1-4-2-15,2 3-5 0,-1-2-1 0,1-2-1 16,1 2 6-16,0-1 0 0,0-2 2 0,3-1 0 0,-2 3-1 15,6-1-5-15,-3-1 2 0,1 2 6 0,7-1 2 16,1 1 4-16,2 0 5 0,5 1-3 16,0 0-1-16,1 0 9 0,1 1-13 0,1-2-2 15,-1 5-4-15,-4-3 6 0,-1 1-8 0,0 1 0 0,-3-2-4 16,-3-1 0-16,1 2-2 0,-4-1-2 0,-3 1 2 16,-1-2-5-16,-1 3 1 0,-7-2 8 0,3 0-3 15,-8 2-7-15,-1 1-3 0,0-3-10 16,-1 1-15-16,-1-3-15 0,0 3-24 0,-2-1-20 15,4-3-34-15,0 1-23 0,1-1-165 0,3-3-327 0,2 0 145 16</inkml:trace>
  <inkml:trace contextRef="#ctx0" brushRef="#br0" timeOffset="212865.12">13680 15029 77 0,'0'0'175'0,"0"0"-23"0,0 0-6 16,13 8-16-16,-8-3-12 0,0 3-18 0,4 0-4 0,-1 3-7 15,-2-1-9-15,2 4-7 0,-2-2-12 16,-1 4-1-16,-1 0-7 0,-3 0-7 0,2 3-7 0,-3-1 0 15,0-4-4-15,-1 1-2 0,-2-1-5 16,2-4 0-16,-2 0-3 0,0-1 3 0,0-2 2 16,1-1 8-16,-1-2 10 0,1 0 12 0,1 0 14 0,1-4 26 15,-2 4 14-15,2-4-1 0,0 0-6 0,0 0-8 16,-6-15-11-16,5 5-4 0,4-1-8 16,1-4-7-16,1-1-8 0,2-4-5 0,4-3-8 0,-1-3-6 15,4 1-2-15,1 0-5 0,2-4-17 16,-1 2-10-16,4 1-4 0,-4 1-10 0,-2 3-10 0,-2 8-16 15,-1-1-14-15,-2 5-23 0,-2 1-28 0,-1 1-40 16,-2 3-58-16,0-1-227 0,-2 1-455 16,1 2 202-16</inkml:trace>
  <inkml:trace contextRef="#ctx0" brushRef="#br0" timeOffset="213145.99">13997 14779 73 0,'5'-5'253'15,"0"1"-14"-15,3 0-22 0,-1 1-22 0,1 2-20 0,-1 1-19 16,1 0-14-16,4 2-15 0,-6 2-14 16,3 2-10-16,-1 0-9 0,-3 5-14 0,0-2-6 15,-5 5-6-15,3 1-7 0,-3 2-4 0,-3 0-9 16,2 0-1-16,-3 1-4 0,3-3-7 0,-2-2-3 15,2-1-4-15,-2 0 2 0,2-3-8 0,-2 2 4 0,3-2-3 16,3-2-2-16,-3 0-7 0,5-2 4 16,4 2-2-16,4-1-29 0,6-3-26 0,3 3-25 15,7-3-34-15,2-3-59 0,-2 4-224 0,3-5-411 16,-1-2 183-16</inkml:trace>
  <inkml:trace contextRef="#ctx0" brushRef="#br0" timeOffset="213532.01">14565 14901 130 0,'0'0'161'0,"12"0"-23"0,-12 0-13 0,11 6-12 15,-4-1-9-15,2 3-6 0,-1 2-9 0,4 2-9 16,-3 1-3-16,0 0-5 0,1 3-9 0,-2 0 4 16,-2 3-13-16,0-2-4 0,-2 1-1 0,-1-1-2 15,-3 2-13-15,0-1 5 0,-5 0-9 0,0-1-4 16,1-2 1-16,-2 2 3 0,1-6-13 0,-1-3 9 16,0 2 3-16,-1-2 5 0,1-4 4 0,1 1 5 15,1-1 13-15,-2-1 19 0,2-3 5 0,4 0 5 16,0 0 1-16,-11-8 5 0,8 1 4 0,2 1-5 15,2-6-10-15,2 0-7 0,3-3-3 0,2-3-4 16,3-6-17-16,2 1-5 0,5 0-7 0,1-3-4 16,0 2-21-16,4-1-15 0,-2 2-18 0,-1 0-19 15,2 6-20-15,-8 4-30 0,4 2-36 0,-3 1-53 0,2 2-57 16,-4 0-141-16,1 7-407 0,-3 0 181 16</inkml:trace>
  <inkml:trace contextRef="#ctx0" brushRef="#br0" timeOffset="213756.03">14986 15107 42 0,'0'0'240'0,"0"0"-8"0,0 0-10 15,0 0-29-15,0 0-22 0,0 0-16 0,18-4-17 16,-4 1-17-16,1 0-8 0,6 1-18 0,-1-1-35 16,-1 1-26-16,4-2-31 0,-4 4-47 0,2-3-53 15,-3-1-183-15,-3-1-303 0,-1 2 134 0</inkml:trace>
  <inkml:trace contextRef="#ctx0" brushRef="#br0" timeOffset="213982.01">15048 14937 42 0,'0'0'278'0,"-3"-4"-21"15,3 4-22-15,-3-3-28 0,3 3-24 0,0 0-23 16,0 0-19-16,0 0-16 0,-2 10-16 0,4-5-8 16,1 7-9-16,-1-1-8 0,1 4-6 0,1 2-15 15,-3 2 3-15,3-1-7 0,-2 3-5 0,1-1-4 16,1-1-7-16,1 0-1 0,-1 0-39 0,-1 1-24 15,1-3-32-15,0-2-36 0,-1 2-33 0,-1-5-30 16,0-2-29-16,1 0-128 0,0-5-335 0,3 1 148 16</inkml:trace>
  <inkml:trace contextRef="#ctx0" brushRef="#br0" timeOffset="214321.02">15302 14930 57 0,'-2'-4'277'0,"2"1"-19"16,0 3-14-16,0-7-19 0,0 3-24 0,-2 1-19 16,2 3-20-16,0 0-18 0,-2-5-19 0,2 5-15 15,0 0-12-15,0 0-11 0,0 0-9 0,0 0-13 16,0 17-3-16,2-8-6 0,0 4-7 0,-2 6-5 15,0-2-3-15,3 1-4 0,-2 7-8 0,-1-1 0 16,1-4-1-16,2 5-4 0,0 0 0 0,-1-6-4 16,-1-1 1-16,2 1-5 0,1-4 8 0,-2 2-9 15,-2-5-1-15,1-2 3 0,1 0 2 0,-1-4-2 16,0 0 1-16,1-2-5 0,-2-1-7 0,2 1-2 16,-2 0 2-16,0-4-1 0,2 6-9 0,-2-6-22 15,0 0-24-15,0 0-23 0,0 0-37 0,0 0-36 16,5-14-62-16,-5 4-181 0,0 2-422 0,2-1 186 15</inkml:trace>
  <inkml:trace contextRef="#ctx0" brushRef="#br0" timeOffset="214548.24">15518 14843 126 0,'7'5'189'15,"1"5"-15"-15,2 5 1 0,5 4-13 0,-6 7-3 16,4-1-4-16,-2 4-9 0,0 2-16 0,-5-2-9 16,-2 5-15-16,-5-3-6 0,-2 2-9 0,-3 1-6 15,-6-3-12-15,-3 2-27 0,-2-2-10 0,-12 8-13 16,3-11-13-16,-9 7-34 0,-9-6-43 0,-2-4-58 16,0-3-191-16,-1-4-341 0,-3-7 151 0</inkml:trace>
  <inkml:trace contextRef="#ctx0" brushRef="#br0" timeOffset="-214614.7">14528 14725 94 0,'0'0'192'0,"0"0"-22"0,0 0-24 15,0 0-13-15,0 0-13 0,-10 23-15 0,5-5-10 16,-4 11-7-16,1 6-6 0,-3 12-7 0,2 4-6 15,1 0-7-15,6-1-4 0,-2 1-8 0,10-2-4 16,5-3 1-16,4-2-6 0,3-10-1 16,11 8 1-16,2-3-5 0,-4-11-12 0,2-4-51 15,13 2-60-15,-10-9-197 0,5-5-306 0,0-6 135 0</inkml:trace>
  <inkml:trace contextRef="#ctx0" brushRef="#br0" timeOffset="-214048.67">15930 14676 78 0,'3'-5'254'16,"-3"5"-15"-16,0 0-8 0,4-5-20 0,-4 5-18 15,0 0-18-15,5-2-17 0,-5 2-17 0,0 0-19 16,0 0-13-16,0 0-12 0,0 0-13 0,16 8-11 15,-14-4-6-15,1 3-5 0,1 1-8 0,0 5-9 16,-4 0-1-16,3 2-4 0,-3 3-3 0,-2-2-9 16,1 1 0-16,-1 0 1 0,0-2-4 0,0-1-3 15,-1-4-5-15,3 3 0 0,-1-6-3 0,-2 4 3 16,3-6-4-16,0 2 0 0,0-2 3 0,4 0 0 16,6 2 2-16,9 1 5 0,11-6-6 0,3 5-1 15,8-3-32-15,11-3-49 0,5-1-73 0,0-1-79 16,-3-3-185-16,-2-4-434 0,3 0 192 0</inkml:trace>
  <inkml:trace contextRef="#ctx0" brushRef="#br0" timeOffset="-201850.72">16868 14236 131 0,'-9'2'134'0,"4"-4"-2"0,-1 2 2 16,6 0-8-16,-7-1-10 0,7 1-6 0,-7-1-7 15,7 1-8-15,0 0-6 0,0 0 1 0,-9-3-11 16,9 3-7-16,0 0-11 0,-4-1-3 0,4 1-12 16,0 0 4-16,0 0-10 0,0 0-3 0,0 0-3 15,-4-4-7-15,4 4-4 0,0 0 0 0,0 0-4 16,0 0-1-16,0 0-2 0,0 0-2 0,0 0 0 15,0 0 3-15,0 0-4 0,0 0 4 0,0 0 2 16,0 0 0-16,0 0-1 0,0 0 8 0,0 0 12 16,0 0-7-16,0 0-2 0,0 0 0 0,0 0-6 15,0 0 1-15,0 0-4 0,0 0 9 0,0 0-14 16,0 0-5-16,0 0 2 0,9-4-3 0,-9 4-3 16,5-3 2-16,-5 3 0 0,10-1-4 0,-6 0 2 15,-4 1-1-15,5 0 0 0,-5 0 0 0,9-1-3 16,-4-1-3-16,-5 2 3 0,9-2 2 0,-9 2-3 15,5 0 3-15,-5 0-2 0,6-3-1 0,-6 3 0 16,0 0 1-16,6 0-1 0,-6 0-3 0,0 0 0 16,0 0-3-16,7-2-1 0,-7 2 0 0,0 0 0 15,0 0 2-15,0 0-3 0,0 0 0 0,0 0 1 16,3-2 0-16,-3 2-2 0,0 0 1 0,0 0-1 16,0 0 8-16,0 0-7 0,0 0-3 0,0 0-2 15,0 0 1-15,0 0 0 0,8 0-3 0,-8 0 2 16,0 0-2-16,0 0 0 0,0 0 6 0,0 0-4 15,0 0 1-15,0 0 2 0,0 0-1 0,0 0 1 16,0 0 2-16,0 0 2 0,0 0 0 0,-17 4 1 16,17-4 0-16,0 0 3 0,0 0-1 0,0 0-1 15,0 0 3-15,0 0 0 0,26-4 0 0,-10 1-1 16,4 1 3-16,8-3-3 0,1 2 4 0,3-2-5 16,4 1 1-16,-2 0-1 0,3 1 4 0,2-3-2 15,12-2 1-15,2 0 3 0,-4 0 1 0,2-1-2 16,-14 4 3-16,-2 0-1 0,-3 3 2 0,-2-3-1 15,-7 3 2-15,-4-3-4 0,-6 4 3 0,1-1-4 0,-1 0-3 16,-4-1 0-16,-1 3-3 0,-3 0-5 16,1-2-6-16,-6 2-10 0,7-2-20 0,-7 2-27 15,0 0-15-15,0 0-18 0,0 0-13 0,-16-3-39 16,5 5-96-16,-1-2-273 0,-7 0 120 0</inkml:trace>
  <inkml:trace contextRef="#ctx0" brushRef="#br0" timeOffset="-200699.8">17216 13969 114 0,'0'0'164'0,"0"-6"-20"0,0 6-14 16,0 0-13-16,0 0-19 0,0 14-10 0,-2-2-11 16,1 5-9-16,-3 7-1 0,-2 10-4 0,-3-2-9 15,1 13-4-15,2-10-3 0,-2 12-9 0,-2 0 0 0,6-13 0 16,-1 12-7-16,1-10 2 0,3-2-3 16,0 3-42-16,-2-6-17 0,3 3-45 0,-1-1-155 15,2-4-249-15,-1-11 110 0</inkml:trace>
  <inkml:trace contextRef="#ctx0" brushRef="#br0" timeOffset="-199700.94">19741 13293 59 0,'1'-10'176'0,"-1"-1"-9"0,4 0-12 0,-4 5-4 16,0 0-14-16,0-1-12 0,2 2-11 0,-2 2-13 15,0-2-16-15,0 5-7 0,0 0-16 0,0 0-5 16,0 0-2-16,0 20-8 0,0-3-9 0,0 11-5 15,0 2 0-15,0 3-2 0,0-1-4 0,0 1-7 16,4 1-1-16,-4 0-4 0,3-1 2 0,-2-2-3 16,0-2 0-16,1-1-1 0,-1-1-4 0,-1-8 3 0,1-1 3 15,-1 1-30-15,0-2-2 0,4-2-21 16,-4-2-18-16,0-2-19 0,0 1-19 0,0-2-35 16,-4 1-114-16,4-3-262 0,-1-1 115 0</inkml:trace>
  <inkml:trace contextRef="#ctx0" brushRef="#br0" timeOffset="-199017.7">18860 14007 34 0,'0'0'67'0,"0"0"2"15,0 0-15-15,0 0-8 0,0 0-1 0,0 0-1 16,-6-3-7-16,6 3-3 0,0 0 0 0,0 0-11 16,0 0-1-16,0 0-1 0,-4 4 0 0,4-4 6 15,0 0-13-15,0 0-3 0,0 0 6 0,0 0-4 16,0 5-4-16,0-5 2 0,0 0-2 0,0 0-2 16,0 0-5-16,0 0 4 0,0 0 4 0,0 0-5 15,1 5-1-15,-1-5-4 0,0 0 3 0,0 0 4 16,0 0 1-16,0 0-4 0,0 0-1 0,0 0 7 15,0 0 4-15,4 3 7 0,-4-3-7 0,0 0 2 16,5 1-2-16,-5-1 0 0,8 2 6 0,-8-2-4 16,10 1 7-16,-5-1-3 0,3 0-6 0,2 1 0 15,2-2 2-15,-1 2 1 0,7-2-5 0,1 0 0 16,2 2 2-16,8-1 11 0,4-1 0 0,8-2 1 16,9-2 3-16,4 5 2 0,8-5 2 0,2 2 10 15,41-4-3-15,0 0 4 0,7 2 4 0,12-1 4 16,15 2 7-16,5 0-3 0,5-1 1 0,8 0-3 15,14 2 0-15,4 1 9 0,2-1-11 0,1 1 7 16,0-1-3-16,5 1 0 0,1 0-2 0,-6 0-6 16,-4 0 1-16,-1 4-5 0,-1-4-7 0,-12 2 1 15,2-3-6-15,-13 0-3 0,-9 0-2 0,-1 3-3 16,-12-2-4-16,-3 0 0 0,-10 0-5 0,-5-1 0 16,-15-4-1-16,-30 2-2 0,-3 3 1 0,-2-3-4 15,-8 0 0-15,-12 3-2 0,-6-5-3 0,-2 3-10 0,-5-1-6 16,-9 1-2-16,-2 4-1 0,-6-4-13 15,-1 0-18-15,-2 3-19 0,-2-2-34 0,0 1-73 16,-4 2-167-16,0 0-365 0,-18-3 162 0</inkml:trace>
  <inkml:trace contextRef="#ctx0" brushRef="#br0" timeOffset="-198084.52">19397 14668 126 0,'0'0'148'0,"0"0"-20"0,0-4-11 15,0 4-15-15,0 0-15 0,0 0-5 0,0 0-8 16,0 0-10-16,6 12-13 0,-2-5-5 0,0 3-3 15,4 5-10-15,-3 0-3 0,1 4-4 0,1 5 1 16,-2 3 2-16,2-1-8 0,-3 1-6 0,-1 2-2 16,1 0 2-16,-2-4-3 0,-2 1 2 0,0-6-16 0,0-1 18 15,-2 0 3-15,2-2-6 0,0-5-1 0,-2 0 2 16,0 0-4-16,0-4 5 0,2 0 7 16,-1-4 19-16,-1 1 16 0,0-1 32 0,2-2 30 15,0-2 21-15,-4 5-6 0,4-5-5 0,0 0-3 16,-6-12-6-16,6 2-15 0,-2-1-9 0,4-8-8 0,1-8-12 15,6-1-8-15,-2 0-6 0,2-3-9 0,4 2-5 16,-3-5-4-16,5 2-8 0,2 0-5 16,1 3-5-16,-5 3-5 0,3 3-13 0,-7 7-11 15,0-2-22-15,1 6-20 0,-4 1-25 0,-1 1-34 16,1 4-46-16,1 2-21 0,0 2-23 0,0 1-38 0,-2 0-126 16,-5 1-388-16,10 4 173 0</inkml:trace>
  <inkml:trace contextRef="#ctx0" brushRef="#br0" timeOffset="-197840.75">19819 14890 118 0,'0'0'210'0,"0"0"-21"0,-3 2-14 0,3-2-21 16,0 0-16-16,0 0-13 0,0 0-15 15,23-2-15-15,-6-1-16 0,3 0-26 0,-1-2-31 16,12 1-36-16,-3-1-46 0,0 3-47 0,-7-4-108 0,5-1-232 16,1 0 103-16</inkml:trace>
  <inkml:trace contextRef="#ctx0" brushRef="#br0" timeOffset="-197514.56">20280 14633 223 0,'-1'-3'260'0,"1"3"-25"0,0 0-22 15,-3-4-27-15,3 4-22 0,-1-3-22 0,1 3-15 0,0 0-13 16,0 0-12-16,1 14-15 0,0-4-4 0,2 2-8 16,-2 0-11-16,1 6-5 0,-1 1-6 15,1 6-5-15,0 0-8 0,-2-4-4 0,4 3-4 16,-1 2-2-16,0-8 0 0,-1 8-5 0,2-8-4 16,-3-1 2-16,2-1-4 0,2 0-1 0,-5-4-2 0,0-2-1 15,3 0-2-15,-3 0 0 0,1-4-29 0,-1 0-12 16,0 0-14-16,0-1-6 0,1-2-2 15,-1 1 5-15,0-4-9 0,-1 4 6 0,1-4 6 16,0 0-6-16,0 0-73 0,0 0-217 0,0 0-365 16,-4-16 161-16</inkml:trace>
  <inkml:trace contextRef="#ctx0" brushRef="#br0" timeOffset="-197268.04">20409 14516 98 0,'0'0'184'0,"0"0"-32"0,8-2-13 0,-8 2-3 15,14 9-14-15,-5 1-5 0,3 0-1 0,5 14-5 16,1 0-5-16,-1 4 1 0,-1 3-9 0,1 1-10 16,-6 3-7-16,-2 11-5 0,-1 3-2 0,-8-4-13 15,-4 5-6-15,-4-16-3 0,-2 0-4 0,-4-1-4 16,-13 11-6-16,3-4-2 0,-8-3-10 0,-5-2-17 15,-4-5-18-15,0 0-26 0,-5-4-36 0,0-4-52 16,-5-3-68-16,-4-5-101 0,2-3-314 0,0-2 139 16</inkml:trace>
  <inkml:trace contextRef="#ctx0" brushRef="#br0" timeOffset="-196934.68">19277 14504 84 0,'-8'8'114'0,"3"9"-4"16,-6 9-6-16,4 6-6 0,-4 11-12 0,3 6 0 0,0-1-4 15,3 0-5-15,5 1-14 0,3-3-4 0,7 0-8 16,0-12 2-16,13 9-5 0,-1-13 2 16,10 8-13-16,4-6-1 0,-3-10 1 0,8 4-3 15,4-4-20-15,3-4-48 0,4-6-59 0,-15-7-107 0,16-2-215 16,-1-2 95-16</inkml:trace>
  <inkml:trace contextRef="#ctx0" brushRef="#br0" timeOffset="-195768.36">20798 14287 46 0,'0'0'122'0,"2"-3"-9"0,-2 3-7 15,5-5-12-15,0 4-3 0,-5 1-10 16,8-6-2-16,-3 4-8 0,3 0-10 0,2-1 3 0,0 0-7 15,2 1-5-15,2 0-7 0,-1 2 2 0,0-1-11 16,0 1 0-16,0 1 1 0,0 1-9 0,-3 1-7 16,3 2 1-16,-6-3-5 0,1 1-2 0,0 2 1 15,-2 1 3-15,-5-1-5 0,3 2-2 0,-4 1 2 16,-1 1-7-16,-3-1-1 0,-2 1 1 0,0 1 2 16,-1-3-2-16,-2 1-3 0,0 1-1 0,0-4 0 15,2 2 4-15,-1-1-4 0,2-2-2 0,-2-2 1 16,4 1-2-16,0 2 0 0,0-4-1 0,0 3 6 15,2-3-6-15,-2 2 3 0,4-3-3 0,0 0 5 16,0 0 4-16,9 8 3 0,-3-6 0 0,5 1 0 16,0-1 8-16,1 1 5 0,-1 2-4 0,3 1 0 15,0-3-2-15,0 4 2 0,3 1 7 0,-3 1-13 16,-4-1 3-16,-1 1-1 0,0 0-8 0,-4 1 4 16,3 0-2-16,-5-3 0 0,-3 4-1 0,0 0-2 15,-7-4-2-15,-3 5-3 0,-4 2-5 0,-3-8-15 16,-6 10-7-16,-4-3-22 0,8-4-27 0,-1-1-13 15,-1-3-36-15,1 2-112 0,1 1-253 0,1-4 112 16</inkml:trace>
  <inkml:trace contextRef="#ctx0" brushRef="#br0" timeOffset="-195068.68">21521 14629 96 0,'0'0'115'16,"0"0"-17"-16,13 4-9 0,-6-3-9 0,-2 5-4 15,3-1-5-15,0 2-4 0,2 3-5 0,-1 0-3 16,0 4-8-16,2 2 1 0,-2 2-3 0,0-1 1 16,0 7-1-16,-3-5-3 0,2 6-11 0,-1 0-6 15,-4 2-2-15,0-1 2 0,-2-2-8 0,-2-5 2 16,-3 0-8-16,0-1 6 0,0-1-3 0,-1-1 0 16,-3-3 7-16,2-2 11 0,-3-1 9 0,3 0-13 15,-1-4 8-15,1 0 7 0,-4 0 11 0,5-2 16 16,-2-1 17-16,2-2 7 0,-2-1 6 0,2-4 4 15,-1 0-5-15,3-4-12 0,-1-1-4 0,1-2-11 16,4-5-5-16,3-3-9 0,4-5-6 0,2-5-7 16,5 5-4-16,5-4-12 0,0-4-12 0,10-5-15 15,-9 7-6-15,2 1-6 0,-1 3-11 0,0-3-14 16,-1 7-16-16,-3-1-10 0,-2 8-19 0,-5 1-25 16,2 2-42-16,-4 4-35 0,-1 2-180 0,-3 0-389 15,2 0 172-15</inkml:trace>
  <inkml:trace contextRef="#ctx0" brushRef="#br0" timeOffset="-194034.72">20855 14314 129 0,'10'-1'124'0,"2"2"-12"0,-2 1-13 0,2 2-9 15,-1 2-7-15,0 1-10 0,5 5-5 0,-3-1-16 16,-1 4-1-16,-3 2 0 0,-2-1-12 0,-1 9-2 16,-2 0 4-16,-3 0-1 0,-5 1-6 0,1 3 5 15,-4-5 2-15,-3 5 3 0,-4-3 0 0,1-3-1 16,-2 3-3-16,1-6-5 0,2-5-2 0,2 0-1 16,1-2 0-16,0-2-5 0,0-2-1 0,4 0-3 15,1-5-1-15,0 1-5 0,-1 0 6 0,4-2 14 16,-3 0 14-16,4-3 15 0,-1 5 5 0,1-5 11 15,-4 1 2-15,4-1 1 0,0 0 5 0,-1 6 2 16,1-6-5-16,0 0 0 0,0 0-5 0,0 0-8 16,-3 1-1-16,3-1-10 0,0 0-6 0,0 0-4 15,0 0-5-15,0 0-5 0,0 0-7 0,0 0-2 16,0 0-1-16,0 0-4 0,0 0 0 0,0 0-7 16,0 0-1-16,0 0-4 0,0 0 1 0,0 0-2 15,0 0 2-15,0 0 1 0,0 0 0 0,0 0-5 16,0 0-1-16,18-1-2 0,-8-2-2 0,3-1-4 15,9 0 2-15,-1 2 1 0,8-5-2 0,1 0-1 16,6 2 1-16,1-1 0 0,14-5-4 0,-11 6 2 16,12-4-3-16,-12 4 3 0,-4-1 1 0,1 1-4 15,-5 2-1-15,-6 0 4 0,-6-1-4 0,-3 0 1 16,-5 2 2-16,-1 1 3 0,-3 0-9 0,-1-1-4 16,-1 1-3-16,-1 1-26 0,0 0-18 0,-5 0-8 15,0 0-22-15,0 0-19 0,0 0-19 0,0 0-23 16,0 0-34-16,-22 5-28 0,17-1-192 0,0-3-431 15,0 0 192-15</inkml:trace>
  <inkml:trace contextRef="#ctx0" brushRef="#br0" timeOffset="-193301.96">21949 14239 95 0,'5'-3'155'0,"4"3"-18"0,1-1-12 0,0 0-9 15,2 0-15-15,-1 2-10 0,2 0-7 0,2 0-8 16,-2 3-11-16,-1 0-7 0,-3 2-7 0,-2-1-6 16,1 1-5-16,-2 2-4 0,-1-2-5 0,-1 5-2 0,-1-1 3 15,-3 1-8-15,-3-2-4 0,3 0-1 0,-5 0-5 16,1 2 4-16,-4-4-3 0,1 3-1 16,1-3 3-16,-1 0-4 0,3 0-3 0,-2-4 0 15,2 2-2-15,2 0 2 0,-2-1-2 0,3-1 0 0,-1-1-6 16,2-2 6-16,3 10 0 0,-2-7 6 0,4-1 9 15,0 1 4-15,4 3 5 0,0-1-1 0,2 1-3 16,1 0 0-16,1 2-6 0,-3-4-2 16,2 4-2-16,-3-3-1 0,2 4 1 0,-3-4-4 15,-2 3 1-15,-2 0-4 0,1 0 0 0,-2-1-4 0,-1-1 6 16,-4 1-2-16,1 3 0 0,-6 1 2 0,-3-6-3 16,-4 7-18-16,-3-1-17 0,-2-2-27 0,2 0-32 15,-4-1-41-15,-5 1-158 0,11-4-305 16,-3 0 135-16</inkml:trace>
  <inkml:trace contextRef="#ctx0" brushRef="#br0" timeOffset="-192868.67">22796 14217 36 0,'-4'-3'137'0,"4"3"-17"0,0 0-9 16,-9 5-11-16,-1 0-8 0,-3 7-16 0,-2 2-7 16,-6 6-4-16,-3 5-9 0,-3 1 2 0,-7 12-8 15,1 4-5-15,-4-2-3 0,2 10-3 0,3-2 0 16,7 0-4-16,5 1 0 0,5-2-5 0,7-10-3 15,7-3 5-15,5 2-1 0,4-4-4 0,6 0 0 16,4-2 8-16,3-2-10 0,6-4 5 0,6-3-8 16,12 2-8-16,-11-7-40 0,2-4-48 0,0-4-161 15,-3-2-253-15,3-2 112 0</inkml:trace>
  <inkml:trace contextRef="#ctx0" brushRef="#br0" timeOffset="-192452.13">22921 14490 14 0,'4'-6'225'0,"-1"5"-23"16,-1-3-21-16,3 1-15 0,0 2-26 0,-5 1-13 15,9 1-17-15,-1 2-8 0,2 1-3 0,-2 3-10 16,-2 3-7-16,3-1-6 0,0 5-6 0,0 2 0 16,0 0-6-16,-2 2-7 0,1 6-1 0,-3-5-3 15,1 1-11-15,-4-1-2 0,0 0-4 0,-1-2-2 16,-1-4-2-16,-1 3-5 0,1-4-1 0,-3-2 1 16,-1-1 1-16,3-1 10 0,-2-1 8 0,1-2 10 15,0 0 15-15,1-1 10 0,-3-1 13 0,4-3 10 16,0 0-3-16,0 0-6 0,-12-10-7 0,9 0 0 15,-1-1 6-15,0-1 1 0,4-5-7 0,0-1 0 16,4-7-6-16,1 0-23 0,4 0-6 0,3-3-20 16,1 1-6-16,3 4-22 0,-2-3-7 0,4 7-12 15,-1-1-12-15,-3 6-17 0,1 2-28 0,0 1-29 16,-1 2-30-16,0 5-35 0,-1 1-24 0,5-1-27 16,0 3-26-16,-5 2-186 0,0 1-463 0,1 0 206 15</inkml:trace>
  <inkml:trace contextRef="#ctx0" brushRef="#br0" timeOffset="-192236.68">23334 14669 69 0,'0'0'301'0,"0"0"-21"0,0 0-22 15,0 0-29-15,0 0-22 0,0 0-21 0,0 0-23 16,24-7-26-16,-1 4-28 0,-1-1-29 0,5 1-33 16,2 1-31-16,1-3-35 0,-2 3-37 0,0 0-33 15,-3-2-41-15,-3 3-168 0,-3-2-324 0,3-1 144 16</inkml:trace>
  <inkml:trace contextRef="#ctx0" brushRef="#br0" timeOffset="-191951.66">23527 14451 248 0,'-3'-2'279'15,"1"-2"-21"-15,2 4-26 0,-3-5-20 0,1 2-30 16,2 3-23-16,0 0-15 0,0 0-19 0,0 0-16 16,0 0-8-16,-7 14-14 0,7-3-8 0,0 5-9 15,-2 1-5-15,-1 2-5 0,3 2-2 0,-1 2-6 16,2 8-7-16,-3-6-2 0,2 1-5 0,0-2-4 15,0-3-3-15,2 2-2 0,-2-6-6 0,0 0 3 16,2 2 1-16,-2-7-8 0,0 1 3 0,1-4-10 16,-2-3-27-16,2 2-10 0,-1-1-22 0,1-2-13 15,-1 0-10-15,0-1-8 0,0-4-6 0,0 6-2 16,0-3-8-16,0-3-2 0,0 4-21 0,0-4-21 16,0 0-5-16,0 0-29 0,0 0-102 0,0 0-298 15,9-14 132-15</inkml:trace>
  <inkml:trace contextRef="#ctx0" brushRef="#br0" timeOffset="-191510.72">23862 14398 37 0,'2'-5'220'0,"-2"2"-21"15,0 3-25-15,4-4-18 0,-4 4-18 0,0 0-13 16,0 0-14-16,0 0-14 0,0 0-8 0,0 16-13 16,-1-7-7-16,-2 2-10 0,2 6-10 0,-3 1 2 15,0-1-4-15,-1 2-2 0,1 9-2 0,2-4-1 16,-2 1-7-16,4 1 0 0,0-2-5 0,1-4-1 15,4-2-4-15,-7-2-1 0,4 0 1 0,1-3-2 16,-2-3-2-16,0 0-1 0,3-2 0 0,-4-2-3 16,3-1 0-16,-2 1-1 0,-1-2-1 0,0 1 7 15,0-5 9-15,-1 5 9 0,2-3 5 0,-1-2 4 16,0 6 9-16,0-6-5 0,0 0-1 0,0 4-5 16,0-4 0-16,3 2-7 0,-3-2-4 0,0 0 1 15,0 0-6-15,0 0-3 0,2 3-5 0,-2-3-1 16,0 0 1-16,0 0-4 0,0 0-13 0,0 0-8 15,0 0-15-15,0 0-18 0,0 0-10 0,0 0-17 16,0 0-19-16,0 0-39 0,0 0-70 0,0 0-200 16,0 0-422-16,-1-15 187 0</inkml:trace>
  <inkml:trace contextRef="#ctx0" brushRef="#br0" timeOffset="-191185.66">23990 14241 145 0,'10'6'151'0,"-1"2"-13"15,6 5-5-15,2 5-5 0,3 5-9 0,-2 1-1 16,-3 5-6-16,1 5-13 0,1 7-3 0,-4 5 1 15,0 0-5-15,-7 0-11 0,-8 2-7 0,1-3-7 16,-5-10-7-16,-4 10-5 0,-1-10-7 0,-4-3-2 16,-1-1-2-16,-4 0-9 0,-2-1 0 0,0-1-4 15,-5-6 6-15,2-2-10 0,-2 0-5 0,-1-3-6 16,1-5-5-16,3-1-11 0,-3-2-19 0,1-2-18 16,0-1-25-16,4-6-32 0,-1-2-77 0,-4-2-118 15,6-1-314-15,4-1 139 0</inkml:trace>
  <inkml:trace contextRef="#ctx0" brushRef="#br0" timeOffset="-190735.67">24306 14195 238 0,'4'-3'247'0,"0"2"-20"0,-4 1-24 0,9-3-28 16,-4 3-15-16,3 3-18 0,-2 1-19 0,2 1-8 15,1 2-10-15,0 3-14 0,-3 2-12 0,1 0 1 16,-2 7-16-16,-3-1-7 0,0 0-4 0,0 0-8 16,-6 2-3-16,0-2-5 0,-3 6-6 0,0-4-3 15,-3-2-1-15,0-2-2 0,2 3-1 0,-1-7-5 16,-1 1-1-16,4-3-4 0,-1-2 2 0,3-3-2 16,-1 0-2-16,3 1 2 0,-2-2 18 0,3-2 22 15,-2 2 23-15,3-4 15 0,0 4 3 0,0-4 11 16,15 1-21-16,2-1-12 0,15-2-8 0,3-1-3 15,0 1-9-15,2-2 4 0,-1 1-13 0,15-2-4 16,-14 1-17-16,2-1-29 0,-4 1-36 0,1 0-34 16,-9 2-38-16,-5 1-50 0,-2-3-58 0,-7 4-255 15,0-1-516-15,-4 0 228 0</inkml:trace>
  <inkml:trace contextRef="#ctx0" brushRef="#br0" timeOffset="-189852.51">24988 13953 84 0,'0'0'138'0,"-8"-2"-14"0,4 1-9 16,4 1-8-16,-5-4-2 0,5 4-7 0,0 0 2 15,-6-2-5-15,6 2 5 0,0 0-7 0,-7-3 1 16,7 3 1-16,0 0-1 0,-1-2 4 0,1 2-3 16,0 0-3-16,0 0-5 0,0 0-9 0,0 0-9 15,9-5-6-15,6 0-7 0,7 2-5 0,10-4-10 16,7 2 1-16,18-5-5 0,4-4-5 0,3 8 1 15,25-3-4-15,-26 2 2 0,-3 1-4 0,-3-2-3 16,-2 0-4-16,-14 6-1 0,-6-1-19 0,-5 2-23 16,-7 1-27-16,-4-3-45 0,-6 0-7 0,0 2-28 15,-7 0-55-15,-3 1-129 0,-3 0-340 0,0 0 151 16</inkml:trace>
  <inkml:trace contextRef="#ctx0" brushRef="#br0" timeOffset="-189651.35">25439 13718 103 0,'-2'-7'273'0,"1"0"-11"0,1 0 0 15,1 1-9-15,1-1-8 0,-1 5-22 0,0-3-22 16,-1 5-27-16,0-5-25 0,0 5-17 0,1-4-19 16,-1 4-11-16,0 0-1 0,2 19-20 0,-1-2-10 15,0 9-10-15,-1 6-2 0,2-1-5 0,-1 5-4 16,4 11-1-16,-1-1-31 0,-1-10-34 0,3 10-37 15,-1 0-64-15,0 0-45 0,4-12-63 0,-3-1-186 0,1-7-444 16,-4-8 196-16</inkml:trace>
  <inkml:trace contextRef="#ctx0" brushRef="#br0" timeOffset="-188976.7">27401 13043 212 0,'-1'-5'210'0,"0"1"-29"0,1 4-18 0,0 0-21 15,0 0-17-15,0 0-10 0,-4 21-15 0,6-1-7 16,0 6-13-16,3 5-12 0,-1 2-3 0,1 2-12 16,0 12 1-16,1 0-6 0,3 0-8 0,-4-13-29 0,0 1-21 15,1 0-40-15,-1 1-26 0,0-5-37 0,-3-1-140 16,-7-1-272-16,4-8 121 0</inkml:trace>
  <inkml:trace contextRef="#ctx0" brushRef="#br0" timeOffset="-188452.66">26623 13885 92 0,'0'0'82'16,"0"0"-12"-16,-8 2 5 0,8-2-9 0,0 0-12 15,0 0-8-15,0 0-8 0,-5 2 2 0,5-2-6 16,0 0 2-16,-2 3-14 0,2-3 7 0,0 0-7 15,0 0-4-15,0 0-1 0,0 0 9 0,0 0-19 16,0 0 10-16,0 0 17 0,0 0 8 0,13 5 6 16,-2-5-2-16,8 0 6 0,13 3-1 0,19-6 4 15,9-1 0-15,36 1-1 0,5-2-9 0,14 0 5 16,12-4 8-16,11 6 0 0,12-4 5 0,10-3 0 16,6 4-1-16,4-5 2 0,9 5-1 0,5 1-4 15,-2-7 7-15,2 6-3 0,-3-1 5 0,-1 2-6 16,-2-2-6-16,-20 5-1 0,-4-8-7 0,-13 3-4 15,-10 1-2-15,-11 0-7 0,-13 1-3 0,-15 1 1 16,-28-2-9-16,-8 1-2 0,-2 0 2 0,-18 4-3 16,-3-5-3-16,-6 4-1 0,-8-1-3 0,-6-1-4 15,1 2-15-15,-6 1-14 0,-1-1-25 0,-2 2-30 16,-5 0-45-16,0 0-47 0,0 0-191 0,0 0-387 16,-21-1 171-16</inkml:trace>
  <inkml:trace contextRef="#ctx0" brushRef="#br0" timeOffset="-186736.5">26706 14488 117 0,'0'0'187'15,"0"-5"-16"-15,0 5-15 0,0-4-16 0,0 4-16 16,0 0-7-16,3-5-19 0,-3 5-14 0,0 0-7 16,0 0-15-16,0 0-8 0,11 10-4 0,-4-2-9 15,0 2-5-15,-2 2 1 0,4 4-9 0,0 4-1 16,0 3-5-16,-1 3 0 0,0 0-3 0,-5-1-4 15,4 0 1-15,-3 1 7 0,-2-2-4 0,-1 3 0 16,-1-8-8-16,-1 1 5 0,0-2-2 0,0-1-2 0,-1 0-2 16,1-5-2-16,0 2 4 0,-1-8 0 15,-3 5-1-15,4-6 5 0,-1 2 15 0,0-3 14 16,0 1 22-16,-1-3 12 0,1 1 1 0,2-3 6 16,0 0-1-16,0 0-4 0,-12-10-7 0,8 0 1 15,2 0-9-15,2-5-7 0,0-5-6 0,2 2-5 16,6-10-3-16,1 1-5 0,-1-2-6 0,7-3-18 15,0 1-11-15,-1 1-11 0,2 2-11 0,1 0-16 16,-1 4-15-16,-1 3-9 0,-3 5-14 0,2 0-15 16,-3 5-23-16,-2 3-28 0,3 1-26 0,-3 1-29 15,-3 3-148-15,3 2-366 0,-3 1 162 0</inkml:trace>
  <inkml:trace contextRef="#ctx0" brushRef="#br0" timeOffset="-186474.7">27120 14751 158 0,'0'0'191'0,"0"0"-20"16,0 0-22-16,0 0-22 0,0 0-21 0,19-4-24 15,-6 4-26-15,8-5-32 0,0 5-33 0,1-2-40 16,0-1-119-16,5-2-182 0,2 3 81 0</inkml:trace>
  <inkml:trace contextRef="#ctx0" brushRef="#br0" timeOffset="-186136.54">27422 14555 60 0,'-1'-4'292'0,"-1"-1"-21"15,2 0-18-15,0 5-25 0,-1-5-23 0,1 5-26 16,-1-2-21-16,1 2-17 0,0 0-18 0,0 0-21 15,0 0-5-15,0 0-15 0,0 0-8 0,1 12-11 16,0-3-9-16,1 5-3 0,-1 3-8 0,-1-2-4 16,1 3-7-16,-1-1-2 0,0 1-3 0,3 2 0 15,-1 6-4-15,-2-8-3 0,1 0 0 0,1-3-2 16,0 0-1-16,-1-2-7 0,2-4 1 0,-2 0 1 16,1 2-3-16,0-4 5 0,1 0-5 0,-1-3 0 15,-2 2-4-15,2-2-6 0,-1 1-6 0,0-3-4 16,-1-2-2-16,2 4-16 0,-2-4 0 0,0 0-7 15,1 5-3-15,-1-5-8 0,0 0-4 0,1 2-15 16,-1-2-62-16,0 0-58 0,6-11-176 0,-6 5-390 16,4-2 173-16</inkml:trace>
  <inkml:trace contextRef="#ctx0" brushRef="#br0" timeOffset="-185903.2">27648 14368 148 0,'0'0'202'16,"5"0"-32"-16,-5 0-15 0,0 0-16 0,10 8-24 15,-5 2 4-15,2 2-6 0,2 5-7 0,0 7-5 16,-1 5-11-16,0 0-9 0,-3 17 0 0,-1-8-8 16,-6-3-5-16,-4 11-11 0,-1 0-1 0,-6 3-4 15,2-14-6-15,-7 9-2 0,-6-3-25 0,4-9-16 16,-3-3-3-16,-9 8-17 0,-5-4-28 0,9-9-34 15,-5-2-54-15,-13 3-161 0,11-12-319 0,-17 4 141 16</inkml:trace>
  <inkml:trace contextRef="#ctx0" brushRef="#br0" timeOffset="-185519.61">26471 14358 93 0,'-5'9'129'0,"-3"0"-1"0,-3 8-3 0,-1 10-14 16,-6 4-11-16,2 13-4 16,-1 1-6-16,4 4-8 0,2 0-3 0,2 2-9 0,6-1-2 0,7-3-9 15,4 0-8-15,3-11 1 0,9 7-2 0,6-3-4 16,1-13-7-16,1-2 2 0,12 7-4 0,-8-11-5 15,15 1-24-15,0-4-48 0,2-3-54 0,-13-7-148 16,16-3-263-16,-12-1 117 0</inkml:trace>
  <inkml:trace contextRef="#ctx0" brushRef="#br0" timeOffset="-183603.58">27885 14218 111 0,'4'-2'193'0,"-4"-2"-10"0,0 4-5 15,2-6-11-15,-2 6-10 0,4-6-10 0,-1 3-10 16,-1-1-8-16,2 2-11 0,-1-4-11 0,1 4-9 15,2-2-14-15,2 0-10 0,-1 3-7 0,0-2-9 16,2 3-8-16,1 0-9 0,-2 3-1 0,5 1-6 16,-3 2-7-16,-1 1 0 0,1 2-5 0,2 3 1 15,-2 1-6-15,-1 3-2 0,-7 1 0 0,0 2-1 0,-5 0-1 16,-1-1-3-16,-4 5 2 0,0-4 0 16,-4-2 3-16,-2 6-9 0,4-11-1 0,-4 3-1 15,1-1 1-15,4-5 0 0,0-1 1 0,4-3-5 16,1 2 7-16,-1-4-1 0,1 1 1 0,2-1 0 15,-1 0 3-15,3 1 8 0,0-4-4 0,16 0 2 0,5 0-1 16,10-4-4-16,5 0-1 0,16-2-19 16,-2 0-14-16,-10 2-33 0,11-1-43 0,0 1-47 15,0-2-54-15,-13 2-140 0,-2 0-367 0,1 2 162 16</inkml:trace>
  <inkml:trace contextRef="#ctx0" brushRef="#br0" timeOffset="-183152.53">28523 14597 9 0,'0'0'199'0,"5"-3"-22"0,-2 0-9 16,1 1-24-16,-4 2-6 0,7 0-28 15,-1-2-11-15,-6 2-14 0,12 5-9 0,-5-1-7 16,0 4-10-16,2-1-5 0,0 3-1 0,0 3-14 16,1 3-2-16,2 1 15 0,-3 2-9 0,-3-1-7 15,7 3 0-15,-5 5-9 0,-2-7-1 0,-1 6-2 0,1-1-2 16,-4-4-2-16,-1-1-4 0,-1-2 2 15,0 2 0-15,-1-2-4 0,-1-7 1 0,2 2 0 16,-2-3-2-16,2-1-5 0,-1-3 3 0,-2-1 18 16,3 2 25-16,-1-1 27 0,1-5 28 0,-1 5 41 15,1-5 22-15,-3 1 17 0,3-1-20 0,0 0-16 16,0-17-19-16,0 5-10 0,0 1-14 0,5-7-15 16,0-1-10-16,2-7-9 0,3-1-10 0,1-1-15 15,3-2-14-15,2-4-31 0,0 3-25 0,3 1-26 16,-2-1-24-16,2 3-24 0,-4 2-29 0,2 2-30 15,-8 9-33-15,5-2-53 0,-6 6-246 0,1-4-522 16,-4 7 231-16</inkml:trace>
  <inkml:trace contextRef="#ctx0" brushRef="#br0" timeOffset="-182853.66">29071 14212 173 0,'4'-5'254'0,"3"2"-25"0,-2-1-27 0,0 4-16 16,1 0-25-16,-6 0-21 0,14 2-15 0,-6 3-9 16,0 4-17-16,-2-2-13 0,-1 4-4 0,-1 1-10 15,-1 4-7-15,-3 1-5 0,-2 1-6 0,0 1-7 16,-2-2-3-16,-1 0-6 0,2 1-2 0,-2-2-5 15,3-2-5-15,-1-4-1 0,0 1-3 0,1-2-1 16,2-3 0-16,0 1-3 0,2-1 2 0,4 4 3 16,5-6-5-16,6 3 0 0,12-1-3 0,9-2-34 15,-1-4-41-15,18 2-63 0,0-4-69 0,-4-2-164 16,-11 0-385-16,-2-4 171 0</inkml:trace>
  <inkml:trace contextRef="#ctx0" brushRef="#br0" timeOffset="-182186.69">29786 14368 82 0,'2'-1'238'0,"1"-4"-26"0,2 5-19 0,-5 0-23 16,9-3-18-16,-3 3-16 0,1 3-19 0,-1 1-10 16,6 2-13-16,-2 1-11 0,2 4-9 0,1 4-3 15,-2 0-5-15,1 2-7 0,-3 0-7 0,-1 3-4 16,3 6-5-16,-3-1-3 0,-4 3-7 0,-3-9 0 16,3 8-5-16,-4-8-3 0,-1 0 1 0,-2-2-6 0,2 0 1 15,-3-2-2-15,0-4-2 0,3-3-1 16,-3 2 4-16,0-3 4 0,2-4 10 0,-1 5 17 15,-1-4 25-15,3-1 27 0,1-3 17 0,0 0-5 16,0 0-8-16,0 0 4 0,-9-10 4 0,9 2-9 16,5-6-10-16,-1-1-9 0,6-2-11 0,3-7-8 0,1 0-5 15,8 0-7-15,-2 0-3 0,5-1-3 0,-2 4-35 16,1-4-16-16,3 4-30 0,-2 1-20 16,2 4-21-16,-6 1-42 0,-6 5-24 0,-1 1-44 15,-1 4-53-15,-4 0-44 0,0 2-174 0,2 1-491 16,-4 2 217-16</inkml:trace>
  <inkml:trace contextRef="#ctx0" brushRef="#br0" timeOffset="-181940.67">30271 14552 152 0,'0'0'239'0,"0"0"-22"0,0 0-25 0,0 0-21 15,10-7-15-15,3 3-16 0,0 2-13 0,6-1-18 0,0 1-20 16,12-2-15-16,-2 0-26 0,1 3-14 16,0-2-22-16,0-1-24 0,-1 4-26 0,-11-4-27 15,5 4-40-15,-9-2-152 0,-4-1-279 0,3 1 124 16</inkml:trace>
  <inkml:trace contextRef="#ctx0" brushRef="#br0" timeOffset="-181718.55">30381 14408 238 0,'-1'-3'263'0,"1"3"-14"0,-3-3-22 0,-1 1-23 16,4 2-25-16,0-7-19 0,0 7-16 0,0 0-23 15,0 0-15-15,0 0-13 0,0 0-10 0,3 15-8 16,-2-3-12-16,3 2-6 0,0 2-9 0,0 2-4 16,1 9-10-16,-1 0-3 0,2 4-12 0,-2-2-16 15,1 1-21-15,-1-1-26 0,1-3-26 0,-1 3-31 16,0-2-35-16,1-2-16 0,-3-7-168 0,1-5-347 16,1-1 153-16</inkml:trace>
  <inkml:trace contextRef="#ctx0" brushRef="#br0" timeOffset="-181428.68">30767 14430 152 0,'1'-7'295'0,"-1"4"-28"0,0 0-27 0,2-1-26 16,0-1-23-16,-2 5-26 0,1-3-16 0,-1 3-15 15,0 0-18-15,0 0-11 0,-1 15-12 0,1-7-10 16,-4 3-8-16,3 2-6 0,-3 3-11 0,-1-1-6 16,3 4 0-16,0 2-10 0,1 7-1 0,-5-4-11 15,4-4-7-15,2-2-2 0,-2-1-5 0,0-2 1 16,2-2-12-16,0 0-12 0,-1-2-8 0,1-2-22 16,1 2-7-16,-2-6-5 0,1 0-3 0,1 2-8 15,-1-4 0-15,0-3 2 0,-1 3-16 0,1-3-54 16,0 0-226-16,0 0-383 0,0 0 170 0</inkml:trace>
  <inkml:trace contextRef="#ctx0" brushRef="#br0" timeOffset="-181187.68">30915 14316 72 0,'3'-2'220'0,"-3"2"-25"0,0 0-18 15,0 0-25-15,7 6-14 0,-3 2-6 0,0 2-10 16,3 7-9-16,-3 2-4 0,-1 9-8 0,2 2-12 16,-5 4-6-16,-6 0-7 0,-2 16-6 0,-3-5-8 15,-6 1-8-15,-1-1-5 0,-5-6-16 0,0 4-12 16,2-14-8-16,-4-1-10 0,-8 6-13 0,6-6-17 16,-12 1-27-16,7-8-19 0,-1-4-44 0,-1-1-34 15,-2-3-125-15,3-3-298 0,-5-5 132 0</inkml:trace>
  <inkml:trace contextRef="#ctx0" brushRef="#br0" timeOffset="-180870.69">29700 14270 36 0,'-14'16'125'16,"2"-2"-6"-16,-3 7-11 0,-4 3-4 0,1 7-5 15,-6 13 4-15,-2 0-17 0,6 4 7 0,1 3-10 0,5-2-13 16,5 1-10-16,6-4 0 0,6-9-4 0,7 8-10 15,9-1 3-15,8-5 0 0,7-1-6 0,5-6-7 16,8-5-2-16,3-2-4 0,5-1-12 16,10-12-62-16,27 4-82 0,-27-9-98 0,27-2-240 15,-29-5 106-15</inkml:trace>
  <inkml:trace contextRef="#ctx0" brushRef="#br0" timeOffset="-180170.72">31224 14125 168 0,'4'-3'176'0,"3"1"-18"0,-1 0-13 15,7-3-13-15,-3 3-16 0,3 1 2 0,5 1-12 16,1 0-6-16,-5 1-10 0,4 3-11 0,-5 0-8 16,0-3-2-16,-1 4-11 0,-1 2-2 0,-1 0-14 15,-3-1 0-15,1 3-3 0,-4 1-7 0,-1 0-5 16,-3-1-2-16,-2 3-2 0,-2-2-1 0,-5 3 3 16,4-1-5-16,-7-1-7 0,3 0 3 0,0-2-5 15,-2-1 3-15,4 0-5 0,0 1 2 0,2-3 5 16,-1-1-10-16,2 0 3 0,2 0-12 0,-2 0 10 15,2 1-2-15,2 0 9 0,4 0 4 0,0 2 2 16,4 1 10-16,3 2-8 0,1 0 5 0,4 3-1 16,-3-6-1-16,2 8 2 0,0-3 0 0,-2 3 2 15,3-2-10-15,-2 0-2 0,-4-2 3 0,-1 2-4 16,0-4-2-16,-4-1-2 0,0 1-1 0,-3 0 0 16,-5-3-5-16,-2 2-4 0,-8 1-11 0,-6 0-31 15,-12 0-57-15,-1 1-71 0,0-5-188 0,-6 2-384 16,4-4 170-16</inkml:trace>
  <inkml:trace contextRef="#ctx0" brushRef="#br0" timeOffset="-178587.72">30865 13006 13 0,'-1'-4'133'16,"-1"2"-19"-16,2 2 1 0,-4-3-14 16,1 0-9-16,3 3-10 0,-3-4-12 0,3 4-6 15,0 0-3-15,0 0-8 0,-6-2-6 0,6 2-1 0,0 0-20 16,0 0 8-16,0 0 0 0,0 0-5 0,0 0-17 15,0 0 7-15,0 0 4 0,-3 9-4 0,3-9 11 16,5 3 10-16,1 3 0 0,7-1 0 16,8 1 2-16,11 6-4 0,18 0-5 0,4-3 1 0,3 1-4 15,7-3-4-15,0 1-3 0,0 1 0 0,1-2-3 16,2-4-4-16,-5 4 5 0,1-4-9 0,-4-3-8 16,-1 2 9-16,-8-3-7 0,-11-3-1 0,0 2 2 15,-2-1 3-15,-5-1-8 0,-1 1 2 0,-11-2 12 16,0 1 7-16,-4-1 2 0,-3 2 2 0,-2-2 14 15,-2 3 6-15,0-3-2 0,-3 0 9 0,1 4 12 16,-3-3-6-16,1 0-2 0,-2 2-8 0,-1 1-6 16,-2 1-1-16,5-4-7 0,-5 4-4 0,4-3-5 15,-4 3 0-15,4-3-7 0,-4 3-6 0,0 0-3 16,0 0-8-16,6-2-7 0,-6 2-11 0,0 0 0 16,0 0-5-16,0 0 4 0,0 0 0 0,0 0 3 15,0 0-1-15,-10 15 2 0,9-6-1 0,-2 3 1 16,-2 5 4-16,0 12-2 0,3 5 0 0,-5 13 5 15,-3 4-20-15,1 9 5 0,-6 22-2 0,-2-2-8 16,-5 2 13-16,4 1-2 0,-1 1 7 0,3 10-1 16,-1-4 5-16,4-1-2 0,-1-4 5 0,5-3 3 15,5-22-6-15,-2-1 5 0,5-1-3 0,0 0 6 16,-2 24-2-16,0-26-1 0,2-2 2 0,0-1-5 16,-4 0-1-16,1-3 3 0,-1-1-2 0,-3-1-1 15,0-1 2-15,5-12-1 0,-5-3 27 0,3-2 0 16,-3 2-4-16,2-3 0 0,-1-1-6 0,1-2 0 15,1-8 0-15,-1 2-1 0,0-2-3 0,1-4 2 16,0 3-4-16,1-5 1 0,0 1 10 0,3-7-13 16,-4 5 1-16,4-2 0 0,-2-4 7 0,-1 2-9 15,3 0 2-15,1-1-1 0,-4-2-1 0,4 1 3 0,-1 0-5 16,-2-1 4-16,2-1-2 0,1-3-1 16,-1 5 0-16,1-5 3 0,0 0 0 0,-3 3-2 15,3-3 4-15,-1 4 14 0,1-4 8 0,0 0 7 16,0 0 10-16,-3 3-2 0,3-3 3 0,0 0-5 15,0 0-3-15,0 0-2 0,0 0-8 0,0 0-3 0,0 0-2 16,0 0-5-16,0 0-2 0,0 0-2 16,0 0-5-16,-6 3 3 0,6-3-5 0,-14 3 5 15,-17 1-2-15,-18 0 2 0,-15-3-9 0,-42-2-33 16,-15 5-64-16,-10-3-66 0,-12-6-258 0,-9 2-452 16,-9-9 199-16</inkml:trace>
  <inkml:trace contextRef="#ctx0" brushRef="#br0" timeOffset="-176705.22">7789 17273 64 0,'0'0'123'0,"0"0"-10"0,0 0-4 16,0 0-9-16,-10 0-10 0,10 0 0 0,0 0-10 15,0 0 11-15,0 0-19 0,0 0-8 0,0 0-7 16,0 0-7-16,0 0 1 0,0 0-11 0,0 0 2 0,0 0-5 16,0 0-8-16,0 0 3 0,0 0-4 0,0 0-5 15,0 0-3-15,0 0-4 0,0 0 2 16,0 0-9-16,0 0 10 0,0 0-9 0,0 0 0 15,0 0-5-15,0 0 6 0,32-3-5 0,-5 1 5 16,6-3-8-16,0 3 9 0,5-3-9 0,2 2-2 16,15-4 5-16,0 0-4 0,-4-3-3 0,0 5 6 15,-11 0 6-15,11-3-17 0,-14 4-16 0,-4-1-25 16,1 1-21-16,-5 1-23 0,-6 1-31 0,-5-2-79 16,-8 1-218-16,-2 1 96 0</inkml:trace>
  <inkml:trace contextRef="#ctx0" brushRef="#br0" timeOffset="-176467.61">8114 16995 104 0,'-3'-5'191'0,"3"5"-11"0,-1-10-33 0,1 10-11 16,0 0-15-16,0 0-9 0,0 0-17 15,0 0-15-15,-3 25-9 0,1 1-7 0,-1 5-7 16,-2 2-3-16,-1 17-8 0,-1-2-7 0,2-1 4 16,-1 3-9-16,2-4-4 0,4-13 3 0,0 4-4 15,3-3-3-15,0-3-32 0,3 0-17 0,1-2-19 16,6 1-38-16,-3-1-32 0,5-7-127 0,-6-5-258 16,8-4 115-16</inkml:trace>
  <inkml:trace contextRef="#ctx0" brushRef="#br0" timeOffset="-176182.68">9238 17270 244 0,'2'-8'230'0,"-2"8"-25"0,0-4-22 0,0 4-18 16,7-6-17-16,-7 0-22 0,0 6-40 0,10-5-43 15,2 1-33-15,3 1-54 0,3-2-49 0,9 0-125 16,4 0-235-16,1 1 105 0</inkml:trace>
  <inkml:trace contextRef="#ctx0" brushRef="#br0" timeOffset="-176014.72">10078 17186 51 0,'0'0'229'0,"5"-3"-18"16,-4-2-27-16,3 0-20 0,-4 5-18 15,14-7-31-15,-4 3-40 0,8-3-43 0,1 4-44 16,11 0-43-16,-1-2-51 0,3-2-67 0,5-3-186 16,0 8 82-16</inkml:trace>
  <inkml:trace contextRef="#ctx0" brushRef="#br0" timeOffset="-175852.8">10925 17106 178 0,'5'-2'241'16,"-5"2"-19"-16,8-9-26 0,-4 5-20 0,3 0-20 16,2 0-25-16,10-2-37 0,-1 1-47 0,9 0-42 15,8 0-40-15,-1 1-41 0,6-1-46 0,-3 0-81 16,2 0-219-16,2 0 98 0</inkml:trace>
  <inkml:trace contextRef="#ctx0" brushRef="#br0" timeOffset="-175710.75">11822 17026 213 0,'0'0'251'0,"9"-5"-9"0,-5 2-8 15,2-1-25-15,-6 4-16 0,9-8-21 0,-4 6-37 16,4-3-51-16,1 1-57 0,8-1-44 0,0 2-65 16,4 0-196-16,5-2-299 0,2 0 133 0</inkml:trace>
  <inkml:trace contextRef="#ctx0" brushRef="#br0" timeOffset="-175558.72">12709 16966 98 0,'7'-5'284'16,"-3"0"-30"-16,-4 5-29 0,8-3-19 0,-8 3-69 15,8-9-69-15,-2 4-90 0,-3 2-187 16,-3 3-225-16,11-7 99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9:07:14.27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3795 2186 31 0,'-2'-2'317'0,"1"-5"-16"0,0 4 1 16,0-4-11-16,-1 3-1 0,2-2-14 0,-1 1-7 16,1 0-6-16,0 0-22 0,0 1-11 0,0-1-15 15,-1 1-20-15,1-2-12 0,0 6-22 0,0-3-15 16,-2-1-17-16,2 4-15 0,0 0-23 0,-1-7-12 16,1 7-26-16,0 0-46 0,0 0-24 0,0 0-39 15,0 0-36-15,0 0-22 0,0 0-28 0,0 0-15 16,0 0-8-16,0 0 8 0,8 17 23 0,-4-5 18 15,0 1 11-15,2 5 17 0,4-1 10 0,-1 0 12 16,4 7 5-16,0-9 16 0,-2-1-1 0,-1 0 4 16,-1-5 9-16,0 0 7 0,2-1 1 0,0-2 5 15,-2-3 14-15,4-3 6 0,-3 0 3 0,1-4-3 16,1 0 6-16,-1-5 14 0,-4 6 23 0,3-6 17 16,-5 2 8-16,4-9 2 0,-2 5 5 0,-1 1 5 15,0 0 1-15,-2-2-2 0,1 3 3 0,-4-1-9 16,2 0 0-16,-2 3 4 0,1 2-16 0,-2 0 2 15,1 0-11-15,0 3-17 0,3-2-29 0,-4 4-21 16,0-5-37-16,0 5-6 0,0 0 2 0,6 16 11 16,-2 4 5-16,0 5 4 0,-1 7 5 0,3 15 4 15,-1-1 0-15,4 1 10 0,-5 5 0 0,1-1 5 16,-4-1 0-16,7 1 4 0,-8-2 0 0,0-2 5 16,0-1 1-16,0-11-3 0,1 12 3 0,-2-12 1 15,-3-2 2-15,0 2 1 0,-6 1 0 16,2-4 0-16,2-2 1 0,-3-2-1 0,-4-5 3 15,4-7-2-15,2 0 3 0,-2-3-1 0,-1-3 4 0,0-3-1 16,0 0 1-16,-2-2 0 0,-1-2 7 0,-5-2-2 16,1-3 14-16,-2-5 16 0,3-1 8 0,-1-4 13 15,-4-6 8-15,6-5 0 0,1-3-10 0,6-5-8 16,3-4 2-16,1-16-23 0,8-1-13 16,9 0-5-16,2-3-7 0,3-3-4 0,5 3-2 15,4 2-1-15,5 4-4 0,1 5 0 0,1 3 6 16,-4 5-1-16,-6 8 2 0,3 5-2 0,3 2 4 15,-4 0-1-15,1 5-2 0,-5 1 1 0,-5 5-5 16,-3 1 1-16,-2 6-4 0,-3-2 2 0,0 1-26 16,-1 4-25-16,-2 0-29 0,-2 7-17 0,-2-2-20 15,-2 8-25-15,-3 0-36 0,-5 7-33 0,-4 4-57 16,-3-2-161-16,0 1-464 0,5-2 206 0</inkml:trace>
  <inkml:trace contextRef="#ctx0" brushRef="#br0" timeOffset="400.68">4375 2853 231 0,'0'0'399'15,"0"0"-11"-15,0 0-8 0,-9-9-12 0,9 9-21 16,0 0-23-16,-1-5-33 0,1 5-30 16,-3-3-27-16,3 3-28 0,0 0-24 0,0 0-37 15,0 0-47-15,0 0-38 0,0 0-17 0,0 11-10 16,-1 1 1-16,2 2-5 0,-2 4-4 0,-2 8-3 16,3 1 3-16,0 1-6 0,0-1 2 0,-1 1-6 0,2-5 3 15,-1 6-1-15,0-9-1 0,4-1-1 0,-4-3 1 16,0-4-1-16,3 1-4 0,-6-6 0 15,3 0-4-15,0-2 8 0,3 0-2 0,-3-1 23 16,0 0 20-16,0-4 22 0,0 4 18 0,0-4 13 16,1 4 4-16,-1-4 3 0,0 0-11 0,0 0-10 15,0 0-9-15,0 0-23 0,0 0-37 0,0 0-43 0,0-18-48 16,1 13-47-16,-1-5-52 0,0 4-53 16,0-3-58-16,0-3-74 0,0 3-337 0,1-5-743 15,2 2 328-15</inkml:trace>
  <inkml:trace contextRef="#ctx0" brushRef="#br0" timeOffset="630.54">4885 2603 202 0,'0'0'389'0,"0"0"-10"16,0 0-13-16,-2-4-19 0,2 4-27 0,0 0-28 16,0-6-28-16,0 6-24 0,0 0-32 0,5-5-24 15,-1 5-47-15,5-3-58 0,4-2-54 0,-1 1-58 16,5 1-64-16,5 1-64 0,-4 1-75 16,1 1-249-16,-6 0-524 0,1-1 232 0</inkml:trace>
  <inkml:trace contextRef="#ctx0" brushRef="#br0" timeOffset="768.52">4955 2755 179 0,'-4'2'244'0,"0"1"-9"0,3 1-15 16,1-4-13-16,0 0-22 0,0 0-15 0,18 3-21 16,1-4-46-16,9-1-80 0,7-5-105 0,-1 2-191 15,4-2-294-15,0-1 130 0</inkml:trace>
  <inkml:trace contextRef="#ctx0" brushRef="#br0" timeOffset="1747.57">5930 2222 63 0,'-1'-5'345'0,"1"1"-21"16,-2 0-23-16,0 0-36 0,2 0-21 0,0 4-30 16,-3-3-32-16,3 3-47 0,0 0-43 0,0 0-13 15,0 0-8-15,4 11-7 0,-1-3-5 0,1 7-4 16,2 2-6-16,-1-1-2 0,0 1-8 0,3 1-12 15,-2-1-16-15,8 7-8 0,-5-9-9 0,1 2-4 16,3-3-8-16,-3 1-3 0,3-3-3 0,0-2 1 16,-3 1-2-16,3-8 0 0,-4 1 7 0,4 0-3 15,-2-4 3-15,1-5 3 0,0 2-1 0,-1-3 0 16,-1-3 5-16,3-3 1 0,-2-1 6 16,-1-3 7-16,1 1 13 0,-4-1 1 0,1-1 7 15,0 0 10-15,-3 2 6 0,1 0 12 0,-2-1 10 0,1 4 13 16,0 4 10-16,-5-1 2 0,4 2-1 0,-3 2-2 15,0 0-13-15,2 0-9 0,-3 2-7 0,1-1-20 16,2 1-23-16,-3 3-30 0,0 0 2 16,0 0-3-16,0 0 7 0,0 20 2 0,0-6 4 15,-3 12-3-15,2 4 3 0,-2 0 1 0,-2 5 4 16,-1 11-2-16,1 3 1 0,-1-3-1 0,-1 0 2 0,5-10 3 16,-5 0-2-16,6-2 1 0,-2 0 4 0,2-5 0 15,1 5-4-15,-4-5 5 0,4-3-5 0,-4 0 2 16,1-9 0-16,0 0 2 0,-1 0 1 15,0-7 16-15,2 0 7 0,-2-5 8 0,2 3 17 16,-1-3 14-16,0-3 26 0,3-2 16 0,-4 7-9 16,4-7 12-16,0 0 2 0,0 0 4 0,-20-12 10 15,15 2 6-15,0-2-2 0,1-1-7 0,0-6-18 16,3-1-9-16,1-8-14 0,2-4-13 0,5-1-7 16,1-2-3-16,4-12-10 0,1 3-9 0,-3 10-6 15,3 0-3-15,1 3 2 0,0 2-11 0,0 2 1 16,4 3-11-16,-5 0 2 0,-3 9-4 0,-5 5 0 15,4 0 0-15,-5 1-5 0,1 4 3 0,-1-2-6 16,1 0 1-16,-2 4-10 0,-1-1-37 0,-2 4-21 16,4-4-39-16,-4 3-39 0,0 1-40 0,0 0 7 15,8 0-16-15,-8 0-20 0,0 0-30 0,4 7-26 16,-3-5-38-16,0 1-47 0,-1-3-182 0,-1 6-576 16,1-6 255-16</inkml:trace>
  <inkml:trace contextRef="#ctx0" brushRef="#br0" timeOffset="2116.59">6482 2044 174 0,'0'0'245'0,"0"0"-30"16,10 4-17-16,-6 1-10 0,5 10 1 0,0 3 3 15,0 12-8-15,2 2-15 0,2 21-2 0,-4 0-10 16,0 6-7-16,-4 1-14 0,-1 22-3 16,-5-27-11-16,-2 3-8 0,-2-4-10 0,0-1-11 15,0-7-8-15,1-9-12 0,-4-1-6 0,-1-5-5 16,6-3-1-16,-4-1-8 0,2-2-5 0,1-6-6 16,-3-4 3-16,0-3-5 0,6 0-6 0,-3-3 5 0,0-1-12 15,4-4 6-15,-1 1 14 0,-2 0 20 0,2 0 11 16,1-5 17-16,0 0 1 0,0 7 0 15,0-7 0-15,0 0-4 0,0 0 0 0,0 0-13 16,-4 6 1-16,4-6-8 0,0 0-11 0,0 0-13 16,0 0-28-16,0 0-90 0,0 0-46 0,0 0-50 15,0 0-50-15,-11-15-61 0,8 12-75 0,-2-7-242 16,-4 3-643-16,2-2 285 0</inkml:trace>
  <inkml:trace contextRef="#ctx0" brushRef="#br0" timeOffset="2582.75">5682 1990 225 0,'-3'-2'241'0,"1"-1"-32"0,2 3-20 16,-13 5-20-16,3 3-20 0,-8 11-14 16,-5 10-12-16,-4 17-14 0,-13 33-4 0,0 1-8 15,9 3-4-15,0 4 5 0,8-2-4 0,8-3-8 16,5-27-4-16,7 1 11 0,6-2 11 0,6 3-14 15,7-2 1-15,7 0 1 0,8-7 2 0,1-3 1 0,7-5 1 16,-4-5-2-16,6-6 0 0,4-4 0 16,-11-8 4-16,3-5-2 0,-1-1 5 0,0-2-11 15,-2-3-11-15,-2-3 7 0,-1 2 0 0,-12-3 12 16,-1-1 13-16,-6 1 18 0,-1-2 11 0,-5 0 18 16,1 1 10-16,-7-1-1 0,10 0-3 0,-10 0 2 15,0 0-17-15,10 0-7 0,-10 0-15 0,0 0-16 16,0 0-15-16,10 0-25 0,-10 0-33 0,0 0-49 15,0 0-48-15,0 0-54 0,6 2-54 0,-6-2-71 16,0 0-101-16,12-3-99 0,-12 3-321 0,17-8-820 16,-7 3 363-16</inkml:trace>
  <inkml:trace contextRef="#ctx0" brushRef="#br0" timeOffset="3599.28">6763 2788 180 0,'3'-4'245'0,"0"0"-14"15,0 0-23-15,2 2-18 0,-1-1-22 0,4 2-19 0,-1 1-11 16,-7 0-14-16,18 2-5 0,-6 3-7 0,1 2-6 16,2 2-6-16,-2 4-10 0,3 2-6 0,-3 6-5 15,1-4-5-15,-1 7-5 0,-3 7-3 0,0-2-2 16,-3 1-2-16,-1 1-5 0,-2-2-5 16,1 2-8-16,-5-1-3 0,0-2-3 0,0-3-3 15,-1-6-3-15,-3-2-2 0,4-3-2 0,-4-3 0 16,0-2 13-16,3 0 14 0,-3-3 12 0,4 1 28 0,-4-2 23 15,4-1 43-15,-1-1 32 0,1-3 23 0,0 0-22 16,0 0-13-16,0 0-11 0,-10-13-3 16,6 3-13-16,4-1-11 0,0-6-8 0,0 0-18 15,0-7-15-15,5-3-3 0,0-1-14 0,3-1-7 16,-2-1-9-16,2 0-8 0,5 4-12 0,-4-3-2 16,-2 6-3-16,2 6-5 0,-4 0-3 0,0 4-4 15,1 1-1-15,-3 2-7 0,1 1-3 0,-1 3 0 0,3 0-11 16,-5 1-18-16,1 2-21 0,-1-1-33 15,-1 4-39-15,4-4-47 0,-4 4-14 0,0 0-23 16,9 1-24-16,-9-1-30 0,0 0-28 0,15 7-32 16,-10-2-53-16,0-1-322 0,-1 0-728 0,3 0 323 15</inkml:trace>
  <inkml:trace contextRef="#ctx0" brushRef="#br0" timeOffset="3786.61">7378 2914 270 0,'0'0'329'16,"0"0"-27"-16,0 0-32 0,0 0-26 0,23-7-26 16,-16 5-17-16,4-1-22 0,0 0-53 0,6 1-50 15,-2-3-58-15,3 3-69 0,2 0-86 16,-2-4-205-16,-5 5-369 0,1 0 165 0</inkml:trace>
  <inkml:trace contextRef="#ctx0" brushRef="#br0" timeOffset="3965.74">7401 3076 171 0,'-3'3'269'0,"3"-3"0"0,-3 5-16 0,3-5-14 16,0 0-26-16,0 0-17 0,34-5-20 0,-16 3-18 15,2 0-25-15,11-2-54 0,-2-4-45 0,2 3-59 16,-3 0-70-16,3-4-74 0,-5 3-149 0,1-4-343 16,-7 3 153-16</inkml:trace>
  <inkml:trace contextRef="#ctx0" brushRef="#br0" timeOffset="4465.91">7895 2714 156 0,'4'-4'253'15,"1"1"-20"-15,3-1-20 0,1 2-14 0,1 0-16 16,1 2-10-16,2 0-15 0,2 2-9 16,2 1-11-16,1 2-6 0,0 2-15 0,0 0-9 15,-1 5-6-15,0-2-10 0,0 2-11 0,-6 3-3 0,-1 0-10 16,0 1-10-16,-3 2-7 0,-4 3 1 0,-3-3-7 15,-1 9-8-15,-6-4 3 0,-4 6-4 0,-2-4-5 16,-4 3-5-16,2-4 0 0,-5-2-9 16,2-3-3-16,-3 0 6 0,2-1-6 0,5-7 0 15,-3 0 0-15,7-6 1 0,2 1 9 0,-2-2 4 16,5 0 12-16,0 0 9 0,0-1 41 0,0-1 42 16,5-2 24-16,0 0 2 0,0 0-12 0,0 0-7 0,-10-9-15 15,10 9-9-15,2-8-19 0,1 1-17 16,3 0-11-16,-2 2 0 0,4-2-7 0,-1 0-10 15,2 4-4-15,-2 1-15 0,0 0-1 0,1 2-1 16,2 0-6-16,0 0-5 0,2 0-3 0,-2 6-1 16,-1-3-13-16,3 5 12 0,-1 1-9 0,1-2 3 15,-1 0 7-15,-2 1-7 0,1 1-2 0,2-2-7 16,-5-2-13-16,1 2 7 0,-3-2 9 0,-1-3-3 16,2 1-8-16,-6-3 25 0,8 2 7 0,-8-2-1 15,14-6-2-15,-5 1-6 0,0 0 3 0,5-7 0 16,-4 2-3-16,1-5 2 0,0 2-4 0,3-2-6 15,-1 2 3-15,2 1-1 0,-3-7-16 0,3 7-18 16,-3 0-22-16,-2 5-56 0,1-2-41 0,-2 3-79 16,-2 3-103-16,-2-2-394 0,-5 5-779 0,11-4 345 15</inkml:trace>
  <inkml:trace contextRef="#ctx0" brushRef="#br0" timeOffset="7031.55">12359 1969 100 0,'0'0'201'0,"0"0"-26"0,-4-3-15 0,4 3-17 16,0 0-24-16,0 0-11 0,0 0-13 0,0 0-17 16,0 0-4-16,-4 10-14 0,4-2 1 0,1-1-5 15,2 3-2-15,-2-1-7 0,2 3-17 0,-1 0 11 16,5 0-10-16,-2-1 5 0,1 2-8 0,-2-2 3 15,4 0-5-15,-3 0-1 0,1-1-2 0,-1-5-2 16,0 1-1-16,-1 0-4 0,-1-1 2 0,2-5 13 16,-5 0 1-16,9 3 6 0,-9-3 8 0,11-3 2 15,-4-1 2-15,-1-3 4 0,0 3 25 0,-1-7 0 16,-1 6-1-16,2-5-11 0,0 0 2 16,-2 1-4-16,-3-1-1 0,3 2 4 0,-3-1 4 15,0 3 1-15,1-2-6 0,0 4-6 0,-1-1 0 0,-1-1-10 16,2 4-1-16,-2 2-17 0,1-5-11 0,-1 5-18 15,1-4-28-15,-1 4-34 0,0 0 3 0,0 0 2 16,4 14 8-16,-4 2 4 0,1 1 5 16,-1 9 4-16,4 11 6 0,0 12 9 0,5-1 3 15,-9 1-1-15,5 4 8 0,-1-1-2 0,1 0 2 16,0 3 1-16,3-4-1 0,-3 0 9 0,-4-13-4 16,-1-3 4-16,4 11-1 0,0-11 0 0,-3-3 4 15,2 0 0-15,-2-1 1 0,-2-2-2 0,-2-1 9 16,3-2-10-16,-1 1 2 0,-4-8 1 0,1-3 4 15,-5 0 4-15,-1-3 9 0,2-2 4 0,-4-3 6 16,1-2-1-16,0-1 6 0,-3-3 2 0,-4 0-4 16,-1-4-2-16,-2-3 0 0,2-3 8 0,-5-3 12 15,1-4 16-15,0-2 9 0,2-2 8 0,5-2 0 16,1-4 10-16,5-4-16 0,4 0-17 0,3-5-10 16,9-12-15-16,4-5-8 0,5 1-15 0,4-4-2 15,4 4-1-15,4-4-5 0,3 10-5 0,-1-1 2 16,7 6-1-16,-2 3-3 0,-13 9 0 0,8 1-3 15,-2-1 5-15,-3 8-2 0,-1-1 2 0,-6 8 1 16,-1 1-1-16,-2 0 2 0,-2 4-1 0,-6 2 4 16,-1 0-9-16,-1 1 8 0,1 1 3 0,-1-1-19 15,2 1-13-15,-6 3-24 0,8-3-23 0,-8 3-42 16,0 0 1-16,0 0 7 0,0 0-11 0,0 0-22 16,-12 21-29-16,5-12-27 0,-1 2-34 0,2-1-46 15,-3-1-142-15,1 2-447 0,3-2 198 16</inkml:trace>
  <inkml:trace contextRef="#ctx0" brushRef="#br0" timeOffset="8282.84">12766 2757 105 0,'0'0'221'0,"0"0"-13"0,-5-2-23 0,5 2-18 16,0 0-17-16,0 0-21 0,0 0-8 0,0 0-12 15,19 2-13-15,-11-2-14 0,5 2-5 0,-3 5-11 16,3-3-4-16,-3 2-7 0,7 2-1 0,-5-1-1 16,1 2-8-16,1 1-6 0,-5 1-4 0,-1-2-1 15,-3 3-5-15,1 2 1 0,-3-1-3 0,-3 6-1 16,-3-2 2-16,-4 0-6 0,-2 5 5 0,-4 2-6 16,-1-3 4-16,1-4 6 0,-2-3-3 0,1 0-1 15,0-1-3-15,1-1-1 0,4-2 5 0,0-3-17 16,1 1 8-16,3-4-6 0,1 1 4 0,0-2 6 15,3 1 6-15,1-4 4 0,-5 5 19 0,5-5 7 16,13 3 3-16,-3-2-3 0,4-2-9 0,7-1 1 16,0 0-11-16,6 1 10 0,1-2-18 15,-5-1-3-15,-3 4-3 0,1-2 2 0,-2 1-7 0,2 0-2 16,-7 0 2-16,-1-1-4 0,-3 1 0 0,-2 0-6 16,-2 1-14-16,0-3-41 0,-3-2-33 0,2 2-55 15,-4-2-38-15,1-2-63 0,-2 7-204 16,-2-9-473-16,0-2 210 0</inkml:trace>
  <inkml:trace contextRef="#ctx0" brushRef="#br0" timeOffset="8752.64">13483 2435 41 0,'0'0'203'0,"0"0"-2"0,-6 0-10 0,6 0 0 15,0 0-6-15,0 0-1 0,0 0-11 0,0 0-5 0,0 0-11 16,0 0-17-16,0 0-15 0,0 0-12 16,14-9-10-16,-4 9-12 0,8-6-12 0,1 4-6 15,0-3-24-15,-1-1-25 0,5 3-34 0,-2 0-34 16,-1 0-47-16,8-1-44 0,-6 4-37 0,-4-2-169 16,-5 4-367-16,-2-2 163 0</inkml:trace>
  <inkml:trace contextRef="#ctx0" brushRef="#br0" timeOffset="8902.59">13478 2613 128 0,'0'4'221'0,"0"-4"-3"16,12 3-14-16,2-3-18 0,7 2-16 0,12-4-16 16,3 2-19-16,18-3-23 0,-3 2-50 0,2-6-55 0,0 3-76 15,-3 1-186-15,-12 0-276 0,-3-3 122 16</inkml:trace>
  <inkml:trace contextRef="#ctx0" brushRef="#br0" timeOffset="9731.57">15395 1988 163 0,'0'0'226'0,"1"-5"-10"0,-1 1-22 0,0 4-12 16,3-6-15-16,-3 6-9 0,1-3-17 16,-1 3-16-16,0 0-12 0,0 0-13 0,0-2-15 15,0 2-14-15,0 0 1 0,0 0-18 0,-13 11 0 16,3-3-9-16,-7 3-7 0,3 3-4 0,-8 5-4 16,2 1-1-16,1 1-2 0,-2 4-6 0,1-2-6 15,2 2 7-15,4-1-3 0,1 1 0 0,2-1-5 16,3-6 3-16,2-2-7 0,2 1 9 0,0-1-7 15,-1-5 6-15,5 0 0 0,5-1 7 0,-4-2 9 16,3 1 17-16,0-5 21 0,5 1 11 0,1-2 3 16,6-3-6-16,0-3 7 0,3-4-13 0,2 1 4 15,3-5 5-15,-6-1 3 0,4-7-7 0,-5 2-4 16,-5 2-9-16,6-7-5 0,-9 5-6 0,1-9-19 16,-6 6-12-16,1-5-12 0,-1-2-13 0,-9 0-12 15,-3 0-1-15,-1 3-13 0,-5-3-3 0,-4 6-1 16,-5-1-4-16,-1 3 3 0,-3 2-2 0,-2 2 2 15,-2 5 0-15,-5 3-1 0,3 0 10 0,-1 7-3 16,2-2 2-16,-3 6-10 0,4 0-26 0,1 2-27 16,4 4-32-16,7-3-24 0,1 3-14 0,8 0-30 15,6-2-40-15,0 2-169 0,6-2-429 0,4 2 190 16</inkml:trace>
  <inkml:trace contextRef="#ctx0" brushRef="#br0" timeOffset="10664.79">15693 1918 270 0,'0'0'279'0,"-3"-5"-19"0,2 0-25 15,1 5-24-15,0 0-22 0,0 0-17 0,0-5-25 16,0 5-16-16,0 0-22 0,0 0-20 0,0 0-11 16,0 0-7-16,0 0-11 0,7 11-6 0,-3-5-6 15,0 1-9-15,2 1-12 0,1 1-4 0,-1-1-3 16,-2-3-4-16,3 4-3 0,-1-5-6 0,1 2-1 16,-3-2-1-16,0 0-1 0,0 0 4 0,-3-2 3 15,3-1 5-15,-4-1-1 0,10 1 0 16,-10-1-2-16,8-5 13 0,-3-1 6 0,-1 1 5 15,1-3 9-15,0-3-4 0,0 2 4 0,0-2 3 0,3 1 8 16,-4-2-1-16,0 4 5 0,2-3 4 0,-2 3-5 16,0 0 5-16,-3 2 1 0,4-1-7 0,-2 3-7 15,-2-1-5-15,-1 2-7 0,0 3-13 0,5-5-16 16,-4 3-18-16,-1 2-26 0,0 0-4 16,0 0-2-16,8 11 3 0,-4-1-2 0,-3 6 2 15,2 1 5-15,-2 8 5 0,0 5 2 0,-1 3 2 16,-1-2 7-16,0 4 3 0,1 1 3 0,-3 10 1 0,2 4 4 15,0-15 3-15,-2 12-2 0,-2-16 4 0,5-1 0 16,0-2 0-16,-1-2 1 0,-1-2-4 16,0-2 0-16,1-6 5 0,-2-1-1 0,-1-3-3 15,4-2 5-15,-5-2 3 0,1-2 5 0,4 1 8 16,-4-3 8-16,2 0 11 0,-6-2 6 0,8-2 3 16,-9 2 4-16,9-2 11 0,-18-4 14 0,8-3 10 15,5 2 14-15,-3-4 11 0,-2-2 11 0,2-3-4 16,2-1-8-16,2-11-17 0,3 6-11 0,3-9-9 15,6-4-22-15,-1 1-7 0,10-14-9 0,0 15-9 16,1-2-3-16,2 5-6 0,0 0-3 0,-1 3-2 16,1 3 2-16,-1 0-1 0,-3 9-6 0,-4 1-2 15,-1 4 8-15,0 0-11 0,-6 6 3 0,2-5-9 16,-3 4 0-16,-1-2-45 0,2 3-48 0,-5 2-48 16,0 0-2-16,0 0-9 0,0 0-31 0,2 14-26 15,-5-6-35-15,-11 5-51 0,1 2-247 0,-8 2-589 16,-1 0 260-16</inkml:trace>
  <inkml:trace contextRef="#ctx0" brushRef="#br0" timeOffset="11216.69">14770 2642 82 0,'-9'1'254'0,"4"0"-1"0,0-1-4 0,-2 2-18 15,7-2-17-15,-5 0-19 0,5 0-18 0,-6 2-14 16,6-2-16-16,0 0-16 0,0 0-12 16,-8 0-12-16,8 0-12 0,0 0-6 0,0 0-11 15,-5 3-4-15,5-3-5 0,0 0-6 0,0 0-7 16,0 0-3-16,0 0-6 0,0 0-2 0,0 0-7 15,0 0-3-15,-5 0 3 0,5 0-12 0,0 0 4 16,0 0-10-16,0 0-1 0,0 0-4 0,0 0 2 16,0 0-5-16,0 0 1 0,0 0-1 0,0 0-3 15,0 0 1-15,0 0-1 0,0 0-2 0,0 0-2 16,0 0 0-16,0 0 0 0,0 0-2 0,0 0 8 16,0 0-10-16,0 0 4 0,0 0-4 0,0 0 4 15,0 0-8-15,0 0 6 0,0 0 0 0,0 0-1 16,0 0 0-16,0 0-4 0,0 0 6 0,24-3-4 15,-8 3 4-15,7-2-3 0,11-2-1 0,17-1 0 16,4-1-4-16,14 1 2 0,28-5 4 0,3-1 1 16,1 6 9-16,5-7 5 0,6 4 8 0,2-2 5 15,-1 3 5-15,-9-3-9 0,-7 3-4 0,-33-2 3 16,-1 2-1-16,1 0 0 0,-7-1 1 0,-17 3 7 16,-4 1 6-16,-4 0 0 0,-14 3 7 0,-4-2 13 15,-3 1 4-15,-1 0-9 0,-1 1 2 0,-4 0-2 16,-5 1-13-16,12-3-3 0,-12 3-15 0,6-1-19 15,-6 1-29-15,0 0-36 0,0 0-12 0,7 3-15 16,-7-3-27-16,-12 7-34 0,5-2-40 16,-4 2-34-16,-1 0-60 0,-5 1-207 0,-1-1-531 15,-1 0 236-15</inkml:trace>
  <inkml:trace contextRef="#ctx0" brushRef="#br0" timeOffset="12131.57">15272 2999 222 0,'0'0'237'0,"-1"-5"-11"0,1 0-4 16,0 5-6-16,0-7-6 0,0 7-17 0,0-2-11 16,0 2-15-16,0 0-18 0,0-5-16 0,0 5-14 15,0 0-12-15,1-4-13 0,-1 4-16 0,0 0-23 16,0 0-4-16,0 0-5 0,-14 6-8 0,5 4-2 16,-2 1-5-16,-7 9-1 0,1 0-5 0,-2 0 5 15,1 6-6-15,-1-2-3 0,-3 0-4 0,8 0-1 16,-5 1-1-16,5-3-1 0,1 1-3 0,5-5 3 15,3-2 4-15,1 1-2 0,2-2 2 0,1-5 5 16,1 2 6-16,2-3-1 0,-1-1 12 0,3-1 15 16,-1-1 3-16,3 0 4 0,3-3 13 0,0 1 13 15,1-4-1-15,2 0-1 0,3-2 4 0,-2-3 3 16,5-1 6-16,-4 0 9 0,1-2-15 0,1-2 9 16,-5-4-4-16,1 2-3 0,-2-5-13 0,-4 3-6 15,1-5-8-15,-5 1-15 0,1-1-15 0,-5-1-12 16,0-8-16-16,-2 11-8 0,-5-8 9 0,-1 8-8 15,0-2-9-15,-2 4-6 0,-7-6 4 0,4 9-5 16,-2 0-4-16,-3 3-5 0,0 1-7 0,1 3 6 16,-1 3-12-16,1-1-28 0,2 5-25 0,4 1-33 15,1 1-28-15,1 2-22 0,2 1-12 0,2 0-9 16,3 2-26-16,5-1-48 0,3 2-275 0,5-3-586 16,0 2 260-16</inkml:trace>
  <inkml:trace contextRef="#ctx0" brushRef="#br0" timeOffset="12548.57">15537 3023 200 0,'6'-2'219'16,"-6"2"-16"-16,12 4-12 0,-1-2-13 0,-2 3-14 15,1 1-5-15,4 4-13 0,-1 0-4 0,4 2-13 16,-3 2-6-16,1-2-13 0,-2 5-7 0,-1 0-11 16,-1-1-6-16,-2 2-7 0,-2 0-7 0,1 7-5 15,-5-7-5-15,0 1-5 0,-1 0-4 0,-1-2-6 0,-2-5-5 16,2 1-1-16,-2-3-4 0,-1 0 2 16,1-3 12-16,0-2 7 0,-2 0 22 0,2 0 28 15,0-3 27-15,-1 1 27 0,2-3 26 0,0 0-16 16,0 0-17-16,0 0-14 0,-13-9 8 0,10 1 0 15,-1-2-1-15,3-1-9 0,-3-6-15 0,4 0-12 16,3 0-14-16,-3-8-6 0,5-2-13 0,0 0-6 16,4-1-11-16,1 2-8 0,-1 1-3 0,2-1-5 15,-3 9-4-15,-2 0-3 0,2 4-4 0,-4 2-6 16,2 2-4-16,-2 3-1 0,0-3-6 0,-3 4-10 16,4 1-25-16,-2-2-27 0,-3 6-37 0,1-5-39 15,3 3-53-15,-4 2-50 0,0 0-28 0,0 0-31 16,0 0-37-16,14 0-54 0,-14 0-261 0,8 0-688 15,-8 0 305-15</inkml:trace>
  <inkml:trace contextRef="#ctx0" brushRef="#br0" timeOffset="12982.98">16478 1956 114 0,'16'34'134'0,"3"11"-7"15,-1 11 2-15,1 33 11 0,1 2 2 16,-13 1 0-16,1 0-1 0,-8-3-11 0,-7-3-12 16,1-3 4-16,0-22 15 0,-10 20 0 0,-1 5-6 15,-1-31-6-15,-7 25-11 0,8-29-6 0,-3-1-8 16,-2-1-8-16,0-3-7 0,-1-4-12 0,3-11-3 15,0 1-7-15,2-5-5 0,-5-1-4 0,0-1-4 16,2-4-4-16,-2-1-3 0,0 1-2 0,2-4-2 16,4-5-1-16,-1 0-12 0,1-4-30 0,-1 1-37 15,-1-2-55-15,-2-2-76 0,0-5-288 0,3-2-497 16,-4-3 219-16</inkml:trace>
  <inkml:trace contextRef="#ctx0" brushRef="#br0" timeOffset="13448.72">14706 1848 68 0,'0'-3'215'0,"0"3"-17"0,-1-5-21 0,1 5-20 16,-3-3-17-16,3 3-21 0,0 0-10 0,0 0-16 16,-14 15-9-16,0 7-6 0,-4 2-13 0,-9 20-7 15,1 4-5-15,-13 31 6 0,-3 14 1 0,1 4 0 16,5 4-4-16,-7 1-3 0,16-5 3 0,4-8 17 16,9-5 9-16,12-2 2 0,7-25 2 0,11 23 7 15,5-22 0-15,18 14-3 0,-2-23-3 0,26 13-5 16,12-10-6-16,12 0-6 0,-2-11-7 0,5-4-1 15,-3-7-40-15,4-4-53 0,-30-11-80 0,29 0-77 16,-33-4-261-16,3-4-486 0,-5-4 215 0</inkml:trace>
  <inkml:trace contextRef="#ctx0" brushRef="#br0" timeOffset="13980.95">16839 2788 190 0,'6'1'188'0,"1"2"-16"16,0-1-10-16,3 4-10 0,-1 2-13 0,3-1-5 16,-2 3-13-16,0 7-6 0,4 0-10 0,-1 5-4 15,-1 2-7-15,-1 1-4 0,-2 3-11 0,-1-2-1 16,-2 0-8-16,-1-1-5 0,-2 2-2 0,-2-8-7 15,0 1-7-15,-2 1-3 0,0-4 3 0,-1 0-14 16,0-4 2-16,-2-4-4 0,0 0 13 0,3-2 10 16,1-1 20-16,-1 1 23 0,-2-4 28 0,2-1 38 15,1-2 34-15,0 5 50 0,0-5-1 16,0 0-27-16,0 0-24 0,-1-14-22 0,-1 5-16 0,2-2-17 16,0-6-17-16,2 6-6 0,2-9-15 0,2-5-14 15,1 2-7-15,2-7-12 0,1 4-10 0,2-2-10 16,1 0-6-16,2 1-9 0,-2 4-7 0,-4 5-12 15,1 1-13-15,0 3 4 0,-2 4-24 0,2 0-35 16,-1 2-39-16,-1-1-59 0,1 2-52 16,4 2-49-16,-3 0-55 0,4 1-55 0,-3-1-308 0,5 5-723 15,-6-3 321-15</inkml:trace>
  <inkml:trace contextRef="#ctx0" brushRef="#br0" timeOffset="14150.71">17504 2767 298 0,'9'-5'308'0,"-1"0"-24"16,3 3-29-16,2-1-26 0,4-1-24 0,0-1-21 16,3 5-47-16,1-2-52 0,-2-1-58 0,2 3-65 15,-1 0-75-15,0 0-198 0,-5 0-336 0,-2 0 149 16</inkml:trace>
  <inkml:trace contextRef="#ctx0" brushRef="#br0" timeOffset="14314.07">17595 2941 17 0,'0'0'306'0,"-2"3"-10"0,2-3-25 0,0 0-29 15,0 0-21-15,24-2-25 0,-4 1-22 16,2-2-23-16,6-1-46 0,0-1-39 0,4 1-47 0,0 1-59 15,0-2-69-15,0-4-211 0,-4 4-346 0,0-1 154 16</inkml:trace>
  <inkml:trace contextRef="#ctx0" brushRef="#br0" timeOffset="14764.01">18128 2625 155 0,'3'-5'296'0,"-1"2"-28"16,2-4-23-16,0 4-23 0,2 1-22 0,1-1-23 16,-1 1-15-16,8 1-12 0,0 0-21 0,0 2-14 15,0 1-11-15,3 0-2 0,0 4-8 0,-5 2-10 16,4-1-11-16,-2 3-4 0,-7-1-9 0,1 6-6 16,-2-1-6-16,-4 3-3 0,-2 0-3 0,-7 9 3 15,-2-1-11-15,-3 0-1 0,-6 2-5 0,-4-1-4 16,-2-2 1-16,-2 4-3 0,-1-1 1 0,4-4-3 15,-4-2 1-15,6-2 0 0,5-7-4 0,1 1-4 16,3-5 0-16,5 0 0 0,-1-3 0 0,2-1 14 16,1 0 45-16,1-1 41 0,1 1 44 0,3-4 30 15,-6 3 17-15,6-3-10 0,0 0-21 0,0 0-21 16,14-14-15-16,-4 8-16 0,5-1-12 0,1-3-9 16,4 2-14-16,-1 0-8 0,3 0-12 0,3 0-7 15,1 3-10-15,-7 1-3 0,-2 1-12 0,-3 3 1 16,0 0-4-16,0 0-4 0,3 3-8 0,-3-2-1 15,3 3-4-15,-6 1 2 0,-1-1-7 0,-1-1 1 16,-4-1-2-16,4 3 0 0,-5-3-2 16,-4-2 2-16,8 3 2 0,-8-3 2 0,6 2 1 0,-6-2 3 15,0 0-29-15,0 0-53 0,18-7-44 0,-13 1-35 16,4 0-32-16,1-2-48 0,-1 0-51 0,0-1-73 16,1 0-372-16,1 0-780 0,-5 3 346 0</inkml:trace>
  <inkml:trace contextRef="#ctx0" brushRef="#br0" timeOffset="16513.71">4218 5600 134 0,'7'-7'148'16,"0"5"-4"-16,2-3-2 0,-3 0-2 0,-1 2-7 15,0-1-3-15,0 1-1 0,0 1-7 0,-2-2-7 16,-1 1-14-16,-2 3-8 0,7-3-9 0,-7 3-12 16,3-5-5-16,-1 5-8 0,-2 0-8 0,0 0-5 15,0 0-4-15,0 0-4 0,-18 13 1 0,-1-4-9 16,-7 6-2-16,0-2 0 0,-2 3-3 0,-3-1 1 15,3 3-3-15,-4-2-4 0,1 2 1 0,1-1-2 16,-1 0-1-16,0 0-1 0,2-1-3 0,1 2 1 16,1-4-2-16,5 1 0 0,3-3-3 0,3-2-1 15,3-1 1-15,0 1-3 0,3-2 1 0,3-1 0 16,2-2-2-16,1 2-2 0,2-2 0 0,3 0 3 16,1 2 2-16,7-2-2 0,3 0 0 0,6 2 0 15,7 0 4-15,7 4-6 0,0-3 1 16,4-1 1-16,3 3-3 0,12 0 1 0,-2-2-1 0,-9 1 0 15,-3 0 9-15,-3 1-12 0,1 1 3 0,-7 2-2 16,-5-1-2-16,0 3 3 0,-9-3-2 0,-1 0-2 16,-8 0 2-16,-2 1 0 0,-6-2 0 0,-6 2 2 15,-5 3-1-15,-7 1 4 0,-7 1 4 0,-1-4 5 16,-6-2 10-16,-14 4-1 0,10-5 4 0,-13 3 7 16,1-4 5-16,13-5 2 0,-11 1-1 0,8 0 2 15,0-3 9-15,3-4 10 0,1 1 10 0,2 1 8 16,9-2 8-16,5-1 1 0,7 2 2 0,1 0 2 15,1 0 4-15,5 0-3 0,1 0-7 0,6 0-13 16,-8-2-13-16,7-2-22 0,1 4-12 0,6-6-12 16,3 3-15-16,0 0-17 0,5-1-25 0,3 1-23 15,2-1-16-15,2 3-17 0,5-3-23 0,-4 1-28 16,6-1-37-16,3 0-37 0,-2 0-257 0,0-3-522 16,5 2 231-16</inkml:trace>
  <inkml:trace contextRef="#ctx0" brushRef="#br0" timeOffset="16898.12">4630 6024 13 0,'-12'0'201'0,"0"2"-7"16,-1 0-14-16,2 2-14 0,-3-2-14 0,-3 2-15 15,3 1-14-15,0 2-13 0,-4 0-11 0,8 0-10 16,-3 4-10-16,0-5-4 0,4 4-11 16,2-2-6-16,-2 3-4 0,4-1 2 0,1 2-2 0,1-1 4 15,2-1-8-15,2-1-4 0,3 0-4 0,1-1 3 16,5 1 0-16,1-4 0 0,5 2 0 0,1-3-3 16,6-1 1-16,-4-2-3 0,4-1-3 0,1-3-8 15,3-2-1-15,-8 1 11 0,-1-1-15 16,0-2 0-16,-4 0 11 0,0 1 5 0,-7-3 7 0,0 1-1 15,-3 2 1-15,1-5 3 0,-1 2-9 0,-4-3-2 16,-5-1-14-16,1-2-6 0,-4-1-12 0,2 3-10 16,-5 0-8-16,-1 1 3 0,3 3-10 0,-6-1-2 15,1-1-7-15,-2 4-2 0,5 2-7 16,-3 1-10-16,2 2-10 0,2-1-9 0,-1 1-19 0,2 2-29 16,1-1-24-16,8 1-12 0,0 0-24 0,-10 1-162 15,10-1-362-15,0 0 160 0</inkml:trace>
  <inkml:trace contextRef="#ctx0" brushRef="#br0" timeOffset="17263.68">4937 5758 15 0,'0'-8'341'0,"0"1"-2"16,0 2-5-16,0-1-15 0,0 0-25 0,0 1-35 0,0 5-24 15,0-5-37-15,0 5-21 0,0 0-28 0,0 0-18 16,0 0-16-16,0 0-17 0,-5 20-10 0,1-3-5 16,2 9-12-16,-1 3-3 0,-1 0-13 0,0 4-3 15,0 1-2-15,3 4-4 0,-3-3 11 0,3-1-13 16,1-2-11-16,1 1-5 0,1-3-5 0,-2-4 1 16,2-6 1-16,2-1-6 0,-3-4 3 0,1-1-1 15,0-2-7-15,-1-4-1 0,2 1 4 0,-3-4-5 16,0 0 2-16,0 2 2 0,3-4-1 0,-2 1 20 15,0 1 2-15,-1-5-4 0,0 3 14 0,0-3-3 16,1 3-1-16,-1-3 13 0,0 0-17 16,3 2-14-16,-3-2 2 0,0 0-24 0,0 0 12 0,0 0-27 15,0 0-9-15,5 5-30 0,-5-5-26 0,0 0-56 16,0 0-65-16,0 0-49 0,6-8-42 0,1 6-260 16,-2-4-594-16,4 0 263 0</inkml:trace>
  <inkml:trace contextRef="#ctx0" brushRef="#br0" timeOffset="17847.21">5190 6082 266 0,'0'0'302'0,"0"0"-33"0,0 0-28 0,0 0-30 0,0 0-24 15,0 0-17-15,0 0-24 0,0 0-13 0,0 0-17 16,0 0-10-16,-1 19-9 0,-2-9-11 0,3 1-9 15,0 0-6-15,-1 6-9 0,-2 0-3 0,2-1-6 16,1 0-5-16,0-5-4 0,1 0-4 16,-1 0-1-16,3 0-5 0,-2-5-2 0,-1 3-2 0,3-4-4 15,-3-2 5-15,0 2 17 0,1-1 14 0,-1-4 22 16,9-2-10-16,-4-3-2 0,4-2-2 0,0-1-6 16,4-3 0-16,2-2 0 0,-3 1-1 0,0-2-8 15,1 2-4-15,1-5-9 0,0-3-2 16,-1 6-4-16,1 2 4 0,-1 0-12 0,-6 4-8 0,0-3 3 15,2 7-1-15,-4-1-15 0,1-1-9 0,1 5-8 16,-2-1-13-16,1 4-4 0,2-1-2 0,-2 4 0 16,2 4 4-16,1-2 1 0,0 1-2 0,2 1 7 15,1 4 2-15,2-1 5 0,-4 0-3 16,4 0 4-16,0-2-1 0,-1 2-4 0,2-3-8 0,-3-4 0 16,-1 2 1-16,-2-3 1 0,3-3 2 0,-1 2 0 15,-2-3 5-15,3-3 4 0,-2-2 6 0,-1 0-5 16,0-3 4-16,0-3 3 0,-2-3 4 0,2 1 12 15,-2-3 15-15,-2-1 6 0,3-1 9 0,-5-1 2 16,1-8 5-16,-1 1 10 0,1 0 4 0,-2 1-9 16,1-3 0-16,-3-2 0 0,1 1-9 0,4 0 5 15,-4 11 10-15,1 0 17 0,-2 2 3 0,0 6 2 16,1-3-43-16,-1 9 15 0,1-4-4 0,-1 3-17 16,3 2-46-16,-3 3-8 0,0 0 4 0,0 0 0 15,-3 16 9-15,3 0-6 0,-4 0 9 0,-1 10-5 16,3 3 0-16,-3 1 6 0,1 3-3 0,-1 0-14 15,5-4-18-15,0 3-27 0,-2-1-19 0,2-4-15 16,3-8-17-16,-2-1-19 0,2 0-31 0,-4-6-34 16,2 1-34-16,3-4-39 0,-3-4-238 0,-1-2-553 15,0-3 245-15</inkml:trace>
  <inkml:trace contextRef="#ctx0" brushRef="#br0" timeOffset="18296.59">5549 6004 180 0,'0'0'191'0,"-5"3"-12"0,5-3 3 16,0 0 2-16,0 0-5 0,23 2-11 0,-5-2-14 16,10-2-15-16,9-1-13 0,3-1-12 0,16-1-10 15,4-3-12-15,-1 2-7 0,-2 0-6 0,-1 0-7 16,-16 1-8-16,11-1-3 0,-12-1-4 0,-4 2 1 15,1 0 1-15,-8 0 4 0,0 0 7 0,-7 1 6 16,-7 3 12-16,-4-1 15 0,-1-1 20 0,0 2 17 16,-1-2 20-16,-2 1 6 0,-1 2-4 0,-5 0-12 15,7-1 16-15,-4-1-11 0,-3 2-9 0,8-2-9 16,-8 2-14-16,0 0-8 0,5-1-16 0,-5 1-14 16,0 0-4-16,0 0-13 0,0 0-11 0,0 0-5 15,7 0-7-15,-7 0-20 0,0 0-17 0,0 0-24 16,1 5 2-16,-1-5 1 0,0 10 1 0,0-5 6 15,0 5-3-15,1 0 1 0,-3 4 1 0,2 4 12 16,0 0-15-16,-3 2-8 0,3-1 14 0,0 6 5 16,3-1 2-16,-3-5-3 0,0 0 1 0,0-7-6 15,0 0-22-15,1-1-15 0,0-2-10 0,-1 0-18 16,1-3-15-16,-1-2-2 0,0 0 9 0,0 2 13 16,0-6 7-16,0 5 7 0,0-5-45 0,0 0-55 15,0 0-44-15,0 0-27 0,-1-17-34 0,0 6-39 16,-3 1-247-16,3-3-586 0,-3-2 259 0</inkml:trace>
  <inkml:trace contextRef="#ctx0" brushRef="#br0" timeOffset="18436.62">6239 5736 56 0,'-4'-7'295'16,"3"-1"-17"-16,-1 2-20 0,2 0-20 0,0 1-24 15,2 0-23-15,-2 1-20 0,5-1-17 0,0 2-17 16,3-1-15-16,2 2-19 0,4-1-37 0,-1 5-48 15,4-1-61-15,1 1-84 0,-5 0-229 0,6 0-385 16,-2 2 171-16</inkml:trace>
  <inkml:trace contextRef="#ctx0" brushRef="#br0" timeOffset="18863.58">6893 5864 118 0,'-10'3'166'0,"-4"1"-14"0,3 4-8 16,-5 1-12-16,1 0-11 0,-2 2-5 0,1 1-6 15,-3 7-8-15,1-2-6 0,1-2-8 0,4 6-5 16,-2-6-11-16,6-2-2 0,0 0 6 0,4-4-1 15,1 2-6-15,-1-1 2 0,6-1-4 0,-1-2 6 16,4 0 4-16,1 3 4 0,4-5 1 0,4 3-7 16,5-3-4-16,0-3-3 0,10-2-8 0,0-2-3 15,3 1 0-15,3-3-8 0,-3-4-3 0,1 3-1 16,-4-5 0-16,-6 3-5 0,-2-2 4 0,-1 1 12 16,-2-1 7-16,-3-3 5 0,-5 3 0 0,1-3-1 15,-5 1-9-15,-1-1-11 0,-3 0-8 0,-1-2-9 16,-5 1-6-16,-1-2-5 0,-2 4-2 0,-5-1-8 15,-1 1-11-15,-2 5-12 0,-2-2-7 0,-5 4 4 16,-5 1-6-16,-3 1-3 0,-1 2-6 0,1 0-14 16,-1 2-21-16,3 3-18 0,1 1-34 0,5-1-36 15,5-1-50-15,0 1-238 0,4-1-477 0,5-1 211 16</inkml:trace>
  <inkml:trace contextRef="#ctx0" brushRef="#br0" timeOffset="19296.59">7241 5879 38 0,'0'0'221'0,"0"0"-24"16,0 0-19-16,4 2-19 0,-4-2-20 0,0 0-16 16,0 5-8-16,0 0-4 0,0-1-7 0,-2 1-7 15,1 3-6-15,-2 1-5 0,1 1-11 0,-2 1-1 16,1-2-7-16,-1 5-9 0,0 0-3 0,-1 3-9 16,-1-2-2-16,0-1-2 0,2-2-6 0,1 0 0 15,0-4-7-15,0-2-1 0,3 0 2 0,-1 0 1 16,0 0 27-16,1-4 27 0,0-2 34 0,0 0 20 15,0 0 2-15,0 0-10 0,0 0-9 0,15-9 3 16,-6 2 1-16,3-3-5 0,-2 0-6 0,4-2-3 16,-4 0-12-16,3 0-5 0,0 0-9 0,-3 4-11 15,1 1-5-15,-2 2-6 0,-1-1-8 0,2 1-24 16,-2 2 4-16,2 2-9 0,-2 2 1 0,2 1-6 16,2 3-15-16,-1 2-11 0,4 3-13 0,1 4-21 15,-1-2-33-15,4 8-54 0,-1-3-73 0,4 0-106 16,-8-3-304-16,2-1-658 0,-4-6 291 0</inkml:trace>
  <inkml:trace contextRef="#ctx0" brushRef="#br0" timeOffset="20546.56">9853 5642 104 0,'-4'-10'308'0,"3"4"-16"0,0 0-22 0,-2 0-25 15,3 2-26-15,-1 2-24 0,-1-2-23 16,2 4-19-16,0 0-30 0,0 0-12 0,0 0-12 15,0 0-7-15,0 16-10 0,0-5-10 0,3 6-7 0,2 1-6 16,1 1-5-16,5 5-21 0,-2-1-8 0,2-1-3 16,1 1-13-16,-1-4-4 0,4-1-10 0,1-2-6 15,-1-3-3-15,3-2-2 0,-4-1 5 16,4-3-7-16,-1-3-2 0,-2-1 3 0,-2-3 1 0,1-2-2 16,-3 0 7-16,5-6 3 0,-6 1 11 0,-1-3 14 15,1-3 13-15,-3-3 12 0,1 0 15 0,-3 0 0 16,-1-2 7-16,1-2 12 0,-1 2-1 0,0 0 5 15,-3-1 7-15,0 1 4 0,2 1 9 0,-3 5 2 16,1 3 5-16,2-1-3 0,-2 5-23 0,-1-2-3 16,3 2-38-16,-3 1-31 0,0 4-25 0,0 0 3 15,0 0 0-15,1 14-3 0,4 1 4 0,-5 11 4 16,0 3-1-16,0 4 3 0,0 17-2 0,-1-2 1 16,-4 3 2-16,1 1-2 0,0 3 6 0,0 0-4 15,-2 3 2-15,0-4 0 0,-1-2 5 0,3 6-3 16,-1-7 1-16,-4-3 3 0,4-2-1 0,0 0 1 15,1-13-5-15,-1-3 6 0,0-1-1 0,2-3 2 16,-7 0 4-16,5-9-6 0,-1 0 3 0,2-6 2 16,-1 0 5-16,1-6 32 0,1 2 25 0,-2-3 4 15,-5-4-8-15,2 0-2 0,-3-3 2 0,-2-4 10 16,-1-3 16-16,1-3 12 0,3-2 4 0,-3-2 4 16,0-9-1-16,2 2-14 0,5-6-7 0,3-4-21 15,4-11-17-15,7-1-22 0,2-1-10 0,4-1-19 16,7-3 2-16,4 5-10 0,7-3-3 0,3 4-5 15,8 3-22-15,-1 0 20 0,6 9-5 0,1 1 7 16,-1 3-1-16,0 6-4 0,-12 7 4 0,-4 3 2 16,0 3 1-16,-4 0 1 0,-9 4-2 0,-2 1 0 15,-6 2-1-15,0 0-4 0,-4 1-15 0,-1 0-17 16,2 0-15-16,-4 1-9 0,1-1-3 0,-5 2-12 16,0 0 1-16,8 0 6 0,-8 0 1 0,0 0-7 15,0 0-13-15,-13 12-21 0,9-9-22 0,-4 1-29 16,2 1-53-16,2-3-61 0,-1 1-237 0,1 0-569 15,4-3 252-15</inkml:trace>
  <inkml:trace contextRef="#ctx0" brushRef="#br0" timeOffset="20752.68">11040 5845 49 0,'0'0'318'0,"0"0"-36"0,0 0-34 15,14-3-31-15,0 1-36 0,0-1-37 0,8-1-50 16,6 1-58-16,0 0-71 0,1 0-83 0,-1-2-118 16,1 0-256-16,-9 4 113 0</inkml:trace>
  <inkml:trace contextRef="#ctx0" brushRef="#br0" timeOffset="20912.97">11105 6041 49 0,'-9'7'249'0,"4"-5"-7"16,0 2-4-16,1-1-6 0,4-1-8 0,0-2-19 16,12 0-16-16,6-1-22 0,12-2-16 0,9 3-50 0,16-6-74 15,2-2-97-15,0-4-264 0,-2 3-363 16,-2-1 161-16</inkml:trace>
  <inkml:trace contextRef="#ctx0" brushRef="#br0" timeOffset="21887.57">12774 5617 60 0,'0'0'196'0,"0"0"-19"0,0 0-9 0,-10 0-9 16,10 0-7-16,0 0-19 0,0 0-13 0,0 0-11 16,0 0-7-16,0 0-13 0,27-3-8 0,-11-1 6 15,5 2-11-15,-1-1-8 0,2 1-7 0,-1-3-7 16,9-2-6-16,-11 2-5 0,4-1-3 0,-4 1-5 15,-2 0-2-15,-6 0 4 0,2-1-5 0,-4 1 4 16,1 0 22-16,-3 3 1 0,-2-3 5 0,0 3-3 16,-5-2-5-16,0 0-8 0,0 4-8 0,-8-4-6 15,-1 4-4-15,-6 0-5 0,-2 3-2 0,-6 2-5 16,-6 4-2-16,0 3 0 0,-3 1-4 0,-3 3 1 16,2 1-3-16,-13 9-1 0,1 4-1 0,2-4-1 15,12-4 1-15,-6 9 1 0,9-6-4 0,1 1 0 16,4-1-1-16,3 2 2 0,4-1-1 0,3 0-1 15,7 1 0-15,2-1 3 0,4 1 0 0,10-3 0 16,-2-7 2-16,13 2-1 0,4-3 0 0,7-2-1 16,4-1-3-16,2-10 0 0,15 2-1 0,0-1-3 15,-2 0 1-15,-11-8-4 0,0-2 7 0,-2 3-5 16,-3-4 2-16,-1-1-1 0,-6-2 2 0,-6 6 22 16,-3-3 14-16,-4 2 28 0,-2 0 26 0,-5-2 18 15,1 2 46-15,-4 4-16 0,2-2 6 0,-3 1-22 16,0-1 16-16,0 1-7 0,-1-1-20 0,-3 3-12 15,3-3-10-15,-3 3-20 0,0 0-15 0,0 0-23 16,0 0-2-16,0 0-11 0,0 0 3 0,2 20-5 16,-4-10-22-16,1 1 23 0,-3 4-15 0,0 1 8 15,1 1-11-15,1 1 11 0,-4 1 0 0,3 0-4 16,1 1 10-16,-1-1-9 0,2-3 6 0,1 1-7 16,0-4 0-16,0-1 0 0,0 0 0 0,0-4-3 15,0 1 0-15,0-3 1 0,1-2 1 0,-1 3-2 16,0-4 5-16,3 0-6 0,-3-3 8 0,-1 6-5 15,1-6 2-15,-2 5 2 0,2-5 5 0,0 0 1 16,0 5-3-16,0-5 6 0,0 0 1 0,0 0 0 16,0 0-6-16,0 0-5 0,0 0-7 0,0 0 14 15,0 0-5-15,-1 3-9 0,1-3-10 0,0 0-24 16,0 0-28-16,0 0-31 0,0 0-35 0,0 0-71 16,0 0-75-16,0 0-58 0,6-10-326 0,-6 10-709 15,7-10 314-15</inkml:trace>
  <inkml:trace contextRef="#ctx0" brushRef="#br0" timeOffset="22545.57">13589 5608 143 0,'0'-3'295'0,"0"-2"-32"16,0 5-30-16,0-5-24 0,0 5-21 0,0 0-22 16,0 0-19-16,0 0-11 0,0 0-13 0,5 15-15 0,0-4-8 15,3-1-11-15,-3 2-9 0,8 2-5 0,-4-1-8 16,5-2-2-16,-4 0-6 0,2-3-8 16,-1 1-6-16,1-3-6 0,-2 0 0 0,4-3-6 15,-4-2 1-15,3 0-6 0,-1-2-2 0,-1 0-2 16,2-2-3-16,-2-2 0 0,3-2-3 0,-5 0 7 0,5-4 7 15,0 0 5-15,-2-1 6 0,-2 3 7 0,-1-2 5 16,-1 0 15-16,-2 3 3 0,3 1 13 16,-4 0-4-16,-1 1-7 0,0 4-2 0,0-2-14 15,-3 1-5-15,3-1-5 0,-4 4-18 0,5-1-14 16,-5 1-2-16,5 9 4 0,-2-1-9 0,0 7-8 0,-3 4 5 16,2 8-4-16,-1 3-2 0,0 3 1 0,-1 1 2 15,-1 2 2-15,-3 11-3 0,2 0 2 16,-5 0 1-16,2 3 0 0,-4-1-4 0,0-2 7 15,-1-2-6-15,1-12 1 0,-1 3 3 0,-7 6 1 16,7-10 8-16,-3-3-9 0,-1-3 2 0,1-5 4 0,3-6-11 16,0 0 15-16,2-6-12 0,-1-1 8 0,0-1 43 15,3-4 4-15,-4-3 16 0,0-1 9 16,1-6 1-16,-2 0 16 0,1-6 16 0,1-2 9 16,0-2-1-16,4-6-10 0,0-4-12 0,5 1-10 15,3-6-11-15,4 2-6 0,5-4-11 0,8-12-7 0,6 2-3 16,-2-2-12-16,7 3-6 0,-1 1-4 0,2 1-2 15,5 5-5-15,0 4-3 0,-10 7-4 0,0 1-1 16,1 3-6-16,-1 4-2 0,-12 5-7 16,2 1 5-16,-7 5-1 0,-1-1 1 0,0 2-1 0,-1 1-2 15,-3 0-6-15,0 2-1 0,-2-1-15 0,-3 3-32 16,6-4-19-16,-3 4-40 0,-3 0-34 0,0 0 25 16,0 0-22-16,7 7-33 0,-7-4-26 0,-1 4-32 15,-1-2-36-15,1 2-51 0,-1-1-73 16,-2 2-217-16,4-1-657 0,-1-1 290 0</inkml:trace>
  <inkml:trace contextRef="#ctx0" brushRef="#br0" timeOffset="22784.6">14260 6096 166 0,'-3'1'341'0,"3"-1"-32"16,0 0-33-16,-3 6-30 0,3-6-30 16,0 7-22-16,0-3-12 0,0 7-11 0,0 0-10 0,2 1-19 15,-1 5-7-15,2 0-11 0,-2 1-14 0,1 2-9 16,0 6-9-16,2 1-9 0,-3-2-4 0,3-4-4 16,-2 2-3-16,0-5-24 0,3-1-37 0,-4-2-42 15,2-3-48-15,-3-2-75 0,0-3-98 0,0-1-218 16,-3-5-509-16,3-1 225 0</inkml:trace>
  <inkml:trace contextRef="#ctx0" brushRef="#br0" timeOffset="23430.26">14980 5981 87 0,'-8'2'193'16,"0"1"-10"-16,3-1-4 0,1 1 1 0,-2-1-5 0,6-2-4 16,-8 2 0-16,8-2-8 0,-8 0-7 0,8 0-10 15,0 0-9-15,0 0-12 0,-6 0-8 16,6 0-10-16,0 0-7 0,0 0-9 0,0 0-7 15,0 0-8-15,-6 0-3 0,6 0-2 0,0 0-8 0,0 0-2 16,0 0 0-16,0 0-4 0,0 0 4 0,0 0 1 16,0 0 12-16,0 0-6 0,0 0-7 0,0 0-13 15,24-9-5-15,-5 3-3 0,13-3-4 0,5 1-9 16,17-6 7-16,2 6-13 0,4-6 0 16,3 4-4-16,-1-2 0 0,2 3-3 0,-2-1-2 0,-5 2 1 15,-16 1-39-15,-3 5 4 0,-6-5-26 0,-11 4-29 16,0 1-30-16,-9 2-35 0,-1-3-46 0,-4 1-71 15,-7 0-213-15,0 2-510 0,0 0 226 0</inkml:trace>
  <inkml:trace contextRef="#ctx0" brushRef="#br0" timeOffset="23665.37">15275 5799 216 0,'-2'-3'315'0,"0"-2"-5"0,-1 0-14 16,2 1-28-16,1 4-24 0,-1-5-28 0,1 5-29 16,0 0-23-16,0 0-17 0,0 0-16 0,-4 12-18 15,0 0-15-15,-1 5-9 0,-1 8-9 0,-2 3-3 16,-1 1-12-16,1 5 1 0,2 2-12 0,-2 13 2 16,3-15-6-16,5 1-3 0,0 0-3 0,4-4-20 15,0 1-28-15,5-6-44 0,1 0-70 0,1-9-91 16,5-4-288-16,-1-3-537 0,4-6 237 0</inkml:trace>
  <inkml:trace contextRef="#ctx0" brushRef="#br0" timeOffset="24112.95">16251 5687 71 0,'-9'-1'252'0,"9"1"-18"0,-8 0-20 0,8 0-21 15,0 0-17-15,-5 1-15 0,5-1-12 0,0 0-11 16,0 0-11-16,0 0 6 0,0 0-13 0,22 1-10 15,-3-2-11-15,4 0-7 0,6 0-10 0,2-1-12 16,1-1-4-16,0 1-4 0,1-3-8 0,-1-2 2 16,-2 4-14-16,-5-4-2 0,-6 0-2 0,-1 4-5 15,0-6-4-15,-6 3-1 0,-1 1 1 0,-3-1 2 16,-2 1-2-16,-2-1-6 0,-1 2-5 0,-6-1-5 16,3 5-1-16,-14-5-5 0,1 3 1 0,-6 4-1 15,-8 3-3-15,-6 3 1 0,-3 5-3 0,0 0 3 16,-1 2 1-16,-9 11-2 0,13-6 1 0,-9 9-1 15,11-7 2-15,3 4-1 0,0-2 0 0,6 4 2 16,6 0-3-16,0-4 2 0,10 3 2 0,0-1 1 16,8 3 0-16,8-5-1 0,8 1-5 0,6-3-21 15,7-1-29-15,19-1-61 0,6-8-79 0,-1 0-279 16,4-7-503-16,-5 4 223 0</inkml:trace>
  <inkml:trace contextRef="#ctx0" brushRef="#br0" timeOffset="24428.57">16669 6025 84 0,'-7'3'258'0,"6"0"-27"0,1-3-24 0,-5 3-21 16,2 1-15-16,3 0-7 0,3 4-5 0,-2-1-15 15,3 3-10-15,1 0-15 0,3 6-11 0,-3-3-11 16,4 3-8-16,-5 0-8 0,-3 3-10 0,-2-1-4 15,-2 7-5-15,-7 2-4 0,1-1-6 0,-4 2-3 16,-6-5 1-16,-2 2 4 0,-1-1 4 0,-3-5 7 16,4 0 7-16,-1-2 8 0,8-5 2 0,1-2-1 15,2-4-5-15,3 3-5 0,0-6 3 0,2 1 10 16,5 0 15-16,-3-1 11 0,1-2 16 0,3-1-33 16,18 1 4-16,13-3-6 0,7 0-18 0,21-3-8 15,7 5-13-15,32-9-81 0,-31 4-74 0,28-3-84 16,-5-6-107-16,-24 3-312 0,23-5-655 0,-31 2 290 15</inkml:trace>
  <inkml:trace contextRef="#ctx0" brushRef="#br0" timeOffset="25128.59">17552 5600 95 0,'-4'-9'388'16,"0"-2"-18"-16,3 5-22 0,-2 1-21 0,2-2-28 16,-2 4-29-16,2-2-30 0,1 5-32 0,-5-4-22 15,5 4-21-15,0 0-15 0,0 0-20 0,0 0-12 16,0 0-8-16,5 21-16 0,-5-8-17 0,5 1-6 16,-1 3-28-16,1 0-19 0,3 0-16 0,2 0-16 15,-2-3-10-15,2 1-11 0,-1-6-8 0,0-1-3 16,1 0-13-16,0-3 5 0,-2 0-12 0,4-1 5 15,-1-4 1-15,-2-1 5 0,1-4 5 0,2-2 10 16,-2 1 9-16,0-2 11 0,4-7 12 0,-7 3 13 16,4-2 5-16,-1-1 10 0,-5-1 9 0,3 1 9 15,0-2 9-15,-1 2 12 0,0-2 8 0,-5 8 9 0,5 1 5 16,-2-1-1-16,-4 5-14 0,3-2-13 16,0 2-12-16,-2 1-10 0,-2 3-8 0,0 0-9 15,7 8-4-15,-6 4-2 0,2 6-1 0,-1 9 1 16,-2 5-5-16,4 2 2 0,-5 11-3 0,-3 5 0 0,-4 0-6 15,4 0 7-15,-8-1-1 0,1 4-3 0,-4-5 2 16,-3 1-1-16,-4-1 4 0,1-2-2 16,-1-5-2-16,4-9 11 0,-2-5 0 0,0 1-9 15,-1-6 5-15,2-3-6 0,3-7 1 0,1 1 0 16,2-5 11-16,-1-4 27 0,3-2 7 0,0-2 20 0,-4-2 5 16,3-5 19-16,-1-3 25 0,1-2 2 0,6-3 6 15,0-3-3-15,4-2-7 0,3 0-10 16,6-7-15-16,3-5-7 0,6 0-9 0,14-12-9 15,4 5-8-15,6-4-6 0,0 2-6 0,3 1-4 16,3 4-6-16,3 0-6 0,-2 0-8 0,-1 9-7 0,-4 3-7 16,-11 7-21-16,-2 2-27 0,-1 3-36 0,-9 4-42 15,-6 4-63-15,-3 0-73 0,-1 3-50 0,-5 0-34 16,3 3-61-16,-6 2-324 0,-4 1-780 16,-2 0 346-16</inkml:trace>
  <inkml:trace contextRef="#ctx0" brushRef="#br0" timeOffset="25412.1">18188 6099 152 0,'4'6'284'0,"0"0"-12"0,1-1-13 15,-3 4-14-15,5-1-15 0,-3 6-19 0,-2-2-12 16,1 4-13-16,-3 1-12 0,-4 3-16 0,-4 5-11 15,-2 2-15-15,-4-1-13 0,1 0-13 0,-6-4-13 16,3 2 0-16,0-2-12 0,2-7-9 0,3 0-6 16,-1-1-5-16,3-4 12 0,0-1-4 0,3-2 11 15,1-2 20-15,1 0 24 0,0-2 30 0,2 1 22 16,-2-1 32-16,4-3 9 0,7 2-15 0,22-2-26 16,29 0-14-16,46 3-18 0,11 2-14 0,18 1-21 15,8 0-76-15,17-3-96 0,8 1-155 0,8-7-212 16,-6-3-368-16,-13-10-864 0,-9-8 382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09T09:34:00.6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2040 2104 85 0,'0'0'200'0,"5"-3"-7"0,-5 3-7 16,0 0-11-16,3-3-11 0,-3 3-8 15,5-6-7-15,-5 6-9 0,5-3-5 0,-5 3-6 16,0 0-11-16,0 0-2 0,0 0 25 0,0 0-16 15,4-3-3-15,-4 3-11 0,0 0-13 0,0 0 0 16,0 0-13-16,0 0-7 0,0 0-18 0,0 0 1 16,0 0-6-16,0 0-8 0,0 0-7 0,0 0 1 15,-17 13-8-15,8-9 1 0,-2 2-2 0,-2 1-4 16,0 1 1-16,-5 1-11 0,3-4 2 0,-4 9-4 16,2-4-3-16,-6 5 2 0,5-4 2 0,3 2-7 15,-4-1-2-15,0-1 1 0,3 1-8 0,0 1 7 16,2-3 1-16,1 1-16 0,3-1 15 0,-1-2-2 15,4-1-3-15,-3 0 2 0,5-2 0 0,1-2-4 16,0 1 5-16,0-1-3 0,0 1-3 0,-2 0 5 16,6-4 0-16,-3 5-2 0,3-5-2 0,-1 5 4 15,1-5-6-15,0 0 7 0,-4 4-8 0,4-4 10 16,0 0 1-16,0 0-8 0,0 0 1 0,0 0 6 16,-1 5-1-16,1-5 0 0,0 0-4 15,0 0 2-15,0 0-4 0,0 0 2 0,0 0 2 16,0 0-2-16,0 0 0 0,0 0 0 0,0 0-3 0,0 0 3 15,0 0 2-15,0 0-5 0,0 0 3 0,0 0 0 16,0 0-2-16,0 0 1 0,0 0 0 0,0 0-4 16,0 0 2-16,0 0 2 0,0 0-4 15,0 0 5-15,0 0-2 0,0 0-1 0,0 0 2 16,0 0 1-16,0 0-4 0,0 0-4 0,0 0-9 16,0 0-9-16,0 0-9 0,0 0-13 0,0 0-9 15,0 0-12-15,0 0-25 0,0 0-35 0,0 0-61 16,0 0-298-16,0 0-526 0,0 0 232 0</inkml:trace>
  <inkml:trace contextRef="#ctx0" brushRef="#br0" timeOffset="635.08">1822 2081 65 0,'-19'6'171'0,"2"5"-13"0,0-3-15 0,2 4-19 16,1-2-13-16,4-3-24 0,1 3 14 0,0-2-6 16,4 1-3-16,2 1-14 0,3 2 0 15,4-2 1-15,5-3-4 0,1 0-3 0,12-5-4 16,7 1-11-16,4-3-4 0,2-3-7 0,2-6-1 0,-5 0-2 16,3-3-1-16,-4-4-8 0,-4 5-3 0,-1-4-6 15,-8 3 9-15,-4 4 14 0,-3-6 14 0,-2 7 8 16,-5-1 9-16,-3 1 5 0,-1 2-4 15,-1-2-2-15,-3 4-1 0,-6-1-11 0,-3 1-11 16,-5 1 1-16,-1 4-4 0,-10 2-5 0,1 1-4 16,2 3-5-16,-2 2-7 0,1 1-1 0,3 0-4 15,7 0-1-15,1 2-5 0,4-1-7 0,2 0-17 16,2 3-8-16,4-3-2 0,4-2 2 0,4 2-2 16,4-5-7-16,1-1-5 0,5-1-13 0,4-5-22 15,0 1-13-15,1-6-22 0,-4-1-15 16,2 0-26-16,-6-1-30 0,-3-1-35 0,-3 3-148 15,-5-2-379-15,-1 2 168 0</inkml:trace>
  <inkml:trace contextRef="#ctx0" brushRef="#br1" timeOffset="6631.72">3968 1734 160 0,'0'0'196'0,"0"0"-9"15,0 0-9-15,0 0-4 0,0-3-11 0,0 3-8 16,0 0-11-16,0 0-12 0,0 0-3 0,0 0-9 16,0 0-8-16,0-5-11 0,0 5-10 0,0 0-4 15,0 0-15-15,0 0-4 0,0 0-5 0,0 0-8 16,0 0-12-16,0 0-1 0,-6-3-12 0,6 3-4 15,-13 1-2-15,3 4-2 0,0-3-9 0,-3 3 4 16,0-1-5-16,-2 2 1 0,-4 1 0 0,2 0-5 16,-2 1 4-16,1 1-2 0,-2-2-7 0,1 4 37 15,-6 2-7-15,6-4-1 0,0 2-7 16,1-1-3-16,3 0 0 0,-2 0-5 0,3-4 0 16,1 6-9-16,3-4 5 0,2-2-3 0,1 2 6 15,4-3-13-15,-2 2-6 0,1 1-6 0,3-1 2 0,1-1 4 16,4 2-5-16,2 2 2 0,1-3 6 0,4 1-4 15,3 1-1-15,5-1 2 0,-1 2 0 16,2-1 1-16,6 3-1 0,-7-5-2 0,0 1 6 16,-2 0-6-16,0 0 0 0,-1 1-12 0,-3-4-2 15,-4 3-6-15,1 0-3 0,-1 0-7 0,-1-2 0 16,-6 5-9-16,5-6-9 0,-5 1 11 0,-4 3 3 16,-1-4-1-16,-2 2 6 0,-6 5 5 0,-6-2 0 15,0 0 8-15,-9 5 5 0,-1-3-4 0,-4 0 14 16,-1-5-5-16,3 0 7 0,-2 3 5 0,-4-3 6 15,4-2 3-15,2 0 10 0,1 2 2 0,8-5-1 16,2 1 6-16,0-1 0 0,5-2 2 0,2 1 0 16,11-1 12-16,-13 2 7 0,5-2-8 15,8 0 16-15,0 0 5 0,-15-2 0 0,15 2-26 16,0 0 17-16,0 0-13 0,-9-1-17 0,9 1-19 16,0 0-17-16,0 0-23 0,0 0-16 0,3-12-34 0,-3 12-37 15,10-5-27-15,-4 1-38 0,4 0-197 0,1 0-417 16,-1-3 184-16</inkml:trace>
  <inkml:trace contextRef="#ctx0" brushRef="#br1" timeOffset="7147.53">4354 2007 90 0,'-6'-2'194'15,"6"2"-9"-15,-5-3-19 0,1 2-20 0,4 1-13 16,-9 0-17-16,9 0-12 0,-14 1-5 0,5 2-6 15,-4 0-17-15,4 1-5 0,0-2-10 0,-1 3-5 16,0 0-10-16,0 2 0 0,-3 0-11 16,3 6-1-16,1-4-3 0,0 0-3 0,-1-1-6 0,1 6 1 15,0-4-5-15,2-2 1 0,2 3-3 0,0-1 0 16,0 0-3-16,2 1-2 0,1-2 1 0,1 2 2 16,1 2-1-16,-3-4 9 0,6 3-1 0,0-3 8 15,0-3 9-15,5 4 8 0,1-5 4 16,3-1-2-16,3 3-3 0,2-2 0 0,4-5-3 15,-2 0 0-15,1-4 0 0,-2-1-2 0,3-1 11 16,-2 0 4-16,-2-2 3 0,-1-1 6 0,-2 1 1 16,-1-1 2-16,-1-2 5 0,-5 2 0 0,2-3-9 15,-4 3 7-15,-2-4 0 0,1 2-15 0,-2 0 6 16,-2 0 2-16,-2 3-6 0,-1-2-6 0,-1 0-12 16,-1 3-1-16,-2-2-5 0,-1 2-5 0,-3 0-11 15,4 0-14-15,-5 2-18 0,5 4-25 0,-1-3-32 16,0 4-38-16,-2-3-32 0,1 3-39 0,3 3-76 15,6-3-215-15,-18 0-512 0,18 0 227 0</inkml:trace>
  <inkml:trace contextRef="#ctx0" brushRef="#br1" timeOffset="7615.1">4646 2222 47 0,'0'0'217'0,"0"0"-1"0,-4 5-6 15,4-5-2-15,0 0-9 0,0 0-15 0,0 0-7 16,0 0-11-16,0 0-5 0,13-17-1 0,-5 8-7 15,-1 1 1-15,1-1-9 0,-1-1 9 0,6-6-10 16,-4 3 1-16,5-3-8 0,-5-1-14 0,8-6-2 16,-2 3-12-16,-3 3-18 0,0-6-4 0,1 1 8 15,-4-4-21-15,4 2 14 0,-6-1-11 0,1 1-3 16,-3 1-6-16,0 5 5 0,0 2-12 0,-2-2 11 16,1 1-2-16,-5 2-1 0,1 0-5 0,1 3-5 15,-2 1-1-15,-1 0-8 0,1 2-23 0,-3 2 9 16,2 1-2-16,0 0-8 0,0 1-14 0,2 5-12 15,-7-5-20-15,7 5-1 0,-9 0 1 0,9 0-1 16,-16 13-6-16,3 0 11 0,-1 7-1 0,-4 4-5 16,0 3 8-16,4 2-7 0,4 0 10 0,-2 3-10 15,6-2-8-15,2 0-6 0,5 1 2 0,3-2-1 16,5-2-9-16,4 0-2 0,1 1-9 0,4-3-14 16,0-7-33-16,9 0-37 0,0-7-59 0,1-5-81 15,-7-3-291-15,7-3-615 0,-1-3 273 0</inkml:trace>
  <inkml:trace contextRef="#ctx0" brushRef="#br1" timeOffset="8087.59">5061 1988 175 0,'0'0'358'0,"0"0"-21"0,-8 0-24 0,8 0-24 16,0 0-27-16,0 0-27 0,0 0-30 0,0 0-20 15,-2 3-24-15,2-3-17 0,0 0-17 0,0 6-13 16,0-6-10-16,5 11-12 0,-4-5-12 0,2 4-2 16,-1 0-12-16,1 2-3 0,-1 0-6 0,1 0-6 15,-2 4-4-15,2 1-3 0,-2 0-8 0,0-2 0 16,2 2-9-16,-2 2 4 0,1-4-3 0,-1-3-9 15,0 0 4-15,1-3-4 0,0 2-5 0,-2-5 3 16,1 0 2-16,0-1-4 0,-1 0-12 0,0-5 19 16,0 0 24-16,5 7 33 0,-5-2 38 15,0-5 29-15,0 0 37 0,0 0 27 0,0 0 1 16,0 0-25-16,0 0-14 0,16-22-21 0,-6 7-18 16,-1 1-12-16,5-8-11 0,1-2-9 0,1 0-13 15,-1 1-9-15,-1 0-2 0,3-1 6 0,-7 7 8 0,1 2-1 16,-2 1-3-16,-1 1-12 0,-1 2-7 0,0 1 10 15,-3 2 4-15,0 2-13 0,0 0-8 0,0 2-4 16,-2-1-9-16,-2 5-7 0,4-8-9 0,0 8-17 16,-4-4-37-16,0 4-42 0,0 0-55 15,0 0-59-15,3-3-72 0,-3 3-58 0,0 0 6 16,4 8-13-16,-1-3-35 0,-1 2-60 0,0-3-385 16,0 2-860-16,2-1 381 0</inkml:trace>
  <inkml:trace contextRef="#ctx0" brushRef="#br1" timeOffset="8586.12">5525 2150 194 0,'0'0'231'0,"0"0"-8"15,0 0-24-15,0 0-4 0,0 0-12 0,0 0-23 16,0 0-5-16,0 0-11 0,0 0-10 0,0 0-12 16,0 0-7-16,31-8 1 0,-24 4 0 0,2 3-3 15,0-1 1-15,1-4-3 0,3 1-10 0,-4 1-3 16,1-3 4-16,3 0-2 0,-4-1-8 0,4-1-17 16,-2 1 20-16,1-1-7 0,2-3-5 0,-4-2-5 15,3 3 7-15,-4 2 5 0,1-3 5 0,-1-1-12 16,-4 3-8-16,5 0 6 0,-7 0 0 0,-1 2 3 15,0 1-5-15,-1 0-11 0,0 0-3 0,-2-1-13 16,-2 1-3-16,-1 2-5 0,1-2-11 0,-3 2-8 16,0 2-4-16,-3-1-2 0,2 2-3 0,-5 2-5 15,2 0-5-15,0 2-9 0,-3 3 4 0,0 1-8 16,-2 2-1-16,2 4 3 0,-2 0-4 0,2 4-1 16,0 1 2-16,0 0 1 0,7 1 7 15,-2-1-22-15,4 3 16 0,3-1-3 0,4-2 1 16,3 0 6-16,3 0 1 0,0 0-16 0,10 2 16 15,-2-6 6-15,6 1 1 0,5-2 5 0,0-3-1 0,1-1-1 16,2-2-15-16,-2 2 10 0,-7-8-8 16,1 3 9-16,-5-3-19 0,-4 2-12 0,-2 1-17 0,-2-1-18 15,-3 0-23-15,0-2-35 0,-7 0-44 16,0 0-68-16,0 0-112 0,0 0-247 0,0 0-637 16,0 0 283-16</inkml:trace>
  <inkml:trace contextRef="#ctx0" brushRef="#br1" timeOffset="9415.51">3322 2637 10 0,'-4'2'112'16,"4"-2"-5"-16,0 0-18 0,0 0-5 0,0 0-8 15,0 0-14-15,0 0 4 0,0 0-11 0,0 0-13 16,0 0 0-16,0 0-2 0,0 0-2 0,0 0 3 16,0 0-4-16,9 5 1 0,-9-5 0 0,6 2 4 15,-1 0-3-15,1-2 4 0,0 0-2 0,5 3-1 16,1-3-3-16,4 3 1 0,5-2-4 0,1 0 1 15,7-2-5-15,3 2 4 0,4-2-3 0,16 1 0 16,2 0-2-16,5-2 7 0,3 2-4 0,-7-2 9 16,41-1 9-16,-33 1-3 0,30-3 6 0,-2 2 0 15,7-1 9-15,-3-1 5 0,-1-2-2 0,1 5 2 16,4-1-2-16,-4-1-1 0,1-2 0 0,4 1 3 16,3 2-2-16,-2 2-3 0,4-6-10 0,2 7-1 15,-2-3-11-15,-6 3-4 0,8-1-2 0,-5-1 0 16,-1-2-1-16,-4 4-6 0,-5-1 2 0,-28 2-8 15,0-1 2-15,-2-3-5 0,-3 1 4 0,-1 0-7 16,-6 1 1-16,-15-1 0 0,-4 1 4 16,1 1 6-16,-6-2 7 0,-7-2 7 0,-8 4 13 15,0-1 6-15,0-2 14 0,-5 2 14 0,-1 1 13 16,-3-2 2-16,2 1 18 0,-6 1-24 0,8-1 7 16,-2 0-13-16,-6 1-8 0,5-1-6 0,-5 1-10 0,0 0-8 15,8 1-9-15,-8-1-5 0,0 0-24 16,0 0-20-16,0 0-26 0,4-3-24 0,-4 3-34 15,0 0-40-15,0 0-37 0,0 0-67 0,0 0-121 16,0 0-199-16,0 0-593 0,-3-10 263 0</inkml:trace>
  <inkml:trace contextRef="#ctx0" brushRef="#br1" timeOffset="11581.12">8533 2053 101 0,'14'0'112'0,"-1"2"-14"15,2 1-12-15,6 2-2 0,-2 4 0 0,6 0-8 16,-2 2-8-16,-2 0-9 0,2 6-8 0,-4 1-4 16,-1 3 0-16,-5 1-6 0,-3 3-1 0,-4 0-6 15,-2 3 0-15,-5 1-3 0,-4-3-4 0,-3 6 13 16,-5-3-4-16,-1 0 6 0,-5 0-6 0,-4-2 2 15,1 1-2-15,0-3-5 0,-1-3-1 0,1-2-3 16,-3-1 4-16,2-5 1 0,1 3 5 0,6-5 4 16,-2-3 1-16,4-1 8 0,1-1-2 0,4-2 12 15,3 0 18-15,-2-3 17 0,3 0 24 0,1-1 18 16,-1 2 19-16,5-3-3 0,0 0-19 0,0 0-20 16,0-13-19-16,8 4-11 0,3-6-12 0,7-4-9 15,4-6-12-15,3 2-8 0,2-1-10 0,4 1-7 16,8-10-8-16,4-1 2 0,-1 6-3 0,-4-4-4 15,-8 11-1-15,-2-1 0 0,1 1-3 0,-5 0-1 16,2-1 3-16,-4 4-8 0,-7 4 11 0,-1 2 11 16,-5 2 17-16,0 3-2 0,-1-1 14 0,-3 4-3 15,0-3 5-15,-3 4-6 0,3-3-7 0,-2 2-7 16,-1 4-8-16,-2 0-9 0,0 0-14 0,0 0-8 16,0 0 8-16,-24 5-6 0,6 10-1 0,-6 1-2 15,1 4 5-15,0 2-2 0,-1 4 0 0,2-4 0 16,2 5 1-16,1-1-1 0,2 0 1 0,4-3 1 15,7 6-4-15,-1-5-10 0,6-5-2 0,4 1-2 16,-1-3 4-16,10-1 3 0,2-1 4 0,10 1-11 16,10-5-13-16,1 1-26 0,16-2-29 15,-11-7-46-15,13-1-54 0,6-2-79 0,-18-3-230 16,13-6-536-16,-15 5 238 0</inkml:trace>
  <inkml:trace contextRef="#ctx0" brushRef="#br1" timeOffset="11931.13">9669 2029 195 0,'0'0'189'0,"-4"-4"-17"15,4 4-22-15,-11 1-20 0,0 3-9 0,-4 4-11 16,-2 2-9-16,-7 6-5 0,1 5-6 0,-14 14-6 16,5 2 0-16,1 2-6 0,2 1-3 0,1 6-4 15,4-4-8-15,2-1-3 0,7 3-6 0,4-12-2 16,4 3-2-16,4-2-6 0,6 0 3 0,1-2 0 15,7 1-3-15,7-6-2 0,5 2-2 16,6-5-4-16,17 8 1 0,3-9-31 0,1-2-46 16,1-5-75-16,0-9-74 0,-14-2-149 0,4 0-365 0,-5-4 161 15</inkml:trace>
  <inkml:trace contextRef="#ctx0" brushRef="#br1" timeOffset="12264.38">9974 2205 141 0,'0'-7'342'0,"-1"2"-17"0,-3 0-20 0,3 1-24 15,1 1-28-15,0 3-29 0,-1-6-27 0,1 6-26 16,-3-4-23-16,3 4-7 0,0 0-23 0,-1 14-15 16,-2-1-10-16,3 4-7 0,-1 4-9 0,-2 7-10 15,1-1-2-15,-1 3-8 0,-1 0 0 0,3-1-7 16,1 0-6-16,0-1-4 0,-3-1 1 0,3-3-13 16,0-4-28-16,0-3-12 0,0-1-23 0,0-3-22 15,-2-2-22-15,2 0-26 0,0 0-32 0,0-6-23 16,0 3-38-16,2-3-29 0,-4-3-181 15,2-2-441-15,0 0 195 0</inkml:trace>
  <inkml:trace contextRef="#ctx0" brushRef="#br1" timeOffset="12664.81">10318 2460 191 0,'0'0'190'0,"0"0"-17"15,-6 2-15-15,6-2-15 0,0 0-15 0,0 0-16 16,0 0-8-16,0 0-4 0,0 0-17 0,0 0-2 15,0 0-4-15,0 0-4 0,0 0-2 0,0 0 1 16,0 0-1-16,0 0-2 0,0 0 0 0,20-5-5 16,-6 3-6-16,4-2-4 0,1-1-9 0,12 0-3 15,0 2-4-15,0-2 1 0,3-2-1 0,-1 2-1 16,5 3 3-16,-6-4-3 0,0 2-2 0,0 1-5 16,-11 0-2-16,-1-2-2 0,-1 4-2 0,-7-2 0 15,-3 3-2-15,-2-2-2 0,0 1-4 16,-7 1-7-16,9-2-15 0,-3 4-24 0,-6-2-27 0,0 0-37 15,0 0-43-15,0 0-46 0,0 0-181 0,0 0-395 16,-33-2 175-16</inkml:trace>
  <inkml:trace contextRef="#ctx0" brushRef="#br1" timeOffset="13200.62">11031 2252 43 0,'10'-1'185'15,"3"1"-10"-15,1 2-19 0,4 1-6 0,1 0-19 16,-1 6-11-16,1-6-12 0,0 8-12 0,-2-2-5 15,0 5-10-15,-5 0-9 0,1 1-4 0,-4-1-8 16,0 3-6-16,-5 0-3 0,-4 2-6 0,0 0-4 16,-6-1-11-16,-1 6 6 0,-2-6-2 0,-7 4 5 15,0-2-8-15,2-5 3 0,-6 4 4 0,4-5-2 16,0-3 1-16,0-2-1 0,4 0 4 0,3-3-3 16,-3-2 7-16,1 3 2 0,3-3 4 15,-1-2 6-15,5 2 17 0,-1-1 27 0,0-2 16 0,5-1 29 16,-5 1 20-16,5-1-26 0,0 0-14 0,0 0-14 15,5-14-14-15,5 4-13 0,-1-2-5 0,4-2-12 16,9-7-7-16,-1 2-5 0,2-2-4 0,-1 2-8 16,4-3-6-16,-3 0-8 0,0 0-3 15,0 5 1-15,-9 0-6 0,1 5 1 0,-1 0-2 16,-1-1-4-16,-4 5 5 0,-3 0 3 0,1 3-3 16,-3 1-10-16,-1 0-5 0,0 0-9 0,2 4-21 15,-5 0-7-15,0 0-1 0,0 0 3 0,0 0 5 16,-8 13 4-16,3-6 2 0,1 5-1 0,-2 2-2 15,1 0 3-15,0 1 7 0,1 0-1 0,0 2 2 16,4 0 5-16,4-1-1 0,0 1-1 0,6-3 6 16,3 2-9-16,2-2-18 0,2-2-19 0,2-2-34 15,8 4-45-15,-8-11-56 0,9 0-66 0,-8-1-274 16,2-2-565-16,-1-5 251 0</inkml:trace>
  <inkml:trace contextRef="#ctx0" brushRef="#br1" timeOffset="13500.9">11536 1987 24 0,'11'5'195'0,"5"4"-15"0,-1 4-3 0,9 7-5 0,3 3-8 16,-3 4-11-16,8 13-6 0,-5 6-9 16,1 4-12-16,-7 1-9 0,-3 5-9 0,-6-1-11 15,-2 0-9-15,-3-3-3 0,-8-4-12 0,-2 0-3 16,-2-14-5-16,-8 10-6 0,-1-13-2 0,-14 12 4 0,-4-8-13 16,-5 1-3-16,-9-5-5 0,5-2 1 15,-6-6-14-15,-2 0-41 0,-2-3-52 0,-2 1-69 16,-1-6-256-16,3-5-423 0,-2-3 188 0</inkml:trace>
  <inkml:trace contextRef="#ctx0" brushRef="#br1" timeOffset="15902.82">12761 2317 98 0,'-1'-5'187'0,"-2"-2"-16"0,-2 2-12 15,0-5-18-15,3 7-8 0,-4-1-3 0,-4-3-23 16,0 4-3-16,-2 0-15 0,-1 1-9 0,-4 0-9 15,-4 0-6-15,2 2-5 0,0 1-5 0,0 0-6 16,-8 3-4-16,-1 2-5 0,1 3-9 16,0-1 3-16,3 4-3 0,6-3-3 0,-7 3-5 15,0 1-2-15,9-1-5 0,-1 2 5 0,2-2-4 16,2 2-2-16,0 1-4 0,4-1 3 0,-1 1-4 16,6-7 0-16,-1 4 3 0,5 0-3 0,0 0 1 15,0-3-3-15,5 1 3 0,4-2-2 0,0-1 0 16,1-1 1-16,8 1-2 0,0-3 1 0,9-3-2 15,-5-1 4-15,8-4 1 0,-9 2 11 0,4-6 0 16,2 0 4-16,-8-3 10 0,0 0 4 0,6-5 10 16,-3-2-2-16,-1 0 12 0,-2-4-1 0,-1-2-1 15,0 0-7-15,-4-3-3 0,0-2-5 0,-2 0-2 16,1-4-3-16,-2 1-7 0,-5-2-4 0,2 4-3 16,-3-1-2-16,4 2 1 0,-4 1 3 0,-1 3 6 15,-3 6 2-15,-1 1 0 0,4 2 4 0,-5 2 7 16,2 4 5-16,-1 0-6 0,0 3 0 0,0-1 11 15,0 3-15-15,0-1-3 0,0 1-6 0,0 2-3 16,0 3-8-16,0-7 3 0,0 7-9 0,0-5-4 16,0 5-17-16,4-3-15 0,-4 3-13 0,0 0-12 15,0 0 4-15,0 0 2 0,0 11 10 0,0-4-2 16,0 5 5-16,-1 5 0 0,1 7 6 0,-3 1 7 16,2 7-3-16,-3-2 4 0,3 2 1 0,-3 14 6 15,0-9-3-15,0 8 4 0,2-9 0 0,-2-4 1 16,0 1 1-16,3 1 5 0,-3-5-6 0,4 0 2 15,-3-4 0-15,2 1 3 0,1-9 1 0,-2-2-1 16,2-3-1-16,2-2 2 0,-6 2-1 16,4-7 2-16,0 2 2 0,0-2 9 0,0 0 14 15,0-5 16-15,0 5 12 0,0-5 15 0,0 7 10 0,0-7 9 16,0 0 16-16,-4 5 4 0,4-5 5 0,0 0 1 16,0 0 6-16,0 0-5 0,0 0-14 0,0 0 7 15,0 0-11-15,0 0-16 0,0 0-22 0,0 0-40 16,21-15-36-16,-2 5-61 0,7-3-56 15,3-1-68-15,7-2-60 0,12-8-108 0,-2 2-249 16,4-7-667-16,-5 0 296 0</inkml:trace>
  <inkml:trace contextRef="#ctx0" brushRef="#br1" timeOffset="16646.68">13014 1642 18 0,'0'-5'230'0,"3"3"-14"0,-3 2-19 0,0 0-19 15,6-3-20-15,-6 3-14 0,7-2-21 0,-7 2-3 16,11 2-15-16,-6 1-10 0,0-1-15 0,2 3-7 15,0 2-3-15,0-3-9 0,-2 4-5 0,0 1-4 16,-1 1-8-16,0 6-3 0,-3-3-4 0,-1-1 4 16,0 5-8-16,-3 1-3 0,1-2 0 0,-2 1 3 15,-5-2 2-15,0 1-1 0,0-1 1 0,3-5 0 16,-2 0 1-16,-1-2-4 0,4 0-3 0,1-3 4 16,-1 0-7-16,1-1 4 0,0 1-10 0,-2-2 1 15,5 0 0-15,-2 2 20 0,3-5 11 0,-4 2 12 16,4-2 4-16,0 0-1 0,-1 3 1 0,1-3-9 15,0 0-5-15,15-1-8 0,-2 1-2 0,-1-2-1 16,6 1-12-16,-1 0 7 0,1 1-7 16,0-3-7-16,0 1-2 0,1 2 2 0,-1-2-7 15,0 1 1-15,-4-1 1 0,-5 2-4 0,-1 0 1 16,-3 0-3-16,1-1-2 0,-6 1 3 0,9 0-4 16,-5-1 4-16,-4 1-5 0,0 0-14 0,9 0-10 15,-9 0-18-15,0 0-7 0,0 0-22 0,0 0-34 16,0 0-30-16,-10 9-29 0,3-6-47 0,2-3-53 15,5 0-178-15,-10 4-469 0,10-4 209 0</inkml:trace>
  <inkml:trace contextRef="#ctx0" brushRef="#br1" timeOffset="17477.9">13226 2119 36 0,'0'0'330'16,"0"-10"-12"-16,0 5-18 0,0 5-12 0,0-6-20 16,0 6-29-16,0-7-17 0,0 7-22 0,0 0-27 15,-1-6-18-15,1 6-15 0,0 0-25 0,0 0-16 16,0 0-10-16,0 0-16 0,0 0-7 0,0 0-6 16,13 16 0-16,-12-10-19 0,3 6-7 0,0-3 1 15,1 1-12-15,-1 2-11 0,-1 0-10 0,0-2-4 16,1-1-10-16,2 3 0 0,0-4-2 0,0 1 4 15,-4-4 0-15,2 2 3 0,0-4 2 0,-4-3-1 16,5 5 7-16,-5-5-2 0,0 0 3 0,0 0 8 16,22-11 9-16,-16 5 0 0,1-2 9 15,-2-1 1-15,4-1 5 0,-4 0 2 0,1 1-2 0,-1 0 10 16,-1-1 2-16,1 0-1 0,0 3 0 0,-1 0 1 16,0 1 0-16,1 1 3 0,-4-1-12 0,-1 6-1 15,4-5-6-15,0 4-8 0,-4 1-10 0,5-4-11 16,-5 4-12-16,0 0-9 0,0 0 3 0,0 0-1 15,0 0 3-15,4 15 0 0,-4-6 3 0,0 5-4 16,0 3 5-16,-4 12-1 0,2 0 4 16,2 3 0-16,-3-1 12 0,-2 1-12 0,1 2 0 15,-1-1 6-15,1-1-3 0,0 1 0 0,0-3 6 0,0 1-3 16,1-2 1-16,2-2 1 0,-2-3-3 0,1 3 5 16,-2-8-3-16,0-1 5 0,1-1 0 15,-2-4-2-15,-2 1 1 0,1-2-6 0,1-3 5 0,-1 4-1 16,1-6 3-16,-4 3-5 0,1-5 3 15,-1 1 1-15,1 1 2 0,-2-5 2 0,0 0 7 16,1 1-1-16,-1-3 5 0,0 0 10 0,-2-4 7 16,2 1 16-16,1-2 11 0,1-3 5 0,0 3 5 15,1-8 0-15,3-4-2 0,2-1-2 0,2-8-9 16,6-6-14-16,3-1-4 0,10-14 1 0,3 4-11 16,-3-1 0-16,8 4-1 0,-5 10-7 0,1 3-1 15,-1-1-4-15,3 3 1 0,3-1-10 0,0 2 4 16,0 2-1-16,-2 5-9 0,-2 2 2 0,-10 3 4 15,-3 3-3-15,0 1 0 0,-2 3-3 0,1-1-1 16,-5 3 2-16,0 0 4 0,-5 3-6 0,9-2-3 16,-9 2-7-16,5-5-24 0,-5 5-21 0,0 0-29 15,0 0 7-15,0 0 2 0,0 0-6 0,0 0-16 16,-1 13-19-16,-3-3-30 0,-2-1-27 0,-3 3-22 16,-1-3-41-16,-2 3-56 0,-3-3-241 0,2 2-574 15,-2 0 255-15</inkml:trace>
  <inkml:trace contextRef="#ctx0" brushRef="#br1" timeOffset="18012.57">12093 2882 190 0,'0'0'222'0,"-8"1"-3"16,8-1-13-16,0 0-6 0,0 0-7 0,-9 1-9 16,9-1-5-16,0 0-13 0,0 0-11 0,0 0-10 15,0 0-13-15,0 0-10 0,0 0-10 0,0 0-12 16,0 0-2-16,0 0-13 0,0 0-1 0,0 0-13 15,0 0-2-15,0 0-5 0,0 0-8 0,0 0-4 16,0 0 0-16,0 0-10 0,0 0-8 0,0 0-3 16,-16-2-5-16,16 2 1 0,0 0-7 0,0 0 2 15,0 0-4-15,0 0-2 0,0 0 1 16,0 0-2-16,0 0-1 0,0 0-6 0,0 0 3 16,0 0 6-16,0 0-8 0,0 0-3 0,0 0-2 15,47-5 2-15,-15 1-1 0,5 0-3 0,22-2 4 16,3-2-3-16,33-1 7 0,0 0 5 0,4-1 7 15,6 6 4-15,2-4-5 0,7 2 7 0,0-3 1 16,-6 3-3-16,-3 1-5 0,-5-3 2 0,-6 3 1 16,-31 1 2-16,-3 1-9 0,-4 0 0 0,-1-5-1 15,-15 5 0-15,-5 3-1 0,-3-3-3 0,-11 1 4 16,-2-1 18-16,-9 1 1 0,3 0 8 0,-4 1 0 16,-9 1-5-16,14-1-3 0,-14 1-2 0,9-1-19 15,-9 1-25-15,8-2-42 0,-8 2-55 0,0 0-53 16,0 0-55-16,0 0-75 0,-27 4-264 0,15-4-602 15,12 0 266-15</inkml:trace>
  <inkml:trace contextRef="#ctx0" brushRef="#br1" timeOffset="18978.32">12861 3593 133 0,'-3'-4'222'0,"-2"-1"-21"0,0 1-14 16,-1-1-21-16,-3 1-9 0,-4-1-7 0,-5 2-12 16,0 0-9-16,-5 2-13 0,5 1-7 0,-5 1-10 15,0-1-5-15,-3 3-7 0,-5 5-9 0,3-2-6 16,-3 2-7-16,4-1-5 0,2 2-3 0,5-1-6 16,1-2-7-16,1 5-4 0,1-2-3 0,1 2-7 15,1 2-1-15,3-2-5 0,2 3 2 0,0 1-5 16,6-1 3-16,0 3-3 0,3-5-1 0,2 5-2 15,3-3 0-15,0-2 8 0,6-3 6 0,2 3-3 16,3-2 3-16,3-2-2 0,7-1 1 0,-7 0-6 16,4-2 2-16,1-3-5 0,0-1 1 0,-5-2 7 15,1-1 9-15,-2-4 11 0,1-3 9 0,-2-2 14 16,0-1 4-16,-3-4 6 0,2-5 8 0,-5 5-5 16,3-6 4-16,-2-4-3 0,1-1-7 0,-5-2-1 15,5-1-6-15,-6-4-10 0,3-1-1 0,4-11 0 16,-5 11 0-16,-1-11 1 0,-3 11-5 0,0 1 9 15,-3 2 5-15,3 3-1 0,-4 3 3 0,0 6-6 16,0 4 2-16,0 3-10 0,0 4-4 0,-1 1-6 16,1 2-9-16,0 0-8 0,0 1-32 0,1 2-33 15,-1 3-27-15,0 0 8 0,0 0 3 0,-9 13 6 16,5 2 8-16,-1 9 5 0,0 4-1 0,-3 4 5 16,3 14 1-16,0-10 2 0,-1 0 3 0,-2 9 2 15,0-13 11-15,7 2-8 0,-3 1 9 0,4-4 1 16,0-4-7-16,2-2 4 0,-2 0 5 15,0-7 2-15,0-1-12 0,0-4 0 0,2-4 2 0,-2 0-6 16,1 0-1-16,2-3 16 0,-3-1-10 0,0-5 9 16,0 9 0-16,0-9 5 0,0 5-4 0,0-5 1 15,0 0-14-15,0 0-39 0,0 0-44 0,0 0-36 16,0 0-41-16,0 0-43 0,-4-17-55 16,2 12-313-16,2-4-634 0,0 1 281 0</inkml:trace>
  <inkml:trace contextRef="#ctx0" brushRef="#br1" timeOffset="19446.66">13053 3423 104 0,'10'-5'259'0,"0"0"-17"0,-4 2-24 0,1 2-24 15,-1-2-20-15,3 3-6 0,-3 2-17 0,5 0-8 16,-2 4-10-16,0 1-10 0,-2 0-7 0,0 2-10 15,-1 4-7-15,-1-1-10 0,0 2-5 0,-4 3-12 16,-1-3 0-16,-1 4-7 0,-1 0-4 16,-1 0-10-16,-2-1 1 0,0-1-7 0,1-3-3 15,-1-1-5-15,-1 1-1 0,-3-2-3 0,4-3 1 16,2 0-2-16,0-2-7 0,1-2 9 0,-1 2 20 0,1-3 18 16,2-3 25-16,-3 7 33 0,3-7 22 0,0 0 24 15,0 0 4-15,0 0-20 0,0 0-18 0,0 0-13 16,9-13-13-16,-2 5-12 0,3-5-12 15,0 1-9-15,4-3-14 0,0-5-3 0,0 6-7 16,1-8-3-16,1 7-12 0,-2 1 0 0,-1 0-5 16,-3 3-8-16,-3 2 2 0,0 2-5 0,-1 0-5 15,0 3-2-15,0-2-4 0,-4 3-10 0,1 0-8 16,-1 1-20-16,2 0-15 0,-4 2 2 0,0 0 5 16,7 10-4-16,-6-2-8 0,0 0 16 0,-1 3 2 15,-1 3 5-15,0-4 5 0,-1 6 4 0,1 0 0 16,0 5-4-16,0-6 0 0,-1 1 9 0,4-3-25 15,-2-2-11-15,0-1-13 0,2 0-20 0,-2-2-18 16,1-1-17-16,2-3-12 0,0 2-13 0,3-2-27 16,-6-4-25-16,10 1-32 0,-10-1-33 0,16-8-36 15,-6 3-257-15,-5-3-586 0,1-1 259 0</inkml:trace>
  <inkml:trace contextRef="#ctx0" brushRef="#br1" timeOffset="19878.37">13498 3173 176 0,'-1'-4'372'0,"1"-1"-26"0,3 1-31 0,-2 0-32 16,2 2-30-16,-3 2-30 0,2-6-24 0,-2 6-21 16,0 0-21-16,0 0-12 0,0 0-16 0,9 8-12 15,-6-1-15-15,2 1-14 0,0 1-4 0,0 2-2 16,-1 0-14-16,-3 1 0 0,0 4-7 0,2 0-5 15,-2 1-8-15,-1 1-1 0,0-1-5 0,-1-1-1 16,-3-4 3-16,2 1-10 0,0-2 0 0,-2 1-2 16,2-4-2-16,-3 2 2 0,2-3-7 0,1-1-2 15,0-1 8-15,0 0-1 0,1 0-7 0,-1-3 4 16,1 1 8-16,1-3 20 0,0 0 6 0,-1 7 15 16,1-7 19-16,0 0 7 0,0 0 5 0,0 0 1 15,0 0 3-15,4 3-6 0,-4-3-13 16,15-5-11-16,-2 0-6 0,7 2-12 0,9-3-2 0,2-2-7 15,1 1-5-15,0-1-7 0,4 4-5 0,-3-6-6 16,4 4 0-16,4 0-3 0,-4 1 0 0,-5 0-4 16,0-1 4-16,-4 4-4 0,-11-2 2 15,-3 3 2-15,-3 0 2 0,-2 0-1 0,0-1 1 16,-4 1 1-16,0 1-2 0,-1-2-4 0,-4 2 0 16,6-2-6-16,-6 2-15 0,8 0-22 0,-8 0-26 0,0 0-46 15,4-2-51-15,-4 2-81 0,0 0-89 0,0 0-108 16,0 0-362-16,-14-6-844 0,14 6 374 0</inkml:trace>
  <inkml:trace contextRef="#ctx0" brushRef="#br1" timeOffset="21994.35">14983 2830 64 0,'-6'0'196'0,"6"0"-9"0,0 0-12 0,0 0-3 16,0 0-18-16,0 0-7 0,-9 0-9 0,9 0-11 16,0 0-9-16,0 0-8 0,0 0 1 0,0 0-14 15,0 0-2-15,0 0-1 0,0 0 0 0,0 0-3 16,-4 1-2-16,4-1 3 0,0 0-2 0,0 0-3 15,0 0 0-15,0 0-2 0,0 0-5 0,0 0-5 16,0 0-4-16,0 0-4 0,0 0-9 16,0 0-4-16,0 0-6 0,0 0-6 0,0 0-1 15,0 0-17-15,0 0 9 0,0 0-4 0,0 0 2 0,0 0-7 16,0 0 1-16,0 0-4 0,0 0-1 0,0 0 2 16,0 0 0-16,0 0-8 0,0 0-2 0,0 0 1 15,0 0 2-15,0 0 1 0,0 0-7 0,0 0 3 16,0 0-1-16,0 0-1 0,0 0-4 15,0 0 1-15,0 0-1 0,0 0 3 0,0 0-3 16,0 0 0-16,0 0-4 0,0 0 0 0,0 0 1 16,0 0 1-16,0 0-2 0,0 0 0 0,0 0-2 15,0 0 5-15,0 0-3 0,0 0-3 0,0 0 2 16,0 0 2-16,0 0-12 0,0 0 13 0,0 0-3 16,0 0-2-16,0 0 0 0,0 0 3 0,0 0 0 15,0 0-3-15,0 0 3 0,0 0-3 0,0 0 11 16,0 0-5-16,28-1-4 0,-7-2 1 0,6 1-1 15,7-2 3-15,3 0-1 0,1 1 0 0,16-1-6 16,-2 2 0-16,-12-1 5 0,1 1-5 0,10 0 3 16,-14 1-1-16,-2-1 1 0,-2 2-2 0,-2-2 14 15,-10 2-14-15,2 0 1 0,-6 0-17 0,-3-2-9 16,-4 2-17-16,-2 0-9 0,1-2-12 0,-3 2-4 16,-2-1-16-16,-4 1-9 0,0 0-30 0,0 0-32 15,0 0-39-15,0 0-39 0,0 0-187 0,0 0-457 16,0 0 202-16</inkml:trace>
  <inkml:trace contextRef="#ctx0" brushRef="#br1" timeOffset="22356.42">16307 2535 2369 0,'4'-10'139'0,"4"-6"-13"0,-5 3 2 15,0 1-24-15,1 2-5 0,-2 0-13 0,0 3 1 16,0-1-19-16,1 1 17 0,-1 3-2 0,0 1-9 0,-1-1-7 16,0-1-16-16,-1 5-7 0,2-5-8 0,-2 5-3 15,0 0-21-15,0 0 10 0,2 19 1 16,-2-4-6-16,-2 2-1 0,-1 9 1 0,2-1-2 15,-2 4 1-15,1-3-1 0,-1 3-4 0,2-2 6 16,1-3-9-16,1-5-3 0,-2 1-1 0,2-2 9 16,-1 2-7-16,0-7 3 0,0 3 8 0,1-4-8 15,-1-2-28-15,0 0-16 0,0-1-26 0,-1 0-23 16,1-1-20-16,0-3-18 0,-1 0-18 0,1-5-5 16,0 10-14-16,-2-8-20 0,2-2-54 0,0 0-209 15,0 0-478-15,0 0 211 0</inkml:trace>
  <inkml:trace contextRef="#ctx0" brushRef="#br1" timeOffset="22684.34">16749 2684 33 0,'0'0'261'0,"0"0"-12"0,0 0-13 0,0 0-7 0,-10-2-3 15,10 2 2-15,0 0-22 0,0 0-19 0,0 0-18 16,0 0-13-16,0 0-16 0,0 0-11 16,24-2-17-16,-5 2-10 0,2-3-11 0,-1 1-4 15,15-1-13-15,-2 1-6 0,4-1-23 0,0 0 14 0,2 2-10 16,0-2-4-16,12-1 1 0,-12 2-10 0,-1 1-21 15,-5-1-45-15,-5-3-20 0,0 5-20 0,-11-3-17 16,-4 2-12-16,-6-2-27 0,5 0-54 16,-8 1-68-16,-4 2-150 0,-4-7-432 0,-4 2 192 15</inkml:trace>
  <inkml:trace contextRef="#ctx0" brushRef="#br1" timeOffset="22912.33">16987 2508 196 0,'-1'-5'297'0,"-3"3"-2"16,3-1-8-16,1 3-23 0,-2-5-19 0,0 3-23 15,2 2-25-15,0 0-26 0,0 0-21 0,0 0-16 16,0 0-17-16,0 0-3 0,-4 14-16 0,1 1-16 16,-3 4-6-16,-1 7-9 0,0 1-2 0,3 2-6 15,2 1-6-15,-5 0 4 0,5-1-12 0,-1-1-3 16,3 1-27-16,1 0-28 0,2-2-38 0,-2-2-42 15,3-2-41-15,-3-3-54 0,3-2-75 16,-1-5-172-16,1-1-471 0,3-4 210 0</inkml:trace>
  <inkml:trace contextRef="#ctx0" brushRef="#br1" timeOffset="23679.14">17545 2271 174 0,'0'0'202'0,"0"0"-17"0,0 0-15 0,0 0-17 16,0 0-15-16,0 0-12 0,0 0-7 0,21 2-9 16,-15-1-4-16,6-1-13 0,-1 2 0 0,5 2-3 15,-2 1-5-15,2-2-13 0,3 2-3 0,-1-1-5 16,1 2-4-16,-6 0-7 0,1-1-4 0,0 1-7 15,-4 3-2-15,2-4-5 0,-7 3-4 0,4 1 0 16,-5 0-3-16,-3 0-7 0,2 2 1 0,-6-2-1 16,2 0-5-16,-8 2 2 0,1 0-6 0,-1 4 2 15,-2-8-5-15,-1 6 6 0,2-4-5 16,-3 2 2-16,4-2-4 0,-5-1 1 0,4-2-3 0,1 2 0 16,-1-1-1-16,4-2-3 0,-1 3 3 0,2-4-1 15,0 2-1-15,1-3 0 0,2 4 2 0,0-2-2 16,0 0 2-16,6 2 0 0,-2 0 1 0,3-3-3 15,3 7 2-15,2-5-1 0,0 5 5 0,6 0-5 16,-4 0-6-16,3 1 4 0,-1 0 1 16,1 0-2-16,0 0-1 0,-2 1 2 0,2 0-2 15,-6 0 0-15,2-1 3 0,-5 0-3 0,2 0 3 16,-3-2-3-16,-1 0 4 0,-3 0-3 0,-1 1 1 0,-1-3-1 16,-6 2 2-16,3-2 0 0,-6 0 3 0,1-3-4 15,-4 2 5-15,-2-2-2 0,-4 0 0 0,2 0-3 16,-2 0 2-16,-1-3-1 0,0 1-1 15,-1-2-1-15,3 1-7 0,-3-2-12 0,1 0-20 16,2 0-21-16,0-3-38 0,5 0-47 0,2-1-64 16,-1 1-156-16,7-2-394 0,0 3 174 0</inkml:trace>
  <inkml:trace contextRef="#ctx0" brushRef="#br1" timeOffset="24196">18054 2449 82 0,'9'1'148'0,"0"1"-2"0,2 3-14 0,0 0-11 16,-1 2-11-16,0 3-7 0,-4-1-8 0,1 4-8 15,-1-1-3-15,-2 5-18 0,-2 0 5 0,-2 0-2 16,-2 0-4-16,-2 1 2 0,-5 0-8 0,2-1 4 16,-9 3-6-16,6-4-7 0,-8 3 2 0,4-5-1 15,-1-2-2-15,1 0-4 0,1-1-5 0,0-4 3 16,4 3 0-16,1-6 2 0,2 1 1 0,-2-2 10 16,3 1 9-16,0-1 19 0,3-1 23 0,2-2 26 15,-7 4 32-15,7-4 50 0,0 0-9 0,0 0-24 16,0 0-21-16,5-13-12 0,3 4-15 15,-3 1-14-15,3-4-13 0,3-1-9 0,2-1-8 0,1 0-11 16,4-6-10-16,0-1-4 0,-5 6-10 16,5-7-2-16,-3 3-5 0,-1 4-14 0,-4 0 0 15,1 1 4-15,-3 5-8 0,-4 3 3 0,0 1-8 16,1 0-4-16,-1 1 1 0,-3 0-20 0,3 0-24 16,-2 2-28-16,-2 2-17 0,0 0 17 0,0 0-3 15,0 0 5-15,-7 15 5 0,3-3 5 0,-1-1 2 16,-3 5 3-16,2 1 2 0,2 0 11 0,-2-2-1 15,5 3-2-15,-1 0 6 0,2 1-4 0,4-2-7 16,1-2-14-16,1 1-12 0,3-1-19 0,1 0-21 16,2-1-30-16,1-4-44 0,-4-1-55 0,6-4-68 15,-3-3-226-15,-1-1-560 0,1-1 249 0</inkml:trace>
  <inkml:trace contextRef="#ctx0" brushRef="#br1" timeOffset="24461.4">18464 2239 101 0,'9'7'175'0,"-6"-1"-4"0,-1 6-7 15,1-2-11-15,3 16-2 0,2 0 2 0,1 6-8 16,-2 1-1-16,0 14 0 0,-3 6-3 0,-7-2-10 15,2 0-12-15,-6 2-15 0,-5-3-6 0,-2 1-5 16,-4-4-8-16,-3-4-9 0,-3-2-6 16,-5-2-1-16,-3-2-6 0,-4-4-5 0,-6-5-4 15,-2-2-9-15,-2 0-24 0,11-13-41 0,-13 3-41 16,-3-3-46-16,13-4-60 0,-16 0-229 0,0-6-428 16,-2-2 189-16</inkml:trace>
  <inkml:trace contextRef="#ctx0" brushRef="#br1" timeOffset="24977.59">16219 2089 68 0,'-15'10'193'0,"2"0"-16"0,0 5-10 0,-9 9-15 15,-6 17-11-15,-2 0-5 0,-2 11-8 0,-12 25 10 16,3-1-5-16,3 2-13 0,13-26-11 16,1 4-5-16,7-2-10 0,5 1 21 0,4-4-1 15,10-1 2-15,8 1-8 0,9-4-3 0,8-1-6 16,16-5 3-16,2-4-18 0,10-6-38 0,5-5-52 16,28 3-83-16,-1-9-112 0,-26-10-209 0,-1-2-442 15,-1-4 196-15</inkml:trace>
  <inkml:trace contextRef="#ctx0" brushRef="#br1" timeOffset="27351.65">19513 2480 124 0,'-11'-3'146'16,"-1"1"-14"-16,-1 2-5 0,-6-1-13 0,-2 3-2 16,0 1-12-16,-7 2-9 0,0 3-5 0,1 2 0 15,0 1-9-15,-1 3 0 0,5-2-8 16,5-2 0-16,-2 1-9 0,2 0-6 0,3 3-4 15,-2-4-6-15,5 3-3 0,5-2-3 0,0 0 1 0,1-2-3 16,2 3 21-16,3-3-8 0,4 1 1 0,4 0 1 16,1-1 4-16,1-1-4 0,7 1-3 0,1-1 2 15,2-2-8-15,-1-3-3 0,5-2-1 0,1 0 6 16,-5-3 6-16,11-1 7 0,-11-3 10 0,1-3 11 16,6-2 5-16,-11-1 13 0,6-6-7 15,-6-3-3-15,2 0-3 0,-2-2-9 0,-1-5 0 16,-5 1-11-16,5-4-7 0,-6-1-4 0,-2 0-11 15,2-14 0-15,-2 11-6 0,-2-14 1 0,-1 15-4 0,-1 2-3 16,2 2 8-16,-4-1-2 0,-1 10-6 16,2 2 21-16,-5 2 16 0,4 0-2 0,0 5 0 15,-1 3-4-15,1 1-1 0,1 1-6 0,-2 2-10 16,1 2 2-16,0-2-33 0,0 5-37 0,0-6-26 16,0 6-10-16,0 0-2 0,0 0 7 0,-3 19 12 15,1 0 2-15,-2 4 7 0,-2 6 4 0,3 4 4 16,-2 1 4-16,-3 15 4 0,3-15-5 0,2 1 12 15,-3 2 2-15,6-3 5 0,0-2-2 0,0 1 0 16,4-5 4-16,-5-3-2 0,2-5 2 0,1-3 3 16,-2 0 4-16,0-6-2 0,3 2 5 0,-6-2-6 15,6-3-31-15,-3-1-16 0,0-2-15 0,0 0-5 16,0 0-6-16,0-3-8 0,0-2-7 0,0 0-42 16,0 0-63-16,0 0-36 0,0 0-215 0,0 0-479 15,0 0 212-15</inkml:trace>
  <inkml:trace contextRef="#ctx0" brushRef="#br1" timeOffset="27976.23">19633 2335 243 0,'2'-1'248'0,"-1"-3"-22"0,-1 4-22 0,4-5-22 16,-3 2-18-16,-1 3-17 0,0 0-18 0,0 0-12 15,0 0-15-15,0 0-8 0,12 8-9 16,-9-4-10-16,0 0-6 0,-1 2-4 0,2 1-9 0,1 2-4 15,1-1-5-15,0 1-4 0,0 0-7 0,-2 2-2 16,3-4-3-16,0 2-2 0,-3-3-6 0,1-1 2 16,0 2-3-16,0-3-4 0,-1-1-25 0,0-3-1 15,1 3 2-15,-5-3 0 0,10-3 7 16,-6 3-1-16,4-3 10 0,-4-4 2 0,1 0 5 16,4 2 4-16,-3-5 6 0,-2 5 1 0,2-5 3 15,0 1 4-15,-3 3 6 0,2-1-1 0,-3 1 6 16,1 3 5-16,0-2-2 0,0 1-3 0,-2-1-3 15,1 3-6-15,0-1-5 0,-2 3-5 0,2-5-15 16,-2 5-9-16,0 0-3 0,0 0-3 0,6 8 3 16,-6-1-4-16,0 5 2 0,-2 2-1 0,0 6 6 15,-1 6-3-15,-1 4 0 0,0 1 3 0,-1 3 0 16,-1 1-6-16,0 0 8 0,-1 13 2 0,3-14 3 16,-4 1-4-16,1 0 0 0,-1 0-1 0,1-2-1 15,0-2 2-15,3 4 2 0,-2-2 0 0,-2-3-1 16,6-4 0-16,-5-7 2 0,3 0-3 0,2-2 4 15,-6-3-8-15,7-3 6 0,-4-1-1 0,1-1 1 16,2-2-1-16,-1-1 1 0,-1-2 6 0,0-2-3 16,4-2 14-16,-10 3-9 0,10-3 6 0,-13-8 8 15,1 2 6-15,1-6 7 0,4 3-4 0,-1-5 12 16,-1-2 5-16,3-1 3 0,0-10 3 0,4 2-3 16,1 0-7-16,3-6-5 0,6 0-8 0,0 0-1 15,6-1-5-15,0 3-6 0,0 0 1 16,2 2-2-16,4 1-6 0,1 2-4 0,-3 3-3 15,5 2 0-15,0 1-6 0,1 1 0 0,1 3 16 16,-1 1-18-16,-4 4 2 0,-3 1 0 0,-3 1-4 0,-4 2 2 16,-1 1-1-16,1 0-9 0,-3 3-25 0,-2-4-26 15,0 3-31-15,-1 1-43 0,-4 1-23 0,0 0-5 16,5 5-12-16,-5-5-37 0,-10 9-53 0,2-1-236 16,-5 0-537-16,3 0 238 0</inkml:trace>
  <inkml:trace contextRef="#ctx0" brushRef="#br1" timeOffset="28597.09">18908 3059 2006 0,'-21'4'137'0,"3"-1"-79"16,4 1-35-16,1-4-3 0,3 1 1 0,3 0-1 16,0 1 6-16,3-2 8 0,4 0 2 0,-10 1 4 15,10-1-5-15,0 0-1 0,-6 0-5 0,6 0 0 16,0 0-7-16,0 0 1 0,0 0-4 0,0 0 0 16,0 0-5-16,0 0 0 0,0 0 2 0,0 0-7 15,0 0 4-15,0 0 1 0,0 0 0 0,0 0 6 16,0 0-5-16,0 0 1 0,0 0 0 0,0 0 1 15,0 0-4-15,0 0 2 0,0 0-5 0,0 0-1 16,0 0-2-16,0 0 3 0,0 0-1 0,0 0-3 16,0 0-1-16,0 0 0 0,14 4-1 0,-14-4 5 15,0 0 8-15,0 0 4 0,0 0 1 0,0 0 7 16,0 0 3-16,0 0 3 0,0 0-3 0,0 0 1 16,0 0-3-16,0 0-2 0,0 0-2 0,0 0-3 15,0 0-5-15,0 0 0 0,0 0-4 0,0 0 0 16,0 0-11-16,0 0 9 0,0 0 1 0,0 0-5 15,0 0-1-15,0 0-3 0,0 0 5 0,0 0 1 16,0 0-3-16,0 0-2 0,0 0 7 0,0 0 4 16,0 0 5-16,0 0 3 0,0 0 1 0,0 0-1 15,0 0 1-15,6 0 2 0,-6 0 0 0,19-3 0 16,2 1 4-16,12-1-8 0,19-4-3 16,6 0-2-16,7 0 0 0,40 1 2 0,-2 0 9 15,-3-2 9-15,9-1-4 0,-1 1 5 0,6 4-5 16,2-3 6-16,-2-1 1 0,-9-2-3 0,-12 6-2 15,-30-1 2-15,-5-2-3 0,-3 3-5 0,-19 3-3 0,-5-4 0 16,-8 2 9-16,-4 1 9 0,-8 0-18 0,0 2 21 16,-2-2-7-16,-3 1 0 0,0-1-4 15,0 0-38-15,-3 2-1 0,-3 0-47 0,0 0-59 16,0 0-37-16,0 0-47 0,0 0-41 0,-35 2-70 16,17 1-276-16,-3-1-625 0,2 1 277 0</inkml:trace>
  <inkml:trace contextRef="#ctx0" brushRef="#br1" timeOffset="29360.57">19522 3684 107 0,'-6'-6'195'0,"-5"-2"-13"0,0 1-7 15,-3-1-18-15,0 2 0 0,-1 1-9 0,-2-1-10 16,0 2-12-16,-3 0-5 0,0 1-13 0,2 2-8 15,-3 1-8-15,-7 0-12 0,5 4-7 0,5 0-10 16,-4 3-3-16,2 0-5 0,1 0-10 0,0 2-3 16,3 4-4-16,-4 5-7 0,8-3-4 0,1-2 2 15,2 3-1-15,1 1-4 0,2 1-1 0,2-1-2 16,4-2 2-16,3-1-5 0,2 0 4 0,5 1 4 16,2-2 0-16,3-4 2 0,1 2 0 0,5-4-1 15,6 0 0-15,1-2 0 0,-9-5 1 0,5 0 6 16,3-2 9-16,-8-2 7 0,2-2 12 0,-2-3 7 15,-1-3 5-15,2-7 7 0,-2 0 5 0,-2-4-11 16,-3 1 8-16,-1-3 2 0,-1-1-5 0,-3 1 2 16,1-4-11-16,-4 1-3 0,-1-1 10 0,1-5-16 15,-4 4-7-15,3-5-14 0,-1 2 5 0,-6-2-5 16,6 4 20-16,-6 1 2 0,3 12-3 0,-1-2-2 16,1 5 1-16,1 3 2 0,-1 3-10 0,-1 2-13 15,2 2 1-15,-1 0-34 0,-1 0-35 0,1 5 1 16,0 0 2-16,0 0 1 0,-7 20 3 0,1-6 1 15,0 10-2-15,-2 3 8 0,0 2 8 0,-2 3-2 16,5-1-2-16,-1 2 3 0,1 0 5 0,3 2-1 16,-2-3-21-16,3-3-15 0,1 0-15 0,1 0-5 15,1 0-25-15,0-2-15 0,0-8-12 0,0-2-20 16,-2-5-16-16,1-1-32 0,1 0-22 0,0-2-27 16,0-3-42-16,0 0-177 0,-2-6-485 0,4 2 215 15</inkml:trace>
  <inkml:trace contextRef="#ctx0" brushRef="#br1" timeOffset="29810.87">19669 3537 136 0,'5'-3'212'0,"3"1"-16"0,-1 1-19 15,1 1-10-15,3 1-10 0,1 1-13 0,-3 1-7 16,4 5-8-16,-3-2-8 0,4 6-5 0,-6 0-10 15,2 2-3-15,-1 3-8 0,-1 1-11 0,-1 0-9 16,-4 1-4-16,-2 8-5 0,-2 1-7 0,0-2-1 16,-4-1-7-16,1-7-4 0,-3 2-7 15,1-3 0-15,-2-1-3 0,-1 0-3 0,-1-3-3 0,4 2 1 16,-1-5 3-16,0-3-4 0,0 0 5 0,5-3 7 16,-1 2 10-16,-1-1 22 0,4-5 28 0,-4 3 36 15,4-3 37-15,0 0-7 0,0 0-11 0,0 0-2 16,0 0-17-16,0-18-12 0,7 5-14 0,-2-2-9 15,7-3-5-15,3-5-18 0,3-4-12 16,-2 0-3-16,6 0-8 0,4-2-10 0,-5 2-8 16,2 4-10-16,-1-2-7 0,-4 4 4 0,-3 6-8 0,-6 3 6 15,3 1-3-15,-6 3-10 0,-1 3 1 0,-1 0-5 16,1 1-10-16,-2 0-14 0,-2 3-23 16,-1 1-7-16,0 0 7 0,0 0 8 0,-10 11-5 15,2 0 5-15,-3 3 0 0,-2 2 8 0,-5 7-11 16,5 3 16-16,0 2 7 0,1 2-2 0,1 0 2 15,8-5-1-15,1 4-2 0,4-1 1 0,5-2 9 0,6-5-1 16,7 1-9-16,11-5-6 0,15-1-40 0,12-2-65 16,-1-8-74-16,6-5-100 0,3-5-347 15,-1-3-699-15,3-4 310 0</inkml:trace>
  <inkml:trace contextRef="#ctx0" brushRef="#br1" timeOffset="31877.91">21346 2937 112 0,'0'0'154'0,"0"0"-1"0,-9 0-16 0,9 0-9 0,0 0 3 15,-7-3-12-15,7 3-6 0,0 0-3 0,0 0-5 16,-7 3-6-16,7-3-2 0,0 0-2 0,0 0-3 16,0 0-5-16,0 0 3 0,0 0-9 0,0 0-5 15,0 0-2-15,0 0-6 0,-5 1-1 0,5-1-8 16,0 0 0-16,0 0-3 0,0 0-7 0,0 0-3 15,0 0-2-15,0 0-4 0,0 0-2 16,0 0-1-16,0 0-4 0,0 0-2 0,0 0-2 16,0 0-3-16,0 0-3 0,0 0-1 0,0 0 0 0,0 0 5 15,0 0-8-15,0 0-2 0,0 0 1 0,0 0-2 16,-3-8-4-16,3 8 6 0,0 0-4 0,0 0 6 16,0 0 3-16,0 0 1 0,0 0-2 0,0 0-1 15,18 2-3-15,-1-2-2 0,11-2-3 16,6 1 1-16,17-1-1 0,5 1-4 0,4-3 0 15,3 6-1-15,-3-6-2 0,0 4 1 0,-5 0 2 0,0 0-4 16,-18 2 2-16,-1-2 0 0,-7 3-1 16,-2-2-1-16,-10-1-4 0,-3 0 4 0,-3 1-4 15,-2 2-3-15,0-3-10 0,-4 0-6 0,-5 0-12 16,11 0-1-16,-11 0-2 0,0 0-7 0,0 0-8 16,0 0-9-16,0 0-23 0,0 0-8 0,0 0-26 15,-39-1-14-15,32-1-37 0,0 2-25 0,-2 0-173 16,2-1-393-16,7 1 174 0</inkml:trace>
  <inkml:trace contextRef="#ctx0" brushRef="#br1" timeOffset="32599.01">22318 2668 107 0,'1'-5'319'0,"3"0"-16"0,1 0-19 0,-5 0-23 16,4 3-25-16,-3-1-28 0,3 1-20 0,-4 2-22 16,0 0-20-16,3-5-18 0,-3 5-11 0,0 0-17 15,0 0-7-15,6 10-8 0,1-5-7 0,-5 0-5 16,6 3-15-16,-3 1-7 0,1-2-17 0,1 5-18 16,0-6-1-16,1 2-4 0,-2 0-11 0,2-1 0 15,1-1-4-15,0-1 0 0,0 0 0 0,1-4 0 16,0 1 0-16,3-2-1 0,-1-2 1 0,-1 2-1 15,2-6 3-15,-2-1-1 0,1 2 1 0,-1-5 1 16,1-1 6-16,-3 1 5 0,2-2 5 0,-3 2 3 16,1-3 1-16,-4 3 6 0,3-3-1 0,-1 1 9 15,-3 1 4-15,1 2 1 0,1-2 5 0,-1 4 2 16,-3 0 2-16,1 3-3 0,-2 2-7 16,1-5 2-16,0 3-14 0,-2 4-3 0,4-2-31 15,-4 2-10-15,0 0 0 0,0 0 2 0,-3 14 3 16,-1-3-4-16,0 7 2 0,-3 11 6 0,0 2 8 0,1 3 0 15,-3 12-1-15,0 5 0 0,3-1 14 0,-2 5-2 16,3 1 2-16,-1 0 3 0,3-1 2 16,2 1-4-16,-2-3-1 0,3-2 1 0,0-2-3 0,0-3 4 15,0-12-2-15,0 0-5 0,0-2 3 16,-1-5-1-16,-3 1 4 0,-1-11-4 0,-2-2-2 16,2 2 6-16,-6 0-14 0,-1-6 15 0,-3 1-2 15,2-2 2-15,-6-5-6 0,2 2 6 0,-3-5 4 16,0-1 0-16,-1-3 2 0,-2 1 4 0,4-4-3 15,0-1 5-15,-8-5 10 0,0-1 6 0,4 1-1 16,4 0 10-16,6-4 25 0,-1 0 11 0,-2-6 12 16,7 2 9-16,0-4 1 0,5-5-10 0,5 0-7 15,7-5-13-15,11-13-11 0,8 3-6 0,6 0-12 16,9-3-5-16,4 3-4 0,23-13-7 0,-19 20-7 16,25-10-5-16,-20 17-3 0,25-10-3 0,-23 14 1 15,-1 4-5-15,-2 2 2 0,-4 1-3 0,-16 7-1 16,2-2-5-16,-5 3 11 0,-7-1-3 0,-4 6 0 15,-8-2-1-15,-1 4 0 0,-2 0 9 0,-1 1 2 16,-3 0-10-16,2-1 5 0,-4 1-1 0,1-1-2 16,-4 3-1-16,4-2-11 0,-4 2-16 0,0 0-21 15,5 0-32-15,-5 0-29 0,0 0-43 0,0 0-14 16,0 0-28-16,-24 2-28 0,19 3-27 0,1-2-35 16,0 1-47-16,0 1-282 0,2-1-649 0,2-4 287 15</inkml:trace>
  <inkml:trace contextRef="#ctx0" brushRef="#br1" timeOffset="32893.78">23459 2847 152 0,'0'0'312'16,"0"0"-31"-16,0 0-28 0,17-8-24 0,-8 3-24 16,2 1-21-16,7 1-20 0,3-1-15 15,9-2-17-15,-3 3-20 0,6 2-38 0,1 1-35 16,-2 0-45-16,-2 0-57 0,1 0-82 0,-2 0-201 0,-8-3-374 15,-4 3 166-15</inkml:trace>
  <inkml:trace contextRef="#ctx0" brushRef="#br1" timeOffset="33058.26">23417 2999 130 0,'-4'4'227'0,"7"-1"-6"0,4 1-17 0,6 0-19 15,17 0-17-15,5-2-15 0,3-1-18 0,16 4-17 16,1-5-22-16,5 1-29 0,2-1-34 0,0 3-43 16,4-2-51-16,24-2-59 0,-34 2-138 0,10-4-279 15,-5-4 123-15</inkml:trace>
  <inkml:trace contextRef="#ctx0" brushRef="#br1" timeOffset="33478.05">24830 2625 112 0,'-6'-1'141'15,"-3"1"-7"-15,-1 0-15 0,-3 1-9 0,-1 0-6 16,-4 3-5-16,0 2-6 0,-1 0-9 0,-7 5 2 16,2-1-2-16,1 4-9 0,-1 1-5 0,2 0-5 15,-4 3 0-15,2 4-6 0,0-2-7 0,1 4 20 16,6-2 9-16,-2 0 5 0,10-4 12 0,0 6 6 16,2-1-5-16,5-2 3 0,11 2 1 0,-5-3 9 15,10 3-3-15,5-1 6 0,8-3 0 0,5-3-8 16,18-2-5-16,1-3-11 0,4-6-10 0,0-7-7 15,-5-6-8-15,0 1-6 0,-12-3 1 0,-1-4 2 16,-1-3 3-16,-3-1-1 0,-4-3-3 0,-4-2-6 16,-1-5-3-16,-4-1-7 0,-5-3-2 0,-1-1-1 15,-7-1-15-15,-4 2-9 0,-6 1-21 0,-2-1-13 16,-8 4-21-16,-6 1-48 0,-9 4-45 0,-19-3-65 16,-3 3-82-16,-13 10-258 0,-1 3-577 0,-25-4 255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2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8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2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3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2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4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2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7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2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168C8-A73D-4C98-9CED-122D9A4F9468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B8990-8BC3-4F5C-8243-797200E1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5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59040" y="346320"/>
              <a:ext cx="10774440" cy="4933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1480" y="336240"/>
                <a:ext cx="10786680" cy="49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29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05040" y="512640"/>
              <a:ext cx="9324000" cy="5725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120" y="504720"/>
                <a:ext cx="9341640" cy="574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257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21720" y="876600"/>
              <a:ext cx="10539360" cy="5437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080" y="871200"/>
                <a:ext cx="10556640" cy="54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624880" y="2191680"/>
              <a:ext cx="1442880" cy="487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16960" y="2183400"/>
                <a:ext cx="1463400" cy="5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27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25560" y="612720"/>
              <a:ext cx="7662240" cy="2669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6560" y="610200"/>
                <a:ext cx="7675920" cy="268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288800" y="2413440"/>
              <a:ext cx="10613880" cy="2778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240" y="2405880"/>
                <a:ext cx="10624680" cy="27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103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51120" y="699120"/>
              <a:ext cx="10904040" cy="535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5000" y="694440"/>
                <a:ext cx="10913400" cy="53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01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73520" y="715242"/>
              <a:ext cx="8565480" cy="4560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4160" y="705882"/>
                <a:ext cx="8584200" cy="457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80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36360" y="596802"/>
              <a:ext cx="9785160" cy="527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7000" y="587442"/>
                <a:ext cx="9803880" cy="529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049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39480" y="757440"/>
              <a:ext cx="11332800" cy="4969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000" y="747000"/>
                <a:ext cx="11353320" cy="49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46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14120" y="685080"/>
              <a:ext cx="9235440" cy="559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9800" y="677880"/>
                <a:ext cx="925056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99280" y="739722"/>
              <a:ext cx="11074320" cy="4493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9920" y="730362"/>
                <a:ext cx="11093040" cy="45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2800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69120" y="997200"/>
              <a:ext cx="8673480" cy="5011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040" y="989640"/>
                <a:ext cx="8695440" cy="50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630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25800" y="429120"/>
              <a:ext cx="10500120" cy="5275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6080" y="426600"/>
                <a:ext cx="10514880" cy="52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957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80800" y="767880"/>
              <a:ext cx="10877400" cy="4859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3600" y="759600"/>
                <a:ext cx="10896120" cy="487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697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19880" y="724680"/>
              <a:ext cx="10671120" cy="4483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5200" y="717840"/>
                <a:ext cx="10682280" cy="449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943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40080" y="1027440"/>
              <a:ext cx="11435040" cy="532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880" y="1024200"/>
                <a:ext cx="11445480" cy="533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4382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96720" y="661320"/>
              <a:ext cx="5757120" cy="1738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7720" y="656640"/>
                <a:ext cx="5770440" cy="175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3085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685108"/>
            <a:ext cx="118967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83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13080" y="586800"/>
              <a:ext cx="8438040" cy="839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440" y="582120"/>
                <a:ext cx="8456040" cy="85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697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4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93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87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46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08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0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2" ma:contentTypeDescription="Create a new document." ma:contentTypeScope="" ma:versionID="9fd2d192f269efc0c86b13461bbd2bd0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a458b4ee096b3e755b14e0c438a0457a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1A608F-D1BA-426F-AEF4-ADA7E074A272}"/>
</file>

<file path=customXml/itemProps2.xml><?xml version="1.0" encoding="utf-8"?>
<ds:datastoreItem xmlns:ds="http://schemas.openxmlformats.org/officeDocument/2006/customXml" ds:itemID="{C255195B-4686-4616-8802-131739815E4D}">
  <ds:schemaRefs>
    <ds:schemaRef ds:uri="http://schemas.microsoft.com/office/2006/metadata/properties"/>
    <ds:schemaRef ds:uri="http://schemas.microsoft.com/office/infopath/2007/PartnerControls"/>
    <ds:schemaRef ds:uri="b4284549-3b77-42f0-9bd8-21963f31e472"/>
    <ds:schemaRef ds:uri="96e9f518-c301-41c8-a9ae-26c5061bc2d5"/>
  </ds:schemaRefs>
</ds:datastoreItem>
</file>

<file path=customXml/itemProps3.xml><?xml version="1.0" encoding="utf-8"?>
<ds:datastoreItem xmlns:ds="http://schemas.openxmlformats.org/officeDocument/2006/customXml" ds:itemID="{E1FDA641-40A9-4EC0-A470-B2C6FC9D8E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lastModifiedBy>pritha</cp:lastModifiedBy>
  <cp:revision>21</cp:revision>
  <dcterms:created xsi:type="dcterms:W3CDTF">2022-05-09T04:04:49Z</dcterms:created>
  <dcterms:modified xsi:type="dcterms:W3CDTF">2022-07-18T03:01:48Z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